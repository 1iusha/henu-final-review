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1"/>
  </p:notesMasterIdLst>
  <p:sldIdLst>
    <p:sldId id="301" r:id="rId2"/>
    <p:sldId id="660" r:id="rId3"/>
    <p:sldId id="665" r:id="rId4"/>
    <p:sldId id="556" r:id="rId5"/>
    <p:sldId id="560" r:id="rId6"/>
    <p:sldId id="613" r:id="rId7"/>
    <p:sldId id="728" r:id="rId8"/>
    <p:sldId id="666" r:id="rId9"/>
    <p:sldId id="729" r:id="rId10"/>
    <p:sldId id="667" r:id="rId11"/>
    <p:sldId id="730" r:id="rId12"/>
    <p:sldId id="603" r:id="rId13"/>
    <p:sldId id="731" r:id="rId14"/>
    <p:sldId id="732" r:id="rId15"/>
    <p:sldId id="733" r:id="rId16"/>
    <p:sldId id="734" r:id="rId17"/>
    <p:sldId id="566" r:id="rId18"/>
    <p:sldId id="583" r:id="rId19"/>
    <p:sldId id="582" r:id="rId20"/>
    <p:sldId id="735" r:id="rId21"/>
    <p:sldId id="736" r:id="rId22"/>
    <p:sldId id="737" r:id="rId23"/>
    <p:sldId id="738" r:id="rId24"/>
    <p:sldId id="739" r:id="rId25"/>
    <p:sldId id="740" r:id="rId26"/>
    <p:sldId id="821" r:id="rId27"/>
    <p:sldId id="841" r:id="rId28"/>
    <p:sldId id="839" r:id="rId29"/>
    <p:sldId id="840" r:id="rId30"/>
    <p:sldId id="741" r:id="rId31"/>
    <p:sldId id="822" r:id="rId32"/>
    <p:sldId id="742" r:id="rId33"/>
    <p:sldId id="584" r:id="rId34"/>
    <p:sldId id="661" r:id="rId35"/>
    <p:sldId id="743" r:id="rId36"/>
    <p:sldId id="744" r:id="rId37"/>
    <p:sldId id="745" r:id="rId38"/>
    <p:sldId id="746" r:id="rId39"/>
    <p:sldId id="747" r:id="rId40"/>
    <p:sldId id="748" r:id="rId41"/>
    <p:sldId id="1145" r:id="rId42"/>
    <p:sldId id="749" r:id="rId43"/>
    <p:sldId id="750" r:id="rId44"/>
    <p:sldId id="751" r:id="rId45"/>
    <p:sldId id="823" r:id="rId46"/>
    <p:sldId id="861" r:id="rId47"/>
    <p:sldId id="567" r:id="rId48"/>
    <p:sldId id="586" r:id="rId49"/>
    <p:sldId id="752" r:id="rId50"/>
    <p:sldId id="753" r:id="rId51"/>
    <p:sldId id="754" r:id="rId52"/>
    <p:sldId id="755" r:id="rId53"/>
    <p:sldId id="601" r:id="rId54"/>
    <p:sldId id="824" r:id="rId55"/>
    <p:sldId id="825" r:id="rId56"/>
    <p:sldId id="605" r:id="rId57"/>
    <p:sldId id="606" r:id="rId58"/>
    <p:sldId id="607" r:id="rId59"/>
    <p:sldId id="608" r:id="rId60"/>
    <p:sldId id="756" r:id="rId61"/>
    <p:sldId id="757" r:id="rId62"/>
    <p:sldId id="835" r:id="rId63"/>
    <p:sldId id="833" r:id="rId64"/>
    <p:sldId id="758" r:id="rId65"/>
    <p:sldId id="759" r:id="rId66"/>
    <p:sldId id="610" r:id="rId67"/>
    <p:sldId id="826" r:id="rId68"/>
    <p:sldId id="668" r:id="rId69"/>
    <p:sldId id="760" r:id="rId70"/>
    <p:sldId id="761" r:id="rId71"/>
    <p:sldId id="762" r:id="rId72"/>
    <p:sldId id="763" r:id="rId73"/>
    <p:sldId id="764" r:id="rId74"/>
    <p:sldId id="765" r:id="rId75"/>
    <p:sldId id="669" r:id="rId76"/>
    <p:sldId id="670" r:id="rId77"/>
    <p:sldId id="671" r:id="rId78"/>
    <p:sldId id="672" r:id="rId79"/>
    <p:sldId id="673" r:id="rId80"/>
    <p:sldId id="676" r:id="rId81"/>
    <p:sldId id="675" r:id="rId82"/>
    <p:sldId id="674" r:id="rId83"/>
    <p:sldId id="766" r:id="rId84"/>
    <p:sldId id="767" r:id="rId85"/>
    <p:sldId id="768" r:id="rId86"/>
    <p:sldId id="769" r:id="rId87"/>
    <p:sldId id="859" r:id="rId88"/>
    <p:sldId id="770" r:id="rId89"/>
    <p:sldId id="771" r:id="rId90"/>
    <p:sldId id="679" r:id="rId91"/>
    <p:sldId id="772" r:id="rId92"/>
    <p:sldId id="773" r:id="rId93"/>
    <p:sldId id="774" r:id="rId94"/>
    <p:sldId id="775" r:id="rId95"/>
    <p:sldId id="776" r:id="rId96"/>
    <p:sldId id="777" r:id="rId97"/>
    <p:sldId id="778" r:id="rId98"/>
    <p:sldId id="836" r:id="rId99"/>
    <p:sldId id="779" r:id="rId100"/>
    <p:sldId id="780" r:id="rId101"/>
    <p:sldId id="781" r:id="rId102"/>
    <p:sldId id="832" r:id="rId103"/>
    <p:sldId id="783" r:id="rId104"/>
    <p:sldId id="680" r:id="rId105"/>
    <p:sldId id="681" r:id="rId106"/>
    <p:sldId id="682" r:id="rId107"/>
    <p:sldId id="784" r:id="rId108"/>
    <p:sldId id="786" r:id="rId109"/>
    <p:sldId id="787" r:id="rId110"/>
    <p:sldId id="789" r:id="rId111"/>
    <p:sldId id="790" r:id="rId112"/>
    <p:sldId id="788" r:id="rId113"/>
    <p:sldId id="683" r:id="rId114"/>
    <p:sldId id="684" r:id="rId115"/>
    <p:sldId id="685" r:id="rId116"/>
    <p:sldId id="791" r:id="rId117"/>
    <p:sldId id="830" r:id="rId118"/>
    <p:sldId id="686" r:id="rId119"/>
    <p:sldId id="687" r:id="rId120"/>
    <p:sldId id="688" r:id="rId121"/>
    <p:sldId id="792" r:id="rId122"/>
    <p:sldId id="793" r:id="rId123"/>
    <p:sldId id="689" r:id="rId124"/>
    <p:sldId id="690" r:id="rId125"/>
    <p:sldId id="691" r:id="rId126"/>
    <p:sldId id="692" r:id="rId127"/>
    <p:sldId id="693" r:id="rId128"/>
    <p:sldId id="694" r:id="rId129"/>
    <p:sldId id="695" r:id="rId130"/>
    <p:sldId id="696" r:id="rId131"/>
    <p:sldId id="794" r:id="rId132"/>
    <p:sldId id="795" r:id="rId133"/>
    <p:sldId id="697" r:id="rId134"/>
    <p:sldId id="698" r:id="rId135"/>
    <p:sldId id="796" r:id="rId136"/>
    <p:sldId id="797" r:id="rId137"/>
    <p:sldId id="798" r:id="rId138"/>
    <p:sldId id="699" r:id="rId139"/>
    <p:sldId id="700" r:id="rId140"/>
    <p:sldId id="701" r:id="rId141"/>
    <p:sldId id="799" r:id="rId142"/>
    <p:sldId id="800" r:id="rId143"/>
    <p:sldId id="1146" r:id="rId144"/>
    <p:sldId id="802" r:id="rId145"/>
    <p:sldId id="702" r:id="rId146"/>
    <p:sldId id="803" r:id="rId147"/>
    <p:sldId id="703" r:id="rId148"/>
    <p:sldId id="804" r:id="rId149"/>
    <p:sldId id="704" r:id="rId150"/>
    <p:sldId id="705" r:id="rId151"/>
    <p:sldId id="706" r:id="rId152"/>
    <p:sldId id="838" r:id="rId153"/>
    <p:sldId id="837" r:id="rId154"/>
    <p:sldId id="1118" r:id="rId155"/>
    <p:sldId id="1119" r:id="rId156"/>
    <p:sldId id="708" r:id="rId157"/>
    <p:sldId id="709" r:id="rId158"/>
    <p:sldId id="710" r:id="rId159"/>
    <p:sldId id="711" r:id="rId160"/>
    <p:sldId id="712" r:id="rId161"/>
    <p:sldId id="1137" r:id="rId162"/>
    <p:sldId id="807" r:id="rId163"/>
    <p:sldId id="1138" r:id="rId164"/>
    <p:sldId id="1139" r:id="rId165"/>
    <p:sldId id="1140" r:id="rId166"/>
    <p:sldId id="1106" r:id="rId167"/>
    <p:sldId id="808" r:id="rId168"/>
    <p:sldId id="809" r:id="rId169"/>
    <p:sldId id="713" r:id="rId170"/>
    <p:sldId id="714" r:id="rId171"/>
    <p:sldId id="831" r:id="rId172"/>
    <p:sldId id="715" r:id="rId173"/>
    <p:sldId id="716" r:id="rId174"/>
    <p:sldId id="717" r:id="rId175"/>
    <p:sldId id="718" r:id="rId176"/>
    <p:sldId id="719" r:id="rId177"/>
    <p:sldId id="811" r:id="rId178"/>
    <p:sldId id="722" r:id="rId179"/>
    <p:sldId id="723" r:id="rId180"/>
    <p:sldId id="724" r:id="rId181"/>
    <p:sldId id="812" r:id="rId182"/>
    <p:sldId id="813" r:id="rId183"/>
    <p:sldId id="814" r:id="rId184"/>
    <p:sldId id="815" r:id="rId185"/>
    <p:sldId id="816" r:id="rId186"/>
    <p:sldId id="721" r:id="rId187"/>
    <p:sldId id="817" r:id="rId188"/>
    <p:sldId id="864" r:id="rId189"/>
    <p:sldId id="818" r:id="rId190"/>
    <p:sldId id="863" r:id="rId191"/>
    <p:sldId id="819" r:id="rId192"/>
    <p:sldId id="820" r:id="rId193"/>
    <p:sldId id="725" r:id="rId194"/>
    <p:sldId id="726" r:id="rId195"/>
    <p:sldId id="727" r:id="rId196"/>
    <p:sldId id="828" r:id="rId197"/>
    <p:sldId id="850" r:id="rId198"/>
    <p:sldId id="842" r:id="rId199"/>
    <p:sldId id="843" r:id="rId200"/>
    <p:sldId id="844" r:id="rId201"/>
    <p:sldId id="852" r:id="rId202"/>
    <p:sldId id="1141" r:id="rId203"/>
    <p:sldId id="1142" r:id="rId204"/>
    <p:sldId id="1143" r:id="rId205"/>
    <p:sldId id="1144" r:id="rId206"/>
    <p:sldId id="846" r:id="rId207"/>
    <p:sldId id="851" r:id="rId208"/>
    <p:sldId id="847" r:id="rId209"/>
    <p:sldId id="853" r:id="rId210"/>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78">
          <p15:clr>
            <a:srgbClr val="A4A3A4"/>
          </p15:clr>
        </p15:guide>
        <p15:guide id="2" pos="291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223A"/>
    <a:srgbClr val="1A3F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C6FBE8-9AF2-440D-88F7-E88839877976}" v="96" dt="2022-11-16T03:15:55.283"/>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63" autoAdjust="0"/>
    <p:restoredTop sz="97303" autoAdjust="0"/>
  </p:normalViewPr>
  <p:slideViewPr>
    <p:cSldViewPr snapToGrid="0">
      <p:cViewPr varScale="1">
        <p:scale>
          <a:sx n="82" d="100"/>
          <a:sy n="82" d="100"/>
        </p:scale>
        <p:origin x="752" y="48"/>
      </p:cViewPr>
      <p:guideLst>
        <p:guide orient="horz" pos="1678"/>
        <p:guide pos="291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16" Type="http://schemas.microsoft.com/office/2016/11/relationships/changesInfo" Target="changesInfos/changesInfo1.xml"/><Relationship Id="rId211"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6" Type="http://schemas.openxmlformats.org/officeDocument/2006/relationships/slide" Target="slides/slide205.xml"/><Relationship Id="rId201" Type="http://schemas.openxmlformats.org/officeDocument/2006/relationships/slide" Target="slides/slide200.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presProps" Target="presProps.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theme" Target="theme/theme1.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tableStyles" Target="tableStyle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翟 锐" userId="fef11181f709266a" providerId="LiveId" clId="{B59D027B-5FCC-4CE1-8B9E-782E6ABAA797}"/>
    <pc:docChg chg="undo custSel addSld delSld modSld sldOrd">
      <pc:chgData name="翟 锐" userId="fef11181f709266a" providerId="LiveId" clId="{B59D027B-5FCC-4CE1-8B9E-782E6ABAA797}" dt="2020-11-07T12:47:12.579" v="1521" actId="20577"/>
      <pc:docMkLst>
        <pc:docMk/>
      </pc:docMkLst>
      <pc:sldChg chg="delSp modSp modAnim">
        <pc:chgData name="翟 锐" userId="fef11181f709266a" providerId="LiveId" clId="{B59D027B-5FCC-4CE1-8B9E-782E6ABAA797}" dt="2020-10-24T14:56:40.846" v="17"/>
        <pc:sldMkLst>
          <pc:docMk/>
          <pc:sldMk cId="0" sldId="301"/>
        </pc:sldMkLst>
        <pc:spChg chg="mod">
          <ac:chgData name="翟 锐" userId="fef11181f709266a" providerId="LiveId" clId="{B59D027B-5FCC-4CE1-8B9E-782E6ABAA797}" dt="2020-10-24T14:56:40.846" v="17"/>
          <ac:spMkLst>
            <pc:docMk/>
            <pc:sldMk cId="0" sldId="301"/>
            <ac:spMk id="10" creationId="{00000000-0000-0000-0000-000000000000}"/>
          </ac:spMkLst>
        </pc:spChg>
        <pc:spChg chg="del">
          <ac:chgData name="翟 锐" userId="fef11181f709266a" providerId="LiveId" clId="{B59D027B-5FCC-4CE1-8B9E-782E6ABAA797}" dt="2020-10-24T14:56:37.851" v="0" actId="478"/>
          <ac:spMkLst>
            <pc:docMk/>
            <pc:sldMk cId="0" sldId="301"/>
            <ac:spMk id="14" creationId="{00000000-0000-0000-0000-000000000000}"/>
          </ac:spMkLst>
        </pc:spChg>
      </pc:sldChg>
      <pc:sldChg chg="modSp modAnim">
        <pc:chgData name="翟 锐" userId="fef11181f709266a" providerId="LiveId" clId="{B59D027B-5FCC-4CE1-8B9E-782E6ABAA797}" dt="2020-11-01T14:54:39.753" v="104"/>
        <pc:sldMkLst>
          <pc:docMk/>
          <pc:sldMk cId="1981665619" sldId="567"/>
        </pc:sldMkLst>
        <pc:spChg chg="mod">
          <ac:chgData name="翟 锐" userId="fef11181f709266a" providerId="LiveId" clId="{B59D027B-5FCC-4CE1-8B9E-782E6ABAA797}" dt="2020-11-01T14:53:04.058" v="94" actId="14100"/>
          <ac:spMkLst>
            <pc:docMk/>
            <pc:sldMk cId="1981665619" sldId="567"/>
            <ac:spMk id="7" creationId="{7AD7E89B-4153-4578-B328-86C4CBFA9781}"/>
          </ac:spMkLst>
        </pc:spChg>
        <pc:spChg chg="mod">
          <ac:chgData name="翟 锐" userId="fef11181f709266a" providerId="LiveId" clId="{B59D027B-5FCC-4CE1-8B9E-782E6ABAA797}" dt="2020-11-01T14:53:04.058" v="94" actId="14100"/>
          <ac:spMkLst>
            <pc:docMk/>
            <pc:sldMk cId="1981665619" sldId="567"/>
            <ac:spMk id="8" creationId="{2A6CB6B8-A007-4326-88B1-FBA187732693}"/>
          </ac:spMkLst>
        </pc:spChg>
        <pc:spChg chg="mod">
          <ac:chgData name="翟 锐" userId="fef11181f709266a" providerId="LiveId" clId="{B59D027B-5FCC-4CE1-8B9E-782E6ABAA797}" dt="2020-11-01T14:53:04.058" v="94" actId="14100"/>
          <ac:spMkLst>
            <pc:docMk/>
            <pc:sldMk cId="1981665619" sldId="567"/>
            <ac:spMk id="9" creationId="{0107DAC4-8037-4ACA-B8A0-D186C03EB065}"/>
          </ac:spMkLst>
        </pc:spChg>
        <pc:spChg chg="mod">
          <ac:chgData name="翟 锐" userId="fef11181f709266a" providerId="LiveId" clId="{B59D027B-5FCC-4CE1-8B9E-782E6ABAA797}" dt="2020-11-01T14:53:04.058" v="94" actId="14100"/>
          <ac:spMkLst>
            <pc:docMk/>
            <pc:sldMk cId="1981665619" sldId="567"/>
            <ac:spMk id="10" creationId="{A7DAB36A-1E51-4670-B37F-028F2E5189E0}"/>
          </ac:spMkLst>
        </pc:spChg>
        <pc:spChg chg="mod">
          <ac:chgData name="翟 锐" userId="fef11181f709266a" providerId="LiveId" clId="{B59D027B-5FCC-4CE1-8B9E-782E6ABAA797}" dt="2020-11-01T14:53:04.058" v="94" actId="14100"/>
          <ac:spMkLst>
            <pc:docMk/>
            <pc:sldMk cId="1981665619" sldId="567"/>
            <ac:spMk id="11" creationId="{DDD695D0-3282-415A-9A9B-7E2A75E5B15E}"/>
          </ac:spMkLst>
        </pc:spChg>
        <pc:spChg chg="mod">
          <ac:chgData name="翟 锐" userId="fef11181f709266a" providerId="LiveId" clId="{B59D027B-5FCC-4CE1-8B9E-782E6ABAA797}" dt="2020-11-01T14:53:04.058" v="94" actId="14100"/>
          <ac:spMkLst>
            <pc:docMk/>
            <pc:sldMk cId="1981665619" sldId="567"/>
            <ac:spMk id="12" creationId="{8321C060-0C19-451A-8106-542DAB9B5B21}"/>
          </ac:spMkLst>
        </pc:spChg>
        <pc:spChg chg="mod">
          <ac:chgData name="翟 锐" userId="fef11181f709266a" providerId="LiveId" clId="{B59D027B-5FCC-4CE1-8B9E-782E6ABAA797}" dt="2020-11-01T14:53:04.058" v="94" actId="14100"/>
          <ac:spMkLst>
            <pc:docMk/>
            <pc:sldMk cId="1981665619" sldId="567"/>
            <ac:spMk id="13" creationId="{34190973-7C4E-4E36-8146-E76B92431A14}"/>
          </ac:spMkLst>
        </pc:spChg>
        <pc:spChg chg="mod">
          <ac:chgData name="翟 锐" userId="fef11181f709266a" providerId="LiveId" clId="{B59D027B-5FCC-4CE1-8B9E-782E6ABAA797}" dt="2020-11-01T14:53:04.058" v="94" actId="14100"/>
          <ac:spMkLst>
            <pc:docMk/>
            <pc:sldMk cId="1981665619" sldId="567"/>
            <ac:spMk id="14" creationId="{4380716E-A1E1-4D39-BEA3-0CFD8DCC3603}"/>
          </ac:spMkLst>
        </pc:spChg>
        <pc:spChg chg="mod">
          <ac:chgData name="翟 锐" userId="fef11181f709266a" providerId="LiveId" clId="{B59D027B-5FCC-4CE1-8B9E-782E6ABAA797}" dt="2020-11-01T14:53:04.058" v="94" actId="14100"/>
          <ac:spMkLst>
            <pc:docMk/>
            <pc:sldMk cId="1981665619" sldId="567"/>
            <ac:spMk id="15" creationId="{E0F1B185-F619-4CF8-8565-E5A67AB96245}"/>
          </ac:spMkLst>
        </pc:spChg>
        <pc:spChg chg="mod">
          <ac:chgData name="翟 锐" userId="fef11181f709266a" providerId="LiveId" clId="{B59D027B-5FCC-4CE1-8B9E-782E6ABAA797}" dt="2020-11-01T14:53:04.058" v="94" actId="14100"/>
          <ac:spMkLst>
            <pc:docMk/>
            <pc:sldMk cId="1981665619" sldId="567"/>
            <ac:spMk id="16" creationId="{3F85CC34-77A4-49EC-AA19-FEE538C5E7CC}"/>
          </ac:spMkLst>
        </pc:spChg>
        <pc:spChg chg="mod">
          <ac:chgData name="翟 锐" userId="fef11181f709266a" providerId="LiveId" clId="{B59D027B-5FCC-4CE1-8B9E-782E6ABAA797}" dt="2020-11-01T14:53:04.058" v="94" actId="14100"/>
          <ac:spMkLst>
            <pc:docMk/>
            <pc:sldMk cId="1981665619" sldId="567"/>
            <ac:spMk id="17" creationId="{1A1A529A-C4CA-4943-A918-FCD4ECDB9042}"/>
          </ac:spMkLst>
        </pc:spChg>
        <pc:spChg chg="mod">
          <ac:chgData name="翟 锐" userId="fef11181f709266a" providerId="LiveId" clId="{B59D027B-5FCC-4CE1-8B9E-782E6ABAA797}" dt="2020-11-01T14:54:39.753" v="104"/>
          <ac:spMkLst>
            <pc:docMk/>
            <pc:sldMk cId="1981665619" sldId="567"/>
            <ac:spMk id="35" creationId="{00000000-0000-0000-0000-000000000000}"/>
          </ac:spMkLst>
        </pc:spChg>
        <pc:grpChg chg="mod">
          <ac:chgData name="翟 锐" userId="fef11181f709266a" providerId="LiveId" clId="{B59D027B-5FCC-4CE1-8B9E-782E6ABAA797}" dt="2020-11-01T14:53:04.058" v="94" actId="14100"/>
          <ac:grpSpMkLst>
            <pc:docMk/>
            <pc:sldMk cId="1981665619" sldId="567"/>
            <ac:grpSpMk id="6" creationId="{D63DDB42-8D50-4151-B135-9573EB245813}"/>
          </ac:grpSpMkLst>
        </pc:grpChg>
      </pc:sldChg>
      <pc:sldChg chg="delSp modSp mod ord">
        <pc:chgData name="翟 锐" userId="fef11181f709266a" providerId="LiveId" clId="{B59D027B-5FCC-4CE1-8B9E-782E6ABAA797}" dt="2020-11-01T14:59:17.854" v="179"/>
        <pc:sldMkLst>
          <pc:docMk/>
          <pc:sldMk cId="3771257398" sldId="584"/>
        </pc:sldMkLst>
        <pc:spChg chg="del mod">
          <ac:chgData name="翟 锐" userId="fef11181f709266a" providerId="LiveId" clId="{B59D027B-5FCC-4CE1-8B9E-782E6ABAA797}" dt="2020-11-01T14:43:51.141" v="63" actId="478"/>
          <ac:spMkLst>
            <pc:docMk/>
            <pc:sldMk cId="3771257398" sldId="584"/>
            <ac:spMk id="2" creationId="{1A343DEC-CFF6-41F5-B87C-0DFC08C67B76}"/>
          </ac:spMkLst>
        </pc:spChg>
        <pc:spChg chg="mod">
          <ac:chgData name="翟 锐" userId="fef11181f709266a" providerId="LiveId" clId="{B59D027B-5FCC-4CE1-8B9E-782E6ABAA797}" dt="2020-11-01T14:59:17.854" v="179"/>
          <ac:spMkLst>
            <pc:docMk/>
            <pc:sldMk cId="3771257398" sldId="584"/>
            <ac:spMk id="35" creationId="{00000000-0000-0000-0000-000000000000}"/>
          </ac:spMkLst>
        </pc:spChg>
      </pc:sldChg>
      <pc:sldChg chg="modSp mod">
        <pc:chgData name="翟 锐" userId="fef11181f709266a" providerId="LiveId" clId="{B59D027B-5FCC-4CE1-8B9E-782E6ABAA797}" dt="2020-11-01T14:54:17.298" v="101" actId="1076"/>
        <pc:sldMkLst>
          <pc:docMk/>
          <pc:sldMk cId="370822182" sldId="586"/>
        </pc:sldMkLst>
        <pc:spChg chg="mod">
          <ac:chgData name="翟 锐" userId="fef11181f709266a" providerId="LiveId" clId="{B59D027B-5FCC-4CE1-8B9E-782E6ABAA797}" dt="2020-11-01T14:54:17.298" v="101" actId="1076"/>
          <ac:spMkLst>
            <pc:docMk/>
            <pc:sldMk cId="370822182" sldId="586"/>
            <ac:spMk id="3" creationId="{558F95A0-BE7F-4EDA-B3B2-FAA7E0955675}"/>
          </ac:spMkLst>
        </pc:spChg>
        <pc:picChg chg="mod">
          <ac:chgData name="翟 锐" userId="fef11181f709266a" providerId="LiveId" clId="{B59D027B-5FCC-4CE1-8B9E-782E6ABAA797}" dt="2020-11-01T14:54:15.131" v="100" actId="1076"/>
          <ac:picMkLst>
            <pc:docMk/>
            <pc:sldMk cId="370822182" sldId="586"/>
            <ac:picMk id="4" creationId="{364AB091-E75E-406B-BFA1-A25D628C6D9D}"/>
          </ac:picMkLst>
        </pc:picChg>
      </pc:sldChg>
      <pc:sldChg chg="modSp">
        <pc:chgData name="翟 锐" userId="fef11181f709266a" providerId="LiveId" clId="{B59D027B-5FCC-4CE1-8B9E-782E6ABAA797}" dt="2020-11-01T15:01:16.879" v="211"/>
        <pc:sldMkLst>
          <pc:docMk/>
          <pc:sldMk cId="2101326762" sldId="601"/>
        </pc:sldMkLst>
        <pc:spChg chg="mod">
          <ac:chgData name="翟 锐" userId="fef11181f709266a" providerId="LiveId" clId="{B59D027B-5FCC-4CE1-8B9E-782E6ABAA797}" dt="2020-11-01T15:01:16.879" v="211"/>
          <ac:spMkLst>
            <pc:docMk/>
            <pc:sldMk cId="2101326762" sldId="601"/>
            <ac:spMk id="35" creationId="{00000000-0000-0000-0000-000000000000}"/>
          </ac:spMkLst>
        </pc:spChg>
      </pc:sldChg>
      <pc:sldChg chg="modSp mod modAnim">
        <pc:chgData name="翟 锐" userId="fef11181f709266a" providerId="LiveId" clId="{B59D027B-5FCC-4CE1-8B9E-782E6ABAA797}" dt="2020-11-01T15:07:16.266" v="355" actId="14100"/>
        <pc:sldMkLst>
          <pc:docMk/>
          <pc:sldMk cId="715867822" sldId="605"/>
        </pc:sldMkLst>
        <pc:spChg chg="mod">
          <ac:chgData name="翟 锐" userId="fef11181f709266a" providerId="LiveId" clId="{B59D027B-5FCC-4CE1-8B9E-782E6ABAA797}" dt="2020-11-01T15:07:16.266" v="355" actId="14100"/>
          <ac:spMkLst>
            <pc:docMk/>
            <pc:sldMk cId="715867822" sldId="605"/>
            <ac:spMk id="35" creationId="{00000000-0000-0000-0000-000000000000}"/>
          </ac:spMkLst>
        </pc:spChg>
      </pc:sldChg>
      <pc:sldChg chg="modSp mod">
        <pc:chgData name="翟 锐" userId="fef11181f709266a" providerId="LiveId" clId="{B59D027B-5FCC-4CE1-8B9E-782E6ABAA797}" dt="2020-11-07T11:59:27.254" v="801" actId="207"/>
        <pc:sldMkLst>
          <pc:docMk/>
          <pc:sldMk cId="419261417" sldId="606"/>
        </pc:sldMkLst>
        <pc:spChg chg="mod">
          <ac:chgData name="翟 锐" userId="fef11181f709266a" providerId="LiveId" clId="{B59D027B-5FCC-4CE1-8B9E-782E6ABAA797}" dt="2020-11-07T11:59:27.254" v="801" actId="207"/>
          <ac:spMkLst>
            <pc:docMk/>
            <pc:sldMk cId="419261417" sldId="606"/>
            <ac:spMk id="2" creationId="{1A343DEC-CFF6-41F5-B87C-0DFC08C67B76}"/>
          </ac:spMkLst>
        </pc:spChg>
        <pc:spChg chg="mod">
          <ac:chgData name="翟 锐" userId="fef11181f709266a" providerId="LiveId" clId="{B59D027B-5FCC-4CE1-8B9E-782E6ABAA797}" dt="2020-11-01T15:07:20.053" v="356"/>
          <ac:spMkLst>
            <pc:docMk/>
            <pc:sldMk cId="419261417" sldId="606"/>
            <ac:spMk id="35" creationId="{00000000-0000-0000-0000-000000000000}"/>
          </ac:spMkLst>
        </pc:spChg>
      </pc:sldChg>
      <pc:sldChg chg="modSp">
        <pc:chgData name="翟 锐" userId="fef11181f709266a" providerId="LiveId" clId="{B59D027B-5FCC-4CE1-8B9E-782E6ABAA797}" dt="2020-11-01T15:07:26.939" v="357"/>
        <pc:sldMkLst>
          <pc:docMk/>
          <pc:sldMk cId="2933535704" sldId="607"/>
        </pc:sldMkLst>
        <pc:spChg chg="mod">
          <ac:chgData name="翟 锐" userId="fef11181f709266a" providerId="LiveId" clId="{B59D027B-5FCC-4CE1-8B9E-782E6ABAA797}" dt="2020-11-01T15:07:26.939" v="357"/>
          <ac:spMkLst>
            <pc:docMk/>
            <pc:sldMk cId="2933535704" sldId="607"/>
            <ac:spMk id="35" creationId="{00000000-0000-0000-0000-000000000000}"/>
          </ac:spMkLst>
        </pc:spChg>
      </pc:sldChg>
      <pc:sldChg chg="modSp">
        <pc:chgData name="翟 锐" userId="fef11181f709266a" providerId="LiveId" clId="{B59D027B-5FCC-4CE1-8B9E-782E6ABAA797}" dt="2020-11-01T15:07:34.724" v="358"/>
        <pc:sldMkLst>
          <pc:docMk/>
          <pc:sldMk cId="2083321002" sldId="608"/>
        </pc:sldMkLst>
        <pc:spChg chg="mod">
          <ac:chgData name="翟 锐" userId="fef11181f709266a" providerId="LiveId" clId="{B59D027B-5FCC-4CE1-8B9E-782E6ABAA797}" dt="2020-11-01T15:07:34.724" v="358"/>
          <ac:spMkLst>
            <pc:docMk/>
            <pc:sldMk cId="2083321002" sldId="608"/>
            <ac:spMk id="35" creationId="{00000000-0000-0000-0000-000000000000}"/>
          </ac:spMkLst>
        </pc:spChg>
      </pc:sldChg>
      <pc:sldChg chg="modSp">
        <pc:chgData name="翟 锐" userId="fef11181f709266a" providerId="LiveId" clId="{B59D027B-5FCC-4CE1-8B9E-782E6ABAA797}" dt="2020-11-01T15:09:04.835" v="363"/>
        <pc:sldMkLst>
          <pc:docMk/>
          <pc:sldMk cId="1180436317" sldId="609"/>
        </pc:sldMkLst>
        <pc:spChg chg="mod">
          <ac:chgData name="翟 锐" userId="fef11181f709266a" providerId="LiveId" clId="{B59D027B-5FCC-4CE1-8B9E-782E6ABAA797}" dt="2020-11-01T15:09:04.835" v="363"/>
          <ac:spMkLst>
            <pc:docMk/>
            <pc:sldMk cId="1180436317" sldId="609"/>
            <ac:spMk id="35" creationId="{00000000-0000-0000-0000-000000000000}"/>
          </ac:spMkLst>
        </pc:spChg>
      </pc:sldChg>
      <pc:sldChg chg="modSp mod">
        <pc:chgData name="翟 锐" userId="fef11181f709266a" providerId="LiveId" clId="{B59D027B-5FCC-4CE1-8B9E-782E6ABAA797}" dt="2020-11-01T14:47:59.056" v="81" actId="1076"/>
        <pc:sldMkLst>
          <pc:docMk/>
          <pc:sldMk cId="2870330272" sldId="661"/>
        </pc:sldMkLst>
        <pc:spChg chg="mod">
          <ac:chgData name="翟 锐" userId="fef11181f709266a" providerId="LiveId" clId="{B59D027B-5FCC-4CE1-8B9E-782E6ABAA797}" dt="2020-11-01T14:47:56.753" v="80" actId="1076"/>
          <ac:spMkLst>
            <pc:docMk/>
            <pc:sldMk cId="2870330272" sldId="661"/>
            <ac:spMk id="4" creationId="{CCD1A25C-018C-4618-A02A-9E6268A93856}"/>
          </ac:spMkLst>
        </pc:spChg>
        <pc:picChg chg="mod">
          <ac:chgData name="翟 锐" userId="fef11181f709266a" providerId="LiveId" clId="{B59D027B-5FCC-4CE1-8B9E-782E6ABAA797}" dt="2020-11-01T14:47:59.056" v="81" actId="1076"/>
          <ac:picMkLst>
            <pc:docMk/>
            <pc:sldMk cId="2870330272" sldId="661"/>
            <ac:picMk id="3" creationId="{02D3238F-2A5B-4153-A16B-9233629260E3}"/>
          </ac:picMkLst>
        </pc:picChg>
      </pc:sldChg>
      <pc:sldChg chg="modSp mod">
        <pc:chgData name="翟 锐" userId="fef11181f709266a" providerId="LiveId" clId="{B59D027B-5FCC-4CE1-8B9E-782E6ABAA797}" dt="2020-11-01T15:47:05.796" v="783" actId="207"/>
        <pc:sldMkLst>
          <pc:docMk/>
          <pc:sldMk cId="3196092120" sldId="665"/>
        </pc:sldMkLst>
        <pc:spChg chg="mod">
          <ac:chgData name="翟 锐" userId="fef11181f709266a" providerId="LiveId" clId="{B59D027B-5FCC-4CE1-8B9E-782E6ABAA797}" dt="2020-11-01T15:47:05.796" v="783" actId="207"/>
          <ac:spMkLst>
            <pc:docMk/>
            <pc:sldMk cId="3196092120" sldId="665"/>
            <ac:spMk id="2" creationId="{1A343DEC-CFF6-41F5-B87C-0DFC08C67B76}"/>
          </ac:spMkLst>
        </pc:spChg>
      </pc:sldChg>
      <pc:sldChg chg="modSp mod">
        <pc:chgData name="翟 锐" userId="fef11181f709266a" providerId="LiveId" clId="{B59D027B-5FCC-4CE1-8B9E-782E6ABAA797}" dt="2020-11-01T15:10:43.596" v="400" actId="1076"/>
        <pc:sldMkLst>
          <pc:docMk/>
          <pc:sldMk cId="3776727961" sldId="668"/>
        </pc:sldMkLst>
        <pc:spChg chg="mod">
          <ac:chgData name="翟 锐" userId="fef11181f709266a" providerId="LiveId" clId="{B59D027B-5FCC-4CE1-8B9E-782E6ABAA797}" dt="2020-11-01T15:10:30.198" v="392" actId="15"/>
          <ac:spMkLst>
            <pc:docMk/>
            <pc:sldMk cId="3776727961" sldId="668"/>
            <ac:spMk id="2" creationId="{1A343DEC-CFF6-41F5-B87C-0DFC08C67B76}"/>
          </ac:spMkLst>
        </pc:spChg>
        <pc:picChg chg="mod">
          <ac:chgData name="翟 锐" userId="fef11181f709266a" providerId="LiveId" clId="{B59D027B-5FCC-4CE1-8B9E-782E6ABAA797}" dt="2020-11-01T15:10:43.596" v="400" actId="1076"/>
          <ac:picMkLst>
            <pc:docMk/>
            <pc:sldMk cId="3776727961" sldId="668"/>
            <ac:picMk id="3" creationId="{696A3BD8-9BD2-4ECA-B870-816572DB6523}"/>
          </ac:picMkLst>
        </pc:picChg>
      </pc:sldChg>
      <pc:sldChg chg="modSp mod">
        <pc:chgData name="翟 锐" userId="fef11181f709266a" providerId="LiveId" clId="{B59D027B-5FCC-4CE1-8B9E-782E6ABAA797}" dt="2020-11-01T15:12:33.945" v="418" actId="207"/>
        <pc:sldMkLst>
          <pc:docMk/>
          <pc:sldMk cId="755557467" sldId="669"/>
        </pc:sldMkLst>
        <pc:spChg chg="mod">
          <ac:chgData name="翟 锐" userId="fef11181f709266a" providerId="LiveId" clId="{B59D027B-5FCC-4CE1-8B9E-782E6ABAA797}" dt="2020-11-01T15:12:33.945" v="418" actId="207"/>
          <ac:spMkLst>
            <pc:docMk/>
            <pc:sldMk cId="755557467" sldId="669"/>
            <ac:spMk id="2" creationId="{1A343DEC-CFF6-41F5-B87C-0DFC08C67B76}"/>
          </ac:spMkLst>
        </pc:spChg>
      </pc:sldChg>
      <pc:sldChg chg="modSp mod">
        <pc:chgData name="翟 锐" userId="fef11181f709266a" providerId="LiveId" clId="{B59D027B-5FCC-4CE1-8B9E-782E6ABAA797}" dt="2020-11-01T15:14:13.802" v="460" actId="1036"/>
        <pc:sldMkLst>
          <pc:docMk/>
          <pc:sldMk cId="871591210" sldId="671"/>
        </pc:sldMkLst>
        <pc:spChg chg="mod">
          <ac:chgData name="翟 锐" userId="fef11181f709266a" providerId="LiveId" clId="{B59D027B-5FCC-4CE1-8B9E-782E6ABAA797}" dt="2020-11-01T15:14:13.802" v="460" actId="1036"/>
          <ac:spMkLst>
            <pc:docMk/>
            <pc:sldMk cId="871591210" sldId="671"/>
            <ac:spMk id="2" creationId="{1A343DEC-CFF6-41F5-B87C-0DFC08C67B76}"/>
          </ac:spMkLst>
        </pc:spChg>
      </pc:sldChg>
      <pc:sldChg chg="modSp mod">
        <pc:chgData name="翟 锐" userId="fef11181f709266a" providerId="LiveId" clId="{B59D027B-5FCC-4CE1-8B9E-782E6ABAA797}" dt="2020-11-01T15:15:46.639" v="469" actId="1076"/>
        <pc:sldMkLst>
          <pc:docMk/>
          <pc:sldMk cId="2549675838" sldId="674"/>
        </pc:sldMkLst>
        <pc:graphicFrameChg chg="mod">
          <ac:chgData name="翟 锐" userId="fef11181f709266a" providerId="LiveId" clId="{B59D027B-5FCC-4CE1-8B9E-782E6ABAA797}" dt="2020-11-01T15:15:46.639" v="469" actId="1076"/>
          <ac:graphicFrameMkLst>
            <pc:docMk/>
            <pc:sldMk cId="2549675838" sldId="674"/>
            <ac:graphicFrameMk id="6" creationId="{3ADA2575-1DB3-4632-8924-1C68ABEBB507}"/>
          </ac:graphicFrameMkLst>
        </pc:graphicFrameChg>
      </pc:sldChg>
      <pc:sldChg chg="ord">
        <pc:chgData name="翟 锐" userId="fef11181f709266a" providerId="LiveId" clId="{B59D027B-5FCC-4CE1-8B9E-782E6ABAA797}" dt="2020-11-01T15:14:58.203" v="467"/>
        <pc:sldMkLst>
          <pc:docMk/>
          <pc:sldMk cId="231249497" sldId="675"/>
        </pc:sldMkLst>
      </pc:sldChg>
      <pc:sldChg chg="ord">
        <pc:chgData name="翟 锐" userId="fef11181f709266a" providerId="LiveId" clId="{B59D027B-5FCC-4CE1-8B9E-782E6ABAA797}" dt="2020-11-01T15:14:53.269" v="465"/>
        <pc:sldMkLst>
          <pc:docMk/>
          <pc:sldMk cId="3576919855" sldId="676"/>
        </pc:sldMkLst>
      </pc:sldChg>
      <pc:sldChg chg="add del">
        <pc:chgData name="翟 锐" userId="fef11181f709266a" providerId="LiveId" clId="{B59D027B-5FCC-4CE1-8B9E-782E6ABAA797}" dt="2020-11-01T15:16:37.455" v="475" actId="47"/>
        <pc:sldMkLst>
          <pc:docMk/>
          <pc:sldMk cId="293231490" sldId="677"/>
        </pc:sldMkLst>
      </pc:sldChg>
      <pc:sldChg chg="modSp del mod">
        <pc:chgData name="翟 锐" userId="fef11181f709266a" providerId="LiveId" clId="{B59D027B-5FCC-4CE1-8B9E-782E6ABAA797}" dt="2020-11-01T15:16:16.228" v="471" actId="2696"/>
        <pc:sldMkLst>
          <pc:docMk/>
          <pc:sldMk cId="4120885812" sldId="677"/>
        </pc:sldMkLst>
        <pc:spChg chg="mod">
          <ac:chgData name="翟 锐" userId="fef11181f709266a" providerId="LiveId" clId="{B59D027B-5FCC-4CE1-8B9E-782E6ABAA797}" dt="2020-11-01T15:16:10.849" v="470" actId="6549"/>
          <ac:spMkLst>
            <pc:docMk/>
            <pc:sldMk cId="4120885812" sldId="677"/>
            <ac:spMk id="2" creationId="{1A343DEC-CFF6-41F5-B87C-0DFC08C67B76}"/>
          </ac:spMkLst>
        </pc:spChg>
      </pc:sldChg>
      <pc:sldChg chg="del">
        <pc:chgData name="翟 锐" userId="fef11181f709266a" providerId="LiveId" clId="{B59D027B-5FCC-4CE1-8B9E-782E6ABAA797}" dt="2020-11-01T15:16:16.228" v="471" actId="2696"/>
        <pc:sldMkLst>
          <pc:docMk/>
          <pc:sldMk cId="1480193125" sldId="678"/>
        </pc:sldMkLst>
      </pc:sldChg>
      <pc:sldChg chg="add del">
        <pc:chgData name="翟 锐" userId="fef11181f709266a" providerId="LiveId" clId="{B59D027B-5FCC-4CE1-8B9E-782E6ABAA797}" dt="2020-11-01T15:16:38.377" v="476" actId="47"/>
        <pc:sldMkLst>
          <pc:docMk/>
          <pc:sldMk cId="3808060867" sldId="678"/>
        </pc:sldMkLst>
      </pc:sldChg>
      <pc:sldChg chg="modSp mod">
        <pc:chgData name="翟 锐" userId="fef11181f709266a" providerId="LiveId" clId="{B59D027B-5FCC-4CE1-8B9E-782E6ABAA797}" dt="2020-11-07T12:35:39.422" v="1170" actId="20577"/>
        <pc:sldMkLst>
          <pc:docMk/>
          <pc:sldMk cId="1039125680" sldId="679"/>
        </pc:sldMkLst>
        <pc:spChg chg="mod">
          <ac:chgData name="翟 锐" userId="fef11181f709266a" providerId="LiveId" clId="{B59D027B-5FCC-4CE1-8B9E-782E6ABAA797}" dt="2020-11-07T12:35:39.422" v="1170" actId="20577"/>
          <ac:spMkLst>
            <pc:docMk/>
            <pc:sldMk cId="1039125680" sldId="679"/>
            <ac:spMk id="2" creationId="{1A343DEC-CFF6-41F5-B87C-0DFC08C67B76}"/>
          </ac:spMkLst>
        </pc:spChg>
      </pc:sldChg>
      <pc:sldChg chg="modSp">
        <pc:chgData name="翟 锐" userId="fef11181f709266a" providerId="LiveId" clId="{B59D027B-5FCC-4CE1-8B9E-782E6ABAA797}" dt="2020-11-01T15:24:17.124" v="568"/>
        <pc:sldMkLst>
          <pc:docMk/>
          <pc:sldMk cId="2650993462" sldId="680"/>
        </pc:sldMkLst>
        <pc:spChg chg="mod">
          <ac:chgData name="翟 锐" userId="fef11181f709266a" providerId="LiveId" clId="{B59D027B-5FCC-4CE1-8B9E-782E6ABAA797}" dt="2020-11-01T15:24:17.124" v="568"/>
          <ac:spMkLst>
            <pc:docMk/>
            <pc:sldMk cId="2650993462" sldId="680"/>
            <ac:spMk id="35" creationId="{00000000-0000-0000-0000-000000000000}"/>
          </ac:spMkLst>
        </pc:spChg>
      </pc:sldChg>
      <pc:sldChg chg="modSp mod">
        <pc:chgData name="翟 锐" userId="fef11181f709266a" providerId="LiveId" clId="{B59D027B-5FCC-4CE1-8B9E-782E6ABAA797}" dt="2020-11-07T12:45:16.252" v="1511" actId="113"/>
        <pc:sldMkLst>
          <pc:docMk/>
          <pc:sldMk cId="1875503879" sldId="681"/>
        </pc:sldMkLst>
        <pc:spChg chg="mod">
          <ac:chgData name="翟 锐" userId="fef11181f709266a" providerId="LiveId" clId="{B59D027B-5FCC-4CE1-8B9E-782E6ABAA797}" dt="2020-11-07T12:45:16.252" v="1511" actId="113"/>
          <ac:spMkLst>
            <pc:docMk/>
            <pc:sldMk cId="1875503879" sldId="681"/>
            <ac:spMk id="2" creationId="{1A343DEC-CFF6-41F5-B87C-0DFC08C67B76}"/>
          </ac:spMkLst>
        </pc:spChg>
        <pc:spChg chg="mod">
          <ac:chgData name="翟 锐" userId="fef11181f709266a" providerId="LiveId" clId="{B59D027B-5FCC-4CE1-8B9E-782E6ABAA797}" dt="2020-11-01T15:24:15.797" v="567"/>
          <ac:spMkLst>
            <pc:docMk/>
            <pc:sldMk cId="1875503879" sldId="681"/>
            <ac:spMk id="35" creationId="{00000000-0000-0000-0000-000000000000}"/>
          </ac:spMkLst>
        </pc:spChg>
      </pc:sldChg>
      <pc:sldChg chg="modSp">
        <pc:chgData name="翟 锐" userId="fef11181f709266a" providerId="LiveId" clId="{B59D027B-5FCC-4CE1-8B9E-782E6ABAA797}" dt="2020-11-01T15:24:14.582" v="566"/>
        <pc:sldMkLst>
          <pc:docMk/>
          <pc:sldMk cId="2697606341" sldId="682"/>
        </pc:sldMkLst>
        <pc:spChg chg="mod">
          <ac:chgData name="翟 锐" userId="fef11181f709266a" providerId="LiveId" clId="{B59D027B-5FCC-4CE1-8B9E-782E6ABAA797}" dt="2020-11-01T15:24:14.582" v="566"/>
          <ac:spMkLst>
            <pc:docMk/>
            <pc:sldMk cId="2697606341" sldId="682"/>
            <ac:spMk id="35" creationId="{00000000-0000-0000-0000-000000000000}"/>
          </ac:spMkLst>
        </pc:spChg>
      </pc:sldChg>
      <pc:sldChg chg="modSp">
        <pc:chgData name="翟 锐" userId="fef11181f709266a" providerId="LiveId" clId="{B59D027B-5FCC-4CE1-8B9E-782E6ABAA797}" dt="2020-11-01T15:25:18.252" v="572"/>
        <pc:sldMkLst>
          <pc:docMk/>
          <pc:sldMk cId="877360523" sldId="683"/>
        </pc:sldMkLst>
        <pc:spChg chg="mod">
          <ac:chgData name="翟 锐" userId="fef11181f709266a" providerId="LiveId" clId="{B59D027B-5FCC-4CE1-8B9E-782E6ABAA797}" dt="2020-11-01T15:25:18.252" v="572"/>
          <ac:spMkLst>
            <pc:docMk/>
            <pc:sldMk cId="877360523" sldId="683"/>
            <ac:spMk id="35" creationId="{00000000-0000-0000-0000-000000000000}"/>
          </ac:spMkLst>
        </pc:spChg>
      </pc:sldChg>
      <pc:sldChg chg="modSp mod">
        <pc:chgData name="翟 锐" userId="fef11181f709266a" providerId="LiveId" clId="{B59D027B-5FCC-4CE1-8B9E-782E6ABAA797}" dt="2020-11-07T12:47:00.596" v="1516" actId="1076"/>
        <pc:sldMkLst>
          <pc:docMk/>
          <pc:sldMk cId="1137429832" sldId="684"/>
        </pc:sldMkLst>
        <pc:spChg chg="mod">
          <ac:chgData name="翟 锐" userId="fef11181f709266a" providerId="LiveId" clId="{B59D027B-5FCC-4CE1-8B9E-782E6ABAA797}" dt="2020-11-01T15:25:20.413" v="574"/>
          <ac:spMkLst>
            <pc:docMk/>
            <pc:sldMk cId="1137429832" sldId="684"/>
            <ac:spMk id="35" creationId="{00000000-0000-0000-0000-000000000000}"/>
          </ac:spMkLst>
        </pc:spChg>
        <pc:graphicFrameChg chg="mod">
          <ac:chgData name="翟 锐" userId="fef11181f709266a" providerId="LiveId" clId="{B59D027B-5FCC-4CE1-8B9E-782E6ABAA797}" dt="2020-11-07T12:47:00.596" v="1516" actId="1076"/>
          <ac:graphicFrameMkLst>
            <pc:docMk/>
            <pc:sldMk cId="1137429832" sldId="684"/>
            <ac:graphicFrameMk id="6" creationId="{CF915618-8C0B-4EF1-8143-21D05D485449}"/>
          </ac:graphicFrameMkLst>
        </pc:graphicFrameChg>
      </pc:sldChg>
      <pc:sldChg chg="modSp mod">
        <pc:chgData name="翟 锐" userId="fef11181f709266a" providerId="LiveId" clId="{B59D027B-5FCC-4CE1-8B9E-782E6ABAA797}" dt="2020-11-07T12:47:12.579" v="1521" actId="20577"/>
        <pc:sldMkLst>
          <pc:docMk/>
          <pc:sldMk cId="930135359" sldId="685"/>
        </pc:sldMkLst>
        <pc:spChg chg="mod">
          <ac:chgData name="翟 锐" userId="fef11181f709266a" providerId="LiveId" clId="{B59D027B-5FCC-4CE1-8B9E-782E6ABAA797}" dt="2020-11-07T12:47:12.579" v="1521" actId="20577"/>
          <ac:spMkLst>
            <pc:docMk/>
            <pc:sldMk cId="930135359" sldId="685"/>
            <ac:spMk id="2" creationId="{1A343DEC-CFF6-41F5-B87C-0DFC08C67B76}"/>
          </ac:spMkLst>
        </pc:spChg>
        <pc:spChg chg="mod">
          <ac:chgData name="翟 锐" userId="fef11181f709266a" providerId="LiveId" clId="{B59D027B-5FCC-4CE1-8B9E-782E6ABAA797}" dt="2020-11-01T15:25:22.642" v="576"/>
          <ac:spMkLst>
            <pc:docMk/>
            <pc:sldMk cId="930135359" sldId="685"/>
            <ac:spMk id="35" creationId="{00000000-0000-0000-0000-000000000000}"/>
          </ac:spMkLst>
        </pc:spChg>
      </pc:sldChg>
      <pc:sldChg chg="modSp mod">
        <pc:chgData name="翟 锐" userId="fef11181f709266a" providerId="LiveId" clId="{B59D027B-5FCC-4CE1-8B9E-782E6ABAA797}" dt="2020-11-01T15:26:09.265" v="630"/>
        <pc:sldMkLst>
          <pc:docMk/>
          <pc:sldMk cId="378011854" sldId="686"/>
        </pc:sldMkLst>
        <pc:spChg chg="mod">
          <ac:chgData name="翟 锐" userId="fef11181f709266a" providerId="LiveId" clId="{B59D027B-5FCC-4CE1-8B9E-782E6ABAA797}" dt="2020-11-01T15:26:09.265" v="630"/>
          <ac:spMkLst>
            <pc:docMk/>
            <pc:sldMk cId="378011854" sldId="686"/>
            <ac:spMk id="2" creationId="{1A343DEC-CFF6-41F5-B87C-0DFC08C67B76}"/>
          </ac:spMkLst>
        </pc:spChg>
      </pc:sldChg>
      <pc:sldChg chg="modSp mod">
        <pc:chgData name="翟 锐" userId="fef11181f709266a" providerId="LiveId" clId="{B59D027B-5FCC-4CE1-8B9E-782E6ABAA797}" dt="2020-11-01T15:26:25.216" v="634" actId="113"/>
        <pc:sldMkLst>
          <pc:docMk/>
          <pc:sldMk cId="2193853624" sldId="687"/>
        </pc:sldMkLst>
        <pc:spChg chg="mod">
          <ac:chgData name="翟 锐" userId="fef11181f709266a" providerId="LiveId" clId="{B59D027B-5FCC-4CE1-8B9E-782E6ABAA797}" dt="2020-11-01T15:26:25.216" v="634" actId="113"/>
          <ac:spMkLst>
            <pc:docMk/>
            <pc:sldMk cId="2193853624" sldId="687"/>
            <ac:spMk id="2" creationId="{1A343DEC-CFF6-41F5-B87C-0DFC08C67B76}"/>
          </ac:spMkLst>
        </pc:spChg>
      </pc:sldChg>
      <pc:sldChg chg="modSp mod">
        <pc:chgData name="翟 锐" userId="fef11181f709266a" providerId="LiveId" clId="{B59D027B-5FCC-4CE1-8B9E-782E6ABAA797}" dt="2020-11-01T15:29:39.079" v="670" actId="207"/>
        <pc:sldMkLst>
          <pc:docMk/>
          <pc:sldMk cId="366418643" sldId="692"/>
        </pc:sldMkLst>
        <pc:spChg chg="mod">
          <ac:chgData name="翟 锐" userId="fef11181f709266a" providerId="LiveId" clId="{B59D027B-5FCC-4CE1-8B9E-782E6ABAA797}" dt="2020-11-01T15:29:39.079" v="670" actId="207"/>
          <ac:spMkLst>
            <pc:docMk/>
            <pc:sldMk cId="366418643" sldId="692"/>
            <ac:spMk id="2" creationId="{1A343DEC-CFF6-41F5-B87C-0DFC08C67B76}"/>
          </ac:spMkLst>
        </pc:spChg>
      </pc:sldChg>
      <pc:sldChg chg="modSp mod">
        <pc:chgData name="翟 锐" userId="fef11181f709266a" providerId="LiveId" clId="{B59D027B-5FCC-4CE1-8B9E-782E6ABAA797}" dt="2020-11-01T15:29:08.111" v="652" actId="12"/>
        <pc:sldMkLst>
          <pc:docMk/>
          <pc:sldMk cId="2590558646" sldId="693"/>
        </pc:sldMkLst>
        <pc:spChg chg="mod">
          <ac:chgData name="翟 锐" userId="fef11181f709266a" providerId="LiveId" clId="{B59D027B-5FCC-4CE1-8B9E-782E6ABAA797}" dt="2020-11-01T15:28:59.138" v="648" actId="255"/>
          <ac:spMkLst>
            <pc:docMk/>
            <pc:sldMk cId="2590558646" sldId="693"/>
            <ac:spMk id="2" creationId="{1A343DEC-CFF6-41F5-B87C-0DFC08C67B76}"/>
          </ac:spMkLst>
        </pc:spChg>
        <pc:spChg chg="mod">
          <ac:chgData name="翟 锐" userId="fef11181f709266a" providerId="LiveId" clId="{B59D027B-5FCC-4CE1-8B9E-782E6ABAA797}" dt="2020-11-01T15:29:08.111" v="652" actId="12"/>
          <ac:spMkLst>
            <pc:docMk/>
            <pc:sldMk cId="2590558646" sldId="693"/>
            <ac:spMk id="8" creationId="{F6442236-BA6D-4810-833E-44F0A7009B20}"/>
          </ac:spMkLst>
        </pc:spChg>
        <pc:graphicFrameChg chg="mod">
          <ac:chgData name="翟 锐" userId="fef11181f709266a" providerId="LiveId" clId="{B59D027B-5FCC-4CE1-8B9E-782E6ABAA797}" dt="2020-11-01T15:29:03.646" v="649" actId="1076"/>
          <ac:graphicFrameMkLst>
            <pc:docMk/>
            <pc:sldMk cId="2590558646" sldId="693"/>
            <ac:graphicFrameMk id="6" creationId="{0934093C-873E-40D0-950E-C33CF8D7AAED}"/>
          </ac:graphicFrameMkLst>
        </pc:graphicFrameChg>
      </pc:sldChg>
      <pc:sldChg chg="modSp mod">
        <pc:chgData name="翟 锐" userId="fef11181f709266a" providerId="LiveId" clId="{B59D027B-5FCC-4CE1-8B9E-782E6ABAA797}" dt="2020-11-01T15:31:43.144" v="671" actId="15"/>
        <pc:sldMkLst>
          <pc:docMk/>
          <pc:sldMk cId="3758664426" sldId="697"/>
        </pc:sldMkLst>
        <pc:spChg chg="mod">
          <ac:chgData name="翟 锐" userId="fef11181f709266a" providerId="LiveId" clId="{B59D027B-5FCC-4CE1-8B9E-782E6ABAA797}" dt="2020-11-01T15:31:43.144" v="671" actId="15"/>
          <ac:spMkLst>
            <pc:docMk/>
            <pc:sldMk cId="3758664426" sldId="697"/>
            <ac:spMk id="2" creationId="{1A343DEC-CFF6-41F5-B87C-0DFC08C67B76}"/>
          </ac:spMkLst>
        </pc:spChg>
      </pc:sldChg>
      <pc:sldChg chg="modSp mod">
        <pc:chgData name="翟 锐" userId="fef11181f709266a" providerId="LiveId" clId="{B59D027B-5FCC-4CE1-8B9E-782E6ABAA797}" dt="2020-11-01T15:32:53.869" v="679" actId="207"/>
        <pc:sldMkLst>
          <pc:docMk/>
          <pc:sldMk cId="4228119817" sldId="700"/>
        </pc:sldMkLst>
        <pc:spChg chg="mod">
          <ac:chgData name="翟 锐" userId="fef11181f709266a" providerId="LiveId" clId="{B59D027B-5FCC-4CE1-8B9E-782E6ABAA797}" dt="2020-11-01T15:32:53.869" v="679" actId="207"/>
          <ac:spMkLst>
            <pc:docMk/>
            <pc:sldMk cId="4228119817" sldId="700"/>
            <ac:spMk id="2" creationId="{1A343DEC-CFF6-41F5-B87C-0DFC08C67B76}"/>
          </ac:spMkLst>
        </pc:spChg>
      </pc:sldChg>
      <pc:sldChg chg="modSp mod">
        <pc:chgData name="翟 锐" userId="fef11181f709266a" providerId="LiveId" clId="{B59D027B-5FCC-4CE1-8B9E-782E6ABAA797}" dt="2020-11-01T15:47:58.945" v="791" actId="6549"/>
        <pc:sldMkLst>
          <pc:docMk/>
          <pc:sldMk cId="1507183214" sldId="702"/>
        </pc:sldMkLst>
        <pc:spChg chg="mod">
          <ac:chgData name="翟 锐" userId="fef11181f709266a" providerId="LiveId" clId="{B59D027B-5FCC-4CE1-8B9E-782E6ABAA797}" dt="2020-11-01T15:36:47.162" v="696" actId="113"/>
          <ac:spMkLst>
            <pc:docMk/>
            <pc:sldMk cId="1507183214" sldId="702"/>
            <ac:spMk id="2" creationId="{1A343DEC-CFF6-41F5-B87C-0DFC08C67B76}"/>
          </ac:spMkLst>
        </pc:spChg>
        <pc:spChg chg="mod">
          <ac:chgData name="翟 锐" userId="fef11181f709266a" providerId="LiveId" clId="{B59D027B-5FCC-4CE1-8B9E-782E6ABAA797}" dt="2020-11-01T15:47:58.945" v="791" actId="6549"/>
          <ac:spMkLst>
            <pc:docMk/>
            <pc:sldMk cId="1507183214" sldId="702"/>
            <ac:spMk id="35" creationId="{00000000-0000-0000-0000-000000000000}"/>
          </ac:spMkLst>
        </pc:spChg>
      </pc:sldChg>
      <pc:sldChg chg="modSp">
        <pc:chgData name="翟 锐" userId="fef11181f709266a" providerId="LiveId" clId="{B59D027B-5FCC-4CE1-8B9E-782E6ABAA797}" dt="2020-11-01T15:48:04.793" v="792" actId="6549"/>
        <pc:sldMkLst>
          <pc:docMk/>
          <pc:sldMk cId="1643440564" sldId="704"/>
        </pc:sldMkLst>
        <pc:spChg chg="mod">
          <ac:chgData name="翟 锐" userId="fef11181f709266a" providerId="LiveId" clId="{B59D027B-5FCC-4CE1-8B9E-782E6ABAA797}" dt="2020-11-01T15:48:04.793" v="792" actId="6549"/>
          <ac:spMkLst>
            <pc:docMk/>
            <pc:sldMk cId="1643440564" sldId="704"/>
            <ac:spMk id="35" creationId="{00000000-0000-0000-0000-000000000000}"/>
          </ac:spMkLst>
        </pc:spChg>
      </pc:sldChg>
      <pc:sldChg chg="modSp mod">
        <pc:chgData name="翟 锐" userId="fef11181f709266a" providerId="LiveId" clId="{B59D027B-5FCC-4CE1-8B9E-782E6ABAA797}" dt="2020-10-27T12:17:41.311" v="32" actId="15"/>
        <pc:sldMkLst>
          <pc:docMk/>
          <pc:sldMk cId="499073123" sldId="713"/>
        </pc:sldMkLst>
        <pc:spChg chg="mod">
          <ac:chgData name="翟 锐" userId="fef11181f709266a" providerId="LiveId" clId="{B59D027B-5FCC-4CE1-8B9E-782E6ABAA797}" dt="2020-10-27T12:17:41.311" v="32" actId="15"/>
          <ac:spMkLst>
            <pc:docMk/>
            <pc:sldMk cId="499073123" sldId="713"/>
            <ac:spMk id="2" creationId="{1A343DEC-CFF6-41F5-B87C-0DFC08C67B76}"/>
          </ac:spMkLst>
        </pc:spChg>
      </pc:sldChg>
      <pc:sldChg chg="modSp mod">
        <pc:chgData name="翟 锐" userId="fef11181f709266a" providerId="LiveId" clId="{B59D027B-5FCC-4CE1-8B9E-782E6ABAA797}" dt="2020-10-27T12:17:32.511" v="30" actId="20577"/>
        <pc:sldMkLst>
          <pc:docMk/>
          <pc:sldMk cId="3748530875" sldId="720"/>
        </pc:sldMkLst>
        <pc:spChg chg="mod">
          <ac:chgData name="翟 锐" userId="fef11181f709266a" providerId="LiveId" clId="{B59D027B-5FCC-4CE1-8B9E-782E6ABAA797}" dt="2020-10-27T12:17:32.511" v="30" actId="20577"/>
          <ac:spMkLst>
            <pc:docMk/>
            <pc:sldMk cId="3748530875" sldId="720"/>
            <ac:spMk id="2" creationId="{1A343DEC-CFF6-41F5-B87C-0DFC08C67B76}"/>
          </ac:spMkLst>
        </pc:spChg>
      </pc:sldChg>
      <pc:sldChg chg="modSp mod">
        <pc:chgData name="翟 锐" userId="fef11181f709266a" providerId="LiveId" clId="{B59D027B-5FCC-4CE1-8B9E-782E6ABAA797}" dt="2020-11-01T15:43:06.313" v="722" actId="207"/>
        <pc:sldMkLst>
          <pc:docMk/>
          <pc:sldMk cId="480054375" sldId="723"/>
        </pc:sldMkLst>
        <pc:spChg chg="mod">
          <ac:chgData name="翟 锐" userId="fef11181f709266a" providerId="LiveId" clId="{B59D027B-5FCC-4CE1-8B9E-782E6ABAA797}" dt="2020-11-01T15:43:06.313" v="722" actId="207"/>
          <ac:spMkLst>
            <pc:docMk/>
            <pc:sldMk cId="480054375" sldId="723"/>
            <ac:spMk id="2" creationId="{1A343DEC-CFF6-41F5-B87C-0DFC08C67B76}"/>
          </ac:spMkLst>
        </pc:spChg>
      </pc:sldChg>
      <pc:sldChg chg="modSp mod">
        <pc:chgData name="翟 锐" userId="fef11181f709266a" providerId="LiveId" clId="{B59D027B-5FCC-4CE1-8B9E-782E6ABAA797}" dt="2020-11-01T14:41:15.235" v="39" actId="20577"/>
        <pc:sldMkLst>
          <pc:docMk/>
          <pc:sldMk cId="36163526" sldId="740"/>
        </pc:sldMkLst>
        <pc:spChg chg="mod">
          <ac:chgData name="翟 锐" userId="fef11181f709266a" providerId="LiveId" clId="{B59D027B-5FCC-4CE1-8B9E-782E6ABAA797}" dt="2020-11-01T14:41:15.235" v="39" actId="20577"/>
          <ac:spMkLst>
            <pc:docMk/>
            <pc:sldMk cId="36163526" sldId="740"/>
            <ac:spMk id="2" creationId="{1A343DEC-CFF6-41F5-B87C-0DFC08C67B76}"/>
          </ac:spMkLst>
        </pc:spChg>
      </pc:sldChg>
      <pc:sldChg chg="modSp mod ord">
        <pc:chgData name="翟 锐" userId="fef11181f709266a" providerId="LiveId" clId="{B59D027B-5FCC-4CE1-8B9E-782E6ABAA797}" dt="2020-11-01T15:02:57.386" v="302" actId="20577"/>
        <pc:sldMkLst>
          <pc:docMk/>
          <pc:sldMk cId="4000649756" sldId="741"/>
        </pc:sldMkLst>
        <pc:spChg chg="mod">
          <ac:chgData name="翟 锐" userId="fef11181f709266a" providerId="LiveId" clId="{B59D027B-5FCC-4CE1-8B9E-782E6ABAA797}" dt="2020-11-01T15:02:57.386" v="302" actId="20577"/>
          <ac:spMkLst>
            <pc:docMk/>
            <pc:sldMk cId="4000649756" sldId="741"/>
            <ac:spMk id="2" creationId="{1A343DEC-CFF6-41F5-B87C-0DFC08C67B76}"/>
          </ac:spMkLst>
        </pc:spChg>
      </pc:sldChg>
      <pc:sldChg chg="modSp mod ord">
        <pc:chgData name="翟 锐" userId="fef11181f709266a" providerId="LiveId" clId="{B59D027B-5FCC-4CE1-8B9E-782E6ABAA797}" dt="2020-11-01T14:59:11.016" v="178"/>
        <pc:sldMkLst>
          <pc:docMk/>
          <pc:sldMk cId="2488648445" sldId="742"/>
        </pc:sldMkLst>
        <pc:spChg chg="mod">
          <ac:chgData name="翟 锐" userId="fef11181f709266a" providerId="LiveId" clId="{B59D027B-5FCC-4CE1-8B9E-782E6ABAA797}" dt="2020-11-01T14:47:31.265" v="79" actId="108"/>
          <ac:spMkLst>
            <pc:docMk/>
            <pc:sldMk cId="2488648445" sldId="742"/>
            <ac:spMk id="2" creationId="{1A343DEC-CFF6-41F5-B87C-0DFC08C67B76}"/>
          </ac:spMkLst>
        </pc:spChg>
        <pc:spChg chg="mod">
          <ac:chgData name="翟 锐" userId="fef11181f709266a" providerId="LiveId" clId="{B59D027B-5FCC-4CE1-8B9E-782E6ABAA797}" dt="2020-11-01T14:59:11.016" v="178"/>
          <ac:spMkLst>
            <pc:docMk/>
            <pc:sldMk cId="2488648445" sldId="742"/>
            <ac:spMk id="35" creationId="{00000000-0000-0000-0000-000000000000}"/>
          </ac:spMkLst>
        </pc:spChg>
      </pc:sldChg>
      <pc:sldChg chg="modSp mod">
        <pc:chgData name="翟 锐" userId="fef11181f709266a" providerId="LiveId" clId="{B59D027B-5FCC-4CE1-8B9E-782E6ABAA797}" dt="2020-11-01T14:59:22.936" v="188"/>
        <pc:sldMkLst>
          <pc:docMk/>
          <pc:sldMk cId="2286156894" sldId="743"/>
        </pc:sldMkLst>
        <pc:spChg chg="mod">
          <ac:chgData name="翟 锐" userId="fef11181f709266a" providerId="LiveId" clId="{B59D027B-5FCC-4CE1-8B9E-782E6ABAA797}" dt="2020-11-01T14:48:17.882" v="84" actId="207"/>
          <ac:spMkLst>
            <pc:docMk/>
            <pc:sldMk cId="2286156894" sldId="743"/>
            <ac:spMk id="2" creationId="{1A343DEC-CFF6-41F5-B87C-0DFC08C67B76}"/>
          </ac:spMkLst>
        </pc:spChg>
        <pc:spChg chg="mod">
          <ac:chgData name="翟 锐" userId="fef11181f709266a" providerId="LiveId" clId="{B59D027B-5FCC-4CE1-8B9E-782E6ABAA797}" dt="2020-11-01T14:59:22.936" v="188"/>
          <ac:spMkLst>
            <pc:docMk/>
            <pc:sldMk cId="2286156894" sldId="743"/>
            <ac:spMk id="35" creationId="{00000000-0000-0000-0000-000000000000}"/>
          </ac:spMkLst>
        </pc:spChg>
      </pc:sldChg>
      <pc:sldChg chg="modSp">
        <pc:chgData name="翟 锐" userId="fef11181f709266a" providerId="LiveId" clId="{B59D027B-5FCC-4CE1-8B9E-782E6ABAA797}" dt="2020-11-01T14:59:31.555" v="202"/>
        <pc:sldMkLst>
          <pc:docMk/>
          <pc:sldMk cId="1724751379" sldId="744"/>
        </pc:sldMkLst>
        <pc:spChg chg="mod">
          <ac:chgData name="翟 锐" userId="fef11181f709266a" providerId="LiveId" clId="{B59D027B-5FCC-4CE1-8B9E-782E6ABAA797}" dt="2020-11-01T14:59:31.555" v="202"/>
          <ac:spMkLst>
            <pc:docMk/>
            <pc:sldMk cId="1724751379" sldId="744"/>
            <ac:spMk id="35" creationId="{00000000-0000-0000-0000-000000000000}"/>
          </ac:spMkLst>
        </pc:spChg>
      </pc:sldChg>
      <pc:sldChg chg="modSp">
        <pc:chgData name="翟 锐" userId="fef11181f709266a" providerId="LiveId" clId="{B59D027B-5FCC-4CE1-8B9E-782E6ABAA797}" dt="2020-11-01T14:59:43.035" v="203"/>
        <pc:sldMkLst>
          <pc:docMk/>
          <pc:sldMk cId="3478196714" sldId="745"/>
        </pc:sldMkLst>
        <pc:spChg chg="mod">
          <ac:chgData name="翟 锐" userId="fef11181f709266a" providerId="LiveId" clId="{B59D027B-5FCC-4CE1-8B9E-782E6ABAA797}" dt="2020-11-01T14:59:43.035" v="203"/>
          <ac:spMkLst>
            <pc:docMk/>
            <pc:sldMk cId="3478196714" sldId="745"/>
            <ac:spMk id="35" creationId="{00000000-0000-0000-0000-000000000000}"/>
          </ac:spMkLst>
        </pc:spChg>
      </pc:sldChg>
      <pc:sldChg chg="modSp">
        <pc:chgData name="翟 锐" userId="fef11181f709266a" providerId="LiveId" clId="{B59D027B-5FCC-4CE1-8B9E-782E6ABAA797}" dt="2020-11-01T14:59:45.619" v="204"/>
        <pc:sldMkLst>
          <pc:docMk/>
          <pc:sldMk cId="588929640" sldId="746"/>
        </pc:sldMkLst>
        <pc:spChg chg="mod">
          <ac:chgData name="翟 锐" userId="fef11181f709266a" providerId="LiveId" clId="{B59D027B-5FCC-4CE1-8B9E-782E6ABAA797}" dt="2020-11-01T14:59:45.619" v="204"/>
          <ac:spMkLst>
            <pc:docMk/>
            <pc:sldMk cId="588929640" sldId="746"/>
            <ac:spMk id="35" creationId="{00000000-0000-0000-0000-000000000000}"/>
          </ac:spMkLst>
        </pc:spChg>
      </pc:sldChg>
      <pc:sldChg chg="modSp">
        <pc:chgData name="翟 锐" userId="fef11181f709266a" providerId="LiveId" clId="{B59D027B-5FCC-4CE1-8B9E-782E6ABAA797}" dt="2020-11-01T15:00:23.397" v="205"/>
        <pc:sldMkLst>
          <pc:docMk/>
          <pc:sldMk cId="3171404019" sldId="749"/>
        </pc:sldMkLst>
        <pc:spChg chg="mod">
          <ac:chgData name="翟 锐" userId="fef11181f709266a" providerId="LiveId" clId="{B59D027B-5FCC-4CE1-8B9E-782E6ABAA797}" dt="2020-11-01T15:00:23.397" v="205"/>
          <ac:spMkLst>
            <pc:docMk/>
            <pc:sldMk cId="3171404019" sldId="749"/>
            <ac:spMk id="35" creationId="{00000000-0000-0000-0000-000000000000}"/>
          </ac:spMkLst>
        </pc:spChg>
      </pc:sldChg>
      <pc:sldChg chg="modSp">
        <pc:chgData name="翟 锐" userId="fef11181f709266a" providerId="LiveId" clId="{B59D027B-5FCC-4CE1-8B9E-782E6ABAA797}" dt="2020-11-01T15:00:25.399" v="206"/>
        <pc:sldMkLst>
          <pc:docMk/>
          <pc:sldMk cId="332877855" sldId="750"/>
        </pc:sldMkLst>
        <pc:spChg chg="mod">
          <ac:chgData name="翟 锐" userId="fef11181f709266a" providerId="LiveId" clId="{B59D027B-5FCC-4CE1-8B9E-782E6ABAA797}" dt="2020-11-01T15:00:25.399" v="206"/>
          <ac:spMkLst>
            <pc:docMk/>
            <pc:sldMk cId="332877855" sldId="750"/>
            <ac:spMk id="35" creationId="{00000000-0000-0000-0000-000000000000}"/>
          </ac:spMkLst>
        </pc:spChg>
      </pc:sldChg>
      <pc:sldChg chg="modSp mod">
        <pc:chgData name="翟 锐" userId="fef11181f709266a" providerId="LiveId" clId="{B59D027B-5FCC-4CE1-8B9E-782E6ABAA797}" dt="2020-11-01T15:00:27.199" v="207"/>
        <pc:sldMkLst>
          <pc:docMk/>
          <pc:sldMk cId="2047574269" sldId="751"/>
        </pc:sldMkLst>
        <pc:spChg chg="mod">
          <ac:chgData name="翟 锐" userId="fef11181f709266a" providerId="LiveId" clId="{B59D027B-5FCC-4CE1-8B9E-782E6ABAA797}" dt="2020-11-01T14:52:00.394" v="91" actId="207"/>
          <ac:spMkLst>
            <pc:docMk/>
            <pc:sldMk cId="2047574269" sldId="751"/>
            <ac:spMk id="2" creationId="{1A343DEC-CFF6-41F5-B87C-0DFC08C67B76}"/>
          </ac:spMkLst>
        </pc:spChg>
        <pc:spChg chg="mod">
          <ac:chgData name="翟 锐" userId="fef11181f709266a" providerId="LiveId" clId="{B59D027B-5FCC-4CE1-8B9E-782E6ABAA797}" dt="2020-11-01T15:00:27.199" v="207"/>
          <ac:spMkLst>
            <pc:docMk/>
            <pc:sldMk cId="2047574269" sldId="751"/>
            <ac:spMk id="35" creationId="{00000000-0000-0000-0000-000000000000}"/>
          </ac:spMkLst>
        </pc:spChg>
      </pc:sldChg>
      <pc:sldChg chg="modSp mod">
        <pc:chgData name="翟 锐" userId="fef11181f709266a" providerId="LiveId" clId="{B59D027B-5FCC-4CE1-8B9E-782E6ABAA797}" dt="2020-11-01T15:01:02.141" v="208"/>
        <pc:sldMkLst>
          <pc:docMk/>
          <pc:sldMk cId="3187123666" sldId="753"/>
        </pc:sldMkLst>
        <pc:spChg chg="mod">
          <ac:chgData name="翟 锐" userId="fef11181f709266a" providerId="LiveId" clId="{B59D027B-5FCC-4CE1-8B9E-782E6ABAA797}" dt="2020-11-01T14:54:25.443" v="102" actId="1076"/>
          <ac:spMkLst>
            <pc:docMk/>
            <pc:sldMk cId="3187123666" sldId="753"/>
            <ac:spMk id="31" creationId="{212286EF-AD44-4F44-9126-CC71193D9F50}"/>
          </ac:spMkLst>
        </pc:spChg>
        <pc:spChg chg="mod">
          <ac:chgData name="翟 锐" userId="fef11181f709266a" providerId="LiveId" clId="{B59D027B-5FCC-4CE1-8B9E-782E6ABAA797}" dt="2020-11-01T15:01:02.141" v="208"/>
          <ac:spMkLst>
            <pc:docMk/>
            <pc:sldMk cId="3187123666" sldId="753"/>
            <ac:spMk id="35" creationId="{00000000-0000-0000-0000-000000000000}"/>
          </ac:spMkLst>
        </pc:spChg>
      </pc:sldChg>
      <pc:sldChg chg="modSp">
        <pc:chgData name="翟 锐" userId="fef11181f709266a" providerId="LiveId" clId="{B59D027B-5FCC-4CE1-8B9E-782E6ABAA797}" dt="2020-11-01T15:01:13.684" v="209"/>
        <pc:sldMkLst>
          <pc:docMk/>
          <pc:sldMk cId="1215819423" sldId="754"/>
        </pc:sldMkLst>
        <pc:spChg chg="mod">
          <ac:chgData name="翟 锐" userId="fef11181f709266a" providerId="LiveId" clId="{B59D027B-5FCC-4CE1-8B9E-782E6ABAA797}" dt="2020-11-01T15:01:13.684" v="209"/>
          <ac:spMkLst>
            <pc:docMk/>
            <pc:sldMk cId="1215819423" sldId="754"/>
            <ac:spMk id="35" creationId="{00000000-0000-0000-0000-000000000000}"/>
          </ac:spMkLst>
        </pc:spChg>
      </pc:sldChg>
      <pc:sldChg chg="modSp">
        <pc:chgData name="翟 锐" userId="fef11181f709266a" providerId="LiveId" clId="{B59D027B-5FCC-4CE1-8B9E-782E6ABAA797}" dt="2020-11-01T15:01:15.214" v="210"/>
        <pc:sldMkLst>
          <pc:docMk/>
          <pc:sldMk cId="436217539" sldId="755"/>
        </pc:sldMkLst>
        <pc:spChg chg="mod">
          <ac:chgData name="翟 锐" userId="fef11181f709266a" providerId="LiveId" clId="{B59D027B-5FCC-4CE1-8B9E-782E6ABAA797}" dt="2020-11-01T15:01:15.214" v="210"/>
          <ac:spMkLst>
            <pc:docMk/>
            <pc:sldMk cId="436217539" sldId="755"/>
            <ac:spMk id="35" creationId="{00000000-0000-0000-0000-000000000000}"/>
          </ac:spMkLst>
        </pc:spChg>
      </pc:sldChg>
      <pc:sldChg chg="modSp mod">
        <pc:chgData name="翟 锐" userId="fef11181f709266a" providerId="LiveId" clId="{B59D027B-5FCC-4CE1-8B9E-782E6ABAA797}" dt="2020-11-07T11:59:34.471" v="802" actId="20577"/>
        <pc:sldMkLst>
          <pc:docMk/>
          <pc:sldMk cId="1873240277" sldId="756"/>
        </pc:sldMkLst>
        <pc:spChg chg="mod">
          <ac:chgData name="翟 锐" userId="fef11181f709266a" providerId="LiveId" clId="{B59D027B-5FCC-4CE1-8B9E-782E6ABAA797}" dt="2020-11-07T11:59:34.471" v="802" actId="20577"/>
          <ac:spMkLst>
            <pc:docMk/>
            <pc:sldMk cId="1873240277" sldId="756"/>
            <ac:spMk id="2" creationId="{1A343DEC-CFF6-41F5-B87C-0DFC08C67B76}"/>
          </ac:spMkLst>
        </pc:spChg>
        <pc:spChg chg="mod">
          <ac:chgData name="翟 锐" userId="fef11181f709266a" providerId="LiveId" clId="{B59D027B-5FCC-4CE1-8B9E-782E6ABAA797}" dt="2020-11-01T15:08:15.583" v="359"/>
          <ac:spMkLst>
            <pc:docMk/>
            <pc:sldMk cId="1873240277" sldId="756"/>
            <ac:spMk id="35" creationId="{00000000-0000-0000-0000-000000000000}"/>
          </ac:spMkLst>
        </pc:spChg>
      </pc:sldChg>
      <pc:sldChg chg="addSp delSp modSp mod">
        <pc:chgData name="翟 锐" userId="fef11181f709266a" providerId="LiveId" clId="{B59D027B-5FCC-4CE1-8B9E-782E6ABAA797}" dt="2020-11-07T12:21:35.443" v="912" actId="1076"/>
        <pc:sldMkLst>
          <pc:docMk/>
          <pc:sldMk cId="626848698" sldId="757"/>
        </pc:sldMkLst>
        <pc:spChg chg="mod">
          <ac:chgData name="翟 锐" userId="fef11181f709266a" providerId="LiveId" clId="{B59D027B-5FCC-4CE1-8B9E-782E6ABAA797}" dt="2020-11-07T12:21:09.482" v="910" actId="20577"/>
          <ac:spMkLst>
            <pc:docMk/>
            <pc:sldMk cId="626848698" sldId="757"/>
            <ac:spMk id="2" creationId="{1A343DEC-CFF6-41F5-B87C-0DFC08C67B76}"/>
          </ac:spMkLst>
        </pc:spChg>
        <pc:spChg chg="del">
          <ac:chgData name="翟 锐" userId="fef11181f709266a" providerId="LiveId" clId="{B59D027B-5FCC-4CE1-8B9E-782E6ABAA797}" dt="2020-11-07T12:00:19.991" v="808" actId="478"/>
          <ac:spMkLst>
            <pc:docMk/>
            <pc:sldMk cId="626848698" sldId="757"/>
            <ac:spMk id="7" creationId="{99213CEA-47A8-4B3E-A63B-DEA593B444D0}"/>
          </ac:spMkLst>
        </pc:spChg>
        <pc:spChg chg="add mod">
          <ac:chgData name="翟 锐" userId="fef11181f709266a" providerId="LiveId" clId="{B59D027B-5FCC-4CE1-8B9E-782E6ABAA797}" dt="2020-11-07T12:21:35.443" v="912" actId="1076"/>
          <ac:spMkLst>
            <pc:docMk/>
            <pc:sldMk cId="626848698" sldId="757"/>
            <ac:spMk id="11" creationId="{B0EC9FFD-B0B1-4D6E-874A-2C5E2A68A72B}"/>
          </ac:spMkLst>
        </pc:spChg>
        <pc:spChg chg="mod">
          <ac:chgData name="翟 锐" userId="fef11181f709266a" providerId="LiveId" clId="{B59D027B-5FCC-4CE1-8B9E-782E6ABAA797}" dt="2020-11-01T15:08:49.154" v="360"/>
          <ac:spMkLst>
            <pc:docMk/>
            <pc:sldMk cId="626848698" sldId="757"/>
            <ac:spMk id="35" creationId="{00000000-0000-0000-0000-000000000000}"/>
          </ac:spMkLst>
        </pc:spChg>
        <pc:picChg chg="add mod">
          <ac:chgData name="翟 锐" userId="fef11181f709266a" providerId="LiveId" clId="{B59D027B-5FCC-4CE1-8B9E-782E6ABAA797}" dt="2020-11-07T12:21:21.636" v="911" actId="1076"/>
          <ac:picMkLst>
            <pc:docMk/>
            <pc:sldMk cId="626848698" sldId="757"/>
            <ac:picMk id="3" creationId="{5F06B2A3-8C4A-47E4-A7C4-27F46E612A00}"/>
          </ac:picMkLst>
        </pc:picChg>
      </pc:sldChg>
      <pc:sldChg chg="modSp mod">
        <pc:chgData name="翟 锐" userId="fef11181f709266a" providerId="LiveId" clId="{B59D027B-5FCC-4CE1-8B9E-782E6ABAA797}" dt="2020-11-07T12:29:24.904" v="1057" actId="1076"/>
        <pc:sldMkLst>
          <pc:docMk/>
          <pc:sldMk cId="1147124894" sldId="758"/>
        </pc:sldMkLst>
        <pc:spChg chg="mod">
          <ac:chgData name="翟 锐" userId="fef11181f709266a" providerId="LiveId" clId="{B59D027B-5FCC-4CE1-8B9E-782E6ABAA797}" dt="2020-11-07T12:23:41.069" v="939"/>
          <ac:spMkLst>
            <pc:docMk/>
            <pc:sldMk cId="1147124894" sldId="758"/>
            <ac:spMk id="2" creationId="{1A343DEC-CFF6-41F5-B87C-0DFC08C67B76}"/>
          </ac:spMkLst>
        </pc:spChg>
        <pc:spChg chg="mod">
          <ac:chgData name="翟 锐" userId="fef11181f709266a" providerId="LiveId" clId="{B59D027B-5FCC-4CE1-8B9E-782E6ABAA797}" dt="2020-11-01T15:09:01.213" v="361"/>
          <ac:spMkLst>
            <pc:docMk/>
            <pc:sldMk cId="1147124894" sldId="758"/>
            <ac:spMk id="35" creationId="{00000000-0000-0000-0000-000000000000}"/>
          </ac:spMkLst>
        </pc:spChg>
        <pc:picChg chg="mod">
          <ac:chgData name="翟 锐" userId="fef11181f709266a" providerId="LiveId" clId="{B59D027B-5FCC-4CE1-8B9E-782E6ABAA797}" dt="2020-11-07T12:29:24.904" v="1057" actId="1076"/>
          <ac:picMkLst>
            <pc:docMk/>
            <pc:sldMk cId="1147124894" sldId="758"/>
            <ac:picMk id="5" creationId="{E27358E6-E4C8-46C4-8A8F-C093ECC93E70}"/>
          </ac:picMkLst>
        </pc:picChg>
      </pc:sldChg>
      <pc:sldChg chg="addSp delSp modSp mod">
        <pc:chgData name="翟 锐" userId="fef11181f709266a" providerId="LiveId" clId="{B59D027B-5FCC-4CE1-8B9E-782E6ABAA797}" dt="2020-11-07T12:29:06.004" v="1056" actId="1076"/>
        <pc:sldMkLst>
          <pc:docMk/>
          <pc:sldMk cId="1159565930" sldId="759"/>
        </pc:sldMkLst>
        <pc:spChg chg="mod">
          <ac:chgData name="翟 锐" userId="fef11181f709266a" providerId="LiveId" clId="{B59D027B-5FCC-4CE1-8B9E-782E6ABAA797}" dt="2020-11-07T12:29:00.788" v="1054" actId="114"/>
          <ac:spMkLst>
            <pc:docMk/>
            <pc:sldMk cId="1159565930" sldId="759"/>
            <ac:spMk id="2" creationId="{1A343DEC-CFF6-41F5-B87C-0DFC08C67B76}"/>
          </ac:spMkLst>
        </pc:spChg>
        <pc:spChg chg="mod">
          <ac:chgData name="翟 锐" userId="fef11181f709266a" providerId="LiveId" clId="{B59D027B-5FCC-4CE1-8B9E-782E6ABAA797}" dt="2020-11-01T15:09:03.080" v="362"/>
          <ac:spMkLst>
            <pc:docMk/>
            <pc:sldMk cId="1159565930" sldId="759"/>
            <ac:spMk id="35" creationId="{00000000-0000-0000-0000-000000000000}"/>
          </ac:spMkLst>
        </pc:spChg>
        <pc:picChg chg="mod">
          <ac:chgData name="翟 锐" userId="fef11181f709266a" providerId="LiveId" clId="{B59D027B-5FCC-4CE1-8B9E-782E6ABAA797}" dt="2020-11-07T12:25:57.110" v="940" actId="1076"/>
          <ac:picMkLst>
            <pc:docMk/>
            <pc:sldMk cId="1159565930" sldId="759"/>
            <ac:picMk id="3" creationId="{353D40E8-6BBB-478E-909C-8488090D375E}"/>
          </ac:picMkLst>
        </pc:picChg>
        <pc:picChg chg="mod">
          <ac:chgData name="翟 锐" userId="fef11181f709266a" providerId="LiveId" clId="{B59D027B-5FCC-4CE1-8B9E-782E6ABAA797}" dt="2020-11-07T12:28:41.090" v="1048" actId="1076"/>
          <ac:picMkLst>
            <pc:docMk/>
            <pc:sldMk cId="1159565930" sldId="759"/>
            <ac:picMk id="4" creationId="{2DF8EF21-1FFF-4EC4-B64C-3D6F50539D93}"/>
          </ac:picMkLst>
        </pc:picChg>
        <pc:picChg chg="del mod">
          <ac:chgData name="翟 锐" userId="fef11181f709266a" providerId="LiveId" clId="{B59D027B-5FCC-4CE1-8B9E-782E6ABAA797}" dt="2020-11-07T12:28:50.438" v="1051" actId="478"/>
          <ac:picMkLst>
            <pc:docMk/>
            <pc:sldMk cId="1159565930" sldId="759"/>
            <ac:picMk id="5" creationId="{D84B119A-AFB5-4B9B-A85F-2A2FEF55324B}"/>
          </ac:picMkLst>
        </pc:picChg>
        <pc:picChg chg="del mod">
          <ac:chgData name="翟 锐" userId="fef11181f709266a" providerId="LiveId" clId="{B59D027B-5FCC-4CE1-8B9E-782E6ABAA797}" dt="2020-11-07T12:28:49.675" v="1050" actId="478"/>
          <ac:picMkLst>
            <pc:docMk/>
            <pc:sldMk cId="1159565930" sldId="759"/>
            <ac:picMk id="7" creationId="{9D63D785-8752-48D4-8FC8-33A878ACB3D9}"/>
          </ac:picMkLst>
        </pc:picChg>
        <pc:picChg chg="add del mod">
          <ac:chgData name="翟 锐" userId="fef11181f709266a" providerId="LiveId" clId="{B59D027B-5FCC-4CE1-8B9E-782E6ABAA797}" dt="2020-11-07T12:28:50.910" v="1052" actId="478"/>
          <ac:picMkLst>
            <pc:docMk/>
            <pc:sldMk cId="1159565930" sldId="759"/>
            <ac:picMk id="9" creationId="{54222F30-552C-450C-9758-4526C83EB883}"/>
          </ac:picMkLst>
        </pc:picChg>
        <pc:picChg chg="mod">
          <ac:chgData name="翟 锐" userId="fef11181f709266a" providerId="LiveId" clId="{B59D027B-5FCC-4CE1-8B9E-782E6ABAA797}" dt="2020-11-07T12:29:06.004" v="1056" actId="1076"/>
          <ac:picMkLst>
            <pc:docMk/>
            <pc:sldMk cId="1159565930" sldId="759"/>
            <ac:picMk id="11" creationId="{7BCECF58-382B-4E05-B8BD-0124A7F2335A}"/>
          </ac:picMkLst>
        </pc:picChg>
      </pc:sldChg>
      <pc:sldChg chg="modSp">
        <pc:chgData name="翟 锐" userId="fef11181f709266a" providerId="LiveId" clId="{B59D027B-5FCC-4CE1-8B9E-782E6ABAA797}" dt="2020-11-01T15:10:53.928" v="401" actId="15"/>
        <pc:sldMkLst>
          <pc:docMk/>
          <pc:sldMk cId="2749238877" sldId="760"/>
        </pc:sldMkLst>
        <pc:spChg chg="mod">
          <ac:chgData name="翟 锐" userId="fef11181f709266a" providerId="LiveId" clId="{B59D027B-5FCC-4CE1-8B9E-782E6ABAA797}" dt="2020-11-01T15:10:53.928" v="401" actId="15"/>
          <ac:spMkLst>
            <pc:docMk/>
            <pc:sldMk cId="2749238877" sldId="760"/>
            <ac:spMk id="2" creationId="{1A343DEC-CFF6-41F5-B87C-0DFC08C67B76}"/>
          </ac:spMkLst>
        </pc:spChg>
      </pc:sldChg>
      <pc:sldChg chg="modSp mod">
        <pc:chgData name="翟 锐" userId="fef11181f709266a" providerId="LiveId" clId="{B59D027B-5FCC-4CE1-8B9E-782E6ABAA797}" dt="2020-11-01T15:11:33.313" v="408" actId="20577"/>
        <pc:sldMkLst>
          <pc:docMk/>
          <pc:sldMk cId="1787553235" sldId="763"/>
        </pc:sldMkLst>
        <pc:spChg chg="mod">
          <ac:chgData name="翟 锐" userId="fef11181f709266a" providerId="LiveId" clId="{B59D027B-5FCC-4CE1-8B9E-782E6ABAA797}" dt="2020-11-01T15:11:33.313" v="408" actId="20577"/>
          <ac:spMkLst>
            <pc:docMk/>
            <pc:sldMk cId="1787553235" sldId="763"/>
            <ac:spMk id="2" creationId="{1A343DEC-CFF6-41F5-B87C-0DFC08C67B76}"/>
          </ac:spMkLst>
        </pc:spChg>
      </pc:sldChg>
      <pc:sldChg chg="modSp mod">
        <pc:chgData name="翟 锐" userId="fef11181f709266a" providerId="LiveId" clId="{B59D027B-5FCC-4CE1-8B9E-782E6ABAA797}" dt="2020-11-01T15:12:04.094" v="411" actId="20577"/>
        <pc:sldMkLst>
          <pc:docMk/>
          <pc:sldMk cId="2091897468" sldId="765"/>
        </pc:sldMkLst>
        <pc:graphicFrameChg chg="modGraphic">
          <ac:chgData name="翟 锐" userId="fef11181f709266a" providerId="LiveId" clId="{B59D027B-5FCC-4CE1-8B9E-782E6ABAA797}" dt="2020-11-01T15:12:04.094" v="411" actId="20577"/>
          <ac:graphicFrameMkLst>
            <pc:docMk/>
            <pc:sldMk cId="2091897468" sldId="765"/>
            <ac:graphicFrameMk id="3" creationId="{56D70DB8-1CFB-4E9F-9260-BB32DE545494}"/>
          </ac:graphicFrameMkLst>
        </pc:graphicFrameChg>
      </pc:sldChg>
      <pc:sldChg chg="modSp">
        <pc:chgData name="翟 锐" userId="fef11181f709266a" providerId="LiveId" clId="{B59D027B-5FCC-4CE1-8B9E-782E6ABAA797}" dt="2020-11-01T15:16:54.498" v="477" actId="20577"/>
        <pc:sldMkLst>
          <pc:docMk/>
          <pc:sldMk cId="3295641558" sldId="766"/>
        </pc:sldMkLst>
        <pc:spChg chg="mod">
          <ac:chgData name="翟 锐" userId="fef11181f709266a" providerId="LiveId" clId="{B59D027B-5FCC-4CE1-8B9E-782E6ABAA797}" dt="2020-11-01T15:16:54.498" v="477" actId="20577"/>
          <ac:spMkLst>
            <pc:docMk/>
            <pc:sldMk cId="3295641558" sldId="766"/>
            <ac:spMk id="2" creationId="{1A343DEC-CFF6-41F5-B87C-0DFC08C67B76}"/>
          </ac:spMkLst>
        </pc:spChg>
      </pc:sldChg>
      <pc:sldChg chg="modSp">
        <pc:chgData name="翟 锐" userId="fef11181f709266a" providerId="LiveId" clId="{B59D027B-5FCC-4CE1-8B9E-782E6ABAA797}" dt="2020-11-01T15:17:11.300" v="480" actId="122"/>
        <pc:sldMkLst>
          <pc:docMk/>
          <pc:sldMk cId="3253788532" sldId="767"/>
        </pc:sldMkLst>
        <pc:spChg chg="mod">
          <ac:chgData name="翟 锐" userId="fef11181f709266a" providerId="LiveId" clId="{B59D027B-5FCC-4CE1-8B9E-782E6ABAA797}" dt="2020-11-01T15:17:11.300" v="480" actId="122"/>
          <ac:spMkLst>
            <pc:docMk/>
            <pc:sldMk cId="3253788532" sldId="767"/>
            <ac:spMk id="2" creationId="{1A343DEC-CFF6-41F5-B87C-0DFC08C67B76}"/>
          </ac:spMkLst>
        </pc:spChg>
      </pc:sldChg>
      <pc:sldChg chg="addSp delSp modSp mod delAnim">
        <pc:chgData name="翟 锐" userId="fef11181f709266a" providerId="LiveId" clId="{B59D027B-5FCC-4CE1-8B9E-782E6ABAA797}" dt="2020-11-07T12:34:55.117" v="1162" actId="1076"/>
        <pc:sldMkLst>
          <pc:docMk/>
          <pc:sldMk cId="3269780829" sldId="768"/>
        </pc:sldMkLst>
        <pc:spChg chg="add mod">
          <ac:chgData name="翟 锐" userId="fef11181f709266a" providerId="LiveId" clId="{B59D027B-5FCC-4CE1-8B9E-782E6ABAA797}" dt="2020-11-07T12:34:40.673" v="1160" actId="58"/>
          <ac:spMkLst>
            <pc:docMk/>
            <pc:sldMk cId="3269780829" sldId="768"/>
            <ac:spMk id="2" creationId="{56B31B82-4B62-44F9-B62C-698C4AE23C9E}"/>
          </ac:spMkLst>
        </pc:spChg>
        <pc:spChg chg="del">
          <ac:chgData name="翟 锐" userId="fef11181f709266a" providerId="LiveId" clId="{B59D027B-5FCC-4CE1-8B9E-782E6ABAA797}" dt="2020-11-07T12:34:06.292" v="1059" actId="478"/>
          <ac:spMkLst>
            <pc:docMk/>
            <pc:sldMk cId="3269780829" sldId="768"/>
            <ac:spMk id="34" creationId="{00000000-0000-0000-0000-000000000000}"/>
          </ac:spMkLst>
        </pc:spChg>
        <pc:spChg chg="del">
          <ac:chgData name="翟 锐" userId="fef11181f709266a" providerId="LiveId" clId="{B59D027B-5FCC-4CE1-8B9E-782E6ABAA797}" dt="2020-11-07T12:34:04.271" v="1058" actId="478"/>
          <ac:spMkLst>
            <pc:docMk/>
            <pc:sldMk cId="3269780829" sldId="768"/>
            <ac:spMk id="35" creationId="{00000000-0000-0000-0000-000000000000}"/>
          </ac:spMkLst>
        </pc:spChg>
        <pc:graphicFrameChg chg="mod modGraphic">
          <ac:chgData name="翟 锐" userId="fef11181f709266a" providerId="LiveId" clId="{B59D027B-5FCC-4CE1-8B9E-782E6ABAA797}" dt="2020-11-07T12:34:55.117" v="1162" actId="1076"/>
          <ac:graphicFrameMkLst>
            <pc:docMk/>
            <pc:sldMk cId="3269780829" sldId="768"/>
            <ac:graphicFrameMk id="6" creationId="{B737F346-CE1D-4533-B318-F9F2202FCD1E}"/>
          </ac:graphicFrameMkLst>
        </pc:graphicFrameChg>
        <pc:cxnChg chg="del">
          <ac:chgData name="翟 锐" userId="fef11181f709266a" providerId="LiveId" clId="{B59D027B-5FCC-4CE1-8B9E-782E6ABAA797}" dt="2020-11-07T12:34:07.530" v="1060" actId="478"/>
          <ac:cxnSpMkLst>
            <pc:docMk/>
            <pc:sldMk cId="3269780829" sldId="768"/>
            <ac:cxnSpMk id="33" creationId="{00000000-0000-0000-0000-000000000000}"/>
          </ac:cxnSpMkLst>
        </pc:cxnChg>
      </pc:sldChg>
      <pc:sldChg chg="addSp delSp modSp mod">
        <pc:chgData name="翟 锐" userId="fef11181f709266a" providerId="LiveId" clId="{B59D027B-5FCC-4CE1-8B9E-782E6ABAA797}" dt="2020-11-01T15:18:35.469" v="494" actId="404"/>
        <pc:sldMkLst>
          <pc:docMk/>
          <pc:sldMk cId="2600751661" sldId="769"/>
        </pc:sldMkLst>
        <pc:spChg chg="add del">
          <ac:chgData name="翟 锐" userId="fef11181f709266a" providerId="LiveId" clId="{B59D027B-5FCC-4CE1-8B9E-782E6ABAA797}" dt="2020-11-01T15:18:25.627" v="490" actId="22"/>
          <ac:spMkLst>
            <pc:docMk/>
            <pc:sldMk cId="2600751661" sldId="769"/>
            <ac:spMk id="2" creationId="{C15EE39E-8B19-416D-85BA-5632C7136A48}"/>
          </ac:spMkLst>
        </pc:spChg>
        <pc:spChg chg="add mod">
          <ac:chgData name="翟 锐" userId="fef11181f709266a" providerId="LiveId" clId="{B59D027B-5FCC-4CE1-8B9E-782E6ABAA797}" dt="2020-11-01T15:18:35.469" v="494" actId="404"/>
          <ac:spMkLst>
            <pc:docMk/>
            <pc:sldMk cId="2600751661" sldId="769"/>
            <ac:spMk id="4" creationId="{14798E93-13D4-4F4F-8FDE-9E054EE2B4FD}"/>
          </ac:spMkLst>
        </pc:spChg>
        <pc:graphicFrameChg chg="mod modGraphic">
          <ac:chgData name="翟 锐" userId="fef11181f709266a" providerId="LiveId" clId="{B59D027B-5FCC-4CE1-8B9E-782E6ABAA797}" dt="2020-11-01T15:18:24.611" v="489" actId="1076"/>
          <ac:graphicFrameMkLst>
            <pc:docMk/>
            <pc:sldMk cId="2600751661" sldId="769"/>
            <ac:graphicFrameMk id="7" creationId="{DE1E2D85-DC3F-4C41-91E1-1B26C7F37AC4}"/>
          </ac:graphicFrameMkLst>
        </pc:graphicFrameChg>
      </pc:sldChg>
      <pc:sldChg chg="modSp mod">
        <pc:chgData name="翟 锐" userId="fef11181f709266a" providerId="LiveId" clId="{B59D027B-5FCC-4CE1-8B9E-782E6ABAA797}" dt="2020-11-01T15:18:46.572" v="495" actId="15"/>
        <pc:sldMkLst>
          <pc:docMk/>
          <pc:sldMk cId="3488194541" sldId="770"/>
        </pc:sldMkLst>
        <pc:spChg chg="mod">
          <ac:chgData name="翟 锐" userId="fef11181f709266a" providerId="LiveId" clId="{B59D027B-5FCC-4CE1-8B9E-782E6ABAA797}" dt="2020-11-01T15:18:46.572" v="495" actId="15"/>
          <ac:spMkLst>
            <pc:docMk/>
            <pc:sldMk cId="3488194541" sldId="770"/>
            <ac:spMk id="2" creationId="{1A343DEC-CFF6-41F5-B87C-0DFC08C67B76}"/>
          </ac:spMkLst>
        </pc:spChg>
      </pc:sldChg>
      <pc:sldChg chg="modSp mod">
        <pc:chgData name="翟 锐" userId="fef11181f709266a" providerId="LiveId" clId="{B59D027B-5FCC-4CE1-8B9E-782E6ABAA797}" dt="2020-11-01T15:19:01.400" v="497" actId="15"/>
        <pc:sldMkLst>
          <pc:docMk/>
          <pc:sldMk cId="3688693202" sldId="771"/>
        </pc:sldMkLst>
        <pc:spChg chg="mod">
          <ac:chgData name="翟 锐" userId="fef11181f709266a" providerId="LiveId" clId="{B59D027B-5FCC-4CE1-8B9E-782E6ABAA797}" dt="2020-11-01T15:19:01.400" v="497" actId="15"/>
          <ac:spMkLst>
            <pc:docMk/>
            <pc:sldMk cId="3688693202" sldId="771"/>
            <ac:spMk id="2" creationId="{1A343DEC-CFF6-41F5-B87C-0DFC08C67B76}"/>
          </ac:spMkLst>
        </pc:spChg>
      </pc:sldChg>
      <pc:sldChg chg="modSp mod">
        <pc:chgData name="翟 锐" userId="fef11181f709266a" providerId="LiveId" clId="{B59D027B-5FCC-4CE1-8B9E-782E6ABAA797}" dt="2020-11-07T12:37:16.938" v="1173" actId="21"/>
        <pc:sldMkLst>
          <pc:docMk/>
          <pc:sldMk cId="545187168" sldId="772"/>
        </pc:sldMkLst>
        <pc:spChg chg="mod">
          <ac:chgData name="翟 锐" userId="fef11181f709266a" providerId="LiveId" clId="{B59D027B-5FCC-4CE1-8B9E-782E6ABAA797}" dt="2020-11-07T12:37:16.938" v="1173" actId="21"/>
          <ac:spMkLst>
            <pc:docMk/>
            <pc:sldMk cId="545187168" sldId="772"/>
            <ac:spMk id="2" creationId="{1A343DEC-CFF6-41F5-B87C-0DFC08C67B76}"/>
          </ac:spMkLst>
        </pc:spChg>
      </pc:sldChg>
      <pc:sldChg chg="addSp modSp mod">
        <pc:chgData name="翟 锐" userId="fef11181f709266a" providerId="LiveId" clId="{B59D027B-5FCC-4CE1-8B9E-782E6ABAA797}" dt="2020-11-07T12:37:39.979" v="1182" actId="1076"/>
        <pc:sldMkLst>
          <pc:docMk/>
          <pc:sldMk cId="350110140" sldId="773"/>
        </pc:sldMkLst>
        <pc:spChg chg="add mod">
          <ac:chgData name="翟 锐" userId="fef11181f709266a" providerId="LiveId" clId="{B59D027B-5FCC-4CE1-8B9E-782E6ABAA797}" dt="2020-11-07T12:37:34.140" v="1181" actId="404"/>
          <ac:spMkLst>
            <pc:docMk/>
            <pc:sldMk cId="350110140" sldId="773"/>
            <ac:spMk id="4" creationId="{4C0D6155-73B7-43C5-BFC7-065C92C1DB81}"/>
          </ac:spMkLst>
        </pc:spChg>
        <pc:picChg chg="mod">
          <ac:chgData name="翟 锐" userId="fef11181f709266a" providerId="LiveId" clId="{B59D027B-5FCC-4CE1-8B9E-782E6ABAA797}" dt="2020-11-07T12:37:39.979" v="1182" actId="1076"/>
          <ac:picMkLst>
            <pc:docMk/>
            <pc:sldMk cId="350110140" sldId="773"/>
            <ac:picMk id="6" creationId="{34676439-1CFA-468E-84B0-56F9A50A772D}"/>
          </ac:picMkLst>
        </pc:picChg>
      </pc:sldChg>
      <pc:sldChg chg="modSp">
        <pc:chgData name="翟 锐" userId="fef11181f709266a" providerId="LiveId" clId="{B59D027B-5FCC-4CE1-8B9E-782E6ABAA797}" dt="2020-11-01T15:20:42.247" v="521"/>
        <pc:sldMkLst>
          <pc:docMk/>
          <pc:sldMk cId="41288576" sldId="776"/>
        </pc:sldMkLst>
        <pc:spChg chg="mod">
          <ac:chgData name="翟 锐" userId="fef11181f709266a" providerId="LiveId" clId="{B59D027B-5FCC-4CE1-8B9E-782E6ABAA797}" dt="2020-11-01T15:20:42.247" v="521"/>
          <ac:spMkLst>
            <pc:docMk/>
            <pc:sldMk cId="41288576" sldId="776"/>
            <ac:spMk id="35" creationId="{00000000-0000-0000-0000-000000000000}"/>
          </ac:spMkLst>
        </pc:spChg>
      </pc:sldChg>
      <pc:sldChg chg="modSp">
        <pc:chgData name="翟 锐" userId="fef11181f709266a" providerId="LiveId" clId="{B59D027B-5FCC-4CE1-8B9E-782E6ABAA797}" dt="2020-11-01T15:21:31.924" v="523" actId="20577"/>
        <pc:sldMkLst>
          <pc:docMk/>
          <pc:sldMk cId="4144170656" sldId="777"/>
        </pc:sldMkLst>
        <pc:spChg chg="mod">
          <ac:chgData name="翟 锐" userId="fef11181f709266a" providerId="LiveId" clId="{B59D027B-5FCC-4CE1-8B9E-782E6ABAA797}" dt="2020-11-01T15:21:31.924" v="523" actId="20577"/>
          <ac:spMkLst>
            <pc:docMk/>
            <pc:sldMk cId="4144170656" sldId="777"/>
            <ac:spMk id="35" creationId="{00000000-0000-0000-0000-000000000000}"/>
          </ac:spMkLst>
        </pc:spChg>
      </pc:sldChg>
      <pc:sldChg chg="modSp">
        <pc:chgData name="翟 锐" userId="fef11181f709266a" providerId="LiveId" clId="{B59D027B-5FCC-4CE1-8B9E-782E6ABAA797}" dt="2020-11-01T15:21:41.553" v="525" actId="20577"/>
        <pc:sldMkLst>
          <pc:docMk/>
          <pc:sldMk cId="1780212673" sldId="778"/>
        </pc:sldMkLst>
        <pc:spChg chg="mod">
          <ac:chgData name="翟 锐" userId="fef11181f709266a" providerId="LiveId" clId="{B59D027B-5FCC-4CE1-8B9E-782E6ABAA797}" dt="2020-11-01T15:21:41.553" v="525" actId="20577"/>
          <ac:spMkLst>
            <pc:docMk/>
            <pc:sldMk cId="1780212673" sldId="778"/>
            <ac:spMk id="35" creationId="{00000000-0000-0000-0000-000000000000}"/>
          </ac:spMkLst>
        </pc:spChg>
      </pc:sldChg>
      <pc:sldChg chg="addSp modSp mod">
        <pc:chgData name="翟 锐" userId="fef11181f709266a" providerId="LiveId" clId="{B59D027B-5FCC-4CE1-8B9E-782E6ABAA797}" dt="2020-11-07T12:42:27.260" v="1491" actId="1076"/>
        <pc:sldMkLst>
          <pc:docMk/>
          <pc:sldMk cId="945961357" sldId="779"/>
        </pc:sldMkLst>
        <pc:spChg chg="mod">
          <ac:chgData name="翟 锐" userId="fef11181f709266a" providerId="LiveId" clId="{B59D027B-5FCC-4CE1-8B9E-782E6ABAA797}" dt="2020-11-01T15:21:57.695" v="528"/>
          <ac:spMkLst>
            <pc:docMk/>
            <pc:sldMk cId="945961357" sldId="779"/>
            <ac:spMk id="35" creationId="{00000000-0000-0000-0000-000000000000}"/>
          </ac:spMkLst>
        </pc:spChg>
        <pc:graphicFrameChg chg="add mod">
          <ac:chgData name="翟 锐" userId="fef11181f709266a" providerId="LiveId" clId="{B59D027B-5FCC-4CE1-8B9E-782E6ABAA797}" dt="2020-11-07T12:42:27.260" v="1491" actId="1076"/>
          <ac:graphicFrameMkLst>
            <pc:docMk/>
            <pc:sldMk cId="945961357" sldId="779"/>
            <ac:graphicFrameMk id="2" creationId="{A8A8B31A-0090-4135-8927-EE9791B2162E}"/>
          </ac:graphicFrameMkLst>
        </pc:graphicFrameChg>
        <pc:picChg chg="mod">
          <ac:chgData name="翟 锐" userId="fef11181f709266a" providerId="LiveId" clId="{B59D027B-5FCC-4CE1-8B9E-782E6ABAA797}" dt="2020-11-07T12:42:25.227" v="1489" actId="1076"/>
          <ac:picMkLst>
            <pc:docMk/>
            <pc:sldMk cId="945961357" sldId="779"/>
            <ac:picMk id="3" creationId="{F94E8894-1C73-4ADE-8F2B-35F3E661A436}"/>
          </ac:picMkLst>
        </pc:picChg>
      </pc:sldChg>
      <pc:sldChg chg="addSp delSp modSp mod">
        <pc:chgData name="翟 锐" userId="fef11181f709266a" providerId="LiveId" clId="{B59D027B-5FCC-4CE1-8B9E-782E6ABAA797}" dt="2020-11-07T12:43:19.961" v="1509" actId="1076"/>
        <pc:sldMkLst>
          <pc:docMk/>
          <pc:sldMk cId="889544199" sldId="780"/>
        </pc:sldMkLst>
        <pc:spChg chg="mod">
          <ac:chgData name="翟 锐" userId="fef11181f709266a" providerId="LiveId" clId="{B59D027B-5FCC-4CE1-8B9E-782E6ABAA797}" dt="2020-11-01T15:22:10.955" v="531"/>
          <ac:spMkLst>
            <pc:docMk/>
            <pc:sldMk cId="889544199" sldId="780"/>
            <ac:spMk id="35" creationId="{00000000-0000-0000-0000-000000000000}"/>
          </ac:spMkLst>
        </pc:spChg>
        <pc:picChg chg="add del mod">
          <ac:chgData name="翟 锐" userId="fef11181f709266a" providerId="LiveId" clId="{B59D027B-5FCC-4CE1-8B9E-782E6ABAA797}" dt="2020-11-07T12:42:44.986" v="1496" actId="22"/>
          <ac:picMkLst>
            <pc:docMk/>
            <pc:sldMk cId="889544199" sldId="780"/>
            <ac:picMk id="2" creationId="{87207CA1-AEA1-49FD-86A5-5DC0E049DFA0}"/>
          </ac:picMkLst>
        </pc:picChg>
        <pc:picChg chg="mod">
          <ac:chgData name="翟 锐" userId="fef11181f709266a" providerId="LiveId" clId="{B59D027B-5FCC-4CE1-8B9E-782E6ABAA797}" dt="2020-11-07T12:43:18.836" v="1508" actId="1076"/>
          <ac:picMkLst>
            <pc:docMk/>
            <pc:sldMk cId="889544199" sldId="780"/>
            <ac:picMk id="3" creationId="{6414B469-447D-4C68-916D-A7FFDFB0964D}"/>
          </ac:picMkLst>
        </pc:picChg>
        <pc:picChg chg="add mod">
          <ac:chgData name="翟 锐" userId="fef11181f709266a" providerId="LiveId" clId="{B59D027B-5FCC-4CE1-8B9E-782E6ABAA797}" dt="2020-11-07T12:43:19.961" v="1509" actId="1076"/>
          <ac:picMkLst>
            <pc:docMk/>
            <pc:sldMk cId="889544199" sldId="780"/>
            <ac:picMk id="4" creationId="{6B4D32FA-E04D-4A4D-8645-5964E7B0159D}"/>
          </ac:picMkLst>
        </pc:picChg>
      </pc:sldChg>
      <pc:sldChg chg="modSp">
        <pc:chgData name="翟 锐" userId="fef11181f709266a" providerId="LiveId" clId="{B59D027B-5FCC-4CE1-8B9E-782E6ABAA797}" dt="2020-11-07T12:38:54.409" v="1183" actId="1076"/>
        <pc:sldMkLst>
          <pc:docMk/>
          <pc:sldMk cId="3197330592" sldId="781"/>
        </pc:sldMkLst>
        <pc:spChg chg="mod">
          <ac:chgData name="翟 锐" userId="fef11181f709266a" providerId="LiveId" clId="{B59D027B-5FCC-4CE1-8B9E-782E6ABAA797}" dt="2020-11-01T15:22:14.520" v="532"/>
          <ac:spMkLst>
            <pc:docMk/>
            <pc:sldMk cId="3197330592" sldId="781"/>
            <ac:spMk id="35" creationId="{00000000-0000-0000-0000-000000000000}"/>
          </ac:spMkLst>
        </pc:spChg>
        <pc:picChg chg="mod">
          <ac:chgData name="翟 锐" userId="fef11181f709266a" providerId="LiveId" clId="{B59D027B-5FCC-4CE1-8B9E-782E6ABAA797}" dt="2020-11-07T12:38:54.409" v="1183" actId="1076"/>
          <ac:picMkLst>
            <pc:docMk/>
            <pc:sldMk cId="3197330592" sldId="781"/>
            <ac:picMk id="3" creationId="{B9443331-C65C-40C8-8062-AC785C72F954}"/>
          </ac:picMkLst>
        </pc:picChg>
      </pc:sldChg>
      <pc:sldChg chg="modSp">
        <pc:chgData name="翟 锐" userId="fef11181f709266a" providerId="LiveId" clId="{B59D027B-5FCC-4CE1-8B9E-782E6ABAA797}" dt="2020-11-01T15:24:13.276" v="565"/>
        <pc:sldMkLst>
          <pc:docMk/>
          <pc:sldMk cId="1710156554" sldId="784"/>
        </pc:sldMkLst>
        <pc:spChg chg="mod">
          <ac:chgData name="翟 锐" userId="fef11181f709266a" providerId="LiveId" clId="{B59D027B-5FCC-4CE1-8B9E-782E6ABAA797}" dt="2020-11-01T15:24:13.276" v="565"/>
          <ac:spMkLst>
            <pc:docMk/>
            <pc:sldMk cId="1710156554" sldId="784"/>
            <ac:spMk id="35" creationId="{00000000-0000-0000-0000-000000000000}"/>
          </ac:spMkLst>
        </pc:spChg>
      </pc:sldChg>
      <pc:sldChg chg="modSp modAnim">
        <pc:chgData name="翟 锐" userId="fef11181f709266a" providerId="LiveId" clId="{B59D027B-5FCC-4CE1-8B9E-782E6ABAA797}" dt="2020-11-01T15:24:10.797" v="564" actId="6549"/>
        <pc:sldMkLst>
          <pc:docMk/>
          <pc:sldMk cId="3523059944" sldId="785"/>
        </pc:sldMkLst>
        <pc:spChg chg="mod">
          <ac:chgData name="翟 锐" userId="fef11181f709266a" providerId="LiveId" clId="{B59D027B-5FCC-4CE1-8B9E-782E6ABAA797}" dt="2020-11-01T15:24:10.797" v="564" actId="6549"/>
          <ac:spMkLst>
            <pc:docMk/>
            <pc:sldMk cId="3523059944" sldId="785"/>
            <ac:spMk id="35" creationId="{00000000-0000-0000-0000-000000000000}"/>
          </ac:spMkLst>
        </pc:spChg>
      </pc:sldChg>
      <pc:sldChg chg="modSp mod">
        <pc:chgData name="翟 锐" userId="fef11181f709266a" providerId="LiveId" clId="{B59D027B-5FCC-4CE1-8B9E-782E6ABAA797}" dt="2020-11-01T15:24:58.545" v="570" actId="113"/>
        <pc:sldMkLst>
          <pc:docMk/>
          <pc:sldMk cId="1487810006" sldId="786"/>
        </pc:sldMkLst>
        <pc:spChg chg="mod">
          <ac:chgData name="翟 锐" userId="fef11181f709266a" providerId="LiveId" clId="{B59D027B-5FCC-4CE1-8B9E-782E6ABAA797}" dt="2020-11-01T15:24:58.545" v="570" actId="113"/>
          <ac:spMkLst>
            <pc:docMk/>
            <pc:sldMk cId="1487810006" sldId="786"/>
            <ac:spMk id="2" creationId="{1A343DEC-CFF6-41F5-B87C-0DFC08C67B76}"/>
          </ac:spMkLst>
        </pc:spChg>
      </pc:sldChg>
      <pc:sldChg chg="modSp">
        <pc:chgData name="翟 锐" userId="fef11181f709266a" providerId="LiveId" clId="{B59D027B-5FCC-4CE1-8B9E-782E6ABAA797}" dt="2020-11-01T15:25:24.441" v="578"/>
        <pc:sldMkLst>
          <pc:docMk/>
          <pc:sldMk cId="178453732" sldId="791"/>
        </pc:sldMkLst>
        <pc:spChg chg="mod">
          <ac:chgData name="翟 锐" userId="fef11181f709266a" providerId="LiveId" clId="{B59D027B-5FCC-4CE1-8B9E-782E6ABAA797}" dt="2020-11-01T15:25:24.441" v="578"/>
          <ac:spMkLst>
            <pc:docMk/>
            <pc:sldMk cId="178453732" sldId="791"/>
            <ac:spMk id="35" creationId="{00000000-0000-0000-0000-000000000000}"/>
          </ac:spMkLst>
        </pc:spChg>
      </pc:sldChg>
      <pc:sldChg chg="modSp mod">
        <pc:chgData name="翟 锐" userId="fef11181f709266a" providerId="LiveId" clId="{B59D027B-5FCC-4CE1-8B9E-782E6ABAA797}" dt="2020-11-01T15:27:52.090" v="645" actId="207"/>
        <pc:sldMkLst>
          <pc:docMk/>
          <pc:sldMk cId="231082213" sldId="792"/>
        </pc:sldMkLst>
        <pc:spChg chg="mod">
          <ac:chgData name="翟 锐" userId="fef11181f709266a" providerId="LiveId" clId="{B59D027B-5FCC-4CE1-8B9E-782E6ABAA797}" dt="2020-11-01T15:27:52.090" v="645" actId="207"/>
          <ac:spMkLst>
            <pc:docMk/>
            <pc:sldMk cId="231082213" sldId="792"/>
            <ac:spMk id="2" creationId="{1A343DEC-CFF6-41F5-B87C-0DFC08C67B76}"/>
          </ac:spMkLst>
        </pc:spChg>
      </pc:sldChg>
      <pc:sldChg chg="modSp mod">
        <pc:chgData name="翟 锐" userId="fef11181f709266a" providerId="LiveId" clId="{B59D027B-5FCC-4CE1-8B9E-782E6ABAA797}" dt="2020-11-01T15:33:28.286" v="683" actId="207"/>
        <pc:sldMkLst>
          <pc:docMk/>
          <pc:sldMk cId="3031786825" sldId="799"/>
        </pc:sldMkLst>
        <pc:spChg chg="mod">
          <ac:chgData name="翟 锐" userId="fef11181f709266a" providerId="LiveId" clId="{B59D027B-5FCC-4CE1-8B9E-782E6ABAA797}" dt="2020-11-01T15:33:28.286" v="683" actId="207"/>
          <ac:spMkLst>
            <pc:docMk/>
            <pc:sldMk cId="3031786825" sldId="799"/>
            <ac:spMk id="2" creationId="{1A343DEC-CFF6-41F5-B87C-0DFC08C67B76}"/>
          </ac:spMkLst>
        </pc:spChg>
      </pc:sldChg>
      <pc:sldChg chg="modSp mod">
        <pc:chgData name="翟 锐" userId="fef11181f709266a" providerId="LiveId" clId="{B59D027B-5FCC-4CE1-8B9E-782E6ABAA797}" dt="2020-11-01T15:34:00.033" v="685" actId="1076"/>
        <pc:sldMkLst>
          <pc:docMk/>
          <pc:sldMk cId="1581502824" sldId="800"/>
        </pc:sldMkLst>
        <pc:spChg chg="mod">
          <ac:chgData name="翟 锐" userId="fef11181f709266a" providerId="LiveId" clId="{B59D027B-5FCC-4CE1-8B9E-782E6ABAA797}" dt="2020-11-01T15:34:00.033" v="685" actId="1076"/>
          <ac:spMkLst>
            <pc:docMk/>
            <pc:sldMk cId="1581502824" sldId="800"/>
            <ac:spMk id="2" creationId="{1A343DEC-CFF6-41F5-B87C-0DFC08C67B76}"/>
          </ac:spMkLst>
        </pc:spChg>
      </pc:sldChg>
      <pc:sldChg chg="modSp">
        <pc:chgData name="翟 锐" userId="fef11181f709266a" providerId="LiveId" clId="{B59D027B-5FCC-4CE1-8B9E-782E6ABAA797}" dt="2020-11-01T15:35:20.853" v="689" actId="1076"/>
        <pc:sldMkLst>
          <pc:docMk/>
          <pc:sldMk cId="283005426" sldId="801"/>
        </pc:sldMkLst>
        <pc:picChg chg="mod">
          <ac:chgData name="翟 锐" userId="fef11181f709266a" providerId="LiveId" clId="{B59D027B-5FCC-4CE1-8B9E-782E6ABAA797}" dt="2020-11-01T15:35:20.853" v="689" actId="1076"/>
          <ac:picMkLst>
            <pc:docMk/>
            <pc:sldMk cId="283005426" sldId="801"/>
            <ac:picMk id="3" creationId="{6F8A9374-B56E-4ED6-BA19-5E43A8667CD5}"/>
          </ac:picMkLst>
        </pc:picChg>
      </pc:sldChg>
      <pc:sldChg chg="modSp mod">
        <pc:chgData name="翟 锐" userId="fef11181f709266a" providerId="LiveId" clId="{B59D027B-5FCC-4CE1-8B9E-782E6ABAA797}" dt="2020-11-01T15:39:14.989" v="699" actId="1076"/>
        <pc:sldMkLst>
          <pc:docMk/>
          <pc:sldMk cId="2080453838" sldId="804"/>
        </pc:sldMkLst>
        <pc:grpChg chg="mod">
          <ac:chgData name="翟 锐" userId="fef11181f709266a" providerId="LiveId" clId="{B59D027B-5FCC-4CE1-8B9E-782E6ABAA797}" dt="2020-11-01T15:39:14.989" v="699" actId="1076"/>
          <ac:grpSpMkLst>
            <pc:docMk/>
            <pc:sldMk cId="2080453838" sldId="804"/>
            <ac:grpSpMk id="6" creationId="{E6ED2A14-50AC-4F54-8982-23DB10F1277D}"/>
          </ac:grpSpMkLst>
        </pc:grpChg>
      </pc:sldChg>
      <pc:sldChg chg="modSp mod">
        <pc:chgData name="翟 锐" userId="fef11181f709266a" providerId="LiveId" clId="{B59D027B-5FCC-4CE1-8B9E-782E6ABAA797}" dt="2020-11-01T15:41:09.366" v="712" actId="207"/>
        <pc:sldMkLst>
          <pc:docMk/>
          <pc:sldMk cId="3166910899" sldId="805"/>
        </pc:sldMkLst>
        <pc:spChg chg="mod">
          <ac:chgData name="翟 锐" userId="fef11181f709266a" providerId="LiveId" clId="{B59D027B-5FCC-4CE1-8B9E-782E6ABAA797}" dt="2020-11-01T15:41:09.366" v="712" actId="207"/>
          <ac:spMkLst>
            <pc:docMk/>
            <pc:sldMk cId="3166910899" sldId="805"/>
            <ac:spMk id="2" creationId="{1A343DEC-CFF6-41F5-B87C-0DFC08C67B76}"/>
          </ac:spMkLst>
        </pc:spChg>
      </pc:sldChg>
      <pc:sldChg chg="addSp modSp mod">
        <pc:chgData name="翟 锐" userId="fef11181f709266a" providerId="LiveId" clId="{B59D027B-5FCC-4CE1-8B9E-782E6ABAA797}" dt="2020-11-01T15:43:55.776" v="728" actId="404"/>
        <pc:sldMkLst>
          <pc:docMk/>
          <pc:sldMk cId="1816424092" sldId="812"/>
        </pc:sldMkLst>
        <pc:spChg chg="add mod">
          <ac:chgData name="翟 锐" userId="fef11181f709266a" providerId="LiveId" clId="{B59D027B-5FCC-4CE1-8B9E-782E6ABAA797}" dt="2020-11-01T15:43:55.776" v="728" actId="404"/>
          <ac:spMkLst>
            <pc:docMk/>
            <pc:sldMk cId="1816424092" sldId="812"/>
            <ac:spMk id="2" creationId="{1D38D24C-013A-4270-8C21-A2F2E69BDBC8}"/>
          </ac:spMkLst>
        </pc:spChg>
        <pc:graphicFrameChg chg="mod">
          <ac:chgData name="翟 锐" userId="fef11181f709266a" providerId="LiveId" clId="{B59D027B-5FCC-4CE1-8B9E-782E6ABAA797}" dt="2020-11-01T15:43:45.597" v="723" actId="1076"/>
          <ac:graphicFrameMkLst>
            <pc:docMk/>
            <pc:sldMk cId="1816424092" sldId="812"/>
            <ac:graphicFrameMk id="6" creationId="{079F7DA2-E723-46EC-A4CE-AE34F11148A9}"/>
          </ac:graphicFrameMkLst>
        </pc:graphicFrameChg>
      </pc:sldChg>
      <pc:sldChg chg="modSp mod">
        <pc:chgData name="翟 锐" userId="fef11181f709266a" providerId="LiveId" clId="{B59D027B-5FCC-4CE1-8B9E-782E6ABAA797}" dt="2020-11-01T15:44:27.668" v="737" actId="20577"/>
        <pc:sldMkLst>
          <pc:docMk/>
          <pc:sldMk cId="1948885489" sldId="813"/>
        </pc:sldMkLst>
        <pc:graphicFrameChg chg="modGraphic">
          <ac:chgData name="翟 锐" userId="fef11181f709266a" providerId="LiveId" clId="{B59D027B-5FCC-4CE1-8B9E-782E6ABAA797}" dt="2020-11-01T15:44:27.668" v="737" actId="20577"/>
          <ac:graphicFrameMkLst>
            <pc:docMk/>
            <pc:sldMk cId="1948885489" sldId="813"/>
            <ac:graphicFrameMk id="24" creationId="{6E3A6614-DDCB-4CA1-9910-9FA33F8CB690}"/>
          </ac:graphicFrameMkLst>
        </pc:graphicFrameChg>
      </pc:sldChg>
      <pc:sldChg chg="modSp mod">
        <pc:chgData name="翟 锐" userId="fef11181f709266a" providerId="LiveId" clId="{B59D027B-5FCC-4CE1-8B9E-782E6ABAA797}" dt="2020-11-01T15:44:14.168" v="731" actId="20577"/>
        <pc:sldMkLst>
          <pc:docMk/>
          <pc:sldMk cId="1466345902" sldId="814"/>
        </pc:sldMkLst>
        <pc:graphicFrameChg chg="modGraphic">
          <ac:chgData name="翟 锐" userId="fef11181f709266a" providerId="LiveId" clId="{B59D027B-5FCC-4CE1-8B9E-782E6ABAA797}" dt="2020-11-01T15:44:14.168" v="731" actId="20577"/>
          <ac:graphicFrameMkLst>
            <pc:docMk/>
            <pc:sldMk cId="1466345902" sldId="814"/>
            <ac:graphicFrameMk id="6" creationId="{D1DCF240-2BD6-4DDF-AA2F-78E45184D934}"/>
          </ac:graphicFrameMkLst>
        </pc:graphicFrameChg>
      </pc:sldChg>
      <pc:sldChg chg="modSp">
        <pc:chgData name="翟 锐" userId="fef11181f709266a" providerId="LiveId" clId="{B59D027B-5FCC-4CE1-8B9E-782E6ABAA797}" dt="2020-11-01T15:44:38.311" v="738" actId="20577"/>
        <pc:sldMkLst>
          <pc:docMk/>
          <pc:sldMk cId="1499506767" sldId="815"/>
        </pc:sldMkLst>
        <pc:spChg chg="mod">
          <ac:chgData name="翟 锐" userId="fef11181f709266a" providerId="LiveId" clId="{B59D027B-5FCC-4CE1-8B9E-782E6ABAA797}" dt="2020-11-01T15:44:38.311" v="738" actId="20577"/>
          <ac:spMkLst>
            <pc:docMk/>
            <pc:sldMk cId="1499506767" sldId="815"/>
            <ac:spMk id="2" creationId="{1A343DEC-CFF6-41F5-B87C-0DFC08C67B76}"/>
          </ac:spMkLst>
        </pc:spChg>
      </pc:sldChg>
      <pc:sldChg chg="modSp mod">
        <pc:chgData name="翟 锐" userId="fef11181f709266a" providerId="LiveId" clId="{B59D027B-5FCC-4CE1-8B9E-782E6ABAA797}" dt="2020-11-01T15:45:19.832" v="750"/>
        <pc:sldMkLst>
          <pc:docMk/>
          <pc:sldMk cId="202177852" sldId="817"/>
        </pc:sldMkLst>
        <pc:spChg chg="mod">
          <ac:chgData name="翟 锐" userId="fef11181f709266a" providerId="LiveId" clId="{B59D027B-5FCC-4CE1-8B9E-782E6ABAA797}" dt="2020-10-27T12:16:52.849" v="20" actId="15"/>
          <ac:spMkLst>
            <pc:docMk/>
            <pc:sldMk cId="202177852" sldId="817"/>
            <ac:spMk id="2" creationId="{1A343DEC-CFF6-41F5-B87C-0DFC08C67B76}"/>
          </ac:spMkLst>
        </pc:spChg>
        <pc:spChg chg="mod">
          <ac:chgData name="翟 锐" userId="fef11181f709266a" providerId="LiveId" clId="{B59D027B-5FCC-4CE1-8B9E-782E6ABAA797}" dt="2020-11-01T15:45:19.832" v="750"/>
          <ac:spMkLst>
            <pc:docMk/>
            <pc:sldMk cId="202177852" sldId="817"/>
            <ac:spMk id="35" creationId="{00000000-0000-0000-0000-000000000000}"/>
          </ac:spMkLst>
        </pc:spChg>
      </pc:sldChg>
      <pc:sldChg chg="modSp mod">
        <pc:chgData name="翟 锐" userId="fef11181f709266a" providerId="LiveId" clId="{B59D027B-5FCC-4CE1-8B9E-782E6ABAA797}" dt="2020-11-01T15:45:19.222" v="749"/>
        <pc:sldMkLst>
          <pc:docMk/>
          <pc:sldMk cId="3230305235" sldId="818"/>
        </pc:sldMkLst>
        <pc:spChg chg="mod">
          <ac:chgData name="翟 锐" userId="fef11181f709266a" providerId="LiveId" clId="{B59D027B-5FCC-4CE1-8B9E-782E6ABAA797}" dt="2020-10-27T12:17:00.971" v="22" actId="15"/>
          <ac:spMkLst>
            <pc:docMk/>
            <pc:sldMk cId="3230305235" sldId="818"/>
            <ac:spMk id="2" creationId="{1A343DEC-CFF6-41F5-B87C-0DFC08C67B76}"/>
          </ac:spMkLst>
        </pc:spChg>
        <pc:spChg chg="mod">
          <ac:chgData name="翟 锐" userId="fef11181f709266a" providerId="LiveId" clId="{B59D027B-5FCC-4CE1-8B9E-782E6ABAA797}" dt="2020-11-01T15:45:19.222" v="749"/>
          <ac:spMkLst>
            <pc:docMk/>
            <pc:sldMk cId="3230305235" sldId="818"/>
            <ac:spMk id="35" creationId="{00000000-0000-0000-0000-000000000000}"/>
          </ac:spMkLst>
        </pc:spChg>
      </pc:sldChg>
      <pc:sldChg chg="modSp modAnim">
        <pc:chgData name="翟 锐" userId="fef11181f709266a" providerId="LiveId" clId="{B59D027B-5FCC-4CE1-8B9E-782E6ABAA797}" dt="2020-11-01T15:45:18.996" v="748"/>
        <pc:sldMkLst>
          <pc:docMk/>
          <pc:sldMk cId="2205156556" sldId="819"/>
        </pc:sldMkLst>
        <pc:spChg chg="mod">
          <ac:chgData name="翟 锐" userId="fef11181f709266a" providerId="LiveId" clId="{B59D027B-5FCC-4CE1-8B9E-782E6ABAA797}" dt="2020-11-01T15:45:18.996" v="748"/>
          <ac:spMkLst>
            <pc:docMk/>
            <pc:sldMk cId="2205156556" sldId="819"/>
            <ac:spMk id="35" creationId="{00000000-0000-0000-0000-000000000000}"/>
          </ac:spMkLst>
        </pc:spChg>
      </pc:sldChg>
      <pc:sldChg chg="modSp modAnim">
        <pc:chgData name="翟 锐" userId="fef11181f709266a" providerId="LiveId" clId="{B59D027B-5FCC-4CE1-8B9E-782E6ABAA797}" dt="2020-11-01T15:45:18.792" v="747"/>
        <pc:sldMkLst>
          <pc:docMk/>
          <pc:sldMk cId="3876610196" sldId="820"/>
        </pc:sldMkLst>
        <pc:spChg chg="mod">
          <ac:chgData name="翟 锐" userId="fef11181f709266a" providerId="LiveId" clId="{B59D027B-5FCC-4CE1-8B9E-782E6ABAA797}" dt="2020-11-01T15:45:18.792" v="747"/>
          <ac:spMkLst>
            <pc:docMk/>
            <pc:sldMk cId="3876610196" sldId="820"/>
            <ac:spMk id="35" creationId="{00000000-0000-0000-0000-000000000000}"/>
          </ac:spMkLst>
        </pc:spChg>
      </pc:sldChg>
      <pc:sldChg chg="modSp add mod">
        <pc:chgData name="翟 锐" userId="fef11181f709266a" providerId="LiveId" clId="{B59D027B-5FCC-4CE1-8B9E-782E6ABAA797}" dt="2020-11-01T14:58:12.417" v="123" actId="207"/>
        <pc:sldMkLst>
          <pc:docMk/>
          <pc:sldMk cId="3645368626" sldId="821"/>
        </pc:sldMkLst>
        <pc:spChg chg="mod">
          <ac:chgData name="翟 锐" userId="fef11181f709266a" providerId="LiveId" clId="{B59D027B-5FCC-4CE1-8B9E-782E6ABAA797}" dt="2020-11-01T14:58:12.417" v="123" actId="207"/>
          <ac:spMkLst>
            <pc:docMk/>
            <pc:sldMk cId="3645368626" sldId="821"/>
            <ac:spMk id="2" creationId="{1A343DEC-CFF6-41F5-B87C-0DFC08C67B76}"/>
          </ac:spMkLst>
        </pc:spChg>
      </pc:sldChg>
      <pc:sldChg chg="modSp add mod">
        <pc:chgData name="翟 锐" userId="fef11181f709266a" providerId="LiveId" clId="{B59D027B-5FCC-4CE1-8B9E-782E6ABAA797}" dt="2020-11-01T15:03:06.869" v="306" actId="113"/>
        <pc:sldMkLst>
          <pc:docMk/>
          <pc:sldMk cId="730640554" sldId="822"/>
        </pc:sldMkLst>
        <pc:spChg chg="mod">
          <ac:chgData name="翟 锐" userId="fef11181f709266a" providerId="LiveId" clId="{B59D027B-5FCC-4CE1-8B9E-782E6ABAA797}" dt="2020-11-01T15:03:06.869" v="306" actId="113"/>
          <ac:spMkLst>
            <pc:docMk/>
            <pc:sldMk cId="730640554" sldId="822"/>
            <ac:spMk id="2" creationId="{1A343DEC-CFF6-41F5-B87C-0DFC08C67B76}"/>
          </ac:spMkLst>
        </pc:spChg>
      </pc:sldChg>
      <pc:sldChg chg="add del">
        <pc:chgData name="翟 锐" userId="fef11181f709266a" providerId="LiveId" clId="{B59D027B-5FCC-4CE1-8B9E-782E6ABAA797}" dt="2020-11-01T15:03:03.150" v="305"/>
        <pc:sldMkLst>
          <pc:docMk/>
          <pc:sldMk cId="918404885" sldId="823"/>
        </pc:sldMkLst>
      </pc:sldChg>
      <pc:sldChg chg="modSp add mod">
        <pc:chgData name="翟 锐" userId="fef11181f709266a" providerId="LiveId" clId="{B59D027B-5FCC-4CE1-8B9E-782E6ABAA797}" dt="2020-11-01T15:03:32.398" v="313" actId="108"/>
        <pc:sldMkLst>
          <pc:docMk/>
          <pc:sldMk cId="1595759975" sldId="823"/>
        </pc:sldMkLst>
        <pc:spChg chg="mod">
          <ac:chgData name="翟 锐" userId="fef11181f709266a" providerId="LiveId" clId="{B59D027B-5FCC-4CE1-8B9E-782E6ABAA797}" dt="2020-11-01T15:03:32.398" v="313" actId="108"/>
          <ac:spMkLst>
            <pc:docMk/>
            <pc:sldMk cId="1595759975" sldId="823"/>
            <ac:spMk id="2" creationId="{1A343DEC-CFF6-41F5-B87C-0DFC08C67B76}"/>
          </ac:spMkLst>
        </pc:spChg>
      </pc:sldChg>
      <pc:sldChg chg="modSp add mod">
        <pc:chgData name="翟 锐" userId="fef11181f709266a" providerId="LiveId" clId="{B59D027B-5FCC-4CE1-8B9E-782E6ABAA797}" dt="2020-11-01T15:04:13.619" v="319" actId="108"/>
        <pc:sldMkLst>
          <pc:docMk/>
          <pc:sldMk cId="1516164235" sldId="824"/>
        </pc:sldMkLst>
        <pc:spChg chg="mod">
          <ac:chgData name="翟 锐" userId="fef11181f709266a" providerId="LiveId" clId="{B59D027B-5FCC-4CE1-8B9E-782E6ABAA797}" dt="2020-11-01T15:04:13.619" v="319" actId="108"/>
          <ac:spMkLst>
            <pc:docMk/>
            <pc:sldMk cId="1516164235" sldId="824"/>
            <ac:spMk id="2" creationId="{1A343DEC-CFF6-41F5-B87C-0DFC08C67B76}"/>
          </ac:spMkLst>
        </pc:spChg>
      </pc:sldChg>
      <pc:sldChg chg="addSp delSp modSp add mod">
        <pc:chgData name="翟 锐" userId="fef11181f709266a" providerId="LiveId" clId="{B59D027B-5FCC-4CE1-8B9E-782E6ABAA797}" dt="2020-11-01T15:06:49.045" v="342" actId="20577"/>
        <pc:sldMkLst>
          <pc:docMk/>
          <pc:sldMk cId="189884868" sldId="825"/>
        </pc:sldMkLst>
        <pc:spChg chg="mod">
          <ac:chgData name="翟 锐" userId="fef11181f709266a" providerId="LiveId" clId="{B59D027B-5FCC-4CE1-8B9E-782E6ABAA797}" dt="2020-11-01T15:06:38.210" v="341" actId="15"/>
          <ac:spMkLst>
            <pc:docMk/>
            <pc:sldMk cId="189884868" sldId="825"/>
            <ac:spMk id="2" creationId="{1A343DEC-CFF6-41F5-B87C-0DFC08C67B76}"/>
          </ac:spMkLst>
        </pc:spChg>
        <pc:spChg chg="add mod">
          <ac:chgData name="翟 锐" userId="fef11181f709266a" providerId="LiveId" clId="{B59D027B-5FCC-4CE1-8B9E-782E6ABAA797}" dt="2020-11-01T15:06:11.270" v="340" actId="1076"/>
          <ac:spMkLst>
            <pc:docMk/>
            <pc:sldMk cId="189884868" sldId="825"/>
            <ac:spMk id="3" creationId="{08C37894-CF96-44A8-B1C8-23FA76331128}"/>
          </ac:spMkLst>
        </pc:spChg>
        <pc:spChg chg="mod">
          <ac:chgData name="翟 锐" userId="fef11181f709266a" providerId="LiveId" clId="{B59D027B-5FCC-4CE1-8B9E-782E6ABAA797}" dt="2020-11-01T15:05:15.409" v="328"/>
          <ac:spMkLst>
            <pc:docMk/>
            <pc:sldMk cId="189884868" sldId="825"/>
            <ac:spMk id="7" creationId="{80794367-55B1-4094-B1D0-5F59BB720BEB}"/>
          </ac:spMkLst>
        </pc:spChg>
        <pc:spChg chg="mod">
          <ac:chgData name="翟 锐" userId="fef11181f709266a" providerId="LiveId" clId="{B59D027B-5FCC-4CE1-8B9E-782E6ABAA797}" dt="2020-11-01T15:05:15.409" v="328"/>
          <ac:spMkLst>
            <pc:docMk/>
            <pc:sldMk cId="189884868" sldId="825"/>
            <ac:spMk id="8" creationId="{FCE12106-3C64-4243-8D89-F33BD6E68FD6}"/>
          </ac:spMkLst>
        </pc:spChg>
        <pc:spChg chg="mod">
          <ac:chgData name="翟 锐" userId="fef11181f709266a" providerId="LiveId" clId="{B59D027B-5FCC-4CE1-8B9E-782E6ABAA797}" dt="2020-11-01T15:05:15.409" v="328"/>
          <ac:spMkLst>
            <pc:docMk/>
            <pc:sldMk cId="189884868" sldId="825"/>
            <ac:spMk id="9" creationId="{84978159-30E8-4230-B649-7BDA0FE4E2CE}"/>
          </ac:spMkLst>
        </pc:spChg>
        <pc:spChg chg="mod">
          <ac:chgData name="翟 锐" userId="fef11181f709266a" providerId="LiveId" clId="{B59D027B-5FCC-4CE1-8B9E-782E6ABAA797}" dt="2020-11-01T15:05:15.409" v="328"/>
          <ac:spMkLst>
            <pc:docMk/>
            <pc:sldMk cId="189884868" sldId="825"/>
            <ac:spMk id="10" creationId="{8D8F1151-D0CD-4C12-BC05-7CAB08E9A3C5}"/>
          </ac:spMkLst>
        </pc:spChg>
        <pc:spChg chg="mod">
          <ac:chgData name="翟 锐" userId="fef11181f709266a" providerId="LiveId" clId="{B59D027B-5FCC-4CE1-8B9E-782E6ABAA797}" dt="2020-11-01T15:05:15.409" v="328"/>
          <ac:spMkLst>
            <pc:docMk/>
            <pc:sldMk cId="189884868" sldId="825"/>
            <ac:spMk id="11" creationId="{4B7F46D7-A168-4E95-871B-51809621AAC2}"/>
          </ac:spMkLst>
        </pc:spChg>
        <pc:spChg chg="mod">
          <ac:chgData name="翟 锐" userId="fef11181f709266a" providerId="LiveId" clId="{B59D027B-5FCC-4CE1-8B9E-782E6ABAA797}" dt="2020-11-01T15:06:01.588" v="339" actId="1076"/>
          <ac:spMkLst>
            <pc:docMk/>
            <pc:sldMk cId="189884868" sldId="825"/>
            <ac:spMk id="19" creationId="{33A37075-041A-47AE-B7A4-750B8C7BC2FB}"/>
          </ac:spMkLst>
        </pc:spChg>
        <pc:spChg chg="mod">
          <ac:chgData name="翟 锐" userId="fef11181f709266a" providerId="LiveId" clId="{B59D027B-5FCC-4CE1-8B9E-782E6ABAA797}" dt="2020-11-01T15:06:01.588" v="339" actId="1076"/>
          <ac:spMkLst>
            <pc:docMk/>
            <pc:sldMk cId="189884868" sldId="825"/>
            <ac:spMk id="20" creationId="{80CC7DCB-951E-494D-8655-29D6B81A67A9}"/>
          </ac:spMkLst>
        </pc:spChg>
        <pc:spChg chg="mod">
          <ac:chgData name="翟 锐" userId="fef11181f709266a" providerId="LiveId" clId="{B59D027B-5FCC-4CE1-8B9E-782E6ABAA797}" dt="2020-11-01T15:06:01.588" v="339" actId="1076"/>
          <ac:spMkLst>
            <pc:docMk/>
            <pc:sldMk cId="189884868" sldId="825"/>
            <ac:spMk id="21" creationId="{77656E63-A35B-49F8-A87F-26C9C90C8E7E}"/>
          </ac:spMkLst>
        </pc:spChg>
        <pc:spChg chg="mod">
          <ac:chgData name="翟 锐" userId="fef11181f709266a" providerId="LiveId" clId="{B59D027B-5FCC-4CE1-8B9E-782E6ABAA797}" dt="2020-11-01T15:06:01.588" v="339" actId="1076"/>
          <ac:spMkLst>
            <pc:docMk/>
            <pc:sldMk cId="189884868" sldId="825"/>
            <ac:spMk id="22" creationId="{67F4D93B-8481-477D-B00F-45F3BEDC809E}"/>
          </ac:spMkLst>
        </pc:spChg>
        <pc:spChg chg="mod">
          <ac:chgData name="翟 锐" userId="fef11181f709266a" providerId="LiveId" clId="{B59D027B-5FCC-4CE1-8B9E-782E6ABAA797}" dt="2020-11-01T15:06:01.588" v="339" actId="1076"/>
          <ac:spMkLst>
            <pc:docMk/>
            <pc:sldMk cId="189884868" sldId="825"/>
            <ac:spMk id="23" creationId="{63DB9523-C340-4B7C-9C0D-23D00BD78E69}"/>
          </ac:spMkLst>
        </pc:spChg>
        <pc:spChg chg="mod">
          <ac:chgData name="翟 锐" userId="fef11181f709266a" providerId="LiveId" clId="{B59D027B-5FCC-4CE1-8B9E-782E6ABAA797}" dt="2020-11-01T15:06:49.045" v="342" actId="20577"/>
          <ac:spMkLst>
            <pc:docMk/>
            <pc:sldMk cId="189884868" sldId="825"/>
            <ac:spMk id="35" creationId="{00000000-0000-0000-0000-000000000000}"/>
          </ac:spMkLst>
        </pc:spChg>
        <pc:grpChg chg="add del mod">
          <ac:chgData name="翟 锐" userId="fef11181f709266a" providerId="LiveId" clId="{B59D027B-5FCC-4CE1-8B9E-782E6ABAA797}" dt="2020-11-01T15:05:16.525" v="329"/>
          <ac:grpSpMkLst>
            <pc:docMk/>
            <pc:sldMk cId="189884868" sldId="825"/>
            <ac:grpSpMk id="6" creationId="{5B721023-4E4B-46FF-A4DF-D7A06C3DC4EA}"/>
          </ac:grpSpMkLst>
        </pc:grpChg>
        <pc:grpChg chg="add mod">
          <ac:chgData name="翟 锐" userId="fef11181f709266a" providerId="LiveId" clId="{B59D027B-5FCC-4CE1-8B9E-782E6ABAA797}" dt="2020-11-01T15:06:01.588" v="339" actId="1076"/>
          <ac:grpSpMkLst>
            <pc:docMk/>
            <pc:sldMk cId="189884868" sldId="825"/>
            <ac:grpSpMk id="12" creationId="{468362DB-F9D1-484D-8713-E00ECA01B7A8}"/>
          </ac:grpSpMkLst>
        </pc:grpChg>
        <pc:grpChg chg="mod">
          <ac:chgData name="翟 锐" userId="fef11181f709266a" providerId="LiveId" clId="{B59D027B-5FCC-4CE1-8B9E-782E6ABAA797}" dt="2020-11-01T15:06:01.588" v="339" actId="1076"/>
          <ac:grpSpMkLst>
            <pc:docMk/>
            <pc:sldMk cId="189884868" sldId="825"/>
            <ac:grpSpMk id="14" creationId="{F89A6E1B-F0B8-4DF5-AA31-E0E6D5CBCDBB}"/>
          </ac:grpSpMkLst>
        </pc:grpChg>
        <pc:picChg chg="mod">
          <ac:chgData name="翟 锐" userId="fef11181f709266a" providerId="LiveId" clId="{B59D027B-5FCC-4CE1-8B9E-782E6ABAA797}" dt="2020-11-01T15:06:01.588" v="339" actId="1076"/>
          <ac:picMkLst>
            <pc:docMk/>
            <pc:sldMk cId="189884868" sldId="825"/>
            <ac:picMk id="13" creationId="{DDDD6E90-766E-4EDB-89A6-22123E1BAB9B}"/>
          </ac:picMkLst>
        </pc:picChg>
        <pc:picChg chg="mod">
          <ac:chgData name="翟 锐" userId="fef11181f709266a" providerId="LiveId" clId="{B59D027B-5FCC-4CE1-8B9E-782E6ABAA797}" dt="2020-11-01T15:06:01.588" v="339" actId="1076"/>
          <ac:picMkLst>
            <pc:docMk/>
            <pc:sldMk cId="189884868" sldId="825"/>
            <ac:picMk id="15" creationId="{968DD9DB-6447-4665-8743-C970AA3E83C3}"/>
          </ac:picMkLst>
        </pc:picChg>
        <pc:picChg chg="mod">
          <ac:chgData name="翟 锐" userId="fef11181f709266a" providerId="LiveId" clId="{B59D027B-5FCC-4CE1-8B9E-782E6ABAA797}" dt="2020-11-01T15:06:01.588" v="339" actId="1076"/>
          <ac:picMkLst>
            <pc:docMk/>
            <pc:sldMk cId="189884868" sldId="825"/>
            <ac:picMk id="16" creationId="{D10C8138-B34D-4834-9BBA-9DBA95EB13E4}"/>
          </ac:picMkLst>
        </pc:picChg>
        <pc:picChg chg="mod">
          <ac:chgData name="翟 锐" userId="fef11181f709266a" providerId="LiveId" clId="{B59D027B-5FCC-4CE1-8B9E-782E6ABAA797}" dt="2020-11-01T15:06:01.588" v="339" actId="1076"/>
          <ac:picMkLst>
            <pc:docMk/>
            <pc:sldMk cId="189884868" sldId="825"/>
            <ac:picMk id="17" creationId="{C9335177-5AFB-46BB-A799-B538AAA1C52D}"/>
          </ac:picMkLst>
        </pc:picChg>
        <pc:picChg chg="mod">
          <ac:chgData name="翟 锐" userId="fef11181f709266a" providerId="LiveId" clId="{B59D027B-5FCC-4CE1-8B9E-782E6ABAA797}" dt="2020-11-01T15:06:01.588" v="339" actId="1076"/>
          <ac:picMkLst>
            <pc:docMk/>
            <pc:sldMk cId="189884868" sldId="825"/>
            <ac:picMk id="18" creationId="{2A865B36-0180-4C88-812D-4960FBFFA3C7}"/>
          </ac:picMkLst>
        </pc:picChg>
      </pc:sldChg>
      <pc:sldChg chg="modSp add mod">
        <pc:chgData name="翟 锐" userId="fef11181f709266a" providerId="LiveId" clId="{B59D027B-5FCC-4CE1-8B9E-782E6ABAA797}" dt="2020-11-01T15:09:35.632" v="388" actId="108"/>
        <pc:sldMkLst>
          <pc:docMk/>
          <pc:sldMk cId="2076244351" sldId="826"/>
        </pc:sldMkLst>
        <pc:spChg chg="mod">
          <ac:chgData name="翟 锐" userId="fef11181f709266a" providerId="LiveId" clId="{B59D027B-5FCC-4CE1-8B9E-782E6ABAA797}" dt="2020-11-01T15:09:35.632" v="388" actId="108"/>
          <ac:spMkLst>
            <pc:docMk/>
            <pc:sldMk cId="2076244351" sldId="826"/>
            <ac:spMk id="2" creationId="{1A343DEC-CFF6-41F5-B87C-0DFC08C67B76}"/>
          </ac:spMkLst>
        </pc:spChg>
      </pc:sldChg>
      <pc:sldChg chg="addSp delSp modSp add mod">
        <pc:chgData name="翟 锐" userId="fef11181f709266a" providerId="LiveId" clId="{B59D027B-5FCC-4CE1-8B9E-782E6ABAA797}" dt="2020-11-01T15:46:04.241" v="757" actId="22"/>
        <pc:sldMkLst>
          <pc:docMk/>
          <pc:sldMk cId="577819409" sldId="827"/>
        </pc:sldMkLst>
        <pc:spChg chg="mod">
          <ac:chgData name="翟 锐" userId="fef11181f709266a" providerId="LiveId" clId="{B59D027B-5FCC-4CE1-8B9E-782E6ABAA797}" dt="2020-11-01T15:45:48.560" v="755" actId="15"/>
          <ac:spMkLst>
            <pc:docMk/>
            <pc:sldMk cId="577819409" sldId="827"/>
            <ac:spMk id="2" creationId="{1A343DEC-CFF6-41F5-B87C-0DFC08C67B76}"/>
          </ac:spMkLst>
        </pc:spChg>
        <pc:spChg chg="add del">
          <ac:chgData name="翟 锐" userId="fef11181f709266a" providerId="LiveId" clId="{B59D027B-5FCC-4CE1-8B9E-782E6ABAA797}" dt="2020-11-01T15:46:04.241" v="757" actId="22"/>
          <ac:spMkLst>
            <pc:docMk/>
            <pc:sldMk cId="577819409" sldId="827"/>
            <ac:spMk id="7" creationId="{694305C2-CDC8-4BAF-8F77-C791DF88305F}"/>
          </ac:spMkLst>
        </pc:spChg>
      </pc:sldChg>
      <pc:sldChg chg="add del">
        <pc:chgData name="翟 锐" userId="fef11181f709266a" providerId="LiveId" clId="{B59D027B-5FCC-4CE1-8B9E-782E6ABAA797}" dt="2020-11-01T15:34:01.500" v="686" actId="47"/>
        <pc:sldMkLst>
          <pc:docMk/>
          <pc:sldMk cId="3562301404" sldId="827"/>
        </pc:sldMkLst>
      </pc:sldChg>
      <pc:sldChg chg="addSp delSp modSp add mod">
        <pc:chgData name="翟 锐" userId="fef11181f709266a" providerId="LiveId" clId="{B59D027B-5FCC-4CE1-8B9E-782E6ABAA797}" dt="2020-11-01T15:46:34.345" v="768" actId="22"/>
        <pc:sldMkLst>
          <pc:docMk/>
          <pc:sldMk cId="1449335481" sldId="828"/>
        </pc:sldMkLst>
        <pc:spChg chg="mod">
          <ac:chgData name="翟 锐" userId="fef11181f709266a" providerId="LiveId" clId="{B59D027B-5FCC-4CE1-8B9E-782E6ABAA797}" dt="2020-11-01T15:46:22.471" v="766" actId="15"/>
          <ac:spMkLst>
            <pc:docMk/>
            <pc:sldMk cId="1449335481" sldId="828"/>
            <ac:spMk id="2" creationId="{1A343DEC-CFF6-41F5-B87C-0DFC08C67B76}"/>
          </ac:spMkLst>
        </pc:spChg>
        <pc:spChg chg="add del">
          <ac:chgData name="翟 锐" userId="fef11181f709266a" providerId="LiveId" clId="{B59D027B-5FCC-4CE1-8B9E-782E6ABAA797}" dt="2020-11-01T15:46:34.345" v="768" actId="22"/>
          <ac:spMkLst>
            <pc:docMk/>
            <pc:sldMk cId="1449335481" sldId="828"/>
            <ac:spMk id="7" creationId="{EB75EA13-DB71-4BC9-A474-FCA1E86EEC29}"/>
          </ac:spMkLst>
        </pc:spChg>
      </pc:sldChg>
      <pc:sldChg chg="modSp add mod modAnim">
        <pc:chgData name="翟 锐" userId="fef11181f709266a" providerId="LiveId" clId="{B59D027B-5FCC-4CE1-8B9E-782E6ABAA797}" dt="2020-11-01T15:46:46.698" v="781"/>
        <pc:sldMkLst>
          <pc:docMk/>
          <pc:sldMk cId="3055856828" sldId="829"/>
        </pc:sldMkLst>
        <pc:spChg chg="mod">
          <ac:chgData name="翟 锐" userId="fef11181f709266a" providerId="LiveId" clId="{B59D027B-5FCC-4CE1-8B9E-782E6ABAA797}" dt="2020-11-01T15:46:43" v="772"/>
          <ac:spMkLst>
            <pc:docMk/>
            <pc:sldMk cId="3055856828" sldId="829"/>
            <ac:spMk id="2" creationId="{1A343DEC-CFF6-41F5-B87C-0DFC08C67B76}"/>
          </ac:spMkLst>
        </pc:spChg>
        <pc:spChg chg="mod">
          <ac:chgData name="翟 锐" userId="fef11181f709266a" providerId="LiveId" clId="{B59D027B-5FCC-4CE1-8B9E-782E6ABAA797}" dt="2020-11-01T15:46:46.698" v="781"/>
          <ac:spMkLst>
            <pc:docMk/>
            <pc:sldMk cId="3055856828" sldId="829"/>
            <ac:spMk id="35" creationId="{00000000-0000-0000-0000-000000000000}"/>
          </ac:spMkLst>
        </pc:spChg>
      </pc:sldChg>
      <pc:sldChg chg="modSp add mod">
        <pc:chgData name="翟 锐" userId="fef11181f709266a" providerId="LiveId" clId="{B59D027B-5FCC-4CE1-8B9E-782E6ABAA797}" dt="2020-11-01T15:47:43.488" v="790" actId="113"/>
        <pc:sldMkLst>
          <pc:docMk/>
          <pc:sldMk cId="3659562620" sldId="830"/>
        </pc:sldMkLst>
        <pc:spChg chg="mod">
          <ac:chgData name="翟 锐" userId="fef11181f709266a" providerId="LiveId" clId="{B59D027B-5FCC-4CE1-8B9E-782E6ABAA797}" dt="2020-11-01T15:47:43.488" v="790" actId="113"/>
          <ac:spMkLst>
            <pc:docMk/>
            <pc:sldMk cId="3659562620" sldId="830"/>
            <ac:spMk id="2" creationId="{1A343DEC-CFF6-41F5-B87C-0DFC08C67B76}"/>
          </ac:spMkLst>
        </pc:spChg>
      </pc:sldChg>
      <pc:sldChg chg="add del">
        <pc:chgData name="翟 锐" userId="fef11181f709266a" providerId="LiveId" clId="{B59D027B-5FCC-4CE1-8B9E-782E6ABAA797}" dt="2020-11-01T15:47:33.118" v="787"/>
        <pc:sldMkLst>
          <pc:docMk/>
          <pc:sldMk cId="2559245045" sldId="831"/>
        </pc:sldMkLst>
      </pc:sldChg>
      <pc:sldChg chg="modSp add mod">
        <pc:chgData name="翟 锐" userId="fef11181f709266a" providerId="LiveId" clId="{B59D027B-5FCC-4CE1-8B9E-782E6ABAA797}" dt="2020-11-01T15:48:20.361" v="799" actId="108"/>
        <pc:sldMkLst>
          <pc:docMk/>
          <pc:sldMk cId="3418511645" sldId="831"/>
        </pc:sldMkLst>
        <pc:spChg chg="mod">
          <ac:chgData name="翟 锐" userId="fef11181f709266a" providerId="LiveId" clId="{B59D027B-5FCC-4CE1-8B9E-782E6ABAA797}" dt="2020-11-01T15:48:20.361" v="799" actId="108"/>
          <ac:spMkLst>
            <pc:docMk/>
            <pc:sldMk cId="3418511645" sldId="831"/>
            <ac:spMk id="2" creationId="{1A343DEC-CFF6-41F5-B87C-0DFC08C67B76}"/>
          </ac:spMkLst>
        </pc:spChg>
      </pc:sldChg>
      <pc:sldChg chg="addSp modSp mod ord">
        <pc:chgData name="翟 锐" userId="fef11181f709266a" providerId="LiveId" clId="{B59D027B-5FCC-4CE1-8B9E-782E6ABAA797}" dt="2020-11-07T12:14:33.656" v="858" actId="1076"/>
        <pc:sldMkLst>
          <pc:docMk/>
          <pc:sldMk cId="1506599978" sldId="833"/>
        </pc:sldMkLst>
        <pc:spChg chg="mod">
          <ac:chgData name="翟 锐" userId="fef11181f709266a" providerId="LiveId" clId="{B59D027B-5FCC-4CE1-8B9E-782E6ABAA797}" dt="2020-11-07T12:13:53.689" v="817" actId="1076"/>
          <ac:spMkLst>
            <pc:docMk/>
            <pc:sldMk cId="1506599978" sldId="833"/>
            <ac:spMk id="3" creationId="{F0F0910E-4935-4B05-BEBA-659FBDBBF974}"/>
          </ac:spMkLst>
        </pc:spChg>
        <pc:spChg chg="add mod">
          <ac:chgData name="翟 锐" userId="fef11181f709266a" providerId="LiveId" clId="{B59D027B-5FCC-4CE1-8B9E-782E6ABAA797}" dt="2020-11-07T12:14:33.656" v="858" actId="1076"/>
          <ac:spMkLst>
            <pc:docMk/>
            <pc:sldMk cId="1506599978" sldId="833"/>
            <ac:spMk id="4" creationId="{5EF6A424-F160-4718-A2DC-7EC90A826D3E}"/>
          </ac:spMkLst>
        </pc:spChg>
      </pc:sldChg>
      <pc:sldChg chg="addSp delSp modSp add del mod ord">
        <pc:chgData name="翟 锐" userId="fef11181f709266a" providerId="LiveId" clId="{B59D027B-5FCC-4CE1-8B9E-782E6ABAA797}" dt="2020-11-07T12:20:25.752" v="909" actId="47"/>
        <pc:sldMkLst>
          <pc:docMk/>
          <pc:sldMk cId="1633354772" sldId="834"/>
        </pc:sldMkLst>
        <pc:spChg chg="del">
          <ac:chgData name="翟 锐" userId="fef11181f709266a" providerId="LiveId" clId="{B59D027B-5FCC-4CE1-8B9E-782E6ABAA797}" dt="2020-11-07T12:17:14.064" v="870" actId="478"/>
          <ac:spMkLst>
            <pc:docMk/>
            <pc:sldMk cId="1633354772" sldId="834"/>
            <ac:spMk id="3" creationId="{F0F0910E-4935-4B05-BEBA-659FBDBBF974}"/>
          </ac:spMkLst>
        </pc:spChg>
        <pc:spChg chg="del">
          <ac:chgData name="翟 锐" userId="fef11181f709266a" providerId="LiveId" clId="{B59D027B-5FCC-4CE1-8B9E-782E6ABAA797}" dt="2020-11-07T12:17:14.064" v="870" actId="478"/>
          <ac:spMkLst>
            <pc:docMk/>
            <pc:sldMk cId="1633354772" sldId="834"/>
            <ac:spMk id="4" creationId="{5EF6A424-F160-4718-A2DC-7EC90A826D3E}"/>
          </ac:spMkLst>
        </pc:spChg>
        <pc:picChg chg="add del mod">
          <ac:chgData name="翟 锐" userId="fef11181f709266a" providerId="LiveId" clId="{B59D027B-5FCC-4CE1-8B9E-782E6ABAA797}" dt="2020-11-07T12:19:54.065" v="908" actId="1076"/>
          <ac:picMkLst>
            <pc:docMk/>
            <pc:sldMk cId="1633354772" sldId="834"/>
            <ac:picMk id="5" creationId="{A7F09994-13A2-4B4D-B44D-1B47C5F0DEE1}"/>
          </ac:picMkLst>
        </pc:picChg>
        <pc:picChg chg="add del mod">
          <ac:chgData name="翟 锐" userId="fef11181f709266a" providerId="LiveId" clId="{B59D027B-5FCC-4CE1-8B9E-782E6ABAA797}" dt="2020-11-07T12:17:53.845" v="881"/>
          <ac:picMkLst>
            <pc:docMk/>
            <pc:sldMk cId="1633354772" sldId="834"/>
            <ac:picMk id="7" creationId="{0EA9E8D7-706C-4CA3-9A5C-ACEF7DA8F220}"/>
          </ac:picMkLst>
        </pc:picChg>
        <pc:picChg chg="add del mod">
          <ac:chgData name="翟 锐" userId="fef11181f709266a" providerId="LiveId" clId="{B59D027B-5FCC-4CE1-8B9E-782E6ABAA797}" dt="2020-11-07T12:18:36.953" v="890" actId="478"/>
          <ac:picMkLst>
            <pc:docMk/>
            <pc:sldMk cId="1633354772" sldId="834"/>
            <ac:picMk id="9" creationId="{7F207D97-DA7E-4682-B8D4-25DE65A5A820}"/>
          </ac:picMkLst>
        </pc:picChg>
        <pc:picChg chg="add del mod">
          <ac:chgData name="翟 锐" userId="fef11181f709266a" providerId="LiveId" clId="{B59D027B-5FCC-4CE1-8B9E-782E6ABAA797}" dt="2020-11-07T12:19:47.534" v="905" actId="478"/>
          <ac:picMkLst>
            <pc:docMk/>
            <pc:sldMk cId="1633354772" sldId="834"/>
            <ac:picMk id="11" creationId="{22EB3923-8A85-4659-B3FA-C8A07519DA91}"/>
          </ac:picMkLst>
        </pc:picChg>
        <pc:picChg chg="add del mod">
          <ac:chgData name="翟 锐" userId="fef11181f709266a" providerId="LiveId" clId="{B59D027B-5FCC-4CE1-8B9E-782E6ABAA797}" dt="2020-11-07T12:19:48.029" v="906" actId="478"/>
          <ac:picMkLst>
            <pc:docMk/>
            <pc:sldMk cId="1633354772" sldId="834"/>
            <ac:picMk id="13" creationId="{B42DEF81-40AE-44C0-A125-0CA4CED8613E}"/>
          </ac:picMkLst>
        </pc:picChg>
      </pc:sldChg>
      <pc:sldChg chg="new del">
        <pc:chgData name="翟 锐" userId="fef11181f709266a" providerId="LiveId" clId="{B59D027B-5FCC-4CE1-8B9E-782E6ABAA797}" dt="2020-11-07T12:00:36.379" v="812" actId="47"/>
        <pc:sldMkLst>
          <pc:docMk/>
          <pc:sldMk cId="1992501580" sldId="834"/>
        </pc:sldMkLst>
      </pc:sldChg>
      <pc:sldChg chg="addSp delSp modSp add mod">
        <pc:chgData name="翟 锐" userId="fef11181f709266a" providerId="LiveId" clId="{B59D027B-5FCC-4CE1-8B9E-782E6ABAA797}" dt="2020-11-07T12:22:52.084" v="924" actId="1076"/>
        <pc:sldMkLst>
          <pc:docMk/>
          <pc:sldMk cId="1007677954" sldId="835"/>
        </pc:sldMkLst>
        <pc:picChg chg="add del mod">
          <ac:chgData name="翟 锐" userId="fef11181f709266a" providerId="LiveId" clId="{B59D027B-5FCC-4CE1-8B9E-782E6ABAA797}" dt="2020-11-07T12:22:15.720" v="918" actId="478"/>
          <ac:picMkLst>
            <pc:docMk/>
            <pc:sldMk cId="1007677954" sldId="835"/>
            <ac:picMk id="3" creationId="{81C4C67C-D382-40F2-893E-016FA96F0BF4}"/>
          </ac:picMkLst>
        </pc:picChg>
        <pc:picChg chg="del">
          <ac:chgData name="翟 锐" userId="fef11181f709266a" providerId="LiveId" clId="{B59D027B-5FCC-4CE1-8B9E-782E6ABAA797}" dt="2020-11-07T12:19:31.517" v="901" actId="478"/>
          <ac:picMkLst>
            <pc:docMk/>
            <pc:sldMk cId="1007677954" sldId="835"/>
            <ac:picMk id="5" creationId="{A7F09994-13A2-4B4D-B44D-1B47C5F0DEE1}"/>
          </ac:picMkLst>
        </pc:picChg>
        <pc:picChg chg="add mod">
          <ac:chgData name="翟 锐" userId="fef11181f709266a" providerId="LiveId" clId="{B59D027B-5FCC-4CE1-8B9E-782E6ABAA797}" dt="2020-11-07T12:22:52.084" v="924" actId="1076"/>
          <ac:picMkLst>
            <pc:docMk/>
            <pc:sldMk cId="1007677954" sldId="835"/>
            <ac:picMk id="6" creationId="{295ED377-0505-4ED3-B759-A9A609F94C7B}"/>
          </ac:picMkLst>
        </pc:picChg>
        <pc:picChg chg="mod">
          <ac:chgData name="翟 锐" userId="fef11181f709266a" providerId="LiveId" clId="{B59D027B-5FCC-4CE1-8B9E-782E6ABAA797}" dt="2020-11-07T12:19:37.159" v="904" actId="1076"/>
          <ac:picMkLst>
            <pc:docMk/>
            <pc:sldMk cId="1007677954" sldId="835"/>
            <ac:picMk id="11" creationId="{22EB3923-8A85-4659-B3FA-C8A07519DA91}"/>
          </ac:picMkLst>
        </pc:picChg>
        <pc:picChg chg="mod">
          <ac:chgData name="翟 锐" userId="fef11181f709266a" providerId="LiveId" clId="{B59D027B-5FCC-4CE1-8B9E-782E6ABAA797}" dt="2020-11-07T12:22:35.818" v="920" actId="1076"/>
          <ac:picMkLst>
            <pc:docMk/>
            <pc:sldMk cId="1007677954" sldId="835"/>
            <ac:picMk id="13" creationId="{B42DEF81-40AE-44C0-A125-0CA4CED8613E}"/>
          </ac:picMkLst>
        </pc:picChg>
      </pc:sldChg>
      <pc:sldChg chg="new del">
        <pc:chgData name="翟 锐" userId="fef11181f709266a" providerId="LiveId" clId="{B59D027B-5FCC-4CE1-8B9E-782E6ABAA797}" dt="2020-11-07T12:39:53.095" v="1186" actId="47"/>
        <pc:sldMkLst>
          <pc:docMk/>
          <pc:sldMk cId="3611574940" sldId="836"/>
        </pc:sldMkLst>
      </pc:sldChg>
      <pc:sldChg chg="modSp add mod">
        <pc:chgData name="翟 锐" userId="fef11181f709266a" providerId="LiveId" clId="{B59D027B-5FCC-4CE1-8B9E-782E6ABAA797}" dt="2020-11-07T12:41:29.657" v="1487"/>
        <pc:sldMkLst>
          <pc:docMk/>
          <pc:sldMk cId="3885151571" sldId="836"/>
        </pc:sldMkLst>
        <pc:spChg chg="mod">
          <ac:chgData name="翟 锐" userId="fef11181f709266a" providerId="LiveId" clId="{B59D027B-5FCC-4CE1-8B9E-782E6ABAA797}" dt="2020-11-07T12:41:29.657" v="1487"/>
          <ac:spMkLst>
            <pc:docMk/>
            <pc:sldMk cId="3885151571" sldId="836"/>
            <ac:spMk id="2" creationId="{1A343DEC-CFF6-41F5-B87C-0DFC08C67B76}"/>
          </ac:spMkLst>
        </pc:spChg>
        <pc:spChg chg="mod">
          <ac:chgData name="翟 锐" userId="fef11181f709266a" providerId="LiveId" clId="{B59D027B-5FCC-4CE1-8B9E-782E6ABAA797}" dt="2020-11-07T12:39:59.099" v="1188"/>
          <ac:spMkLst>
            <pc:docMk/>
            <pc:sldMk cId="3885151571" sldId="836"/>
            <ac:spMk id="35" creationId="{00000000-0000-0000-0000-000000000000}"/>
          </ac:spMkLst>
        </pc:spChg>
      </pc:sldChg>
    </pc:docChg>
  </pc:docChgLst>
  <pc:docChgLst>
    <pc:chgData name="翟 锐" userId="fef11181f709266a" providerId="LiveId" clId="{727D35D6-B4E6-4AF0-8F74-99EBC6E1954B}"/>
    <pc:docChg chg="undo redo custSel addSld delSld modSld sldOrd">
      <pc:chgData name="翟 锐" userId="fef11181f709266a" providerId="LiveId" clId="{727D35D6-B4E6-4AF0-8F74-99EBC6E1954B}" dt="2020-09-24T13:51:29.172" v="4024"/>
      <pc:docMkLst>
        <pc:docMk/>
      </pc:docMkLst>
      <pc:sldChg chg="add">
        <pc:chgData name="翟 锐" userId="fef11181f709266a" providerId="LiveId" clId="{727D35D6-B4E6-4AF0-8F74-99EBC6E1954B}" dt="2020-09-05T02:09:13.893" v="252"/>
        <pc:sldMkLst>
          <pc:docMk/>
          <pc:sldMk cId="0" sldId="276"/>
        </pc:sldMkLst>
      </pc:sldChg>
      <pc:sldChg chg="add">
        <pc:chgData name="翟 锐" userId="fef11181f709266a" providerId="LiveId" clId="{727D35D6-B4E6-4AF0-8F74-99EBC6E1954B}" dt="2020-09-05T02:09:13.893" v="252"/>
        <pc:sldMkLst>
          <pc:docMk/>
          <pc:sldMk cId="0" sldId="348"/>
        </pc:sldMkLst>
      </pc:sldChg>
      <pc:sldChg chg="add">
        <pc:chgData name="翟 锐" userId="fef11181f709266a" providerId="LiveId" clId="{727D35D6-B4E6-4AF0-8F74-99EBC6E1954B}" dt="2020-09-05T02:09:13.893" v="252"/>
        <pc:sldMkLst>
          <pc:docMk/>
          <pc:sldMk cId="0" sldId="380"/>
        </pc:sldMkLst>
      </pc:sldChg>
      <pc:sldChg chg="add">
        <pc:chgData name="翟 锐" userId="fef11181f709266a" providerId="LiveId" clId="{727D35D6-B4E6-4AF0-8F74-99EBC6E1954B}" dt="2020-09-05T02:09:13.893" v="252"/>
        <pc:sldMkLst>
          <pc:docMk/>
          <pc:sldMk cId="0" sldId="381"/>
        </pc:sldMkLst>
      </pc:sldChg>
      <pc:sldChg chg="del">
        <pc:chgData name="翟 锐" userId="fef11181f709266a" providerId="LiveId" clId="{727D35D6-B4E6-4AF0-8F74-99EBC6E1954B}" dt="2020-09-05T16:27:12.088" v="1293" actId="47"/>
        <pc:sldMkLst>
          <pc:docMk/>
          <pc:sldMk cId="126446515" sldId="521"/>
        </pc:sldMkLst>
      </pc:sldChg>
      <pc:sldChg chg="addSp delSp modSp mod">
        <pc:chgData name="翟 锐" userId="fef11181f709266a" providerId="LiveId" clId="{727D35D6-B4E6-4AF0-8F74-99EBC6E1954B}" dt="2020-09-23T16:38:43.201" v="2015" actId="20577"/>
        <pc:sldMkLst>
          <pc:docMk/>
          <pc:sldMk cId="2981006032" sldId="556"/>
        </pc:sldMkLst>
        <pc:spChg chg="add del mod">
          <ac:chgData name="翟 锐" userId="fef11181f709266a" providerId="LiveId" clId="{727D35D6-B4E6-4AF0-8F74-99EBC6E1954B}" dt="2020-09-23T16:38:43.201" v="2015" actId="20577"/>
          <ac:spMkLst>
            <pc:docMk/>
            <pc:sldMk cId="2981006032" sldId="556"/>
            <ac:spMk id="2" creationId="{1A343DEC-CFF6-41F5-B87C-0DFC08C67B76}"/>
          </ac:spMkLst>
        </pc:spChg>
      </pc:sldChg>
      <pc:sldChg chg="modSp">
        <pc:chgData name="翟 锐" userId="fef11181f709266a" providerId="LiveId" clId="{727D35D6-B4E6-4AF0-8F74-99EBC6E1954B}" dt="2020-09-24T13:39:25.997" v="3917" actId="6549"/>
        <pc:sldMkLst>
          <pc:docMk/>
          <pc:sldMk cId="4115886382" sldId="558"/>
        </pc:sldMkLst>
        <pc:spChg chg="mod">
          <ac:chgData name="翟 锐" userId="fef11181f709266a" providerId="LiveId" clId="{727D35D6-B4E6-4AF0-8F74-99EBC6E1954B}" dt="2020-09-24T13:39:25.997" v="3917" actId="6549"/>
          <ac:spMkLst>
            <pc:docMk/>
            <pc:sldMk cId="4115886382" sldId="558"/>
            <ac:spMk id="16" creationId="{00000000-0000-0000-0000-000000000000}"/>
          </ac:spMkLst>
        </pc:spChg>
        <pc:spChg chg="mod">
          <ac:chgData name="翟 锐" userId="fef11181f709266a" providerId="LiveId" clId="{727D35D6-B4E6-4AF0-8F74-99EBC6E1954B}" dt="2020-09-24T13:39:18.508" v="3915"/>
          <ac:spMkLst>
            <pc:docMk/>
            <pc:sldMk cId="4115886382" sldId="558"/>
            <ac:spMk id="28" creationId="{00000000-0000-0000-0000-000000000000}"/>
          </ac:spMkLst>
        </pc:spChg>
      </pc:sldChg>
      <pc:sldChg chg="modSp">
        <pc:chgData name="翟 锐" userId="fef11181f709266a" providerId="LiveId" clId="{727D35D6-B4E6-4AF0-8F74-99EBC6E1954B}" dt="2020-09-24T13:39:34.276" v="3919" actId="6549"/>
        <pc:sldMkLst>
          <pc:docMk/>
          <pc:sldMk cId="3827089109" sldId="559"/>
        </pc:sldMkLst>
        <pc:spChg chg="mod">
          <ac:chgData name="翟 锐" userId="fef11181f709266a" providerId="LiveId" clId="{727D35D6-B4E6-4AF0-8F74-99EBC6E1954B}" dt="2020-09-24T13:39:34.276" v="3919" actId="6549"/>
          <ac:spMkLst>
            <pc:docMk/>
            <pc:sldMk cId="3827089109" sldId="559"/>
            <ac:spMk id="16" creationId="{00000000-0000-0000-0000-000000000000}"/>
          </ac:spMkLst>
        </pc:spChg>
        <pc:spChg chg="mod">
          <ac:chgData name="翟 锐" userId="fef11181f709266a" providerId="LiveId" clId="{727D35D6-B4E6-4AF0-8F74-99EBC6E1954B}" dt="2020-09-24T13:35:30.448" v="3850"/>
          <ac:spMkLst>
            <pc:docMk/>
            <pc:sldMk cId="3827089109" sldId="559"/>
            <ac:spMk id="28" creationId="{00000000-0000-0000-0000-000000000000}"/>
          </ac:spMkLst>
        </pc:spChg>
      </pc:sldChg>
      <pc:sldChg chg="modSp mod">
        <pc:chgData name="翟 锐" userId="fef11181f709266a" providerId="LiveId" clId="{727D35D6-B4E6-4AF0-8F74-99EBC6E1954B}" dt="2020-09-24T09:45:16.417" v="2347" actId="21"/>
        <pc:sldMkLst>
          <pc:docMk/>
          <pc:sldMk cId="40839046" sldId="560"/>
        </pc:sldMkLst>
        <pc:spChg chg="mod">
          <ac:chgData name="翟 锐" userId="fef11181f709266a" providerId="LiveId" clId="{727D35D6-B4E6-4AF0-8F74-99EBC6E1954B}" dt="2020-09-24T09:45:16.417" v="2347" actId="21"/>
          <ac:spMkLst>
            <pc:docMk/>
            <pc:sldMk cId="40839046" sldId="560"/>
            <ac:spMk id="2" creationId="{1A343DEC-CFF6-41F5-B87C-0DFC08C67B76}"/>
          </ac:spMkLst>
        </pc:spChg>
      </pc:sldChg>
      <pc:sldChg chg="modSp">
        <pc:chgData name="翟 锐" userId="fef11181f709266a" providerId="LiveId" clId="{727D35D6-B4E6-4AF0-8F74-99EBC6E1954B}" dt="2020-09-24T13:44:16.674" v="3980" actId="207"/>
        <pc:sldMkLst>
          <pc:docMk/>
          <pc:sldMk cId="4092072796" sldId="561"/>
        </pc:sldMkLst>
        <pc:spChg chg="mod">
          <ac:chgData name="翟 锐" userId="fef11181f709266a" providerId="LiveId" clId="{727D35D6-B4E6-4AF0-8F74-99EBC6E1954B}" dt="2020-09-24T13:33:59.818" v="3816"/>
          <ac:spMkLst>
            <pc:docMk/>
            <pc:sldMk cId="4092072796" sldId="561"/>
            <ac:spMk id="16" creationId="{00000000-0000-0000-0000-000000000000}"/>
          </ac:spMkLst>
        </pc:spChg>
        <pc:spChg chg="mod">
          <ac:chgData name="翟 锐" userId="fef11181f709266a" providerId="LiveId" clId="{727D35D6-B4E6-4AF0-8F74-99EBC6E1954B}" dt="2020-09-24T13:44:16.674" v="3980" actId="207"/>
          <ac:spMkLst>
            <pc:docMk/>
            <pc:sldMk cId="4092072796" sldId="561"/>
            <ac:spMk id="28" creationId="{00000000-0000-0000-0000-000000000000}"/>
          </ac:spMkLst>
        </pc:spChg>
      </pc:sldChg>
      <pc:sldChg chg="modSp mod ord">
        <pc:chgData name="翟 锐" userId="fef11181f709266a" providerId="LiveId" clId="{727D35D6-B4E6-4AF0-8F74-99EBC6E1954B}" dt="2020-09-24T13:42:43.189" v="3927" actId="20577"/>
        <pc:sldMkLst>
          <pc:docMk/>
          <pc:sldMk cId="634261918" sldId="562"/>
        </pc:sldMkLst>
        <pc:spChg chg="mod">
          <ac:chgData name="翟 锐" userId="fef11181f709266a" providerId="LiveId" clId="{727D35D6-B4E6-4AF0-8F74-99EBC6E1954B}" dt="2020-09-24T13:42:43.189" v="3927" actId="20577"/>
          <ac:spMkLst>
            <pc:docMk/>
            <pc:sldMk cId="634261918" sldId="562"/>
            <ac:spMk id="2" creationId="{1A343DEC-CFF6-41F5-B87C-0DFC08C67B76}"/>
          </ac:spMkLst>
        </pc:spChg>
        <pc:spChg chg="mod">
          <ac:chgData name="翟 锐" userId="fef11181f709266a" providerId="LiveId" clId="{727D35D6-B4E6-4AF0-8F74-99EBC6E1954B}" dt="2020-09-24T13:37:29.044" v="3902"/>
          <ac:spMkLst>
            <pc:docMk/>
            <pc:sldMk cId="634261918" sldId="562"/>
            <ac:spMk id="35" creationId="{00000000-0000-0000-0000-000000000000}"/>
          </ac:spMkLst>
        </pc:spChg>
      </pc:sldChg>
      <pc:sldChg chg="modSp mod ord">
        <pc:chgData name="翟 锐" userId="fef11181f709266a" providerId="LiveId" clId="{727D35D6-B4E6-4AF0-8F74-99EBC6E1954B}" dt="2020-09-06T05:20:13.136" v="1757"/>
        <pc:sldMkLst>
          <pc:docMk/>
          <pc:sldMk cId="3051887953" sldId="563"/>
        </pc:sldMkLst>
        <pc:spChg chg="mod">
          <ac:chgData name="翟 锐" userId="fef11181f709266a" providerId="LiveId" clId="{727D35D6-B4E6-4AF0-8F74-99EBC6E1954B}" dt="2020-09-05T16:21:16.670" v="1186" actId="6549"/>
          <ac:spMkLst>
            <pc:docMk/>
            <pc:sldMk cId="3051887953" sldId="563"/>
            <ac:spMk id="2" creationId="{1A343DEC-CFF6-41F5-B87C-0DFC08C67B76}"/>
          </ac:spMkLst>
        </pc:spChg>
        <pc:spChg chg="mod">
          <ac:chgData name="翟 锐" userId="fef11181f709266a" providerId="LiveId" clId="{727D35D6-B4E6-4AF0-8F74-99EBC6E1954B}" dt="2020-09-06T05:20:13.136" v="1757"/>
          <ac:spMkLst>
            <pc:docMk/>
            <pc:sldMk cId="3051887953" sldId="563"/>
            <ac:spMk id="35" creationId="{00000000-0000-0000-0000-000000000000}"/>
          </ac:spMkLst>
        </pc:spChg>
      </pc:sldChg>
      <pc:sldChg chg="modSp mod ord">
        <pc:chgData name="翟 锐" userId="fef11181f709266a" providerId="LiveId" clId="{727D35D6-B4E6-4AF0-8F74-99EBC6E1954B}" dt="2020-09-24T13:23:27.274" v="3727" actId="15"/>
        <pc:sldMkLst>
          <pc:docMk/>
          <pc:sldMk cId="3404202409" sldId="564"/>
        </pc:sldMkLst>
        <pc:spChg chg="mod">
          <ac:chgData name="翟 锐" userId="fef11181f709266a" providerId="LiveId" clId="{727D35D6-B4E6-4AF0-8F74-99EBC6E1954B}" dt="2020-09-24T13:23:27.274" v="3727" actId="15"/>
          <ac:spMkLst>
            <pc:docMk/>
            <pc:sldMk cId="3404202409" sldId="564"/>
            <ac:spMk id="2" creationId="{1A343DEC-CFF6-41F5-B87C-0DFC08C67B76}"/>
          </ac:spMkLst>
        </pc:spChg>
        <pc:spChg chg="mod">
          <ac:chgData name="翟 锐" userId="fef11181f709266a" providerId="LiveId" clId="{727D35D6-B4E6-4AF0-8F74-99EBC6E1954B}" dt="2020-09-06T05:20:10.751" v="1756"/>
          <ac:spMkLst>
            <pc:docMk/>
            <pc:sldMk cId="3404202409" sldId="564"/>
            <ac:spMk id="35" creationId="{00000000-0000-0000-0000-000000000000}"/>
          </ac:spMkLst>
        </pc:spChg>
      </pc:sldChg>
      <pc:sldChg chg="modSp mod">
        <pc:chgData name="翟 锐" userId="fef11181f709266a" providerId="LiveId" clId="{727D35D6-B4E6-4AF0-8F74-99EBC6E1954B}" dt="2020-09-24T13:23:40.214" v="3728" actId="1076"/>
        <pc:sldMkLst>
          <pc:docMk/>
          <pc:sldMk cId="146979102" sldId="565"/>
        </pc:sldMkLst>
        <pc:spChg chg="mod">
          <ac:chgData name="翟 锐" userId="fef11181f709266a" providerId="LiveId" clId="{727D35D6-B4E6-4AF0-8F74-99EBC6E1954B}" dt="2020-09-06T05:16:31.977" v="1535"/>
          <ac:spMkLst>
            <pc:docMk/>
            <pc:sldMk cId="146979102" sldId="565"/>
            <ac:spMk id="2" creationId="{1A343DEC-CFF6-41F5-B87C-0DFC08C67B76}"/>
          </ac:spMkLst>
        </pc:spChg>
        <pc:spChg chg="mod">
          <ac:chgData name="翟 锐" userId="fef11181f709266a" providerId="LiveId" clId="{727D35D6-B4E6-4AF0-8F74-99EBC6E1954B}" dt="2020-09-06T05:16:55.787" v="1606" actId="20577"/>
          <ac:spMkLst>
            <pc:docMk/>
            <pc:sldMk cId="146979102" sldId="565"/>
            <ac:spMk id="35" creationId="{00000000-0000-0000-0000-000000000000}"/>
          </ac:spMkLst>
        </pc:spChg>
        <pc:picChg chg="mod">
          <ac:chgData name="翟 锐" userId="fef11181f709266a" providerId="LiveId" clId="{727D35D6-B4E6-4AF0-8F74-99EBC6E1954B}" dt="2020-09-24T13:23:40.214" v="3728" actId="1076"/>
          <ac:picMkLst>
            <pc:docMk/>
            <pc:sldMk cId="146979102" sldId="565"/>
            <ac:picMk id="6" creationId="{CEC16A83-D065-4F47-95B4-63FF26FFD825}"/>
          </ac:picMkLst>
        </pc:picChg>
      </pc:sldChg>
      <pc:sldChg chg="modSp mod ord">
        <pc:chgData name="翟 锐" userId="fef11181f709266a" providerId="LiveId" clId="{727D35D6-B4E6-4AF0-8F74-99EBC6E1954B}" dt="2020-09-24T13:16:41.123" v="3720" actId="20578"/>
        <pc:sldMkLst>
          <pc:docMk/>
          <pc:sldMk cId="727514361" sldId="566"/>
        </pc:sldMkLst>
        <pc:spChg chg="mod">
          <ac:chgData name="翟 锐" userId="fef11181f709266a" providerId="LiveId" clId="{727D35D6-B4E6-4AF0-8F74-99EBC6E1954B}" dt="2020-09-23T16:44:35.487" v="2085" actId="6549"/>
          <ac:spMkLst>
            <pc:docMk/>
            <pc:sldMk cId="727514361" sldId="566"/>
            <ac:spMk id="2" creationId="{1A343DEC-CFF6-41F5-B87C-0DFC08C67B76}"/>
          </ac:spMkLst>
        </pc:spChg>
      </pc:sldChg>
      <pc:sldChg chg="modSp add mod">
        <pc:chgData name="翟 锐" userId="fef11181f709266a" providerId="LiveId" clId="{727D35D6-B4E6-4AF0-8F74-99EBC6E1954B}" dt="2020-09-23T16:46:43.808" v="2093" actId="12"/>
        <pc:sldMkLst>
          <pc:docMk/>
          <pc:sldMk cId="1981665619" sldId="567"/>
        </pc:sldMkLst>
        <pc:spChg chg="mod">
          <ac:chgData name="翟 锐" userId="fef11181f709266a" providerId="LiveId" clId="{727D35D6-B4E6-4AF0-8F74-99EBC6E1954B}" dt="2020-09-23T16:46:43.808" v="2093" actId="12"/>
          <ac:spMkLst>
            <pc:docMk/>
            <pc:sldMk cId="1981665619" sldId="567"/>
            <ac:spMk id="2" creationId="{1A343DEC-CFF6-41F5-B87C-0DFC08C67B76}"/>
          </ac:spMkLst>
        </pc:spChg>
      </pc:sldChg>
      <pc:sldChg chg="modSp del mod">
        <pc:chgData name="翟 锐" userId="fef11181f709266a" providerId="LiveId" clId="{727D35D6-B4E6-4AF0-8F74-99EBC6E1954B}" dt="2020-08-29T09:10:51.105" v="244" actId="2696"/>
        <pc:sldMkLst>
          <pc:docMk/>
          <pc:sldMk cId="2335307117" sldId="567"/>
        </pc:sldMkLst>
        <pc:spChg chg="mod">
          <ac:chgData name="翟 锐" userId="fef11181f709266a" providerId="LiveId" clId="{727D35D6-B4E6-4AF0-8F74-99EBC6E1954B}" dt="2020-08-29T08:53:05.156" v="130" actId="20577"/>
          <ac:spMkLst>
            <pc:docMk/>
            <pc:sldMk cId="2335307117" sldId="567"/>
            <ac:spMk id="2" creationId="{1A343DEC-CFF6-41F5-B87C-0DFC08C67B76}"/>
          </ac:spMkLst>
        </pc:spChg>
      </pc:sldChg>
      <pc:sldChg chg="modSp ord">
        <pc:chgData name="翟 锐" userId="fef11181f709266a" providerId="LiveId" clId="{727D35D6-B4E6-4AF0-8F74-99EBC6E1954B}" dt="2020-09-24T13:38:24.519" v="3912"/>
        <pc:sldMkLst>
          <pc:docMk/>
          <pc:sldMk cId="1385814803" sldId="568"/>
        </pc:sldMkLst>
        <pc:spChg chg="mod">
          <ac:chgData name="翟 锐" userId="fef11181f709266a" providerId="LiveId" clId="{727D35D6-B4E6-4AF0-8F74-99EBC6E1954B}" dt="2020-09-24T13:38:00.925" v="3906" actId="20577"/>
          <ac:spMkLst>
            <pc:docMk/>
            <pc:sldMk cId="1385814803" sldId="568"/>
            <ac:spMk id="35" creationId="{00000000-0000-0000-0000-000000000000}"/>
          </ac:spMkLst>
        </pc:spChg>
      </pc:sldChg>
      <pc:sldChg chg="modSp mod modAnim">
        <pc:chgData name="翟 锐" userId="fef11181f709266a" providerId="LiveId" clId="{727D35D6-B4E6-4AF0-8F74-99EBC6E1954B}" dt="2020-09-06T05:20:31.850" v="1759" actId="1076"/>
        <pc:sldMkLst>
          <pc:docMk/>
          <pc:sldMk cId="4047933167" sldId="569"/>
        </pc:sldMkLst>
        <pc:spChg chg="mod">
          <ac:chgData name="翟 锐" userId="fef11181f709266a" providerId="LiveId" clId="{727D35D6-B4E6-4AF0-8F74-99EBC6E1954B}" dt="2020-09-06T05:16:36.303" v="1537"/>
          <ac:spMkLst>
            <pc:docMk/>
            <pc:sldMk cId="4047933167" sldId="569"/>
            <ac:spMk id="2" creationId="{1A343DEC-CFF6-41F5-B87C-0DFC08C67B76}"/>
          </ac:spMkLst>
        </pc:spChg>
        <pc:spChg chg="mod">
          <ac:chgData name="翟 锐" userId="fef11181f709266a" providerId="LiveId" clId="{727D35D6-B4E6-4AF0-8F74-99EBC6E1954B}" dt="2020-09-06T05:17:00.813" v="1607"/>
          <ac:spMkLst>
            <pc:docMk/>
            <pc:sldMk cId="4047933167" sldId="569"/>
            <ac:spMk id="35" creationId="{00000000-0000-0000-0000-000000000000}"/>
          </ac:spMkLst>
        </pc:spChg>
        <pc:picChg chg="mod">
          <ac:chgData name="翟 锐" userId="fef11181f709266a" providerId="LiveId" clId="{727D35D6-B4E6-4AF0-8F74-99EBC6E1954B}" dt="2020-09-06T05:20:31.850" v="1759" actId="1076"/>
          <ac:picMkLst>
            <pc:docMk/>
            <pc:sldMk cId="4047933167" sldId="569"/>
            <ac:picMk id="6" creationId="{1E7935DF-D7B7-4F76-A56E-2E87D67F1A2D}"/>
          </ac:picMkLst>
        </pc:picChg>
      </pc:sldChg>
      <pc:sldChg chg="modSp ord modAnim">
        <pc:chgData name="翟 锐" userId="fef11181f709266a" providerId="LiveId" clId="{727D35D6-B4E6-4AF0-8F74-99EBC6E1954B}" dt="2020-09-06T05:17:07.781" v="1608"/>
        <pc:sldMkLst>
          <pc:docMk/>
          <pc:sldMk cId="1248462053" sldId="570"/>
        </pc:sldMkLst>
        <pc:spChg chg="mod">
          <ac:chgData name="翟 锐" userId="fef11181f709266a" providerId="LiveId" clId="{727D35D6-B4E6-4AF0-8F74-99EBC6E1954B}" dt="2020-09-06T05:17:07.781" v="1608"/>
          <ac:spMkLst>
            <pc:docMk/>
            <pc:sldMk cId="1248462053" sldId="570"/>
            <ac:spMk id="35" creationId="{00000000-0000-0000-0000-000000000000}"/>
          </ac:spMkLst>
        </pc:spChg>
      </pc:sldChg>
      <pc:sldChg chg="modSp add del">
        <pc:chgData name="翟 锐" userId="fef11181f709266a" providerId="LiveId" clId="{727D35D6-B4E6-4AF0-8F74-99EBC6E1954B}" dt="2020-09-24T13:45:00.488" v="3981" actId="2696"/>
        <pc:sldMkLst>
          <pc:docMk/>
          <pc:sldMk cId="1183802789" sldId="571"/>
        </pc:sldMkLst>
        <pc:spChg chg="mod">
          <ac:chgData name="翟 锐" userId="fef11181f709266a" providerId="LiveId" clId="{727D35D6-B4E6-4AF0-8F74-99EBC6E1954B}" dt="2020-09-05T16:43:47.396" v="1422"/>
          <ac:spMkLst>
            <pc:docMk/>
            <pc:sldMk cId="1183802789" sldId="571"/>
            <ac:spMk id="35" creationId="{00000000-0000-0000-0000-000000000000}"/>
          </ac:spMkLst>
        </pc:spChg>
      </pc:sldChg>
      <pc:sldChg chg="add ord">
        <pc:chgData name="翟 锐" userId="fef11181f709266a" providerId="LiveId" clId="{727D35D6-B4E6-4AF0-8F74-99EBC6E1954B}" dt="2020-09-24T13:45:44.065" v="3984"/>
        <pc:sldMkLst>
          <pc:docMk/>
          <pc:sldMk cId="3236092290" sldId="571"/>
        </pc:sldMkLst>
      </pc:sldChg>
      <pc:sldChg chg="modSp del mod ord">
        <pc:chgData name="翟 锐" userId="fef11181f709266a" providerId="LiveId" clId="{727D35D6-B4E6-4AF0-8F74-99EBC6E1954B}" dt="2020-09-05T16:42:53.448" v="1401" actId="2696"/>
        <pc:sldMkLst>
          <pc:docMk/>
          <pc:sldMk cId="4135861373" sldId="571"/>
        </pc:sldMkLst>
        <pc:picChg chg="mod">
          <ac:chgData name="翟 锐" userId="fef11181f709266a" providerId="LiveId" clId="{727D35D6-B4E6-4AF0-8F74-99EBC6E1954B}" dt="2020-09-05T16:26:59.492" v="1292" actId="1076"/>
          <ac:picMkLst>
            <pc:docMk/>
            <pc:sldMk cId="4135861373" sldId="571"/>
            <ac:picMk id="4" creationId="{05F69294-5C7E-47CA-AF72-F2B1779893E8}"/>
          </ac:picMkLst>
        </pc:picChg>
      </pc:sldChg>
      <pc:sldChg chg="modSp ord">
        <pc:chgData name="翟 锐" userId="fef11181f709266a" providerId="LiveId" clId="{727D35D6-B4E6-4AF0-8F74-99EBC6E1954B}" dt="2020-09-06T05:17:11.810" v="1609"/>
        <pc:sldMkLst>
          <pc:docMk/>
          <pc:sldMk cId="1120019373" sldId="572"/>
        </pc:sldMkLst>
        <pc:spChg chg="mod">
          <ac:chgData name="翟 锐" userId="fef11181f709266a" providerId="LiveId" clId="{727D35D6-B4E6-4AF0-8F74-99EBC6E1954B}" dt="2020-09-06T05:17:11.810" v="1609"/>
          <ac:spMkLst>
            <pc:docMk/>
            <pc:sldMk cId="1120019373" sldId="572"/>
            <ac:spMk id="35" creationId="{00000000-0000-0000-0000-000000000000}"/>
          </ac:spMkLst>
        </pc:spChg>
      </pc:sldChg>
      <pc:sldChg chg="modSp add">
        <pc:chgData name="翟 锐" userId="fef11181f709266a" providerId="LiveId" clId="{727D35D6-B4E6-4AF0-8F74-99EBC6E1954B}" dt="2020-09-24T13:37:36.152" v="3903" actId="20577"/>
        <pc:sldMkLst>
          <pc:docMk/>
          <pc:sldMk cId="743746202" sldId="573"/>
        </pc:sldMkLst>
        <pc:spChg chg="mod">
          <ac:chgData name="翟 锐" userId="fef11181f709266a" providerId="LiveId" clId="{727D35D6-B4E6-4AF0-8F74-99EBC6E1954B}" dt="2020-09-24T13:37:36.152" v="3903" actId="20577"/>
          <ac:spMkLst>
            <pc:docMk/>
            <pc:sldMk cId="743746202" sldId="573"/>
            <ac:spMk id="35" creationId="{00000000-0000-0000-0000-000000000000}"/>
          </ac:spMkLst>
        </pc:spChg>
      </pc:sldChg>
      <pc:sldChg chg="del">
        <pc:chgData name="翟 锐" userId="fef11181f709266a" providerId="LiveId" clId="{727D35D6-B4E6-4AF0-8F74-99EBC6E1954B}" dt="2020-09-05T16:44:41.315" v="1461" actId="2696"/>
        <pc:sldMkLst>
          <pc:docMk/>
          <pc:sldMk cId="757202342" sldId="573"/>
        </pc:sldMkLst>
      </pc:sldChg>
      <pc:sldChg chg="add del">
        <pc:chgData name="翟 锐" userId="fef11181f709266a" providerId="LiveId" clId="{727D35D6-B4E6-4AF0-8F74-99EBC6E1954B}" dt="2020-09-06T05:18:15.069" v="1637" actId="2696"/>
        <pc:sldMkLst>
          <pc:docMk/>
          <pc:sldMk cId="1679827655" sldId="573"/>
        </pc:sldMkLst>
      </pc:sldChg>
      <pc:sldChg chg="add del">
        <pc:chgData name="翟 锐" userId="fef11181f709266a" providerId="LiveId" clId="{727D35D6-B4E6-4AF0-8F74-99EBC6E1954B}" dt="2020-09-24T13:34:47.866" v="3825" actId="2696"/>
        <pc:sldMkLst>
          <pc:docMk/>
          <pc:sldMk cId="2580293751" sldId="573"/>
        </pc:sldMkLst>
      </pc:sldChg>
      <pc:sldChg chg="add del">
        <pc:chgData name="翟 锐" userId="fef11181f709266a" providerId="LiveId" clId="{727D35D6-B4E6-4AF0-8F74-99EBC6E1954B}" dt="2020-09-24T13:36:29.179" v="3851" actId="2696"/>
        <pc:sldMkLst>
          <pc:docMk/>
          <pc:sldMk cId="3666979464" sldId="573"/>
        </pc:sldMkLst>
      </pc:sldChg>
      <pc:sldChg chg="modSp add modAnim">
        <pc:chgData name="翟 锐" userId="fef11181f709266a" providerId="LiveId" clId="{727D35D6-B4E6-4AF0-8F74-99EBC6E1954B}" dt="2020-09-24T13:28:20.584" v="3755"/>
        <pc:sldMkLst>
          <pc:docMk/>
          <pc:sldMk cId="620485273" sldId="574"/>
        </pc:sldMkLst>
        <pc:spChg chg="mod">
          <ac:chgData name="翟 锐" userId="fef11181f709266a" providerId="LiveId" clId="{727D35D6-B4E6-4AF0-8F74-99EBC6E1954B}" dt="2020-09-24T13:28:20.584" v="3755"/>
          <ac:spMkLst>
            <pc:docMk/>
            <pc:sldMk cId="620485273" sldId="574"/>
            <ac:spMk id="35" creationId="{00000000-0000-0000-0000-000000000000}"/>
          </ac:spMkLst>
        </pc:spChg>
      </pc:sldChg>
      <pc:sldChg chg="addSp delSp modSp add del mod addAnim delAnim modAnim">
        <pc:chgData name="翟 锐" userId="fef11181f709266a" providerId="LiveId" clId="{727D35D6-B4E6-4AF0-8F74-99EBC6E1954B}" dt="2020-09-06T05:17:54.152" v="1635" actId="2696"/>
        <pc:sldMkLst>
          <pc:docMk/>
          <pc:sldMk cId="2409571992" sldId="574"/>
        </pc:sldMkLst>
        <pc:spChg chg="add del mod">
          <ac:chgData name="翟 锐" userId="fef11181f709266a" providerId="LiveId" clId="{727D35D6-B4E6-4AF0-8F74-99EBC6E1954B}" dt="2020-09-06T05:17:45.018" v="1634" actId="20577"/>
          <ac:spMkLst>
            <pc:docMk/>
            <pc:sldMk cId="2409571992" sldId="574"/>
            <ac:spMk id="35" creationId="{00000000-0000-0000-0000-000000000000}"/>
          </ac:spMkLst>
        </pc:spChg>
      </pc:sldChg>
      <pc:sldChg chg="add del">
        <pc:chgData name="翟 锐" userId="fef11181f709266a" providerId="LiveId" clId="{727D35D6-B4E6-4AF0-8F74-99EBC6E1954B}" dt="2020-09-05T16:40:33.077" v="1389" actId="2696"/>
        <pc:sldMkLst>
          <pc:docMk/>
          <pc:sldMk cId="2476374595" sldId="574"/>
        </pc:sldMkLst>
      </pc:sldChg>
      <pc:sldChg chg="add del">
        <pc:chgData name="翟 锐" userId="fef11181f709266a" providerId="LiveId" clId="{727D35D6-B4E6-4AF0-8F74-99EBC6E1954B}" dt="2020-09-05T16:39:39.369" v="1385" actId="2696"/>
        <pc:sldMkLst>
          <pc:docMk/>
          <pc:sldMk cId="2834995072" sldId="574"/>
        </pc:sldMkLst>
      </pc:sldChg>
      <pc:sldChg chg="modSp del mod">
        <pc:chgData name="翟 锐" userId="fef11181f709266a" providerId="LiveId" clId="{727D35D6-B4E6-4AF0-8F74-99EBC6E1954B}" dt="2020-09-05T16:39:27.174" v="1383" actId="2696"/>
        <pc:sldMkLst>
          <pc:docMk/>
          <pc:sldMk cId="3813965798" sldId="574"/>
        </pc:sldMkLst>
        <pc:spChg chg="mod">
          <ac:chgData name="翟 锐" userId="fef11181f709266a" providerId="LiveId" clId="{727D35D6-B4E6-4AF0-8F74-99EBC6E1954B}" dt="2020-09-05T16:28:10.707" v="1295" actId="12"/>
          <ac:spMkLst>
            <pc:docMk/>
            <pc:sldMk cId="3813965798" sldId="574"/>
            <ac:spMk id="2" creationId="{1A343DEC-CFF6-41F5-B87C-0DFC08C67B76}"/>
          </ac:spMkLst>
        </pc:spChg>
      </pc:sldChg>
      <pc:sldChg chg="modSp add del modAnim">
        <pc:chgData name="翟 锐" userId="fef11181f709266a" providerId="LiveId" clId="{727D35D6-B4E6-4AF0-8F74-99EBC6E1954B}" dt="2020-09-24T13:27:43.024" v="3729" actId="2696"/>
        <pc:sldMkLst>
          <pc:docMk/>
          <pc:sldMk cId="4182787323" sldId="574"/>
        </pc:sldMkLst>
        <pc:spChg chg="mod">
          <ac:chgData name="翟 锐" userId="fef11181f709266a" providerId="LiveId" clId="{727D35D6-B4E6-4AF0-8F74-99EBC6E1954B}" dt="2020-09-06T05:18:35.395" v="1690"/>
          <ac:spMkLst>
            <pc:docMk/>
            <pc:sldMk cId="4182787323" sldId="574"/>
            <ac:spMk id="35" creationId="{00000000-0000-0000-0000-000000000000}"/>
          </ac:spMkLst>
        </pc:spChg>
      </pc:sldChg>
      <pc:sldChg chg="modSp add del">
        <pc:chgData name="翟 锐" userId="fef11181f709266a" providerId="LiveId" clId="{727D35D6-B4E6-4AF0-8F74-99EBC6E1954B}" dt="2020-09-24T13:27:43.024" v="3729" actId="2696"/>
        <pc:sldMkLst>
          <pc:docMk/>
          <pc:sldMk cId="502649617" sldId="575"/>
        </pc:sldMkLst>
        <pc:spChg chg="mod">
          <ac:chgData name="翟 锐" userId="fef11181f709266a" providerId="LiveId" clId="{727D35D6-B4E6-4AF0-8F74-99EBC6E1954B}" dt="2020-09-06T05:18:41.178" v="1692"/>
          <ac:spMkLst>
            <pc:docMk/>
            <pc:sldMk cId="502649617" sldId="575"/>
            <ac:spMk id="35" creationId="{00000000-0000-0000-0000-000000000000}"/>
          </ac:spMkLst>
        </pc:spChg>
      </pc:sldChg>
      <pc:sldChg chg="add del">
        <pc:chgData name="翟 锐" userId="fef11181f709266a" providerId="LiveId" clId="{727D35D6-B4E6-4AF0-8F74-99EBC6E1954B}" dt="2020-09-06T05:17:54.152" v="1635" actId="2696"/>
        <pc:sldMkLst>
          <pc:docMk/>
          <pc:sldMk cId="821896192" sldId="575"/>
        </pc:sldMkLst>
      </pc:sldChg>
      <pc:sldChg chg="modSp add">
        <pc:chgData name="翟 锐" userId="fef11181f709266a" providerId="LiveId" clId="{727D35D6-B4E6-4AF0-8F74-99EBC6E1954B}" dt="2020-09-24T13:28:26.053" v="3757"/>
        <pc:sldMkLst>
          <pc:docMk/>
          <pc:sldMk cId="1067089501" sldId="575"/>
        </pc:sldMkLst>
        <pc:spChg chg="mod">
          <ac:chgData name="翟 锐" userId="fef11181f709266a" providerId="LiveId" clId="{727D35D6-B4E6-4AF0-8F74-99EBC6E1954B}" dt="2020-09-24T13:28:26.053" v="3757"/>
          <ac:spMkLst>
            <pc:docMk/>
            <pc:sldMk cId="1067089501" sldId="575"/>
            <ac:spMk id="35" creationId="{00000000-0000-0000-0000-000000000000}"/>
          </ac:spMkLst>
        </pc:spChg>
      </pc:sldChg>
      <pc:sldChg chg="add del">
        <pc:chgData name="翟 锐" userId="fef11181f709266a" providerId="LiveId" clId="{727D35D6-B4E6-4AF0-8F74-99EBC6E1954B}" dt="2020-09-05T16:39:39.369" v="1385" actId="2696"/>
        <pc:sldMkLst>
          <pc:docMk/>
          <pc:sldMk cId="1843174693" sldId="575"/>
        </pc:sldMkLst>
      </pc:sldChg>
      <pc:sldChg chg="modSp del mod">
        <pc:chgData name="翟 锐" userId="fef11181f709266a" providerId="LiveId" clId="{727D35D6-B4E6-4AF0-8F74-99EBC6E1954B}" dt="2020-09-05T16:39:27.174" v="1383" actId="2696"/>
        <pc:sldMkLst>
          <pc:docMk/>
          <pc:sldMk cId="2437343248" sldId="575"/>
        </pc:sldMkLst>
        <pc:spChg chg="mod">
          <ac:chgData name="翟 锐" userId="fef11181f709266a" providerId="LiveId" clId="{727D35D6-B4E6-4AF0-8F74-99EBC6E1954B}" dt="2020-09-05T16:28:19.173" v="1298" actId="12"/>
          <ac:spMkLst>
            <pc:docMk/>
            <pc:sldMk cId="2437343248" sldId="575"/>
            <ac:spMk id="2" creationId="{1A343DEC-CFF6-41F5-B87C-0DFC08C67B76}"/>
          </ac:spMkLst>
        </pc:spChg>
      </pc:sldChg>
      <pc:sldChg chg="add del">
        <pc:chgData name="翟 锐" userId="fef11181f709266a" providerId="LiveId" clId="{727D35D6-B4E6-4AF0-8F74-99EBC6E1954B}" dt="2020-09-05T16:40:33.077" v="1389" actId="2696"/>
        <pc:sldMkLst>
          <pc:docMk/>
          <pc:sldMk cId="3574920604" sldId="575"/>
        </pc:sldMkLst>
      </pc:sldChg>
      <pc:sldChg chg="modSp add del">
        <pc:chgData name="翟 锐" userId="fef11181f709266a" providerId="LiveId" clId="{727D35D6-B4E6-4AF0-8F74-99EBC6E1954B}" dt="2020-09-24T13:27:43.024" v="3729" actId="2696"/>
        <pc:sldMkLst>
          <pc:docMk/>
          <pc:sldMk cId="1218141294" sldId="576"/>
        </pc:sldMkLst>
        <pc:spChg chg="mod">
          <ac:chgData name="翟 锐" userId="fef11181f709266a" providerId="LiveId" clId="{727D35D6-B4E6-4AF0-8F74-99EBC6E1954B}" dt="2020-09-06T05:18:44.104" v="1693"/>
          <ac:spMkLst>
            <pc:docMk/>
            <pc:sldMk cId="1218141294" sldId="576"/>
            <ac:spMk id="35" creationId="{00000000-0000-0000-0000-000000000000}"/>
          </ac:spMkLst>
        </pc:spChg>
      </pc:sldChg>
      <pc:sldChg chg="modSp del mod">
        <pc:chgData name="翟 锐" userId="fef11181f709266a" providerId="LiveId" clId="{727D35D6-B4E6-4AF0-8F74-99EBC6E1954B}" dt="2020-09-05T16:39:27.174" v="1383" actId="2696"/>
        <pc:sldMkLst>
          <pc:docMk/>
          <pc:sldMk cId="2216433463" sldId="576"/>
        </pc:sldMkLst>
        <pc:spChg chg="mod">
          <ac:chgData name="翟 锐" userId="fef11181f709266a" providerId="LiveId" clId="{727D35D6-B4E6-4AF0-8F74-99EBC6E1954B}" dt="2020-09-05T16:28:22.766" v="1300" actId="12"/>
          <ac:spMkLst>
            <pc:docMk/>
            <pc:sldMk cId="2216433463" sldId="576"/>
            <ac:spMk id="2" creationId="{1A343DEC-CFF6-41F5-B87C-0DFC08C67B76}"/>
          </ac:spMkLst>
        </pc:spChg>
      </pc:sldChg>
      <pc:sldChg chg="add del">
        <pc:chgData name="翟 锐" userId="fef11181f709266a" providerId="LiveId" clId="{727D35D6-B4E6-4AF0-8F74-99EBC6E1954B}" dt="2020-09-06T05:17:54.152" v="1635" actId="2696"/>
        <pc:sldMkLst>
          <pc:docMk/>
          <pc:sldMk cId="2534175997" sldId="576"/>
        </pc:sldMkLst>
      </pc:sldChg>
      <pc:sldChg chg="modSp add">
        <pc:chgData name="翟 锐" userId="fef11181f709266a" providerId="LiveId" clId="{727D35D6-B4E6-4AF0-8F74-99EBC6E1954B}" dt="2020-09-24T13:28:27.470" v="3758"/>
        <pc:sldMkLst>
          <pc:docMk/>
          <pc:sldMk cId="2636534021" sldId="576"/>
        </pc:sldMkLst>
        <pc:spChg chg="mod">
          <ac:chgData name="翟 锐" userId="fef11181f709266a" providerId="LiveId" clId="{727D35D6-B4E6-4AF0-8F74-99EBC6E1954B}" dt="2020-09-24T13:28:27.470" v="3758"/>
          <ac:spMkLst>
            <pc:docMk/>
            <pc:sldMk cId="2636534021" sldId="576"/>
            <ac:spMk id="35" creationId="{00000000-0000-0000-0000-000000000000}"/>
          </ac:spMkLst>
        </pc:spChg>
      </pc:sldChg>
      <pc:sldChg chg="add del">
        <pc:chgData name="翟 锐" userId="fef11181f709266a" providerId="LiveId" clId="{727D35D6-B4E6-4AF0-8F74-99EBC6E1954B}" dt="2020-09-05T16:39:39.369" v="1385" actId="2696"/>
        <pc:sldMkLst>
          <pc:docMk/>
          <pc:sldMk cId="2893003110" sldId="576"/>
        </pc:sldMkLst>
      </pc:sldChg>
      <pc:sldChg chg="add del">
        <pc:chgData name="翟 锐" userId="fef11181f709266a" providerId="LiveId" clId="{727D35D6-B4E6-4AF0-8F74-99EBC6E1954B}" dt="2020-09-05T16:40:33.077" v="1389" actId="2696"/>
        <pc:sldMkLst>
          <pc:docMk/>
          <pc:sldMk cId="3591004234" sldId="576"/>
        </pc:sldMkLst>
      </pc:sldChg>
      <pc:sldChg chg="add del">
        <pc:chgData name="翟 锐" userId="fef11181f709266a" providerId="LiveId" clId="{727D35D6-B4E6-4AF0-8F74-99EBC6E1954B}" dt="2020-09-05T16:40:33.077" v="1389" actId="2696"/>
        <pc:sldMkLst>
          <pc:docMk/>
          <pc:sldMk cId="1108804641" sldId="577"/>
        </pc:sldMkLst>
      </pc:sldChg>
      <pc:sldChg chg="modSp del mod">
        <pc:chgData name="翟 锐" userId="fef11181f709266a" providerId="LiveId" clId="{727D35D6-B4E6-4AF0-8F74-99EBC6E1954B}" dt="2020-09-05T16:39:27.174" v="1383" actId="2696"/>
        <pc:sldMkLst>
          <pc:docMk/>
          <pc:sldMk cId="1412906642" sldId="577"/>
        </pc:sldMkLst>
        <pc:spChg chg="mod">
          <ac:chgData name="翟 锐" userId="fef11181f709266a" providerId="LiveId" clId="{727D35D6-B4E6-4AF0-8F74-99EBC6E1954B}" dt="2020-09-05T16:28:27.011" v="1302" actId="12"/>
          <ac:spMkLst>
            <pc:docMk/>
            <pc:sldMk cId="1412906642" sldId="577"/>
            <ac:spMk id="2" creationId="{1A343DEC-CFF6-41F5-B87C-0DFC08C67B76}"/>
          </ac:spMkLst>
        </pc:spChg>
      </pc:sldChg>
      <pc:sldChg chg="modSp add">
        <pc:chgData name="翟 锐" userId="fef11181f709266a" providerId="LiveId" clId="{727D35D6-B4E6-4AF0-8F74-99EBC6E1954B}" dt="2020-09-24T13:28:28.866" v="3759"/>
        <pc:sldMkLst>
          <pc:docMk/>
          <pc:sldMk cId="1554101574" sldId="577"/>
        </pc:sldMkLst>
        <pc:spChg chg="mod">
          <ac:chgData name="翟 锐" userId="fef11181f709266a" providerId="LiveId" clId="{727D35D6-B4E6-4AF0-8F74-99EBC6E1954B}" dt="2020-09-24T13:28:28.866" v="3759"/>
          <ac:spMkLst>
            <pc:docMk/>
            <pc:sldMk cId="1554101574" sldId="577"/>
            <ac:spMk id="35" creationId="{00000000-0000-0000-0000-000000000000}"/>
          </ac:spMkLst>
        </pc:spChg>
      </pc:sldChg>
      <pc:sldChg chg="add del">
        <pc:chgData name="翟 锐" userId="fef11181f709266a" providerId="LiveId" clId="{727D35D6-B4E6-4AF0-8F74-99EBC6E1954B}" dt="2020-09-05T16:39:39.369" v="1385" actId="2696"/>
        <pc:sldMkLst>
          <pc:docMk/>
          <pc:sldMk cId="2835892315" sldId="577"/>
        </pc:sldMkLst>
      </pc:sldChg>
      <pc:sldChg chg="add del">
        <pc:chgData name="翟 锐" userId="fef11181f709266a" providerId="LiveId" clId="{727D35D6-B4E6-4AF0-8F74-99EBC6E1954B}" dt="2020-09-06T05:17:54.152" v="1635" actId="2696"/>
        <pc:sldMkLst>
          <pc:docMk/>
          <pc:sldMk cId="2875469035" sldId="577"/>
        </pc:sldMkLst>
      </pc:sldChg>
      <pc:sldChg chg="modSp add del">
        <pc:chgData name="翟 锐" userId="fef11181f709266a" providerId="LiveId" clId="{727D35D6-B4E6-4AF0-8F74-99EBC6E1954B}" dt="2020-09-24T13:27:43.024" v="3729" actId="2696"/>
        <pc:sldMkLst>
          <pc:docMk/>
          <pc:sldMk cId="3781538199" sldId="577"/>
        </pc:sldMkLst>
        <pc:spChg chg="mod">
          <ac:chgData name="翟 锐" userId="fef11181f709266a" providerId="LiveId" clId="{727D35D6-B4E6-4AF0-8F74-99EBC6E1954B}" dt="2020-09-06T05:18:45.993" v="1694"/>
          <ac:spMkLst>
            <pc:docMk/>
            <pc:sldMk cId="3781538199" sldId="577"/>
            <ac:spMk id="35" creationId="{00000000-0000-0000-0000-000000000000}"/>
          </ac:spMkLst>
        </pc:spChg>
      </pc:sldChg>
      <pc:sldChg chg="modSp add del">
        <pc:chgData name="翟 锐" userId="fef11181f709266a" providerId="LiveId" clId="{727D35D6-B4E6-4AF0-8F74-99EBC6E1954B}" dt="2020-09-24T13:27:43.024" v="3729" actId="2696"/>
        <pc:sldMkLst>
          <pc:docMk/>
          <pc:sldMk cId="505177542" sldId="578"/>
        </pc:sldMkLst>
        <pc:spChg chg="mod">
          <ac:chgData name="翟 锐" userId="fef11181f709266a" providerId="LiveId" clId="{727D35D6-B4E6-4AF0-8F74-99EBC6E1954B}" dt="2020-09-06T05:18:47.816" v="1695"/>
          <ac:spMkLst>
            <pc:docMk/>
            <pc:sldMk cId="505177542" sldId="578"/>
            <ac:spMk id="35" creationId="{00000000-0000-0000-0000-000000000000}"/>
          </ac:spMkLst>
        </pc:spChg>
      </pc:sldChg>
      <pc:sldChg chg="add del">
        <pc:chgData name="翟 锐" userId="fef11181f709266a" providerId="LiveId" clId="{727D35D6-B4E6-4AF0-8F74-99EBC6E1954B}" dt="2020-09-06T05:17:54.152" v="1635" actId="2696"/>
        <pc:sldMkLst>
          <pc:docMk/>
          <pc:sldMk cId="1656038659" sldId="578"/>
        </pc:sldMkLst>
      </pc:sldChg>
      <pc:sldChg chg="modSp del mod">
        <pc:chgData name="翟 锐" userId="fef11181f709266a" providerId="LiveId" clId="{727D35D6-B4E6-4AF0-8F74-99EBC6E1954B}" dt="2020-09-05T16:39:27.174" v="1383" actId="2696"/>
        <pc:sldMkLst>
          <pc:docMk/>
          <pc:sldMk cId="1727444032" sldId="578"/>
        </pc:sldMkLst>
        <pc:spChg chg="mod">
          <ac:chgData name="翟 锐" userId="fef11181f709266a" providerId="LiveId" clId="{727D35D6-B4E6-4AF0-8F74-99EBC6E1954B}" dt="2020-09-05T16:28:30.874" v="1304" actId="12"/>
          <ac:spMkLst>
            <pc:docMk/>
            <pc:sldMk cId="1727444032" sldId="578"/>
            <ac:spMk id="2" creationId="{1A343DEC-CFF6-41F5-B87C-0DFC08C67B76}"/>
          </ac:spMkLst>
        </pc:spChg>
      </pc:sldChg>
      <pc:sldChg chg="add del">
        <pc:chgData name="翟 锐" userId="fef11181f709266a" providerId="LiveId" clId="{727D35D6-B4E6-4AF0-8F74-99EBC6E1954B}" dt="2020-09-05T16:40:33.077" v="1389" actId="2696"/>
        <pc:sldMkLst>
          <pc:docMk/>
          <pc:sldMk cId="2893419762" sldId="578"/>
        </pc:sldMkLst>
      </pc:sldChg>
      <pc:sldChg chg="modSp add">
        <pc:chgData name="翟 锐" userId="fef11181f709266a" providerId="LiveId" clId="{727D35D6-B4E6-4AF0-8F74-99EBC6E1954B}" dt="2020-09-24T13:28:30.327" v="3760"/>
        <pc:sldMkLst>
          <pc:docMk/>
          <pc:sldMk cId="3422299790" sldId="578"/>
        </pc:sldMkLst>
        <pc:spChg chg="mod">
          <ac:chgData name="翟 锐" userId="fef11181f709266a" providerId="LiveId" clId="{727D35D6-B4E6-4AF0-8F74-99EBC6E1954B}" dt="2020-09-24T13:28:30.327" v="3760"/>
          <ac:spMkLst>
            <pc:docMk/>
            <pc:sldMk cId="3422299790" sldId="578"/>
            <ac:spMk id="35" creationId="{00000000-0000-0000-0000-000000000000}"/>
          </ac:spMkLst>
        </pc:spChg>
      </pc:sldChg>
      <pc:sldChg chg="add del">
        <pc:chgData name="翟 锐" userId="fef11181f709266a" providerId="LiveId" clId="{727D35D6-B4E6-4AF0-8F74-99EBC6E1954B}" dt="2020-09-05T16:39:39.369" v="1385" actId="2696"/>
        <pc:sldMkLst>
          <pc:docMk/>
          <pc:sldMk cId="4251655058" sldId="578"/>
        </pc:sldMkLst>
      </pc:sldChg>
      <pc:sldChg chg="modSp add del">
        <pc:chgData name="翟 锐" userId="fef11181f709266a" providerId="LiveId" clId="{727D35D6-B4E6-4AF0-8F74-99EBC6E1954B}" dt="2020-09-24T13:27:43.024" v="3729" actId="2696"/>
        <pc:sldMkLst>
          <pc:docMk/>
          <pc:sldMk cId="1527811131" sldId="579"/>
        </pc:sldMkLst>
        <pc:spChg chg="mod">
          <ac:chgData name="翟 锐" userId="fef11181f709266a" providerId="LiveId" clId="{727D35D6-B4E6-4AF0-8F74-99EBC6E1954B}" dt="2020-09-06T05:18:39.288" v="1691"/>
          <ac:spMkLst>
            <pc:docMk/>
            <pc:sldMk cId="1527811131" sldId="579"/>
            <ac:spMk id="35" creationId="{00000000-0000-0000-0000-000000000000}"/>
          </ac:spMkLst>
        </pc:spChg>
      </pc:sldChg>
      <pc:sldChg chg="add del">
        <pc:chgData name="翟 锐" userId="fef11181f709266a" providerId="LiveId" clId="{727D35D6-B4E6-4AF0-8F74-99EBC6E1954B}" dt="2020-09-05T16:40:33.077" v="1389" actId="2696"/>
        <pc:sldMkLst>
          <pc:docMk/>
          <pc:sldMk cId="1938557577" sldId="579"/>
        </pc:sldMkLst>
      </pc:sldChg>
      <pc:sldChg chg="modSp add">
        <pc:chgData name="翟 锐" userId="fef11181f709266a" providerId="LiveId" clId="{727D35D6-B4E6-4AF0-8F74-99EBC6E1954B}" dt="2020-09-24T13:28:24.344" v="3756"/>
        <pc:sldMkLst>
          <pc:docMk/>
          <pc:sldMk cId="2625504127" sldId="579"/>
        </pc:sldMkLst>
        <pc:spChg chg="mod">
          <ac:chgData name="翟 锐" userId="fef11181f709266a" providerId="LiveId" clId="{727D35D6-B4E6-4AF0-8F74-99EBC6E1954B}" dt="2020-09-24T13:28:24.344" v="3756"/>
          <ac:spMkLst>
            <pc:docMk/>
            <pc:sldMk cId="2625504127" sldId="579"/>
            <ac:spMk id="35" creationId="{00000000-0000-0000-0000-000000000000}"/>
          </ac:spMkLst>
        </pc:spChg>
      </pc:sldChg>
      <pc:sldChg chg="add del">
        <pc:chgData name="翟 锐" userId="fef11181f709266a" providerId="LiveId" clId="{727D35D6-B4E6-4AF0-8F74-99EBC6E1954B}" dt="2020-09-06T05:17:54.152" v="1635" actId="2696"/>
        <pc:sldMkLst>
          <pc:docMk/>
          <pc:sldMk cId="2927550175" sldId="579"/>
        </pc:sldMkLst>
      </pc:sldChg>
      <pc:sldChg chg="modSp del mod">
        <pc:chgData name="翟 锐" userId="fef11181f709266a" providerId="LiveId" clId="{727D35D6-B4E6-4AF0-8F74-99EBC6E1954B}" dt="2020-09-05T16:39:27.174" v="1383" actId="2696"/>
        <pc:sldMkLst>
          <pc:docMk/>
          <pc:sldMk cId="3171092185" sldId="579"/>
        </pc:sldMkLst>
        <pc:spChg chg="mod">
          <ac:chgData name="翟 锐" userId="fef11181f709266a" providerId="LiveId" clId="{727D35D6-B4E6-4AF0-8F74-99EBC6E1954B}" dt="2020-09-05T16:28:14.636" v="1296" actId="12"/>
          <ac:spMkLst>
            <pc:docMk/>
            <pc:sldMk cId="3171092185" sldId="579"/>
            <ac:spMk id="2" creationId="{1A343DEC-CFF6-41F5-B87C-0DFC08C67B76}"/>
          </ac:spMkLst>
        </pc:spChg>
      </pc:sldChg>
      <pc:sldChg chg="add del">
        <pc:chgData name="翟 锐" userId="fef11181f709266a" providerId="LiveId" clId="{727D35D6-B4E6-4AF0-8F74-99EBC6E1954B}" dt="2020-09-05T16:39:39.369" v="1385" actId="2696"/>
        <pc:sldMkLst>
          <pc:docMk/>
          <pc:sldMk cId="3754728407" sldId="579"/>
        </pc:sldMkLst>
      </pc:sldChg>
      <pc:sldChg chg="add del">
        <pc:chgData name="翟 锐" userId="fef11181f709266a" providerId="LiveId" clId="{727D35D6-B4E6-4AF0-8F74-99EBC6E1954B}" dt="2020-09-24T13:34:47.866" v="3825" actId="2696"/>
        <pc:sldMkLst>
          <pc:docMk/>
          <pc:sldMk cId="47608815" sldId="580"/>
        </pc:sldMkLst>
      </pc:sldChg>
      <pc:sldChg chg="del">
        <pc:chgData name="翟 锐" userId="fef11181f709266a" providerId="LiveId" clId="{727D35D6-B4E6-4AF0-8F74-99EBC6E1954B}" dt="2020-09-05T16:44:41.315" v="1461" actId="2696"/>
        <pc:sldMkLst>
          <pc:docMk/>
          <pc:sldMk cId="779357039" sldId="580"/>
        </pc:sldMkLst>
      </pc:sldChg>
      <pc:sldChg chg="add del ord">
        <pc:chgData name="翟 锐" userId="fef11181f709266a" providerId="LiveId" clId="{727D35D6-B4E6-4AF0-8F74-99EBC6E1954B}" dt="2020-09-06T05:21:12.950" v="1824" actId="2696"/>
        <pc:sldMkLst>
          <pc:docMk/>
          <pc:sldMk cId="892188647" sldId="580"/>
        </pc:sldMkLst>
      </pc:sldChg>
      <pc:sldChg chg="add del">
        <pc:chgData name="翟 锐" userId="fef11181f709266a" providerId="LiveId" clId="{727D35D6-B4E6-4AF0-8F74-99EBC6E1954B}" dt="2020-09-24T13:36:29.179" v="3851" actId="2696"/>
        <pc:sldMkLst>
          <pc:docMk/>
          <pc:sldMk cId="2038185028" sldId="580"/>
        </pc:sldMkLst>
      </pc:sldChg>
      <pc:sldChg chg="modSp add">
        <pc:chgData name="翟 锐" userId="fef11181f709266a" providerId="LiveId" clId="{727D35D6-B4E6-4AF0-8F74-99EBC6E1954B}" dt="2020-09-24T13:37:19.168" v="3874"/>
        <pc:sldMkLst>
          <pc:docMk/>
          <pc:sldMk cId="2070724557" sldId="580"/>
        </pc:sldMkLst>
        <pc:spChg chg="mod">
          <ac:chgData name="翟 锐" userId="fef11181f709266a" providerId="LiveId" clId="{727D35D6-B4E6-4AF0-8F74-99EBC6E1954B}" dt="2020-09-24T13:37:19.168" v="3874"/>
          <ac:spMkLst>
            <pc:docMk/>
            <pc:sldMk cId="2070724557" sldId="580"/>
            <ac:spMk id="35" creationId="{00000000-0000-0000-0000-000000000000}"/>
          </ac:spMkLst>
        </pc:spChg>
      </pc:sldChg>
      <pc:sldChg chg="modSp mod">
        <pc:chgData name="翟 锐" userId="fef11181f709266a" providerId="LiveId" clId="{727D35D6-B4E6-4AF0-8F74-99EBC6E1954B}" dt="2020-09-05T15:40:13.340" v="1098" actId="12"/>
        <pc:sldMkLst>
          <pc:docMk/>
          <pc:sldMk cId="261589731" sldId="582"/>
        </pc:sldMkLst>
        <pc:spChg chg="mod">
          <ac:chgData name="翟 锐" userId="fef11181f709266a" providerId="LiveId" clId="{727D35D6-B4E6-4AF0-8F74-99EBC6E1954B}" dt="2020-09-05T15:40:13.340" v="1098" actId="12"/>
          <ac:spMkLst>
            <pc:docMk/>
            <pc:sldMk cId="261589731" sldId="582"/>
            <ac:spMk id="2" creationId="{1A343DEC-CFF6-41F5-B87C-0DFC08C67B76}"/>
          </ac:spMkLst>
        </pc:spChg>
      </pc:sldChg>
      <pc:sldChg chg="modSp mod">
        <pc:chgData name="翟 锐" userId="fef11181f709266a" providerId="LiveId" clId="{727D35D6-B4E6-4AF0-8F74-99EBC6E1954B}" dt="2020-09-05T15:39:57.593" v="1096" actId="6549"/>
        <pc:sldMkLst>
          <pc:docMk/>
          <pc:sldMk cId="1594480700" sldId="583"/>
        </pc:sldMkLst>
        <pc:spChg chg="mod">
          <ac:chgData name="翟 锐" userId="fef11181f709266a" providerId="LiveId" clId="{727D35D6-B4E6-4AF0-8F74-99EBC6E1954B}" dt="2020-09-05T15:39:57.593" v="1096" actId="6549"/>
          <ac:spMkLst>
            <pc:docMk/>
            <pc:sldMk cId="1594480700" sldId="583"/>
            <ac:spMk id="2" creationId="{1A343DEC-CFF6-41F5-B87C-0DFC08C67B76}"/>
          </ac:spMkLst>
        </pc:spChg>
      </pc:sldChg>
      <pc:sldChg chg="modSp mod">
        <pc:chgData name="翟 锐" userId="fef11181f709266a" providerId="LiveId" clId="{727D35D6-B4E6-4AF0-8F74-99EBC6E1954B}" dt="2020-09-05T15:40:47.206" v="1101" actId="6549"/>
        <pc:sldMkLst>
          <pc:docMk/>
          <pc:sldMk cId="3771257398" sldId="584"/>
        </pc:sldMkLst>
        <pc:spChg chg="mod">
          <ac:chgData name="翟 锐" userId="fef11181f709266a" providerId="LiveId" clId="{727D35D6-B4E6-4AF0-8F74-99EBC6E1954B}" dt="2020-09-05T15:40:47.206" v="1101" actId="6549"/>
          <ac:spMkLst>
            <pc:docMk/>
            <pc:sldMk cId="3771257398" sldId="584"/>
            <ac:spMk id="2" creationId="{1A343DEC-CFF6-41F5-B87C-0DFC08C67B76}"/>
          </ac:spMkLst>
        </pc:spChg>
      </pc:sldChg>
      <pc:sldChg chg="del">
        <pc:chgData name="翟 锐" userId="fef11181f709266a" providerId="LiveId" clId="{727D35D6-B4E6-4AF0-8F74-99EBC6E1954B}" dt="2020-08-29T08:53:36.199" v="131" actId="47"/>
        <pc:sldMkLst>
          <pc:docMk/>
          <pc:sldMk cId="2817423939" sldId="585"/>
        </pc:sldMkLst>
      </pc:sldChg>
      <pc:sldChg chg="add">
        <pc:chgData name="翟 锐" userId="fef11181f709266a" providerId="LiveId" clId="{727D35D6-B4E6-4AF0-8F74-99EBC6E1954B}" dt="2020-09-24T13:44:03.699" v="3979"/>
        <pc:sldMkLst>
          <pc:docMk/>
          <pc:sldMk cId="370822182" sldId="586"/>
        </pc:sldMkLst>
      </pc:sldChg>
      <pc:sldChg chg="add del">
        <pc:chgData name="翟 锐" userId="fef11181f709266a" providerId="LiveId" clId="{727D35D6-B4E6-4AF0-8F74-99EBC6E1954B}" dt="2020-09-24T13:44:00.105" v="3978" actId="2696"/>
        <pc:sldMkLst>
          <pc:docMk/>
          <pc:sldMk cId="1319636198" sldId="586"/>
        </pc:sldMkLst>
      </pc:sldChg>
      <pc:sldChg chg="add del">
        <pc:chgData name="翟 锐" userId="fef11181f709266a" providerId="LiveId" clId="{727D35D6-B4E6-4AF0-8F74-99EBC6E1954B}" dt="2020-09-24T13:43:10.414" v="3955" actId="2696"/>
        <pc:sldMkLst>
          <pc:docMk/>
          <pc:sldMk cId="2512578461" sldId="586"/>
        </pc:sldMkLst>
      </pc:sldChg>
      <pc:sldChg chg="modSp add del mod ord">
        <pc:chgData name="翟 锐" userId="fef11181f709266a" providerId="LiveId" clId="{727D35D6-B4E6-4AF0-8F74-99EBC6E1954B}" dt="2020-09-24T13:16:43.832" v="3722" actId="2696"/>
        <pc:sldMkLst>
          <pc:docMk/>
          <pc:sldMk cId="2748688468" sldId="586"/>
        </pc:sldMkLst>
        <pc:spChg chg="mod">
          <ac:chgData name="翟 锐" userId="fef11181f709266a" providerId="LiveId" clId="{727D35D6-B4E6-4AF0-8F74-99EBC6E1954B}" dt="2020-09-24T13:16:06.002" v="3712" actId="6549"/>
          <ac:spMkLst>
            <pc:docMk/>
            <pc:sldMk cId="2748688468" sldId="586"/>
            <ac:spMk id="2" creationId="{1A343DEC-CFF6-41F5-B87C-0DFC08C67B76}"/>
          </ac:spMkLst>
        </pc:spChg>
        <pc:spChg chg="mod">
          <ac:chgData name="翟 锐" userId="fef11181f709266a" providerId="LiveId" clId="{727D35D6-B4E6-4AF0-8F74-99EBC6E1954B}" dt="2020-09-05T15:42:12.751" v="1118"/>
          <ac:spMkLst>
            <pc:docMk/>
            <pc:sldMk cId="2748688468" sldId="586"/>
            <ac:spMk id="35" creationId="{00000000-0000-0000-0000-000000000000}"/>
          </ac:spMkLst>
        </pc:spChg>
      </pc:sldChg>
      <pc:sldChg chg="add del">
        <pc:chgData name="翟 锐" userId="fef11181f709266a" providerId="LiveId" clId="{727D35D6-B4E6-4AF0-8F74-99EBC6E1954B}" dt="2020-09-24T13:42:48.626" v="3931" actId="2696"/>
        <pc:sldMkLst>
          <pc:docMk/>
          <pc:sldMk cId="3429049048" sldId="586"/>
        </pc:sldMkLst>
      </pc:sldChg>
      <pc:sldChg chg="add del">
        <pc:chgData name="翟 锐" userId="fef11181f709266a" providerId="LiveId" clId="{727D35D6-B4E6-4AF0-8F74-99EBC6E1954B}" dt="2020-09-24T13:42:42.675" v="3926"/>
        <pc:sldMkLst>
          <pc:docMk/>
          <pc:sldMk cId="4214390472" sldId="586"/>
        </pc:sldMkLst>
      </pc:sldChg>
      <pc:sldChg chg="modSp mod modAnim">
        <pc:chgData name="翟 锐" userId="fef11181f709266a" providerId="LiveId" clId="{727D35D6-B4E6-4AF0-8F74-99EBC6E1954B}" dt="2020-09-24T13:47:43.606" v="3992" actId="12"/>
        <pc:sldMkLst>
          <pc:docMk/>
          <pc:sldMk cId="661421327" sldId="592"/>
        </pc:sldMkLst>
        <pc:spChg chg="mod">
          <ac:chgData name="翟 锐" userId="fef11181f709266a" providerId="LiveId" clId="{727D35D6-B4E6-4AF0-8F74-99EBC6E1954B}" dt="2020-09-24T13:47:43.606" v="3992" actId="12"/>
          <ac:spMkLst>
            <pc:docMk/>
            <pc:sldMk cId="661421327" sldId="592"/>
            <ac:spMk id="2" creationId="{1A343DEC-CFF6-41F5-B87C-0DFC08C67B76}"/>
          </ac:spMkLst>
        </pc:spChg>
        <pc:spChg chg="mod">
          <ac:chgData name="翟 锐" userId="fef11181f709266a" providerId="LiveId" clId="{727D35D6-B4E6-4AF0-8F74-99EBC6E1954B}" dt="2020-09-05T16:48:05.628" v="1469" actId="20577"/>
          <ac:spMkLst>
            <pc:docMk/>
            <pc:sldMk cId="661421327" sldId="592"/>
            <ac:spMk id="35" creationId="{00000000-0000-0000-0000-000000000000}"/>
          </ac:spMkLst>
        </pc:spChg>
      </pc:sldChg>
      <pc:sldChg chg="del">
        <pc:chgData name="翟 锐" userId="fef11181f709266a" providerId="LiveId" clId="{727D35D6-B4E6-4AF0-8F74-99EBC6E1954B}" dt="2020-09-05T16:22:49.787" v="1199" actId="2696"/>
        <pc:sldMkLst>
          <pc:docMk/>
          <pc:sldMk cId="1318928078" sldId="597"/>
        </pc:sldMkLst>
      </pc:sldChg>
      <pc:sldChg chg="add del">
        <pc:chgData name="翟 锐" userId="fef11181f709266a" providerId="LiveId" clId="{727D35D6-B4E6-4AF0-8F74-99EBC6E1954B}" dt="2020-09-05T16:30:36.232" v="1318" actId="47"/>
        <pc:sldMkLst>
          <pc:docMk/>
          <pc:sldMk cId="1658159981" sldId="597"/>
        </pc:sldMkLst>
      </pc:sldChg>
      <pc:sldChg chg="add del">
        <pc:chgData name="翟 锐" userId="fef11181f709266a" providerId="LiveId" clId="{727D35D6-B4E6-4AF0-8F74-99EBC6E1954B}" dt="2020-09-05T16:22:58.852" v="1201"/>
        <pc:sldMkLst>
          <pc:docMk/>
          <pc:sldMk cId="3289305581" sldId="597"/>
        </pc:sldMkLst>
      </pc:sldChg>
      <pc:sldChg chg="modSp add mod ord modAnim">
        <pc:chgData name="翟 锐" userId="fef11181f709266a" providerId="LiveId" clId="{727D35D6-B4E6-4AF0-8F74-99EBC6E1954B}" dt="2020-09-05T16:33:34.078" v="1363"/>
        <pc:sldMkLst>
          <pc:docMk/>
          <pc:sldMk cId="3502602879" sldId="598"/>
        </pc:sldMkLst>
        <pc:spChg chg="mod">
          <ac:chgData name="翟 锐" userId="fef11181f709266a" providerId="LiveId" clId="{727D35D6-B4E6-4AF0-8F74-99EBC6E1954B}" dt="2020-09-05T16:24:59.782" v="1273" actId="6549"/>
          <ac:spMkLst>
            <pc:docMk/>
            <pc:sldMk cId="3502602879" sldId="598"/>
            <ac:spMk id="2" creationId="{1A343DEC-CFF6-41F5-B87C-0DFC08C67B76}"/>
          </ac:spMkLst>
        </pc:spChg>
        <pc:spChg chg="mod">
          <ac:chgData name="翟 锐" userId="fef11181f709266a" providerId="LiveId" clId="{727D35D6-B4E6-4AF0-8F74-99EBC6E1954B}" dt="2020-09-05T16:33:34.078" v="1363"/>
          <ac:spMkLst>
            <pc:docMk/>
            <pc:sldMk cId="3502602879" sldId="598"/>
            <ac:spMk id="35" creationId="{00000000-0000-0000-0000-000000000000}"/>
          </ac:spMkLst>
        </pc:spChg>
      </pc:sldChg>
      <pc:sldChg chg="add del">
        <pc:chgData name="翟 锐" userId="fef11181f709266a" providerId="LiveId" clId="{727D35D6-B4E6-4AF0-8F74-99EBC6E1954B}" dt="2020-09-05T16:22:49.787" v="1199" actId="2696"/>
        <pc:sldMkLst>
          <pc:docMk/>
          <pc:sldMk cId="3981761768" sldId="598"/>
        </pc:sldMkLst>
      </pc:sldChg>
      <pc:sldChg chg="add del">
        <pc:chgData name="翟 锐" userId="fef11181f709266a" providerId="LiveId" clId="{727D35D6-B4E6-4AF0-8F74-99EBC6E1954B}" dt="2020-09-05T16:22:58.852" v="1201"/>
        <pc:sldMkLst>
          <pc:docMk/>
          <pc:sldMk cId="4055131064" sldId="598"/>
        </pc:sldMkLst>
      </pc:sldChg>
      <pc:sldChg chg="modSp add del mod ord">
        <pc:chgData name="翟 锐" userId="fef11181f709266a" providerId="LiveId" clId="{727D35D6-B4E6-4AF0-8F74-99EBC6E1954B}" dt="2020-09-24T10:23:46.824" v="3530" actId="47"/>
        <pc:sldMkLst>
          <pc:docMk/>
          <pc:sldMk cId="515395942" sldId="599"/>
        </pc:sldMkLst>
        <pc:spChg chg="mod">
          <ac:chgData name="翟 锐" userId="fef11181f709266a" providerId="LiveId" clId="{727D35D6-B4E6-4AF0-8F74-99EBC6E1954B}" dt="2020-09-24T10:23:20.492" v="3529" actId="6549"/>
          <ac:spMkLst>
            <pc:docMk/>
            <pc:sldMk cId="515395942" sldId="599"/>
            <ac:spMk id="2" creationId="{1A343DEC-CFF6-41F5-B87C-0DFC08C67B76}"/>
          </ac:spMkLst>
        </pc:spChg>
        <pc:spChg chg="mod">
          <ac:chgData name="翟 锐" userId="fef11181f709266a" providerId="LiveId" clId="{727D35D6-B4E6-4AF0-8F74-99EBC6E1954B}" dt="2020-09-05T16:30:51.367" v="1332"/>
          <ac:spMkLst>
            <pc:docMk/>
            <pc:sldMk cId="515395942" sldId="599"/>
            <ac:spMk id="35" creationId="{00000000-0000-0000-0000-000000000000}"/>
          </ac:spMkLst>
        </pc:spChg>
      </pc:sldChg>
      <pc:sldChg chg="add del">
        <pc:chgData name="翟 锐" userId="fef11181f709266a" providerId="LiveId" clId="{727D35D6-B4E6-4AF0-8F74-99EBC6E1954B}" dt="2020-09-05T16:22:49.787" v="1199" actId="2696"/>
        <pc:sldMkLst>
          <pc:docMk/>
          <pc:sldMk cId="1329126494" sldId="599"/>
        </pc:sldMkLst>
      </pc:sldChg>
      <pc:sldChg chg="add del">
        <pc:chgData name="翟 锐" userId="fef11181f709266a" providerId="LiveId" clId="{727D35D6-B4E6-4AF0-8F74-99EBC6E1954B}" dt="2020-09-05T16:22:58.852" v="1201"/>
        <pc:sldMkLst>
          <pc:docMk/>
          <pc:sldMk cId="2450573312" sldId="599"/>
        </pc:sldMkLst>
      </pc:sldChg>
      <pc:sldChg chg="add del">
        <pc:chgData name="翟 锐" userId="fef11181f709266a" providerId="LiveId" clId="{727D35D6-B4E6-4AF0-8F74-99EBC6E1954B}" dt="2020-09-05T16:22:58.852" v="1201"/>
        <pc:sldMkLst>
          <pc:docMk/>
          <pc:sldMk cId="1618176838" sldId="600"/>
        </pc:sldMkLst>
      </pc:sldChg>
      <pc:sldChg chg="modSp add ord modAnim modNotesTx">
        <pc:chgData name="翟 锐" userId="fef11181f709266a" providerId="LiveId" clId="{727D35D6-B4E6-4AF0-8F74-99EBC6E1954B}" dt="2020-09-24T13:37:48.091" v="3905"/>
        <pc:sldMkLst>
          <pc:docMk/>
          <pc:sldMk cId="1624425854" sldId="600"/>
        </pc:sldMkLst>
        <pc:spChg chg="mod">
          <ac:chgData name="翟 锐" userId="fef11181f709266a" providerId="LiveId" clId="{727D35D6-B4E6-4AF0-8F74-99EBC6E1954B}" dt="2020-09-24T10:22:37.315" v="3518"/>
          <ac:spMkLst>
            <pc:docMk/>
            <pc:sldMk cId="1624425854" sldId="600"/>
            <ac:spMk id="35" creationId="{00000000-0000-0000-0000-000000000000}"/>
          </ac:spMkLst>
        </pc:spChg>
      </pc:sldChg>
      <pc:sldChg chg="add del">
        <pc:chgData name="翟 锐" userId="fef11181f709266a" providerId="LiveId" clId="{727D35D6-B4E6-4AF0-8F74-99EBC6E1954B}" dt="2020-09-05T16:22:49.787" v="1199" actId="2696"/>
        <pc:sldMkLst>
          <pc:docMk/>
          <pc:sldMk cId="1744918970" sldId="600"/>
        </pc:sldMkLst>
      </pc:sldChg>
      <pc:sldChg chg="modSp add del mod ord">
        <pc:chgData name="翟 锐" userId="fef11181f709266a" providerId="LiveId" clId="{727D35D6-B4E6-4AF0-8F74-99EBC6E1954B}" dt="2020-09-05T16:40:59.892" v="1391" actId="2696"/>
        <pc:sldMkLst>
          <pc:docMk/>
          <pc:sldMk cId="3103103898" sldId="600"/>
        </pc:sldMkLst>
        <pc:spChg chg="mod">
          <ac:chgData name="翟 锐" userId="fef11181f709266a" providerId="LiveId" clId="{727D35D6-B4E6-4AF0-8F74-99EBC6E1954B}" dt="2020-09-05T16:33:06.367" v="1356"/>
          <ac:spMkLst>
            <pc:docMk/>
            <pc:sldMk cId="3103103898" sldId="600"/>
            <ac:spMk id="2" creationId="{1A343DEC-CFF6-41F5-B87C-0DFC08C67B76}"/>
          </ac:spMkLst>
        </pc:spChg>
      </pc:sldChg>
      <pc:sldChg chg="modSp">
        <pc:chgData name="翟 锐" userId="fef11181f709266a" providerId="LiveId" clId="{727D35D6-B4E6-4AF0-8F74-99EBC6E1954B}" dt="2020-09-05T16:03:02.222" v="1155"/>
        <pc:sldMkLst>
          <pc:docMk/>
          <pc:sldMk cId="2101326762" sldId="601"/>
        </pc:sldMkLst>
        <pc:spChg chg="mod">
          <ac:chgData name="翟 锐" userId="fef11181f709266a" providerId="LiveId" clId="{727D35D6-B4E6-4AF0-8F74-99EBC6E1954B}" dt="2020-09-05T16:03:02.222" v="1155"/>
          <ac:spMkLst>
            <pc:docMk/>
            <pc:sldMk cId="2101326762" sldId="601"/>
            <ac:spMk id="35" creationId="{00000000-0000-0000-0000-000000000000}"/>
          </ac:spMkLst>
        </pc:spChg>
      </pc:sldChg>
      <pc:sldChg chg="delSp modSp del mod">
        <pc:chgData name="翟 锐" userId="fef11181f709266a" providerId="LiveId" clId="{727D35D6-B4E6-4AF0-8F74-99EBC6E1954B}" dt="2020-09-24T09:28:03.375" v="2107" actId="2696"/>
        <pc:sldMkLst>
          <pc:docMk/>
          <pc:sldMk cId="2142524837" sldId="602"/>
        </pc:sldMkLst>
        <pc:spChg chg="del mod">
          <ac:chgData name="翟 锐" userId="fef11181f709266a" providerId="LiveId" clId="{727D35D6-B4E6-4AF0-8F74-99EBC6E1954B}" dt="2020-09-24T09:26:32.250" v="2098"/>
          <ac:spMkLst>
            <pc:docMk/>
            <pc:sldMk cId="2142524837" sldId="602"/>
            <ac:spMk id="2" creationId="{1A343DEC-CFF6-41F5-B87C-0DFC08C67B76}"/>
          </ac:spMkLst>
        </pc:spChg>
      </pc:sldChg>
      <pc:sldChg chg="addSp delSp modSp add mod">
        <pc:chgData name="翟 锐" userId="fef11181f709266a" providerId="LiveId" clId="{727D35D6-B4E6-4AF0-8F74-99EBC6E1954B}" dt="2020-09-05T15:36:19.939" v="808" actId="123"/>
        <pc:sldMkLst>
          <pc:docMk/>
          <pc:sldMk cId="1440985517" sldId="603"/>
        </pc:sldMkLst>
        <pc:spChg chg="mod">
          <ac:chgData name="翟 锐" userId="fef11181f709266a" providerId="LiveId" clId="{727D35D6-B4E6-4AF0-8F74-99EBC6E1954B}" dt="2020-09-05T15:32:27.052" v="318" actId="21"/>
          <ac:spMkLst>
            <pc:docMk/>
            <pc:sldMk cId="1440985517" sldId="603"/>
            <ac:spMk id="2" creationId="{1A343DEC-CFF6-41F5-B87C-0DFC08C67B76}"/>
          </ac:spMkLst>
        </pc:spChg>
        <pc:spChg chg="add del">
          <ac:chgData name="翟 锐" userId="fef11181f709266a" providerId="LiveId" clId="{727D35D6-B4E6-4AF0-8F74-99EBC6E1954B}" dt="2020-09-05T15:31:31.903" v="296" actId="22"/>
          <ac:spMkLst>
            <pc:docMk/>
            <pc:sldMk cId="1440985517" sldId="603"/>
            <ac:spMk id="7" creationId="{75F0DD2E-82DC-4B6A-8619-53E3F1F80FA5}"/>
          </ac:spMkLst>
        </pc:spChg>
        <pc:spChg chg="add mod">
          <ac:chgData name="翟 锐" userId="fef11181f709266a" providerId="LiveId" clId="{727D35D6-B4E6-4AF0-8F74-99EBC6E1954B}" dt="2020-09-05T15:36:19.939" v="808" actId="123"/>
          <ac:spMkLst>
            <pc:docMk/>
            <pc:sldMk cId="1440985517" sldId="603"/>
            <ac:spMk id="9" creationId="{F2F000C4-A5F3-4FC3-AFF7-D0D6C6EB3026}"/>
          </ac:spMkLst>
        </pc:spChg>
      </pc:sldChg>
      <pc:sldChg chg="del ord">
        <pc:chgData name="翟 锐" userId="fef11181f709266a" providerId="LiveId" clId="{727D35D6-B4E6-4AF0-8F74-99EBC6E1954B}" dt="2020-09-05T15:29:23.107" v="277" actId="2696"/>
        <pc:sldMkLst>
          <pc:docMk/>
          <pc:sldMk cId="2952034791" sldId="603"/>
        </pc:sldMkLst>
      </pc:sldChg>
      <pc:sldChg chg="modSp add del">
        <pc:chgData name="翟 锐" userId="fef11181f709266a" providerId="LiveId" clId="{727D35D6-B4E6-4AF0-8F74-99EBC6E1954B}" dt="2020-09-06T05:21:12.950" v="1824" actId="2696"/>
        <pc:sldMkLst>
          <pc:docMk/>
          <pc:sldMk cId="1463843720" sldId="604"/>
        </pc:sldMkLst>
        <pc:spChg chg="mod">
          <ac:chgData name="翟 锐" userId="fef11181f709266a" providerId="LiveId" clId="{727D35D6-B4E6-4AF0-8F74-99EBC6E1954B}" dt="2020-09-06T05:21:03.334" v="1823"/>
          <ac:spMkLst>
            <pc:docMk/>
            <pc:sldMk cId="1463843720" sldId="604"/>
            <ac:spMk id="35" creationId="{00000000-0000-0000-0000-000000000000}"/>
          </ac:spMkLst>
        </pc:spChg>
      </pc:sldChg>
      <pc:sldChg chg="modSp add ord modAnim">
        <pc:chgData name="翟 锐" userId="fef11181f709266a" providerId="LiveId" clId="{727D35D6-B4E6-4AF0-8F74-99EBC6E1954B}" dt="2020-09-24T13:43:01.077" v="3953"/>
        <pc:sldMkLst>
          <pc:docMk/>
          <pc:sldMk cId="2706525350" sldId="604"/>
        </pc:sldMkLst>
        <pc:spChg chg="mod">
          <ac:chgData name="翟 锐" userId="fef11181f709266a" providerId="LiveId" clId="{727D35D6-B4E6-4AF0-8F74-99EBC6E1954B}" dt="2020-09-24T13:43:01.077" v="3953"/>
          <ac:spMkLst>
            <pc:docMk/>
            <pc:sldMk cId="2706525350" sldId="604"/>
            <ac:spMk id="35" creationId="{00000000-0000-0000-0000-000000000000}"/>
          </ac:spMkLst>
        </pc:spChg>
      </pc:sldChg>
      <pc:sldChg chg="add del">
        <pc:chgData name="翟 锐" userId="fef11181f709266a" providerId="LiveId" clId="{727D35D6-B4E6-4AF0-8F74-99EBC6E1954B}" dt="2020-09-24T13:34:47.866" v="3825" actId="2696"/>
        <pc:sldMkLst>
          <pc:docMk/>
          <pc:sldMk cId="2817390793" sldId="604"/>
        </pc:sldMkLst>
      </pc:sldChg>
      <pc:sldChg chg="modSp del mod">
        <pc:chgData name="翟 锐" userId="fef11181f709266a" providerId="LiveId" clId="{727D35D6-B4E6-4AF0-8F74-99EBC6E1954B}" dt="2020-09-05T16:44:41.315" v="1461" actId="2696"/>
        <pc:sldMkLst>
          <pc:docMk/>
          <pc:sldMk cId="3459061754" sldId="604"/>
        </pc:sldMkLst>
        <pc:spChg chg="mod">
          <ac:chgData name="翟 锐" userId="fef11181f709266a" providerId="LiveId" clId="{727D35D6-B4E6-4AF0-8F74-99EBC6E1954B}" dt="2020-09-05T16:28:04.362" v="1294" actId="12"/>
          <ac:spMkLst>
            <pc:docMk/>
            <pc:sldMk cId="3459061754" sldId="604"/>
            <ac:spMk id="2" creationId="{1A343DEC-CFF6-41F5-B87C-0DFC08C67B76}"/>
          </ac:spMkLst>
        </pc:spChg>
      </pc:sldChg>
      <pc:sldChg chg="modSp">
        <pc:chgData name="翟 锐" userId="fef11181f709266a" providerId="LiveId" clId="{727D35D6-B4E6-4AF0-8F74-99EBC6E1954B}" dt="2020-09-05T16:03:06.588" v="1156"/>
        <pc:sldMkLst>
          <pc:docMk/>
          <pc:sldMk cId="715867822" sldId="605"/>
        </pc:sldMkLst>
        <pc:spChg chg="mod">
          <ac:chgData name="翟 锐" userId="fef11181f709266a" providerId="LiveId" clId="{727D35D6-B4E6-4AF0-8F74-99EBC6E1954B}" dt="2020-09-05T16:03:06.588" v="1156"/>
          <ac:spMkLst>
            <pc:docMk/>
            <pc:sldMk cId="715867822" sldId="605"/>
            <ac:spMk id="35" creationId="{00000000-0000-0000-0000-000000000000}"/>
          </ac:spMkLst>
        </pc:spChg>
      </pc:sldChg>
      <pc:sldChg chg="modSp">
        <pc:chgData name="翟 锐" userId="fef11181f709266a" providerId="LiveId" clId="{727D35D6-B4E6-4AF0-8F74-99EBC6E1954B}" dt="2020-09-05T16:03:09.266" v="1157"/>
        <pc:sldMkLst>
          <pc:docMk/>
          <pc:sldMk cId="419261417" sldId="606"/>
        </pc:sldMkLst>
        <pc:spChg chg="mod">
          <ac:chgData name="翟 锐" userId="fef11181f709266a" providerId="LiveId" clId="{727D35D6-B4E6-4AF0-8F74-99EBC6E1954B}" dt="2020-09-05T16:03:09.266" v="1157"/>
          <ac:spMkLst>
            <pc:docMk/>
            <pc:sldMk cId="419261417" sldId="606"/>
            <ac:spMk id="35" creationId="{00000000-0000-0000-0000-000000000000}"/>
          </ac:spMkLst>
        </pc:spChg>
      </pc:sldChg>
      <pc:sldChg chg="modSp">
        <pc:chgData name="翟 锐" userId="fef11181f709266a" providerId="LiveId" clId="{727D35D6-B4E6-4AF0-8F74-99EBC6E1954B}" dt="2020-09-05T16:03:11.537" v="1158"/>
        <pc:sldMkLst>
          <pc:docMk/>
          <pc:sldMk cId="2933535704" sldId="607"/>
        </pc:sldMkLst>
        <pc:spChg chg="mod">
          <ac:chgData name="翟 锐" userId="fef11181f709266a" providerId="LiveId" clId="{727D35D6-B4E6-4AF0-8F74-99EBC6E1954B}" dt="2020-09-05T16:03:11.537" v="1158"/>
          <ac:spMkLst>
            <pc:docMk/>
            <pc:sldMk cId="2933535704" sldId="607"/>
            <ac:spMk id="35" creationId="{00000000-0000-0000-0000-000000000000}"/>
          </ac:spMkLst>
        </pc:spChg>
      </pc:sldChg>
      <pc:sldChg chg="modSp">
        <pc:chgData name="翟 锐" userId="fef11181f709266a" providerId="LiveId" clId="{727D35D6-B4E6-4AF0-8F74-99EBC6E1954B}" dt="2020-09-05T16:03:13.698" v="1159"/>
        <pc:sldMkLst>
          <pc:docMk/>
          <pc:sldMk cId="2083321002" sldId="608"/>
        </pc:sldMkLst>
        <pc:spChg chg="mod">
          <ac:chgData name="翟 锐" userId="fef11181f709266a" providerId="LiveId" clId="{727D35D6-B4E6-4AF0-8F74-99EBC6E1954B}" dt="2020-09-05T16:03:13.698" v="1159"/>
          <ac:spMkLst>
            <pc:docMk/>
            <pc:sldMk cId="2083321002" sldId="608"/>
            <ac:spMk id="35" creationId="{00000000-0000-0000-0000-000000000000}"/>
          </ac:spMkLst>
        </pc:spChg>
      </pc:sldChg>
      <pc:sldChg chg="ord">
        <pc:chgData name="翟 锐" userId="fef11181f709266a" providerId="LiveId" clId="{727D35D6-B4E6-4AF0-8F74-99EBC6E1954B}" dt="2020-09-24T13:43:25.741" v="3957"/>
        <pc:sldMkLst>
          <pc:docMk/>
          <pc:sldMk cId="1180436317" sldId="609"/>
        </pc:sldMkLst>
      </pc:sldChg>
      <pc:sldChg chg="modSp mod ord">
        <pc:chgData name="翟 锐" userId="fef11181f709266a" providerId="LiveId" clId="{727D35D6-B4E6-4AF0-8F74-99EBC6E1954B}" dt="2020-09-24T13:43:25.741" v="3957"/>
        <pc:sldMkLst>
          <pc:docMk/>
          <pc:sldMk cId="2461849974" sldId="610"/>
        </pc:sldMkLst>
        <pc:spChg chg="mod">
          <ac:chgData name="翟 锐" userId="fef11181f709266a" providerId="LiveId" clId="{727D35D6-B4E6-4AF0-8F74-99EBC6E1954B}" dt="2020-09-05T15:45:20.764" v="1127" actId="15"/>
          <ac:spMkLst>
            <pc:docMk/>
            <pc:sldMk cId="2461849974" sldId="610"/>
            <ac:spMk id="2" creationId="{1A343DEC-CFF6-41F5-B87C-0DFC08C67B76}"/>
          </ac:spMkLst>
        </pc:spChg>
      </pc:sldChg>
      <pc:sldChg chg="modSp add del">
        <pc:chgData name="翟 锐" userId="fef11181f709266a" providerId="LiveId" clId="{727D35D6-B4E6-4AF0-8F74-99EBC6E1954B}" dt="2020-09-24T13:44:00.105" v="3978" actId="2696"/>
        <pc:sldMkLst>
          <pc:docMk/>
          <pc:sldMk cId="360706203" sldId="611"/>
        </pc:sldMkLst>
        <pc:spChg chg="mod">
          <ac:chgData name="翟 锐" userId="fef11181f709266a" providerId="LiveId" clId="{727D35D6-B4E6-4AF0-8F74-99EBC6E1954B}" dt="2020-09-24T13:43:35.660" v="3976"/>
          <ac:spMkLst>
            <pc:docMk/>
            <pc:sldMk cId="360706203" sldId="611"/>
            <ac:spMk id="35" creationId="{00000000-0000-0000-0000-000000000000}"/>
          </ac:spMkLst>
        </pc:spChg>
      </pc:sldChg>
      <pc:sldChg chg="add del">
        <pc:chgData name="翟 锐" userId="fef11181f709266a" providerId="LiveId" clId="{727D35D6-B4E6-4AF0-8F74-99EBC6E1954B}" dt="2020-09-24T13:42:42.675" v="3926"/>
        <pc:sldMkLst>
          <pc:docMk/>
          <pc:sldMk cId="476525597" sldId="611"/>
        </pc:sldMkLst>
      </pc:sldChg>
      <pc:sldChg chg="add del">
        <pc:chgData name="翟 锐" userId="fef11181f709266a" providerId="LiveId" clId="{727D35D6-B4E6-4AF0-8F74-99EBC6E1954B}" dt="2020-09-24T13:43:10.414" v="3955" actId="2696"/>
        <pc:sldMkLst>
          <pc:docMk/>
          <pc:sldMk cId="724625149" sldId="611"/>
        </pc:sldMkLst>
      </pc:sldChg>
      <pc:sldChg chg="modSp add del mod">
        <pc:chgData name="翟 锐" userId="fef11181f709266a" providerId="LiveId" clId="{727D35D6-B4E6-4AF0-8F74-99EBC6E1954B}" dt="2020-09-24T13:42:48.626" v="3931" actId="2696"/>
        <pc:sldMkLst>
          <pc:docMk/>
          <pc:sldMk cId="2010353434" sldId="611"/>
        </pc:sldMkLst>
        <pc:spChg chg="mod">
          <ac:chgData name="翟 锐" userId="fef11181f709266a" providerId="LiveId" clId="{727D35D6-B4E6-4AF0-8F74-99EBC6E1954B}" dt="2020-08-12T16:14:56.789" v="70" actId="12"/>
          <ac:spMkLst>
            <pc:docMk/>
            <pc:sldMk cId="2010353434" sldId="611"/>
            <ac:spMk id="2" creationId="{1A343DEC-CFF6-41F5-B87C-0DFC08C67B76}"/>
          </ac:spMkLst>
        </pc:spChg>
        <pc:spChg chg="mod">
          <ac:chgData name="翟 锐" userId="fef11181f709266a" providerId="LiveId" clId="{727D35D6-B4E6-4AF0-8F74-99EBC6E1954B}" dt="2020-08-12T16:14:43.314" v="43"/>
          <ac:spMkLst>
            <pc:docMk/>
            <pc:sldMk cId="2010353434" sldId="611"/>
            <ac:spMk id="35" creationId="{00000000-0000-0000-0000-000000000000}"/>
          </ac:spMkLst>
        </pc:spChg>
      </pc:sldChg>
      <pc:sldChg chg="add">
        <pc:chgData name="翟 锐" userId="fef11181f709266a" providerId="LiveId" clId="{727D35D6-B4E6-4AF0-8F74-99EBC6E1954B}" dt="2020-09-24T13:46:13.299" v="3986"/>
        <pc:sldMkLst>
          <pc:docMk/>
          <pc:sldMk cId="2014760614" sldId="611"/>
        </pc:sldMkLst>
      </pc:sldChg>
      <pc:sldChg chg="add del">
        <pc:chgData name="翟 锐" userId="fef11181f709266a" providerId="LiveId" clId="{727D35D6-B4E6-4AF0-8F74-99EBC6E1954B}" dt="2020-09-24T13:46:03.843" v="3985" actId="2696"/>
        <pc:sldMkLst>
          <pc:docMk/>
          <pc:sldMk cId="2198151279" sldId="611"/>
        </pc:sldMkLst>
      </pc:sldChg>
      <pc:sldChg chg="modSp add del mod ord modAnim">
        <pc:chgData name="翟 锐" userId="fef11181f709266a" providerId="LiveId" clId="{727D35D6-B4E6-4AF0-8F74-99EBC6E1954B}" dt="2020-09-24T13:42:48.626" v="3931" actId="2696"/>
        <pc:sldMkLst>
          <pc:docMk/>
          <pc:sldMk cId="1713728164" sldId="612"/>
        </pc:sldMkLst>
        <pc:spChg chg="mod">
          <ac:chgData name="翟 锐" userId="fef11181f709266a" providerId="LiveId" clId="{727D35D6-B4E6-4AF0-8F74-99EBC6E1954B}" dt="2020-08-12T16:15:00.382" v="71" actId="12"/>
          <ac:spMkLst>
            <pc:docMk/>
            <pc:sldMk cId="1713728164" sldId="612"/>
            <ac:spMk id="2" creationId="{1A343DEC-CFF6-41F5-B87C-0DFC08C67B76}"/>
          </ac:spMkLst>
        </pc:spChg>
        <pc:spChg chg="mod">
          <ac:chgData name="翟 锐" userId="fef11181f709266a" providerId="LiveId" clId="{727D35D6-B4E6-4AF0-8F74-99EBC6E1954B}" dt="2020-08-12T16:14:49.683" v="69"/>
          <ac:spMkLst>
            <pc:docMk/>
            <pc:sldMk cId="1713728164" sldId="612"/>
            <ac:spMk id="35" creationId="{00000000-0000-0000-0000-000000000000}"/>
          </ac:spMkLst>
        </pc:spChg>
      </pc:sldChg>
      <pc:sldChg chg="add">
        <pc:chgData name="翟 锐" userId="fef11181f709266a" providerId="LiveId" clId="{727D35D6-B4E6-4AF0-8F74-99EBC6E1954B}" dt="2020-09-24T13:46:13.299" v="3986"/>
        <pc:sldMkLst>
          <pc:docMk/>
          <pc:sldMk cId="1825163591" sldId="612"/>
        </pc:sldMkLst>
      </pc:sldChg>
      <pc:sldChg chg="add del">
        <pc:chgData name="翟 锐" userId="fef11181f709266a" providerId="LiveId" clId="{727D35D6-B4E6-4AF0-8F74-99EBC6E1954B}" dt="2020-09-24T13:43:10.414" v="3955" actId="2696"/>
        <pc:sldMkLst>
          <pc:docMk/>
          <pc:sldMk cId="2320604352" sldId="612"/>
        </pc:sldMkLst>
      </pc:sldChg>
      <pc:sldChg chg="new del">
        <pc:chgData name="翟 锐" userId="fef11181f709266a" providerId="LiveId" clId="{727D35D6-B4E6-4AF0-8F74-99EBC6E1954B}" dt="2020-08-12T16:14:20.572" v="23" actId="680"/>
        <pc:sldMkLst>
          <pc:docMk/>
          <pc:sldMk cId="2975282294" sldId="612"/>
        </pc:sldMkLst>
      </pc:sldChg>
      <pc:sldChg chg="modSp add del">
        <pc:chgData name="翟 锐" userId="fef11181f709266a" providerId="LiveId" clId="{727D35D6-B4E6-4AF0-8F74-99EBC6E1954B}" dt="2020-09-24T13:44:00.105" v="3978" actId="2696"/>
        <pc:sldMkLst>
          <pc:docMk/>
          <pc:sldMk cId="3015502999" sldId="612"/>
        </pc:sldMkLst>
        <pc:spChg chg="mod">
          <ac:chgData name="翟 锐" userId="fef11181f709266a" providerId="LiveId" clId="{727D35D6-B4E6-4AF0-8F74-99EBC6E1954B}" dt="2020-09-24T13:43:40.341" v="3977"/>
          <ac:spMkLst>
            <pc:docMk/>
            <pc:sldMk cId="3015502999" sldId="612"/>
            <ac:spMk id="35" creationId="{00000000-0000-0000-0000-000000000000}"/>
          </ac:spMkLst>
        </pc:spChg>
      </pc:sldChg>
      <pc:sldChg chg="add del">
        <pc:chgData name="翟 锐" userId="fef11181f709266a" providerId="LiveId" clId="{727D35D6-B4E6-4AF0-8F74-99EBC6E1954B}" dt="2020-09-24T13:46:03.843" v="3985" actId="2696"/>
        <pc:sldMkLst>
          <pc:docMk/>
          <pc:sldMk cId="3951010564" sldId="612"/>
        </pc:sldMkLst>
      </pc:sldChg>
      <pc:sldChg chg="add del">
        <pc:chgData name="翟 锐" userId="fef11181f709266a" providerId="LiveId" clId="{727D35D6-B4E6-4AF0-8F74-99EBC6E1954B}" dt="2020-09-24T13:42:42.675" v="3926"/>
        <pc:sldMkLst>
          <pc:docMk/>
          <pc:sldMk cId="4268807955" sldId="612"/>
        </pc:sldMkLst>
      </pc:sldChg>
      <pc:sldChg chg="modSp add mod">
        <pc:chgData name="翟 锐" userId="fef11181f709266a" providerId="LiveId" clId="{727D35D6-B4E6-4AF0-8F74-99EBC6E1954B}" dt="2020-09-05T15:28:25.314" v="276"/>
        <pc:sldMkLst>
          <pc:docMk/>
          <pc:sldMk cId="1397344220" sldId="613"/>
        </pc:sldMkLst>
        <pc:spChg chg="mod">
          <ac:chgData name="翟 锐" userId="fef11181f709266a" providerId="LiveId" clId="{727D35D6-B4E6-4AF0-8F74-99EBC6E1954B}" dt="2020-09-05T15:28:25.314" v="276"/>
          <ac:spMkLst>
            <pc:docMk/>
            <pc:sldMk cId="1397344220" sldId="613"/>
            <ac:spMk id="2" creationId="{1A343DEC-CFF6-41F5-B87C-0DFC08C67B76}"/>
          </ac:spMkLst>
        </pc:spChg>
      </pc:sldChg>
      <pc:sldChg chg="modSp del mod">
        <pc:chgData name="翟 锐" userId="fef11181f709266a" providerId="LiveId" clId="{727D35D6-B4E6-4AF0-8F74-99EBC6E1954B}" dt="2020-09-05T16:29:59.646" v="1311" actId="47"/>
        <pc:sldMkLst>
          <pc:docMk/>
          <pc:sldMk cId="2382010412" sldId="614"/>
        </pc:sldMkLst>
        <pc:spChg chg="mod">
          <ac:chgData name="翟 锐" userId="fef11181f709266a" providerId="LiveId" clId="{727D35D6-B4E6-4AF0-8F74-99EBC6E1954B}" dt="2020-09-05T15:43:19.462" v="1124" actId="20577"/>
          <ac:spMkLst>
            <pc:docMk/>
            <pc:sldMk cId="2382010412" sldId="614"/>
            <ac:spMk id="2" creationId="{1A343DEC-CFF6-41F5-B87C-0DFC08C67B76}"/>
          </ac:spMkLst>
        </pc:spChg>
      </pc:sldChg>
      <pc:sldChg chg="del">
        <pc:chgData name="翟 锐" userId="fef11181f709266a" providerId="LiveId" clId="{727D35D6-B4E6-4AF0-8F74-99EBC6E1954B}" dt="2020-09-24T13:34:47.866" v="3825" actId="2696"/>
        <pc:sldMkLst>
          <pc:docMk/>
          <pc:sldMk cId="2504951130" sldId="615"/>
        </pc:sldMkLst>
      </pc:sldChg>
      <pc:sldChg chg="modSp add del mod">
        <pc:chgData name="翟 锐" userId="fef11181f709266a" providerId="LiveId" clId="{727D35D6-B4E6-4AF0-8F74-99EBC6E1954B}" dt="2020-09-24T13:46:51.976" v="3990" actId="2696"/>
        <pc:sldMkLst>
          <pc:docMk/>
          <pc:sldMk cId="2961626144" sldId="615"/>
        </pc:sldMkLst>
        <pc:picChg chg="mod">
          <ac:chgData name="翟 锐" userId="fef11181f709266a" providerId="LiveId" clId="{727D35D6-B4E6-4AF0-8F74-99EBC6E1954B}" dt="2020-09-24T13:46:20.069" v="3987" actId="1076"/>
          <ac:picMkLst>
            <pc:docMk/>
            <pc:sldMk cId="2961626144" sldId="615"/>
            <ac:picMk id="3" creationId="{4513675E-3A4A-4165-88B5-A971D0D6F4F6}"/>
          </ac:picMkLst>
        </pc:picChg>
      </pc:sldChg>
      <pc:sldChg chg="add">
        <pc:chgData name="翟 锐" userId="fef11181f709266a" providerId="LiveId" clId="{727D35D6-B4E6-4AF0-8F74-99EBC6E1954B}" dt="2020-09-24T13:47:08.063" v="3991"/>
        <pc:sldMkLst>
          <pc:docMk/>
          <pc:sldMk cId="3257022711" sldId="615"/>
        </pc:sldMkLst>
      </pc:sldChg>
      <pc:sldChg chg="addSp delSp modSp del mod">
        <pc:chgData name="翟 锐" userId="fef11181f709266a" providerId="LiveId" clId="{727D35D6-B4E6-4AF0-8F74-99EBC6E1954B}" dt="2020-09-23T16:38:44.942" v="2016" actId="47"/>
        <pc:sldMkLst>
          <pc:docMk/>
          <pc:sldMk cId="2773477050" sldId="622"/>
        </pc:sldMkLst>
        <pc:spChg chg="del mod">
          <ac:chgData name="翟 锐" userId="fef11181f709266a" providerId="LiveId" clId="{727D35D6-B4E6-4AF0-8F74-99EBC6E1954B}" dt="2020-09-23T16:38:40.425" v="2012"/>
          <ac:spMkLst>
            <pc:docMk/>
            <pc:sldMk cId="2773477050" sldId="622"/>
            <ac:spMk id="2" creationId="{1A343DEC-CFF6-41F5-B87C-0DFC08C67B76}"/>
          </ac:spMkLst>
        </pc:spChg>
        <pc:spChg chg="del mod">
          <ac:chgData name="翟 锐" userId="fef11181f709266a" providerId="LiveId" clId="{727D35D6-B4E6-4AF0-8F74-99EBC6E1954B}" dt="2020-09-23T16:38:06.300" v="1989" actId="478"/>
          <ac:spMkLst>
            <pc:docMk/>
            <pc:sldMk cId="2773477050" sldId="622"/>
            <ac:spMk id="13" creationId="{E4994335-AA39-4752-8CFD-A96B51899648}"/>
          </ac:spMkLst>
        </pc:spChg>
        <pc:spChg chg="del mod">
          <ac:chgData name="翟 锐" userId="fef11181f709266a" providerId="LiveId" clId="{727D35D6-B4E6-4AF0-8F74-99EBC6E1954B}" dt="2020-09-23T16:38:06.300" v="1989" actId="478"/>
          <ac:spMkLst>
            <pc:docMk/>
            <pc:sldMk cId="2773477050" sldId="622"/>
            <ac:spMk id="17" creationId="{819086CB-0C63-4563-95C0-0C55043E3D08}"/>
          </ac:spMkLst>
        </pc:spChg>
        <pc:spChg chg="del mod">
          <ac:chgData name="翟 锐" userId="fef11181f709266a" providerId="LiveId" clId="{727D35D6-B4E6-4AF0-8F74-99EBC6E1954B}" dt="2020-09-23T16:38:06.300" v="1989" actId="478"/>
          <ac:spMkLst>
            <pc:docMk/>
            <pc:sldMk cId="2773477050" sldId="622"/>
            <ac:spMk id="19" creationId="{6721E054-506A-4B18-8AA2-4F66D34C8149}"/>
          </ac:spMkLst>
        </pc:spChg>
        <pc:spChg chg="del mod">
          <ac:chgData name="翟 锐" userId="fef11181f709266a" providerId="LiveId" clId="{727D35D6-B4E6-4AF0-8F74-99EBC6E1954B}" dt="2020-09-23T16:38:06.300" v="1989" actId="478"/>
          <ac:spMkLst>
            <pc:docMk/>
            <pc:sldMk cId="2773477050" sldId="622"/>
            <ac:spMk id="21" creationId="{27D7FD0A-A32A-46B4-8974-19054E93102A}"/>
          </ac:spMkLst>
        </pc:spChg>
        <pc:spChg chg="del mod">
          <ac:chgData name="翟 锐" userId="fef11181f709266a" providerId="LiveId" clId="{727D35D6-B4E6-4AF0-8F74-99EBC6E1954B}" dt="2020-09-23T16:38:06.300" v="1989" actId="478"/>
          <ac:spMkLst>
            <pc:docMk/>
            <pc:sldMk cId="2773477050" sldId="622"/>
            <ac:spMk id="23" creationId="{83F9C811-0015-4A5F-BE5B-EB62C3EC59B4}"/>
          </ac:spMkLst>
        </pc:spChg>
        <pc:spChg chg="del">
          <ac:chgData name="翟 锐" userId="fef11181f709266a" providerId="LiveId" clId="{727D35D6-B4E6-4AF0-8F74-99EBC6E1954B}" dt="2020-09-05T15:25:43.240" v="264" actId="478"/>
          <ac:spMkLst>
            <pc:docMk/>
            <pc:sldMk cId="2773477050" sldId="622"/>
            <ac:spMk id="25" creationId="{3CCFFB08-24CF-4719-AA6F-90BDD79775F2}"/>
          </ac:spMkLst>
        </pc:spChg>
        <pc:cxnChg chg="add del mod">
          <ac:chgData name="翟 锐" userId="fef11181f709266a" providerId="LiveId" clId="{727D35D6-B4E6-4AF0-8F74-99EBC6E1954B}" dt="2020-09-05T15:25:41.736" v="263" actId="478"/>
          <ac:cxnSpMkLst>
            <pc:docMk/>
            <pc:sldMk cId="2773477050" sldId="622"/>
            <ac:cxnSpMk id="29" creationId="{30AD0D39-DF4C-4C24-A7A0-BB7DD8745745}"/>
          </ac:cxnSpMkLst>
        </pc:cxnChg>
      </pc:sldChg>
      <pc:sldChg chg="add">
        <pc:chgData name="翟 锐" userId="fef11181f709266a" providerId="LiveId" clId="{727D35D6-B4E6-4AF0-8F74-99EBC6E1954B}" dt="2020-09-05T02:09:13.893" v="252"/>
        <pc:sldMkLst>
          <pc:docMk/>
          <pc:sldMk cId="3207547080" sldId="623"/>
        </pc:sldMkLst>
      </pc:sldChg>
      <pc:sldChg chg="add">
        <pc:chgData name="翟 锐" userId="fef11181f709266a" providerId="LiveId" clId="{727D35D6-B4E6-4AF0-8F74-99EBC6E1954B}" dt="2020-09-05T02:09:13.893" v="252"/>
        <pc:sldMkLst>
          <pc:docMk/>
          <pc:sldMk cId="4143411237" sldId="624"/>
        </pc:sldMkLst>
      </pc:sldChg>
      <pc:sldChg chg="add">
        <pc:chgData name="翟 锐" userId="fef11181f709266a" providerId="LiveId" clId="{727D35D6-B4E6-4AF0-8F74-99EBC6E1954B}" dt="2020-09-05T02:09:13.893" v="252"/>
        <pc:sldMkLst>
          <pc:docMk/>
          <pc:sldMk cId="1438907146" sldId="625"/>
        </pc:sldMkLst>
      </pc:sldChg>
      <pc:sldChg chg="add">
        <pc:chgData name="翟 锐" userId="fef11181f709266a" providerId="LiveId" clId="{727D35D6-B4E6-4AF0-8F74-99EBC6E1954B}" dt="2020-09-05T02:09:13.893" v="252"/>
        <pc:sldMkLst>
          <pc:docMk/>
          <pc:sldMk cId="470226652" sldId="626"/>
        </pc:sldMkLst>
      </pc:sldChg>
      <pc:sldChg chg="add">
        <pc:chgData name="翟 锐" userId="fef11181f709266a" providerId="LiveId" clId="{727D35D6-B4E6-4AF0-8F74-99EBC6E1954B}" dt="2020-09-05T02:09:13.893" v="252"/>
        <pc:sldMkLst>
          <pc:docMk/>
          <pc:sldMk cId="692890702" sldId="627"/>
        </pc:sldMkLst>
      </pc:sldChg>
      <pc:sldChg chg="add">
        <pc:chgData name="翟 锐" userId="fef11181f709266a" providerId="LiveId" clId="{727D35D6-B4E6-4AF0-8F74-99EBC6E1954B}" dt="2020-09-05T02:09:13.893" v="252"/>
        <pc:sldMkLst>
          <pc:docMk/>
          <pc:sldMk cId="368713057" sldId="628"/>
        </pc:sldMkLst>
      </pc:sldChg>
      <pc:sldChg chg="add">
        <pc:chgData name="翟 锐" userId="fef11181f709266a" providerId="LiveId" clId="{727D35D6-B4E6-4AF0-8F74-99EBC6E1954B}" dt="2020-09-05T02:09:13.893" v="252"/>
        <pc:sldMkLst>
          <pc:docMk/>
          <pc:sldMk cId="3719496626" sldId="629"/>
        </pc:sldMkLst>
      </pc:sldChg>
      <pc:sldChg chg="add">
        <pc:chgData name="翟 锐" userId="fef11181f709266a" providerId="LiveId" clId="{727D35D6-B4E6-4AF0-8F74-99EBC6E1954B}" dt="2020-09-05T02:09:13.893" v="252"/>
        <pc:sldMkLst>
          <pc:docMk/>
          <pc:sldMk cId="652861076" sldId="630"/>
        </pc:sldMkLst>
      </pc:sldChg>
      <pc:sldChg chg="add">
        <pc:chgData name="翟 锐" userId="fef11181f709266a" providerId="LiveId" clId="{727D35D6-B4E6-4AF0-8F74-99EBC6E1954B}" dt="2020-09-05T02:09:13.893" v="252"/>
        <pc:sldMkLst>
          <pc:docMk/>
          <pc:sldMk cId="2149074646" sldId="631"/>
        </pc:sldMkLst>
      </pc:sldChg>
      <pc:sldChg chg="modSp add mod">
        <pc:chgData name="翟 锐" userId="fef11181f709266a" providerId="LiveId" clId="{727D35D6-B4E6-4AF0-8F74-99EBC6E1954B}" dt="2020-09-23T16:27:45.557" v="1988" actId="404"/>
        <pc:sldMkLst>
          <pc:docMk/>
          <pc:sldMk cId="3891491368" sldId="632"/>
        </pc:sldMkLst>
        <pc:spChg chg="mod">
          <ac:chgData name="翟 锐" userId="fef11181f709266a" providerId="LiveId" clId="{727D35D6-B4E6-4AF0-8F74-99EBC6E1954B}" dt="2020-09-23T16:27:45.557" v="1988" actId="404"/>
          <ac:spMkLst>
            <pc:docMk/>
            <pc:sldMk cId="3891491368" sldId="632"/>
            <ac:spMk id="2" creationId="{1A343DEC-CFF6-41F5-B87C-0DFC08C67B76}"/>
          </ac:spMkLst>
        </pc:spChg>
      </pc:sldChg>
      <pc:sldChg chg="add">
        <pc:chgData name="翟 锐" userId="fef11181f709266a" providerId="LiveId" clId="{727D35D6-B4E6-4AF0-8F74-99EBC6E1954B}" dt="2020-09-05T02:09:13.893" v="252"/>
        <pc:sldMkLst>
          <pc:docMk/>
          <pc:sldMk cId="1632195621" sldId="633"/>
        </pc:sldMkLst>
      </pc:sldChg>
      <pc:sldChg chg="add">
        <pc:chgData name="翟 锐" userId="fef11181f709266a" providerId="LiveId" clId="{727D35D6-B4E6-4AF0-8F74-99EBC6E1954B}" dt="2020-09-05T02:09:13.893" v="252"/>
        <pc:sldMkLst>
          <pc:docMk/>
          <pc:sldMk cId="3210494518" sldId="634"/>
        </pc:sldMkLst>
      </pc:sldChg>
      <pc:sldChg chg="add">
        <pc:chgData name="翟 锐" userId="fef11181f709266a" providerId="LiveId" clId="{727D35D6-B4E6-4AF0-8F74-99EBC6E1954B}" dt="2020-09-05T02:09:13.893" v="252"/>
        <pc:sldMkLst>
          <pc:docMk/>
          <pc:sldMk cId="3381113624" sldId="635"/>
        </pc:sldMkLst>
      </pc:sldChg>
      <pc:sldChg chg="add">
        <pc:chgData name="翟 锐" userId="fef11181f709266a" providerId="LiveId" clId="{727D35D6-B4E6-4AF0-8F74-99EBC6E1954B}" dt="2020-09-05T02:09:13.893" v="252"/>
        <pc:sldMkLst>
          <pc:docMk/>
          <pc:sldMk cId="1023961295" sldId="636"/>
        </pc:sldMkLst>
      </pc:sldChg>
      <pc:sldChg chg="add">
        <pc:chgData name="翟 锐" userId="fef11181f709266a" providerId="LiveId" clId="{727D35D6-B4E6-4AF0-8F74-99EBC6E1954B}" dt="2020-09-05T02:09:13.893" v="252"/>
        <pc:sldMkLst>
          <pc:docMk/>
          <pc:sldMk cId="364815988" sldId="637"/>
        </pc:sldMkLst>
      </pc:sldChg>
      <pc:sldChg chg="add">
        <pc:chgData name="翟 锐" userId="fef11181f709266a" providerId="LiveId" clId="{727D35D6-B4E6-4AF0-8F74-99EBC6E1954B}" dt="2020-09-05T02:09:13.893" v="252"/>
        <pc:sldMkLst>
          <pc:docMk/>
          <pc:sldMk cId="432108149" sldId="638"/>
        </pc:sldMkLst>
      </pc:sldChg>
      <pc:sldChg chg="add">
        <pc:chgData name="翟 锐" userId="fef11181f709266a" providerId="LiveId" clId="{727D35D6-B4E6-4AF0-8F74-99EBC6E1954B}" dt="2020-09-05T02:09:13.893" v="252"/>
        <pc:sldMkLst>
          <pc:docMk/>
          <pc:sldMk cId="2799856299" sldId="639"/>
        </pc:sldMkLst>
      </pc:sldChg>
      <pc:sldChg chg="add">
        <pc:chgData name="翟 锐" userId="fef11181f709266a" providerId="LiveId" clId="{727D35D6-B4E6-4AF0-8F74-99EBC6E1954B}" dt="2020-09-05T02:09:13.893" v="252"/>
        <pc:sldMkLst>
          <pc:docMk/>
          <pc:sldMk cId="378116688" sldId="640"/>
        </pc:sldMkLst>
      </pc:sldChg>
      <pc:sldChg chg="add">
        <pc:chgData name="翟 锐" userId="fef11181f709266a" providerId="LiveId" clId="{727D35D6-B4E6-4AF0-8F74-99EBC6E1954B}" dt="2020-09-05T02:09:13.893" v="252"/>
        <pc:sldMkLst>
          <pc:docMk/>
          <pc:sldMk cId="2227459113" sldId="641"/>
        </pc:sldMkLst>
      </pc:sldChg>
      <pc:sldChg chg="add">
        <pc:chgData name="翟 锐" userId="fef11181f709266a" providerId="LiveId" clId="{727D35D6-B4E6-4AF0-8F74-99EBC6E1954B}" dt="2020-09-05T02:09:13.893" v="252"/>
        <pc:sldMkLst>
          <pc:docMk/>
          <pc:sldMk cId="1290627896" sldId="642"/>
        </pc:sldMkLst>
      </pc:sldChg>
      <pc:sldChg chg="add">
        <pc:chgData name="翟 锐" userId="fef11181f709266a" providerId="LiveId" clId="{727D35D6-B4E6-4AF0-8F74-99EBC6E1954B}" dt="2020-09-05T02:09:13.893" v="252"/>
        <pc:sldMkLst>
          <pc:docMk/>
          <pc:sldMk cId="3998261402" sldId="643"/>
        </pc:sldMkLst>
      </pc:sldChg>
      <pc:sldChg chg="add">
        <pc:chgData name="翟 锐" userId="fef11181f709266a" providerId="LiveId" clId="{727D35D6-B4E6-4AF0-8F74-99EBC6E1954B}" dt="2020-09-05T02:09:13.893" v="252"/>
        <pc:sldMkLst>
          <pc:docMk/>
          <pc:sldMk cId="2916805578" sldId="644"/>
        </pc:sldMkLst>
      </pc:sldChg>
      <pc:sldChg chg="add">
        <pc:chgData name="翟 锐" userId="fef11181f709266a" providerId="LiveId" clId="{727D35D6-B4E6-4AF0-8F74-99EBC6E1954B}" dt="2020-09-05T02:09:13.893" v="252"/>
        <pc:sldMkLst>
          <pc:docMk/>
          <pc:sldMk cId="4156365499" sldId="645"/>
        </pc:sldMkLst>
      </pc:sldChg>
      <pc:sldChg chg="modSp add">
        <pc:chgData name="翟 锐" userId="fef11181f709266a" providerId="LiveId" clId="{727D35D6-B4E6-4AF0-8F74-99EBC6E1954B}" dt="2020-09-24T13:50:35.811" v="3997" actId="1076"/>
        <pc:sldMkLst>
          <pc:docMk/>
          <pc:sldMk cId="966206790" sldId="646"/>
        </pc:sldMkLst>
        <pc:spChg chg="mod">
          <ac:chgData name="翟 锐" userId="fef11181f709266a" providerId="LiveId" clId="{727D35D6-B4E6-4AF0-8F74-99EBC6E1954B}" dt="2020-09-24T13:50:12.317" v="3993" actId="2711"/>
          <ac:spMkLst>
            <pc:docMk/>
            <pc:sldMk cId="966206790" sldId="646"/>
            <ac:spMk id="3" creationId="{8FC88935-25F7-4E10-873A-5F5EF6173575}"/>
          </ac:spMkLst>
        </pc:spChg>
        <pc:spChg chg="mod">
          <ac:chgData name="翟 锐" userId="fef11181f709266a" providerId="LiveId" clId="{727D35D6-B4E6-4AF0-8F74-99EBC6E1954B}" dt="2020-09-24T13:50:12.317" v="3993" actId="2711"/>
          <ac:spMkLst>
            <pc:docMk/>
            <pc:sldMk cId="966206790" sldId="646"/>
            <ac:spMk id="4" creationId="{F2640E99-CB86-4161-9C30-12E7DDD166F4}"/>
          </ac:spMkLst>
        </pc:spChg>
        <pc:spChg chg="mod">
          <ac:chgData name="翟 锐" userId="fef11181f709266a" providerId="LiveId" clId="{727D35D6-B4E6-4AF0-8F74-99EBC6E1954B}" dt="2020-09-24T13:50:12.317" v="3993" actId="2711"/>
          <ac:spMkLst>
            <pc:docMk/>
            <pc:sldMk cId="966206790" sldId="646"/>
            <ac:spMk id="5" creationId="{552DF5DF-9CAF-4F63-8729-D9228679652C}"/>
          </ac:spMkLst>
        </pc:spChg>
        <pc:spChg chg="mod">
          <ac:chgData name="翟 锐" userId="fef11181f709266a" providerId="LiveId" clId="{727D35D6-B4E6-4AF0-8F74-99EBC6E1954B}" dt="2020-09-24T13:50:12.317" v="3993" actId="2711"/>
          <ac:spMkLst>
            <pc:docMk/>
            <pc:sldMk cId="966206790" sldId="646"/>
            <ac:spMk id="7" creationId="{CF99EA99-C82C-46CE-B303-3BB8BD1C559D}"/>
          </ac:spMkLst>
        </pc:spChg>
        <pc:spChg chg="mod">
          <ac:chgData name="翟 锐" userId="fef11181f709266a" providerId="LiveId" clId="{727D35D6-B4E6-4AF0-8F74-99EBC6E1954B}" dt="2020-09-24T13:50:12.317" v="3993" actId="2711"/>
          <ac:spMkLst>
            <pc:docMk/>
            <pc:sldMk cId="966206790" sldId="646"/>
            <ac:spMk id="9" creationId="{F751C472-FABC-4823-B368-0444C3FE126B}"/>
          </ac:spMkLst>
        </pc:spChg>
        <pc:spChg chg="mod">
          <ac:chgData name="翟 锐" userId="fef11181f709266a" providerId="LiveId" clId="{727D35D6-B4E6-4AF0-8F74-99EBC6E1954B}" dt="2020-09-24T13:50:12.317" v="3993" actId="2711"/>
          <ac:spMkLst>
            <pc:docMk/>
            <pc:sldMk cId="966206790" sldId="646"/>
            <ac:spMk id="11" creationId="{99363432-3EDC-4200-B6B1-2B51F4335089}"/>
          </ac:spMkLst>
        </pc:spChg>
        <pc:spChg chg="mod">
          <ac:chgData name="翟 锐" userId="fef11181f709266a" providerId="LiveId" clId="{727D35D6-B4E6-4AF0-8F74-99EBC6E1954B}" dt="2020-09-24T13:50:12.317" v="3993" actId="2711"/>
          <ac:spMkLst>
            <pc:docMk/>
            <pc:sldMk cId="966206790" sldId="646"/>
            <ac:spMk id="13" creationId="{56C93B87-1A1A-4255-850B-DDF979FB6A59}"/>
          </ac:spMkLst>
        </pc:spChg>
        <pc:spChg chg="mod">
          <ac:chgData name="翟 锐" userId="fef11181f709266a" providerId="LiveId" clId="{727D35D6-B4E6-4AF0-8F74-99EBC6E1954B}" dt="2020-09-24T13:50:12.317" v="3993" actId="2711"/>
          <ac:spMkLst>
            <pc:docMk/>
            <pc:sldMk cId="966206790" sldId="646"/>
            <ac:spMk id="15" creationId="{FA17C40A-A15A-4236-91C6-B49325A3F7CE}"/>
          </ac:spMkLst>
        </pc:spChg>
        <pc:spChg chg="mod">
          <ac:chgData name="翟 锐" userId="fef11181f709266a" providerId="LiveId" clId="{727D35D6-B4E6-4AF0-8F74-99EBC6E1954B}" dt="2020-09-24T13:50:12.317" v="3993" actId="2711"/>
          <ac:spMkLst>
            <pc:docMk/>
            <pc:sldMk cId="966206790" sldId="646"/>
            <ac:spMk id="17" creationId="{442D78DE-DA3B-4046-A52D-5DB1CA806078}"/>
          </ac:spMkLst>
        </pc:spChg>
        <pc:spChg chg="mod">
          <ac:chgData name="翟 锐" userId="fef11181f709266a" providerId="LiveId" clId="{727D35D6-B4E6-4AF0-8F74-99EBC6E1954B}" dt="2020-09-24T13:50:12.317" v="3993" actId="2711"/>
          <ac:spMkLst>
            <pc:docMk/>
            <pc:sldMk cId="966206790" sldId="646"/>
            <ac:spMk id="19" creationId="{327FFC13-B2F0-412E-A648-58A3AE459AF8}"/>
          </ac:spMkLst>
        </pc:spChg>
        <pc:spChg chg="mod">
          <ac:chgData name="翟 锐" userId="fef11181f709266a" providerId="LiveId" clId="{727D35D6-B4E6-4AF0-8F74-99EBC6E1954B}" dt="2020-09-24T13:50:12.317" v="3993" actId="2711"/>
          <ac:spMkLst>
            <pc:docMk/>
            <pc:sldMk cId="966206790" sldId="646"/>
            <ac:spMk id="21" creationId="{5A7EE50B-1F95-4EB4-84BA-DBB51BA78AD1}"/>
          </ac:spMkLst>
        </pc:spChg>
        <pc:spChg chg="mod">
          <ac:chgData name="翟 锐" userId="fef11181f709266a" providerId="LiveId" clId="{727D35D6-B4E6-4AF0-8F74-99EBC6E1954B}" dt="2020-09-24T13:50:12.317" v="3993" actId="2711"/>
          <ac:spMkLst>
            <pc:docMk/>
            <pc:sldMk cId="966206790" sldId="646"/>
            <ac:spMk id="23" creationId="{EDF72DC8-D960-49F2-9774-57EFA275BE97}"/>
          </ac:spMkLst>
        </pc:spChg>
        <pc:spChg chg="mod">
          <ac:chgData name="翟 锐" userId="fef11181f709266a" providerId="LiveId" clId="{727D35D6-B4E6-4AF0-8F74-99EBC6E1954B}" dt="2020-09-24T13:50:12.317" v="3993" actId="2711"/>
          <ac:spMkLst>
            <pc:docMk/>
            <pc:sldMk cId="966206790" sldId="646"/>
            <ac:spMk id="25" creationId="{499177E9-DEBC-4FD6-8B58-DC618950D007}"/>
          </ac:spMkLst>
        </pc:spChg>
        <pc:spChg chg="mod">
          <ac:chgData name="翟 锐" userId="fef11181f709266a" providerId="LiveId" clId="{727D35D6-B4E6-4AF0-8F74-99EBC6E1954B}" dt="2020-09-24T13:50:25.716" v="3996" actId="1076"/>
          <ac:spMkLst>
            <pc:docMk/>
            <pc:sldMk cId="966206790" sldId="646"/>
            <ac:spMk id="27" creationId="{ABA591E7-DA4E-41D3-82CF-9318E8D936EC}"/>
          </ac:spMkLst>
        </pc:spChg>
        <pc:spChg chg="mod">
          <ac:chgData name="翟 锐" userId="fef11181f709266a" providerId="LiveId" clId="{727D35D6-B4E6-4AF0-8F74-99EBC6E1954B}" dt="2020-09-24T13:50:12.317" v="3993" actId="2711"/>
          <ac:spMkLst>
            <pc:docMk/>
            <pc:sldMk cId="966206790" sldId="646"/>
            <ac:spMk id="29" creationId="{4B51E1CF-C808-4418-A31B-B0AF429E39BA}"/>
          </ac:spMkLst>
        </pc:spChg>
        <pc:spChg chg="mod">
          <ac:chgData name="翟 锐" userId="fef11181f709266a" providerId="LiveId" clId="{727D35D6-B4E6-4AF0-8F74-99EBC6E1954B}" dt="2020-09-24T13:50:35.811" v="3997" actId="1076"/>
          <ac:spMkLst>
            <pc:docMk/>
            <pc:sldMk cId="966206790" sldId="646"/>
            <ac:spMk id="31" creationId="{BE3F740A-A07C-437E-805D-872B3A8E0266}"/>
          </ac:spMkLst>
        </pc:spChg>
        <pc:spChg chg="mod">
          <ac:chgData name="翟 锐" userId="fef11181f709266a" providerId="LiveId" clId="{727D35D6-B4E6-4AF0-8F74-99EBC6E1954B}" dt="2020-09-24T13:50:12.317" v="3993" actId="2711"/>
          <ac:spMkLst>
            <pc:docMk/>
            <pc:sldMk cId="966206790" sldId="646"/>
            <ac:spMk id="34" creationId="{00000000-0000-0000-0000-000000000000}"/>
          </ac:spMkLst>
        </pc:spChg>
        <pc:spChg chg="mod">
          <ac:chgData name="翟 锐" userId="fef11181f709266a" providerId="LiveId" clId="{727D35D6-B4E6-4AF0-8F74-99EBC6E1954B}" dt="2020-09-24T13:50:12.317" v="3993" actId="2711"/>
          <ac:spMkLst>
            <pc:docMk/>
            <pc:sldMk cId="966206790" sldId="646"/>
            <ac:spMk id="35" creationId="{00000000-0000-0000-0000-000000000000}"/>
          </ac:spMkLst>
        </pc:spChg>
        <pc:spChg chg="mod">
          <ac:chgData name="翟 锐" userId="fef11181f709266a" providerId="LiveId" clId="{727D35D6-B4E6-4AF0-8F74-99EBC6E1954B}" dt="2020-09-24T13:50:12.317" v="3993" actId="2711"/>
          <ac:spMkLst>
            <pc:docMk/>
            <pc:sldMk cId="966206790" sldId="646"/>
            <ac:spMk id="39" creationId="{518A373F-1871-4D45-A61C-891ED746E1F6}"/>
          </ac:spMkLst>
        </pc:spChg>
        <pc:spChg chg="mod">
          <ac:chgData name="翟 锐" userId="fef11181f709266a" providerId="LiveId" clId="{727D35D6-B4E6-4AF0-8F74-99EBC6E1954B}" dt="2020-09-24T13:50:18.104" v="3994" actId="1076"/>
          <ac:spMkLst>
            <pc:docMk/>
            <pc:sldMk cId="966206790" sldId="646"/>
            <ac:spMk id="41" creationId="{6F56EBEA-F928-49DC-8663-2B587B28DB2A}"/>
          </ac:spMkLst>
        </pc:spChg>
        <pc:cxnChg chg="mod">
          <ac:chgData name="翟 锐" userId="fef11181f709266a" providerId="LiveId" clId="{727D35D6-B4E6-4AF0-8F74-99EBC6E1954B}" dt="2020-09-24T13:50:12.317" v="3993" actId="2711"/>
          <ac:cxnSpMkLst>
            <pc:docMk/>
            <pc:sldMk cId="966206790" sldId="646"/>
            <ac:cxnSpMk id="33" creationId="{00000000-0000-0000-0000-000000000000}"/>
          </ac:cxnSpMkLst>
        </pc:cxnChg>
      </pc:sldChg>
      <pc:sldChg chg="add">
        <pc:chgData name="翟 锐" userId="fef11181f709266a" providerId="LiveId" clId="{727D35D6-B4E6-4AF0-8F74-99EBC6E1954B}" dt="2020-09-05T02:09:13.893" v="252"/>
        <pc:sldMkLst>
          <pc:docMk/>
          <pc:sldMk cId="3222846923" sldId="647"/>
        </pc:sldMkLst>
      </pc:sldChg>
      <pc:sldChg chg="add">
        <pc:chgData name="翟 锐" userId="fef11181f709266a" providerId="LiveId" clId="{727D35D6-B4E6-4AF0-8F74-99EBC6E1954B}" dt="2020-09-05T02:09:13.893" v="252"/>
        <pc:sldMkLst>
          <pc:docMk/>
          <pc:sldMk cId="4139344712" sldId="648"/>
        </pc:sldMkLst>
      </pc:sldChg>
      <pc:sldChg chg="add">
        <pc:chgData name="翟 锐" userId="fef11181f709266a" providerId="LiveId" clId="{727D35D6-B4E6-4AF0-8F74-99EBC6E1954B}" dt="2020-09-05T02:09:13.893" v="252"/>
        <pc:sldMkLst>
          <pc:docMk/>
          <pc:sldMk cId="3730321688" sldId="649"/>
        </pc:sldMkLst>
      </pc:sldChg>
      <pc:sldChg chg="add">
        <pc:chgData name="翟 锐" userId="fef11181f709266a" providerId="LiveId" clId="{727D35D6-B4E6-4AF0-8F74-99EBC6E1954B}" dt="2020-09-05T02:09:13.893" v="252"/>
        <pc:sldMkLst>
          <pc:docMk/>
          <pc:sldMk cId="726596640" sldId="650"/>
        </pc:sldMkLst>
      </pc:sldChg>
      <pc:sldChg chg="addSp modSp add modAnim">
        <pc:chgData name="翟 锐" userId="fef11181f709266a" providerId="LiveId" clId="{727D35D6-B4E6-4AF0-8F74-99EBC6E1954B}" dt="2020-09-24T13:33:04.701" v="3796" actId="14100"/>
        <pc:sldMkLst>
          <pc:docMk/>
          <pc:sldMk cId="303286655" sldId="651"/>
        </pc:sldMkLst>
        <pc:spChg chg="mod">
          <ac:chgData name="翟 锐" userId="fef11181f709266a" providerId="LiveId" clId="{727D35D6-B4E6-4AF0-8F74-99EBC6E1954B}" dt="2020-09-24T13:33:04.701" v="3796" actId="14100"/>
          <ac:spMkLst>
            <pc:docMk/>
            <pc:sldMk cId="303286655" sldId="651"/>
            <ac:spMk id="6" creationId="{9698088A-F83D-4566-9AFD-0E9167CA4B05}"/>
          </ac:spMkLst>
        </pc:spChg>
        <pc:spChg chg="mod">
          <ac:chgData name="翟 锐" userId="fef11181f709266a" providerId="LiveId" clId="{727D35D6-B4E6-4AF0-8F74-99EBC6E1954B}" dt="2020-09-24T13:33:04.701" v="3796" actId="14100"/>
          <ac:spMkLst>
            <pc:docMk/>
            <pc:sldMk cId="303286655" sldId="651"/>
            <ac:spMk id="7" creationId="{20BFF2E6-2B01-4BBD-ACDA-C5F19F7B2FE2}"/>
          </ac:spMkLst>
        </pc:spChg>
        <pc:spChg chg="mod">
          <ac:chgData name="翟 锐" userId="fef11181f709266a" providerId="LiveId" clId="{727D35D6-B4E6-4AF0-8F74-99EBC6E1954B}" dt="2020-09-24T13:33:04.701" v="3796" actId="14100"/>
          <ac:spMkLst>
            <pc:docMk/>
            <pc:sldMk cId="303286655" sldId="651"/>
            <ac:spMk id="8" creationId="{CFC17D6F-8F45-4604-9D2F-95210EAE526D}"/>
          </ac:spMkLst>
        </pc:spChg>
        <pc:spChg chg="mod">
          <ac:chgData name="翟 锐" userId="fef11181f709266a" providerId="LiveId" clId="{727D35D6-B4E6-4AF0-8F74-99EBC6E1954B}" dt="2020-09-24T13:33:04.701" v="3796" actId="14100"/>
          <ac:spMkLst>
            <pc:docMk/>
            <pc:sldMk cId="303286655" sldId="651"/>
            <ac:spMk id="9" creationId="{087144BF-A7F7-4E7D-A4AF-CC882F5A2B96}"/>
          </ac:spMkLst>
        </pc:spChg>
        <pc:spChg chg="mod">
          <ac:chgData name="翟 锐" userId="fef11181f709266a" providerId="LiveId" clId="{727D35D6-B4E6-4AF0-8F74-99EBC6E1954B}" dt="2020-09-24T13:33:04.701" v="3796" actId="14100"/>
          <ac:spMkLst>
            <pc:docMk/>
            <pc:sldMk cId="303286655" sldId="651"/>
            <ac:spMk id="10" creationId="{8802EC3E-6B2F-4164-BECE-62502036DB12}"/>
          </ac:spMkLst>
        </pc:spChg>
        <pc:spChg chg="mod">
          <ac:chgData name="翟 锐" userId="fef11181f709266a" providerId="LiveId" clId="{727D35D6-B4E6-4AF0-8F74-99EBC6E1954B}" dt="2020-09-24T13:33:04.701" v="3796" actId="14100"/>
          <ac:spMkLst>
            <pc:docMk/>
            <pc:sldMk cId="303286655" sldId="651"/>
            <ac:spMk id="11" creationId="{8A709AE1-580C-47EE-BB25-CE047CB09B2A}"/>
          </ac:spMkLst>
        </pc:spChg>
        <pc:spChg chg="mod">
          <ac:chgData name="翟 锐" userId="fef11181f709266a" providerId="LiveId" clId="{727D35D6-B4E6-4AF0-8F74-99EBC6E1954B}" dt="2020-09-24T13:33:04.701" v="3796" actId="14100"/>
          <ac:spMkLst>
            <pc:docMk/>
            <pc:sldMk cId="303286655" sldId="651"/>
            <ac:spMk id="12" creationId="{70DD1B9D-081A-46E1-802F-33FB7F9D3205}"/>
          </ac:spMkLst>
        </pc:spChg>
        <pc:spChg chg="mod">
          <ac:chgData name="翟 锐" userId="fef11181f709266a" providerId="LiveId" clId="{727D35D6-B4E6-4AF0-8F74-99EBC6E1954B}" dt="2020-09-24T13:33:04.701" v="3796" actId="14100"/>
          <ac:spMkLst>
            <pc:docMk/>
            <pc:sldMk cId="303286655" sldId="651"/>
            <ac:spMk id="13" creationId="{AE380602-5C89-45D3-8A1B-05B349085ACE}"/>
          </ac:spMkLst>
        </pc:spChg>
        <pc:spChg chg="mod">
          <ac:chgData name="翟 锐" userId="fef11181f709266a" providerId="LiveId" clId="{727D35D6-B4E6-4AF0-8F74-99EBC6E1954B}" dt="2020-09-24T13:33:04.701" v="3796" actId="14100"/>
          <ac:spMkLst>
            <pc:docMk/>
            <pc:sldMk cId="303286655" sldId="651"/>
            <ac:spMk id="14" creationId="{CC949237-3931-4C45-9D11-2F4067B6EAB5}"/>
          </ac:spMkLst>
        </pc:spChg>
        <pc:spChg chg="mod">
          <ac:chgData name="翟 锐" userId="fef11181f709266a" providerId="LiveId" clId="{727D35D6-B4E6-4AF0-8F74-99EBC6E1954B}" dt="2020-09-24T13:33:04.701" v="3796" actId="14100"/>
          <ac:spMkLst>
            <pc:docMk/>
            <pc:sldMk cId="303286655" sldId="651"/>
            <ac:spMk id="15" creationId="{138CD6CC-5717-4E5B-B368-A03E458ECACD}"/>
          </ac:spMkLst>
        </pc:spChg>
        <pc:spChg chg="mod">
          <ac:chgData name="翟 锐" userId="fef11181f709266a" providerId="LiveId" clId="{727D35D6-B4E6-4AF0-8F74-99EBC6E1954B}" dt="2020-09-24T13:33:04.701" v="3796" actId="14100"/>
          <ac:spMkLst>
            <pc:docMk/>
            <pc:sldMk cId="303286655" sldId="651"/>
            <ac:spMk id="16" creationId="{6FDA478E-778D-4784-A7AD-D3A3077B86B8}"/>
          </ac:spMkLst>
        </pc:spChg>
        <pc:spChg chg="mod">
          <ac:chgData name="翟 锐" userId="fef11181f709266a" providerId="LiveId" clId="{727D35D6-B4E6-4AF0-8F74-99EBC6E1954B}" dt="2020-09-24T13:33:04.701" v="3796" actId="14100"/>
          <ac:spMkLst>
            <pc:docMk/>
            <pc:sldMk cId="303286655" sldId="651"/>
            <ac:spMk id="17" creationId="{0ED9FFB6-CEB4-47F9-9875-BC64BA0F4900}"/>
          </ac:spMkLst>
        </pc:spChg>
        <pc:spChg chg="mod">
          <ac:chgData name="翟 锐" userId="fef11181f709266a" providerId="LiveId" clId="{727D35D6-B4E6-4AF0-8F74-99EBC6E1954B}" dt="2020-09-24T13:33:04.701" v="3796" actId="14100"/>
          <ac:spMkLst>
            <pc:docMk/>
            <pc:sldMk cId="303286655" sldId="651"/>
            <ac:spMk id="18" creationId="{D9D48B37-F7C4-4455-BB29-45815BDB1B05}"/>
          </ac:spMkLst>
        </pc:spChg>
        <pc:spChg chg="mod">
          <ac:chgData name="翟 锐" userId="fef11181f709266a" providerId="LiveId" clId="{727D35D6-B4E6-4AF0-8F74-99EBC6E1954B}" dt="2020-09-24T13:33:04.701" v="3796" actId="14100"/>
          <ac:spMkLst>
            <pc:docMk/>
            <pc:sldMk cId="303286655" sldId="651"/>
            <ac:spMk id="19" creationId="{9F2823FF-0B31-4F25-8B02-BE479FD2E0A7}"/>
          </ac:spMkLst>
        </pc:spChg>
        <pc:spChg chg="mod">
          <ac:chgData name="翟 锐" userId="fef11181f709266a" providerId="LiveId" clId="{727D35D6-B4E6-4AF0-8F74-99EBC6E1954B}" dt="2020-09-24T13:33:04.701" v="3796" actId="14100"/>
          <ac:spMkLst>
            <pc:docMk/>
            <pc:sldMk cId="303286655" sldId="651"/>
            <ac:spMk id="20" creationId="{57A1D1CC-B168-4EB7-BE1F-0C7E7638B550}"/>
          </ac:spMkLst>
        </pc:spChg>
        <pc:spChg chg="mod">
          <ac:chgData name="翟 锐" userId="fef11181f709266a" providerId="LiveId" clId="{727D35D6-B4E6-4AF0-8F74-99EBC6E1954B}" dt="2020-09-24T13:33:04.701" v="3796" actId="14100"/>
          <ac:spMkLst>
            <pc:docMk/>
            <pc:sldMk cId="303286655" sldId="651"/>
            <ac:spMk id="21" creationId="{8EC352C4-E693-4C44-93A3-DC7169669D19}"/>
          </ac:spMkLst>
        </pc:spChg>
        <pc:spChg chg="mod">
          <ac:chgData name="翟 锐" userId="fef11181f709266a" providerId="LiveId" clId="{727D35D6-B4E6-4AF0-8F74-99EBC6E1954B}" dt="2020-09-24T13:33:04.701" v="3796" actId="14100"/>
          <ac:spMkLst>
            <pc:docMk/>
            <pc:sldMk cId="303286655" sldId="651"/>
            <ac:spMk id="22" creationId="{95124D90-B4BB-40F1-AB9B-29C1C97F0895}"/>
          </ac:spMkLst>
        </pc:spChg>
        <pc:spChg chg="mod">
          <ac:chgData name="翟 锐" userId="fef11181f709266a" providerId="LiveId" clId="{727D35D6-B4E6-4AF0-8F74-99EBC6E1954B}" dt="2020-09-24T13:33:04.701" v="3796" actId="14100"/>
          <ac:spMkLst>
            <pc:docMk/>
            <pc:sldMk cId="303286655" sldId="651"/>
            <ac:spMk id="23" creationId="{63B63CD1-C4CE-49D5-93D6-4E553D55C9D0}"/>
          </ac:spMkLst>
        </pc:spChg>
        <pc:spChg chg="mod">
          <ac:chgData name="翟 锐" userId="fef11181f709266a" providerId="LiveId" clId="{727D35D6-B4E6-4AF0-8F74-99EBC6E1954B}" dt="2020-09-24T13:33:04.701" v="3796" actId="14100"/>
          <ac:spMkLst>
            <pc:docMk/>
            <pc:sldMk cId="303286655" sldId="651"/>
            <ac:spMk id="24" creationId="{CE71E2ED-B493-4250-84EC-CBB3B294DD33}"/>
          </ac:spMkLst>
        </pc:spChg>
        <pc:spChg chg="mod">
          <ac:chgData name="翟 锐" userId="fef11181f709266a" providerId="LiveId" clId="{727D35D6-B4E6-4AF0-8F74-99EBC6E1954B}" dt="2020-09-24T13:33:04.701" v="3796" actId="14100"/>
          <ac:spMkLst>
            <pc:docMk/>
            <pc:sldMk cId="303286655" sldId="651"/>
            <ac:spMk id="25" creationId="{1396C08E-9117-48B8-8CAD-62464977F253}"/>
          </ac:spMkLst>
        </pc:spChg>
        <pc:spChg chg="mod">
          <ac:chgData name="翟 锐" userId="fef11181f709266a" providerId="LiveId" clId="{727D35D6-B4E6-4AF0-8F74-99EBC6E1954B}" dt="2020-09-24T13:33:04.701" v="3796" actId="14100"/>
          <ac:spMkLst>
            <pc:docMk/>
            <pc:sldMk cId="303286655" sldId="651"/>
            <ac:spMk id="26" creationId="{A6391CE5-E65B-4A3E-895C-2F4C3E0B650E}"/>
          </ac:spMkLst>
        </pc:spChg>
        <pc:spChg chg="mod">
          <ac:chgData name="翟 锐" userId="fef11181f709266a" providerId="LiveId" clId="{727D35D6-B4E6-4AF0-8F74-99EBC6E1954B}" dt="2020-09-24T13:33:04.701" v="3796" actId="14100"/>
          <ac:spMkLst>
            <pc:docMk/>
            <pc:sldMk cId="303286655" sldId="651"/>
            <ac:spMk id="27" creationId="{8B30BA4E-ECC8-431D-95F8-A2ACE8FEB931}"/>
          </ac:spMkLst>
        </pc:spChg>
        <pc:spChg chg="mod">
          <ac:chgData name="翟 锐" userId="fef11181f709266a" providerId="LiveId" clId="{727D35D6-B4E6-4AF0-8F74-99EBC6E1954B}" dt="2020-09-24T13:33:04.701" v="3796" actId="14100"/>
          <ac:spMkLst>
            <pc:docMk/>
            <pc:sldMk cId="303286655" sldId="651"/>
            <ac:spMk id="28" creationId="{BCBF28E0-3DDB-475E-AEE8-54F3749DD47D}"/>
          </ac:spMkLst>
        </pc:spChg>
        <pc:spChg chg="mod">
          <ac:chgData name="翟 锐" userId="fef11181f709266a" providerId="LiveId" clId="{727D35D6-B4E6-4AF0-8F74-99EBC6E1954B}" dt="2020-09-24T13:33:04.701" v="3796" actId="14100"/>
          <ac:spMkLst>
            <pc:docMk/>
            <pc:sldMk cId="303286655" sldId="651"/>
            <ac:spMk id="29" creationId="{9D106730-A645-405D-9F68-605F027D468F}"/>
          </ac:spMkLst>
        </pc:spChg>
        <pc:spChg chg="mod">
          <ac:chgData name="翟 锐" userId="fef11181f709266a" providerId="LiveId" clId="{727D35D6-B4E6-4AF0-8F74-99EBC6E1954B}" dt="2020-09-24T13:33:04.701" v="3796" actId="14100"/>
          <ac:spMkLst>
            <pc:docMk/>
            <pc:sldMk cId="303286655" sldId="651"/>
            <ac:spMk id="30" creationId="{A884E584-0337-46B7-85D1-BC707DC35EA6}"/>
          </ac:spMkLst>
        </pc:spChg>
        <pc:spChg chg="mod">
          <ac:chgData name="翟 锐" userId="fef11181f709266a" providerId="LiveId" clId="{727D35D6-B4E6-4AF0-8F74-99EBC6E1954B}" dt="2020-09-24T13:33:04.701" v="3796" actId="14100"/>
          <ac:spMkLst>
            <pc:docMk/>
            <pc:sldMk cId="303286655" sldId="651"/>
            <ac:spMk id="31" creationId="{1FE03FFA-71F8-4810-9437-EA734949EF95}"/>
          </ac:spMkLst>
        </pc:spChg>
        <pc:spChg chg="mod">
          <ac:chgData name="翟 锐" userId="fef11181f709266a" providerId="LiveId" clId="{727D35D6-B4E6-4AF0-8F74-99EBC6E1954B}" dt="2020-09-24T13:33:04.701" v="3796" actId="14100"/>
          <ac:spMkLst>
            <pc:docMk/>
            <pc:sldMk cId="303286655" sldId="651"/>
            <ac:spMk id="32" creationId="{C8D3C869-4D8B-4C22-A662-4EBF2EACA865}"/>
          </ac:spMkLst>
        </pc:spChg>
        <pc:spChg chg="mod">
          <ac:chgData name="翟 锐" userId="fef11181f709266a" providerId="LiveId" clId="{727D35D6-B4E6-4AF0-8F74-99EBC6E1954B}" dt="2020-09-24T13:31:01.282" v="3766" actId="164"/>
          <ac:spMkLst>
            <pc:docMk/>
            <pc:sldMk cId="303286655" sldId="651"/>
            <ac:spMk id="34" creationId="{00000000-0000-0000-0000-000000000000}"/>
          </ac:spMkLst>
        </pc:spChg>
        <pc:spChg chg="mod">
          <ac:chgData name="翟 锐" userId="fef11181f709266a" providerId="LiveId" clId="{727D35D6-B4E6-4AF0-8F74-99EBC6E1954B}" dt="2020-09-24T13:33:04.701" v="3796" actId="14100"/>
          <ac:spMkLst>
            <pc:docMk/>
            <pc:sldMk cId="303286655" sldId="651"/>
            <ac:spMk id="36" creationId="{B3FFBD69-F59B-447F-A088-6A38CD60B6C0}"/>
          </ac:spMkLst>
        </pc:spChg>
        <pc:spChg chg="mod">
          <ac:chgData name="翟 锐" userId="fef11181f709266a" providerId="LiveId" clId="{727D35D6-B4E6-4AF0-8F74-99EBC6E1954B}" dt="2020-09-24T13:33:04.701" v="3796" actId="14100"/>
          <ac:spMkLst>
            <pc:docMk/>
            <pc:sldMk cId="303286655" sldId="651"/>
            <ac:spMk id="37" creationId="{DBE09F2D-E9F6-4CF7-87AE-ECFF49FC4825}"/>
          </ac:spMkLst>
        </pc:spChg>
        <pc:spChg chg="mod">
          <ac:chgData name="翟 锐" userId="fef11181f709266a" providerId="LiveId" clId="{727D35D6-B4E6-4AF0-8F74-99EBC6E1954B}" dt="2020-09-24T13:33:04.701" v="3796" actId="14100"/>
          <ac:spMkLst>
            <pc:docMk/>
            <pc:sldMk cId="303286655" sldId="651"/>
            <ac:spMk id="38" creationId="{263E6716-1A88-453A-832D-9CBBF4D85120}"/>
          </ac:spMkLst>
        </pc:spChg>
        <pc:spChg chg="mod">
          <ac:chgData name="翟 锐" userId="fef11181f709266a" providerId="LiveId" clId="{727D35D6-B4E6-4AF0-8F74-99EBC6E1954B}" dt="2020-09-24T13:33:04.701" v="3796" actId="14100"/>
          <ac:spMkLst>
            <pc:docMk/>
            <pc:sldMk cId="303286655" sldId="651"/>
            <ac:spMk id="39" creationId="{68580A50-BD37-4839-B5D8-4B178318ED02}"/>
          </ac:spMkLst>
        </pc:spChg>
        <pc:grpChg chg="add mod">
          <ac:chgData name="翟 锐" userId="fef11181f709266a" providerId="LiveId" clId="{727D35D6-B4E6-4AF0-8F74-99EBC6E1954B}" dt="2020-09-24T13:31:01.282" v="3766" actId="164"/>
          <ac:grpSpMkLst>
            <pc:docMk/>
            <pc:sldMk cId="303286655" sldId="651"/>
            <ac:grpSpMk id="2" creationId="{1CF4238A-2FBA-4B54-BC8F-360190ED1CDF}"/>
          </ac:grpSpMkLst>
        </pc:grpChg>
        <pc:grpChg chg="add mod">
          <ac:chgData name="翟 锐" userId="fef11181f709266a" providerId="LiveId" clId="{727D35D6-B4E6-4AF0-8F74-99EBC6E1954B}" dt="2020-09-24T13:33:04.701" v="3796" actId="14100"/>
          <ac:grpSpMkLst>
            <pc:docMk/>
            <pc:sldMk cId="303286655" sldId="651"/>
            <ac:grpSpMk id="3" creationId="{6563EB65-19D8-4F0A-BDA6-A2F1113BC3E3}"/>
          </ac:grpSpMkLst>
        </pc:grpChg>
        <pc:cxnChg chg="mod">
          <ac:chgData name="翟 锐" userId="fef11181f709266a" providerId="LiveId" clId="{727D35D6-B4E6-4AF0-8F74-99EBC6E1954B}" dt="2020-09-24T13:31:01.282" v="3766" actId="164"/>
          <ac:cxnSpMkLst>
            <pc:docMk/>
            <pc:sldMk cId="303286655" sldId="651"/>
            <ac:cxnSpMk id="33" creationId="{00000000-0000-0000-0000-000000000000}"/>
          </ac:cxnSpMkLst>
        </pc:cxnChg>
      </pc:sldChg>
      <pc:sldChg chg="modSp add">
        <pc:chgData name="翟 锐" userId="fef11181f709266a" providerId="LiveId" clId="{727D35D6-B4E6-4AF0-8F74-99EBC6E1954B}" dt="2020-09-24T13:51:17.226" v="4000"/>
        <pc:sldMkLst>
          <pc:docMk/>
          <pc:sldMk cId="843143412" sldId="652"/>
        </pc:sldMkLst>
        <pc:spChg chg="mod">
          <ac:chgData name="翟 锐" userId="fef11181f709266a" providerId="LiveId" clId="{727D35D6-B4E6-4AF0-8F74-99EBC6E1954B}" dt="2020-09-24T13:51:17.226" v="4000"/>
          <ac:spMkLst>
            <pc:docMk/>
            <pc:sldMk cId="843143412" sldId="652"/>
            <ac:spMk id="35" creationId="{00000000-0000-0000-0000-000000000000}"/>
          </ac:spMkLst>
        </pc:spChg>
      </pc:sldChg>
      <pc:sldChg chg="add del">
        <pc:chgData name="翟 锐" userId="fef11181f709266a" providerId="LiveId" clId="{727D35D6-B4E6-4AF0-8F74-99EBC6E1954B}" dt="2020-09-24T13:51:02.203" v="3998" actId="2696"/>
        <pc:sldMkLst>
          <pc:docMk/>
          <pc:sldMk cId="2623457256" sldId="652"/>
        </pc:sldMkLst>
      </pc:sldChg>
      <pc:sldChg chg="add">
        <pc:chgData name="翟 锐" userId="fef11181f709266a" providerId="LiveId" clId="{727D35D6-B4E6-4AF0-8F74-99EBC6E1954B}" dt="2020-09-05T02:09:13.893" v="252"/>
        <pc:sldMkLst>
          <pc:docMk/>
          <pc:sldMk cId="1900271857" sldId="653"/>
        </pc:sldMkLst>
      </pc:sldChg>
      <pc:sldChg chg="add">
        <pc:chgData name="翟 锐" userId="fef11181f709266a" providerId="LiveId" clId="{727D35D6-B4E6-4AF0-8F74-99EBC6E1954B}" dt="2020-09-05T02:09:13.893" v="252"/>
        <pc:sldMkLst>
          <pc:docMk/>
          <pc:sldMk cId="821615060" sldId="654"/>
        </pc:sldMkLst>
      </pc:sldChg>
      <pc:sldChg chg="add">
        <pc:chgData name="翟 锐" userId="fef11181f709266a" providerId="LiveId" clId="{727D35D6-B4E6-4AF0-8F74-99EBC6E1954B}" dt="2020-09-05T02:09:13.893" v="252"/>
        <pc:sldMkLst>
          <pc:docMk/>
          <pc:sldMk cId="3026258030" sldId="655"/>
        </pc:sldMkLst>
      </pc:sldChg>
      <pc:sldChg chg="add">
        <pc:chgData name="翟 锐" userId="fef11181f709266a" providerId="LiveId" clId="{727D35D6-B4E6-4AF0-8F74-99EBC6E1954B}" dt="2020-09-05T02:09:13.893" v="252"/>
        <pc:sldMkLst>
          <pc:docMk/>
          <pc:sldMk cId="136167118" sldId="656"/>
        </pc:sldMkLst>
      </pc:sldChg>
      <pc:sldChg chg="delSp modSp add del mod">
        <pc:chgData name="翟 锐" userId="fef11181f709266a" providerId="LiveId" clId="{727D35D6-B4E6-4AF0-8F74-99EBC6E1954B}" dt="2020-09-23T16:24:30.469" v="1986" actId="47"/>
        <pc:sldMkLst>
          <pc:docMk/>
          <pc:sldMk cId="1862911527" sldId="657"/>
        </pc:sldMkLst>
        <pc:spChg chg="del mod">
          <ac:chgData name="翟 锐" userId="fef11181f709266a" providerId="LiveId" clId="{727D35D6-B4E6-4AF0-8F74-99EBC6E1954B}" dt="2020-09-23T16:24:29.329" v="1985"/>
          <ac:spMkLst>
            <pc:docMk/>
            <pc:sldMk cId="1862911527" sldId="657"/>
            <ac:spMk id="2" creationId="{1A343DEC-CFF6-41F5-B87C-0DFC08C67B76}"/>
          </ac:spMkLst>
        </pc:spChg>
        <pc:spChg chg="del">
          <ac:chgData name="翟 锐" userId="fef11181f709266a" providerId="LiveId" clId="{727D35D6-B4E6-4AF0-8F74-99EBC6E1954B}" dt="2020-09-05T15:33:29.645" v="367" actId="478"/>
          <ac:spMkLst>
            <pc:docMk/>
            <pc:sldMk cId="1862911527" sldId="657"/>
            <ac:spMk id="9" creationId="{F2F000C4-A5F3-4FC3-AFF7-D0D6C6EB3026}"/>
          </ac:spMkLst>
        </pc:spChg>
        <pc:spChg chg="mod">
          <ac:chgData name="翟 锐" userId="fef11181f709266a" providerId="LiveId" clId="{727D35D6-B4E6-4AF0-8F74-99EBC6E1954B}" dt="2020-09-05T15:33:16.754" v="340"/>
          <ac:spMkLst>
            <pc:docMk/>
            <pc:sldMk cId="1862911527" sldId="657"/>
            <ac:spMk id="35" creationId="{00000000-0000-0000-0000-000000000000}"/>
          </ac:spMkLst>
        </pc:spChg>
      </pc:sldChg>
      <pc:sldChg chg="modSp add del">
        <pc:chgData name="翟 锐" userId="fef11181f709266a" providerId="LiveId" clId="{727D35D6-B4E6-4AF0-8F74-99EBC6E1954B}" dt="2020-09-24T13:16:53.166" v="3723" actId="47"/>
        <pc:sldMkLst>
          <pc:docMk/>
          <pc:sldMk cId="3541112199" sldId="658"/>
        </pc:sldMkLst>
        <pc:spChg chg="mod">
          <ac:chgData name="翟 锐" userId="fef11181f709266a" providerId="LiveId" clId="{727D35D6-B4E6-4AF0-8F74-99EBC6E1954B}" dt="2020-09-05T16:03:52.397" v="1179"/>
          <ac:spMkLst>
            <pc:docMk/>
            <pc:sldMk cId="3541112199" sldId="658"/>
            <ac:spMk id="2" creationId="{00000000-0000-0000-0000-000000000000}"/>
          </ac:spMkLst>
        </pc:spChg>
      </pc:sldChg>
      <pc:sldChg chg="modSp add mod">
        <pc:chgData name="翟 锐" userId="fef11181f709266a" providerId="LiveId" clId="{727D35D6-B4E6-4AF0-8F74-99EBC6E1954B}" dt="2020-09-24T13:51:29.172" v="4024"/>
        <pc:sldMkLst>
          <pc:docMk/>
          <pc:sldMk cId="682694001" sldId="659"/>
        </pc:sldMkLst>
        <pc:spChg chg="mod">
          <ac:chgData name="翟 锐" userId="fef11181f709266a" providerId="LiveId" clId="{727D35D6-B4E6-4AF0-8F74-99EBC6E1954B}" dt="2020-09-24T13:51:29.172" v="4024"/>
          <ac:spMkLst>
            <pc:docMk/>
            <pc:sldMk cId="682694001" sldId="659"/>
            <ac:spMk id="2" creationId="{1A343DEC-CFF6-41F5-B87C-0DFC08C67B76}"/>
          </ac:spMkLst>
        </pc:spChg>
        <pc:spChg chg="mod">
          <ac:chgData name="翟 锐" userId="fef11181f709266a" providerId="LiveId" clId="{727D35D6-B4E6-4AF0-8F74-99EBC6E1954B}" dt="2020-09-06T05:37:25.540" v="1980" actId="20577"/>
          <ac:spMkLst>
            <pc:docMk/>
            <pc:sldMk cId="682694001" sldId="659"/>
            <ac:spMk id="35" creationId="{00000000-0000-0000-0000-000000000000}"/>
          </ac:spMkLst>
        </pc:spChg>
      </pc:sldChg>
      <pc:sldChg chg="add del">
        <pc:chgData name="翟 锐" userId="fef11181f709266a" providerId="LiveId" clId="{727D35D6-B4E6-4AF0-8F74-99EBC6E1954B}" dt="2020-09-06T05:21:33.783" v="1827" actId="47"/>
        <pc:sldMkLst>
          <pc:docMk/>
          <pc:sldMk cId="2586824896" sldId="659"/>
        </pc:sldMkLst>
      </pc:sldChg>
      <pc:sldChg chg="modSp mod">
        <pc:chgData name="翟 锐" userId="fef11181f709266a" providerId="LiveId" clId="{727D35D6-B4E6-4AF0-8F74-99EBC6E1954B}" dt="2020-09-24T09:26:52.355" v="2106" actId="404"/>
        <pc:sldMkLst>
          <pc:docMk/>
          <pc:sldMk cId="2870330272" sldId="661"/>
        </pc:sldMkLst>
        <pc:spChg chg="mod">
          <ac:chgData name="翟 锐" userId="fef11181f709266a" providerId="LiveId" clId="{727D35D6-B4E6-4AF0-8F74-99EBC6E1954B}" dt="2020-09-24T09:26:52.355" v="2106" actId="404"/>
          <ac:spMkLst>
            <pc:docMk/>
            <pc:sldMk cId="2870330272" sldId="661"/>
            <ac:spMk id="2" creationId="{1A343DEC-CFF6-41F5-B87C-0DFC08C67B76}"/>
          </ac:spMkLst>
        </pc:spChg>
      </pc:sldChg>
      <pc:sldChg chg="modSp add mod ord">
        <pc:chgData name="翟 锐" userId="fef11181f709266a" providerId="LiveId" clId="{727D35D6-B4E6-4AF0-8F74-99EBC6E1954B}" dt="2020-09-24T13:37:24.072" v="3888"/>
        <pc:sldMkLst>
          <pc:docMk/>
          <pc:sldMk cId="3556646648" sldId="662"/>
        </pc:sldMkLst>
        <pc:spChg chg="mod">
          <ac:chgData name="翟 锐" userId="fef11181f709266a" providerId="LiveId" clId="{727D35D6-B4E6-4AF0-8F74-99EBC6E1954B}" dt="2020-09-24T09:46:00.293" v="2352" actId="6549"/>
          <ac:spMkLst>
            <pc:docMk/>
            <pc:sldMk cId="3556646648" sldId="662"/>
            <ac:spMk id="2" creationId="{1A343DEC-CFF6-41F5-B87C-0DFC08C67B76}"/>
          </ac:spMkLst>
        </pc:spChg>
        <pc:spChg chg="mod">
          <ac:chgData name="翟 锐" userId="fef11181f709266a" providerId="LiveId" clId="{727D35D6-B4E6-4AF0-8F74-99EBC6E1954B}" dt="2020-09-24T13:37:24.072" v="3888"/>
          <ac:spMkLst>
            <pc:docMk/>
            <pc:sldMk cId="3556646648" sldId="662"/>
            <ac:spMk id="35" creationId="{00000000-0000-0000-0000-000000000000}"/>
          </ac:spMkLst>
        </pc:spChg>
      </pc:sldChg>
      <pc:sldChg chg="modSp add mod ord">
        <pc:chgData name="翟 锐" userId="fef11181f709266a" providerId="LiveId" clId="{727D35D6-B4E6-4AF0-8F74-99EBC6E1954B}" dt="2020-09-24T13:38:15.346" v="3908"/>
        <pc:sldMkLst>
          <pc:docMk/>
          <pc:sldMk cId="2997070940" sldId="663"/>
        </pc:sldMkLst>
        <pc:spChg chg="mod">
          <ac:chgData name="翟 锐" userId="fef11181f709266a" providerId="LiveId" clId="{727D35D6-B4E6-4AF0-8F74-99EBC6E1954B}" dt="2020-09-24T12:45:56.249" v="3536" actId="6549"/>
          <ac:spMkLst>
            <pc:docMk/>
            <pc:sldMk cId="2997070940" sldId="663"/>
            <ac:spMk id="2" creationId="{1A343DEC-CFF6-41F5-B87C-0DFC08C67B76}"/>
          </ac:spMkLst>
        </pc:spChg>
        <pc:spChg chg="mod">
          <ac:chgData name="翟 锐" userId="fef11181f709266a" providerId="LiveId" clId="{727D35D6-B4E6-4AF0-8F74-99EBC6E1954B}" dt="2020-09-24T10:24:02.262" v="3534"/>
          <ac:spMkLst>
            <pc:docMk/>
            <pc:sldMk cId="2997070940" sldId="663"/>
            <ac:spMk id="35" creationId="{00000000-0000-0000-0000-000000000000}"/>
          </ac:spMkLst>
        </pc:spChg>
      </pc:sldChg>
      <pc:sldChg chg="modSp add mod">
        <pc:chgData name="翟 锐" userId="fef11181f709266a" providerId="LiveId" clId="{727D35D6-B4E6-4AF0-8F74-99EBC6E1954B}" dt="2020-09-24T13:46:46.772" v="3989" actId="6549"/>
        <pc:sldMkLst>
          <pc:docMk/>
          <pc:sldMk cId="1032184243" sldId="664"/>
        </pc:sldMkLst>
        <pc:spChg chg="mod">
          <ac:chgData name="翟 锐" userId="fef11181f709266a" providerId="LiveId" clId="{727D35D6-B4E6-4AF0-8F74-99EBC6E1954B}" dt="2020-09-24T13:46:46.772" v="3989" actId="6549"/>
          <ac:spMkLst>
            <pc:docMk/>
            <pc:sldMk cId="1032184243" sldId="664"/>
            <ac:spMk id="16" creationId="{00000000-0000-0000-0000-000000000000}"/>
          </ac:spMkLst>
        </pc:spChg>
        <pc:spChg chg="mod">
          <ac:chgData name="翟 锐" userId="fef11181f709266a" providerId="LiveId" clId="{727D35D6-B4E6-4AF0-8F74-99EBC6E1954B}" dt="2020-09-24T13:34:28.304" v="3823" actId="1076"/>
          <ac:spMkLst>
            <pc:docMk/>
            <pc:sldMk cId="1032184243" sldId="664"/>
            <ac:spMk id="17" creationId="{00000000-0000-0000-0000-000000000000}"/>
          </ac:spMkLst>
        </pc:spChg>
        <pc:spChg chg="mod">
          <ac:chgData name="翟 锐" userId="fef11181f709266a" providerId="LiveId" clId="{727D35D6-B4E6-4AF0-8F74-99EBC6E1954B}" dt="2020-09-24T13:35:14.494" v="3848"/>
          <ac:spMkLst>
            <pc:docMk/>
            <pc:sldMk cId="1032184243" sldId="664"/>
            <ac:spMk id="28" creationId="{00000000-0000-0000-0000-000000000000}"/>
          </ac:spMkLst>
        </pc:spChg>
      </pc:sldChg>
      <pc:sldChg chg="add del">
        <pc:chgData name="翟 锐" userId="fef11181f709266a" providerId="LiveId" clId="{727D35D6-B4E6-4AF0-8F74-99EBC6E1954B}" dt="2020-09-24T10:23:07.697" v="3521"/>
        <pc:sldMkLst>
          <pc:docMk/>
          <pc:sldMk cId="1971336409" sldId="664"/>
        </pc:sldMkLst>
      </pc:sldChg>
      <pc:sldChg chg="new del">
        <pc:chgData name="翟 锐" userId="fef11181f709266a" providerId="LiveId" clId="{727D35D6-B4E6-4AF0-8F74-99EBC6E1954B}" dt="2020-09-24T12:46:15.740" v="3538" actId="47"/>
        <pc:sldMkLst>
          <pc:docMk/>
          <pc:sldMk cId="3539007511" sldId="664"/>
        </pc:sldMkLst>
      </pc:sldChg>
    </pc:docChg>
  </pc:docChgLst>
  <pc:docChgLst>
    <pc:chgData name="翟 锐" userId="fef11181f709266a" providerId="LiveId" clId="{C0002306-8AAE-445D-8BB2-3FFD8060546B}"/>
    <pc:docChg chg="undo custSel addSld modSld">
      <pc:chgData name="翟 锐" userId="fef11181f709266a" providerId="LiveId" clId="{C0002306-8AAE-445D-8BB2-3FFD8060546B}" dt="2020-09-24T02:56:13.672" v="260" actId="6549"/>
      <pc:docMkLst>
        <pc:docMk/>
      </pc:docMkLst>
      <pc:sldChg chg="modSp mod">
        <pc:chgData name="翟 锐" userId="fef11181f709266a" providerId="LiveId" clId="{C0002306-8AAE-445D-8BB2-3FFD8060546B}" dt="2020-09-24T02:55:21.312" v="258" actId="20577"/>
        <pc:sldMkLst>
          <pc:docMk/>
          <pc:sldMk cId="2142524837" sldId="602"/>
        </pc:sldMkLst>
        <pc:spChg chg="mod">
          <ac:chgData name="翟 锐" userId="fef11181f709266a" providerId="LiveId" clId="{C0002306-8AAE-445D-8BB2-3FFD8060546B}" dt="2020-09-24T02:55:21.312" v="258" actId="20577"/>
          <ac:spMkLst>
            <pc:docMk/>
            <pc:sldMk cId="2142524837" sldId="602"/>
            <ac:spMk id="2" creationId="{1A343DEC-CFF6-41F5-B87C-0DFC08C67B76}"/>
          </ac:spMkLst>
        </pc:spChg>
      </pc:sldChg>
      <pc:sldChg chg="modSp mod">
        <pc:chgData name="翟 锐" userId="fef11181f709266a" providerId="LiveId" clId="{C0002306-8AAE-445D-8BB2-3FFD8060546B}" dt="2020-09-24T02:56:13.672" v="260" actId="6549"/>
        <pc:sldMkLst>
          <pc:docMk/>
          <pc:sldMk cId="2933535704" sldId="607"/>
        </pc:sldMkLst>
        <pc:spChg chg="mod">
          <ac:chgData name="翟 锐" userId="fef11181f709266a" providerId="LiveId" clId="{C0002306-8AAE-445D-8BB2-3FFD8060546B}" dt="2020-09-24T02:56:13.672" v="260" actId="6549"/>
          <ac:spMkLst>
            <pc:docMk/>
            <pc:sldMk cId="2933535704" sldId="607"/>
            <ac:spMk id="2" creationId="{1A343DEC-CFF6-41F5-B87C-0DFC08C67B76}"/>
          </ac:spMkLst>
        </pc:spChg>
      </pc:sldChg>
      <pc:sldChg chg="modSp add mod modAnim">
        <pc:chgData name="翟 锐" userId="fef11181f709266a" providerId="LiveId" clId="{C0002306-8AAE-445D-8BB2-3FFD8060546B}" dt="2020-09-24T02:40:27.006" v="228"/>
        <pc:sldMkLst>
          <pc:docMk/>
          <pc:sldMk cId="2282940426" sldId="660"/>
        </pc:sldMkLst>
        <pc:spChg chg="mod">
          <ac:chgData name="翟 锐" userId="fef11181f709266a" providerId="LiveId" clId="{C0002306-8AAE-445D-8BB2-3FFD8060546B}" dt="2020-09-24T02:39:28.915" v="218" actId="12"/>
          <ac:spMkLst>
            <pc:docMk/>
            <pc:sldMk cId="2282940426" sldId="660"/>
            <ac:spMk id="2" creationId="{1A343DEC-CFF6-41F5-B87C-0DFC08C67B76}"/>
          </ac:spMkLst>
        </pc:spChg>
      </pc:sldChg>
      <pc:sldChg chg="modSp add mod">
        <pc:chgData name="翟 锐" userId="fef11181f709266a" providerId="LiveId" clId="{C0002306-8AAE-445D-8BB2-3FFD8060546B}" dt="2020-09-24T02:55:34.202" v="259" actId="6549"/>
        <pc:sldMkLst>
          <pc:docMk/>
          <pc:sldMk cId="2870330272" sldId="661"/>
        </pc:sldMkLst>
        <pc:spChg chg="mod">
          <ac:chgData name="翟 锐" userId="fef11181f709266a" providerId="LiveId" clId="{C0002306-8AAE-445D-8BB2-3FFD8060546B}" dt="2020-09-24T02:55:34.202" v="259" actId="6549"/>
          <ac:spMkLst>
            <pc:docMk/>
            <pc:sldMk cId="2870330272" sldId="661"/>
            <ac:spMk id="2" creationId="{1A343DEC-CFF6-41F5-B87C-0DFC08C67B76}"/>
          </ac:spMkLst>
        </pc:spChg>
      </pc:sldChg>
    </pc:docChg>
  </pc:docChgLst>
  <pc:docChgLst>
    <pc:chgData name="翟 锐" userId="fef11181f709266a" providerId="LiveId" clId="{43375A57-04E9-4012-95F8-F0BCF1E014A7}"/>
    <pc:docChg chg="undo redo custSel addSld delSld modSld sldOrd">
      <pc:chgData name="翟 锐" userId="fef11181f709266a" providerId="LiveId" clId="{43375A57-04E9-4012-95F8-F0BCF1E014A7}" dt="2021-11-08T15:54:24.591" v="998" actId="1076"/>
      <pc:docMkLst>
        <pc:docMk/>
      </pc:docMkLst>
      <pc:sldChg chg="modSp mod">
        <pc:chgData name="翟 锐" userId="fef11181f709266a" providerId="LiveId" clId="{43375A57-04E9-4012-95F8-F0BCF1E014A7}" dt="2021-11-02T12:55:20.952" v="34" actId="108"/>
        <pc:sldMkLst>
          <pc:docMk/>
          <pc:sldMk cId="2011965924" sldId="703"/>
        </pc:sldMkLst>
        <pc:spChg chg="mod">
          <ac:chgData name="翟 锐" userId="fef11181f709266a" providerId="LiveId" clId="{43375A57-04E9-4012-95F8-F0BCF1E014A7}" dt="2021-11-02T12:55:20.952" v="34" actId="108"/>
          <ac:spMkLst>
            <pc:docMk/>
            <pc:sldMk cId="2011965924" sldId="703"/>
            <ac:spMk id="2" creationId="{1A343DEC-CFF6-41F5-B87C-0DFC08C67B76}"/>
          </ac:spMkLst>
        </pc:spChg>
      </pc:sldChg>
      <pc:sldChg chg="modSp mod">
        <pc:chgData name="翟 锐" userId="fef11181f709266a" providerId="LiveId" clId="{43375A57-04E9-4012-95F8-F0BCF1E014A7}" dt="2021-11-08T01:49:48.019" v="356" actId="113"/>
        <pc:sldMkLst>
          <pc:docMk/>
          <pc:sldMk cId="4106013273" sldId="715"/>
        </pc:sldMkLst>
        <pc:spChg chg="mod">
          <ac:chgData name="翟 锐" userId="fef11181f709266a" providerId="LiveId" clId="{43375A57-04E9-4012-95F8-F0BCF1E014A7}" dt="2021-11-08T01:49:48.019" v="356" actId="113"/>
          <ac:spMkLst>
            <pc:docMk/>
            <pc:sldMk cId="4106013273" sldId="715"/>
            <ac:spMk id="2" creationId="{1A343DEC-CFF6-41F5-B87C-0DFC08C67B76}"/>
          </ac:spMkLst>
        </pc:spChg>
      </pc:sldChg>
      <pc:sldChg chg="modSp">
        <pc:chgData name="翟 锐" userId="fef11181f709266a" providerId="LiveId" clId="{43375A57-04E9-4012-95F8-F0BCF1E014A7}" dt="2021-11-08T01:55:28.166" v="509" actId="20577"/>
        <pc:sldMkLst>
          <pc:docMk/>
          <pc:sldMk cId="122259813" sldId="725"/>
        </pc:sldMkLst>
        <pc:spChg chg="mod">
          <ac:chgData name="翟 锐" userId="fef11181f709266a" providerId="LiveId" clId="{43375A57-04E9-4012-95F8-F0BCF1E014A7}" dt="2021-11-08T01:55:28.166" v="509" actId="20577"/>
          <ac:spMkLst>
            <pc:docMk/>
            <pc:sldMk cId="122259813" sldId="725"/>
            <ac:spMk id="35" creationId="{00000000-0000-0000-0000-000000000000}"/>
          </ac:spMkLst>
        </pc:spChg>
      </pc:sldChg>
      <pc:sldChg chg="modSp">
        <pc:chgData name="翟 锐" userId="fef11181f709266a" providerId="LiveId" clId="{43375A57-04E9-4012-95F8-F0BCF1E014A7}" dt="2021-11-08T01:55:31.269" v="510" actId="20577"/>
        <pc:sldMkLst>
          <pc:docMk/>
          <pc:sldMk cId="3087474949" sldId="726"/>
        </pc:sldMkLst>
        <pc:spChg chg="mod">
          <ac:chgData name="翟 锐" userId="fef11181f709266a" providerId="LiveId" clId="{43375A57-04E9-4012-95F8-F0BCF1E014A7}" dt="2021-11-08T01:55:31.269" v="510" actId="20577"/>
          <ac:spMkLst>
            <pc:docMk/>
            <pc:sldMk cId="3087474949" sldId="726"/>
            <ac:spMk id="35" creationId="{00000000-0000-0000-0000-000000000000}"/>
          </ac:spMkLst>
        </pc:spChg>
      </pc:sldChg>
      <pc:sldChg chg="modSp">
        <pc:chgData name="翟 锐" userId="fef11181f709266a" providerId="LiveId" clId="{43375A57-04E9-4012-95F8-F0BCF1E014A7}" dt="2021-11-08T01:55:34.998" v="511" actId="20577"/>
        <pc:sldMkLst>
          <pc:docMk/>
          <pc:sldMk cId="1561546821" sldId="727"/>
        </pc:sldMkLst>
        <pc:spChg chg="mod">
          <ac:chgData name="翟 锐" userId="fef11181f709266a" providerId="LiveId" clId="{43375A57-04E9-4012-95F8-F0BCF1E014A7}" dt="2021-11-08T01:55:34.998" v="511" actId="20577"/>
          <ac:spMkLst>
            <pc:docMk/>
            <pc:sldMk cId="1561546821" sldId="727"/>
            <ac:spMk id="35" creationId="{00000000-0000-0000-0000-000000000000}"/>
          </ac:spMkLst>
        </pc:spChg>
      </pc:sldChg>
      <pc:sldChg chg="modSp mod">
        <pc:chgData name="翟 锐" userId="fef11181f709266a" providerId="LiveId" clId="{43375A57-04E9-4012-95F8-F0BCF1E014A7}" dt="2021-10-30T16:58:58.660" v="8" actId="20577"/>
        <pc:sldMkLst>
          <pc:docMk/>
          <pc:sldMk cId="545187168" sldId="772"/>
        </pc:sldMkLst>
        <pc:spChg chg="mod">
          <ac:chgData name="翟 锐" userId="fef11181f709266a" providerId="LiveId" clId="{43375A57-04E9-4012-95F8-F0BCF1E014A7}" dt="2021-10-30T16:58:58.660" v="8" actId="20577"/>
          <ac:spMkLst>
            <pc:docMk/>
            <pc:sldMk cId="545187168" sldId="772"/>
            <ac:spMk id="2" creationId="{1A343DEC-CFF6-41F5-B87C-0DFC08C67B76}"/>
          </ac:spMkLst>
        </pc:spChg>
      </pc:sldChg>
      <pc:sldChg chg="modSp mod">
        <pc:chgData name="翟 锐" userId="fef11181f709266a" providerId="LiveId" clId="{43375A57-04E9-4012-95F8-F0BCF1E014A7}" dt="2021-11-08T01:53:36.620" v="499" actId="207"/>
        <pc:sldMkLst>
          <pc:docMk/>
          <pc:sldMk cId="202177852" sldId="817"/>
        </pc:sldMkLst>
        <pc:spChg chg="mod">
          <ac:chgData name="翟 锐" userId="fef11181f709266a" providerId="LiveId" clId="{43375A57-04E9-4012-95F8-F0BCF1E014A7}" dt="2021-11-08T01:53:36.620" v="499" actId="207"/>
          <ac:spMkLst>
            <pc:docMk/>
            <pc:sldMk cId="202177852" sldId="817"/>
            <ac:spMk id="2" creationId="{1A343DEC-CFF6-41F5-B87C-0DFC08C67B76}"/>
          </ac:spMkLst>
        </pc:spChg>
      </pc:sldChg>
      <pc:sldChg chg="modSp mod">
        <pc:chgData name="翟 锐" userId="fef11181f709266a" providerId="LiveId" clId="{43375A57-04E9-4012-95F8-F0BCF1E014A7}" dt="2021-11-08T01:53:54.582" v="503" actId="207"/>
        <pc:sldMkLst>
          <pc:docMk/>
          <pc:sldMk cId="3230305235" sldId="818"/>
        </pc:sldMkLst>
        <pc:spChg chg="mod">
          <ac:chgData name="翟 锐" userId="fef11181f709266a" providerId="LiveId" clId="{43375A57-04E9-4012-95F8-F0BCF1E014A7}" dt="2021-11-08T01:53:54.582" v="503" actId="207"/>
          <ac:spMkLst>
            <pc:docMk/>
            <pc:sldMk cId="3230305235" sldId="818"/>
            <ac:spMk id="2" creationId="{1A343DEC-CFF6-41F5-B87C-0DFC08C67B76}"/>
          </ac:spMkLst>
        </pc:spChg>
      </pc:sldChg>
      <pc:sldChg chg="modSp mod">
        <pc:chgData name="翟 锐" userId="fef11181f709266a" providerId="LiveId" clId="{43375A57-04E9-4012-95F8-F0BCF1E014A7}" dt="2021-11-08T01:55:16.420" v="508" actId="20577"/>
        <pc:sldMkLst>
          <pc:docMk/>
          <pc:sldMk cId="3876610196" sldId="820"/>
        </pc:sldMkLst>
        <pc:spChg chg="mod">
          <ac:chgData name="翟 锐" userId="fef11181f709266a" providerId="LiveId" clId="{43375A57-04E9-4012-95F8-F0BCF1E014A7}" dt="2021-11-08T01:55:16.420" v="508" actId="20577"/>
          <ac:spMkLst>
            <pc:docMk/>
            <pc:sldMk cId="3876610196" sldId="820"/>
            <ac:spMk id="2" creationId="{1A343DEC-CFF6-41F5-B87C-0DFC08C67B76}"/>
          </ac:spMkLst>
        </pc:spChg>
      </pc:sldChg>
      <pc:sldChg chg="del">
        <pc:chgData name="翟 锐" userId="fef11181f709266a" providerId="LiveId" clId="{43375A57-04E9-4012-95F8-F0BCF1E014A7}" dt="2021-11-08T15:13:38.052" v="907" actId="47"/>
        <pc:sldMkLst>
          <pc:docMk/>
          <pc:sldMk cId="3055856828" sldId="829"/>
        </pc:sldMkLst>
      </pc:sldChg>
      <pc:sldChg chg="modSp mod">
        <pc:chgData name="翟 锐" userId="fef11181f709266a" providerId="LiveId" clId="{43375A57-04E9-4012-95F8-F0BCF1E014A7}" dt="2021-11-02T12:52:15.817" v="9" actId="20577"/>
        <pc:sldMkLst>
          <pc:docMk/>
          <pc:sldMk cId="1136975466" sldId="837"/>
        </pc:sldMkLst>
        <pc:spChg chg="mod">
          <ac:chgData name="翟 锐" userId="fef11181f709266a" providerId="LiveId" clId="{43375A57-04E9-4012-95F8-F0BCF1E014A7}" dt="2021-11-02T12:52:15.817" v="9" actId="20577"/>
          <ac:spMkLst>
            <pc:docMk/>
            <pc:sldMk cId="1136975466" sldId="837"/>
            <ac:spMk id="2" creationId="{1A343DEC-CFF6-41F5-B87C-0DFC08C67B76}"/>
          </ac:spMkLst>
        </pc:spChg>
      </pc:sldChg>
      <pc:sldChg chg="new del">
        <pc:chgData name="翟 锐" userId="fef11181f709266a" providerId="LiveId" clId="{43375A57-04E9-4012-95F8-F0BCF1E014A7}" dt="2021-11-05T14:02:37.199" v="36" actId="680"/>
        <pc:sldMkLst>
          <pc:docMk/>
          <pc:sldMk cId="1154123557" sldId="842"/>
        </pc:sldMkLst>
      </pc:sldChg>
      <pc:sldChg chg="modSp add mod">
        <pc:chgData name="翟 锐" userId="fef11181f709266a" providerId="LiveId" clId="{43375A57-04E9-4012-95F8-F0BCF1E014A7}" dt="2021-11-08T15:04:04.480" v="783" actId="20577"/>
        <pc:sldMkLst>
          <pc:docMk/>
          <pc:sldMk cId="2371908125" sldId="842"/>
        </pc:sldMkLst>
        <pc:spChg chg="mod">
          <ac:chgData name="翟 锐" userId="fef11181f709266a" providerId="LiveId" clId="{43375A57-04E9-4012-95F8-F0BCF1E014A7}" dt="2021-11-08T15:04:04.480" v="783" actId="20577"/>
          <ac:spMkLst>
            <pc:docMk/>
            <pc:sldMk cId="2371908125" sldId="842"/>
            <ac:spMk id="2" creationId="{1A343DEC-CFF6-41F5-B87C-0DFC08C67B76}"/>
          </ac:spMkLst>
        </pc:spChg>
        <pc:spChg chg="mod">
          <ac:chgData name="翟 锐" userId="fef11181f709266a" providerId="LiveId" clId="{43375A57-04E9-4012-95F8-F0BCF1E014A7}" dt="2021-11-08T15:00:28.175" v="774"/>
          <ac:spMkLst>
            <pc:docMk/>
            <pc:sldMk cId="2371908125" sldId="842"/>
            <ac:spMk id="35" creationId="{00000000-0000-0000-0000-000000000000}"/>
          </ac:spMkLst>
        </pc:spChg>
      </pc:sldChg>
      <pc:sldChg chg="addSp delSp modSp add mod">
        <pc:chgData name="翟 锐" userId="fef11181f709266a" providerId="LiveId" clId="{43375A57-04E9-4012-95F8-F0BCF1E014A7}" dt="2021-11-08T15:32:39.665" v="963" actId="1076"/>
        <pc:sldMkLst>
          <pc:docMk/>
          <pc:sldMk cId="661789347" sldId="843"/>
        </pc:sldMkLst>
        <pc:spChg chg="mod">
          <ac:chgData name="翟 锐" userId="fef11181f709266a" providerId="LiveId" clId="{43375A57-04E9-4012-95F8-F0BCF1E014A7}" dt="2021-11-08T15:32:27.890" v="959" actId="20577"/>
          <ac:spMkLst>
            <pc:docMk/>
            <pc:sldMk cId="661789347" sldId="843"/>
            <ac:spMk id="2" creationId="{1A343DEC-CFF6-41F5-B87C-0DFC08C67B76}"/>
          </ac:spMkLst>
        </pc:spChg>
        <pc:picChg chg="add del mod">
          <ac:chgData name="翟 锐" userId="fef11181f709266a" providerId="LiveId" clId="{43375A57-04E9-4012-95F8-F0BCF1E014A7}" dt="2021-11-05T14:12:28.340" v="282" actId="21"/>
          <ac:picMkLst>
            <pc:docMk/>
            <pc:sldMk cId="661789347" sldId="843"/>
            <ac:picMk id="4" creationId="{D6030BEC-9B72-48D1-9562-4848DF408A56}"/>
          </ac:picMkLst>
        </pc:picChg>
        <pc:picChg chg="add mod">
          <ac:chgData name="翟 锐" userId="fef11181f709266a" providerId="LiveId" clId="{43375A57-04E9-4012-95F8-F0BCF1E014A7}" dt="2021-11-08T15:32:35.983" v="962" actId="1076"/>
          <ac:picMkLst>
            <pc:docMk/>
            <pc:sldMk cId="661789347" sldId="843"/>
            <ac:picMk id="6" creationId="{87B4ED00-A187-48B0-ABE1-B1E7CE530010}"/>
          </ac:picMkLst>
        </pc:picChg>
        <pc:picChg chg="add mod">
          <ac:chgData name="翟 锐" userId="fef11181f709266a" providerId="LiveId" clId="{43375A57-04E9-4012-95F8-F0BCF1E014A7}" dt="2021-11-08T15:32:39.665" v="963" actId="1076"/>
          <ac:picMkLst>
            <pc:docMk/>
            <pc:sldMk cId="661789347" sldId="843"/>
            <ac:picMk id="7" creationId="{DC9A1CF0-B1C5-4B9E-9945-7C1B7A6F2B87}"/>
          </ac:picMkLst>
        </pc:picChg>
      </pc:sldChg>
      <pc:sldChg chg="addSp modSp new mod">
        <pc:chgData name="翟 锐" userId="fef11181f709266a" providerId="LiveId" clId="{43375A57-04E9-4012-95F8-F0BCF1E014A7}" dt="2021-11-08T01:56:56.499" v="543" actId="1035"/>
        <pc:sldMkLst>
          <pc:docMk/>
          <pc:sldMk cId="3128591280" sldId="844"/>
        </pc:sldMkLst>
        <pc:picChg chg="add mod">
          <ac:chgData name="翟 锐" userId="fef11181f709266a" providerId="LiveId" clId="{43375A57-04E9-4012-95F8-F0BCF1E014A7}" dt="2021-11-08T01:56:56.499" v="543" actId="1035"/>
          <ac:picMkLst>
            <pc:docMk/>
            <pc:sldMk cId="3128591280" sldId="844"/>
            <ac:picMk id="2" creationId="{9034CEB9-DFE1-47F7-82C4-8AA24B2717A2}"/>
          </ac:picMkLst>
        </pc:picChg>
        <pc:picChg chg="add mod">
          <ac:chgData name="翟 锐" userId="fef11181f709266a" providerId="LiveId" clId="{43375A57-04E9-4012-95F8-F0BCF1E014A7}" dt="2021-11-08T01:56:56.499" v="543" actId="1035"/>
          <ac:picMkLst>
            <pc:docMk/>
            <pc:sldMk cId="3128591280" sldId="844"/>
            <ac:picMk id="4" creationId="{222C652D-9CED-4643-8FDF-33B37EFDD74D}"/>
          </ac:picMkLst>
        </pc:picChg>
      </pc:sldChg>
      <pc:sldChg chg="add del">
        <pc:chgData name="翟 锐" userId="fef11181f709266a" providerId="LiveId" clId="{43375A57-04E9-4012-95F8-F0BCF1E014A7}" dt="2021-11-08T01:58:44.221" v="592" actId="47"/>
        <pc:sldMkLst>
          <pc:docMk/>
          <pc:sldMk cId="1306581631" sldId="845"/>
        </pc:sldMkLst>
      </pc:sldChg>
      <pc:sldChg chg="modSp add mod">
        <pc:chgData name="翟 锐" userId="fef11181f709266a" providerId="LiveId" clId="{43375A57-04E9-4012-95F8-F0BCF1E014A7}" dt="2021-11-08T15:12:56.897" v="906" actId="20577"/>
        <pc:sldMkLst>
          <pc:docMk/>
          <pc:sldMk cId="780960992" sldId="846"/>
        </pc:sldMkLst>
        <pc:spChg chg="mod">
          <ac:chgData name="翟 锐" userId="fef11181f709266a" providerId="LiveId" clId="{43375A57-04E9-4012-95F8-F0BCF1E014A7}" dt="2021-11-08T15:12:56.897" v="906" actId="20577"/>
          <ac:spMkLst>
            <pc:docMk/>
            <pc:sldMk cId="780960992" sldId="846"/>
            <ac:spMk id="2" creationId="{1A343DEC-CFF6-41F5-B87C-0DFC08C67B76}"/>
          </ac:spMkLst>
        </pc:spChg>
      </pc:sldChg>
      <pc:sldChg chg="modSp add mod">
        <pc:chgData name="翟 锐" userId="fef11181f709266a" providerId="LiveId" clId="{43375A57-04E9-4012-95F8-F0BCF1E014A7}" dt="2021-11-08T15:18:00.924" v="955" actId="122"/>
        <pc:sldMkLst>
          <pc:docMk/>
          <pc:sldMk cId="2955629705" sldId="847"/>
        </pc:sldMkLst>
        <pc:spChg chg="mod">
          <ac:chgData name="翟 锐" userId="fef11181f709266a" providerId="LiveId" clId="{43375A57-04E9-4012-95F8-F0BCF1E014A7}" dt="2021-11-08T15:18:00.924" v="955" actId="122"/>
          <ac:spMkLst>
            <pc:docMk/>
            <pc:sldMk cId="2955629705" sldId="847"/>
            <ac:spMk id="2" creationId="{1A343DEC-CFF6-41F5-B87C-0DFC08C67B76}"/>
          </ac:spMkLst>
        </pc:spChg>
      </pc:sldChg>
      <pc:sldChg chg="modSp add del mod">
        <pc:chgData name="翟 锐" userId="fef11181f709266a" providerId="LiveId" clId="{43375A57-04E9-4012-95F8-F0BCF1E014A7}" dt="2021-11-08T02:10:04.882" v="769" actId="20577"/>
        <pc:sldMkLst>
          <pc:docMk/>
          <pc:sldMk cId="2551704501" sldId="848"/>
        </pc:sldMkLst>
        <pc:spChg chg="mod">
          <ac:chgData name="翟 锐" userId="fef11181f709266a" providerId="LiveId" clId="{43375A57-04E9-4012-95F8-F0BCF1E014A7}" dt="2021-11-08T02:10:04.882" v="769" actId="20577"/>
          <ac:spMkLst>
            <pc:docMk/>
            <pc:sldMk cId="2551704501" sldId="848"/>
            <ac:spMk id="2" creationId="{1A343DEC-CFF6-41F5-B87C-0DFC08C67B76}"/>
          </ac:spMkLst>
        </pc:spChg>
        <pc:spChg chg="mod">
          <ac:chgData name="翟 锐" userId="fef11181f709266a" providerId="LiveId" clId="{43375A57-04E9-4012-95F8-F0BCF1E014A7}" dt="2021-11-08T01:50:47.812" v="389" actId="20577"/>
          <ac:spMkLst>
            <pc:docMk/>
            <pc:sldMk cId="2551704501" sldId="848"/>
            <ac:spMk id="35" creationId="{00000000-0000-0000-0000-000000000000}"/>
          </ac:spMkLst>
        </pc:spChg>
      </pc:sldChg>
      <pc:sldChg chg="new del">
        <pc:chgData name="翟 锐" userId="fef11181f709266a" providerId="LiveId" clId="{43375A57-04E9-4012-95F8-F0BCF1E014A7}" dt="2021-11-08T01:56:21.452" v="514" actId="47"/>
        <pc:sldMkLst>
          <pc:docMk/>
          <pc:sldMk cId="183379764" sldId="849"/>
        </pc:sldMkLst>
      </pc:sldChg>
      <pc:sldChg chg="delSp modSp add mod delAnim modAnim">
        <pc:chgData name="翟 锐" userId="fef11181f709266a" providerId="LiveId" clId="{43375A57-04E9-4012-95F8-F0BCF1E014A7}" dt="2021-11-08T15:00:25.193" v="772"/>
        <pc:sldMkLst>
          <pc:docMk/>
          <pc:sldMk cId="3410717710" sldId="850"/>
        </pc:sldMkLst>
        <pc:spChg chg="mod">
          <ac:chgData name="翟 锐" userId="fef11181f709266a" providerId="LiveId" clId="{43375A57-04E9-4012-95F8-F0BCF1E014A7}" dt="2021-11-08T15:00:25.193" v="772"/>
          <ac:spMkLst>
            <pc:docMk/>
            <pc:sldMk cId="3410717710" sldId="850"/>
            <ac:spMk id="2" creationId="{1A343DEC-CFF6-41F5-B87C-0DFC08C67B76}"/>
          </ac:spMkLst>
        </pc:spChg>
        <pc:spChg chg="del mod">
          <ac:chgData name="翟 锐" userId="fef11181f709266a" providerId="LiveId" clId="{43375A57-04E9-4012-95F8-F0BCF1E014A7}" dt="2021-11-08T01:57:33.047" v="587"/>
          <ac:spMkLst>
            <pc:docMk/>
            <pc:sldMk cId="3410717710" sldId="850"/>
            <ac:spMk id="35" creationId="{00000000-0000-0000-0000-000000000000}"/>
          </ac:spMkLst>
        </pc:spChg>
      </pc:sldChg>
      <pc:sldChg chg="modSp add mod">
        <pc:chgData name="翟 锐" userId="fef11181f709266a" providerId="LiveId" clId="{43375A57-04E9-4012-95F8-F0BCF1E014A7}" dt="2021-11-08T15:07:39.108" v="794" actId="14"/>
        <pc:sldMkLst>
          <pc:docMk/>
          <pc:sldMk cId="784563705" sldId="851"/>
        </pc:sldMkLst>
        <pc:spChg chg="mod">
          <ac:chgData name="翟 锐" userId="fef11181f709266a" providerId="LiveId" clId="{43375A57-04E9-4012-95F8-F0BCF1E014A7}" dt="2021-11-08T15:07:39.108" v="794" actId="14"/>
          <ac:spMkLst>
            <pc:docMk/>
            <pc:sldMk cId="784563705" sldId="851"/>
            <ac:spMk id="2" creationId="{1A343DEC-CFF6-41F5-B87C-0DFC08C67B76}"/>
          </ac:spMkLst>
        </pc:spChg>
      </pc:sldChg>
      <pc:sldChg chg="modSp add mod ord">
        <pc:chgData name="翟 锐" userId="fef11181f709266a" providerId="LiveId" clId="{43375A57-04E9-4012-95F8-F0BCF1E014A7}" dt="2021-11-08T15:34:42.812" v="980" actId="6549"/>
        <pc:sldMkLst>
          <pc:docMk/>
          <pc:sldMk cId="4214336845" sldId="852"/>
        </pc:sldMkLst>
        <pc:spChg chg="mod">
          <ac:chgData name="翟 锐" userId="fef11181f709266a" providerId="LiveId" clId="{43375A57-04E9-4012-95F8-F0BCF1E014A7}" dt="2021-11-08T15:34:42.812" v="980" actId="6549"/>
          <ac:spMkLst>
            <pc:docMk/>
            <pc:sldMk cId="4214336845" sldId="852"/>
            <ac:spMk id="2" creationId="{1A343DEC-CFF6-41F5-B87C-0DFC08C67B76}"/>
          </ac:spMkLst>
        </pc:spChg>
      </pc:sldChg>
      <pc:sldChg chg="modSp add mod">
        <pc:chgData name="翟 锐" userId="fef11181f709266a" providerId="LiveId" clId="{43375A57-04E9-4012-95F8-F0BCF1E014A7}" dt="2021-11-08T15:53:19.677" v="994" actId="20577"/>
        <pc:sldMkLst>
          <pc:docMk/>
          <pc:sldMk cId="3800727203" sldId="853"/>
        </pc:sldMkLst>
        <pc:spChg chg="mod">
          <ac:chgData name="翟 锐" userId="fef11181f709266a" providerId="LiveId" clId="{43375A57-04E9-4012-95F8-F0BCF1E014A7}" dt="2021-11-08T15:53:19.677" v="994" actId="20577"/>
          <ac:spMkLst>
            <pc:docMk/>
            <pc:sldMk cId="3800727203" sldId="853"/>
            <ac:spMk id="2" creationId="{1A343DEC-CFF6-41F5-B87C-0DFC08C67B76}"/>
          </ac:spMkLst>
        </pc:spChg>
      </pc:sldChg>
      <pc:sldChg chg="addSp modSp new mod">
        <pc:chgData name="翟 锐" userId="fef11181f709266a" providerId="LiveId" clId="{43375A57-04E9-4012-95F8-F0BCF1E014A7}" dt="2021-11-08T15:54:24.591" v="998" actId="1076"/>
        <pc:sldMkLst>
          <pc:docMk/>
          <pc:sldMk cId="1401553015" sldId="854"/>
        </pc:sldMkLst>
        <pc:picChg chg="add mod">
          <ac:chgData name="翟 锐" userId="fef11181f709266a" providerId="LiveId" clId="{43375A57-04E9-4012-95F8-F0BCF1E014A7}" dt="2021-11-08T15:54:24.591" v="998" actId="1076"/>
          <ac:picMkLst>
            <pc:docMk/>
            <pc:sldMk cId="1401553015" sldId="854"/>
            <ac:picMk id="3" creationId="{BB6FC199-5554-49AF-BB3D-4E82BC0B38A2}"/>
          </ac:picMkLst>
        </pc:picChg>
      </pc:sldChg>
    </pc:docChg>
  </pc:docChgLst>
  <pc:docChgLst>
    <pc:chgData name="翟 锐" userId="fef11181f709266a" providerId="LiveId" clId="{10275908-82CB-4111-8AC1-0D131A21EACA}"/>
    <pc:docChg chg="undo redo custSel addSld delSld modSld sldOrd">
      <pc:chgData name="翟 锐" userId="fef11181f709266a" providerId="LiveId" clId="{10275908-82CB-4111-8AC1-0D131A21EACA}" dt="2020-08-12T15:57:51.155" v="1446" actId="12"/>
      <pc:docMkLst>
        <pc:docMk/>
      </pc:docMkLst>
      <pc:sldChg chg="modSp add del mod">
        <pc:chgData name="翟 锐" userId="fef11181f709266a" providerId="LiveId" clId="{10275908-82CB-4111-8AC1-0D131A21EACA}" dt="2020-08-12T06:01:23.417" v="23"/>
        <pc:sldMkLst>
          <pc:docMk/>
          <pc:sldMk cId="0" sldId="256"/>
        </pc:sldMkLst>
        <pc:spChg chg="mod">
          <ac:chgData name="翟 锐" userId="fef11181f709266a" providerId="LiveId" clId="{10275908-82CB-4111-8AC1-0D131A21EACA}" dt="2020-08-12T06:01:23.417" v="23"/>
          <ac:spMkLst>
            <pc:docMk/>
            <pc:sldMk cId="0" sldId="256"/>
            <ac:spMk id="2055" creationId="{14A68A61-CC6E-40FC-87F9-39638A4ECB40}"/>
          </ac:spMkLst>
        </pc:spChg>
      </pc:sldChg>
      <pc:sldChg chg="del">
        <pc:chgData name="翟 锐" userId="fef11181f709266a" providerId="LiveId" clId="{10275908-82CB-4111-8AC1-0D131A21EACA}" dt="2020-08-12T06:07:21.227" v="24" actId="47"/>
        <pc:sldMkLst>
          <pc:docMk/>
          <pc:sldMk cId="0" sldId="257"/>
        </pc:sldMkLst>
      </pc:sldChg>
      <pc:sldChg chg="add del">
        <pc:chgData name="翟 锐" userId="fef11181f709266a" providerId="LiveId" clId="{10275908-82CB-4111-8AC1-0D131A21EACA}" dt="2020-08-12T06:01:23.417" v="23"/>
        <pc:sldMkLst>
          <pc:docMk/>
          <pc:sldMk cId="0" sldId="259"/>
        </pc:sldMkLst>
      </pc:sldChg>
      <pc:sldChg chg="add del modTransition">
        <pc:chgData name="翟 锐" userId="fef11181f709266a" providerId="LiveId" clId="{10275908-82CB-4111-8AC1-0D131A21EACA}" dt="2020-08-12T06:01:23.417" v="23"/>
        <pc:sldMkLst>
          <pc:docMk/>
          <pc:sldMk cId="0" sldId="276"/>
        </pc:sldMkLst>
      </pc:sldChg>
      <pc:sldChg chg="add del">
        <pc:chgData name="翟 锐" userId="fef11181f709266a" providerId="LiveId" clId="{10275908-82CB-4111-8AC1-0D131A21EACA}" dt="2020-08-12T06:01:23.417" v="23"/>
        <pc:sldMkLst>
          <pc:docMk/>
          <pc:sldMk cId="0" sldId="277"/>
        </pc:sldMkLst>
      </pc:sldChg>
      <pc:sldChg chg="del">
        <pc:chgData name="翟 锐" userId="fef11181f709266a" providerId="LiveId" clId="{10275908-82CB-4111-8AC1-0D131A21EACA}" dt="2020-08-12T13:18:01.648" v="741" actId="47"/>
        <pc:sldMkLst>
          <pc:docMk/>
          <pc:sldMk cId="0" sldId="290"/>
        </pc:sldMkLst>
      </pc:sldChg>
      <pc:sldChg chg="delSp modSp mod delAnim modNotesTx">
        <pc:chgData name="翟 锐" userId="fef11181f709266a" providerId="LiveId" clId="{10275908-82CB-4111-8AC1-0D131A21EACA}" dt="2020-08-12T13:47:07.808" v="919"/>
        <pc:sldMkLst>
          <pc:docMk/>
          <pc:sldMk cId="0" sldId="301"/>
        </pc:sldMkLst>
        <pc:spChg chg="mod">
          <ac:chgData name="翟 锐" userId="fef11181f709266a" providerId="LiveId" clId="{10275908-82CB-4111-8AC1-0D131A21EACA}" dt="2020-08-12T06:07:55.545" v="61" actId="6549"/>
          <ac:spMkLst>
            <pc:docMk/>
            <pc:sldMk cId="0" sldId="301"/>
            <ac:spMk id="10" creationId="{00000000-0000-0000-0000-000000000000}"/>
          </ac:spMkLst>
        </pc:spChg>
        <pc:picChg chg="del">
          <ac:chgData name="翟 锐" userId="fef11181f709266a" providerId="LiveId" clId="{10275908-82CB-4111-8AC1-0D131A21EACA}" dt="2020-08-12T05:58:00.891" v="0" actId="478"/>
          <ac:picMkLst>
            <pc:docMk/>
            <pc:sldMk cId="0" sldId="301"/>
            <ac:picMk id="2" creationId="{42CEE4C9-462F-43D7-9DCA-CAE8D3EDD5D3}"/>
          </ac:picMkLst>
        </pc:picChg>
      </pc:sldChg>
      <pc:sldChg chg="add del">
        <pc:chgData name="翟 锐" userId="fef11181f709266a" providerId="LiveId" clId="{10275908-82CB-4111-8AC1-0D131A21EACA}" dt="2020-08-12T06:01:23.417" v="23"/>
        <pc:sldMkLst>
          <pc:docMk/>
          <pc:sldMk cId="0" sldId="306"/>
        </pc:sldMkLst>
      </pc:sldChg>
      <pc:sldChg chg="add del">
        <pc:chgData name="翟 锐" userId="fef11181f709266a" providerId="LiveId" clId="{10275908-82CB-4111-8AC1-0D131A21EACA}" dt="2020-08-12T06:01:23.417" v="23"/>
        <pc:sldMkLst>
          <pc:docMk/>
          <pc:sldMk cId="0" sldId="308"/>
        </pc:sldMkLst>
      </pc:sldChg>
      <pc:sldChg chg="add del">
        <pc:chgData name="翟 锐" userId="fef11181f709266a" providerId="LiveId" clId="{10275908-82CB-4111-8AC1-0D131A21EACA}" dt="2020-08-12T06:01:23.417" v="23"/>
        <pc:sldMkLst>
          <pc:docMk/>
          <pc:sldMk cId="0" sldId="315"/>
        </pc:sldMkLst>
      </pc:sldChg>
      <pc:sldChg chg="add del">
        <pc:chgData name="翟 锐" userId="fef11181f709266a" providerId="LiveId" clId="{10275908-82CB-4111-8AC1-0D131A21EACA}" dt="2020-08-12T06:01:23.417" v="23"/>
        <pc:sldMkLst>
          <pc:docMk/>
          <pc:sldMk cId="0" sldId="323"/>
        </pc:sldMkLst>
      </pc:sldChg>
      <pc:sldChg chg="add del modTransition">
        <pc:chgData name="翟 锐" userId="fef11181f709266a" providerId="LiveId" clId="{10275908-82CB-4111-8AC1-0D131A21EACA}" dt="2020-08-12T06:01:23.417" v="23"/>
        <pc:sldMkLst>
          <pc:docMk/>
          <pc:sldMk cId="0" sldId="324"/>
        </pc:sldMkLst>
      </pc:sldChg>
      <pc:sldChg chg="add del">
        <pc:chgData name="翟 锐" userId="fef11181f709266a" providerId="LiveId" clId="{10275908-82CB-4111-8AC1-0D131A21EACA}" dt="2020-08-12T06:01:23.417" v="23"/>
        <pc:sldMkLst>
          <pc:docMk/>
          <pc:sldMk cId="0" sldId="325"/>
        </pc:sldMkLst>
      </pc:sldChg>
      <pc:sldChg chg="add del">
        <pc:chgData name="翟 锐" userId="fef11181f709266a" providerId="LiveId" clId="{10275908-82CB-4111-8AC1-0D131A21EACA}" dt="2020-08-12T06:01:23.417" v="23"/>
        <pc:sldMkLst>
          <pc:docMk/>
          <pc:sldMk cId="0" sldId="326"/>
        </pc:sldMkLst>
      </pc:sldChg>
      <pc:sldChg chg="add del">
        <pc:chgData name="翟 锐" userId="fef11181f709266a" providerId="LiveId" clId="{10275908-82CB-4111-8AC1-0D131A21EACA}" dt="2020-08-12T06:01:23.417" v="23"/>
        <pc:sldMkLst>
          <pc:docMk/>
          <pc:sldMk cId="0" sldId="327"/>
        </pc:sldMkLst>
      </pc:sldChg>
      <pc:sldChg chg="add del">
        <pc:chgData name="翟 锐" userId="fef11181f709266a" providerId="LiveId" clId="{10275908-82CB-4111-8AC1-0D131A21EACA}" dt="2020-08-12T06:01:23.417" v="23"/>
        <pc:sldMkLst>
          <pc:docMk/>
          <pc:sldMk cId="0" sldId="328"/>
        </pc:sldMkLst>
      </pc:sldChg>
      <pc:sldChg chg="add del">
        <pc:chgData name="翟 锐" userId="fef11181f709266a" providerId="LiveId" clId="{10275908-82CB-4111-8AC1-0D131A21EACA}" dt="2020-08-12T06:01:23.417" v="23"/>
        <pc:sldMkLst>
          <pc:docMk/>
          <pc:sldMk cId="0" sldId="330"/>
        </pc:sldMkLst>
      </pc:sldChg>
      <pc:sldChg chg="add del">
        <pc:chgData name="翟 锐" userId="fef11181f709266a" providerId="LiveId" clId="{10275908-82CB-4111-8AC1-0D131A21EACA}" dt="2020-08-12T06:01:23.417" v="23"/>
        <pc:sldMkLst>
          <pc:docMk/>
          <pc:sldMk cId="0" sldId="331"/>
        </pc:sldMkLst>
      </pc:sldChg>
      <pc:sldChg chg="add del">
        <pc:chgData name="翟 锐" userId="fef11181f709266a" providerId="LiveId" clId="{10275908-82CB-4111-8AC1-0D131A21EACA}" dt="2020-08-12T06:01:23.417" v="23"/>
        <pc:sldMkLst>
          <pc:docMk/>
          <pc:sldMk cId="0" sldId="332"/>
        </pc:sldMkLst>
      </pc:sldChg>
      <pc:sldChg chg="add del">
        <pc:chgData name="翟 锐" userId="fef11181f709266a" providerId="LiveId" clId="{10275908-82CB-4111-8AC1-0D131A21EACA}" dt="2020-08-12T06:01:23.417" v="23"/>
        <pc:sldMkLst>
          <pc:docMk/>
          <pc:sldMk cId="0" sldId="335"/>
        </pc:sldMkLst>
      </pc:sldChg>
      <pc:sldChg chg="add del">
        <pc:chgData name="翟 锐" userId="fef11181f709266a" providerId="LiveId" clId="{10275908-82CB-4111-8AC1-0D131A21EACA}" dt="2020-08-12T06:01:23.417" v="23"/>
        <pc:sldMkLst>
          <pc:docMk/>
          <pc:sldMk cId="0" sldId="336"/>
        </pc:sldMkLst>
      </pc:sldChg>
      <pc:sldChg chg="add del">
        <pc:chgData name="翟 锐" userId="fef11181f709266a" providerId="LiveId" clId="{10275908-82CB-4111-8AC1-0D131A21EACA}" dt="2020-08-12T06:01:23.417" v="23"/>
        <pc:sldMkLst>
          <pc:docMk/>
          <pc:sldMk cId="0" sldId="337"/>
        </pc:sldMkLst>
      </pc:sldChg>
      <pc:sldChg chg="add del">
        <pc:chgData name="翟 锐" userId="fef11181f709266a" providerId="LiveId" clId="{10275908-82CB-4111-8AC1-0D131A21EACA}" dt="2020-08-12T06:01:23.417" v="23"/>
        <pc:sldMkLst>
          <pc:docMk/>
          <pc:sldMk cId="0" sldId="338"/>
        </pc:sldMkLst>
      </pc:sldChg>
      <pc:sldChg chg="add del">
        <pc:chgData name="翟 锐" userId="fef11181f709266a" providerId="LiveId" clId="{10275908-82CB-4111-8AC1-0D131A21EACA}" dt="2020-08-12T06:01:23.417" v="23"/>
        <pc:sldMkLst>
          <pc:docMk/>
          <pc:sldMk cId="0" sldId="339"/>
        </pc:sldMkLst>
      </pc:sldChg>
      <pc:sldChg chg="add del">
        <pc:chgData name="翟 锐" userId="fef11181f709266a" providerId="LiveId" clId="{10275908-82CB-4111-8AC1-0D131A21EACA}" dt="2020-08-12T06:01:23.417" v="23"/>
        <pc:sldMkLst>
          <pc:docMk/>
          <pc:sldMk cId="0" sldId="340"/>
        </pc:sldMkLst>
      </pc:sldChg>
      <pc:sldChg chg="add del">
        <pc:chgData name="翟 锐" userId="fef11181f709266a" providerId="LiveId" clId="{10275908-82CB-4111-8AC1-0D131A21EACA}" dt="2020-08-12T06:01:23.417" v="23"/>
        <pc:sldMkLst>
          <pc:docMk/>
          <pc:sldMk cId="0" sldId="341"/>
        </pc:sldMkLst>
      </pc:sldChg>
      <pc:sldChg chg="add del">
        <pc:chgData name="翟 锐" userId="fef11181f709266a" providerId="LiveId" clId="{10275908-82CB-4111-8AC1-0D131A21EACA}" dt="2020-08-12T06:01:23.417" v="23"/>
        <pc:sldMkLst>
          <pc:docMk/>
          <pc:sldMk cId="0" sldId="342"/>
        </pc:sldMkLst>
      </pc:sldChg>
      <pc:sldChg chg="add del">
        <pc:chgData name="翟 锐" userId="fef11181f709266a" providerId="LiveId" clId="{10275908-82CB-4111-8AC1-0D131A21EACA}" dt="2020-08-12T06:01:23.417" v="23"/>
        <pc:sldMkLst>
          <pc:docMk/>
          <pc:sldMk cId="0" sldId="343"/>
        </pc:sldMkLst>
      </pc:sldChg>
      <pc:sldChg chg="addSp delSp modSp add del mod modTransition">
        <pc:chgData name="翟 锐" userId="fef11181f709266a" providerId="LiveId" clId="{10275908-82CB-4111-8AC1-0D131A21EACA}" dt="2020-08-12T14:37:18.491" v="941" actId="47"/>
        <pc:sldMkLst>
          <pc:docMk/>
          <pc:sldMk cId="0" sldId="345"/>
        </pc:sldMkLst>
        <pc:spChg chg="del">
          <ac:chgData name="翟 锐" userId="fef11181f709266a" providerId="LiveId" clId="{10275908-82CB-4111-8AC1-0D131A21EACA}" dt="2020-08-12T14:36:54.407" v="935" actId="478"/>
          <ac:spMkLst>
            <pc:docMk/>
            <pc:sldMk cId="0" sldId="345"/>
            <ac:spMk id="26" creationId="{6C8412D6-967F-4E80-913B-6DCDEEA97C80}"/>
          </ac:spMkLst>
        </pc:spChg>
        <pc:spChg chg="del">
          <ac:chgData name="翟 锐" userId="fef11181f709266a" providerId="LiveId" clId="{10275908-82CB-4111-8AC1-0D131A21EACA}" dt="2020-08-12T14:36:55.329" v="936" actId="478"/>
          <ac:spMkLst>
            <pc:docMk/>
            <pc:sldMk cId="0" sldId="345"/>
            <ac:spMk id="27" creationId="{8C6D2B26-7A69-4EEF-A845-C6E5CF88389F}"/>
          </ac:spMkLst>
        </pc:spChg>
        <pc:spChg chg="mod">
          <ac:chgData name="翟 锐" userId="fef11181f709266a" providerId="LiveId" clId="{10275908-82CB-4111-8AC1-0D131A21EACA}" dt="2020-08-12T14:37:02.020" v="937" actId="164"/>
          <ac:spMkLst>
            <pc:docMk/>
            <pc:sldMk cId="0" sldId="345"/>
            <ac:spMk id="24580" creationId="{71A1A34A-2DC6-4625-852F-EDD1D0E03C6A}"/>
          </ac:spMkLst>
        </pc:spChg>
        <pc:spChg chg="mod">
          <ac:chgData name="翟 锐" userId="fef11181f709266a" providerId="LiveId" clId="{10275908-82CB-4111-8AC1-0D131A21EACA}" dt="2020-08-12T14:37:02.020" v="937" actId="164"/>
          <ac:spMkLst>
            <pc:docMk/>
            <pc:sldMk cId="0" sldId="345"/>
            <ac:spMk id="24581" creationId="{5A8EB96D-D6C7-476D-9110-831F866E6BD3}"/>
          </ac:spMkLst>
        </pc:spChg>
        <pc:spChg chg="mod">
          <ac:chgData name="翟 锐" userId="fef11181f709266a" providerId="LiveId" clId="{10275908-82CB-4111-8AC1-0D131A21EACA}" dt="2020-08-12T14:37:02.020" v="937" actId="164"/>
          <ac:spMkLst>
            <pc:docMk/>
            <pc:sldMk cId="0" sldId="345"/>
            <ac:spMk id="24582" creationId="{0E10FA7D-285E-442F-8B68-51DE13393E1A}"/>
          </ac:spMkLst>
        </pc:spChg>
        <pc:spChg chg="mod">
          <ac:chgData name="翟 锐" userId="fef11181f709266a" providerId="LiveId" clId="{10275908-82CB-4111-8AC1-0D131A21EACA}" dt="2020-08-12T14:37:02.020" v="937" actId="164"/>
          <ac:spMkLst>
            <pc:docMk/>
            <pc:sldMk cId="0" sldId="345"/>
            <ac:spMk id="24583" creationId="{C8714C58-E047-40D1-AB06-137E8EB52F3E}"/>
          </ac:spMkLst>
        </pc:spChg>
        <pc:spChg chg="mod">
          <ac:chgData name="翟 锐" userId="fef11181f709266a" providerId="LiveId" clId="{10275908-82CB-4111-8AC1-0D131A21EACA}" dt="2020-08-12T14:37:02.020" v="937" actId="164"/>
          <ac:spMkLst>
            <pc:docMk/>
            <pc:sldMk cId="0" sldId="345"/>
            <ac:spMk id="24584" creationId="{F202F5A6-DAD9-4FB4-A89C-77EBD9367ECD}"/>
          </ac:spMkLst>
        </pc:spChg>
        <pc:spChg chg="mod">
          <ac:chgData name="翟 锐" userId="fef11181f709266a" providerId="LiveId" clId="{10275908-82CB-4111-8AC1-0D131A21EACA}" dt="2020-08-12T14:37:02.020" v="937" actId="164"/>
          <ac:spMkLst>
            <pc:docMk/>
            <pc:sldMk cId="0" sldId="345"/>
            <ac:spMk id="24585" creationId="{BECC6DD6-2C1B-4ABE-89A7-867DECA6AA94}"/>
          </ac:spMkLst>
        </pc:spChg>
        <pc:spChg chg="mod">
          <ac:chgData name="翟 锐" userId="fef11181f709266a" providerId="LiveId" clId="{10275908-82CB-4111-8AC1-0D131A21EACA}" dt="2020-08-12T14:37:02.020" v="937" actId="164"/>
          <ac:spMkLst>
            <pc:docMk/>
            <pc:sldMk cId="0" sldId="345"/>
            <ac:spMk id="24586" creationId="{6306FBF9-A764-46BD-BD8E-1978216F5A88}"/>
          </ac:spMkLst>
        </pc:spChg>
        <pc:spChg chg="mod">
          <ac:chgData name="翟 锐" userId="fef11181f709266a" providerId="LiveId" clId="{10275908-82CB-4111-8AC1-0D131A21EACA}" dt="2020-08-12T14:37:02.020" v="937" actId="164"/>
          <ac:spMkLst>
            <pc:docMk/>
            <pc:sldMk cId="0" sldId="345"/>
            <ac:spMk id="24587" creationId="{5449659D-4698-457A-B316-676352941194}"/>
          </ac:spMkLst>
        </pc:spChg>
        <pc:spChg chg="mod">
          <ac:chgData name="翟 锐" userId="fef11181f709266a" providerId="LiveId" clId="{10275908-82CB-4111-8AC1-0D131A21EACA}" dt="2020-08-12T14:37:02.020" v="937" actId="164"/>
          <ac:spMkLst>
            <pc:docMk/>
            <pc:sldMk cId="0" sldId="345"/>
            <ac:spMk id="24588" creationId="{D1DBCBD2-5D63-4D46-B200-C43D578E1DC3}"/>
          </ac:spMkLst>
        </pc:spChg>
        <pc:spChg chg="mod">
          <ac:chgData name="翟 锐" userId="fef11181f709266a" providerId="LiveId" clId="{10275908-82CB-4111-8AC1-0D131A21EACA}" dt="2020-08-12T14:37:02.020" v="937" actId="164"/>
          <ac:spMkLst>
            <pc:docMk/>
            <pc:sldMk cId="0" sldId="345"/>
            <ac:spMk id="24589" creationId="{31FA6ECA-418C-4139-AA10-3AD0D2900D0E}"/>
          </ac:spMkLst>
        </pc:spChg>
        <pc:spChg chg="mod">
          <ac:chgData name="翟 锐" userId="fef11181f709266a" providerId="LiveId" clId="{10275908-82CB-4111-8AC1-0D131A21EACA}" dt="2020-08-12T14:37:02.020" v="937" actId="164"/>
          <ac:spMkLst>
            <pc:docMk/>
            <pc:sldMk cId="0" sldId="345"/>
            <ac:spMk id="24590" creationId="{BD0884B9-89D5-460F-B70B-A9804F743105}"/>
          </ac:spMkLst>
        </pc:spChg>
        <pc:spChg chg="mod">
          <ac:chgData name="翟 锐" userId="fef11181f709266a" providerId="LiveId" clId="{10275908-82CB-4111-8AC1-0D131A21EACA}" dt="2020-08-12T14:37:02.020" v="937" actId="164"/>
          <ac:spMkLst>
            <pc:docMk/>
            <pc:sldMk cId="0" sldId="345"/>
            <ac:spMk id="24591" creationId="{A68DA5F6-95AD-4412-815F-97D8073931BA}"/>
          </ac:spMkLst>
        </pc:spChg>
        <pc:spChg chg="mod">
          <ac:chgData name="翟 锐" userId="fef11181f709266a" providerId="LiveId" clId="{10275908-82CB-4111-8AC1-0D131A21EACA}" dt="2020-08-12T14:37:02.020" v="937" actId="164"/>
          <ac:spMkLst>
            <pc:docMk/>
            <pc:sldMk cId="0" sldId="345"/>
            <ac:spMk id="24592" creationId="{8C68C35F-73FC-44F3-8458-5F13745A3CB1}"/>
          </ac:spMkLst>
        </pc:spChg>
        <pc:spChg chg="mod">
          <ac:chgData name="翟 锐" userId="fef11181f709266a" providerId="LiveId" clId="{10275908-82CB-4111-8AC1-0D131A21EACA}" dt="2020-08-12T14:37:02.020" v="937" actId="164"/>
          <ac:spMkLst>
            <pc:docMk/>
            <pc:sldMk cId="0" sldId="345"/>
            <ac:spMk id="24593" creationId="{FDBF368C-565F-4FDC-9AF0-D0FE25184F26}"/>
          </ac:spMkLst>
        </pc:spChg>
        <pc:spChg chg="mod">
          <ac:chgData name="翟 锐" userId="fef11181f709266a" providerId="LiveId" clId="{10275908-82CB-4111-8AC1-0D131A21EACA}" dt="2020-08-12T14:37:02.020" v="937" actId="164"/>
          <ac:spMkLst>
            <pc:docMk/>
            <pc:sldMk cId="0" sldId="345"/>
            <ac:spMk id="24594" creationId="{77910994-CAEE-478E-9A57-6DBD0E5B9657}"/>
          </ac:spMkLst>
        </pc:spChg>
        <pc:spChg chg="mod">
          <ac:chgData name="翟 锐" userId="fef11181f709266a" providerId="LiveId" clId="{10275908-82CB-4111-8AC1-0D131A21EACA}" dt="2020-08-12T14:37:02.020" v="937" actId="164"/>
          <ac:spMkLst>
            <pc:docMk/>
            <pc:sldMk cId="0" sldId="345"/>
            <ac:spMk id="24595" creationId="{A003BD6A-7AC8-4DEE-8BF1-476A7FDD6422}"/>
          </ac:spMkLst>
        </pc:spChg>
        <pc:spChg chg="mod">
          <ac:chgData name="翟 锐" userId="fef11181f709266a" providerId="LiveId" clId="{10275908-82CB-4111-8AC1-0D131A21EACA}" dt="2020-08-12T14:37:02.020" v="937" actId="164"/>
          <ac:spMkLst>
            <pc:docMk/>
            <pc:sldMk cId="0" sldId="345"/>
            <ac:spMk id="24596" creationId="{32D2BAE1-5727-4EB7-B040-D7CE0C87EF88}"/>
          </ac:spMkLst>
        </pc:spChg>
        <pc:spChg chg="mod">
          <ac:chgData name="翟 锐" userId="fef11181f709266a" providerId="LiveId" clId="{10275908-82CB-4111-8AC1-0D131A21EACA}" dt="2020-08-12T14:37:02.020" v="937" actId="164"/>
          <ac:spMkLst>
            <pc:docMk/>
            <pc:sldMk cId="0" sldId="345"/>
            <ac:spMk id="24597" creationId="{EE4E98CC-9A74-462B-8CFD-C8C97329E1C4}"/>
          </ac:spMkLst>
        </pc:spChg>
        <pc:spChg chg="mod">
          <ac:chgData name="翟 锐" userId="fef11181f709266a" providerId="LiveId" clId="{10275908-82CB-4111-8AC1-0D131A21EACA}" dt="2020-08-12T14:37:02.020" v="937" actId="164"/>
          <ac:spMkLst>
            <pc:docMk/>
            <pc:sldMk cId="0" sldId="345"/>
            <ac:spMk id="24598" creationId="{BC53754F-FB4E-4611-BBC1-7EE60285F2D4}"/>
          </ac:spMkLst>
        </pc:spChg>
        <pc:spChg chg="mod">
          <ac:chgData name="翟 锐" userId="fef11181f709266a" providerId="LiveId" clId="{10275908-82CB-4111-8AC1-0D131A21EACA}" dt="2020-08-12T14:37:02.020" v="937" actId="164"/>
          <ac:spMkLst>
            <pc:docMk/>
            <pc:sldMk cId="0" sldId="345"/>
            <ac:spMk id="24599" creationId="{A518F7AE-7173-4035-9AAC-B555790C46B9}"/>
          </ac:spMkLst>
        </pc:spChg>
        <pc:spChg chg="mod">
          <ac:chgData name="翟 锐" userId="fef11181f709266a" providerId="LiveId" clId="{10275908-82CB-4111-8AC1-0D131A21EACA}" dt="2020-08-12T14:37:02.020" v="937" actId="164"/>
          <ac:spMkLst>
            <pc:docMk/>
            <pc:sldMk cId="0" sldId="345"/>
            <ac:spMk id="24600" creationId="{B9F3699C-B32C-46BD-8E58-87DEE52D4F7A}"/>
          </ac:spMkLst>
        </pc:spChg>
        <pc:spChg chg="mod">
          <ac:chgData name="翟 锐" userId="fef11181f709266a" providerId="LiveId" clId="{10275908-82CB-4111-8AC1-0D131A21EACA}" dt="2020-08-12T14:37:02.020" v="937" actId="164"/>
          <ac:spMkLst>
            <pc:docMk/>
            <pc:sldMk cId="0" sldId="345"/>
            <ac:spMk id="24601" creationId="{2EFDC7C3-5123-4EAD-8394-0C3A6ABAF069}"/>
          </ac:spMkLst>
        </pc:spChg>
        <pc:spChg chg="mod">
          <ac:chgData name="翟 锐" userId="fef11181f709266a" providerId="LiveId" clId="{10275908-82CB-4111-8AC1-0D131A21EACA}" dt="2020-08-12T14:37:02.020" v="937" actId="164"/>
          <ac:spMkLst>
            <pc:docMk/>
            <pc:sldMk cId="0" sldId="345"/>
            <ac:spMk id="24602" creationId="{F2FD77E3-17A4-4D54-842C-3FEB2C909026}"/>
          </ac:spMkLst>
        </pc:spChg>
        <pc:spChg chg="mod">
          <ac:chgData name="翟 锐" userId="fef11181f709266a" providerId="LiveId" clId="{10275908-82CB-4111-8AC1-0D131A21EACA}" dt="2020-08-12T14:37:02.020" v="937" actId="164"/>
          <ac:spMkLst>
            <pc:docMk/>
            <pc:sldMk cId="0" sldId="345"/>
            <ac:spMk id="24603" creationId="{E413130E-7CDD-449D-8305-D46485D64C5D}"/>
          </ac:spMkLst>
        </pc:spChg>
        <pc:grpChg chg="add del mod">
          <ac:chgData name="翟 锐" userId="fef11181f709266a" providerId="LiveId" clId="{10275908-82CB-4111-8AC1-0D131A21EACA}" dt="2020-08-12T14:37:03.973" v="938" actId="21"/>
          <ac:grpSpMkLst>
            <pc:docMk/>
            <pc:sldMk cId="0" sldId="345"/>
            <ac:grpSpMk id="2" creationId="{7895CDB9-B430-4853-A719-D46D4E50A9DF}"/>
          </ac:grpSpMkLst>
        </pc:grpChg>
      </pc:sldChg>
      <pc:sldChg chg="add del">
        <pc:chgData name="翟 锐" userId="fef11181f709266a" providerId="LiveId" clId="{10275908-82CB-4111-8AC1-0D131A21EACA}" dt="2020-08-12T06:01:23.417" v="23"/>
        <pc:sldMkLst>
          <pc:docMk/>
          <pc:sldMk cId="0" sldId="346"/>
        </pc:sldMkLst>
      </pc:sldChg>
      <pc:sldChg chg="add del">
        <pc:chgData name="翟 锐" userId="fef11181f709266a" providerId="LiveId" clId="{10275908-82CB-4111-8AC1-0D131A21EACA}" dt="2020-08-12T06:01:23.417" v="23"/>
        <pc:sldMkLst>
          <pc:docMk/>
          <pc:sldMk cId="0" sldId="347"/>
        </pc:sldMkLst>
      </pc:sldChg>
      <pc:sldChg chg="add del">
        <pc:chgData name="翟 锐" userId="fef11181f709266a" providerId="LiveId" clId="{10275908-82CB-4111-8AC1-0D131A21EACA}" dt="2020-08-12T06:01:23.417" v="23"/>
        <pc:sldMkLst>
          <pc:docMk/>
          <pc:sldMk cId="0" sldId="348"/>
        </pc:sldMkLst>
      </pc:sldChg>
      <pc:sldChg chg="add del">
        <pc:chgData name="翟 锐" userId="fef11181f709266a" providerId="LiveId" clId="{10275908-82CB-4111-8AC1-0D131A21EACA}" dt="2020-08-12T06:01:23.417" v="23"/>
        <pc:sldMkLst>
          <pc:docMk/>
          <pc:sldMk cId="0" sldId="349"/>
        </pc:sldMkLst>
      </pc:sldChg>
      <pc:sldChg chg="modSp add del mod">
        <pc:chgData name="翟 锐" userId="fef11181f709266a" providerId="LiveId" clId="{10275908-82CB-4111-8AC1-0D131A21EACA}" dt="2020-08-12T06:01:23.417" v="23"/>
        <pc:sldMkLst>
          <pc:docMk/>
          <pc:sldMk cId="0" sldId="350"/>
        </pc:sldMkLst>
        <pc:spChg chg="mod">
          <ac:chgData name="翟 锐" userId="fef11181f709266a" providerId="LiveId" clId="{10275908-82CB-4111-8AC1-0D131A21EACA}" dt="2020-08-12T06:01:23.417" v="23"/>
          <ac:spMkLst>
            <pc:docMk/>
            <pc:sldMk cId="0" sldId="350"/>
            <ac:spMk id="240642" creationId="{A4ACFBA2-BE4F-40CF-99B1-09469BFCCB39}"/>
          </ac:spMkLst>
        </pc:spChg>
        <pc:spChg chg="mod">
          <ac:chgData name="翟 锐" userId="fef11181f709266a" providerId="LiveId" clId="{10275908-82CB-4111-8AC1-0D131A21EACA}" dt="2020-08-12T06:01:23.417" v="23"/>
          <ac:spMkLst>
            <pc:docMk/>
            <pc:sldMk cId="0" sldId="350"/>
            <ac:spMk id="240643" creationId="{7466FE5C-4E8B-4A3A-B2C1-FF5A4178BAD9}"/>
          </ac:spMkLst>
        </pc:spChg>
      </pc:sldChg>
      <pc:sldChg chg="add del modTransition">
        <pc:chgData name="翟 锐" userId="fef11181f709266a" providerId="LiveId" clId="{10275908-82CB-4111-8AC1-0D131A21EACA}" dt="2020-08-12T06:01:23.417" v="23"/>
        <pc:sldMkLst>
          <pc:docMk/>
          <pc:sldMk cId="0" sldId="351"/>
        </pc:sldMkLst>
      </pc:sldChg>
      <pc:sldChg chg="add del">
        <pc:chgData name="翟 锐" userId="fef11181f709266a" providerId="LiveId" clId="{10275908-82CB-4111-8AC1-0D131A21EACA}" dt="2020-08-12T06:01:23.417" v="23"/>
        <pc:sldMkLst>
          <pc:docMk/>
          <pc:sldMk cId="0" sldId="353"/>
        </pc:sldMkLst>
      </pc:sldChg>
      <pc:sldChg chg="add del">
        <pc:chgData name="翟 锐" userId="fef11181f709266a" providerId="LiveId" clId="{10275908-82CB-4111-8AC1-0D131A21EACA}" dt="2020-08-12T06:01:23.417" v="23"/>
        <pc:sldMkLst>
          <pc:docMk/>
          <pc:sldMk cId="0" sldId="354"/>
        </pc:sldMkLst>
      </pc:sldChg>
      <pc:sldChg chg="add del modTransition">
        <pc:chgData name="翟 锐" userId="fef11181f709266a" providerId="LiveId" clId="{10275908-82CB-4111-8AC1-0D131A21EACA}" dt="2020-08-12T06:01:23.417" v="23"/>
        <pc:sldMkLst>
          <pc:docMk/>
          <pc:sldMk cId="0" sldId="355"/>
        </pc:sldMkLst>
      </pc:sldChg>
      <pc:sldChg chg="add del">
        <pc:chgData name="翟 锐" userId="fef11181f709266a" providerId="LiveId" clId="{10275908-82CB-4111-8AC1-0D131A21EACA}" dt="2020-08-12T06:01:23.417" v="23"/>
        <pc:sldMkLst>
          <pc:docMk/>
          <pc:sldMk cId="0" sldId="356"/>
        </pc:sldMkLst>
      </pc:sldChg>
      <pc:sldChg chg="add del">
        <pc:chgData name="翟 锐" userId="fef11181f709266a" providerId="LiveId" clId="{10275908-82CB-4111-8AC1-0D131A21EACA}" dt="2020-08-12T06:01:23.417" v="23"/>
        <pc:sldMkLst>
          <pc:docMk/>
          <pc:sldMk cId="0" sldId="357"/>
        </pc:sldMkLst>
      </pc:sldChg>
      <pc:sldChg chg="modSp add del mod">
        <pc:chgData name="翟 锐" userId="fef11181f709266a" providerId="LiveId" clId="{10275908-82CB-4111-8AC1-0D131A21EACA}" dt="2020-08-12T06:01:23.417" v="23"/>
        <pc:sldMkLst>
          <pc:docMk/>
          <pc:sldMk cId="0" sldId="358"/>
        </pc:sldMkLst>
        <pc:spChg chg="mod">
          <ac:chgData name="翟 锐" userId="fef11181f709266a" providerId="LiveId" clId="{10275908-82CB-4111-8AC1-0D131A21EACA}" dt="2020-08-12T06:01:23.417" v="23"/>
          <ac:spMkLst>
            <pc:docMk/>
            <pc:sldMk cId="0" sldId="358"/>
            <ac:spMk id="252930" creationId="{288BAEF4-D827-4BC0-AFD8-FA6F36647EEE}"/>
          </ac:spMkLst>
        </pc:spChg>
      </pc:sldChg>
      <pc:sldChg chg="modSp add del mod modTransition">
        <pc:chgData name="翟 锐" userId="fef11181f709266a" providerId="LiveId" clId="{10275908-82CB-4111-8AC1-0D131A21EACA}" dt="2020-08-12T06:01:23.417" v="23"/>
        <pc:sldMkLst>
          <pc:docMk/>
          <pc:sldMk cId="0" sldId="359"/>
        </pc:sldMkLst>
        <pc:spChg chg="mod">
          <ac:chgData name="翟 锐" userId="fef11181f709266a" providerId="LiveId" clId="{10275908-82CB-4111-8AC1-0D131A21EACA}" dt="2020-08-12T06:01:23.417" v="23"/>
          <ac:spMkLst>
            <pc:docMk/>
            <pc:sldMk cId="0" sldId="359"/>
            <ac:spMk id="257026" creationId="{46A7FD29-FB43-4DE6-ABAB-A2C0172B6B97}"/>
          </ac:spMkLst>
        </pc:spChg>
      </pc:sldChg>
      <pc:sldChg chg="modSp add del mod modTransition">
        <pc:chgData name="翟 锐" userId="fef11181f709266a" providerId="LiveId" clId="{10275908-82CB-4111-8AC1-0D131A21EACA}" dt="2020-08-12T06:01:23.417" v="23"/>
        <pc:sldMkLst>
          <pc:docMk/>
          <pc:sldMk cId="0" sldId="360"/>
        </pc:sldMkLst>
        <pc:spChg chg="mod">
          <ac:chgData name="翟 锐" userId="fef11181f709266a" providerId="LiveId" clId="{10275908-82CB-4111-8AC1-0D131A21EACA}" dt="2020-08-12T06:01:23.417" v="23"/>
          <ac:spMkLst>
            <pc:docMk/>
            <pc:sldMk cId="0" sldId="360"/>
            <ac:spMk id="258050" creationId="{A6F1DD9B-9100-4198-8B45-E4205292FA8B}"/>
          </ac:spMkLst>
        </pc:spChg>
      </pc:sldChg>
      <pc:sldChg chg="modSp add del mod modTransition">
        <pc:chgData name="翟 锐" userId="fef11181f709266a" providerId="LiveId" clId="{10275908-82CB-4111-8AC1-0D131A21EACA}" dt="2020-08-12T06:01:23.417" v="23"/>
        <pc:sldMkLst>
          <pc:docMk/>
          <pc:sldMk cId="0" sldId="361"/>
        </pc:sldMkLst>
        <pc:spChg chg="mod">
          <ac:chgData name="翟 锐" userId="fef11181f709266a" providerId="LiveId" clId="{10275908-82CB-4111-8AC1-0D131A21EACA}" dt="2020-08-12T06:01:23.417" v="23"/>
          <ac:spMkLst>
            <pc:docMk/>
            <pc:sldMk cId="0" sldId="361"/>
            <ac:spMk id="261122" creationId="{EAA8884A-5E58-44DD-A198-62FA83170C20}"/>
          </ac:spMkLst>
        </pc:spChg>
      </pc:sldChg>
      <pc:sldChg chg="modSp add del mod modTransition">
        <pc:chgData name="翟 锐" userId="fef11181f709266a" providerId="LiveId" clId="{10275908-82CB-4111-8AC1-0D131A21EACA}" dt="2020-08-12T06:01:23.417" v="23"/>
        <pc:sldMkLst>
          <pc:docMk/>
          <pc:sldMk cId="0" sldId="362"/>
        </pc:sldMkLst>
        <pc:spChg chg="mod">
          <ac:chgData name="翟 锐" userId="fef11181f709266a" providerId="LiveId" clId="{10275908-82CB-4111-8AC1-0D131A21EACA}" dt="2020-08-12T06:01:23.417" v="23"/>
          <ac:spMkLst>
            <pc:docMk/>
            <pc:sldMk cId="0" sldId="362"/>
            <ac:spMk id="263170" creationId="{45ED5C97-F1BE-43D9-BB7D-9C980A712F58}"/>
          </ac:spMkLst>
        </pc:spChg>
      </pc:sldChg>
      <pc:sldChg chg="modSp add del mod modTransition">
        <pc:chgData name="翟 锐" userId="fef11181f709266a" providerId="LiveId" clId="{10275908-82CB-4111-8AC1-0D131A21EACA}" dt="2020-08-12T06:01:23.417" v="23"/>
        <pc:sldMkLst>
          <pc:docMk/>
          <pc:sldMk cId="0" sldId="363"/>
        </pc:sldMkLst>
        <pc:spChg chg="mod">
          <ac:chgData name="翟 锐" userId="fef11181f709266a" providerId="LiveId" clId="{10275908-82CB-4111-8AC1-0D131A21EACA}" dt="2020-08-12T06:01:23.417" v="23"/>
          <ac:spMkLst>
            <pc:docMk/>
            <pc:sldMk cId="0" sldId="363"/>
            <ac:spMk id="266242" creationId="{7154BDB5-BCA5-49B9-B747-2D9B13905F06}"/>
          </ac:spMkLst>
        </pc:spChg>
      </pc:sldChg>
      <pc:sldChg chg="modSp add del mod modTransition">
        <pc:chgData name="翟 锐" userId="fef11181f709266a" providerId="LiveId" clId="{10275908-82CB-4111-8AC1-0D131A21EACA}" dt="2020-08-12T06:01:23.417" v="23"/>
        <pc:sldMkLst>
          <pc:docMk/>
          <pc:sldMk cId="0" sldId="364"/>
        </pc:sldMkLst>
        <pc:spChg chg="mod">
          <ac:chgData name="翟 锐" userId="fef11181f709266a" providerId="LiveId" clId="{10275908-82CB-4111-8AC1-0D131A21EACA}" dt="2020-08-12T06:01:23.417" v="23"/>
          <ac:spMkLst>
            <pc:docMk/>
            <pc:sldMk cId="0" sldId="364"/>
            <ac:spMk id="269314" creationId="{9E95D430-0217-4662-A767-30F4F3310339}"/>
          </ac:spMkLst>
        </pc:spChg>
        <pc:spChg chg="mod">
          <ac:chgData name="翟 锐" userId="fef11181f709266a" providerId="LiveId" clId="{10275908-82CB-4111-8AC1-0D131A21EACA}" dt="2020-08-12T06:01:23.417" v="23"/>
          <ac:spMkLst>
            <pc:docMk/>
            <pc:sldMk cId="0" sldId="364"/>
            <ac:spMk id="269315" creationId="{852682F0-7795-4A08-96E3-8E0F97D09871}"/>
          </ac:spMkLst>
        </pc:spChg>
      </pc:sldChg>
      <pc:sldChg chg="modSp add del mod modTransition">
        <pc:chgData name="翟 锐" userId="fef11181f709266a" providerId="LiveId" clId="{10275908-82CB-4111-8AC1-0D131A21EACA}" dt="2020-08-12T06:01:23.417" v="23"/>
        <pc:sldMkLst>
          <pc:docMk/>
          <pc:sldMk cId="0" sldId="365"/>
        </pc:sldMkLst>
        <pc:spChg chg="mod">
          <ac:chgData name="翟 锐" userId="fef11181f709266a" providerId="LiveId" clId="{10275908-82CB-4111-8AC1-0D131A21EACA}" dt="2020-08-12T06:01:23.417" v="23"/>
          <ac:spMkLst>
            <pc:docMk/>
            <pc:sldMk cId="0" sldId="365"/>
            <ac:spMk id="271362" creationId="{A6170C11-4C95-410A-8EA8-C523B804AD94}"/>
          </ac:spMkLst>
        </pc:spChg>
        <pc:spChg chg="mod">
          <ac:chgData name="翟 锐" userId="fef11181f709266a" providerId="LiveId" clId="{10275908-82CB-4111-8AC1-0D131A21EACA}" dt="2020-08-12T06:01:23.417" v="23"/>
          <ac:spMkLst>
            <pc:docMk/>
            <pc:sldMk cId="0" sldId="365"/>
            <ac:spMk id="271363" creationId="{7857D23C-7AB9-4212-99BD-2E215FBAF8A2}"/>
          </ac:spMkLst>
        </pc:spChg>
      </pc:sldChg>
      <pc:sldChg chg="modSp add del mod modTransition">
        <pc:chgData name="翟 锐" userId="fef11181f709266a" providerId="LiveId" clId="{10275908-82CB-4111-8AC1-0D131A21EACA}" dt="2020-08-12T06:01:23.417" v="23"/>
        <pc:sldMkLst>
          <pc:docMk/>
          <pc:sldMk cId="0" sldId="366"/>
        </pc:sldMkLst>
        <pc:spChg chg="mod">
          <ac:chgData name="翟 锐" userId="fef11181f709266a" providerId="LiveId" clId="{10275908-82CB-4111-8AC1-0D131A21EACA}" dt="2020-08-12T06:01:23.417" v="23"/>
          <ac:spMkLst>
            <pc:docMk/>
            <pc:sldMk cId="0" sldId="366"/>
            <ac:spMk id="273410" creationId="{B3F08A29-147F-4EA8-A01A-3025A8A6CA28}"/>
          </ac:spMkLst>
        </pc:spChg>
      </pc:sldChg>
      <pc:sldChg chg="modSp add del mod modTransition">
        <pc:chgData name="翟 锐" userId="fef11181f709266a" providerId="LiveId" clId="{10275908-82CB-4111-8AC1-0D131A21EACA}" dt="2020-08-12T06:01:23.417" v="23"/>
        <pc:sldMkLst>
          <pc:docMk/>
          <pc:sldMk cId="0" sldId="367"/>
        </pc:sldMkLst>
        <pc:spChg chg="mod">
          <ac:chgData name="翟 锐" userId="fef11181f709266a" providerId="LiveId" clId="{10275908-82CB-4111-8AC1-0D131A21EACA}" dt="2020-08-12T06:01:23.417" v="23"/>
          <ac:spMkLst>
            <pc:docMk/>
            <pc:sldMk cId="0" sldId="367"/>
            <ac:spMk id="275459" creationId="{F7A8F4B8-C278-4A33-92A3-D16D513240F8}"/>
          </ac:spMkLst>
        </pc:spChg>
      </pc:sldChg>
      <pc:sldChg chg="add del modTransition">
        <pc:chgData name="翟 锐" userId="fef11181f709266a" providerId="LiveId" clId="{10275908-82CB-4111-8AC1-0D131A21EACA}" dt="2020-08-12T06:01:23.417" v="23"/>
        <pc:sldMkLst>
          <pc:docMk/>
          <pc:sldMk cId="0" sldId="368"/>
        </pc:sldMkLst>
      </pc:sldChg>
      <pc:sldChg chg="add del">
        <pc:chgData name="翟 锐" userId="fef11181f709266a" providerId="LiveId" clId="{10275908-82CB-4111-8AC1-0D131A21EACA}" dt="2020-08-12T06:01:23.417" v="23"/>
        <pc:sldMkLst>
          <pc:docMk/>
          <pc:sldMk cId="0" sldId="369"/>
        </pc:sldMkLst>
      </pc:sldChg>
      <pc:sldChg chg="add del">
        <pc:chgData name="翟 锐" userId="fef11181f709266a" providerId="LiveId" clId="{10275908-82CB-4111-8AC1-0D131A21EACA}" dt="2020-08-12T06:01:23.417" v="23"/>
        <pc:sldMkLst>
          <pc:docMk/>
          <pc:sldMk cId="0" sldId="370"/>
        </pc:sldMkLst>
      </pc:sldChg>
      <pc:sldChg chg="modSp add del mod modTransition">
        <pc:chgData name="翟 锐" userId="fef11181f709266a" providerId="LiveId" clId="{10275908-82CB-4111-8AC1-0D131A21EACA}" dt="2020-08-12T06:01:23.417" v="23"/>
        <pc:sldMkLst>
          <pc:docMk/>
          <pc:sldMk cId="0" sldId="371"/>
        </pc:sldMkLst>
        <pc:spChg chg="mod">
          <ac:chgData name="翟 锐" userId="fef11181f709266a" providerId="LiveId" clId="{10275908-82CB-4111-8AC1-0D131A21EACA}" dt="2020-08-12T06:01:23.417" v="23"/>
          <ac:spMkLst>
            <pc:docMk/>
            <pc:sldMk cId="0" sldId="371"/>
            <ac:spMk id="282627" creationId="{0B5B1F17-0BAC-46B9-A8C5-FBDDF4BEE53F}"/>
          </ac:spMkLst>
        </pc:spChg>
      </pc:sldChg>
      <pc:sldChg chg="modSp add del mod modTransition">
        <pc:chgData name="翟 锐" userId="fef11181f709266a" providerId="LiveId" clId="{10275908-82CB-4111-8AC1-0D131A21EACA}" dt="2020-08-12T06:01:23.417" v="23"/>
        <pc:sldMkLst>
          <pc:docMk/>
          <pc:sldMk cId="0" sldId="372"/>
        </pc:sldMkLst>
        <pc:spChg chg="mod">
          <ac:chgData name="翟 锐" userId="fef11181f709266a" providerId="LiveId" clId="{10275908-82CB-4111-8AC1-0D131A21EACA}" dt="2020-08-12T06:01:23.417" v="23"/>
          <ac:spMkLst>
            <pc:docMk/>
            <pc:sldMk cId="0" sldId="372"/>
            <ac:spMk id="283650" creationId="{1EE0A14C-52D0-43EB-A52B-8B60CCE6D406}"/>
          </ac:spMkLst>
        </pc:spChg>
      </pc:sldChg>
      <pc:sldChg chg="add del modTransition">
        <pc:chgData name="翟 锐" userId="fef11181f709266a" providerId="LiveId" clId="{10275908-82CB-4111-8AC1-0D131A21EACA}" dt="2020-08-12T06:01:23.417" v="23"/>
        <pc:sldMkLst>
          <pc:docMk/>
          <pc:sldMk cId="0" sldId="373"/>
        </pc:sldMkLst>
      </pc:sldChg>
      <pc:sldChg chg="add del">
        <pc:chgData name="翟 锐" userId="fef11181f709266a" providerId="LiveId" clId="{10275908-82CB-4111-8AC1-0D131A21EACA}" dt="2020-08-12T06:01:23.417" v="23"/>
        <pc:sldMkLst>
          <pc:docMk/>
          <pc:sldMk cId="0" sldId="374"/>
        </pc:sldMkLst>
      </pc:sldChg>
      <pc:sldChg chg="modSp add del mod">
        <pc:chgData name="翟 锐" userId="fef11181f709266a" providerId="LiveId" clId="{10275908-82CB-4111-8AC1-0D131A21EACA}" dt="2020-08-12T06:01:23.417" v="23"/>
        <pc:sldMkLst>
          <pc:docMk/>
          <pc:sldMk cId="0" sldId="375"/>
        </pc:sldMkLst>
        <pc:spChg chg="mod">
          <ac:chgData name="翟 锐" userId="fef11181f709266a" providerId="LiveId" clId="{10275908-82CB-4111-8AC1-0D131A21EACA}" dt="2020-08-12T06:01:23.417" v="23"/>
          <ac:spMkLst>
            <pc:docMk/>
            <pc:sldMk cId="0" sldId="375"/>
            <ac:spMk id="288770" creationId="{275A5B26-173E-49E3-B0BD-888DB34F0551}"/>
          </ac:spMkLst>
        </pc:spChg>
        <pc:spChg chg="mod">
          <ac:chgData name="翟 锐" userId="fef11181f709266a" providerId="LiveId" clId="{10275908-82CB-4111-8AC1-0D131A21EACA}" dt="2020-08-12T06:01:23.417" v="23"/>
          <ac:spMkLst>
            <pc:docMk/>
            <pc:sldMk cId="0" sldId="375"/>
            <ac:spMk id="288771" creationId="{FB2BEC54-415D-4C81-8614-2BAE86FB4EE1}"/>
          </ac:spMkLst>
        </pc:spChg>
      </pc:sldChg>
      <pc:sldChg chg="add del modTransition">
        <pc:chgData name="翟 锐" userId="fef11181f709266a" providerId="LiveId" clId="{10275908-82CB-4111-8AC1-0D131A21EACA}" dt="2020-08-12T06:01:23.417" v="23"/>
        <pc:sldMkLst>
          <pc:docMk/>
          <pc:sldMk cId="0" sldId="376"/>
        </pc:sldMkLst>
      </pc:sldChg>
      <pc:sldChg chg="add del">
        <pc:chgData name="翟 锐" userId="fef11181f709266a" providerId="LiveId" clId="{10275908-82CB-4111-8AC1-0D131A21EACA}" dt="2020-08-12T06:01:23.417" v="23"/>
        <pc:sldMkLst>
          <pc:docMk/>
          <pc:sldMk cId="0" sldId="377"/>
        </pc:sldMkLst>
      </pc:sldChg>
      <pc:sldChg chg="add del modTransition">
        <pc:chgData name="翟 锐" userId="fef11181f709266a" providerId="LiveId" clId="{10275908-82CB-4111-8AC1-0D131A21EACA}" dt="2020-08-12T06:01:23.417" v="23"/>
        <pc:sldMkLst>
          <pc:docMk/>
          <pc:sldMk cId="0" sldId="378"/>
        </pc:sldMkLst>
      </pc:sldChg>
      <pc:sldChg chg="modSp add del mod modTransition">
        <pc:chgData name="翟 锐" userId="fef11181f709266a" providerId="LiveId" clId="{10275908-82CB-4111-8AC1-0D131A21EACA}" dt="2020-08-12T06:01:23.417" v="23"/>
        <pc:sldMkLst>
          <pc:docMk/>
          <pc:sldMk cId="0" sldId="379"/>
        </pc:sldMkLst>
        <pc:spChg chg="mod">
          <ac:chgData name="翟 锐" userId="fef11181f709266a" providerId="LiveId" clId="{10275908-82CB-4111-8AC1-0D131A21EACA}" dt="2020-08-12T06:01:23.417" v="23"/>
          <ac:spMkLst>
            <pc:docMk/>
            <pc:sldMk cId="0" sldId="379"/>
            <ac:spMk id="295938" creationId="{B8ABC22F-8023-431C-8573-4795526B8BA3}"/>
          </ac:spMkLst>
        </pc:spChg>
      </pc:sldChg>
      <pc:sldChg chg="add del modTransition">
        <pc:chgData name="翟 锐" userId="fef11181f709266a" providerId="LiveId" clId="{10275908-82CB-4111-8AC1-0D131A21EACA}" dt="2020-08-12T06:01:23.417" v="23"/>
        <pc:sldMkLst>
          <pc:docMk/>
          <pc:sldMk cId="0" sldId="380"/>
        </pc:sldMkLst>
      </pc:sldChg>
      <pc:sldChg chg="add del modTransition">
        <pc:chgData name="翟 锐" userId="fef11181f709266a" providerId="LiveId" clId="{10275908-82CB-4111-8AC1-0D131A21EACA}" dt="2020-08-12T06:01:23.417" v="23"/>
        <pc:sldMkLst>
          <pc:docMk/>
          <pc:sldMk cId="0" sldId="381"/>
        </pc:sldMkLst>
      </pc:sldChg>
      <pc:sldChg chg="add del modTransition">
        <pc:chgData name="翟 锐" userId="fef11181f709266a" providerId="LiveId" clId="{10275908-82CB-4111-8AC1-0D131A21EACA}" dt="2020-08-12T06:01:23.417" v="23"/>
        <pc:sldMkLst>
          <pc:docMk/>
          <pc:sldMk cId="0" sldId="382"/>
        </pc:sldMkLst>
      </pc:sldChg>
      <pc:sldChg chg="add del modTransition">
        <pc:chgData name="翟 锐" userId="fef11181f709266a" providerId="LiveId" clId="{10275908-82CB-4111-8AC1-0D131A21EACA}" dt="2020-08-12T06:01:23.417" v="23"/>
        <pc:sldMkLst>
          <pc:docMk/>
          <pc:sldMk cId="0" sldId="383"/>
        </pc:sldMkLst>
      </pc:sldChg>
      <pc:sldChg chg="add del modTransition">
        <pc:chgData name="翟 锐" userId="fef11181f709266a" providerId="LiveId" clId="{10275908-82CB-4111-8AC1-0D131A21EACA}" dt="2020-08-12T06:01:23.417" v="23"/>
        <pc:sldMkLst>
          <pc:docMk/>
          <pc:sldMk cId="0" sldId="384"/>
        </pc:sldMkLst>
      </pc:sldChg>
      <pc:sldChg chg="del">
        <pc:chgData name="翟 锐" userId="fef11181f709266a" providerId="LiveId" clId="{10275908-82CB-4111-8AC1-0D131A21EACA}" dt="2020-08-12T13:17:33.204" v="737" actId="47"/>
        <pc:sldMkLst>
          <pc:docMk/>
          <pc:sldMk cId="3418838990" sldId="454"/>
        </pc:sldMkLst>
      </pc:sldChg>
      <pc:sldChg chg="del">
        <pc:chgData name="翟 锐" userId="fef11181f709266a" providerId="LiveId" clId="{10275908-82CB-4111-8AC1-0D131A21EACA}" dt="2020-08-12T13:17:33.204" v="737" actId="47"/>
        <pc:sldMkLst>
          <pc:docMk/>
          <pc:sldMk cId="4285362779" sldId="474"/>
        </pc:sldMkLst>
      </pc:sldChg>
      <pc:sldChg chg="del">
        <pc:chgData name="翟 锐" userId="fef11181f709266a" providerId="LiveId" clId="{10275908-82CB-4111-8AC1-0D131A21EACA}" dt="2020-08-12T06:07:22.405" v="25" actId="47"/>
        <pc:sldMkLst>
          <pc:docMk/>
          <pc:sldMk cId="2435764834" sldId="512"/>
        </pc:sldMkLst>
      </pc:sldChg>
      <pc:sldChg chg="modSp del modAnim">
        <pc:chgData name="翟 锐" userId="fef11181f709266a" providerId="LiveId" clId="{10275908-82CB-4111-8AC1-0D131A21EACA}" dt="2020-08-12T13:17:33.204" v="737" actId="47"/>
        <pc:sldMkLst>
          <pc:docMk/>
          <pc:sldMk cId="2113831009" sldId="514"/>
        </pc:sldMkLst>
        <pc:spChg chg="mod">
          <ac:chgData name="翟 锐" userId="fef11181f709266a" providerId="LiveId" clId="{10275908-82CB-4111-8AC1-0D131A21EACA}" dt="2020-08-12T06:21:51.857" v="243"/>
          <ac:spMkLst>
            <pc:docMk/>
            <pc:sldMk cId="2113831009" sldId="514"/>
            <ac:spMk id="15" creationId="{00000000-0000-0000-0000-000000000000}"/>
          </ac:spMkLst>
        </pc:spChg>
        <pc:spChg chg="mod">
          <ac:chgData name="翟 锐" userId="fef11181f709266a" providerId="LiveId" clId="{10275908-82CB-4111-8AC1-0D131A21EACA}" dt="2020-08-12T06:21:59.120" v="249"/>
          <ac:spMkLst>
            <pc:docMk/>
            <pc:sldMk cId="2113831009" sldId="514"/>
            <ac:spMk id="16" creationId="{00000000-0000-0000-0000-000000000000}"/>
          </ac:spMkLst>
        </pc:spChg>
        <pc:spChg chg="mod">
          <ac:chgData name="翟 锐" userId="fef11181f709266a" providerId="LiveId" clId="{10275908-82CB-4111-8AC1-0D131A21EACA}" dt="2020-08-12T06:22:02.112" v="252"/>
          <ac:spMkLst>
            <pc:docMk/>
            <pc:sldMk cId="2113831009" sldId="514"/>
            <ac:spMk id="17" creationId="{00000000-0000-0000-0000-000000000000}"/>
          </ac:spMkLst>
        </pc:spChg>
        <pc:spChg chg="mod">
          <ac:chgData name="翟 锐" userId="fef11181f709266a" providerId="LiveId" clId="{10275908-82CB-4111-8AC1-0D131A21EACA}" dt="2020-08-12T06:22:04.430" v="255"/>
          <ac:spMkLst>
            <pc:docMk/>
            <pc:sldMk cId="2113831009" sldId="514"/>
            <ac:spMk id="18" creationId="{00000000-0000-0000-0000-000000000000}"/>
          </ac:spMkLst>
        </pc:spChg>
        <pc:spChg chg="mod">
          <ac:chgData name="翟 锐" userId="fef11181f709266a" providerId="LiveId" clId="{10275908-82CB-4111-8AC1-0D131A21EACA}" dt="2020-08-12T06:21:55.813" v="246"/>
          <ac:spMkLst>
            <pc:docMk/>
            <pc:sldMk cId="2113831009" sldId="514"/>
            <ac:spMk id="28" creationId="{00000000-0000-0000-0000-000000000000}"/>
          </ac:spMkLst>
        </pc:spChg>
      </pc:sldChg>
      <pc:sldChg chg="del">
        <pc:chgData name="翟 锐" userId="fef11181f709266a" providerId="LiveId" clId="{10275908-82CB-4111-8AC1-0D131A21EACA}" dt="2020-08-12T13:17:33.204" v="737" actId="47"/>
        <pc:sldMkLst>
          <pc:docMk/>
          <pc:sldMk cId="3977796518" sldId="515"/>
        </pc:sldMkLst>
      </pc:sldChg>
      <pc:sldChg chg="modSp">
        <pc:chgData name="翟 锐" userId="fef11181f709266a" providerId="LiveId" clId="{10275908-82CB-4111-8AC1-0D131A21EACA}" dt="2020-08-12T13:20:31.852" v="781"/>
        <pc:sldMkLst>
          <pc:docMk/>
          <pc:sldMk cId="126446515" sldId="521"/>
        </pc:sldMkLst>
        <pc:spChg chg="mod">
          <ac:chgData name="翟 锐" userId="fef11181f709266a" providerId="LiveId" clId="{10275908-82CB-4111-8AC1-0D131A21EACA}" dt="2020-08-12T13:20:31.852" v="781"/>
          <ac:spMkLst>
            <pc:docMk/>
            <pc:sldMk cId="126446515" sldId="521"/>
            <ac:spMk id="2" creationId="{00000000-0000-0000-0000-000000000000}"/>
          </ac:spMkLst>
        </pc:spChg>
      </pc:sldChg>
      <pc:sldChg chg="del">
        <pc:chgData name="翟 锐" userId="fef11181f709266a" providerId="LiveId" clId="{10275908-82CB-4111-8AC1-0D131A21EACA}" dt="2020-08-12T13:18:02.889" v="742" actId="47"/>
        <pc:sldMkLst>
          <pc:docMk/>
          <pc:sldMk cId="2564856266" sldId="523"/>
        </pc:sldMkLst>
      </pc:sldChg>
      <pc:sldChg chg="del">
        <pc:chgData name="翟 锐" userId="fef11181f709266a" providerId="LiveId" clId="{10275908-82CB-4111-8AC1-0D131A21EACA}" dt="2020-08-12T13:17:33.204" v="737" actId="47"/>
        <pc:sldMkLst>
          <pc:docMk/>
          <pc:sldMk cId="3798856873" sldId="524"/>
        </pc:sldMkLst>
      </pc:sldChg>
      <pc:sldChg chg="del">
        <pc:chgData name="翟 锐" userId="fef11181f709266a" providerId="LiveId" clId="{10275908-82CB-4111-8AC1-0D131A21EACA}" dt="2020-08-12T13:17:33.204" v="737" actId="47"/>
        <pc:sldMkLst>
          <pc:docMk/>
          <pc:sldMk cId="1863681333" sldId="525"/>
        </pc:sldMkLst>
      </pc:sldChg>
      <pc:sldChg chg="del">
        <pc:chgData name="翟 锐" userId="fef11181f709266a" providerId="LiveId" clId="{10275908-82CB-4111-8AC1-0D131A21EACA}" dt="2020-08-12T13:17:33.204" v="737" actId="47"/>
        <pc:sldMkLst>
          <pc:docMk/>
          <pc:sldMk cId="213587464" sldId="526"/>
        </pc:sldMkLst>
      </pc:sldChg>
      <pc:sldChg chg="del">
        <pc:chgData name="翟 锐" userId="fef11181f709266a" providerId="LiveId" clId="{10275908-82CB-4111-8AC1-0D131A21EACA}" dt="2020-08-12T13:17:33.204" v="737" actId="47"/>
        <pc:sldMkLst>
          <pc:docMk/>
          <pc:sldMk cId="3377042063" sldId="527"/>
        </pc:sldMkLst>
      </pc:sldChg>
      <pc:sldChg chg="del">
        <pc:chgData name="翟 锐" userId="fef11181f709266a" providerId="LiveId" clId="{10275908-82CB-4111-8AC1-0D131A21EACA}" dt="2020-08-12T13:17:33.204" v="737" actId="47"/>
        <pc:sldMkLst>
          <pc:docMk/>
          <pc:sldMk cId="2247187880" sldId="528"/>
        </pc:sldMkLst>
      </pc:sldChg>
      <pc:sldChg chg="del">
        <pc:chgData name="翟 锐" userId="fef11181f709266a" providerId="LiveId" clId="{10275908-82CB-4111-8AC1-0D131A21EACA}" dt="2020-08-12T13:17:33.204" v="737" actId="47"/>
        <pc:sldMkLst>
          <pc:docMk/>
          <pc:sldMk cId="2327867712" sldId="529"/>
        </pc:sldMkLst>
      </pc:sldChg>
      <pc:sldChg chg="del">
        <pc:chgData name="翟 锐" userId="fef11181f709266a" providerId="LiveId" clId="{10275908-82CB-4111-8AC1-0D131A21EACA}" dt="2020-08-12T13:17:33.204" v="737" actId="47"/>
        <pc:sldMkLst>
          <pc:docMk/>
          <pc:sldMk cId="1634610131" sldId="531"/>
        </pc:sldMkLst>
      </pc:sldChg>
      <pc:sldChg chg="del">
        <pc:chgData name="翟 锐" userId="fef11181f709266a" providerId="LiveId" clId="{10275908-82CB-4111-8AC1-0D131A21EACA}" dt="2020-08-12T13:17:33.204" v="737" actId="47"/>
        <pc:sldMkLst>
          <pc:docMk/>
          <pc:sldMk cId="3864182188" sldId="533"/>
        </pc:sldMkLst>
      </pc:sldChg>
      <pc:sldChg chg="del">
        <pc:chgData name="翟 锐" userId="fef11181f709266a" providerId="LiveId" clId="{10275908-82CB-4111-8AC1-0D131A21EACA}" dt="2020-08-12T13:17:33.204" v="737" actId="47"/>
        <pc:sldMkLst>
          <pc:docMk/>
          <pc:sldMk cId="3907438085" sldId="534"/>
        </pc:sldMkLst>
      </pc:sldChg>
      <pc:sldChg chg="del">
        <pc:chgData name="翟 锐" userId="fef11181f709266a" providerId="LiveId" clId="{10275908-82CB-4111-8AC1-0D131A21EACA}" dt="2020-08-12T13:17:33.204" v="737" actId="47"/>
        <pc:sldMkLst>
          <pc:docMk/>
          <pc:sldMk cId="3785464556" sldId="535"/>
        </pc:sldMkLst>
      </pc:sldChg>
      <pc:sldChg chg="del">
        <pc:chgData name="翟 锐" userId="fef11181f709266a" providerId="LiveId" clId="{10275908-82CB-4111-8AC1-0D131A21EACA}" dt="2020-08-12T13:17:33.204" v="737" actId="47"/>
        <pc:sldMkLst>
          <pc:docMk/>
          <pc:sldMk cId="206735584" sldId="536"/>
        </pc:sldMkLst>
      </pc:sldChg>
      <pc:sldChg chg="del">
        <pc:chgData name="翟 锐" userId="fef11181f709266a" providerId="LiveId" clId="{10275908-82CB-4111-8AC1-0D131A21EACA}" dt="2020-08-12T13:17:33.204" v="737" actId="47"/>
        <pc:sldMkLst>
          <pc:docMk/>
          <pc:sldMk cId="2309830086" sldId="537"/>
        </pc:sldMkLst>
      </pc:sldChg>
      <pc:sldChg chg="del">
        <pc:chgData name="翟 锐" userId="fef11181f709266a" providerId="LiveId" clId="{10275908-82CB-4111-8AC1-0D131A21EACA}" dt="2020-08-12T13:17:33.204" v="737" actId="47"/>
        <pc:sldMkLst>
          <pc:docMk/>
          <pc:sldMk cId="876786150" sldId="538"/>
        </pc:sldMkLst>
      </pc:sldChg>
      <pc:sldChg chg="del">
        <pc:chgData name="翟 锐" userId="fef11181f709266a" providerId="LiveId" clId="{10275908-82CB-4111-8AC1-0D131A21EACA}" dt="2020-08-12T13:17:33.204" v="737" actId="47"/>
        <pc:sldMkLst>
          <pc:docMk/>
          <pc:sldMk cId="3866439698" sldId="540"/>
        </pc:sldMkLst>
      </pc:sldChg>
      <pc:sldChg chg="del">
        <pc:chgData name="翟 锐" userId="fef11181f709266a" providerId="LiveId" clId="{10275908-82CB-4111-8AC1-0D131A21EACA}" dt="2020-08-12T13:17:33.204" v="737" actId="47"/>
        <pc:sldMkLst>
          <pc:docMk/>
          <pc:sldMk cId="2187263885" sldId="541"/>
        </pc:sldMkLst>
      </pc:sldChg>
      <pc:sldChg chg="del">
        <pc:chgData name="翟 锐" userId="fef11181f709266a" providerId="LiveId" clId="{10275908-82CB-4111-8AC1-0D131A21EACA}" dt="2020-08-12T13:17:33.204" v="737" actId="47"/>
        <pc:sldMkLst>
          <pc:docMk/>
          <pc:sldMk cId="4268977075" sldId="542"/>
        </pc:sldMkLst>
      </pc:sldChg>
      <pc:sldChg chg="del">
        <pc:chgData name="翟 锐" userId="fef11181f709266a" providerId="LiveId" clId="{10275908-82CB-4111-8AC1-0D131A21EACA}" dt="2020-08-12T13:17:33.204" v="737" actId="47"/>
        <pc:sldMkLst>
          <pc:docMk/>
          <pc:sldMk cId="3066006978" sldId="543"/>
        </pc:sldMkLst>
      </pc:sldChg>
      <pc:sldChg chg="del">
        <pc:chgData name="翟 锐" userId="fef11181f709266a" providerId="LiveId" clId="{10275908-82CB-4111-8AC1-0D131A21EACA}" dt="2020-08-12T13:17:33.204" v="737" actId="47"/>
        <pc:sldMkLst>
          <pc:docMk/>
          <pc:sldMk cId="2121332260" sldId="544"/>
        </pc:sldMkLst>
      </pc:sldChg>
      <pc:sldChg chg="del">
        <pc:chgData name="翟 锐" userId="fef11181f709266a" providerId="LiveId" clId="{10275908-82CB-4111-8AC1-0D131A21EACA}" dt="2020-08-12T13:17:33.204" v="737" actId="47"/>
        <pc:sldMkLst>
          <pc:docMk/>
          <pc:sldMk cId="3001398310" sldId="545"/>
        </pc:sldMkLst>
      </pc:sldChg>
      <pc:sldChg chg="del">
        <pc:chgData name="翟 锐" userId="fef11181f709266a" providerId="LiveId" clId="{10275908-82CB-4111-8AC1-0D131A21EACA}" dt="2020-08-12T13:17:33.204" v="737" actId="47"/>
        <pc:sldMkLst>
          <pc:docMk/>
          <pc:sldMk cId="1302138740" sldId="546"/>
        </pc:sldMkLst>
      </pc:sldChg>
      <pc:sldChg chg="del">
        <pc:chgData name="翟 锐" userId="fef11181f709266a" providerId="LiveId" clId="{10275908-82CB-4111-8AC1-0D131A21EACA}" dt="2020-08-12T13:17:33.204" v="737" actId="47"/>
        <pc:sldMkLst>
          <pc:docMk/>
          <pc:sldMk cId="1402210149" sldId="547"/>
        </pc:sldMkLst>
      </pc:sldChg>
      <pc:sldChg chg="del">
        <pc:chgData name="翟 锐" userId="fef11181f709266a" providerId="LiveId" clId="{10275908-82CB-4111-8AC1-0D131A21EACA}" dt="2020-08-12T13:17:33.204" v="737" actId="47"/>
        <pc:sldMkLst>
          <pc:docMk/>
          <pc:sldMk cId="1131462340" sldId="548"/>
        </pc:sldMkLst>
      </pc:sldChg>
      <pc:sldChg chg="del">
        <pc:chgData name="翟 锐" userId="fef11181f709266a" providerId="LiveId" clId="{10275908-82CB-4111-8AC1-0D131A21EACA}" dt="2020-08-12T13:17:33.204" v="737" actId="47"/>
        <pc:sldMkLst>
          <pc:docMk/>
          <pc:sldMk cId="2698599430" sldId="551"/>
        </pc:sldMkLst>
      </pc:sldChg>
      <pc:sldChg chg="del">
        <pc:chgData name="翟 锐" userId="fef11181f709266a" providerId="LiveId" clId="{10275908-82CB-4111-8AC1-0D131A21EACA}" dt="2020-08-12T13:17:33.204" v="737" actId="47"/>
        <pc:sldMkLst>
          <pc:docMk/>
          <pc:sldMk cId="4057853856" sldId="552"/>
        </pc:sldMkLst>
      </pc:sldChg>
      <pc:sldChg chg="del">
        <pc:chgData name="翟 锐" userId="fef11181f709266a" providerId="LiveId" clId="{10275908-82CB-4111-8AC1-0D131A21EACA}" dt="2020-08-12T13:17:33.204" v="737" actId="47"/>
        <pc:sldMkLst>
          <pc:docMk/>
          <pc:sldMk cId="75201204" sldId="553"/>
        </pc:sldMkLst>
      </pc:sldChg>
      <pc:sldChg chg="del">
        <pc:chgData name="翟 锐" userId="fef11181f709266a" providerId="LiveId" clId="{10275908-82CB-4111-8AC1-0D131A21EACA}" dt="2020-08-12T13:17:33.204" v="737" actId="47"/>
        <pc:sldMkLst>
          <pc:docMk/>
          <pc:sldMk cId="2309812882" sldId="554"/>
        </pc:sldMkLst>
      </pc:sldChg>
      <pc:sldChg chg="del">
        <pc:chgData name="翟 锐" userId="fef11181f709266a" providerId="LiveId" clId="{10275908-82CB-4111-8AC1-0D131A21EACA}" dt="2020-08-12T13:17:33.204" v="737" actId="47"/>
        <pc:sldMkLst>
          <pc:docMk/>
          <pc:sldMk cId="3563826412" sldId="555"/>
        </pc:sldMkLst>
      </pc:sldChg>
      <pc:sldChg chg="addSp delSp modSp add mod">
        <pc:chgData name="翟 锐" userId="fef11181f709266a" providerId="LiveId" clId="{10275908-82CB-4111-8AC1-0D131A21EACA}" dt="2020-08-12T14:56:43.267" v="1123" actId="113"/>
        <pc:sldMkLst>
          <pc:docMk/>
          <pc:sldMk cId="2981006032" sldId="556"/>
        </pc:sldMkLst>
        <pc:spChg chg="add mod">
          <ac:chgData name="翟 锐" userId="fef11181f709266a" providerId="LiveId" clId="{10275908-82CB-4111-8AC1-0D131A21EACA}" dt="2020-08-12T14:56:43.267" v="1123" actId="113"/>
          <ac:spMkLst>
            <pc:docMk/>
            <pc:sldMk cId="2981006032" sldId="556"/>
            <ac:spMk id="2" creationId="{1A343DEC-CFF6-41F5-B87C-0DFC08C67B76}"/>
          </ac:spMkLst>
        </pc:spChg>
        <pc:spChg chg="add del mod">
          <ac:chgData name="翟 锐" userId="fef11181f709266a" providerId="LiveId" clId="{10275908-82CB-4111-8AC1-0D131A21EACA}" dt="2020-08-12T06:25:17.324" v="304" actId="478"/>
          <ac:spMkLst>
            <pc:docMk/>
            <pc:sldMk cId="2981006032" sldId="556"/>
            <ac:spMk id="7" creationId="{9F035EA1-160F-4A82-91BD-27E3C6150435}"/>
          </ac:spMkLst>
        </pc:spChg>
        <pc:spChg chg="mod">
          <ac:chgData name="翟 锐" userId="fef11181f709266a" providerId="LiveId" clId="{10275908-82CB-4111-8AC1-0D131A21EACA}" dt="2020-08-12T06:08:14.627" v="95"/>
          <ac:spMkLst>
            <pc:docMk/>
            <pc:sldMk cId="2981006032" sldId="556"/>
            <ac:spMk id="35" creationId="{00000000-0000-0000-0000-000000000000}"/>
          </ac:spMkLst>
        </pc:spChg>
        <pc:grpChg chg="del">
          <ac:chgData name="翟 锐" userId="fef11181f709266a" providerId="LiveId" clId="{10275908-82CB-4111-8AC1-0D131A21EACA}" dt="2020-08-12T06:08:29.270" v="96" actId="478"/>
          <ac:grpSpMkLst>
            <pc:docMk/>
            <pc:sldMk cId="2981006032" sldId="556"/>
            <ac:grpSpMk id="14" creationId="{558E8959-AC0F-4CE1-8976-5871DE6269FA}"/>
          </ac:grpSpMkLst>
        </pc:grpChg>
        <pc:cxnChg chg="mod">
          <ac:chgData name="翟 锐" userId="fef11181f709266a" providerId="LiveId" clId="{10275908-82CB-4111-8AC1-0D131A21EACA}" dt="2020-08-12T06:08:29.270" v="96" actId="478"/>
          <ac:cxnSpMkLst>
            <pc:docMk/>
            <pc:sldMk cId="2981006032" sldId="556"/>
            <ac:cxnSpMk id="18" creationId="{6E124403-DBE0-4CDF-86CA-0FC3AFD1DA30}"/>
          </ac:cxnSpMkLst>
        </pc:cxnChg>
        <pc:cxnChg chg="mod">
          <ac:chgData name="翟 锐" userId="fef11181f709266a" providerId="LiveId" clId="{10275908-82CB-4111-8AC1-0D131A21EACA}" dt="2020-08-12T06:08:29.270" v="96" actId="478"/>
          <ac:cxnSpMkLst>
            <pc:docMk/>
            <pc:sldMk cId="2981006032" sldId="556"/>
            <ac:cxnSpMk id="19" creationId="{27C8ADA0-7DFC-486A-BE74-AAD0C58753C9}"/>
          </ac:cxnSpMkLst>
        </pc:cxnChg>
        <pc:cxnChg chg="mod">
          <ac:chgData name="翟 锐" userId="fef11181f709266a" providerId="LiveId" clId="{10275908-82CB-4111-8AC1-0D131A21EACA}" dt="2020-08-12T06:08:29.270" v="96" actId="478"/>
          <ac:cxnSpMkLst>
            <pc:docMk/>
            <pc:sldMk cId="2981006032" sldId="556"/>
            <ac:cxnSpMk id="21" creationId="{F3B89A50-462D-43A6-919B-FD134E0EBD82}"/>
          </ac:cxnSpMkLst>
        </pc:cxnChg>
      </pc:sldChg>
      <pc:sldChg chg="add del">
        <pc:chgData name="翟 锐" userId="fef11181f709266a" providerId="LiveId" clId="{10275908-82CB-4111-8AC1-0D131A21EACA}" dt="2020-08-12T06:22:40.551" v="262" actId="47"/>
        <pc:sldMkLst>
          <pc:docMk/>
          <pc:sldMk cId="4218050269" sldId="557"/>
        </pc:sldMkLst>
      </pc:sldChg>
      <pc:sldChg chg="modSp add">
        <pc:chgData name="翟 锐" userId="fef11181f709266a" providerId="LiveId" clId="{10275908-82CB-4111-8AC1-0D131A21EACA}" dt="2020-08-12T06:22:32.373" v="261" actId="207"/>
        <pc:sldMkLst>
          <pc:docMk/>
          <pc:sldMk cId="4115886382" sldId="558"/>
        </pc:sldMkLst>
        <pc:spChg chg="mod">
          <ac:chgData name="翟 锐" userId="fef11181f709266a" providerId="LiveId" clId="{10275908-82CB-4111-8AC1-0D131A21EACA}" dt="2020-08-12T06:22:32.373" v="261" actId="207"/>
          <ac:spMkLst>
            <pc:docMk/>
            <pc:sldMk cId="4115886382" sldId="558"/>
            <ac:spMk id="15" creationId="{00000000-0000-0000-0000-000000000000}"/>
          </ac:spMkLst>
        </pc:spChg>
        <pc:spChg chg="mod">
          <ac:chgData name="翟 锐" userId="fef11181f709266a" providerId="LiveId" clId="{10275908-82CB-4111-8AC1-0D131A21EACA}" dt="2020-08-12T06:22:28.622" v="260" actId="108"/>
          <ac:spMkLst>
            <pc:docMk/>
            <pc:sldMk cId="4115886382" sldId="558"/>
            <ac:spMk id="16" creationId="{00000000-0000-0000-0000-000000000000}"/>
          </ac:spMkLst>
        </pc:spChg>
      </pc:sldChg>
      <pc:sldChg chg="modSp add">
        <pc:chgData name="翟 锐" userId="fef11181f709266a" providerId="LiveId" clId="{10275908-82CB-4111-8AC1-0D131A21EACA}" dt="2020-08-12T06:22:45.506" v="264" actId="207"/>
        <pc:sldMkLst>
          <pc:docMk/>
          <pc:sldMk cId="3827089109" sldId="559"/>
        </pc:sldMkLst>
        <pc:spChg chg="mod">
          <ac:chgData name="翟 锐" userId="fef11181f709266a" providerId="LiveId" clId="{10275908-82CB-4111-8AC1-0D131A21EACA}" dt="2020-08-12T06:22:45.506" v="264" actId="207"/>
          <ac:spMkLst>
            <pc:docMk/>
            <pc:sldMk cId="3827089109" sldId="559"/>
            <ac:spMk id="15" creationId="{00000000-0000-0000-0000-000000000000}"/>
          </ac:spMkLst>
        </pc:spChg>
      </pc:sldChg>
      <pc:sldChg chg="modSp add mod">
        <pc:chgData name="翟 锐" userId="fef11181f709266a" providerId="LiveId" clId="{10275908-82CB-4111-8AC1-0D131A21EACA}" dt="2020-08-12T14:33:49.032" v="931" actId="113"/>
        <pc:sldMkLst>
          <pc:docMk/>
          <pc:sldMk cId="40839046" sldId="560"/>
        </pc:sldMkLst>
        <pc:spChg chg="mod">
          <ac:chgData name="翟 锐" userId="fef11181f709266a" providerId="LiveId" clId="{10275908-82CB-4111-8AC1-0D131A21EACA}" dt="2020-08-12T14:33:49.032" v="931" actId="113"/>
          <ac:spMkLst>
            <pc:docMk/>
            <pc:sldMk cId="40839046" sldId="560"/>
            <ac:spMk id="2" creationId="{1A343DEC-CFF6-41F5-B87C-0DFC08C67B76}"/>
          </ac:spMkLst>
        </pc:spChg>
      </pc:sldChg>
      <pc:sldChg chg="modSp add">
        <pc:chgData name="翟 锐" userId="fef11181f709266a" providerId="LiveId" clId="{10275908-82CB-4111-8AC1-0D131A21EACA}" dt="2020-08-12T06:26:57.275" v="327" actId="108"/>
        <pc:sldMkLst>
          <pc:docMk/>
          <pc:sldMk cId="4092072796" sldId="561"/>
        </pc:sldMkLst>
        <pc:spChg chg="mod">
          <ac:chgData name="翟 锐" userId="fef11181f709266a" providerId="LiveId" clId="{10275908-82CB-4111-8AC1-0D131A21EACA}" dt="2020-08-12T06:26:57.275" v="327" actId="108"/>
          <ac:spMkLst>
            <pc:docMk/>
            <pc:sldMk cId="4092072796" sldId="561"/>
            <ac:spMk id="15" creationId="{00000000-0000-0000-0000-000000000000}"/>
          </ac:spMkLst>
        </pc:spChg>
        <pc:spChg chg="mod">
          <ac:chgData name="翟 锐" userId="fef11181f709266a" providerId="LiveId" clId="{10275908-82CB-4111-8AC1-0D131A21EACA}" dt="2020-08-12T06:26:53.345" v="324" actId="207"/>
          <ac:spMkLst>
            <pc:docMk/>
            <pc:sldMk cId="4092072796" sldId="561"/>
            <ac:spMk id="28" creationId="{00000000-0000-0000-0000-000000000000}"/>
          </ac:spMkLst>
        </pc:spChg>
      </pc:sldChg>
      <pc:sldChg chg="modSp add mod">
        <pc:chgData name="翟 锐" userId="fef11181f709266a" providerId="LiveId" clId="{10275908-82CB-4111-8AC1-0D131A21EACA}" dt="2020-08-12T13:23:25.987" v="806" actId="108"/>
        <pc:sldMkLst>
          <pc:docMk/>
          <pc:sldMk cId="634261918" sldId="562"/>
        </pc:sldMkLst>
        <pc:spChg chg="mod">
          <ac:chgData name="翟 锐" userId="fef11181f709266a" providerId="LiveId" clId="{10275908-82CB-4111-8AC1-0D131A21EACA}" dt="2020-08-12T13:23:25.987" v="806" actId="108"/>
          <ac:spMkLst>
            <pc:docMk/>
            <pc:sldMk cId="634261918" sldId="562"/>
            <ac:spMk id="2" creationId="{1A343DEC-CFF6-41F5-B87C-0DFC08C67B76}"/>
          </ac:spMkLst>
        </pc:spChg>
        <pc:spChg chg="mod">
          <ac:chgData name="翟 锐" userId="fef11181f709266a" providerId="LiveId" clId="{10275908-82CB-4111-8AC1-0D131A21EACA}" dt="2020-08-12T13:20:03.570" v="772"/>
          <ac:spMkLst>
            <pc:docMk/>
            <pc:sldMk cId="634261918" sldId="562"/>
            <ac:spMk id="35" creationId="{00000000-0000-0000-0000-000000000000}"/>
          </ac:spMkLst>
        </pc:spChg>
      </pc:sldChg>
      <pc:sldChg chg="modSp add mod">
        <pc:chgData name="翟 锐" userId="fef11181f709266a" providerId="LiveId" clId="{10275908-82CB-4111-8AC1-0D131A21EACA}" dt="2020-08-12T13:23:34.933" v="809" actId="108"/>
        <pc:sldMkLst>
          <pc:docMk/>
          <pc:sldMk cId="3051887953" sldId="563"/>
        </pc:sldMkLst>
        <pc:spChg chg="mod">
          <ac:chgData name="翟 锐" userId="fef11181f709266a" providerId="LiveId" clId="{10275908-82CB-4111-8AC1-0D131A21EACA}" dt="2020-08-12T13:23:34.933" v="809" actId="108"/>
          <ac:spMkLst>
            <pc:docMk/>
            <pc:sldMk cId="3051887953" sldId="563"/>
            <ac:spMk id="2" creationId="{1A343DEC-CFF6-41F5-B87C-0DFC08C67B76}"/>
          </ac:spMkLst>
        </pc:spChg>
        <pc:spChg chg="mod">
          <ac:chgData name="翟 锐" userId="fef11181f709266a" providerId="LiveId" clId="{10275908-82CB-4111-8AC1-0D131A21EACA}" dt="2020-08-12T13:09:57.455" v="526"/>
          <ac:spMkLst>
            <pc:docMk/>
            <pc:sldMk cId="3051887953" sldId="563"/>
            <ac:spMk id="35" creationId="{00000000-0000-0000-0000-000000000000}"/>
          </ac:spMkLst>
        </pc:spChg>
      </pc:sldChg>
      <pc:sldChg chg="modSp add mod">
        <pc:chgData name="翟 锐" userId="fef11181f709266a" providerId="LiveId" clId="{10275908-82CB-4111-8AC1-0D131A21EACA}" dt="2020-08-12T13:23:37.609" v="810" actId="108"/>
        <pc:sldMkLst>
          <pc:docMk/>
          <pc:sldMk cId="3404202409" sldId="564"/>
        </pc:sldMkLst>
        <pc:spChg chg="mod">
          <ac:chgData name="翟 锐" userId="fef11181f709266a" providerId="LiveId" clId="{10275908-82CB-4111-8AC1-0D131A21EACA}" dt="2020-08-12T13:23:37.609" v="810" actId="108"/>
          <ac:spMkLst>
            <pc:docMk/>
            <pc:sldMk cId="3404202409" sldId="564"/>
            <ac:spMk id="2" creationId="{1A343DEC-CFF6-41F5-B87C-0DFC08C67B76}"/>
          </ac:spMkLst>
        </pc:spChg>
        <pc:spChg chg="mod">
          <ac:chgData name="翟 锐" userId="fef11181f709266a" providerId="LiveId" clId="{10275908-82CB-4111-8AC1-0D131A21EACA}" dt="2020-08-12T13:12:12.711" v="569"/>
          <ac:spMkLst>
            <pc:docMk/>
            <pc:sldMk cId="3404202409" sldId="564"/>
            <ac:spMk id="35" creationId="{00000000-0000-0000-0000-000000000000}"/>
          </ac:spMkLst>
        </pc:spChg>
      </pc:sldChg>
      <pc:sldChg chg="addSp modSp add mod">
        <pc:chgData name="翟 锐" userId="fef11181f709266a" providerId="LiveId" clId="{10275908-82CB-4111-8AC1-0D131A21EACA}" dt="2020-08-12T13:26:27.095" v="837" actId="1076"/>
        <pc:sldMkLst>
          <pc:docMk/>
          <pc:sldMk cId="146979102" sldId="565"/>
        </pc:sldMkLst>
        <pc:spChg chg="mod">
          <ac:chgData name="翟 锐" userId="fef11181f709266a" providerId="LiveId" clId="{10275908-82CB-4111-8AC1-0D131A21EACA}" dt="2020-08-12T13:23:40.180" v="811" actId="108"/>
          <ac:spMkLst>
            <pc:docMk/>
            <pc:sldMk cId="146979102" sldId="565"/>
            <ac:spMk id="2" creationId="{1A343DEC-CFF6-41F5-B87C-0DFC08C67B76}"/>
          </ac:spMkLst>
        </pc:spChg>
        <pc:spChg chg="mod">
          <ac:chgData name="翟 锐" userId="fef11181f709266a" providerId="LiveId" clId="{10275908-82CB-4111-8AC1-0D131A21EACA}" dt="2020-08-12T13:12:24.793" v="606"/>
          <ac:spMkLst>
            <pc:docMk/>
            <pc:sldMk cId="146979102" sldId="565"/>
            <ac:spMk id="35" creationId="{00000000-0000-0000-0000-000000000000}"/>
          </ac:spMkLst>
        </pc:spChg>
        <pc:picChg chg="add mod">
          <ac:chgData name="翟 锐" userId="fef11181f709266a" providerId="LiveId" clId="{10275908-82CB-4111-8AC1-0D131A21EACA}" dt="2020-08-12T13:26:27.095" v="837" actId="1076"/>
          <ac:picMkLst>
            <pc:docMk/>
            <pc:sldMk cId="146979102" sldId="565"/>
            <ac:picMk id="6" creationId="{CEC16A83-D065-4F47-95B4-63FF26FFD825}"/>
          </ac:picMkLst>
        </pc:picChg>
      </pc:sldChg>
      <pc:sldChg chg="modSp add mod">
        <pc:chgData name="翟 锐" userId="fef11181f709266a" providerId="LiveId" clId="{10275908-82CB-4111-8AC1-0D131A21EACA}" dt="2020-08-12T15:48:18.221" v="1398"/>
        <pc:sldMkLst>
          <pc:docMk/>
          <pc:sldMk cId="727514361" sldId="566"/>
        </pc:sldMkLst>
        <pc:spChg chg="mod">
          <ac:chgData name="翟 锐" userId="fef11181f709266a" providerId="LiveId" clId="{10275908-82CB-4111-8AC1-0D131A21EACA}" dt="2020-08-12T13:21:40.888" v="786"/>
          <ac:spMkLst>
            <pc:docMk/>
            <pc:sldMk cId="727514361" sldId="566"/>
            <ac:spMk id="2" creationId="{1A343DEC-CFF6-41F5-B87C-0DFC08C67B76}"/>
          </ac:spMkLst>
        </pc:spChg>
        <pc:spChg chg="mod">
          <ac:chgData name="翟 锐" userId="fef11181f709266a" providerId="LiveId" clId="{10275908-82CB-4111-8AC1-0D131A21EACA}" dt="2020-08-12T15:48:18.221" v="1398"/>
          <ac:spMkLst>
            <pc:docMk/>
            <pc:sldMk cId="727514361" sldId="566"/>
            <ac:spMk id="35" creationId="{00000000-0000-0000-0000-000000000000}"/>
          </ac:spMkLst>
        </pc:spChg>
      </pc:sldChg>
      <pc:sldChg chg="new del">
        <pc:chgData name="翟 锐" userId="fef11181f709266a" providerId="LiveId" clId="{10275908-82CB-4111-8AC1-0D131A21EACA}" dt="2020-08-12T09:25:26.776" v="365" actId="680"/>
        <pc:sldMkLst>
          <pc:docMk/>
          <pc:sldMk cId="206580416" sldId="567"/>
        </pc:sldMkLst>
      </pc:sldChg>
      <pc:sldChg chg="modSp add mod">
        <pc:chgData name="翟 锐" userId="fef11181f709266a" providerId="LiveId" clId="{10275908-82CB-4111-8AC1-0D131A21EACA}" dt="2020-08-12T15:48:52.353" v="1403" actId="113"/>
        <pc:sldMkLst>
          <pc:docMk/>
          <pc:sldMk cId="2335307117" sldId="567"/>
        </pc:sldMkLst>
        <pc:spChg chg="mod">
          <ac:chgData name="翟 锐" userId="fef11181f709266a" providerId="LiveId" clId="{10275908-82CB-4111-8AC1-0D131A21EACA}" dt="2020-08-12T15:48:52.353" v="1403" actId="113"/>
          <ac:spMkLst>
            <pc:docMk/>
            <pc:sldMk cId="2335307117" sldId="567"/>
            <ac:spMk id="2" creationId="{1A343DEC-CFF6-41F5-B87C-0DFC08C67B76}"/>
          </ac:spMkLst>
        </pc:spChg>
        <pc:spChg chg="mod">
          <ac:chgData name="翟 锐" userId="fef11181f709266a" providerId="LiveId" clId="{10275908-82CB-4111-8AC1-0D131A21EACA}" dt="2020-08-12T15:47:47.013" v="1385"/>
          <ac:spMkLst>
            <pc:docMk/>
            <pc:sldMk cId="2335307117" sldId="567"/>
            <ac:spMk id="35" creationId="{00000000-0000-0000-0000-000000000000}"/>
          </ac:spMkLst>
        </pc:spChg>
      </pc:sldChg>
      <pc:sldChg chg="new del">
        <pc:chgData name="翟 锐" userId="fef11181f709266a" providerId="LiveId" clId="{10275908-82CB-4111-8AC1-0D131A21EACA}" dt="2020-08-12T13:08:46.051" v="515" actId="680"/>
        <pc:sldMkLst>
          <pc:docMk/>
          <pc:sldMk cId="1028485626" sldId="568"/>
        </pc:sldMkLst>
      </pc:sldChg>
      <pc:sldChg chg="modSp add mod">
        <pc:chgData name="翟 锐" userId="fef11181f709266a" providerId="LiveId" clId="{10275908-82CB-4111-8AC1-0D131A21EACA}" dt="2020-08-12T13:23:28.973" v="807" actId="108"/>
        <pc:sldMkLst>
          <pc:docMk/>
          <pc:sldMk cId="1385814803" sldId="568"/>
        </pc:sldMkLst>
        <pc:spChg chg="mod">
          <ac:chgData name="翟 锐" userId="fef11181f709266a" providerId="LiveId" clId="{10275908-82CB-4111-8AC1-0D131A21EACA}" dt="2020-08-12T13:23:28.973" v="807" actId="108"/>
          <ac:spMkLst>
            <pc:docMk/>
            <pc:sldMk cId="1385814803" sldId="568"/>
            <ac:spMk id="2" creationId="{1A343DEC-CFF6-41F5-B87C-0DFC08C67B76}"/>
          </ac:spMkLst>
        </pc:spChg>
        <pc:spChg chg="mod">
          <ac:chgData name="翟 锐" userId="fef11181f709266a" providerId="LiveId" clId="{10275908-82CB-4111-8AC1-0D131A21EACA}" dt="2020-08-12T13:20:06.898" v="779"/>
          <ac:spMkLst>
            <pc:docMk/>
            <pc:sldMk cId="1385814803" sldId="568"/>
            <ac:spMk id="35" creationId="{00000000-0000-0000-0000-000000000000}"/>
          </ac:spMkLst>
        </pc:spChg>
      </pc:sldChg>
      <pc:sldChg chg="new del">
        <pc:chgData name="翟 锐" userId="fef11181f709266a" providerId="LiveId" clId="{10275908-82CB-4111-8AC1-0D131A21EACA}" dt="2020-08-12T09:26:24.738" v="374" actId="47"/>
        <pc:sldMkLst>
          <pc:docMk/>
          <pc:sldMk cId="4225585888" sldId="568"/>
        </pc:sldMkLst>
      </pc:sldChg>
      <pc:sldChg chg="new del">
        <pc:chgData name="翟 锐" userId="fef11181f709266a" providerId="LiveId" clId="{10275908-82CB-4111-8AC1-0D131A21EACA}" dt="2020-08-12T13:10:37.629" v="546" actId="680"/>
        <pc:sldMkLst>
          <pc:docMk/>
          <pc:sldMk cId="3123875024" sldId="569"/>
        </pc:sldMkLst>
      </pc:sldChg>
      <pc:sldChg chg="addSp modSp add mod">
        <pc:chgData name="翟 锐" userId="fef11181f709266a" providerId="LiveId" clId="{10275908-82CB-4111-8AC1-0D131A21EACA}" dt="2020-08-12T13:26:31.047" v="838" actId="1076"/>
        <pc:sldMkLst>
          <pc:docMk/>
          <pc:sldMk cId="4047933167" sldId="569"/>
        </pc:sldMkLst>
        <pc:spChg chg="mod">
          <ac:chgData name="翟 锐" userId="fef11181f709266a" providerId="LiveId" clId="{10275908-82CB-4111-8AC1-0D131A21EACA}" dt="2020-08-12T13:23:43.951" v="813" actId="108"/>
          <ac:spMkLst>
            <pc:docMk/>
            <pc:sldMk cId="4047933167" sldId="569"/>
            <ac:spMk id="2" creationId="{1A343DEC-CFF6-41F5-B87C-0DFC08C67B76}"/>
          </ac:spMkLst>
        </pc:spChg>
        <pc:spChg chg="mod">
          <ac:chgData name="翟 锐" userId="fef11181f709266a" providerId="LiveId" clId="{10275908-82CB-4111-8AC1-0D131A21EACA}" dt="2020-08-12T13:20:17.924" v="780"/>
          <ac:spMkLst>
            <pc:docMk/>
            <pc:sldMk cId="4047933167" sldId="569"/>
            <ac:spMk id="35" creationId="{00000000-0000-0000-0000-000000000000}"/>
          </ac:spMkLst>
        </pc:spChg>
        <pc:picChg chg="add mod">
          <ac:chgData name="翟 锐" userId="fef11181f709266a" providerId="LiveId" clId="{10275908-82CB-4111-8AC1-0D131A21EACA}" dt="2020-08-12T13:26:31.047" v="838" actId="1076"/>
          <ac:picMkLst>
            <pc:docMk/>
            <pc:sldMk cId="4047933167" sldId="569"/>
            <ac:picMk id="6" creationId="{1E7935DF-D7B7-4F76-A56E-2E87D67F1A2D}"/>
          </ac:picMkLst>
        </pc:picChg>
      </pc:sldChg>
      <pc:sldChg chg="modSp add mod modAnim">
        <pc:chgData name="翟 锐" userId="fef11181f709266a" providerId="LiveId" clId="{10275908-82CB-4111-8AC1-0D131A21EACA}" dt="2020-08-12T13:23:46.658" v="815" actId="108"/>
        <pc:sldMkLst>
          <pc:docMk/>
          <pc:sldMk cId="1248462053" sldId="570"/>
        </pc:sldMkLst>
        <pc:spChg chg="mod">
          <ac:chgData name="翟 锐" userId="fef11181f709266a" providerId="LiveId" clId="{10275908-82CB-4111-8AC1-0D131A21EACA}" dt="2020-08-12T13:23:46.658" v="815" actId="108"/>
          <ac:spMkLst>
            <pc:docMk/>
            <pc:sldMk cId="1248462053" sldId="570"/>
            <ac:spMk id="2" creationId="{1A343DEC-CFF6-41F5-B87C-0DFC08C67B76}"/>
          </ac:spMkLst>
        </pc:spChg>
        <pc:spChg chg="mod">
          <ac:chgData name="翟 锐" userId="fef11181f709266a" providerId="LiveId" clId="{10275908-82CB-4111-8AC1-0D131A21EACA}" dt="2020-08-12T13:15:26.146" v="686"/>
          <ac:spMkLst>
            <pc:docMk/>
            <pc:sldMk cId="1248462053" sldId="570"/>
            <ac:spMk id="35" creationId="{00000000-0000-0000-0000-000000000000}"/>
          </ac:spMkLst>
        </pc:spChg>
      </pc:sldChg>
      <pc:sldChg chg="addSp delSp modSp add mod ord">
        <pc:chgData name="翟 锐" userId="fef11181f709266a" providerId="LiveId" clId="{10275908-82CB-4111-8AC1-0D131A21EACA}" dt="2020-08-12T15:21:22.179" v="1188" actId="1076"/>
        <pc:sldMkLst>
          <pc:docMk/>
          <pc:sldMk cId="3203680886" sldId="571"/>
        </pc:sldMkLst>
        <pc:spChg chg="del mod">
          <ac:chgData name="翟 锐" userId="fef11181f709266a" providerId="LiveId" clId="{10275908-82CB-4111-8AC1-0D131A21EACA}" dt="2020-08-12T15:16:21.748" v="1186" actId="478"/>
          <ac:spMkLst>
            <pc:docMk/>
            <pc:sldMk cId="3203680886" sldId="571"/>
            <ac:spMk id="2" creationId="{1A343DEC-CFF6-41F5-B87C-0DFC08C67B76}"/>
          </ac:spMkLst>
        </pc:spChg>
        <pc:spChg chg="add del">
          <ac:chgData name="翟 锐" userId="fef11181f709266a" providerId="LiveId" clId="{10275908-82CB-4111-8AC1-0D131A21EACA}" dt="2020-08-12T13:16:51.485" v="726" actId="22"/>
          <ac:spMkLst>
            <pc:docMk/>
            <pc:sldMk cId="3203680886" sldId="571"/>
            <ac:spMk id="7" creationId="{650577CC-8995-4C04-8910-0B2C3B8AB1A2}"/>
          </ac:spMkLst>
        </pc:spChg>
        <pc:spChg chg="mod">
          <ac:chgData name="翟 锐" userId="fef11181f709266a" providerId="LiveId" clId="{10275908-82CB-4111-8AC1-0D131A21EACA}" dt="2020-08-12T13:16:12.838" v="710"/>
          <ac:spMkLst>
            <pc:docMk/>
            <pc:sldMk cId="3203680886" sldId="571"/>
            <ac:spMk id="35" creationId="{00000000-0000-0000-0000-000000000000}"/>
          </ac:spMkLst>
        </pc:spChg>
        <pc:picChg chg="add mod">
          <ac:chgData name="翟 锐" userId="fef11181f709266a" providerId="LiveId" clId="{10275908-82CB-4111-8AC1-0D131A21EACA}" dt="2020-08-12T15:21:22.179" v="1188" actId="1076"/>
          <ac:picMkLst>
            <pc:docMk/>
            <pc:sldMk cId="3203680886" sldId="571"/>
            <ac:picMk id="4" creationId="{05F69294-5C7E-47CA-AF72-F2B1779893E8}"/>
          </ac:picMkLst>
        </pc:picChg>
      </pc:sldChg>
      <pc:sldChg chg="new del">
        <pc:chgData name="翟 锐" userId="fef11181f709266a" providerId="LiveId" clId="{10275908-82CB-4111-8AC1-0D131A21EACA}" dt="2020-08-12T13:15:12.001" v="679" actId="47"/>
        <pc:sldMkLst>
          <pc:docMk/>
          <pc:sldMk cId="529314934" sldId="572"/>
        </pc:sldMkLst>
      </pc:sldChg>
      <pc:sldChg chg="modSp add mod">
        <pc:chgData name="翟 锐" userId="fef11181f709266a" providerId="LiveId" clId="{10275908-82CB-4111-8AC1-0D131A21EACA}" dt="2020-08-12T13:23:56.407" v="817" actId="108"/>
        <pc:sldMkLst>
          <pc:docMk/>
          <pc:sldMk cId="1120019373" sldId="572"/>
        </pc:sldMkLst>
        <pc:spChg chg="mod">
          <ac:chgData name="翟 锐" userId="fef11181f709266a" providerId="LiveId" clId="{10275908-82CB-4111-8AC1-0D131A21EACA}" dt="2020-08-12T13:23:56.407" v="817" actId="108"/>
          <ac:spMkLst>
            <pc:docMk/>
            <pc:sldMk cId="1120019373" sldId="572"/>
            <ac:spMk id="2" creationId="{1A343DEC-CFF6-41F5-B87C-0DFC08C67B76}"/>
          </ac:spMkLst>
        </pc:spChg>
      </pc:sldChg>
      <pc:sldChg chg="new del">
        <pc:chgData name="翟 锐" userId="fef11181f709266a" providerId="LiveId" clId="{10275908-82CB-4111-8AC1-0D131A21EACA}" dt="2020-08-12T13:13:44.315" v="656" actId="47"/>
        <pc:sldMkLst>
          <pc:docMk/>
          <pc:sldMk cId="3920800367" sldId="572"/>
        </pc:sldMkLst>
      </pc:sldChg>
      <pc:sldChg chg="modSp add mod">
        <pc:chgData name="翟 锐" userId="fef11181f709266a" providerId="LiveId" clId="{10275908-82CB-4111-8AC1-0D131A21EACA}" dt="2020-08-12T13:24:05.823" v="821" actId="108"/>
        <pc:sldMkLst>
          <pc:docMk/>
          <pc:sldMk cId="757202342" sldId="573"/>
        </pc:sldMkLst>
        <pc:spChg chg="mod">
          <ac:chgData name="翟 锐" userId="fef11181f709266a" providerId="LiveId" clId="{10275908-82CB-4111-8AC1-0D131A21EACA}" dt="2020-08-12T13:24:05.823" v="821" actId="108"/>
          <ac:spMkLst>
            <pc:docMk/>
            <pc:sldMk cId="757202342" sldId="573"/>
            <ac:spMk id="2" creationId="{1A343DEC-CFF6-41F5-B87C-0DFC08C67B76}"/>
          </ac:spMkLst>
        </pc:spChg>
        <pc:spChg chg="mod">
          <ac:chgData name="翟 锐" userId="fef11181f709266a" providerId="LiveId" clId="{10275908-82CB-4111-8AC1-0D131A21EACA}" dt="2020-08-12T13:17:11.800" v="735"/>
          <ac:spMkLst>
            <pc:docMk/>
            <pc:sldMk cId="757202342" sldId="573"/>
            <ac:spMk id="35" creationId="{00000000-0000-0000-0000-000000000000}"/>
          </ac:spMkLst>
        </pc:spChg>
      </pc:sldChg>
      <pc:sldChg chg="modSp add mod">
        <pc:chgData name="翟 锐" userId="fef11181f709266a" providerId="LiveId" clId="{10275908-82CB-4111-8AC1-0D131A21EACA}" dt="2020-08-12T13:26:02.039" v="836" actId="20577"/>
        <pc:sldMkLst>
          <pc:docMk/>
          <pc:sldMk cId="3813965798" sldId="574"/>
        </pc:sldMkLst>
        <pc:spChg chg="mod">
          <ac:chgData name="翟 锐" userId="fef11181f709266a" providerId="LiveId" clId="{10275908-82CB-4111-8AC1-0D131A21EACA}" dt="2020-08-12T13:26:02.039" v="836" actId="20577"/>
          <ac:spMkLst>
            <pc:docMk/>
            <pc:sldMk cId="3813965798" sldId="574"/>
            <ac:spMk id="2" creationId="{1A343DEC-CFF6-41F5-B87C-0DFC08C67B76}"/>
          </ac:spMkLst>
        </pc:spChg>
      </pc:sldChg>
      <pc:sldChg chg="modSp add mod">
        <pc:chgData name="翟 锐" userId="fef11181f709266a" providerId="LiveId" clId="{10275908-82CB-4111-8AC1-0D131A21EACA}" dt="2020-08-12T13:24:11.183" v="823" actId="108"/>
        <pc:sldMkLst>
          <pc:docMk/>
          <pc:sldMk cId="2437343248" sldId="575"/>
        </pc:sldMkLst>
        <pc:spChg chg="mod">
          <ac:chgData name="翟 锐" userId="fef11181f709266a" providerId="LiveId" clId="{10275908-82CB-4111-8AC1-0D131A21EACA}" dt="2020-08-12T13:24:11.183" v="823" actId="108"/>
          <ac:spMkLst>
            <pc:docMk/>
            <pc:sldMk cId="2437343248" sldId="575"/>
            <ac:spMk id="2" creationId="{1A343DEC-CFF6-41F5-B87C-0DFC08C67B76}"/>
          </ac:spMkLst>
        </pc:spChg>
      </pc:sldChg>
      <pc:sldChg chg="modSp add mod">
        <pc:chgData name="翟 锐" userId="fef11181f709266a" providerId="LiveId" clId="{10275908-82CB-4111-8AC1-0D131A21EACA}" dt="2020-08-12T13:24:13.747" v="824" actId="108"/>
        <pc:sldMkLst>
          <pc:docMk/>
          <pc:sldMk cId="2216433463" sldId="576"/>
        </pc:sldMkLst>
        <pc:spChg chg="mod">
          <ac:chgData name="翟 锐" userId="fef11181f709266a" providerId="LiveId" clId="{10275908-82CB-4111-8AC1-0D131A21EACA}" dt="2020-08-12T13:24:13.747" v="824" actId="108"/>
          <ac:spMkLst>
            <pc:docMk/>
            <pc:sldMk cId="2216433463" sldId="576"/>
            <ac:spMk id="2" creationId="{1A343DEC-CFF6-41F5-B87C-0DFC08C67B76}"/>
          </ac:spMkLst>
        </pc:spChg>
      </pc:sldChg>
      <pc:sldChg chg="modSp add mod">
        <pc:chgData name="翟 锐" userId="fef11181f709266a" providerId="LiveId" clId="{10275908-82CB-4111-8AC1-0D131A21EACA}" dt="2020-08-12T13:24:16.404" v="825" actId="108"/>
        <pc:sldMkLst>
          <pc:docMk/>
          <pc:sldMk cId="1412906642" sldId="577"/>
        </pc:sldMkLst>
        <pc:spChg chg="mod">
          <ac:chgData name="翟 锐" userId="fef11181f709266a" providerId="LiveId" clId="{10275908-82CB-4111-8AC1-0D131A21EACA}" dt="2020-08-12T13:24:16.404" v="825" actId="108"/>
          <ac:spMkLst>
            <pc:docMk/>
            <pc:sldMk cId="1412906642" sldId="577"/>
            <ac:spMk id="2" creationId="{1A343DEC-CFF6-41F5-B87C-0DFC08C67B76}"/>
          </ac:spMkLst>
        </pc:spChg>
      </pc:sldChg>
      <pc:sldChg chg="modSp add mod">
        <pc:chgData name="翟 锐" userId="fef11181f709266a" providerId="LiveId" clId="{10275908-82CB-4111-8AC1-0D131A21EACA}" dt="2020-08-12T13:24:19.098" v="827" actId="108"/>
        <pc:sldMkLst>
          <pc:docMk/>
          <pc:sldMk cId="1727444032" sldId="578"/>
        </pc:sldMkLst>
        <pc:spChg chg="mod">
          <ac:chgData name="翟 锐" userId="fef11181f709266a" providerId="LiveId" clId="{10275908-82CB-4111-8AC1-0D131A21EACA}" dt="2020-08-12T13:24:19.098" v="827" actId="108"/>
          <ac:spMkLst>
            <pc:docMk/>
            <pc:sldMk cId="1727444032" sldId="578"/>
            <ac:spMk id="2" creationId="{1A343DEC-CFF6-41F5-B87C-0DFC08C67B76}"/>
          </ac:spMkLst>
        </pc:spChg>
      </pc:sldChg>
      <pc:sldChg chg="modSp add del mod">
        <pc:chgData name="翟 锐" userId="fef11181f709266a" providerId="LiveId" clId="{10275908-82CB-4111-8AC1-0D131A21EACA}" dt="2020-08-12T13:24:27.632" v="829" actId="47"/>
        <pc:sldMkLst>
          <pc:docMk/>
          <pc:sldMk cId="1814820390" sldId="579"/>
        </pc:sldMkLst>
        <pc:spChg chg="mod">
          <ac:chgData name="翟 锐" userId="fef11181f709266a" providerId="LiveId" clId="{10275908-82CB-4111-8AC1-0D131A21EACA}" dt="2020-08-12T13:24:21.713" v="828" actId="108"/>
          <ac:spMkLst>
            <pc:docMk/>
            <pc:sldMk cId="1814820390" sldId="579"/>
            <ac:spMk id="2" creationId="{1A343DEC-CFF6-41F5-B87C-0DFC08C67B76}"/>
          </ac:spMkLst>
        </pc:spChg>
      </pc:sldChg>
      <pc:sldChg chg="modSp add mod">
        <pc:chgData name="翟 锐" userId="fef11181f709266a" providerId="LiveId" clId="{10275908-82CB-4111-8AC1-0D131A21EACA}" dt="2020-08-12T13:25:58.553" v="833" actId="6549"/>
        <pc:sldMkLst>
          <pc:docMk/>
          <pc:sldMk cId="3171092185" sldId="579"/>
        </pc:sldMkLst>
        <pc:spChg chg="mod">
          <ac:chgData name="翟 锐" userId="fef11181f709266a" providerId="LiveId" clId="{10275908-82CB-4111-8AC1-0D131A21EACA}" dt="2020-08-12T13:25:58.553" v="833" actId="6549"/>
          <ac:spMkLst>
            <pc:docMk/>
            <pc:sldMk cId="3171092185" sldId="579"/>
            <ac:spMk id="2" creationId="{1A343DEC-CFF6-41F5-B87C-0DFC08C67B76}"/>
          </ac:spMkLst>
        </pc:spChg>
      </pc:sldChg>
      <pc:sldChg chg="modSp add mod">
        <pc:chgData name="翟 锐" userId="fef11181f709266a" providerId="LiveId" clId="{10275908-82CB-4111-8AC1-0D131A21EACA}" dt="2020-08-12T13:26:51.088" v="840" actId="6549"/>
        <pc:sldMkLst>
          <pc:docMk/>
          <pc:sldMk cId="779357039" sldId="580"/>
        </pc:sldMkLst>
        <pc:spChg chg="mod">
          <ac:chgData name="翟 锐" userId="fef11181f709266a" providerId="LiveId" clId="{10275908-82CB-4111-8AC1-0D131A21EACA}" dt="2020-08-12T13:26:51.088" v="840" actId="6549"/>
          <ac:spMkLst>
            <pc:docMk/>
            <pc:sldMk cId="779357039" sldId="580"/>
            <ac:spMk id="2" creationId="{1A343DEC-CFF6-41F5-B87C-0DFC08C67B76}"/>
          </ac:spMkLst>
        </pc:spChg>
      </pc:sldChg>
      <pc:sldChg chg="new del">
        <pc:chgData name="翟 锐" userId="fef11181f709266a" providerId="LiveId" clId="{10275908-82CB-4111-8AC1-0D131A21EACA}" dt="2020-08-12T13:22:43.997" v="796" actId="680"/>
        <pc:sldMkLst>
          <pc:docMk/>
          <pc:sldMk cId="1005647335" sldId="580"/>
        </pc:sldMkLst>
      </pc:sldChg>
      <pc:sldChg chg="modSp add del mod">
        <pc:chgData name="翟 锐" userId="fef11181f709266a" providerId="LiveId" clId="{10275908-82CB-4111-8AC1-0D131A21EACA}" dt="2020-08-12T13:23:01.211" v="801" actId="47"/>
        <pc:sldMkLst>
          <pc:docMk/>
          <pc:sldMk cId="4144684125" sldId="580"/>
        </pc:sldMkLst>
        <pc:spChg chg="mod">
          <ac:chgData name="翟 锐" userId="fef11181f709266a" providerId="LiveId" clId="{10275908-82CB-4111-8AC1-0D131A21EACA}" dt="2020-08-12T13:22:55.585" v="800"/>
          <ac:spMkLst>
            <pc:docMk/>
            <pc:sldMk cId="4144684125" sldId="580"/>
            <ac:spMk id="2" creationId="{1A343DEC-CFF6-41F5-B87C-0DFC08C67B76}"/>
          </ac:spMkLst>
        </pc:spChg>
      </pc:sldChg>
      <pc:sldChg chg="add del">
        <pc:chgData name="翟 锐" userId="fef11181f709266a" providerId="LiveId" clId="{10275908-82CB-4111-8AC1-0D131A21EACA}" dt="2020-08-12T15:48:37.966" v="1399" actId="47"/>
        <pc:sldMkLst>
          <pc:docMk/>
          <pc:sldMk cId="3998745401" sldId="581"/>
        </pc:sldMkLst>
      </pc:sldChg>
      <pc:sldChg chg="modSp add mod modAnim">
        <pc:chgData name="翟 锐" userId="fef11181f709266a" providerId="LiveId" clId="{10275908-82CB-4111-8AC1-0D131A21EACA}" dt="2020-08-12T13:38:44.833" v="889" actId="6549"/>
        <pc:sldMkLst>
          <pc:docMk/>
          <pc:sldMk cId="261589731" sldId="582"/>
        </pc:sldMkLst>
        <pc:spChg chg="mod">
          <ac:chgData name="翟 锐" userId="fef11181f709266a" providerId="LiveId" clId="{10275908-82CB-4111-8AC1-0D131A21EACA}" dt="2020-08-12T13:38:44.833" v="889" actId="6549"/>
          <ac:spMkLst>
            <pc:docMk/>
            <pc:sldMk cId="261589731" sldId="582"/>
            <ac:spMk id="2" creationId="{1A343DEC-CFF6-41F5-B87C-0DFC08C67B76}"/>
          </ac:spMkLst>
        </pc:spChg>
        <pc:spChg chg="mod">
          <ac:chgData name="翟 锐" userId="fef11181f709266a" providerId="LiveId" clId="{10275908-82CB-4111-8AC1-0D131A21EACA}" dt="2020-08-12T13:38:25.440" v="883"/>
          <ac:spMkLst>
            <pc:docMk/>
            <pc:sldMk cId="261589731" sldId="582"/>
            <ac:spMk id="35" creationId="{00000000-0000-0000-0000-000000000000}"/>
          </ac:spMkLst>
        </pc:spChg>
      </pc:sldChg>
      <pc:sldChg chg="modSp add mod ord">
        <pc:chgData name="翟 锐" userId="fef11181f709266a" providerId="LiveId" clId="{10275908-82CB-4111-8AC1-0D131A21EACA}" dt="2020-08-12T13:44:32.437" v="918"/>
        <pc:sldMkLst>
          <pc:docMk/>
          <pc:sldMk cId="1594480700" sldId="583"/>
        </pc:sldMkLst>
        <pc:spChg chg="mod">
          <ac:chgData name="翟 锐" userId="fef11181f709266a" providerId="LiveId" clId="{10275908-82CB-4111-8AC1-0D131A21EACA}" dt="2020-08-12T13:44:32.437" v="918"/>
          <ac:spMkLst>
            <pc:docMk/>
            <pc:sldMk cId="1594480700" sldId="583"/>
            <ac:spMk id="2" creationId="{1A343DEC-CFF6-41F5-B87C-0DFC08C67B76}"/>
          </ac:spMkLst>
        </pc:spChg>
      </pc:sldChg>
      <pc:sldChg chg="modSp add mod">
        <pc:chgData name="翟 锐" userId="fef11181f709266a" providerId="LiveId" clId="{10275908-82CB-4111-8AC1-0D131A21EACA}" dt="2020-08-12T13:39:06.006" v="900" actId="6549"/>
        <pc:sldMkLst>
          <pc:docMk/>
          <pc:sldMk cId="3771257398" sldId="584"/>
        </pc:sldMkLst>
        <pc:spChg chg="mod">
          <ac:chgData name="翟 锐" userId="fef11181f709266a" providerId="LiveId" clId="{10275908-82CB-4111-8AC1-0D131A21EACA}" dt="2020-08-12T13:39:06.006" v="900" actId="6549"/>
          <ac:spMkLst>
            <pc:docMk/>
            <pc:sldMk cId="3771257398" sldId="584"/>
            <ac:spMk id="2" creationId="{1A343DEC-CFF6-41F5-B87C-0DFC08C67B76}"/>
          </ac:spMkLst>
        </pc:spChg>
      </pc:sldChg>
      <pc:sldChg chg="modSp add mod">
        <pc:chgData name="翟 锐" userId="fef11181f709266a" providerId="LiveId" clId="{10275908-82CB-4111-8AC1-0D131A21EACA}" dt="2020-08-12T13:39:29.293" v="906" actId="6549"/>
        <pc:sldMkLst>
          <pc:docMk/>
          <pc:sldMk cId="2817423939" sldId="585"/>
        </pc:sldMkLst>
        <pc:spChg chg="mod">
          <ac:chgData name="翟 锐" userId="fef11181f709266a" providerId="LiveId" clId="{10275908-82CB-4111-8AC1-0D131A21EACA}" dt="2020-08-12T13:39:29.293" v="906" actId="6549"/>
          <ac:spMkLst>
            <pc:docMk/>
            <pc:sldMk cId="2817423939" sldId="585"/>
            <ac:spMk id="2" creationId="{1A343DEC-CFF6-41F5-B87C-0DFC08C67B76}"/>
          </ac:spMkLst>
        </pc:spChg>
      </pc:sldChg>
      <pc:sldChg chg="modSp add mod">
        <pc:chgData name="翟 锐" userId="fef11181f709266a" providerId="LiveId" clId="{10275908-82CB-4111-8AC1-0D131A21EACA}" dt="2020-08-12T13:54:26.979" v="921" actId="20577"/>
        <pc:sldMkLst>
          <pc:docMk/>
          <pc:sldMk cId="2748688468" sldId="586"/>
        </pc:sldMkLst>
        <pc:spChg chg="mod">
          <ac:chgData name="翟 锐" userId="fef11181f709266a" providerId="LiveId" clId="{10275908-82CB-4111-8AC1-0D131A21EACA}" dt="2020-08-12T13:54:26.979" v="921" actId="20577"/>
          <ac:spMkLst>
            <pc:docMk/>
            <pc:sldMk cId="2748688468" sldId="586"/>
            <ac:spMk id="2" creationId="{1A343DEC-CFF6-41F5-B87C-0DFC08C67B76}"/>
          </ac:spMkLst>
        </pc:spChg>
      </pc:sldChg>
      <pc:sldChg chg="addSp delSp modSp add mod ord">
        <pc:chgData name="翟 锐" userId="fef11181f709266a" providerId="LiveId" clId="{10275908-82CB-4111-8AC1-0D131A21EACA}" dt="2020-08-12T14:46:41.545" v="1053" actId="478"/>
        <pc:sldMkLst>
          <pc:docMk/>
          <pc:sldMk cId="4205128277" sldId="587"/>
        </pc:sldMkLst>
        <pc:spChg chg="del mod">
          <ac:chgData name="翟 锐" userId="fef11181f709266a" providerId="LiveId" clId="{10275908-82CB-4111-8AC1-0D131A21EACA}" dt="2020-08-12T14:46:41.545" v="1053" actId="478"/>
          <ac:spMkLst>
            <pc:docMk/>
            <pc:sldMk cId="4205128277" sldId="587"/>
            <ac:spMk id="2" creationId="{1A343DEC-CFF6-41F5-B87C-0DFC08C67B76}"/>
          </ac:spMkLst>
        </pc:spChg>
        <pc:spChg chg="mod">
          <ac:chgData name="翟 锐" userId="fef11181f709266a" providerId="LiveId" clId="{10275908-82CB-4111-8AC1-0D131A21EACA}" dt="2020-08-12T14:46:39.104" v="1052" actId="1076"/>
          <ac:spMkLst>
            <pc:docMk/>
            <pc:sldMk cId="4205128277" sldId="587"/>
            <ac:spMk id="7" creationId="{597CF2EA-6107-4614-9E4B-ACE3BC6CC88B}"/>
          </ac:spMkLst>
        </pc:spChg>
        <pc:spChg chg="mod">
          <ac:chgData name="翟 锐" userId="fef11181f709266a" providerId="LiveId" clId="{10275908-82CB-4111-8AC1-0D131A21EACA}" dt="2020-08-12T14:46:39.104" v="1052" actId="1076"/>
          <ac:spMkLst>
            <pc:docMk/>
            <pc:sldMk cId="4205128277" sldId="587"/>
            <ac:spMk id="8" creationId="{15B5E778-DAA3-42DA-98B6-22D45ABA6166}"/>
          </ac:spMkLst>
        </pc:spChg>
        <pc:spChg chg="mod">
          <ac:chgData name="翟 锐" userId="fef11181f709266a" providerId="LiveId" clId="{10275908-82CB-4111-8AC1-0D131A21EACA}" dt="2020-08-12T14:46:39.104" v="1052" actId="1076"/>
          <ac:spMkLst>
            <pc:docMk/>
            <pc:sldMk cId="4205128277" sldId="587"/>
            <ac:spMk id="9" creationId="{8D64E96D-99CF-47D3-97B9-E94B5F75903F}"/>
          </ac:spMkLst>
        </pc:spChg>
        <pc:spChg chg="mod">
          <ac:chgData name="翟 锐" userId="fef11181f709266a" providerId="LiveId" clId="{10275908-82CB-4111-8AC1-0D131A21EACA}" dt="2020-08-12T14:46:39.104" v="1052" actId="1076"/>
          <ac:spMkLst>
            <pc:docMk/>
            <pc:sldMk cId="4205128277" sldId="587"/>
            <ac:spMk id="10" creationId="{921FF024-4EAB-47F1-BA30-7E07871A7D3D}"/>
          </ac:spMkLst>
        </pc:spChg>
        <pc:spChg chg="mod">
          <ac:chgData name="翟 锐" userId="fef11181f709266a" providerId="LiveId" clId="{10275908-82CB-4111-8AC1-0D131A21EACA}" dt="2020-08-12T14:46:39.104" v="1052" actId="1076"/>
          <ac:spMkLst>
            <pc:docMk/>
            <pc:sldMk cId="4205128277" sldId="587"/>
            <ac:spMk id="11" creationId="{469B5221-9077-41E2-9252-ADD287A0FA65}"/>
          </ac:spMkLst>
        </pc:spChg>
        <pc:spChg chg="mod">
          <ac:chgData name="翟 锐" userId="fef11181f709266a" providerId="LiveId" clId="{10275908-82CB-4111-8AC1-0D131A21EACA}" dt="2020-08-12T14:46:39.104" v="1052" actId="1076"/>
          <ac:spMkLst>
            <pc:docMk/>
            <pc:sldMk cId="4205128277" sldId="587"/>
            <ac:spMk id="12" creationId="{DA555BD8-1229-4F09-822A-F1C60D45E012}"/>
          </ac:spMkLst>
        </pc:spChg>
        <pc:spChg chg="mod">
          <ac:chgData name="翟 锐" userId="fef11181f709266a" providerId="LiveId" clId="{10275908-82CB-4111-8AC1-0D131A21EACA}" dt="2020-08-12T14:46:39.104" v="1052" actId="1076"/>
          <ac:spMkLst>
            <pc:docMk/>
            <pc:sldMk cId="4205128277" sldId="587"/>
            <ac:spMk id="13" creationId="{02C6022A-1118-4D78-9322-666C740AECD8}"/>
          </ac:spMkLst>
        </pc:spChg>
        <pc:spChg chg="mod">
          <ac:chgData name="翟 锐" userId="fef11181f709266a" providerId="LiveId" clId="{10275908-82CB-4111-8AC1-0D131A21EACA}" dt="2020-08-12T14:46:39.104" v="1052" actId="1076"/>
          <ac:spMkLst>
            <pc:docMk/>
            <pc:sldMk cId="4205128277" sldId="587"/>
            <ac:spMk id="14" creationId="{4DE51BE7-210E-4A38-A8BD-A87B427B6117}"/>
          </ac:spMkLst>
        </pc:spChg>
        <pc:spChg chg="mod">
          <ac:chgData name="翟 锐" userId="fef11181f709266a" providerId="LiveId" clId="{10275908-82CB-4111-8AC1-0D131A21EACA}" dt="2020-08-12T14:46:39.104" v="1052" actId="1076"/>
          <ac:spMkLst>
            <pc:docMk/>
            <pc:sldMk cId="4205128277" sldId="587"/>
            <ac:spMk id="15" creationId="{7732155B-B5FA-4AD0-A95C-54475B636C55}"/>
          </ac:spMkLst>
        </pc:spChg>
        <pc:spChg chg="mod">
          <ac:chgData name="翟 锐" userId="fef11181f709266a" providerId="LiveId" clId="{10275908-82CB-4111-8AC1-0D131A21EACA}" dt="2020-08-12T14:46:39.104" v="1052" actId="1076"/>
          <ac:spMkLst>
            <pc:docMk/>
            <pc:sldMk cId="4205128277" sldId="587"/>
            <ac:spMk id="16" creationId="{75CEAEC6-A42E-4232-8CDE-5AB6A978C82E}"/>
          </ac:spMkLst>
        </pc:spChg>
        <pc:spChg chg="mod">
          <ac:chgData name="翟 锐" userId="fef11181f709266a" providerId="LiveId" clId="{10275908-82CB-4111-8AC1-0D131A21EACA}" dt="2020-08-12T14:46:39.104" v="1052" actId="1076"/>
          <ac:spMkLst>
            <pc:docMk/>
            <pc:sldMk cId="4205128277" sldId="587"/>
            <ac:spMk id="17" creationId="{FFF18E4F-0997-4AAF-A193-41619F8C5642}"/>
          </ac:spMkLst>
        </pc:spChg>
        <pc:spChg chg="mod">
          <ac:chgData name="翟 锐" userId="fef11181f709266a" providerId="LiveId" clId="{10275908-82CB-4111-8AC1-0D131A21EACA}" dt="2020-08-12T14:46:39.104" v="1052" actId="1076"/>
          <ac:spMkLst>
            <pc:docMk/>
            <pc:sldMk cId="4205128277" sldId="587"/>
            <ac:spMk id="18" creationId="{C08FB381-FA3F-4642-862F-531D79DBFFEE}"/>
          </ac:spMkLst>
        </pc:spChg>
        <pc:spChg chg="mod">
          <ac:chgData name="翟 锐" userId="fef11181f709266a" providerId="LiveId" clId="{10275908-82CB-4111-8AC1-0D131A21EACA}" dt="2020-08-12T14:46:39.104" v="1052" actId="1076"/>
          <ac:spMkLst>
            <pc:docMk/>
            <pc:sldMk cId="4205128277" sldId="587"/>
            <ac:spMk id="19" creationId="{09848156-EA8C-4FB2-BB36-BF8B7C6B4B8D}"/>
          </ac:spMkLst>
        </pc:spChg>
        <pc:spChg chg="mod">
          <ac:chgData name="翟 锐" userId="fef11181f709266a" providerId="LiveId" clId="{10275908-82CB-4111-8AC1-0D131A21EACA}" dt="2020-08-12T14:46:39.104" v="1052" actId="1076"/>
          <ac:spMkLst>
            <pc:docMk/>
            <pc:sldMk cId="4205128277" sldId="587"/>
            <ac:spMk id="20" creationId="{DB60C12E-AEFA-4064-8194-BB28837D8010}"/>
          </ac:spMkLst>
        </pc:spChg>
        <pc:spChg chg="mod">
          <ac:chgData name="翟 锐" userId="fef11181f709266a" providerId="LiveId" clId="{10275908-82CB-4111-8AC1-0D131A21EACA}" dt="2020-08-12T14:46:39.104" v="1052" actId="1076"/>
          <ac:spMkLst>
            <pc:docMk/>
            <pc:sldMk cId="4205128277" sldId="587"/>
            <ac:spMk id="21" creationId="{156CEF87-177C-49E5-A799-0A0D76AB0AFB}"/>
          </ac:spMkLst>
        </pc:spChg>
        <pc:spChg chg="mod">
          <ac:chgData name="翟 锐" userId="fef11181f709266a" providerId="LiveId" clId="{10275908-82CB-4111-8AC1-0D131A21EACA}" dt="2020-08-12T14:46:39.104" v="1052" actId="1076"/>
          <ac:spMkLst>
            <pc:docMk/>
            <pc:sldMk cId="4205128277" sldId="587"/>
            <ac:spMk id="22" creationId="{A96023E6-7491-4671-8C1B-A6A791F19FE4}"/>
          </ac:spMkLst>
        </pc:spChg>
        <pc:spChg chg="mod">
          <ac:chgData name="翟 锐" userId="fef11181f709266a" providerId="LiveId" clId="{10275908-82CB-4111-8AC1-0D131A21EACA}" dt="2020-08-12T14:46:39.104" v="1052" actId="1076"/>
          <ac:spMkLst>
            <pc:docMk/>
            <pc:sldMk cId="4205128277" sldId="587"/>
            <ac:spMk id="23" creationId="{2227A6C4-65EF-4587-82C5-C3744250026A}"/>
          </ac:spMkLst>
        </pc:spChg>
        <pc:spChg chg="mod">
          <ac:chgData name="翟 锐" userId="fef11181f709266a" providerId="LiveId" clId="{10275908-82CB-4111-8AC1-0D131A21EACA}" dt="2020-08-12T14:46:39.104" v="1052" actId="1076"/>
          <ac:spMkLst>
            <pc:docMk/>
            <pc:sldMk cId="4205128277" sldId="587"/>
            <ac:spMk id="24" creationId="{122FD740-6573-46FE-9814-DDB4945B9D16}"/>
          </ac:spMkLst>
        </pc:spChg>
        <pc:spChg chg="mod">
          <ac:chgData name="翟 锐" userId="fef11181f709266a" providerId="LiveId" clId="{10275908-82CB-4111-8AC1-0D131A21EACA}" dt="2020-08-12T14:46:39.104" v="1052" actId="1076"/>
          <ac:spMkLst>
            <pc:docMk/>
            <pc:sldMk cId="4205128277" sldId="587"/>
            <ac:spMk id="25" creationId="{92EE7037-A02A-4398-9CF7-DF0475BD5051}"/>
          </ac:spMkLst>
        </pc:spChg>
        <pc:spChg chg="mod">
          <ac:chgData name="翟 锐" userId="fef11181f709266a" providerId="LiveId" clId="{10275908-82CB-4111-8AC1-0D131A21EACA}" dt="2020-08-12T14:46:39.104" v="1052" actId="1076"/>
          <ac:spMkLst>
            <pc:docMk/>
            <pc:sldMk cId="4205128277" sldId="587"/>
            <ac:spMk id="26" creationId="{648F5717-3FF8-477F-AEBC-34E5B56E19F1}"/>
          </ac:spMkLst>
        </pc:spChg>
        <pc:spChg chg="mod">
          <ac:chgData name="翟 锐" userId="fef11181f709266a" providerId="LiveId" clId="{10275908-82CB-4111-8AC1-0D131A21EACA}" dt="2020-08-12T14:46:39.104" v="1052" actId="1076"/>
          <ac:spMkLst>
            <pc:docMk/>
            <pc:sldMk cId="4205128277" sldId="587"/>
            <ac:spMk id="27" creationId="{DABD5237-D265-4CC3-8EDC-005D6588CADF}"/>
          </ac:spMkLst>
        </pc:spChg>
        <pc:spChg chg="mod">
          <ac:chgData name="翟 锐" userId="fef11181f709266a" providerId="LiveId" clId="{10275908-82CB-4111-8AC1-0D131A21EACA}" dt="2020-08-12T14:46:39.104" v="1052" actId="1076"/>
          <ac:spMkLst>
            <pc:docMk/>
            <pc:sldMk cId="4205128277" sldId="587"/>
            <ac:spMk id="28" creationId="{7E8214CC-6533-41A6-A699-6925ADCBAA0C}"/>
          </ac:spMkLst>
        </pc:spChg>
        <pc:spChg chg="mod">
          <ac:chgData name="翟 锐" userId="fef11181f709266a" providerId="LiveId" clId="{10275908-82CB-4111-8AC1-0D131A21EACA}" dt="2020-08-12T14:46:39.104" v="1052" actId="1076"/>
          <ac:spMkLst>
            <pc:docMk/>
            <pc:sldMk cId="4205128277" sldId="587"/>
            <ac:spMk id="29" creationId="{BEB36144-A3A7-4D9A-9B27-309C64B07E9D}"/>
          </ac:spMkLst>
        </pc:spChg>
        <pc:spChg chg="mod">
          <ac:chgData name="翟 锐" userId="fef11181f709266a" providerId="LiveId" clId="{10275908-82CB-4111-8AC1-0D131A21EACA}" dt="2020-08-12T14:46:39.104" v="1052" actId="1076"/>
          <ac:spMkLst>
            <pc:docMk/>
            <pc:sldMk cId="4205128277" sldId="587"/>
            <ac:spMk id="30" creationId="{D8CAF723-50DE-42CB-AB1E-1E55EB86A1B0}"/>
          </ac:spMkLst>
        </pc:spChg>
        <pc:grpChg chg="add mod">
          <ac:chgData name="翟 锐" userId="fef11181f709266a" providerId="LiveId" clId="{10275908-82CB-4111-8AC1-0D131A21EACA}" dt="2020-08-12T14:46:39.104" v="1052" actId="1076"/>
          <ac:grpSpMkLst>
            <pc:docMk/>
            <pc:sldMk cId="4205128277" sldId="587"/>
            <ac:grpSpMk id="6" creationId="{93414399-1B14-432D-ADA5-036933386850}"/>
          </ac:grpSpMkLst>
        </pc:grpChg>
      </pc:sldChg>
      <pc:sldChg chg="delSp modSp add mod modAnim">
        <pc:chgData name="翟 锐" userId="fef11181f709266a" providerId="LiveId" clId="{10275908-82CB-4111-8AC1-0D131A21EACA}" dt="2020-08-12T14:47:17.386" v="1062"/>
        <pc:sldMkLst>
          <pc:docMk/>
          <pc:sldMk cId="850308225" sldId="588"/>
        </pc:sldMkLst>
        <pc:spChg chg="mod">
          <ac:chgData name="翟 锐" userId="fef11181f709266a" providerId="LiveId" clId="{10275908-82CB-4111-8AC1-0D131A21EACA}" dt="2020-08-12T14:47:14.513" v="1059" actId="21"/>
          <ac:spMkLst>
            <pc:docMk/>
            <pc:sldMk cId="850308225" sldId="588"/>
            <ac:spMk id="2" creationId="{1A343DEC-CFF6-41F5-B87C-0DFC08C67B76}"/>
          </ac:spMkLst>
        </pc:spChg>
        <pc:spChg chg="mod">
          <ac:chgData name="翟 锐" userId="fef11181f709266a" providerId="LiveId" clId="{10275908-82CB-4111-8AC1-0D131A21EACA}" dt="2020-08-12T14:47:17.386" v="1062"/>
          <ac:spMkLst>
            <pc:docMk/>
            <pc:sldMk cId="850308225" sldId="588"/>
            <ac:spMk id="35" creationId="{00000000-0000-0000-0000-000000000000}"/>
          </ac:spMkLst>
        </pc:spChg>
        <pc:grpChg chg="del">
          <ac:chgData name="翟 锐" userId="fef11181f709266a" providerId="LiveId" clId="{10275908-82CB-4111-8AC1-0D131A21EACA}" dt="2020-08-12T14:37:32.973" v="945" actId="478"/>
          <ac:grpSpMkLst>
            <pc:docMk/>
            <pc:sldMk cId="850308225" sldId="588"/>
            <ac:grpSpMk id="6" creationId="{93414399-1B14-432D-ADA5-036933386850}"/>
          </ac:grpSpMkLst>
        </pc:grpChg>
      </pc:sldChg>
      <pc:sldChg chg="delSp modSp add mod">
        <pc:chgData name="翟 锐" userId="fef11181f709266a" providerId="LiveId" clId="{10275908-82CB-4111-8AC1-0D131A21EACA}" dt="2020-08-12T14:48:10.613" v="1067"/>
        <pc:sldMkLst>
          <pc:docMk/>
          <pc:sldMk cId="1817544442" sldId="589"/>
        </pc:sldMkLst>
        <pc:spChg chg="mod">
          <ac:chgData name="翟 锐" userId="fef11181f709266a" providerId="LiveId" clId="{10275908-82CB-4111-8AC1-0D131A21EACA}" dt="2020-08-12T14:40:50.864" v="955" actId="6549"/>
          <ac:spMkLst>
            <pc:docMk/>
            <pc:sldMk cId="1817544442" sldId="589"/>
            <ac:spMk id="2" creationId="{1A343DEC-CFF6-41F5-B87C-0DFC08C67B76}"/>
          </ac:spMkLst>
        </pc:spChg>
        <pc:spChg chg="mod">
          <ac:chgData name="翟 锐" userId="fef11181f709266a" providerId="LiveId" clId="{10275908-82CB-4111-8AC1-0D131A21EACA}" dt="2020-08-12T14:48:10.613" v="1067"/>
          <ac:spMkLst>
            <pc:docMk/>
            <pc:sldMk cId="1817544442" sldId="589"/>
            <ac:spMk id="35" creationId="{00000000-0000-0000-0000-000000000000}"/>
          </ac:spMkLst>
        </pc:spChg>
        <pc:grpChg chg="del">
          <ac:chgData name="翟 锐" userId="fef11181f709266a" providerId="LiveId" clId="{10275908-82CB-4111-8AC1-0D131A21EACA}" dt="2020-08-12T14:40:41.365" v="949" actId="478"/>
          <ac:grpSpMkLst>
            <pc:docMk/>
            <pc:sldMk cId="1817544442" sldId="589"/>
            <ac:grpSpMk id="6" creationId="{93414399-1B14-432D-ADA5-036933386850}"/>
          </ac:grpSpMkLst>
        </pc:grpChg>
      </pc:sldChg>
      <pc:sldChg chg="delSp modSp add mod">
        <pc:chgData name="翟 锐" userId="fef11181f709266a" providerId="LiveId" clId="{10275908-82CB-4111-8AC1-0D131A21EACA}" dt="2020-08-12T14:48:34.182" v="1074" actId="6549"/>
        <pc:sldMkLst>
          <pc:docMk/>
          <pc:sldMk cId="685558447" sldId="590"/>
        </pc:sldMkLst>
        <pc:spChg chg="mod">
          <ac:chgData name="翟 锐" userId="fef11181f709266a" providerId="LiveId" clId="{10275908-82CB-4111-8AC1-0D131A21EACA}" dt="2020-08-12T14:48:34.182" v="1074" actId="6549"/>
          <ac:spMkLst>
            <pc:docMk/>
            <pc:sldMk cId="685558447" sldId="590"/>
            <ac:spMk id="2" creationId="{1A343DEC-CFF6-41F5-B87C-0DFC08C67B76}"/>
          </ac:spMkLst>
        </pc:spChg>
        <pc:spChg chg="mod">
          <ac:chgData name="翟 锐" userId="fef11181f709266a" providerId="LiveId" clId="{10275908-82CB-4111-8AC1-0D131A21EACA}" dt="2020-08-12T14:48:15.003" v="1070"/>
          <ac:spMkLst>
            <pc:docMk/>
            <pc:sldMk cId="685558447" sldId="590"/>
            <ac:spMk id="35" creationId="{00000000-0000-0000-0000-000000000000}"/>
          </ac:spMkLst>
        </pc:spChg>
        <pc:grpChg chg="del">
          <ac:chgData name="翟 锐" userId="fef11181f709266a" providerId="LiveId" clId="{10275908-82CB-4111-8AC1-0D131A21EACA}" dt="2020-08-12T14:41:01.187" v="956" actId="478"/>
          <ac:grpSpMkLst>
            <pc:docMk/>
            <pc:sldMk cId="685558447" sldId="590"/>
            <ac:grpSpMk id="6" creationId="{93414399-1B14-432D-ADA5-036933386850}"/>
          </ac:grpSpMkLst>
        </pc:grpChg>
      </pc:sldChg>
      <pc:sldChg chg="modSp add">
        <pc:chgData name="翟 锐" userId="fef11181f709266a" providerId="LiveId" clId="{10275908-82CB-4111-8AC1-0D131A21EACA}" dt="2020-08-12T14:44:21.979" v="1007" actId="20577"/>
        <pc:sldMkLst>
          <pc:docMk/>
          <pc:sldMk cId="1241660107" sldId="591"/>
        </pc:sldMkLst>
        <pc:spChg chg="mod">
          <ac:chgData name="翟 锐" userId="fef11181f709266a" providerId="LiveId" clId="{10275908-82CB-4111-8AC1-0D131A21EACA}" dt="2020-08-12T14:44:21.979" v="1007" actId="20577"/>
          <ac:spMkLst>
            <pc:docMk/>
            <pc:sldMk cId="1241660107" sldId="591"/>
            <ac:spMk id="2" creationId="{00000000-0000-0000-0000-000000000000}"/>
          </ac:spMkLst>
        </pc:spChg>
      </pc:sldChg>
      <pc:sldChg chg="delSp modSp add mod">
        <pc:chgData name="翟 锐" userId="fef11181f709266a" providerId="LiveId" clId="{10275908-82CB-4111-8AC1-0D131A21EACA}" dt="2020-08-12T14:45:04.414" v="1019" actId="20577"/>
        <pc:sldMkLst>
          <pc:docMk/>
          <pc:sldMk cId="661421327" sldId="592"/>
        </pc:sldMkLst>
        <pc:spChg chg="mod">
          <ac:chgData name="翟 锐" userId="fef11181f709266a" providerId="LiveId" clId="{10275908-82CB-4111-8AC1-0D131A21EACA}" dt="2020-08-12T14:45:04.414" v="1019" actId="20577"/>
          <ac:spMkLst>
            <pc:docMk/>
            <pc:sldMk cId="661421327" sldId="592"/>
            <ac:spMk id="2" creationId="{1A343DEC-CFF6-41F5-B87C-0DFC08C67B76}"/>
          </ac:spMkLst>
        </pc:spChg>
        <pc:grpChg chg="del">
          <ac:chgData name="翟 锐" userId="fef11181f709266a" providerId="LiveId" clId="{10275908-82CB-4111-8AC1-0D131A21EACA}" dt="2020-08-12T14:44:46.863" v="1009" actId="478"/>
          <ac:grpSpMkLst>
            <pc:docMk/>
            <pc:sldMk cId="661421327" sldId="592"/>
            <ac:grpSpMk id="6" creationId="{93414399-1B14-432D-ADA5-036933386850}"/>
          </ac:grpSpMkLst>
        </pc:grpChg>
      </pc:sldChg>
      <pc:sldChg chg="modSp add mod ord">
        <pc:chgData name="翟 锐" userId="fef11181f709266a" providerId="LiveId" clId="{10275908-82CB-4111-8AC1-0D131A21EACA}" dt="2020-08-12T14:46:25.439" v="1051" actId="6549"/>
        <pc:sldMkLst>
          <pc:docMk/>
          <pc:sldMk cId="2843123516" sldId="593"/>
        </pc:sldMkLst>
        <pc:spChg chg="mod">
          <ac:chgData name="翟 锐" userId="fef11181f709266a" providerId="LiveId" clId="{10275908-82CB-4111-8AC1-0D131A21EACA}" dt="2020-08-12T14:46:25.439" v="1051" actId="6549"/>
          <ac:spMkLst>
            <pc:docMk/>
            <pc:sldMk cId="2843123516" sldId="593"/>
            <ac:spMk id="2" creationId="{1A343DEC-CFF6-41F5-B87C-0DFC08C67B76}"/>
          </ac:spMkLst>
        </pc:spChg>
      </pc:sldChg>
      <pc:sldChg chg="modSp add mod modAnim">
        <pc:chgData name="翟 锐" userId="fef11181f709266a" providerId="LiveId" clId="{10275908-82CB-4111-8AC1-0D131A21EACA}" dt="2020-08-12T14:49:52.462" v="1095"/>
        <pc:sldMkLst>
          <pc:docMk/>
          <pc:sldMk cId="3055817303" sldId="594"/>
        </pc:sldMkLst>
        <pc:spChg chg="mod">
          <ac:chgData name="翟 锐" userId="fef11181f709266a" providerId="LiveId" clId="{10275908-82CB-4111-8AC1-0D131A21EACA}" dt="2020-08-12T14:49:44.859" v="1086" actId="21"/>
          <ac:spMkLst>
            <pc:docMk/>
            <pc:sldMk cId="3055817303" sldId="594"/>
            <ac:spMk id="2" creationId="{1A343DEC-CFF6-41F5-B87C-0DFC08C67B76}"/>
          </ac:spMkLst>
        </pc:spChg>
        <pc:spChg chg="mod">
          <ac:chgData name="翟 锐" userId="fef11181f709266a" providerId="LiveId" clId="{10275908-82CB-4111-8AC1-0D131A21EACA}" dt="2020-08-12T14:49:52.462" v="1095"/>
          <ac:spMkLst>
            <pc:docMk/>
            <pc:sldMk cId="3055817303" sldId="594"/>
            <ac:spMk id="35" creationId="{00000000-0000-0000-0000-000000000000}"/>
          </ac:spMkLst>
        </pc:spChg>
      </pc:sldChg>
      <pc:sldChg chg="addSp modSp add modAnim modNotesTx">
        <pc:chgData name="翟 锐" userId="fef11181f709266a" providerId="LiveId" clId="{10275908-82CB-4111-8AC1-0D131A21EACA}" dt="2020-08-12T14:49:15.058" v="1080"/>
        <pc:sldMkLst>
          <pc:docMk/>
          <pc:sldMk cId="363145086" sldId="595"/>
        </pc:sldMkLst>
        <pc:picChg chg="add mod">
          <ac:chgData name="翟 锐" userId="fef11181f709266a" providerId="LiveId" clId="{10275908-82CB-4111-8AC1-0D131A21EACA}" dt="2020-08-12T14:49:05.825" v="1079" actId="14100"/>
          <ac:picMkLst>
            <pc:docMk/>
            <pc:sldMk cId="363145086" sldId="595"/>
            <ac:picMk id="6" creationId="{1FC625FB-239C-49EE-A6E2-6C263647896F}"/>
          </ac:picMkLst>
        </pc:picChg>
      </pc:sldChg>
      <pc:sldChg chg="add">
        <pc:chgData name="翟 锐" userId="fef11181f709266a" providerId="LiveId" clId="{10275908-82CB-4111-8AC1-0D131A21EACA}" dt="2020-08-12T14:44:53.033" v="1013"/>
        <pc:sldMkLst>
          <pc:docMk/>
          <pc:sldMk cId="3722139504" sldId="596"/>
        </pc:sldMkLst>
      </pc:sldChg>
      <pc:sldChg chg="modSp add">
        <pc:chgData name="翟 锐" userId="fef11181f709266a" providerId="LiveId" clId="{10275908-82CB-4111-8AC1-0D131A21EACA}" dt="2020-08-12T14:53:03.622" v="1097" actId="20577"/>
        <pc:sldMkLst>
          <pc:docMk/>
          <pc:sldMk cId="1318928078" sldId="597"/>
        </pc:sldMkLst>
        <pc:spChg chg="mod">
          <ac:chgData name="翟 锐" userId="fef11181f709266a" providerId="LiveId" clId="{10275908-82CB-4111-8AC1-0D131A21EACA}" dt="2020-08-12T14:53:03.622" v="1097" actId="20577"/>
          <ac:spMkLst>
            <pc:docMk/>
            <pc:sldMk cId="1318928078" sldId="597"/>
            <ac:spMk id="2" creationId="{00000000-0000-0000-0000-000000000000}"/>
          </ac:spMkLst>
        </pc:spChg>
      </pc:sldChg>
      <pc:sldChg chg="modSp add mod">
        <pc:chgData name="翟 锐" userId="fef11181f709266a" providerId="LiveId" clId="{10275908-82CB-4111-8AC1-0D131A21EACA}" dt="2020-08-12T14:53:35.258" v="1107" actId="12"/>
        <pc:sldMkLst>
          <pc:docMk/>
          <pc:sldMk cId="3981761768" sldId="598"/>
        </pc:sldMkLst>
        <pc:spChg chg="mod">
          <ac:chgData name="翟 锐" userId="fef11181f709266a" providerId="LiveId" clId="{10275908-82CB-4111-8AC1-0D131A21EACA}" dt="2020-08-12T14:53:35.258" v="1107" actId="12"/>
          <ac:spMkLst>
            <pc:docMk/>
            <pc:sldMk cId="3981761768" sldId="598"/>
            <ac:spMk id="2" creationId="{1A343DEC-CFF6-41F5-B87C-0DFC08C67B76}"/>
          </ac:spMkLst>
        </pc:spChg>
      </pc:sldChg>
      <pc:sldChg chg="modSp add mod">
        <pc:chgData name="翟 锐" userId="fef11181f709266a" providerId="LiveId" clId="{10275908-82CB-4111-8AC1-0D131A21EACA}" dt="2020-08-12T14:53:54.686" v="1113" actId="12"/>
        <pc:sldMkLst>
          <pc:docMk/>
          <pc:sldMk cId="1329126494" sldId="599"/>
        </pc:sldMkLst>
        <pc:spChg chg="mod">
          <ac:chgData name="翟 锐" userId="fef11181f709266a" providerId="LiveId" clId="{10275908-82CB-4111-8AC1-0D131A21EACA}" dt="2020-08-12T14:53:54.686" v="1113" actId="12"/>
          <ac:spMkLst>
            <pc:docMk/>
            <pc:sldMk cId="1329126494" sldId="599"/>
            <ac:spMk id="2" creationId="{1A343DEC-CFF6-41F5-B87C-0DFC08C67B76}"/>
          </ac:spMkLst>
        </pc:spChg>
      </pc:sldChg>
      <pc:sldChg chg="modSp add mod">
        <pc:chgData name="翟 锐" userId="fef11181f709266a" providerId="LiveId" clId="{10275908-82CB-4111-8AC1-0D131A21EACA}" dt="2020-08-12T14:54:40.460" v="1118" actId="20577"/>
        <pc:sldMkLst>
          <pc:docMk/>
          <pc:sldMk cId="1744918970" sldId="600"/>
        </pc:sldMkLst>
        <pc:spChg chg="mod">
          <ac:chgData name="翟 锐" userId="fef11181f709266a" providerId="LiveId" clId="{10275908-82CB-4111-8AC1-0D131A21EACA}" dt="2020-08-12T14:54:40.460" v="1118" actId="20577"/>
          <ac:spMkLst>
            <pc:docMk/>
            <pc:sldMk cId="1744918970" sldId="600"/>
            <ac:spMk id="2" creationId="{1A343DEC-CFF6-41F5-B87C-0DFC08C67B76}"/>
          </ac:spMkLst>
        </pc:spChg>
      </pc:sldChg>
      <pc:sldChg chg="add del">
        <pc:chgData name="翟 锐" userId="fef11181f709266a" providerId="LiveId" clId="{10275908-82CB-4111-8AC1-0D131A21EACA}" dt="2020-08-12T14:54:49.757" v="1122"/>
        <pc:sldMkLst>
          <pc:docMk/>
          <pc:sldMk cId="260787842" sldId="601"/>
        </pc:sldMkLst>
      </pc:sldChg>
      <pc:sldChg chg="modSp add mod">
        <pc:chgData name="翟 锐" userId="fef11181f709266a" providerId="LiveId" clId="{10275908-82CB-4111-8AC1-0D131A21EACA}" dt="2020-08-12T15:42:13.200" v="1225" actId="6549"/>
        <pc:sldMkLst>
          <pc:docMk/>
          <pc:sldMk cId="2101326762" sldId="601"/>
        </pc:sldMkLst>
        <pc:spChg chg="mod">
          <ac:chgData name="翟 锐" userId="fef11181f709266a" providerId="LiveId" clId="{10275908-82CB-4111-8AC1-0D131A21EACA}" dt="2020-08-12T15:42:13.200" v="1225" actId="6549"/>
          <ac:spMkLst>
            <pc:docMk/>
            <pc:sldMk cId="2101326762" sldId="601"/>
            <ac:spMk id="2" creationId="{1A343DEC-CFF6-41F5-B87C-0DFC08C67B76}"/>
          </ac:spMkLst>
        </pc:spChg>
        <pc:spChg chg="mod">
          <ac:chgData name="翟 锐" userId="fef11181f709266a" providerId="LiveId" clId="{10275908-82CB-4111-8AC1-0D131A21EACA}" dt="2020-08-12T15:41:53.336" v="1216"/>
          <ac:spMkLst>
            <pc:docMk/>
            <pc:sldMk cId="2101326762" sldId="601"/>
            <ac:spMk id="35" creationId="{00000000-0000-0000-0000-000000000000}"/>
          </ac:spMkLst>
        </pc:spChg>
      </pc:sldChg>
      <pc:sldChg chg="new del">
        <pc:chgData name="翟 锐" userId="fef11181f709266a" providerId="LiveId" clId="{10275908-82CB-4111-8AC1-0D131A21EACA}" dt="2020-08-12T15:04:43.309" v="1125" actId="680"/>
        <pc:sldMkLst>
          <pc:docMk/>
          <pc:sldMk cId="3698951006" sldId="601"/>
        </pc:sldMkLst>
      </pc:sldChg>
      <pc:sldChg chg="new del">
        <pc:chgData name="翟 锐" userId="fef11181f709266a" providerId="LiveId" clId="{10275908-82CB-4111-8AC1-0D131A21EACA}" dt="2020-08-12T15:06:56.351" v="1163" actId="680"/>
        <pc:sldMkLst>
          <pc:docMk/>
          <pc:sldMk cId="147127502" sldId="602"/>
        </pc:sldMkLst>
      </pc:sldChg>
      <pc:sldChg chg="add del">
        <pc:chgData name="翟 锐" userId="fef11181f709266a" providerId="LiveId" clId="{10275908-82CB-4111-8AC1-0D131A21EACA}" dt="2020-08-12T14:54:49.417" v="1121"/>
        <pc:sldMkLst>
          <pc:docMk/>
          <pc:sldMk cId="1722327393" sldId="602"/>
        </pc:sldMkLst>
      </pc:sldChg>
      <pc:sldChg chg="add">
        <pc:chgData name="翟 锐" userId="fef11181f709266a" providerId="LiveId" clId="{10275908-82CB-4111-8AC1-0D131A21EACA}" dt="2020-08-12T15:06:58.645" v="1164"/>
        <pc:sldMkLst>
          <pc:docMk/>
          <pc:sldMk cId="2142524837" sldId="602"/>
        </pc:sldMkLst>
      </pc:sldChg>
      <pc:sldChg chg="modSp add mod">
        <pc:chgData name="翟 锐" userId="fef11181f709266a" providerId="LiveId" clId="{10275908-82CB-4111-8AC1-0D131A21EACA}" dt="2020-08-12T15:41:40.578" v="1202"/>
        <pc:sldMkLst>
          <pc:docMk/>
          <pc:sldMk cId="2952034791" sldId="603"/>
        </pc:sldMkLst>
        <pc:spChg chg="mod">
          <ac:chgData name="翟 锐" userId="fef11181f709266a" providerId="LiveId" clId="{10275908-82CB-4111-8AC1-0D131A21EACA}" dt="2020-08-12T15:08:27.787" v="1182" actId="6549"/>
          <ac:spMkLst>
            <pc:docMk/>
            <pc:sldMk cId="2952034791" sldId="603"/>
            <ac:spMk id="2" creationId="{1A343DEC-CFF6-41F5-B87C-0DFC08C67B76}"/>
          </ac:spMkLst>
        </pc:spChg>
        <pc:spChg chg="mod">
          <ac:chgData name="翟 锐" userId="fef11181f709266a" providerId="LiveId" clId="{10275908-82CB-4111-8AC1-0D131A21EACA}" dt="2020-08-12T15:41:40.578" v="1202"/>
          <ac:spMkLst>
            <pc:docMk/>
            <pc:sldMk cId="2952034791" sldId="603"/>
            <ac:spMk id="35" creationId="{00000000-0000-0000-0000-000000000000}"/>
          </ac:spMkLst>
        </pc:spChg>
      </pc:sldChg>
      <pc:sldChg chg="delSp add mod">
        <pc:chgData name="翟 锐" userId="fef11181f709266a" providerId="LiveId" clId="{10275908-82CB-4111-8AC1-0D131A21EACA}" dt="2020-08-12T15:16:18.508" v="1185" actId="478"/>
        <pc:sldMkLst>
          <pc:docMk/>
          <pc:sldMk cId="3459061754" sldId="604"/>
        </pc:sldMkLst>
        <pc:picChg chg="del">
          <ac:chgData name="翟 锐" userId="fef11181f709266a" providerId="LiveId" clId="{10275908-82CB-4111-8AC1-0D131A21EACA}" dt="2020-08-12T15:16:18.508" v="1185" actId="478"/>
          <ac:picMkLst>
            <pc:docMk/>
            <pc:sldMk cId="3459061754" sldId="604"/>
            <ac:picMk id="4" creationId="{05F69294-5C7E-47CA-AF72-F2B1779893E8}"/>
          </ac:picMkLst>
        </pc:picChg>
      </pc:sldChg>
      <pc:sldChg chg="modSp add mod">
        <pc:chgData name="翟 锐" userId="fef11181f709266a" providerId="LiveId" clId="{10275908-82CB-4111-8AC1-0D131A21EACA}" dt="2020-08-12T15:43:16.180" v="1261"/>
        <pc:sldMkLst>
          <pc:docMk/>
          <pc:sldMk cId="715867822" sldId="605"/>
        </pc:sldMkLst>
        <pc:spChg chg="mod">
          <ac:chgData name="翟 锐" userId="fef11181f709266a" providerId="LiveId" clId="{10275908-82CB-4111-8AC1-0D131A21EACA}" dt="2020-08-12T15:43:16.180" v="1261"/>
          <ac:spMkLst>
            <pc:docMk/>
            <pc:sldMk cId="715867822" sldId="605"/>
            <ac:spMk id="2" creationId="{1A343DEC-CFF6-41F5-B87C-0DFC08C67B76}"/>
          </ac:spMkLst>
        </pc:spChg>
      </pc:sldChg>
      <pc:sldChg chg="modSp add mod">
        <pc:chgData name="翟 锐" userId="fef11181f709266a" providerId="LiveId" clId="{10275908-82CB-4111-8AC1-0D131A21EACA}" dt="2020-08-12T15:43:19.829" v="1262"/>
        <pc:sldMkLst>
          <pc:docMk/>
          <pc:sldMk cId="419261417" sldId="606"/>
        </pc:sldMkLst>
        <pc:spChg chg="mod">
          <ac:chgData name="翟 锐" userId="fef11181f709266a" providerId="LiveId" clId="{10275908-82CB-4111-8AC1-0D131A21EACA}" dt="2020-08-12T15:43:19.829" v="1262"/>
          <ac:spMkLst>
            <pc:docMk/>
            <pc:sldMk cId="419261417" sldId="606"/>
            <ac:spMk id="2" creationId="{1A343DEC-CFF6-41F5-B87C-0DFC08C67B76}"/>
          </ac:spMkLst>
        </pc:spChg>
      </pc:sldChg>
      <pc:sldChg chg="modSp add mod">
        <pc:chgData name="翟 锐" userId="fef11181f709266a" providerId="LiveId" clId="{10275908-82CB-4111-8AC1-0D131A21EACA}" dt="2020-08-12T15:44:04.710" v="1288" actId="6549"/>
        <pc:sldMkLst>
          <pc:docMk/>
          <pc:sldMk cId="2933535704" sldId="607"/>
        </pc:sldMkLst>
        <pc:spChg chg="mod">
          <ac:chgData name="翟 锐" userId="fef11181f709266a" providerId="LiveId" clId="{10275908-82CB-4111-8AC1-0D131A21EACA}" dt="2020-08-12T15:44:04.710" v="1288" actId="6549"/>
          <ac:spMkLst>
            <pc:docMk/>
            <pc:sldMk cId="2933535704" sldId="607"/>
            <ac:spMk id="2" creationId="{1A343DEC-CFF6-41F5-B87C-0DFC08C67B76}"/>
          </ac:spMkLst>
        </pc:spChg>
      </pc:sldChg>
      <pc:sldChg chg="modSp add mod">
        <pc:chgData name="翟 锐" userId="fef11181f709266a" providerId="LiveId" clId="{10275908-82CB-4111-8AC1-0D131A21EACA}" dt="2020-08-12T15:43:58.862" v="1281" actId="6549"/>
        <pc:sldMkLst>
          <pc:docMk/>
          <pc:sldMk cId="2083321002" sldId="608"/>
        </pc:sldMkLst>
        <pc:spChg chg="mod">
          <ac:chgData name="翟 锐" userId="fef11181f709266a" providerId="LiveId" clId="{10275908-82CB-4111-8AC1-0D131A21EACA}" dt="2020-08-12T15:43:58.862" v="1281" actId="6549"/>
          <ac:spMkLst>
            <pc:docMk/>
            <pc:sldMk cId="2083321002" sldId="608"/>
            <ac:spMk id="2" creationId="{1A343DEC-CFF6-41F5-B87C-0DFC08C67B76}"/>
          </ac:spMkLst>
        </pc:spChg>
      </pc:sldChg>
      <pc:sldChg chg="addSp delSp modSp add mod ord">
        <pc:chgData name="翟 锐" userId="fef11181f709266a" providerId="LiveId" clId="{10275908-82CB-4111-8AC1-0D131A21EACA}" dt="2020-08-12T15:57:05.717" v="1435" actId="22"/>
        <pc:sldMkLst>
          <pc:docMk/>
          <pc:sldMk cId="1180436317" sldId="609"/>
        </pc:sldMkLst>
        <pc:spChg chg="mod">
          <ac:chgData name="翟 锐" userId="fef11181f709266a" providerId="LiveId" clId="{10275908-82CB-4111-8AC1-0D131A21EACA}" dt="2020-08-12T15:51:58.451" v="1431" actId="255"/>
          <ac:spMkLst>
            <pc:docMk/>
            <pc:sldMk cId="1180436317" sldId="609"/>
            <ac:spMk id="2" creationId="{1A343DEC-CFF6-41F5-B87C-0DFC08C67B76}"/>
          </ac:spMkLst>
        </pc:spChg>
        <pc:spChg chg="add del">
          <ac:chgData name="翟 锐" userId="fef11181f709266a" providerId="LiveId" clId="{10275908-82CB-4111-8AC1-0D131A21EACA}" dt="2020-08-12T15:57:05.717" v="1435" actId="22"/>
          <ac:spMkLst>
            <pc:docMk/>
            <pc:sldMk cId="1180436317" sldId="609"/>
            <ac:spMk id="7" creationId="{C375B8B0-1DD4-472B-8804-F5CF29A0FA72}"/>
          </ac:spMkLst>
        </pc:spChg>
        <pc:spChg chg="mod">
          <ac:chgData name="翟 锐" userId="fef11181f709266a" providerId="LiveId" clId="{10275908-82CB-4111-8AC1-0D131A21EACA}" dt="2020-08-12T15:49:41.764" v="1411"/>
          <ac:spMkLst>
            <pc:docMk/>
            <pc:sldMk cId="1180436317" sldId="609"/>
            <ac:spMk id="35" creationId="{00000000-0000-0000-0000-000000000000}"/>
          </ac:spMkLst>
        </pc:spChg>
      </pc:sldChg>
      <pc:sldChg chg="modSp add mod">
        <pc:chgData name="翟 锐" userId="fef11181f709266a" providerId="LiveId" clId="{10275908-82CB-4111-8AC1-0D131A21EACA}" dt="2020-08-12T15:57:51.155" v="1446" actId="12"/>
        <pc:sldMkLst>
          <pc:docMk/>
          <pc:sldMk cId="2461849974" sldId="610"/>
        </pc:sldMkLst>
        <pc:spChg chg="mod">
          <ac:chgData name="翟 锐" userId="fef11181f709266a" providerId="LiveId" clId="{10275908-82CB-4111-8AC1-0D131A21EACA}" dt="2020-08-12T15:57:51.155" v="1446" actId="12"/>
          <ac:spMkLst>
            <pc:docMk/>
            <pc:sldMk cId="2461849974" sldId="610"/>
            <ac:spMk id="2" creationId="{1A343DEC-CFF6-41F5-B87C-0DFC08C67B76}"/>
          </ac:spMkLst>
        </pc:spChg>
      </pc:sldChg>
    </pc:docChg>
  </pc:docChgLst>
  <pc:docChgLst>
    <pc:chgData name="翟 锐" userId="fef11181f709266a" providerId="LiveId" clId="{47C3984C-A884-44FB-A44E-DB4C74737F95}"/>
    <pc:docChg chg="undo redo custSel addSld delSld modSld sldOrd">
      <pc:chgData name="翟 锐" userId="fef11181f709266a" providerId="LiveId" clId="{47C3984C-A884-44FB-A44E-DB4C74737F95}" dt="2020-11-12T08:59:29.700" v="3422" actId="47"/>
      <pc:docMkLst>
        <pc:docMk/>
      </pc:docMkLst>
      <pc:sldChg chg="modSp mod">
        <pc:chgData name="翟 锐" userId="fef11181f709266a" providerId="LiveId" clId="{47C3984C-A884-44FB-A44E-DB4C74737F95}" dt="2020-10-27T02:10:40.442" v="6" actId="15"/>
        <pc:sldMkLst>
          <pc:docMk/>
          <pc:sldMk cId="2981006032" sldId="556"/>
        </pc:sldMkLst>
        <pc:spChg chg="mod">
          <ac:chgData name="翟 锐" userId="fef11181f709266a" providerId="LiveId" clId="{47C3984C-A884-44FB-A44E-DB4C74737F95}" dt="2020-10-27T02:10:40.442" v="6" actId="15"/>
          <ac:spMkLst>
            <pc:docMk/>
            <pc:sldMk cId="2981006032" sldId="556"/>
            <ac:spMk id="2" creationId="{1A343DEC-CFF6-41F5-B87C-0DFC08C67B76}"/>
          </ac:spMkLst>
        </pc:spChg>
      </pc:sldChg>
      <pc:sldChg chg="modSp mod">
        <pc:chgData name="翟 锐" userId="fef11181f709266a" providerId="LiveId" clId="{47C3984C-A884-44FB-A44E-DB4C74737F95}" dt="2020-10-27T02:11:21.033" v="34" actId="207"/>
        <pc:sldMkLst>
          <pc:docMk/>
          <pc:sldMk cId="40839046" sldId="560"/>
        </pc:sldMkLst>
        <pc:spChg chg="mod">
          <ac:chgData name="翟 锐" userId="fef11181f709266a" providerId="LiveId" clId="{47C3984C-A884-44FB-A44E-DB4C74737F95}" dt="2020-10-27T02:11:21.033" v="34" actId="207"/>
          <ac:spMkLst>
            <pc:docMk/>
            <pc:sldMk cId="40839046" sldId="560"/>
            <ac:spMk id="2" creationId="{1A343DEC-CFF6-41F5-B87C-0DFC08C67B76}"/>
          </ac:spMkLst>
        </pc:spChg>
      </pc:sldChg>
      <pc:sldChg chg="modSp">
        <pc:chgData name="翟 锐" userId="fef11181f709266a" providerId="LiveId" clId="{47C3984C-A884-44FB-A44E-DB4C74737F95}" dt="2020-11-05T14:44:35.253" v="2249" actId="14100"/>
        <pc:sldMkLst>
          <pc:docMk/>
          <pc:sldMk cId="1981665619" sldId="567"/>
        </pc:sldMkLst>
        <pc:spChg chg="mod">
          <ac:chgData name="翟 锐" userId="fef11181f709266a" providerId="LiveId" clId="{47C3984C-A884-44FB-A44E-DB4C74737F95}" dt="2020-11-05T14:44:35.253" v="2249" actId="14100"/>
          <ac:spMkLst>
            <pc:docMk/>
            <pc:sldMk cId="1981665619" sldId="567"/>
            <ac:spMk id="7" creationId="{7AD7E89B-4153-4578-B328-86C4CBFA9781}"/>
          </ac:spMkLst>
        </pc:spChg>
        <pc:spChg chg="mod">
          <ac:chgData name="翟 锐" userId="fef11181f709266a" providerId="LiveId" clId="{47C3984C-A884-44FB-A44E-DB4C74737F95}" dt="2020-11-05T14:44:35.253" v="2249" actId="14100"/>
          <ac:spMkLst>
            <pc:docMk/>
            <pc:sldMk cId="1981665619" sldId="567"/>
            <ac:spMk id="8" creationId="{2A6CB6B8-A007-4326-88B1-FBA187732693}"/>
          </ac:spMkLst>
        </pc:spChg>
        <pc:spChg chg="mod">
          <ac:chgData name="翟 锐" userId="fef11181f709266a" providerId="LiveId" clId="{47C3984C-A884-44FB-A44E-DB4C74737F95}" dt="2020-11-05T14:44:35.253" v="2249" actId="14100"/>
          <ac:spMkLst>
            <pc:docMk/>
            <pc:sldMk cId="1981665619" sldId="567"/>
            <ac:spMk id="9" creationId="{0107DAC4-8037-4ACA-B8A0-D186C03EB065}"/>
          </ac:spMkLst>
        </pc:spChg>
        <pc:spChg chg="mod">
          <ac:chgData name="翟 锐" userId="fef11181f709266a" providerId="LiveId" clId="{47C3984C-A884-44FB-A44E-DB4C74737F95}" dt="2020-11-05T14:44:35.253" v="2249" actId="14100"/>
          <ac:spMkLst>
            <pc:docMk/>
            <pc:sldMk cId="1981665619" sldId="567"/>
            <ac:spMk id="10" creationId="{A7DAB36A-1E51-4670-B37F-028F2E5189E0}"/>
          </ac:spMkLst>
        </pc:spChg>
        <pc:spChg chg="mod">
          <ac:chgData name="翟 锐" userId="fef11181f709266a" providerId="LiveId" clId="{47C3984C-A884-44FB-A44E-DB4C74737F95}" dt="2020-11-05T14:44:35.253" v="2249" actId="14100"/>
          <ac:spMkLst>
            <pc:docMk/>
            <pc:sldMk cId="1981665619" sldId="567"/>
            <ac:spMk id="11" creationId="{DDD695D0-3282-415A-9A9B-7E2A75E5B15E}"/>
          </ac:spMkLst>
        </pc:spChg>
        <pc:spChg chg="mod">
          <ac:chgData name="翟 锐" userId="fef11181f709266a" providerId="LiveId" clId="{47C3984C-A884-44FB-A44E-DB4C74737F95}" dt="2020-11-05T14:44:35.253" v="2249" actId="14100"/>
          <ac:spMkLst>
            <pc:docMk/>
            <pc:sldMk cId="1981665619" sldId="567"/>
            <ac:spMk id="12" creationId="{8321C060-0C19-451A-8106-542DAB9B5B21}"/>
          </ac:spMkLst>
        </pc:spChg>
        <pc:spChg chg="mod">
          <ac:chgData name="翟 锐" userId="fef11181f709266a" providerId="LiveId" clId="{47C3984C-A884-44FB-A44E-DB4C74737F95}" dt="2020-11-05T14:44:35.253" v="2249" actId="14100"/>
          <ac:spMkLst>
            <pc:docMk/>
            <pc:sldMk cId="1981665619" sldId="567"/>
            <ac:spMk id="13" creationId="{34190973-7C4E-4E36-8146-E76B92431A14}"/>
          </ac:spMkLst>
        </pc:spChg>
        <pc:spChg chg="mod">
          <ac:chgData name="翟 锐" userId="fef11181f709266a" providerId="LiveId" clId="{47C3984C-A884-44FB-A44E-DB4C74737F95}" dt="2020-11-05T14:44:35.253" v="2249" actId="14100"/>
          <ac:spMkLst>
            <pc:docMk/>
            <pc:sldMk cId="1981665619" sldId="567"/>
            <ac:spMk id="14" creationId="{4380716E-A1E1-4D39-BEA3-0CFD8DCC3603}"/>
          </ac:spMkLst>
        </pc:spChg>
        <pc:spChg chg="mod">
          <ac:chgData name="翟 锐" userId="fef11181f709266a" providerId="LiveId" clId="{47C3984C-A884-44FB-A44E-DB4C74737F95}" dt="2020-11-05T14:44:35.253" v="2249" actId="14100"/>
          <ac:spMkLst>
            <pc:docMk/>
            <pc:sldMk cId="1981665619" sldId="567"/>
            <ac:spMk id="15" creationId="{E0F1B185-F619-4CF8-8565-E5A67AB96245}"/>
          </ac:spMkLst>
        </pc:spChg>
        <pc:spChg chg="mod">
          <ac:chgData name="翟 锐" userId="fef11181f709266a" providerId="LiveId" clId="{47C3984C-A884-44FB-A44E-DB4C74737F95}" dt="2020-11-05T14:44:35.253" v="2249" actId="14100"/>
          <ac:spMkLst>
            <pc:docMk/>
            <pc:sldMk cId="1981665619" sldId="567"/>
            <ac:spMk id="16" creationId="{3F85CC34-77A4-49EC-AA19-FEE538C5E7CC}"/>
          </ac:spMkLst>
        </pc:spChg>
        <pc:spChg chg="mod">
          <ac:chgData name="翟 锐" userId="fef11181f709266a" providerId="LiveId" clId="{47C3984C-A884-44FB-A44E-DB4C74737F95}" dt="2020-11-05T14:44:35.253" v="2249" actId="14100"/>
          <ac:spMkLst>
            <pc:docMk/>
            <pc:sldMk cId="1981665619" sldId="567"/>
            <ac:spMk id="17" creationId="{1A1A529A-C4CA-4943-A918-FCD4ECDB9042}"/>
          </ac:spMkLst>
        </pc:spChg>
        <pc:grpChg chg="mod">
          <ac:chgData name="翟 锐" userId="fef11181f709266a" providerId="LiveId" clId="{47C3984C-A884-44FB-A44E-DB4C74737F95}" dt="2020-11-05T14:44:35.253" v="2249" actId="14100"/>
          <ac:grpSpMkLst>
            <pc:docMk/>
            <pc:sldMk cId="1981665619" sldId="567"/>
            <ac:grpSpMk id="6" creationId="{D63DDB42-8D50-4151-B135-9573EB245813}"/>
          </ac:grpSpMkLst>
        </pc:grpChg>
      </pc:sldChg>
      <pc:sldChg chg="ord">
        <pc:chgData name="翟 锐" userId="fef11181f709266a" providerId="LiveId" clId="{47C3984C-A884-44FB-A44E-DB4C74737F95}" dt="2020-10-27T02:31:12.412" v="290"/>
        <pc:sldMkLst>
          <pc:docMk/>
          <pc:sldMk cId="3771257398" sldId="584"/>
        </pc:sldMkLst>
      </pc:sldChg>
      <pc:sldChg chg="delSp modSp mod">
        <pc:chgData name="翟 锐" userId="fef11181f709266a" providerId="LiveId" clId="{47C3984C-A884-44FB-A44E-DB4C74737F95}" dt="2020-10-27T03:08:21.161" v="956"/>
        <pc:sldMkLst>
          <pc:docMk/>
          <pc:sldMk cId="2101326762" sldId="601"/>
        </pc:sldMkLst>
        <pc:spChg chg="mod">
          <ac:chgData name="翟 锐" userId="fef11181f709266a" providerId="LiveId" clId="{47C3984C-A884-44FB-A44E-DB4C74737F95}" dt="2020-10-27T02:59:15.408" v="804"/>
          <ac:spMkLst>
            <pc:docMk/>
            <pc:sldMk cId="2101326762" sldId="601"/>
            <ac:spMk id="2" creationId="{1A343DEC-CFF6-41F5-B87C-0DFC08C67B76}"/>
          </ac:spMkLst>
        </pc:spChg>
        <pc:spChg chg="del">
          <ac:chgData name="翟 锐" userId="fef11181f709266a" providerId="LiveId" clId="{47C3984C-A884-44FB-A44E-DB4C74737F95}" dt="2020-10-27T02:59:04.918" v="800" actId="478"/>
          <ac:spMkLst>
            <pc:docMk/>
            <pc:sldMk cId="2101326762" sldId="601"/>
            <ac:spMk id="8" creationId="{15460B18-9263-4E6D-8B92-D11BD32A8761}"/>
          </ac:spMkLst>
        </pc:spChg>
        <pc:spChg chg="mod">
          <ac:chgData name="翟 锐" userId="fef11181f709266a" providerId="LiveId" clId="{47C3984C-A884-44FB-A44E-DB4C74737F95}" dt="2020-10-27T03:08:21.161" v="956"/>
          <ac:spMkLst>
            <pc:docMk/>
            <pc:sldMk cId="2101326762" sldId="601"/>
            <ac:spMk id="35" creationId="{00000000-0000-0000-0000-000000000000}"/>
          </ac:spMkLst>
        </pc:spChg>
        <pc:picChg chg="del">
          <ac:chgData name="翟 锐" userId="fef11181f709266a" providerId="LiveId" clId="{47C3984C-A884-44FB-A44E-DB4C74737F95}" dt="2020-10-27T02:59:03.668" v="799" actId="478"/>
          <ac:picMkLst>
            <pc:docMk/>
            <pc:sldMk cId="2101326762" sldId="601"/>
            <ac:picMk id="3" creationId="{A490F317-1AE5-4363-A4A5-435B50CAD4C9}"/>
          </ac:picMkLst>
        </pc:picChg>
      </pc:sldChg>
      <pc:sldChg chg="modSp mod">
        <pc:chgData name="翟 锐" userId="fef11181f709266a" providerId="LiveId" clId="{47C3984C-A884-44FB-A44E-DB4C74737F95}" dt="2020-10-27T02:21:24.776" v="194" actId="108"/>
        <pc:sldMkLst>
          <pc:docMk/>
          <pc:sldMk cId="1440985517" sldId="603"/>
        </pc:sldMkLst>
        <pc:graphicFrameChg chg="mod modGraphic">
          <ac:chgData name="翟 锐" userId="fef11181f709266a" providerId="LiveId" clId="{47C3984C-A884-44FB-A44E-DB4C74737F95}" dt="2020-10-27T02:21:24.776" v="194" actId="108"/>
          <ac:graphicFrameMkLst>
            <pc:docMk/>
            <pc:sldMk cId="1440985517" sldId="603"/>
            <ac:graphicFrameMk id="4" creationId="{465F6231-5AC8-4733-8BF2-845852BAA501}"/>
          </ac:graphicFrameMkLst>
        </pc:graphicFrameChg>
      </pc:sldChg>
      <pc:sldChg chg="modSp mod">
        <pc:chgData name="翟 锐" userId="fef11181f709266a" providerId="LiveId" clId="{47C3984C-A884-44FB-A44E-DB4C74737F95}" dt="2020-11-06T12:10:03.131" v="2296" actId="207"/>
        <pc:sldMkLst>
          <pc:docMk/>
          <pc:sldMk cId="715867822" sldId="605"/>
        </pc:sldMkLst>
        <pc:spChg chg="mod">
          <ac:chgData name="翟 锐" userId="fef11181f709266a" providerId="LiveId" clId="{47C3984C-A884-44FB-A44E-DB4C74737F95}" dt="2020-11-06T12:10:03.131" v="2296" actId="207"/>
          <ac:spMkLst>
            <pc:docMk/>
            <pc:sldMk cId="715867822" sldId="605"/>
            <ac:spMk id="2" creationId="{1A343DEC-CFF6-41F5-B87C-0DFC08C67B76}"/>
          </ac:spMkLst>
        </pc:spChg>
      </pc:sldChg>
      <pc:sldChg chg="modSp mod">
        <pc:chgData name="翟 锐" userId="fef11181f709266a" providerId="LiveId" clId="{47C3984C-A884-44FB-A44E-DB4C74737F95}" dt="2020-11-06T12:10:36.719" v="2305" actId="1076"/>
        <pc:sldMkLst>
          <pc:docMk/>
          <pc:sldMk cId="419261417" sldId="606"/>
        </pc:sldMkLst>
        <pc:spChg chg="mod">
          <ac:chgData name="翟 锐" userId="fef11181f709266a" providerId="LiveId" clId="{47C3984C-A884-44FB-A44E-DB4C74737F95}" dt="2020-11-06T12:10:30.329" v="2302" actId="113"/>
          <ac:spMkLst>
            <pc:docMk/>
            <pc:sldMk cId="419261417" sldId="606"/>
            <ac:spMk id="2" creationId="{1A343DEC-CFF6-41F5-B87C-0DFC08C67B76}"/>
          </ac:spMkLst>
        </pc:spChg>
        <pc:picChg chg="mod">
          <ac:chgData name="翟 锐" userId="fef11181f709266a" providerId="LiveId" clId="{47C3984C-A884-44FB-A44E-DB4C74737F95}" dt="2020-11-06T12:10:36.719" v="2305" actId="1076"/>
          <ac:picMkLst>
            <pc:docMk/>
            <pc:sldMk cId="419261417" sldId="606"/>
            <ac:picMk id="4" creationId="{DC9F1154-9B10-40D9-9019-BC2153D4FA2B}"/>
          </ac:picMkLst>
        </pc:picChg>
      </pc:sldChg>
      <pc:sldChg chg="ord">
        <pc:chgData name="翟 锐" userId="fef11181f709266a" providerId="LiveId" clId="{47C3984C-A884-44FB-A44E-DB4C74737F95}" dt="2020-11-06T12:15:02.063" v="2334"/>
        <pc:sldMkLst>
          <pc:docMk/>
          <pc:sldMk cId="2461849974" sldId="610"/>
        </pc:sldMkLst>
      </pc:sldChg>
      <pc:sldChg chg="modSp mod">
        <pc:chgData name="翟 锐" userId="fef11181f709266a" providerId="LiveId" clId="{47C3984C-A884-44FB-A44E-DB4C74737F95}" dt="2020-10-27T02:13:42.289" v="55" actId="21"/>
        <pc:sldMkLst>
          <pc:docMk/>
          <pc:sldMk cId="1397344220" sldId="613"/>
        </pc:sldMkLst>
        <pc:spChg chg="mod">
          <ac:chgData name="翟 锐" userId="fef11181f709266a" providerId="LiveId" clId="{47C3984C-A884-44FB-A44E-DB4C74737F95}" dt="2020-10-27T02:13:42.289" v="55" actId="21"/>
          <ac:spMkLst>
            <pc:docMk/>
            <pc:sldMk cId="1397344220" sldId="613"/>
            <ac:spMk id="2" creationId="{1A343DEC-CFF6-41F5-B87C-0DFC08C67B76}"/>
          </ac:spMkLst>
        </pc:spChg>
      </pc:sldChg>
      <pc:sldChg chg="modSp mod">
        <pc:chgData name="翟 锐" userId="fef11181f709266a" providerId="LiveId" clId="{47C3984C-A884-44FB-A44E-DB4C74737F95}" dt="2020-10-27T02:15:38.629" v="100" actId="122"/>
        <pc:sldMkLst>
          <pc:docMk/>
          <pc:sldMk cId="1234927439" sldId="666"/>
        </pc:sldMkLst>
        <pc:spChg chg="mod">
          <ac:chgData name="翟 锐" userId="fef11181f709266a" providerId="LiveId" clId="{47C3984C-A884-44FB-A44E-DB4C74737F95}" dt="2020-10-27T02:15:38.629" v="100" actId="122"/>
          <ac:spMkLst>
            <pc:docMk/>
            <pc:sldMk cId="1234927439" sldId="666"/>
            <ac:spMk id="2" creationId="{1A343DEC-CFF6-41F5-B87C-0DFC08C67B76}"/>
          </ac:spMkLst>
        </pc:spChg>
      </pc:sldChg>
      <pc:sldChg chg="modSp mod">
        <pc:chgData name="翟 锐" userId="fef11181f709266a" providerId="LiveId" clId="{47C3984C-A884-44FB-A44E-DB4C74737F95}" dt="2020-10-27T02:18:14.826" v="130" actId="6549"/>
        <pc:sldMkLst>
          <pc:docMk/>
          <pc:sldMk cId="357824010" sldId="667"/>
        </pc:sldMkLst>
        <pc:spChg chg="mod">
          <ac:chgData name="翟 锐" userId="fef11181f709266a" providerId="LiveId" clId="{47C3984C-A884-44FB-A44E-DB4C74737F95}" dt="2020-10-27T02:18:14.826" v="130" actId="6549"/>
          <ac:spMkLst>
            <pc:docMk/>
            <pc:sldMk cId="357824010" sldId="667"/>
            <ac:spMk id="2" creationId="{1A343DEC-CFF6-41F5-B87C-0DFC08C67B76}"/>
          </ac:spMkLst>
        </pc:spChg>
      </pc:sldChg>
      <pc:sldChg chg="modSp mod">
        <pc:chgData name="翟 锐" userId="fef11181f709266a" providerId="LiveId" clId="{47C3984C-A884-44FB-A44E-DB4C74737F95}" dt="2020-11-06T12:40:38.113" v="2349" actId="1076"/>
        <pc:sldMkLst>
          <pc:docMk/>
          <pc:sldMk cId="3776727961" sldId="668"/>
        </pc:sldMkLst>
        <pc:spChg chg="mod">
          <ac:chgData name="翟 锐" userId="fef11181f709266a" providerId="LiveId" clId="{47C3984C-A884-44FB-A44E-DB4C74737F95}" dt="2020-11-06T12:40:29.184" v="2348" actId="113"/>
          <ac:spMkLst>
            <pc:docMk/>
            <pc:sldMk cId="3776727961" sldId="668"/>
            <ac:spMk id="2" creationId="{1A343DEC-CFF6-41F5-B87C-0DFC08C67B76}"/>
          </ac:spMkLst>
        </pc:spChg>
        <pc:picChg chg="mod">
          <ac:chgData name="翟 锐" userId="fef11181f709266a" providerId="LiveId" clId="{47C3984C-A884-44FB-A44E-DB4C74737F95}" dt="2020-11-06T12:40:38.113" v="2349" actId="1076"/>
          <ac:picMkLst>
            <pc:docMk/>
            <pc:sldMk cId="3776727961" sldId="668"/>
            <ac:picMk id="3" creationId="{696A3BD8-9BD2-4ECA-B870-816572DB6523}"/>
          </ac:picMkLst>
        </pc:picChg>
      </pc:sldChg>
      <pc:sldChg chg="modSp mod">
        <pc:chgData name="翟 锐" userId="fef11181f709266a" providerId="LiveId" clId="{47C3984C-A884-44FB-A44E-DB4C74737F95}" dt="2020-11-06T13:07:37.464" v="2408" actId="113"/>
        <pc:sldMkLst>
          <pc:docMk/>
          <pc:sldMk cId="755557467" sldId="669"/>
        </pc:sldMkLst>
        <pc:spChg chg="mod">
          <ac:chgData name="翟 锐" userId="fef11181f709266a" providerId="LiveId" clId="{47C3984C-A884-44FB-A44E-DB4C74737F95}" dt="2020-11-06T13:07:37.464" v="2408" actId="113"/>
          <ac:spMkLst>
            <pc:docMk/>
            <pc:sldMk cId="755557467" sldId="669"/>
            <ac:spMk id="2" creationId="{1A343DEC-CFF6-41F5-B87C-0DFC08C67B76}"/>
          </ac:spMkLst>
        </pc:spChg>
      </pc:sldChg>
      <pc:sldChg chg="modSp mod">
        <pc:chgData name="翟 锐" userId="fef11181f709266a" providerId="LiveId" clId="{47C3984C-A884-44FB-A44E-DB4C74737F95}" dt="2020-11-06T13:07:58.699" v="2416" actId="207"/>
        <pc:sldMkLst>
          <pc:docMk/>
          <pc:sldMk cId="4129745897" sldId="670"/>
        </pc:sldMkLst>
        <pc:spChg chg="mod">
          <ac:chgData name="翟 锐" userId="fef11181f709266a" providerId="LiveId" clId="{47C3984C-A884-44FB-A44E-DB4C74737F95}" dt="2020-11-06T13:07:58.699" v="2416" actId="207"/>
          <ac:spMkLst>
            <pc:docMk/>
            <pc:sldMk cId="4129745897" sldId="670"/>
            <ac:spMk id="2" creationId="{1A343DEC-CFF6-41F5-B87C-0DFC08C67B76}"/>
          </ac:spMkLst>
        </pc:spChg>
      </pc:sldChg>
      <pc:sldChg chg="modSp mod">
        <pc:chgData name="翟 锐" userId="fef11181f709266a" providerId="LiveId" clId="{47C3984C-A884-44FB-A44E-DB4C74737F95}" dt="2020-11-06T13:10:19.920" v="2427" actId="113"/>
        <pc:sldMkLst>
          <pc:docMk/>
          <pc:sldMk cId="871591210" sldId="671"/>
        </pc:sldMkLst>
        <pc:spChg chg="mod">
          <ac:chgData name="翟 锐" userId="fef11181f709266a" providerId="LiveId" clId="{47C3984C-A884-44FB-A44E-DB4C74737F95}" dt="2020-11-06T13:10:19.920" v="2427" actId="113"/>
          <ac:spMkLst>
            <pc:docMk/>
            <pc:sldMk cId="871591210" sldId="671"/>
            <ac:spMk id="2" creationId="{1A343DEC-CFF6-41F5-B87C-0DFC08C67B76}"/>
          </ac:spMkLst>
        </pc:spChg>
      </pc:sldChg>
      <pc:sldChg chg="modSp mod">
        <pc:chgData name="翟 锐" userId="fef11181f709266a" providerId="LiveId" clId="{47C3984C-A884-44FB-A44E-DB4C74737F95}" dt="2020-11-06T13:09:20.360" v="2423" actId="20577"/>
        <pc:sldMkLst>
          <pc:docMk/>
          <pc:sldMk cId="678767982" sldId="672"/>
        </pc:sldMkLst>
        <pc:spChg chg="mod">
          <ac:chgData name="翟 锐" userId="fef11181f709266a" providerId="LiveId" clId="{47C3984C-A884-44FB-A44E-DB4C74737F95}" dt="2020-11-06T13:09:20.360" v="2423" actId="20577"/>
          <ac:spMkLst>
            <pc:docMk/>
            <pc:sldMk cId="678767982" sldId="672"/>
            <ac:spMk id="2" creationId="{1A343DEC-CFF6-41F5-B87C-0DFC08C67B76}"/>
          </ac:spMkLst>
        </pc:spChg>
      </pc:sldChg>
      <pc:sldChg chg="modSp mod">
        <pc:chgData name="翟 锐" userId="fef11181f709266a" providerId="LiveId" clId="{47C3984C-A884-44FB-A44E-DB4C74737F95}" dt="2020-11-06T13:28:57.369" v="2438" actId="1076"/>
        <pc:sldMkLst>
          <pc:docMk/>
          <pc:sldMk cId="2549675838" sldId="674"/>
        </pc:sldMkLst>
        <pc:graphicFrameChg chg="mod">
          <ac:chgData name="翟 锐" userId="fef11181f709266a" providerId="LiveId" clId="{47C3984C-A884-44FB-A44E-DB4C74737F95}" dt="2020-11-06T13:28:57.369" v="2438" actId="1076"/>
          <ac:graphicFrameMkLst>
            <pc:docMk/>
            <pc:sldMk cId="2549675838" sldId="674"/>
            <ac:graphicFrameMk id="6" creationId="{3ADA2575-1DB3-4632-8924-1C68ABEBB507}"/>
          </ac:graphicFrameMkLst>
        </pc:graphicFrameChg>
      </pc:sldChg>
      <pc:sldChg chg="modSp mod">
        <pc:chgData name="翟 锐" userId="fef11181f709266a" providerId="LiveId" clId="{47C3984C-A884-44FB-A44E-DB4C74737F95}" dt="2020-11-06T13:26:45.602" v="2435" actId="403"/>
        <pc:sldMkLst>
          <pc:docMk/>
          <pc:sldMk cId="231249497" sldId="675"/>
        </pc:sldMkLst>
        <pc:spChg chg="mod">
          <ac:chgData name="翟 锐" userId="fef11181f709266a" providerId="LiveId" clId="{47C3984C-A884-44FB-A44E-DB4C74737F95}" dt="2020-11-06T13:26:45.602" v="2435" actId="403"/>
          <ac:spMkLst>
            <pc:docMk/>
            <pc:sldMk cId="231249497" sldId="675"/>
            <ac:spMk id="2" creationId="{1A343DEC-CFF6-41F5-B87C-0DFC08C67B76}"/>
          </ac:spMkLst>
        </pc:spChg>
      </pc:sldChg>
      <pc:sldChg chg="modSp mod">
        <pc:chgData name="翟 锐" userId="fef11181f709266a" providerId="LiveId" clId="{47C3984C-A884-44FB-A44E-DB4C74737F95}" dt="2020-11-06T13:26:27.925" v="2433" actId="1076"/>
        <pc:sldMkLst>
          <pc:docMk/>
          <pc:sldMk cId="3576919855" sldId="676"/>
        </pc:sldMkLst>
        <pc:spChg chg="mod">
          <ac:chgData name="翟 锐" userId="fef11181f709266a" providerId="LiveId" clId="{47C3984C-A884-44FB-A44E-DB4C74737F95}" dt="2020-11-06T13:26:27.925" v="2433" actId="1076"/>
          <ac:spMkLst>
            <pc:docMk/>
            <pc:sldMk cId="3576919855" sldId="676"/>
            <ac:spMk id="10" creationId="{59A82AB7-407D-4D91-8EAF-FD5D6511FBF3}"/>
          </ac:spMkLst>
        </pc:spChg>
        <pc:picChg chg="mod">
          <ac:chgData name="翟 锐" userId="fef11181f709266a" providerId="LiveId" clId="{47C3984C-A884-44FB-A44E-DB4C74737F95}" dt="2020-11-06T13:26:15.655" v="2429" actId="1076"/>
          <ac:picMkLst>
            <pc:docMk/>
            <pc:sldMk cId="3576919855" sldId="676"/>
            <ac:picMk id="3" creationId="{7F2BCC89-3A82-4613-8E93-B053972D645C}"/>
          </ac:picMkLst>
        </pc:picChg>
      </pc:sldChg>
      <pc:sldChg chg="modSp mod">
        <pc:chgData name="翟 锐" userId="fef11181f709266a" providerId="LiveId" clId="{47C3984C-A884-44FB-A44E-DB4C74737F95}" dt="2020-11-06T14:16:40.954" v="3291" actId="1076"/>
        <pc:sldMkLst>
          <pc:docMk/>
          <pc:sldMk cId="2650993462" sldId="680"/>
        </pc:sldMkLst>
        <pc:spChg chg="mod">
          <ac:chgData name="翟 锐" userId="fef11181f709266a" providerId="LiveId" clId="{47C3984C-A884-44FB-A44E-DB4C74737F95}" dt="2020-11-06T14:16:40.954" v="3291" actId="1076"/>
          <ac:spMkLst>
            <pc:docMk/>
            <pc:sldMk cId="2650993462" sldId="680"/>
            <ac:spMk id="4" creationId="{EA7686E3-5BCC-4794-A298-BD2A6D4C0775}"/>
          </ac:spMkLst>
        </pc:spChg>
      </pc:sldChg>
      <pc:sldChg chg="modSp mod">
        <pc:chgData name="翟 锐" userId="fef11181f709266a" providerId="LiveId" clId="{47C3984C-A884-44FB-A44E-DB4C74737F95}" dt="2020-11-06T14:17:17.962" v="3293" actId="20577"/>
        <pc:sldMkLst>
          <pc:docMk/>
          <pc:sldMk cId="1875503879" sldId="681"/>
        </pc:sldMkLst>
        <pc:spChg chg="mod">
          <ac:chgData name="翟 锐" userId="fef11181f709266a" providerId="LiveId" clId="{47C3984C-A884-44FB-A44E-DB4C74737F95}" dt="2020-11-06T14:17:17.962" v="3293" actId="20577"/>
          <ac:spMkLst>
            <pc:docMk/>
            <pc:sldMk cId="1875503879" sldId="681"/>
            <ac:spMk id="2" creationId="{1A343DEC-CFF6-41F5-B87C-0DFC08C67B76}"/>
          </ac:spMkLst>
        </pc:spChg>
      </pc:sldChg>
      <pc:sldChg chg="modSp mod">
        <pc:chgData name="翟 锐" userId="fef11181f709266a" providerId="LiveId" clId="{47C3984C-A884-44FB-A44E-DB4C74737F95}" dt="2020-11-06T14:17:31.435" v="3294" actId="15"/>
        <pc:sldMkLst>
          <pc:docMk/>
          <pc:sldMk cId="2697606341" sldId="682"/>
        </pc:sldMkLst>
        <pc:spChg chg="mod">
          <ac:chgData name="翟 锐" userId="fef11181f709266a" providerId="LiveId" clId="{47C3984C-A884-44FB-A44E-DB4C74737F95}" dt="2020-11-06T14:17:31.435" v="3294" actId="15"/>
          <ac:spMkLst>
            <pc:docMk/>
            <pc:sldMk cId="2697606341" sldId="682"/>
            <ac:spMk id="2" creationId="{1A343DEC-CFF6-41F5-B87C-0DFC08C67B76}"/>
          </ac:spMkLst>
        </pc:spChg>
      </pc:sldChg>
      <pc:sldChg chg="modSp mod">
        <pc:chgData name="翟 锐" userId="fef11181f709266a" providerId="LiveId" clId="{47C3984C-A884-44FB-A44E-DB4C74737F95}" dt="2020-11-06T14:19:10.445" v="3302" actId="1076"/>
        <pc:sldMkLst>
          <pc:docMk/>
          <pc:sldMk cId="930135359" sldId="685"/>
        </pc:sldMkLst>
        <pc:graphicFrameChg chg="mod">
          <ac:chgData name="翟 锐" userId="fef11181f709266a" providerId="LiveId" clId="{47C3984C-A884-44FB-A44E-DB4C74737F95}" dt="2020-11-06T14:19:10.445" v="3302" actId="1076"/>
          <ac:graphicFrameMkLst>
            <pc:docMk/>
            <pc:sldMk cId="930135359" sldId="685"/>
            <ac:graphicFrameMk id="6" creationId="{8499F5C2-8CC7-49F3-99FE-D99C8C0F5D89}"/>
          </ac:graphicFrameMkLst>
        </pc:graphicFrameChg>
      </pc:sldChg>
      <pc:sldChg chg="modSp mod">
        <pc:chgData name="翟 锐" userId="fef11181f709266a" providerId="LiveId" clId="{47C3984C-A884-44FB-A44E-DB4C74737F95}" dt="2020-10-27T03:49:44.295" v="1699" actId="15"/>
        <pc:sldMkLst>
          <pc:docMk/>
          <pc:sldMk cId="378011854" sldId="686"/>
        </pc:sldMkLst>
        <pc:spChg chg="mod">
          <ac:chgData name="翟 锐" userId="fef11181f709266a" providerId="LiveId" clId="{47C3984C-A884-44FB-A44E-DB4C74737F95}" dt="2020-10-27T03:49:44.295" v="1699" actId="15"/>
          <ac:spMkLst>
            <pc:docMk/>
            <pc:sldMk cId="378011854" sldId="686"/>
            <ac:spMk id="2" creationId="{1A343DEC-CFF6-41F5-B87C-0DFC08C67B76}"/>
          </ac:spMkLst>
        </pc:spChg>
      </pc:sldChg>
      <pc:sldChg chg="modSp mod">
        <pc:chgData name="翟 锐" userId="fef11181f709266a" providerId="LiveId" clId="{47C3984C-A884-44FB-A44E-DB4C74737F95}" dt="2020-10-27T04:19:28.491" v="1712" actId="15"/>
        <pc:sldMkLst>
          <pc:docMk/>
          <pc:sldMk cId="2226408564" sldId="690"/>
        </pc:sldMkLst>
        <pc:spChg chg="mod">
          <ac:chgData name="翟 锐" userId="fef11181f709266a" providerId="LiveId" clId="{47C3984C-A884-44FB-A44E-DB4C74737F95}" dt="2020-10-27T04:19:28.491" v="1712" actId="15"/>
          <ac:spMkLst>
            <pc:docMk/>
            <pc:sldMk cId="2226408564" sldId="690"/>
            <ac:spMk id="2" creationId="{1A343DEC-CFF6-41F5-B87C-0DFC08C67B76}"/>
          </ac:spMkLst>
        </pc:spChg>
      </pc:sldChg>
      <pc:sldChg chg="modSp mod">
        <pc:chgData name="翟 锐" userId="fef11181f709266a" providerId="LiveId" clId="{47C3984C-A884-44FB-A44E-DB4C74737F95}" dt="2020-10-27T04:19:43.851" v="1716" actId="207"/>
        <pc:sldMkLst>
          <pc:docMk/>
          <pc:sldMk cId="366418643" sldId="692"/>
        </pc:sldMkLst>
        <pc:spChg chg="mod">
          <ac:chgData name="翟 锐" userId="fef11181f709266a" providerId="LiveId" clId="{47C3984C-A884-44FB-A44E-DB4C74737F95}" dt="2020-10-27T04:19:43.851" v="1716" actId="207"/>
          <ac:spMkLst>
            <pc:docMk/>
            <pc:sldMk cId="366418643" sldId="692"/>
            <ac:spMk id="2" creationId="{1A343DEC-CFF6-41F5-B87C-0DFC08C67B76}"/>
          </ac:spMkLst>
        </pc:spChg>
      </pc:sldChg>
      <pc:sldChg chg="modSp mod">
        <pc:chgData name="翟 锐" userId="fef11181f709266a" providerId="LiveId" clId="{47C3984C-A884-44FB-A44E-DB4C74737F95}" dt="2020-10-27T03:34:43" v="1455" actId="12"/>
        <pc:sldMkLst>
          <pc:docMk/>
          <pc:sldMk cId="893394605" sldId="695"/>
        </pc:sldMkLst>
        <pc:spChg chg="mod">
          <ac:chgData name="翟 锐" userId="fef11181f709266a" providerId="LiveId" clId="{47C3984C-A884-44FB-A44E-DB4C74737F95}" dt="2020-10-27T03:34:43" v="1455" actId="12"/>
          <ac:spMkLst>
            <pc:docMk/>
            <pc:sldMk cId="893394605" sldId="695"/>
            <ac:spMk id="2" creationId="{1A343DEC-CFF6-41F5-B87C-0DFC08C67B76}"/>
          </ac:spMkLst>
        </pc:spChg>
      </pc:sldChg>
      <pc:sldChg chg="modSp add del mod">
        <pc:chgData name="翟 锐" userId="fef11181f709266a" providerId="LiveId" clId="{47C3984C-A884-44FB-A44E-DB4C74737F95}" dt="2020-10-27T04:33:33.596" v="1814" actId="15"/>
        <pc:sldMkLst>
          <pc:docMk/>
          <pc:sldMk cId="1507183214" sldId="702"/>
        </pc:sldMkLst>
        <pc:spChg chg="mod">
          <ac:chgData name="翟 锐" userId="fef11181f709266a" providerId="LiveId" clId="{47C3984C-A884-44FB-A44E-DB4C74737F95}" dt="2020-10-27T04:33:33.596" v="1814" actId="15"/>
          <ac:spMkLst>
            <pc:docMk/>
            <pc:sldMk cId="1507183214" sldId="702"/>
            <ac:spMk id="2" creationId="{1A343DEC-CFF6-41F5-B87C-0DFC08C67B76}"/>
          </ac:spMkLst>
        </pc:spChg>
      </pc:sldChg>
      <pc:sldChg chg="modSp mod">
        <pc:chgData name="翟 锐" userId="fef11181f709266a" providerId="LiveId" clId="{47C3984C-A884-44FB-A44E-DB4C74737F95}" dt="2020-11-12T07:33:48.157" v="3368" actId="6549"/>
        <pc:sldMkLst>
          <pc:docMk/>
          <pc:sldMk cId="2011965924" sldId="703"/>
        </pc:sldMkLst>
        <pc:spChg chg="mod">
          <ac:chgData name="翟 锐" userId="fef11181f709266a" providerId="LiveId" clId="{47C3984C-A884-44FB-A44E-DB4C74737F95}" dt="2020-11-12T07:33:48.157" v="3368" actId="6549"/>
          <ac:spMkLst>
            <pc:docMk/>
            <pc:sldMk cId="2011965924" sldId="703"/>
            <ac:spMk id="2" creationId="{1A343DEC-CFF6-41F5-B87C-0DFC08C67B76}"/>
          </ac:spMkLst>
        </pc:spChg>
        <pc:spChg chg="mod">
          <ac:chgData name="翟 锐" userId="fef11181f709266a" providerId="LiveId" clId="{47C3984C-A884-44FB-A44E-DB4C74737F95}" dt="2020-11-12T06:49:13.357" v="3339" actId="20577"/>
          <ac:spMkLst>
            <pc:docMk/>
            <pc:sldMk cId="2011965924" sldId="703"/>
            <ac:spMk id="35" creationId="{00000000-0000-0000-0000-000000000000}"/>
          </ac:spMkLst>
        </pc:spChg>
      </pc:sldChg>
      <pc:sldChg chg="modSp mod">
        <pc:chgData name="翟 锐" userId="fef11181f709266a" providerId="LiveId" clId="{47C3984C-A884-44FB-A44E-DB4C74737F95}" dt="2020-11-12T06:47:27.036" v="3333" actId="20577"/>
        <pc:sldMkLst>
          <pc:docMk/>
          <pc:sldMk cId="1643440564" sldId="704"/>
        </pc:sldMkLst>
        <pc:spChg chg="mod">
          <ac:chgData name="翟 锐" userId="fef11181f709266a" providerId="LiveId" clId="{47C3984C-A884-44FB-A44E-DB4C74737F95}" dt="2020-11-12T06:47:27.036" v="3333" actId="20577"/>
          <ac:spMkLst>
            <pc:docMk/>
            <pc:sldMk cId="1643440564" sldId="704"/>
            <ac:spMk id="2" creationId="{1A343DEC-CFF6-41F5-B87C-0DFC08C67B76}"/>
          </ac:spMkLst>
        </pc:spChg>
      </pc:sldChg>
      <pc:sldChg chg="modSp mod">
        <pc:chgData name="翟 锐" userId="fef11181f709266a" providerId="LiveId" clId="{47C3984C-A884-44FB-A44E-DB4C74737F95}" dt="2020-11-12T06:47:40.403" v="3335" actId="207"/>
        <pc:sldMkLst>
          <pc:docMk/>
          <pc:sldMk cId="2892082101" sldId="705"/>
        </pc:sldMkLst>
        <pc:spChg chg="mod">
          <ac:chgData name="翟 锐" userId="fef11181f709266a" providerId="LiveId" clId="{47C3984C-A884-44FB-A44E-DB4C74737F95}" dt="2020-11-12T06:47:40.403" v="3335" actId="207"/>
          <ac:spMkLst>
            <pc:docMk/>
            <pc:sldMk cId="2892082101" sldId="705"/>
            <ac:spMk id="2" creationId="{1A343DEC-CFF6-41F5-B87C-0DFC08C67B76}"/>
          </ac:spMkLst>
        </pc:spChg>
      </pc:sldChg>
      <pc:sldChg chg="modSp mod">
        <pc:chgData name="翟 锐" userId="fef11181f709266a" providerId="LiveId" clId="{47C3984C-A884-44FB-A44E-DB4C74737F95}" dt="2020-11-12T07:43:10.112" v="3416" actId="6549"/>
        <pc:sldMkLst>
          <pc:docMk/>
          <pc:sldMk cId="3803784510" sldId="706"/>
        </pc:sldMkLst>
        <pc:spChg chg="mod">
          <ac:chgData name="翟 锐" userId="fef11181f709266a" providerId="LiveId" clId="{47C3984C-A884-44FB-A44E-DB4C74737F95}" dt="2020-11-12T07:43:10.112" v="3416" actId="6549"/>
          <ac:spMkLst>
            <pc:docMk/>
            <pc:sldMk cId="3803784510" sldId="706"/>
            <ac:spMk id="2" creationId="{1A343DEC-CFF6-41F5-B87C-0DFC08C67B76}"/>
          </ac:spMkLst>
        </pc:spChg>
      </pc:sldChg>
      <pc:sldChg chg="modSp mod">
        <pc:chgData name="翟 锐" userId="fef11181f709266a" providerId="LiveId" clId="{47C3984C-A884-44FB-A44E-DB4C74737F95}" dt="2020-10-27T05:06:05.588" v="1918" actId="15"/>
        <pc:sldMkLst>
          <pc:docMk/>
          <pc:sldMk cId="4106013273" sldId="715"/>
        </pc:sldMkLst>
        <pc:spChg chg="mod">
          <ac:chgData name="翟 锐" userId="fef11181f709266a" providerId="LiveId" clId="{47C3984C-A884-44FB-A44E-DB4C74737F95}" dt="2020-10-27T05:06:05.588" v="1918" actId="15"/>
          <ac:spMkLst>
            <pc:docMk/>
            <pc:sldMk cId="4106013273" sldId="715"/>
            <ac:spMk id="2" creationId="{1A343DEC-CFF6-41F5-B87C-0DFC08C67B76}"/>
          </ac:spMkLst>
        </pc:spChg>
      </pc:sldChg>
      <pc:sldChg chg="modSp mod">
        <pc:chgData name="翟 锐" userId="fef11181f709266a" providerId="LiveId" clId="{47C3984C-A884-44FB-A44E-DB4C74737F95}" dt="2020-10-27T05:06:13.288" v="1919" actId="15"/>
        <pc:sldMkLst>
          <pc:docMk/>
          <pc:sldMk cId="744546943" sldId="716"/>
        </pc:sldMkLst>
        <pc:spChg chg="mod">
          <ac:chgData name="翟 锐" userId="fef11181f709266a" providerId="LiveId" clId="{47C3984C-A884-44FB-A44E-DB4C74737F95}" dt="2020-10-27T05:06:13.288" v="1919" actId="15"/>
          <ac:spMkLst>
            <pc:docMk/>
            <pc:sldMk cId="744546943" sldId="716"/>
            <ac:spMk id="2" creationId="{1A343DEC-CFF6-41F5-B87C-0DFC08C67B76}"/>
          </ac:spMkLst>
        </pc:spChg>
      </pc:sldChg>
      <pc:sldChg chg="add del">
        <pc:chgData name="翟 锐" userId="fef11181f709266a" providerId="LiveId" clId="{47C3984C-A884-44FB-A44E-DB4C74737F95}" dt="2020-11-12T08:59:29.700" v="3422" actId="47"/>
        <pc:sldMkLst>
          <pc:docMk/>
          <pc:sldMk cId="3748530875" sldId="720"/>
        </pc:sldMkLst>
      </pc:sldChg>
      <pc:sldChg chg="del">
        <pc:chgData name="翟 锐" userId="fef11181f709266a" providerId="LiveId" clId="{47C3984C-A884-44FB-A44E-DB4C74737F95}" dt="2020-10-27T05:08:46.979" v="1964" actId="2696"/>
        <pc:sldMkLst>
          <pc:docMk/>
          <pc:sldMk cId="4143907067" sldId="720"/>
        </pc:sldMkLst>
      </pc:sldChg>
      <pc:sldChg chg="del">
        <pc:chgData name="翟 锐" userId="fef11181f709266a" providerId="LiveId" clId="{47C3984C-A884-44FB-A44E-DB4C74737F95}" dt="2020-10-27T05:19:17.693" v="2180" actId="2696"/>
        <pc:sldMkLst>
          <pc:docMk/>
          <pc:sldMk cId="1008153253" sldId="721"/>
        </pc:sldMkLst>
      </pc:sldChg>
      <pc:sldChg chg="add">
        <pc:chgData name="翟 锐" userId="fef11181f709266a" providerId="LiveId" clId="{47C3984C-A884-44FB-A44E-DB4C74737F95}" dt="2020-10-27T05:19:23.622" v="2181"/>
        <pc:sldMkLst>
          <pc:docMk/>
          <pc:sldMk cId="2996892019" sldId="721"/>
        </pc:sldMkLst>
      </pc:sldChg>
      <pc:sldChg chg="modSp mod">
        <pc:chgData name="翟 锐" userId="fef11181f709266a" providerId="LiveId" clId="{47C3984C-A884-44FB-A44E-DB4C74737F95}" dt="2020-10-27T05:21:15.343" v="2235"/>
        <pc:sldMkLst>
          <pc:docMk/>
          <pc:sldMk cId="122259813" sldId="725"/>
        </pc:sldMkLst>
        <pc:spChg chg="mod">
          <ac:chgData name="翟 锐" userId="fef11181f709266a" providerId="LiveId" clId="{47C3984C-A884-44FB-A44E-DB4C74737F95}" dt="2020-10-27T05:21:15.343" v="2235"/>
          <ac:spMkLst>
            <pc:docMk/>
            <pc:sldMk cId="122259813" sldId="725"/>
            <ac:spMk id="2" creationId="{1A343DEC-CFF6-41F5-B87C-0DFC08C67B76}"/>
          </ac:spMkLst>
        </pc:spChg>
      </pc:sldChg>
      <pc:sldChg chg="addSp modSp new mod">
        <pc:chgData name="翟 锐" userId="fef11181f709266a" providerId="LiveId" clId="{47C3984C-A884-44FB-A44E-DB4C74737F95}" dt="2020-10-27T02:13:31.143" v="54" actId="2062"/>
        <pc:sldMkLst>
          <pc:docMk/>
          <pc:sldMk cId="3472372958" sldId="728"/>
        </pc:sldMkLst>
        <pc:graphicFrameChg chg="add mod modGraphic">
          <ac:chgData name="翟 锐" userId="fef11181f709266a" providerId="LiveId" clId="{47C3984C-A884-44FB-A44E-DB4C74737F95}" dt="2020-10-27T02:13:31.143" v="54" actId="2062"/>
          <ac:graphicFrameMkLst>
            <pc:docMk/>
            <pc:sldMk cId="3472372958" sldId="728"/>
            <ac:graphicFrameMk id="3" creationId="{EE758452-7637-4C00-9D1F-CE3FCFC0F1C7}"/>
          </ac:graphicFrameMkLst>
        </pc:graphicFrameChg>
      </pc:sldChg>
      <pc:sldChg chg="modSp add mod">
        <pc:chgData name="翟 锐" userId="fef11181f709266a" providerId="LiveId" clId="{47C3984C-A884-44FB-A44E-DB4C74737F95}" dt="2020-10-27T02:18:08.745" v="126" actId="21"/>
        <pc:sldMkLst>
          <pc:docMk/>
          <pc:sldMk cId="1962794675" sldId="729"/>
        </pc:sldMkLst>
        <pc:spChg chg="mod">
          <ac:chgData name="翟 锐" userId="fef11181f709266a" providerId="LiveId" clId="{47C3984C-A884-44FB-A44E-DB4C74737F95}" dt="2020-10-27T02:18:08.745" v="126" actId="21"/>
          <ac:spMkLst>
            <pc:docMk/>
            <pc:sldMk cId="1962794675" sldId="729"/>
            <ac:spMk id="2" creationId="{1A343DEC-CFF6-41F5-B87C-0DFC08C67B76}"/>
          </ac:spMkLst>
        </pc:spChg>
      </pc:sldChg>
      <pc:sldChg chg="modSp add mod">
        <pc:chgData name="翟 锐" userId="fef11181f709266a" providerId="LiveId" clId="{47C3984C-A884-44FB-A44E-DB4C74737F95}" dt="2020-10-27T02:18:46.694" v="138" actId="113"/>
        <pc:sldMkLst>
          <pc:docMk/>
          <pc:sldMk cId="2168615784" sldId="730"/>
        </pc:sldMkLst>
        <pc:spChg chg="mod">
          <ac:chgData name="翟 锐" userId="fef11181f709266a" providerId="LiveId" clId="{47C3984C-A884-44FB-A44E-DB4C74737F95}" dt="2020-10-27T02:18:46.694" v="138" actId="113"/>
          <ac:spMkLst>
            <pc:docMk/>
            <pc:sldMk cId="2168615784" sldId="730"/>
            <ac:spMk id="2" creationId="{1A343DEC-CFF6-41F5-B87C-0DFC08C67B76}"/>
          </ac:spMkLst>
        </pc:spChg>
      </pc:sldChg>
      <pc:sldChg chg="modSp add mod">
        <pc:chgData name="翟 锐" userId="fef11181f709266a" providerId="LiveId" clId="{47C3984C-A884-44FB-A44E-DB4C74737F95}" dt="2020-10-27T02:20:02.144" v="151" actId="404"/>
        <pc:sldMkLst>
          <pc:docMk/>
          <pc:sldMk cId="4119829937" sldId="731"/>
        </pc:sldMkLst>
        <pc:spChg chg="mod">
          <ac:chgData name="翟 锐" userId="fef11181f709266a" providerId="LiveId" clId="{47C3984C-A884-44FB-A44E-DB4C74737F95}" dt="2020-10-27T02:20:02.144" v="151" actId="404"/>
          <ac:spMkLst>
            <pc:docMk/>
            <pc:sldMk cId="4119829937" sldId="731"/>
            <ac:spMk id="2" creationId="{1A343DEC-CFF6-41F5-B87C-0DFC08C67B76}"/>
          </ac:spMkLst>
        </pc:spChg>
      </pc:sldChg>
      <pc:sldChg chg="modSp add mod">
        <pc:chgData name="翟 锐" userId="fef11181f709266a" providerId="LiveId" clId="{47C3984C-A884-44FB-A44E-DB4C74737F95}" dt="2020-10-27T02:20:38.206" v="166" actId="6549"/>
        <pc:sldMkLst>
          <pc:docMk/>
          <pc:sldMk cId="2573176893" sldId="732"/>
        </pc:sldMkLst>
        <pc:spChg chg="mod">
          <ac:chgData name="翟 锐" userId="fef11181f709266a" providerId="LiveId" clId="{47C3984C-A884-44FB-A44E-DB4C74737F95}" dt="2020-10-27T02:20:38.206" v="166" actId="6549"/>
          <ac:spMkLst>
            <pc:docMk/>
            <pc:sldMk cId="2573176893" sldId="732"/>
            <ac:spMk id="2" creationId="{1A343DEC-CFF6-41F5-B87C-0DFC08C67B76}"/>
          </ac:spMkLst>
        </pc:spChg>
      </pc:sldChg>
      <pc:sldChg chg="addSp delSp modSp add mod">
        <pc:chgData name="翟 锐" userId="fef11181f709266a" providerId="LiveId" clId="{47C3984C-A884-44FB-A44E-DB4C74737F95}" dt="2020-10-27T02:22:31.027" v="204" actId="22"/>
        <pc:sldMkLst>
          <pc:docMk/>
          <pc:sldMk cId="646988835" sldId="733"/>
        </pc:sldMkLst>
        <pc:spChg chg="mod">
          <ac:chgData name="翟 锐" userId="fef11181f709266a" providerId="LiveId" clId="{47C3984C-A884-44FB-A44E-DB4C74737F95}" dt="2020-10-27T02:21:57.208" v="202" actId="207"/>
          <ac:spMkLst>
            <pc:docMk/>
            <pc:sldMk cId="646988835" sldId="733"/>
            <ac:spMk id="2" creationId="{1A343DEC-CFF6-41F5-B87C-0DFC08C67B76}"/>
          </ac:spMkLst>
        </pc:spChg>
        <pc:spChg chg="add del">
          <ac:chgData name="翟 锐" userId="fef11181f709266a" providerId="LiveId" clId="{47C3984C-A884-44FB-A44E-DB4C74737F95}" dt="2020-10-27T02:22:31.027" v="204" actId="22"/>
          <ac:spMkLst>
            <pc:docMk/>
            <pc:sldMk cId="646988835" sldId="733"/>
            <ac:spMk id="7" creationId="{1BBD43CB-9A14-4334-9985-3E12D19CECB6}"/>
          </ac:spMkLst>
        </pc:spChg>
      </pc:sldChg>
      <pc:sldChg chg="modSp add mod">
        <pc:chgData name="翟 锐" userId="fef11181f709266a" providerId="LiveId" clId="{47C3984C-A884-44FB-A44E-DB4C74737F95}" dt="2020-10-27T02:23:09.857" v="218" actId="20577"/>
        <pc:sldMkLst>
          <pc:docMk/>
          <pc:sldMk cId="3259588988" sldId="734"/>
        </pc:sldMkLst>
        <pc:spChg chg="mod">
          <ac:chgData name="翟 锐" userId="fef11181f709266a" providerId="LiveId" clId="{47C3984C-A884-44FB-A44E-DB4C74737F95}" dt="2020-10-27T02:23:09.857" v="218" actId="20577"/>
          <ac:spMkLst>
            <pc:docMk/>
            <pc:sldMk cId="3259588988" sldId="734"/>
            <ac:spMk id="2" creationId="{1A343DEC-CFF6-41F5-B87C-0DFC08C67B76}"/>
          </ac:spMkLst>
        </pc:spChg>
      </pc:sldChg>
      <pc:sldChg chg="modSp add mod">
        <pc:chgData name="翟 锐" userId="fef11181f709266a" providerId="LiveId" clId="{47C3984C-A884-44FB-A44E-DB4C74737F95}" dt="2020-10-27T02:23:45.206" v="225" actId="404"/>
        <pc:sldMkLst>
          <pc:docMk/>
          <pc:sldMk cId="1913995393" sldId="735"/>
        </pc:sldMkLst>
        <pc:spChg chg="mod">
          <ac:chgData name="翟 锐" userId="fef11181f709266a" providerId="LiveId" clId="{47C3984C-A884-44FB-A44E-DB4C74737F95}" dt="2020-10-27T02:23:45.206" v="225" actId="404"/>
          <ac:spMkLst>
            <pc:docMk/>
            <pc:sldMk cId="1913995393" sldId="735"/>
            <ac:spMk id="2" creationId="{1A343DEC-CFF6-41F5-B87C-0DFC08C67B76}"/>
          </ac:spMkLst>
        </pc:spChg>
      </pc:sldChg>
      <pc:sldChg chg="modSp add mod">
        <pc:chgData name="翟 锐" userId="fef11181f709266a" providerId="LiveId" clId="{47C3984C-A884-44FB-A44E-DB4C74737F95}" dt="2020-10-27T02:23:59.757" v="230"/>
        <pc:sldMkLst>
          <pc:docMk/>
          <pc:sldMk cId="2182010768" sldId="736"/>
        </pc:sldMkLst>
        <pc:spChg chg="mod">
          <ac:chgData name="翟 锐" userId="fef11181f709266a" providerId="LiveId" clId="{47C3984C-A884-44FB-A44E-DB4C74737F95}" dt="2020-10-27T02:23:59.757" v="230"/>
          <ac:spMkLst>
            <pc:docMk/>
            <pc:sldMk cId="2182010768" sldId="736"/>
            <ac:spMk id="2" creationId="{1A343DEC-CFF6-41F5-B87C-0DFC08C67B76}"/>
          </ac:spMkLst>
        </pc:spChg>
      </pc:sldChg>
      <pc:sldChg chg="modSp add mod">
        <pc:chgData name="翟 锐" userId="fef11181f709266a" providerId="LiveId" clId="{47C3984C-A884-44FB-A44E-DB4C74737F95}" dt="2020-10-27T02:24:14.077" v="233"/>
        <pc:sldMkLst>
          <pc:docMk/>
          <pc:sldMk cId="292024452" sldId="737"/>
        </pc:sldMkLst>
        <pc:spChg chg="mod">
          <ac:chgData name="翟 锐" userId="fef11181f709266a" providerId="LiveId" clId="{47C3984C-A884-44FB-A44E-DB4C74737F95}" dt="2020-10-27T02:24:14.077" v="233"/>
          <ac:spMkLst>
            <pc:docMk/>
            <pc:sldMk cId="292024452" sldId="737"/>
            <ac:spMk id="2" creationId="{1A343DEC-CFF6-41F5-B87C-0DFC08C67B76}"/>
          </ac:spMkLst>
        </pc:spChg>
      </pc:sldChg>
      <pc:sldChg chg="modSp add mod">
        <pc:chgData name="翟 锐" userId="fef11181f709266a" providerId="LiveId" clId="{47C3984C-A884-44FB-A44E-DB4C74737F95}" dt="2020-10-27T02:24:38.467" v="240" actId="6549"/>
        <pc:sldMkLst>
          <pc:docMk/>
          <pc:sldMk cId="2302559893" sldId="738"/>
        </pc:sldMkLst>
        <pc:spChg chg="mod">
          <ac:chgData name="翟 锐" userId="fef11181f709266a" providerId="LiveId" clId="{47C3984C-A884-44FB-A44E-DB4C74737F95}" dt="2020-10-27T02:24:38.467" v="240" actId="6549"/>
          <ac:spMkLst>
            <pc:docMk/>
            <pc:sldMk cId="2302559893" sldId="738"/>
            <ac:spMk id="2" creationId="{1A343DEC-CFF6-41F5-B87C-0DFC08C67B76}"/>
          </ac:spMkLst>
        </pc:spChg>
      </pc:sldChg>
      <pc:sldChg chg="addSp delSp modSp add mod">
        <pc:chgData name="翟 锐" userId="fef11181f709266a" providerId="LiveId" clId="{47C3984C-A884-44FB-A44E-DB4C74737F95}" dt="2020-10-27T02:29:52.149" v="271" actId="1076"/>
        <pc:sldMkLst>
          <pc:docMk/>
          <pc:sldMk cId="512740645" sldId="739"/>
        </pc:sldMkLst>
        <pc:spChg chg="del">
          <ac:chgData name="翟 锐" userId="fef11181f709266a" providerId="LiveId" clId="{47C3984C-A884-44FB-A44E-DB4C74737F95}" dt="2020-10-27T02:25:46.567" v="242" actId="478"/>
          <ac:spMkLst>
            <pc:docMk/>
            <pc:sldMk cId="512740645" sldId="739"/>
            <ac:spMk id="4" creationId="{CCD1A25C-018C-4618-A02A-9E6268A93856}"/>
          </ac:spMkLst>
        </pc:spChg>
        <pc:spChg chg="mod">
          <ac:chgData name="翟 锐" userId="fef11181f709266a" providerId="LiveId" clId="{47C3984C-A884-44FB-A44E-DB4C74737F95}" dt="2020-10-27T02:29:35.229" v="267" actId="14100"/>
          <ac:spMkLst>
            <pc:docMk/>
            <pc:sldMk cId="512740645" sldId="739"/>
            <ac:spMk id="6" creationId="{7E66A559-A69C-4315-8CD1-E8090A635AE5}"/>
          </ac:spMkLst>
        </pc:spChg>
        <pc:spChg chg="mod">
          <ac:chgData name="翟 锐" userId="fef11181f709266a" providerId="LiveId" clId="{47C3984C-A884-44FB-A44E-DB4C74737F95}" dt="2020-10-27T02:29:35.229" v="267" actId="14100"/>
          <ac:spMkLst>
            <pc:docMk/>
            <pc:sldMk cId="512740645" sldId="739"/>
            <ac:spMk id="7" creationId="{5256E8A0-6F56-4640-A2F4-9639FBFB7CA6}"/>
          </ac:spMkLst>
        </pc:spChg>
        <pc:spChg chg="mod">
          <ac:chgData name="翟 锐" userId="fef11181f709266a" providerId="LiveId" clId="{47C3984C-A884-44FB-A44E-DB4C74737F95}" dt="2020-10-27T02:29:35.229" v="267" actId="14100"/>
          <ac:spMkLst>
            <pc:docMk/>
            <pc:sldMk cId="512740645" sldId="739"/>
            <ac:spMk id="8" creationId="{E191806A-982D-43C6-8FE9-07243C42EA85}"/>
          </ac:spMkLst>
        </pc:spChg>
        <pc:spChg chg="mod">
          <ac:chgData name="翟 锐" userId="fef11181f709266a" providerId="LiveId" clId="{47C3984C-A884-44FB-A44E-DB4C74737F95}" dt="2020-10-27T02:29:35.229" v="267" actId="14100"/>
          <ac:spMkLst>
            <pc:docMk/>
            <pc:sldMk cId="512740645" sldId="739"/>
            <ac:spMk id="9" creationId="{B13E11B9-7C6E-4614-A21B-83EE816B240C}"/>
          </ac:spMkLst>
        </pc:spChg>
        <pc:spChg chg="mod">
          <ac:chgData name="翟 锐" userId="fef11181f709266a" providerId="LiveId" clId="{47C3984C-A884-44FB-A44E-DB4C74737F95}" dt="2020-10-27T02:29:35.229" v="267" actId="14100"/>
          <ac:spMkLst>
            <pc:docMk/>
            <pc:sldMk cId="512740645" sldId="739"/>
            <ac:spMk id="10" creationId="{608B3C9B-D170-420F-9A40-6D633233B4D8}"/>
          </ac:spMkLst>
        </pc:spChg>
        <pc:spChg chg="mod">
          <ac:chgData name="翟 锐" userId="fef11181f709266a" providerId="LiveId" clId="{47C3984C-A884-44FB-A44E-DB4C74737F95}" dt="2020-10-27T02:29:35.229" v="267" actId="14100"/>
          <ac:spMkLst>
            <pc:docMk/>
            <pc:sldMk cId="512740645" sldId="739"/>
            <ac:spMk id="11" creationId="{496B5560-9D3A-4DF3-91EE-1B78B4650558}"/>
          </ac:spMkLst>
        </pc:spChg>
        <pc:spChg chg="mod">
          <ac:chgData name="翟 锐" userId="fef11181f709266a" providerId="LiveId" clId="{47C3984C-A884-44FB-A44E-DB4C74737F95}" dt="2020-10-27T02:29:35.229" v="267" actId="14100"/>
          <ac:spMkLst>
            <pc:docMk/>
            <pc:sldMk cId="512740645" sldId="739"/>
            <ac:spMk id="12" creationId="{7091ED74-2D13-45FF-BB22-E2D8A9114683}"/>
          </ac:spMkLst>
        </pc:spChg>
        <pc:spChg chg="mod">
          <ac:chgData name="翟 锐" userId="fef11181f709266a" providerId="LiveId" clId="{47C3984C-A884-44FB-A44E-DB4C74737F95}" dt="2020-10-27T02:29:35.229" v="267" actId="14100"/>
          <ac:spMkLst>
            <pc:docMk/>
            <pc:sldMk cId="512740645" sldId="739"/>
            <ac:spMk id="13" creationId="{71289242-5FC4-4F5C-94E4-C7D9EFFED0E9}"/>
          </ac:spMkLst>
        </pc:spChg>
        <pc:spChg chg="mod">
          <ac:chgData name="翟 锐" userId="fef11181f709266a" providerId="LiveId" clId="{47C3984C-A884-44FB-A44E-DB4C74737F95}" dt="2020-10-27T02:29:35.229" v="267" actId="14100"/>
          <ac:spMkLst>
            <pc:docMk/>
            <pc:sldMk cId="512740645" sldId="739"/>
            <ac:spMk id="14" creationId="{05EF955D-393D-4C3E-B155-1D7996519011}"/>
          </ac:spMkLst>
        </pc:spChg>
        <pc:spChg chg="mod">
          <ac:chgData name="翟 锐" userId="fef11181f709266a" providerId="LiveId" clId="{47C3984C-A884-44FB-A44E-DB4C74737F95}" dt="2020-10-27T02:29:35.229" v="267" actId="14100"/>
          <ac:spMkLst>
            <pc:docMk/>
            <pc:sldMk cId="512740645" sldId="739"/>
            <ac:spMk id="15" creationId="{2177AA1A-DA67-4503-A224-0F11BB2C6861}"/>
          </ac:spMkLst>
        </pc:spChg>
        <pc:spChg chg="mod">
          <ac:chgData name="翟 锐" userId="fef11181f709266a" providerId="LiveId" clId="{47C3984C-A884-44FB-A44E-DB4C74737F95}" dt="2020-10-27T02:29:35.229" v="267" actId="14100"/>
          <ac:spMkLst>
            <pc:docMk/>
            <pc:sldMk cId="512740645" sldId="739"/>
            <ac:spMk id="16" creationId="{5ADBF590-3D57-47F1-9607-CA1B0B2C5715}"/>
          </ac:spMkLst>
        </pc:spChg>
        <pc:spChg chg="mod">
          <ac:chgData name="翟 锐" userId="fef11181f709266a" providerId="LiveId" clId="{47C3984C-A884-44FB-A44E-DB4C74737F95}" dt="2020-10-27T02:29:35.229" v="267" actId="14100"/>
          <ac:spMkLst>
            <pc:docMk/>
            <pc:sldMk cId="512740645" sldId="739"/>
            <ac:spMk id="17" creationId="{52F7D8BE-45FE-40A1-B59A-A9DA02A728BC}"/>
          </ac:spMkLst>
        </pc:spChg>
        <pc:spChg chg="mod">
          <ac:chgData name="翟 锐" userId="fef11181f709266a" providerId="LiveId" clId="{47C3984C-A884-44FB-A44E-DB4C74737F95}" dt="2020-10-27T02:29:35.229" v="267" actId="14100"/>
          <ac:spMkLst>
            <pc:docMk/>
            <pc:sldMk cId="512740645" sldId="739"/>
            <ac:spMk id="18" creationId="{20056440-2BBB-43A6-9448-EB93F2BE197B}"/>
          </ac:spMkLst>
        </pc:spChg>
        <pc:spChg chg="mod">
          <ac:chgData name="翟 锐" userId="fef11181f709266a" providerId="LiveId" clId="{47C3984C-A884-44FB-A44E-DB4C74737F95}" dt="2020-10-27T02:29:35.229" v="267" actId="14100"/>
          <ac:spMkLst>
            <pc:docMk/>
            <pc:sldMk cId="512740645" sldId="739"/>
            <ac:spMk id="19" creationId="{845BAB6F-9CFE-40C7-A690-0D9C31913FCF}"/>
          </ac:spMkLst>
        </pc:spChg>
        <pc:spChg chg="mod">
          <ac:chgData name="翟 锐" userId="fef11181f709266a" providerId="LiveId" clId="{47C3984C-A884-44FB-A44E-DB4C74737F95}" dt="2020-10-27T02:29:35.229" v="267" actId="14100"/>
          <ac:spMkLst>
            <pc:docMk/>
            <pc:sldMk cId="512740645" sldId="739"/>
            <ac:spMk id="20" creationId="{6116AC18-AD25-4E50-8430-B96194F2DD24}"/>
          </ac:spMkLst>
        </pc:spChg>
        <pc:spChg chg="mod">
          <ac:chgData name="翟 锐" userId="fef11181f709266a" providerId="LiveId" clId="{47C3984C-A884-44FB-A44E-DB4C74737F95}" dt="2020-10-27T02:29:35.229" v="267" actId="14100"/>
          <ac:spMkLst>
            <pc:docMk/>
            <pc:sldMk cId="512740645" sldId="739"/>
            <ac:spMk id="21" creationId="{DB05786D-0978-403B-9441-CE22D68EBE32}"/>
          </ac:spMkLst>
        </pc:spChg>
        <pc:spChg chg="mod">
          <ac:chgData name="翟 锐" userId="fef11181f709266a" providerId="LiveId" clId="{47C3984C-A884-44FB-A44E-DB4C74737F95}" dt="2020-10-27T02:29:35.229" v="267" actId="14100"/>
          <ac:spMkLst>
            <pc:docMk/>
            <pc:sldMk cId="512740645" sldId="739"/>
            <ac:spMk id="22" creationId="{A3372B91-C6D3-4701-B316-3C09285155CE}"/>
          </ac:spMkLst>
        </pc:spChg>
        <pc:spChg chg="mod">
          <ac:chgData name="翟 锐" userId="fef11181f709266a" providerId="LiveId" clId="{47C3984C-A884-44FB-A44E-DB4C74737F95}" dt="2020-10-27T02:29:35.229" v="267" actId="14100"/>
          <ac:spMkLst>
            <pc:docMk/>
            <pc:sldMk cId="512740645" sldId="739"/>
            <ac:spMk id="23" creationId="{333913D8-AD27-4040-8A09-5C5760A98437}"/>
          </ac:spMkLst>
        </pc:spChg>
        <pc:spChg chg="mod">
          <ac:chgData name="翟 锐" userId="fef11181f709266a" providerId="LiveId" clId="{47C3984C-A884-44FB-A44E-DB4C74737F95}" dt="2020-10-27T02:29:35.229" v="267" actId="14100"/>
          <ac:spMkLst>
            <pc:docMk/>
            <pc:sldMk cId="512740645" sldId="739"/>
            <ac:spMk id="24" creationId="{1F00D5F6-997E-47AE-A189-832950CDA0A2}"/>
          </ac:spMkLst>
        </pc:spChg>
        <pc:spChg chg="mod">
          <ac:chgData name="翟 锐" userId="fef11181f709266a" providerId="LiveId" clId="{47C3984C-A884-44FB-A44E-DB4C74737F95}" dt="2020-10-27T02:29:35.229" v="267" actId="14100"/>
          <ac:spMkLst>
            <pc:docMk/>
            <pc:sldMk cId="512740645" sldId="739"/>
            <ac:spMk id="25" creationId="{55581FDC-1493-4F8F-B76F-6E23AD322053}"/>
          </ac:spMkLst>
        </pc:spChg>
        <pc:spChg chg="mod">
          <ac:chgData name="翟 锐" userId="fef11181f709266a" providerId="LiveId" clId="{47C3984C-A884-44FB-A44E-DB4C74737F95}" dt="2020-10-27T02:29:35.229" v="267" actId="14100"/>
          <ac:spMkLst>
            <pc:docMk/>
            <pc:sldMk cId="512740645" sldId="739"/>
            <ac:spMk id="26" creationId="{79808E4B-A804-4D31-A204-EBA3B947108B}"/>
          </ac:spMkLst>
        </pc:spChg>
        <pc:spChg chg="mod">
          <ac:chgData name="翟 锐" userId="fef11181f709266a" providerId="LiveId" clId="{47C3984C-A884-44FB-A44E-DB4C74737F95}" dt="2020-10-27T02:29:35.229" v="267" actId="14100"/>
          <ac:spMkLst>
            <pc:docMk/>
            <pc:sldMk cId="512740645" sldId="739"/>
            <ac:spMk id="27" creationId="{1448E95E-26D4-4002-B326-98A300091CCD}"/>
          </ac:spMkLst>
        </pc:spChg>
        <pc:spChg chg="mod">
          <ac:chgData name="翟 锐" userId="fef11181f709266a" providerId="LiveId" clId="{47C3984C-A884-44FB-A44E-DB4C74737F95}" dt="2020-10-27T02:29:35.229" v="267" actId="14100"/>
          <ac:spMkLst>
            <pc:docMk/>
            <pc:sldMk cId="512740645" sldId="739"/>
            <ac:spMk id="28" creationId="{F3CA57FF-F49D-44CC-B774-6B84D4B62EA3}"/>
          </ac:spMkLst>
        </pc:spChg>
        <pc:spChg chg="mod">
          <ac:chgData name="翟 锐" userId="fef11181f709266a" providerId="LiveId" clId="{47C3984C-A884-44FB-A44E-DB4C74737F95}" dt="2020-10-27T02:29:35.229" v="267" actId="14100"/>
          <ac:spMkLst>
            <pc:docMk/>
            <pc:sldMk cId="512740645" sldId="739"/>
            <ac:spMk id="29" creationId="{758E18CC-B63C-4ADA-A143-1A0B7A338F7A}"/>
          </ac:spMkLst>
        </pc:spChg>
        <pc:spChg chg="mod">
          <ac:chgData name="翟 锐" userId="fef11181f709266a" providerId="LiveId" clId="{47C3984C-A884-44FB-A44E-DB4C74737F95}" dt="2020-10-27T02:29:35.229" v="267" actId="14100"/>
          <ac:spMkLst>
            <pc:docMk/>
            <pc:sldMk cId="512740645" sldId="739"/>
            <ac:spMk id="30" creationId="{E0ECC303-29F8-4290-8763-77A906156C65}"/>
          </ac:spMkLst>
        </pc:spChg>
        <pc:spChg chg="mod">
          <ac:chgData name="翟 锐" userId="fef11181f709266a" providerId="LiveId" clId="{47C3984C-A884-44FB-A44E-DB4C74737F95}" dt="2020-10-27T02:29:35.229" v="267" actId="14100"/>
          <ac:spMkLst>
            <pc:docMk/>
            <pc:sldMk cId="512740645" sldId="739"/>
            <ac:spMk id="31" creationId="{281A5076-A9B0-4EBA-B39B-C7B0484FEC86}"/>
          </ac:spMkLst>
        </pc:spChg>
        <pc:spChg chg="mod">
          <ac:chgData name="翟 锐" userId="fef11181f709266a" providerId="LiveId" clId="{47C3984C-A884-44FB-A44E-DB4C74737F95}" dt="2020-10-27T02:29:35.229" v="267" actId="14100"/>
          <ac:spMkLst>
            <pc:docMk/>
            <pc:sldMk cId="512740645" sldId="739"/>
            <ac:spMk id="32" creationId="{BE4C4B8E-CC0D-4823-8E37-15EE7BA179AB}"/>
          </ac:spMkLst>
        </pc:spChg>
        <pc:spChg chg="mod">
          <ac:chgData name="翟 锐" userId="fef11181f709266a" providerId="LiveId" clId="{47C3984C-A884-44FB-A44E-DB4C74737F95}" dt="2020-10-27T02:29:35.229" v="267" actId="14100"/>
          <ac:spMkLst>
            <pc:docMk/>
            <pc:sldMk cId="512740645" sldId="739"/>
            <ac:spMk id="33" creationId="{350B206E-761C-460E-97BB-D5E3C0D24055}"/>
          </ac:spMkLst>
        </pc:spChg>
        <pc:spChg chg="mod">
          <ac:chgData name="翟 锐" userId="fef11181f709266a" providerId="LiveId" clId="{47C3984C-A884-44FB-A44E-DB4C74737F95}" dt="2020-10-27T02:29:35.229" v="267" actId="14100"/>
          <ac:spMkLst>
            <pc:docMk/>
            <pc:sldMk cId="512740645" sldId="739"/>
            <ac:spMk id="34" creationId="{45A41758-FFDE-48F6-A18F-DB29EE23CF1F}"/>
          </ac:spMkLst>
        </pc:spChg>
        <pc:spChg chg="mod">
          <ac:chgData name="翟 锐" userId="fef11181f709266a" providerId="LiveId" clId="{47C3984C-A884-44FB-A44E-DB4C74737F95}" dt="2020-10-27T02:29:35.229" v="267" actId="14100"/>
          <ac:spMkLst>
            <pc:docMk/>
            <pc:sldMk cId="512740645" sldId="739"/>
            <ac:spMk id="35" creationId="{C88BE76D-2599-442B-877D-794CB3342932}"/>
          </ac:spMkLst>
        </pc:spChg>
        <pc:spChg chg="mod">
          <ac:chgData name="翟 锐" userId="fef11181f709266a" providerId="LiveId" clId="{47C3984C-A884-44FB-A44E-DB4C74737F95}" dt="2020-10-27T02:29:35.229" v="267" actId="14100"/>
          <ac:spMkLst>
            <pc:docMk/>
            <pc:sldMk cId="512740645" sldId="739"/>
            <ac:spMk id="36" creationId="{7004EBF4-F44D-436D-AF83-91A29423CC8A}"/>
          </ac:spMkLst>
        </pc:spChg>
        <pc:spChg chg="mod">
          <ac:chgData name="翟 锐" userId="fef11181f709266a" providerId="LiveId" clId="{47C3984C-A884-44FB-A44E-DB4C74737F95}" dt="2020-10-27T02:29:35.229" v="267" actId="14100"/>
          <ac:spMkLst>
            <pc:docMk/>
            <pc:sldMk cId="512740645" sldId="739"/>
            <ac:spMk id="37" creationId="{0812ADA9-4D73-4B3D-8632-8E5452EFE396}"/>
          </ac:spMkLst>
        </pc:spChg>
        <pc:spChg chg="mod">
          <ac:chgData name="翟 锐" userId="fef11181f709266a" providerId="LiveId" clId="{47C3984C-A884-44FB-A44E-DB4C74737F95}" dt="2020-10-27T02:29:35.229" v="267" actId="14100"/>
          <ac:spMkLst>
            <pc:docMk/>
            <pc:sldMk cId="512740645" sldId="739"/>
            <ac:spMk id="38" creationId="{6E81DAD5-DB01-4304-BCC5-5484A6AEDD05}"/>
          </ac:spMkLst>
        </pc:spChg>
        <pc:spChg chg="mod">
          <ac:chgData name="翟 锐" userId="fef11181f709266a" providerId="LiveId" clId="{47C3984C-A884-44FB-A44E-DB4C74737F95}" dt="2020-10-27T02:29:35.229" v="267" actId="14100"/>
          <ac:spMkLst>
            <pc:docMk/>
            <pc:sldMk cId="512740645" sldId="739"/>
            <ac:spMk id="39" creationId="{E13135CB-CE92-4C4B-8AEF-FD1030322ECB}"/>
          </ac:spMkLst>
        </pc:spChg>
        <pc:spChg chg="mod">
          <ac:chgData name="翟 锐" userId="fef11181f709266a" providerId="LiveId" clId="{47C3984C-A884-44FB-A44E-DB4C74737F95}" dt="2020-10-27T02:29:35.229" v="267" actId="14100"/>
          <ac:spMkLst>
            <pc:docMk/>
            <pc:sldMk cId="512740645" sldId="739"/>
            <ac:spMk id="40" creationId="{ADD5971A-B730-4D90-9A6C-D492CBF5ECC5}"/>
          </ac:spMkLst>
        </pc:spChg>
        <pc:spChg chg="mod">
          <ac:chgData name="翟 锐" userId="fef11181f709266a" providerId="LiveId" clId="{47C3984C-A884-44FB-A44E-DB4C74737F95}" dt="2020-10-27T02:29:35.229" v="267" actId="14100"/>
          <ac:spMkLst>
            <pc:docMk/>
            <pc:sldMk cId="512740645" sldId="739"/>
            <ac:spMk id="41" creationId="{4003B53B-524C-4492-ACBD-47DBCD5BE084}"/>
          </ac:spMkLst>
        </pc:spChg>
        <pc:spChg chg="mod">
          <ac:chgData name="翟 锐" userId="fef11181f709266a" providerId="LiveId" clId="{47C3984C-A884-44FB-A44E-DB4C74737F95}" dt="2020-10-27T02:29:35.229" v="267" actId="14100"/>
          <ac:spMkLst>
            <pc:docMk/>
            <pc:sldMk cId="512740645" sldId="739"/>
            <ac:spMk id="42" creationId="{EB3660E1-6B46-488E-89A8-3C831E7013E9}"/>
          </ac:spMkLst>
        </pc:spChg>
        <pc:spChg chg="mod">
          <ac:chgData name="翟 锐" userId="fef11181f709266a" providerId="LiveId" clId="{47C3984C-A884-44FB-A44E-DB4C74737F95}" dt="2020-10-27T02:29:35.229" v="267" actId="14100"/>
          <ac:spMkLst>
            <pc:docMk/>
            <pc:sldMk cId="512740645" sldId="739"/>
            <ac:spMk id="43" creationId="{BD05A484-9CBB-4863-B51A-0BF17CFBE402}"/>
          </ac:spMkLst>
        </pc:spChg>
        <pc:spChg chg="mod">
          <ac:chgData name="翟 锐" userId="fef11181f709266a" providerId="LiveId" clId="{47C3984C-A884-44FB-A44E-DB4C74737F95}" dt="2020-10-27T02:29:35.229" v="267" actId="14100"/>
          <ac:spMkLst>
            <pc:docMk/>
            <pc:sldMk cId="512740645" sldId="739"/>
            <ac:spMk id="44" creationId="{BCF493CF-48F6-405B-8FCD-6DB5FDFE62E3}"/>
          </ac:spMkLst>
        </pc:spChg>
        <pc:spChg chg="mod">
          <ac:chgData name="翟 锐" userId="fef11181f709266a" providerId="LiveId" clId="{47C3984C-A884-44FB-A44E-DB4C74737F95}" dt="2020-10-27T02:29:35.229" v="267" actId="14100"/>
          <ac:spMkLst>
            <pc:docMk/>
            <pc:sldMk cId="512740645" sldId="739"/>
            <ac:spMk id="45" creationId="{DC8FEB78-A8D0-499B-B494-0B7307236461}"/>
          </ac:spMkLst>
        </pc:spChg>
        <pc:spChg chg="mod">
          <ac:chgData name="翟 锐" userId="fef11181f709266a" providerId="LiveId" clId="{47C3984C-A884-44FB-A44E-DB4C74737F95}" dt="2020-10-27T02:29:35.229" v="267" actId="14100"/>
          <ac:spMkLst>
            <pc:docMk/>
            <pc:sldMk cId="512740645" sldId="739"/>
            <ac:spMk id="46" creationId="{456AA3F2-FDFF-438F-9CB0-36118BCE6DAD}"/>
          </ac:spMkLst>
        </pc:spChg>
        <pc:spChg chg="mod">
          <ac:chgData name="翟 锐" userId="fef11181f709266a" providerId="LiveId" clId="{47C3984C-A884-44FB-A44E-DB4C74737F95}" dt="2020-10-27T02:29:35.229" v="267" actId="14100"/>
          <ac:spMkLst>
            <pc:docMk/>
            <pc:sldMk cId="512740645" sldId="739"/>
            <ac:spMk id="47" creationId="{583A2D9E-62F2-41AB-9496-85967F21BC42}"/>
          </ac:spMkLst>
        </pc:spChg>
        <pc:spChg chg="mod">
          <ac:chgData name="翟 锐" userId="fef11181f709266a" providerId="LiveId" clId="{47C3984C-A884-44FB-A44E-DB4C74737F95}" dt="2020-10-27T02:29:35.229" v="267" actId="14100"/>
          <ac:spMkLst>
            <pc:docMk/>
            <pc:sldMk cId="512740645" sldId="739"/>
            <ac:spMk id="48" creationId="{CF12F8F1-75C1-40DF-BC1F-EEDAD64EE5A7}"/>
          </ac:spMkLst>
        </pc:spChg>
        <pc:spChg chg="mod">
          <ac:chgData name="翟 锐" userId="fef11181f709266a" providerId="LiveId" clId="{47C3984C-A884-44FB-A44E-DB4C74737F95}" dt="2020-10-27T02:29:35.229" v="267" actId="14100"/>
          <ac:spMkLst>
            <pc:docMk/>
            <pc:sldMk cId="512740645" sldId="739"/>
            <ac:spMk id="49" creationId="{745B2AE2-B102-4757-9A2B-20A4361424C2}"/>
          </ac:spMkLst>
        </pc:spChg>
        <pc:spChg chg="mod">
          <ac:chgData name="翟 锐" userId="fef11181f709266a" providerId="LiveId" clId="{47C3984C-A884-44FB-A44E-DB4C74737F95}" dt="2020-10-27T02:29:35.229" v="267" actId="14100"/>
          <ac:spMkLst>
            <pc:docMk/>
            <pc:sldMk cId="512740645" sldId="739"/>
            <ac:spMk id="50" creationId="{C83790ED-C67B-44C6-BB3D-C8C1ECA688E3}"/>
          </ac:spMkLst>
        </pc:spChg>
        <pc:spChg chg="mod">
          <ac:chgData name="翟 锐" userId="fef11181f709266a" providerId="LiveId" clId="{47C3984C-A884-44FB-A44E-DB4C74737F95}" dt="2020-10-27T02:29:35.229" v="267" actId="14100"/>
          <ac:spMkLst>
            <pc:docMk/>
            <pc:sldMk cId="512740645" sldId="739"/>
            <ac:spMk id="51" creationId="{73534D44-A1D7-4232-A283-6F1E4030DC5C}"/>
          </ac:spMkLst>
        </pc:spChg>
        <pc:spChg chg="mod">
          <ac:chgData name="翟 锐" userId="fef11181f709266a" providerId="LiveId" clId="{47C3984C-A884-44FB-A44E-DB4C74737F95}" dt="2020-10-27T02:29:35.229" v="267" actId="14100"/>
          <ac:spMkLst>
            <pc:docMk/>
            <pc:sldMk cId="512740645" sldId="739"/>
            <ac:spMk id="52" creationId="{37F5C356-EDB6-413E-BA73-D6F75715EDC8}"/>
          </ac:spMkLst>
        </pc:spChg>
        <pc:spChg chg="mod">
          <ac:chgData name="翟 锐" userId="fef11181f709266a" providerId="LiveId" clId="{47C3984C-A884-44FB-A44E-DB4C74737F95}" dt="2020-10-27T02:29:35.229" v="267" actId="14100"/>
          <ac:spMkLst>
            <pc:docMk/>
            <pc:sldMk cId="512740645" sldId="739"/>
            <ac:spMk id="53" creationId="{D6401631-2CE9-4A94-8AF9-26284F224DF7}"/>
          </ac:spMkLst>
        </pc:spChg>
        <pc:spChg chg="mod">
          <ac:chgData name="翟 锐" userId="fef11181f709266a" providerId="LiveId" clId="{47C3984C-A884-44FB-A44E-DB4C74737F95}" dt="2020-10-27T02:29:35.229" v="267" actId="14100"/>
          <ac:spMkLst>
            <pc:docMk/>
            <pc:sldMk cId="512740645" sldId="739"/>
            <ac:spMk id="54" creationId="{2695D113-EBD3-45EB-A6D2-750324FD9C40}"/>
          </ac:spMkLst>
        </pc:spChg>
        <pc:spChg chg="mod">
          <ac:chgData name="翟 锐" userId="fef11181f709266a" providerId="LiveId" clId="{47C3984C-A884-44FB-A44E-DB4C74737F95}" dt="2020-10-27T02:29:35.229" v="267" actId="14100"/>
          <ac:spMkLst>
            <pc:docMk/>
            <pc:sldMk cId="512740645" sldId="739"/>
            <ac:spMk id="55" creationId="{5D07A998-15A3-4B4F-99F7-2727C99C641A}"/>
          </ac:spMkLst>
        </pc:spChg>
        <pc:spChg chg="mod">
          <ac:chgData name="翟 锐" userId="fef11181f709266a" providerId="LiveId" clId="{47C3984C-A884-44FB-A44E-DB4C74737F95}" dt="2020-10-27T02:29:35.229" v="267" actId="14100"/>
          <ac:spMkLst>
            <pc:docMk/>
            <pc:sldMk cId="512740645" sldId="739"/>
            <ac:spMk id="56" creationId="{C910EFC4-FAB3-490E-B828-2CC85916CF7A}"/>
          </ac:spMkLst>
        </pc:spChg>
        <pc:spChg chg="mod">
          <ac:chgData name="翟 锐" userId="fef11181f709266a" providerId="LiveId" clId="{47C3984C-A884-44FB-A44E-DB4C74737F95}" dt="2020-10-27T02:29:35.229" v="267" actId="14100"/>
          <ac:spMkLst>
            <pc:docMk/>
            <pc:sldMk cId="512740645" sldId="739"/>
            <ac:spMk id="57" creationId="{3C77641E-8F02-45DD-AD17-19CA17BD1D2D}"/>
          </ac:spMkLst>
        </pc:spChg>
        <pc:spChg chg="mod">
          <ac:chgData name="翟 锐" userId="fef11181f709266a" providerId="LiveId" clId="{47C3984C-A884-44FB-A44E-DB4C74737F95}" dt="2020-10-27T02:29:35.229" v="267" actId="14100"/>
          <ac:spMkLst>
            <pc:docMk/>
            <pc:sldMk cId="512740645" sldId="739"/>
            <ac:spMk id="58" creationId="{1966844A-5A13-4003-925A-582FEB0B4E00}"/>
          </ac:spMkLst>
        </pc:spChg>
        <pc:spChg chg="mod">
          <ac:chgData name="翟 锐" userId="fef11181f709266a" providerId="LiveId" clId="{47C3984C-A884-44FB-A44E-DB4C74737F95}" dt="2020-10-27T02:29:35.229" v="267" actId="14100"/>
          <ac:spMkLst>
            <pc:docMk/>
            <pc:sldMk cId="512740645" sldId="739"/>
            <ac:spMk id="59" creationId="{91282BBF-45E6-4E42-9CC2-BEFE4BD236AD}"/>
          </ac:spMkLst>
        </pc:spChg>
        <pc:spChg chg="mod">
          <ac:chgData name="翟 锐" userId="fef11181f709266a" providerId="LiveId" clId="{47C3984C-A884-44FB-A44E-DB4C74737F95}" dt="2020-10-27T02:29:35.229" v="267" actId="14100"/>
          <ac:spMkLst>
            <pc:docMk/>
            <pc:sldMk cId="512740645" sldId="739"/>
            <ac:spMk id="60" creationId="{B2AC1B4A-5C35-422A-8CD5-37CB4F0D9DE6}"/>
          </ac:spMkLst>
        </pc:spChg>
        <pc:spChg chg="mod">
          <ac:chgData name="翟 锐" userId="fef11181f709266a" providerId="LiveId" clId="{47C3984C-A884-44FB-A44E-DB4C74737F95}" dt="2020-10-27T02:29:35.229" v="267" actId="14100"/>
          <ac:spMkLst>
            <pc:docMk/>
            <pc:sldMk cId="512740645" sldId="739"/>
            <ac:spMk id="61" creationId="{B55392CF-3A10-409B-BEBC-0FEEC220EF1C}"/>
          </ac:spMkLst>
        </pc:spChg>
        <pc:spChg chg="mod">
          <ac:chgData name="翟 锐" userId="fef11181f709266a" providerId="LiveId" clId="{47C3984C-A884-44FB-A44E-DB4C74737F95}" dt="2020-10-27T02:29:35.229" v="267" actId="14100"/>
          <ac:spMkLst>
            <pc:docMk/>
            <pc:sldMk cId="512740645" sldId="739"/>
            <ac:spMk id="62" creationId="{37D7C632-1FDD-4B91-97DA-4DFEA7295C4E}"/>
          </ac:spMkLst>
        </pc:spChg>
        <pc:spChg chg="mod">
          <ac:chgData name="翟 锐" userId="fef11181f709266a" providerId="LiveId" clId="{47C3984C-A884-44FB-A44E-DB4C74737F95}" dt="2020-10-27T02:29:35.229" v="267" actId="14100"/>
          <ac:spMkLst>
            <pc:docMk/>
            <pc:sldMk cId="512740645" sldId="739"/>
            <ac:spMk id="63" creationId="{2A470C8F-9EDE-4AF7-A4D3-646F28AEDE2D}"/>
          </ac:spMkLst>
        </pc:spChg>
        <pc:spChg chg="mod">
          <ac:chgData name="翟 锐" userId="fef11181f709266a" providerId="LiveId" clId="{47C3984C-A884-44FB-A44E-DB4C74737F95}" dt="2020-10-27T02:29:35.229" v="267" actId="14100"/>
          <ac:spMkLst>
            <pc:docMk/>
            <pc:sldMk cId="512740645" sldId="739"/>
            <ac:spMk id="64" creationId="{DAD28868-A84C-4BC9-B13F-FD9CC06FE5C7}"/>
          </ac:spMkLst>
        </pc:spChg>
        <pc:spChg chg="mod">
          <ac:chgData name="翟 锐" userId="fef11181f709266a" providerId="LiveId" clId="{47C3984C-A884-44FB-A44E-DB4C74737F95}" dt="2020-10-27T02:29:35.229" v="267" actId="14100"/>
          <ac:spMkLst>
            <pc:docMk/>
            <pc:sldMk cId="512740645" sldId="739"/>
            <ac:spMk id="65" creationId="{A1DF072D-5F8C-4627-A9A1-C9D4BC2D9960}"/>
          </ac:spMkLst>
        </pc:spChg>
        <pc:spChg chg="mod">
          <ac:chgData name="翟 锐" userId="fef11181f709266a" providerId="LiveId" clId="{47C3984C-A884-44FB-A44E-DB4C74737F95}" dt="2020-10-27T02:29:35.229" v="267" actId="14100"/>
          <ac:spMkLst>
            <pc:docMk/>
            <pc:sldMk cId="512740645" sldId="739"/>
            <ac:spMk id="66" creationId="{72FB387C-572B-4F5A-BE2C-8ABD0C9B5B40}"/>
          </ac:spMkLst>
        </pc:spChg>
        <pc:spChg chg="mod">
          <ac:chgData name="翟 锐" userId="fef11181f709266a" providerId="LiveId" clId="{47C3984C-A884-44FB-A44E-DB4C74737F95}" dt="2020-10-27T02:29:35.229" v="267" actId="14100"/>
          <ac:spMkLst>
            <pc:docMk/>
            <pc:sldMk cId="512740645" sldId="739"/>
            <ac:spMk id="67" creationId="{8D5F695B-F79C-4998-A113-E9D9D8E192C1}"/>
          </ac:spMkLst>
        </pc:spChg>
        <pc:spChg chg="mod">
          <ac:chgData name="翟 锐" userId="fef11181f709266a" providerId="LiveId" clId="{47C3984C-A884-44FB-A44E-DB4C74737F95}" dt="2020-10-27T02:29:35.229" v="267" actId="14100"/>
          <ac:spMkLst>
            <pc:docMk/>
            <pc:sldMk cId="512740645" sldId="739"/>
            <ac:spMk id="68" creationId="{A2897162-D5A9-4C78-B96E-F731D7E660AF}"/>
          </ac:spMkLst>
        </pc:spChg>
        <pc:spChg chg="mod">
          <ac:chgData name="翟 锐" userId="fef11181f709266a" providerId="LiveId" clId="{47C3984C-A884-44FB-A44E-DB4C74737F95}" dt="2020-10-27T02:29:35.229" v="267" actId="14100"/>
          <ac:spMkLst>
            <pc:docMk/>
            <pc:sldMk cId="512740645" sldId="739"/>
            <ac:spMk id="69" creationId="{84A2D8E5-FBCC-4704-95B7-E89115BEA9B7}"/>
          </ac:spMkLst>
        </pc:spChg>
        <pc:spChg chg="mod">
          <ac:chgData name="翟 锐" userId="fef11181f709266a" providerId="LiveId" clId="{47C3984C-A884-44FB-A44E-DB4C74737F95}" dt="2020-10-27T02:29:35.229" v="267" actId="14100"/>
          <ac:spMkLst>
            <pc:docMk/>
            <pc:sldMk cId="512740645" sldId="739"/>
            <ac:spMk id="70" creationId="{D39E37EA-EED7-49F9-8C5C-B5AF31158A3C}"/>
          </ac:spMkLst>
        </pc:spChg>
        <pc:spChg chg="mod">
          <ac:chgData name="翟 锐" userId="fef11181f709266a" providerId="LiveId" clId="{47C3984C-A884-44FB-A44E-DB4C74737F95}" dt="2020-10-27T02:29:35.229" v="267" actId="14100"/>
          <ac:spMkLst>
            <pc:docMk/>
            <pc:sldMk cId="512740645" sldId="739"/>
            <ac:spMk id="71" creationId="{E9B6AEF8-BC8B-4DE7-91D6-C024D006F578}"/>
          </ac:spMkLst>
        </pc:spChg>
        <pc:spChg chg="mod">
          <ac:chgData name="翟 锐" userId="fef11181f709266a" providerId="LiveId" clId="{47C3984C-A884-44FB-A44E-DB4C74737F95}" dt="2020-10-27T02:29:35.229" v="267" actId="14100"/>
          <ac:spMkLst>
            <pc:docMk/>
            <pc:sldMk cId="512740645" sldId="739"/>
            <ac:spMk id="72" creationId="{236DFFFC-57C5-4793-A36E-10B36B21306E}"/>
          </ac:spMkLst>
        </pc:spChg>
        <pc:spChg chg="mod">
          <ac:chgData name="翟 锐" userId="fef11181f709266a" providerId="LiveId" clId="{47C3984C-A884-44FB-A44E-DB4C74737F95}" dt="2020-10-27T02:29:35.229" v="267" actId="14100"/>
          <ac:spMkLst>
            <pc:docMk/>
            <pc:sldMk cId="512740645" sldId="739"/>
            <ac:spMk id="73" creationId="{23761F15-76E6-4536-9A68-59EE5BB81E10}"/>
          </ac:spMkLst>
        </pc:spChg>
        <pc:spChg chg="mod">
          <ac:chgData name="翟 锐" userId="fef11181f709266a" providerId="LiveId" clId="{47C3984C-A884-44FB-A44E-DB4C74737F95}" dt="2020-10-27T02:29:35.229" v="267" actId="14100"/>
          <ac:spMkLst>
            <pc:docMk/>
            <pc:sldMk cId="512740645" sldId="739"/>
            <ac:spMk id="74" creationId="{331ED09B-8FFA-4498-AEE2-2F247A41B251}"/>
          </ac:spMkLst>
        </pc:spChg>
        <pc:spChg chg="mod">
          <ac:chgData name="翟 锐" userId="fef11181f709266a" providerId="LiveId" clId="{47C3984C-A884-44FB-A44E-DB4C74737F95}" dt="2020-10-27T02:29:35.229" v="267" actId="14100"/>
          <ac:spMkLst>
            <pc:docMk/>
            <pc:sldMk cId="512740645" sldId="739"/>
            <ac:spMk id="75" creationId="{CE9FD9F3-9F3F-4B17-AFEA-1BC46319E1FB}"/>
          </ac:spMkLst>
        </pc:spChg>
        <pc:spChg chg="mod">
          <ac:chgData name="翟 锐" userId="fef11181f709266a" providerId="LiveId" clId="{47C3984C-A884-44FB-A44E-DB4C74737F95}" dt="2020-10-27T02:29:35.229" v="267" actId="14100"/>
          <ac:spMkLst>
            <pc:docMk/>
            <pc:sldMk cId="512740645" sldId="739"/>
            <ac:spMk id="76" creationId="{4464F192-9B0D-4FB0-A83C-ECEAEE516AB3}"/>
          </ac:spMkLst>
        </pc:spChg>
        <pc:spChg chg="mod">
          <ac:chgData name="翟 锐" userId="fef11181f709266a" providerId="LiveId" clId="{47C3984C-A884-44FB-A44E-DB4C74737F95}" dt="2020-10-27T02:29:35.229" v="267" actId="14100"/>
          <ac:spMkLst>
            <pc:docMk/>
            <pc:sldMk cId="512740645" sldId="739"/>
            <ac:spMk id="77" creationId="{A623F79F-0CF2-4BFA-8A69-221D5CB27B4F}"/>
          </ac:spMkLst>
        </pc:spChg>
        <pc:spChg chg="mod">
          <ac:chgData name="翟 锐" userId="fef11181f709266a" providerId="LiveId" clId="{47C3984C-A884-44FB-A44E-DB4C74737F95}" dt="2020-10-27T02:29:35.229" v="267" actId="14100"/>
          <ac:spMkLst>
            <pc:docMk/>
            <pc:sldMk cId="512740645" sldId="739"/>
            <ac:spMk id="78" creationId="{FF78C86D-7A50-4480-AACB-8D247EF3F689}"/>
          </ac:spMkLst>
        </pc:spChg>
        <pc:spChg chg="mod">
          <ac:chgData name="翟 锐" userId="fef11181f709266a" providerId="LiveId" clId="{47C3984C-A884-44FB-A44E-DB4C74737F95}" dt="2020-10-27T02:29:35.229" v="267" actId="14100"/>
          <ac:spMkLst>
            <pc:docMk/>
            <pc:sldMk cId="512740645" sldId="739"/>
            <ac:spMk id="79" creationId="{57905046-7BF7-4E6A-BB45-90A88B82E2C4}"/>
          </ac:spMkLst>
        </pc:spChg>
        <pc:spChg chg="mod">
          <ac:chgData name="翟 锐" userId="fef11181f709266a" providerId="LiveId" clId="{47C3984C-A884-44FB-A44E-DB4C74737F95}" dt="2020-10-27T02:29:35.229" v="267" actId="14100"/>
          <ac:spMkLst>
            <pc:docMk/>
            <pc:sldMk cId="512740645" sldId="739"/>
            <ac:spMk id="80" creationId="{CB10FD19-E242-4CE1-B4F5-A187CD6EA30C}"/>
          </ac:spMkLst>
        </pc:spChg>
        <pc:spChg chg="mod">
          <ac:chgData name="翟 锐" userId="fef11181f709266a" providerId="LiveId" clId="{47C3984C-A884-44FB-A44E-DB4C74737F95}" dt="2020-10-27T02:29:35.229" v="267" actId="14100"/>
          <ac:spMkLst>
            <pc:docMk/>
            <pc:sldMk cId="512740645" sldId="739"/>
            <ac:spMk id="81" creationId="{E5909427-32FB-4577-9CC7-8798BFA057A8}"/>
          </ac:spMkLst>
        </pc:spChg>
        <pc:spChg chg="mod">
          <ac:chgData name="翟 锐" userId="fef11181f709266a" providerId="LiveId" clId="{47C3984C-A884-44FB-A44E-DB4C74737F95}" dt="2020-10-27T02:29:35.229" v="267" actId="14100"/>
          <ac:spMkLst>
            <pc:docMk/>
            <pc:sldMk cId="512740645" sldId="739"/>
            <ac:spMk id="82" creationId="{A6FE02F4-3FB0-4C70-8076-2D27E12EEB71}"/>
          </ac:spMkLst>
        </pc:spChg>
        <pc:spChg chg="mod">
          <ac:chgData name="翟 锐" userId="fef11181f709266a" providerId="LiveId" clId="{47C3984C-A884-44FB-A44E-DB4C74737F95}" dt="2020-10-27T02:29:35.229" v="267" actId="14100"/>
          <ac:spMkLst>
            <pc:docMk/>
            <pc:sldMk cId="512740645" sldId="739"/>
            <ac:spMk id="83" creationId="{2210D005-ECD7-433F-A6A2-09265630C4C3}"/>
          </ac:spMkLst>
        </pc:spChg>
        <pc:spChg chg="mod">
          <ac:chgData name="翟 锐" userId="fef11181f709266a" providerId="LiveId" clId="{47C3984C-A884-44FB-A44E-DB4C74737F95}" dt="2020-10-27T02:29:35.229" v="267" actId="14100"/>
          <ac:spMkLst>
            <pc:docMk/>
            <pc:sldMk cId="512740645" sldId="739"/>
            <ac:spMk id="84" creationId="{3334F648-AB16-445F-A71D-9D7FA45779BD}"/>
          </ac:spMkLst>
        </pc:spChg>
        <pc:spChg chg="mod">
          <ac:chgData name="翟 锐" userId="fef11181f709266a" providerId="LiveId" clId="{47C3984C-A884-44FB-A44E-DB4C74737F95}" dt="2020-10-27T02:29:35.229" v="267" actId="14100"/>
          <ac:spMkLst>
            <pc:docMk/>
            <pc:sldMk cId="512740645" sldId="739"/>
            <ac:spMk id="85" creationId="{3E3E19E5-FAD4-4A61-9A6C-7EDA9FBA3E29}"/>
          </ac:spMkLst>
        </pc:spChg>
        <pc:spChg chg="mod">
          <ac:chgData name="翟 锐" userId="fef11181f709266a" providerId="LiveId" clId="{47C3984C-A884-44FB-A44E-DB4C74737F95}" dt="2020-10-27T02:29:35.229" v="267" actId="14100"/>
          <ac:spMkLst>
            <pc:docMk/>
            <pc:sldMk cId="512740645" sldId="739"/>
            <ac:spMk id="86" creationId="{D73B1EFB-DE1C-4D1D-831F-534A800EFE91}"/>
          </ac:spMkLst>
        </pc:spChg>
        <pc:spChg chg="mod">
          <ac:chgData name="翟 锐" userId="fef11181f709266a" providerId="LiveId" clId="{47C3984C-A884-44FB-A44E-DB4C74737F95}" dt="2020-10-27T02:29:35.229" v="267" actId="14100"/>
          <ac:spMkLst>
            <pc:docMk/>
            <pc:sldMk cId="512740645" sldId="739"/>
            <ac:spMk id="87" creationId="{1F7A10B1-D212-4756-823C-1D2AFBA5AB18}"/>
          </ac:spMkLst>
        </pc:spChg>
        <pc:spChg chg="mod">
          <ac:chgData name="翟 锐" userId="fef11181f709266a" providerId="LiveId" clId="{47C3984C-A884-44FB-A44E-DB4C74737F95}" dt="2020-10-27T02:29:35.229" v="267" actId="14100"/>
          <ac:spMkLst>
            <pc:docMk/>
            <pc:sldMk cId="512740645" sldId="739"/>
            <ac:spMk id="88" creationId="{7181C94C-3B68-437C-886D-8E01284CCF3E}"/>
          </ac:spMkLst>
        </pc:spChg>
        <pc:spChg chg="mod">
          <ac:chgData name="翟 锐" userId="fef11181f709266a" providerId="LiveId" clId="{47C3984C-A884-44FB-A44E-DB4C74737F95}" dt="2020-10-27T02:29:35.229" v="267" actId="14100"/>
          <ac:spMkLst>
            <pc:docMk/>
            <pc:sldMk cId="512740645" sldId="739"/>
            <ac:spMk id="89" creationId="{775E11AA-65A2-46BA-9152-B250173F7B25}"/>
          </ac:spMkLst>
        </pc:spChg>
        <pc:spChg chg="mod">
          <ac:chgData name="翟 锐" userId="fef11181f709266a" providerId="LiveId" clId="{47C3984C-A884-44FB-A44E-DB4C74737F95}" dt="2020-10-27T02:29:35.229" v="267" actId="14100"/>
          <ac:spMkLst>
            <pc:docMk/>
            <pc:sldMk cId="512740645" sldId="739"/>
            <ac:spMk id="90" creationId="{947E5EE0-07B3-4130-9485-C03DC8B344CD}"/>
          </ac:spMkLst>
        </pc:spChg>
        <pc:spChg chg="mod">
          <ac:chgData name="翟 锐" userId="fef11181f709266a" providerId="LiveId" clId="{47C3984C-A884-44FB-A44E-DB4C74737F95}" dt="2020-10-27T02:29:35.229" v="267" actId="14100"/>
          <ac:spMkLst>
            <pc:docMk/>
            <pc:sldMk cId="512740645" sldId="739"/>
            <ac:spMk id="91" creationId="{B2B90B65-A6EF-4459-82A1-35629820DA1D}"/>
          </ac:spMkLst>
        </pc:spChg>
        <pc:spChg chg="mod">
          <ac:chgData name="翟 锐" userId="fef11181f709266a" providerId="LiveId" clId="{47C3984C-A884-44FB-A44E-DB4C74737F95}" dt="2020-10-27T02:29:35.229" v="267" actId="14100"/>
          <ac:spMkLst>
            <pc:docMk/>
            <pc:sldMk cId="512740645" sldId="739"/>
            <ac:spMk id="92" creationId="{F6693FFF-F40C-4273-9BA8-C6257D46D130}"/>
          </ac:spMkLst>
        </pc:spChg>
        <pc:spChg chg="mod">
          <ac:chgData name="翟 锐" userId="fef11181f709266a" providerId="LiveId" clId="{47C3984C-A884-44FB-A44E-DB4C74737F95}" dt="2020-10-27T02:29:35.229" v="267" actId="14100"/>
          <ac:spMkLst>
            <pc:docMk/>
            <pc:sldMk cId="512740645" sldId="739"/>
            <ac:spMk id="93" creationId="{7F1DFB12-DCD7-435E-BE25-01C242525057}"/>
          </ac:spMkLst>
        </pc:spChg>
        <pc:spChg chg="mod">
          <ac:chgData name="翟 锐" userId="fef11181f709266a" providerId="LiveId" clId="{47C3984C-A884-44FB-A44E-DB4C74737F95}" dt="2020-10-27T02:29:35.229" v="267" actId="14100"/>
          <ac:spMkLst>
            <pc:docMk/>
            <pc:sldMk cId="512740645" sldId="739"/>
            <ac:spMk id="94" creationId="{2338A929-6A85-4EF4-89CD-FDCB3DCD729D}"/>
          </ac:spMkLst>
        </pc:spChg>
        <pc:spChg chg="add mod">
          <ac:chgData name="翟 锐" userId="fef11181f709266a" providerId="LiveId" clId="{47C3984C-A884-44FB-A44E-DB4C74737F95}" dt="2020-10-27T02:29:52.149" v="271" actId="1076"/>
          <ac:spMkLst>
            <pc:docMk/>
            <pc:sldMk cId="512740645" sldId="739"/>
            <ac:spMk id="95" creationId="{F8899875-7276-44F2-83D6-0AA5DAC3C0BA}"/>
          </ac:spMkLst>
        </pc:spChg>
        <pc:grpChg chg="add mod">
          <ac:chgData name="翟 锐" userId="fef11181f709266a" providerId="LiveId" clId="{47C3984C-A884-44FB-A44E-DB4C74737F95}" dt="2020-10-27T02:29:35.229" v="267" actId="14100"/>
          <ac:grpSpMkLst>
            <pc:docMk/>
            <pc:sldMk cId="512740645" sldId="739"/>
            <ac:grpSpMk id="5" creationId="{942E9B99-9049-4780-81EA-625E35E2ED05}"/>
          </ac:grpSpMkLst>
        </pc:grpChg>
        <pc:picChg chg="del">
          <ac:chgData name="翟 锐" userId="fef11181f709266a" providerId="LiveId" clId="{47C3984C-A884-44FB-A44E-DB4C74737F95}" dt="2020-10-27T02:25:46.567" v="242" actId="478"/>
          <ac:picMkLst>
            <pc:docMk/>
            <pc:sldMk cId="512740645" sldId="739"/>
            <ac:picMk id="3" creationId="{02D3238F-2A5B-4153-A16B-9233629260E3}"/>
          </ac:picMkLst>
        </pc:picChg>
      </pc:sldChg>
      <pc:sldChg chg="modSp add mod">
        <pc:chgData name="翟 锐" userId="fef11181f709266a" providerId="LiveId" clId="{47C3984C-A884-44FB-A44E-DB4C74737F95}" dt="2020-10-27T02:31:26.434" v="305" actId="6549"/>
        <pc:sldMkLst>
          <pc:docMk/>
          <pc:sldMk cId="36163526" sldId="740"/>
        </pc:sldMkLst>
        <pc:spChg chg="mod">
          <ac:chgData name="翟 锐" userId="fef11181f709266a" providerId="LiveId" clId="{47C3984C-A884-44FB-A44E-DB4C74737F95}" dt="2020-10-27T02:31:26.434" v="305" actId="6549"/>
          <ac:spMkLst>
            <pc:docMk/>
            <pc:sldMk cId="36163526" sldId="740"/>
            <ac:spMk id="2" creationId="{1A343DEC-CFF6-41F5-B87C-0DFC08C67B76}"/>
          </ac:spMkLst>
        </pc:spChg>
      </pc:sldChg>
      <pc:sldChg chg="modSp add mod">
        <pc:chgData name="翟 锐" userId="fef11181f709266a" providerId="LiveId" clId="{47C3984C-A884-44FB-A44E-DB4C74737F95}" dt="2020-10-27T02:30:41.866" v="282"/>
        <pc:sldMkLst>
          <pc:docMk/>
          <pc:sldMk cId="4000649756" sldId="741"/>
        </pc:sldMkLst>
        <pc:spChg chg="mod">
          <ac:chgData name="翟 锐" userId="fef11181f709266a" providerId="LiveId" clId="{47C3984C-A884-44FB-A44E-DB4C74737F95}" dt="2020-10-27T02:30:34.659" v="279"/>
          <ac:spMkLst>
            <pc:docMk/>
            <pc:sldMk cId="4000649756" sldId="741"/>
            <ac:spMk id="2" creationId="{1A343DEC-CFF6-41F5-B87C-0DFC08C67B76}"/>
          </ac:spMkLst>
        </pc:spChg>
        <pc:spChg chg="mod">
          <ac:chgData name="翟 锐" userId="fef11181f709266a" providerId="LiveId" clId="{47C3984C-A884-44FB-A44E-DB4C74737F95}" dt="2020-10-27T02:30:41.866" v="282"/>
          <ac:spMkLst>
            <pc:docMk/>
            <pc:sldMk cId="4000649756" sldId="741"/>
            <ac:spMk id="35" creationId="{00000000-0000-0000-0000-000000000000}"/>
          </ac:spMkLst>
        </pc:spChg>
      </pc:sldChg>
      <pc:sldChg chg="modSp add mod ord">
        <pc:chgData name="翟 锐" userId="fef11181f709266a" providerId="LiveId" clId="{47C3984C-A884-44FB-A44E-DB4C74737F95}" dt="2020-10-27T02:31:09.574" v="288"/>
        <pc:sldMkLst>
          <pc:docMk/>
          <pc:sldMk cId="2488648445" sldId="742"/>
        </pc:sldMkLst>
        <pc:spChg chg="mod">
          <ac:chgData name="翟 锐" userId="fef11181f709266a" providerId="LiveId" clId="{47C3984C-A884-44FB-A44E-DB4C74737F95}" dt="2020-10-27T02:31:04.269" v="286"/>
          <ac:spMkLst>
            <pc:docMk/>
            <pc:sldMk cId="2488648445" sldId="742"/>
            <ac:spMk id="2" creationId="{1A343DEC-CFF6-41F5-B87C-0DFC08C67B76}"/>
          </ac:spMkLst>
        </pc:spChg>
      </pc:sldChg>
      <pc:sldChg chg="addSp delSp modSp add mod">
        <pc:chgData name="翟 锐" userId="fef11181f709266a" providerId="LiveId" clId="{47C3984C-A884-44FB-A44E-DB4C74737F95}" dt="2020-10-27T02:33:04.830" v="346" actId="20577"/>
        <pc:sldMkLst>
          <pc:docMk/>
          <pc:sldMk cId="2286156894" sldId="743"/>
        </pc:sldMkLst>
        <pc:spChg chg="mod">
          <ac:chgData name="翟 锐" userId="fef11181f709266a" providerId="LiveId" clId="{47C3984C-A884-44FB-A44E-DB4C74737F95}" dt="2020-10-27T02:33:04.830" v="346" actId="20577"/>
          <ac:spMkLst>
            <pc:docMk/>
            <pc:sldMk cId="2286156894" sldId="743"/>
            <ac:spMk id="2" creationId="{1A343DEC-CFF6-41F5-B87C-0DFC08C67B76}"/>
          </ac:spMkLst>
        </pc:spChg>
        <pc:spChg chg="add del mod">
          <ac:chgData name="翟 锐" userId="fef11181f709266a" providerId="LiveId" clId="{47C3984C-A884-44FB-A44E-DB4C74737F95}" dt="2020-10-27T02:32:02.086" v="315" actId="478"/>
          <ac:spMkLst>
            <pc:docMk/>
            <pc:sldMk cId="2286156894" sldId="743"/>
            <ac:spMk id="3" creationId="{F1F05611-8D42-4624-A6ED-BF0DB4013BCC}"/>
          </ac:spMkLst>
        </pc:spChg>
        <pc:spChg chg="add del mod">
          <ac:chgData name="翟 锐" userId="fef11181f709266a" providerId="LiveId" clId="{47C3984C-A884-44FB-A44E-DB4C74737F95}" dt="2020-10-27T02:32:32.071" v="325" actId="478"/>
          <ac:spMkLst>
            <pc:docMk/>
            <pc:sldMk cId="2286156894" sldId="743"/>
            <ac:spMk id="7" creationId="{EA58113B-155F-44C2-8090-4FE156F3BA67}"/>
          </ac:spMkLst>
        </pc:spChg>
        <pc:spChg chg="add del mod">
          <ac:chgData name="翟 锐" userId="fef11181f709266a" providerId="LiveId" clId="{47C3984C-A884-44FB-A44E-DB4C74737F95}" dt="2020-10-27T02:32:54.620" v="339" actId="478"/>
          <ac:spMkLst>
            <pc:docMk/>
            <pc:sldMk cId="2286156894" sldId="743"/>
            <ac:spMk id="8" creationId="{8A954BE4-1772-4D06-AB0A-3490A63D6571}"/>
          </ac:spMkLst>
        </pc:spChg>
        <pc:spChg chg="add del mod">
          <ac:chgData name="翟 锐" userId="fef11181f709266a" providerId="LiveId" clId="{47C3984C-A884-44FB-A44E-DB4C74737F95}" dt="2020-10-27T02:33:00.349" v="343" actId="478"/>
          <ac:spMkLst>
            <pc:docMk/>
            <pc:sldMk cId="2286156894" sldId="743"/>
            <ac:spMk id="9" creationId="{F5AED9F4-F0C3-4D03-A4A7-0472F808157B}"/>
          </ac:spMkLst>
        </pc:spChg>
        <pc:graphicFrameChg chg="add del mod replId">
          <ac:chgData name="翟 锐" userId="fef11181f709266a" providerId="LiveId" clId="{47C3984C-A884-44FB-A44E-DB4C74737F95}" dt="2020-10-27T02:31:56.392" v="313"/>
          <ac:graphicFrameMkLst>
            <pc:docMk/>
            <pc:sldMk cId="2286156894" sldId="743"/>
            <ac:graphicFrameMk id="4" creationId="{F1F05611-8D42-4624-A6ED-BF0DB4013BCC}"/>
          </ac:graphicFrameMkLst>
        </pc:graphicFrameChg>
        <pc:graphicFrameChg chg="add del mod replId">
          <ac:chgData name="翟 锐" userId="fef11181f709266a" providerId="LiveId" clId="{47C3984C-A884-44FB-A44E-DB4C74737F95}" dt="2020-10-27T02:32:27.411" v="323"/>
          <ac:graphicFrameMkLst>
            <pc:docMk/>
            <pc:sldMk cId="2286156894" sldId="743"/>
            <ac:graphicFrameMk id="11" creationId="{EA58113B-155F-44C2-8090-4FE156F3BA67}"/>
          </ac:graphicFrameMkLst>
        </pc:graphicFrameChg>
        <pc:graphicFrameChg chg="add del mod replId">
          <ac:chgData name="翟 锐" userId="fef11181f709266a" providerId="LiveId" clId="{47C3984C-A884-44FB-A44E-DB4C74737F95}" dt="2020-10-27T02:32:46.516" v="333"/>
          <ac:graphicFrameMkLst>
            <pc:docMk/>
            <pc:sldMk cId="2286156894" sldId="743"/>
            <ac:graphicFrameMk id="15" creationId="{8A954BE4-1772-4D06-AB0A-3490A63D6571}"/>
          </ac:graphicFrameMkLst>
        </pc:graphicFrameChg>
        <pc:graphicFrameChg chg="add del mod replId">
          <ac:chgData name="翟 锐" userId="fef11181f709266a" providerId="LiveId" clId="{47C3984C-A884-44FB-A44E-DB4C74737F95}" dt="2020-10-27T02:32:57.429" v="341"/>
          <ac:graphicFrameMkLst>
            <pc:docMk/>
            <pc:sldMk cId="2286156894" sldId="743"/>
            <ac:graphicFrameMk id="17" creationId="{F5AED9F4-F0C3-4D03-A4A7-0472F808157B}"/>
          </ac:graphicFrameMkLst>
        </pc:graphicFrameChg>
      </pc:sldChg>
      <pc:sldChg chg="addSp delSp modSp add mod">
        <pc:chgData name="翟 锐" userId="fef11181f709266a" providerId="LiveId" clId="{47C3984C-A884-44FB-A44E-DB4C74737F95}" dt="2020-10-27T02:36:35.143" v="424" actId="14734"/>
        <pc:sldMkLst>
          <pc:docMk/>
          <pc:sldMk cId="1724751379" sldId="744"/>
        </pc:sldMkLst>
        <pc:spChg chg="del">
          <ac:chgData name="翟 锐" userId="fef11181f709266a" providerId="LiveId" clId="{47C3984C-A884-44FB-A44E-DB4C74737F95}" dt="2020-10-27T02:33:24.040" v="348" actId="478"/>
          <ac:spMkLst>
            <pc:docMk/>
            <pc:sldMk cId="1724751379" sldId="744"/>
            <ac:spMk id="2" creationId="{1A343DEC-CFF6-41F5-B87C-0DFC08C67B76}"/>
          </ac:spMkLst>
        </pc:spChg>
        <pc:spChg chg="add del mod">
          <ac:chgData name="翟 锐" userId="fef11181f709266a" providerId="LiveId" clId="{47C3984C-A884-44FB-A44E-DB4C74737F95}" dt="2020-10-27T02:34:48.050" v="381" actId="478"/>
          <ac:spMkLst>
            <pc:docMk/>
            <pc:sldMk cId="1724751379" sldId="744"/>
            <ac:spMk id="7" creationId="{536F9DAB-D91B-4173-B653-C6E564944040}"/>
          </ac:spMkLst>
        </pc:spChg>
        <pc:spChg chg="add del mod">
          <ac:chgData name="翟 锐" userId="fef11181f709266a" providerId="LiveId" clId="{47C3984C-A884-44FB-A44E-DB4C74737F95}" dt="2020-10-27T02:33:49.730" v="357" actId="478"/>
          <ac:spMkLst>
            <pc:docMk/>
            <pc:sldMk cId="1724751379" sldId="744"/>
            <ac:spMk id="8" creationId="{0D1E7D23-2B6D-4383-8F34-5E7D388CCFFA}"/>
          </ac:spMkLst>
        </pc:spChg>
        <pc:spChg chg="add del mod">
          <ac:chgData name="翟 锐" userId="fef11181f709266a" providerId="LiveId" clId="{47C3984C-A884-44FB-A44E-DB4C74737F95}" dt="2020-10-27T02:34:06.542" v="368" actId="478"/>
          <ac:spMkLst>
            <pc:docMk/>
            <pc:sldMk cId="1724751379" sldId="744"/>
            <ac:spMk id="9" creationId="{CD88A616-736C-4B94-9BF2-531EA132ADBC}"/>
          </ac:spMkLst>
        </pc:spChg>
        <pc:graphicFrameChg chg="add del mod replId">
          <ac:chgData name="翟 锐" userId="fef11181f709266a" providerId="LiveId" clId="{47C3984C-A884-44FB-A44E-DB4C74737F95}" dt="2020-10-27T02:33:46.200" v="353"/>
          <ac:graphicFrameMkLst>
            <pc:docMk/>
            <pc:sldMk cId="1724751379" sldId="744"/>
            <ac:graphicFrameMk id="3" creationId="{0D1E7D23-2B6D-4383-8F34-5E7D388CCFFA}"/>
          </ac:graphicFrameMkLst>
        </pc:graphicFrameChg>
        <pc:graphicFrameChg chg="add del mod replId">
          <ac:chgData name="翟 锐" userId="fef11181f709266a" providerId="LiveId" clId="{47C3984C-A884-44FB-A44E-DB4C74737F95}" dt="2020-10-27T02:34:02.950" v="366"/>
          <ac:graphicFrameMkLst>
            <pc:docMk/>
            <pc:sldMk cId="1724751379" sldId="744"/>
            <ac:graphicFrameMk id="5" creationId="{CD88A616-736C-4B94-9BF2-531EA132ADBC}"/>
          </ac:graphicFrameMkLst>
        </pc:graphicFrameChg>
        <pc:graphicFrameChg chg="add mod modGraphic">
          <ac:chgData name="翟 锐" userId="fef11181f709266a" providerId="LiveId" clId="{47C3984C-A884-44FB-A44E-DB4C74737F95}" dt="2020-10-27T02:36:35.143" v="424" actId="14734"/>
          <ac:graphicFrameMkLst>
            <pc:docMk/>
            <pc:sldMk cId="1724751379" sldId="744"/>
            <ac:graphicFrameMk id="6" creationId="{5E65FDB1-614C-412E-B5D3-53DF30517194}"/>
          </ac:graphicFrameMkLst>
        </pc:graphicFrameChg>
        <pc:graphicFrameChg chg="add del mod replId">
          <ac:chgData name="翟 锐" userId="fef11181f709266a" providerId="LiveId" clId="{47C3984C-A884-44FB-A44E-DB4C74737F95}" dt="2020-10-27T02:34:40.510" v="379"/>
          <ac:graphicFrameMkLst>
            <pc:docMk/>
            <pc:sldMk cId="1724751379" sldId="744"/>
            <ac:graphicFrameMk id="11" creationId="{536F9DAB-D91B-4173-B653-C6E564944040}"/>
          </ac:graphicFrameMkLst>
        </pc:graphicFrameChg>
      </pc:sldChg>
      <pc:sldChg chg="addSp delSp modSp add del mod">
        <pc:chgData name="翟 锐" userId="fef11181f709266a" providerId="LiveId" clId="{47C3984C-A884-44FB-A44E-DB4C74737F95}" dt="2020-10-27T02:40:00.412" v="442" actId="478"/>
        <pc:sldMkLst>
          <pc:docMk/>
          <pc:sldMk cId="3478196714" sldId="745"/>
        </pc:sldMkLst>
        <pc:spChg chg="del">
          <ac:chgData name="翟 锐" userId="fef11181f709266a" providerId="LiveId" clId="{47C3984C-A884-44FB-A44E-DB4C74737F95}" dt="2020-10-27T02:37:35.002" v="428" actId="478"/>
          <ac:spMkLst>
            <pc:docMk/>
            <pc:sldMk cId="3478196714" sldId="745"/>
            <ac:spMk id="2" creationId="{1A343DEC-CFF6-41F5-B87C-0DFC08C67B76}"/>
          </ac:spMkLst>
        </pc:spChg>
        <pc:spChg chg="add del">
          <ac:chgData name="翟 锐" userId="fef11181f709266a" providerId="LiveId" clId="{47C3984C-A884-44FB-A44E-DB4C74737F95}" dt="2020-10-27T02:37:38.981" v="432" actId="22"/>
          <ac:spMkLst>
            <pc:docMk/>
            <pc:sldMk cId="3478196714" sldId="745"/>
            <ac:spMk id="4" creationId="{0607D705-7956-4893-A802-76D74C733E07}"/>
          </ac:spMkLst>
        </pc:spChg>
        <pc:spChg chg="del">
          <ac:chgData name="翟 锐" userId="fef11181f709266a" providerId="LiveId" clId="{47C3984C-A884-44FB-A44E-DB4C74737F95}" dt="2020-10-27T02:37:36.441" v="430" actId="478"/>
          <ac:spMkLst>
            <pc:docMk/>
            <pc:sldMk cId="3478196714" sldId="745"/>
            <ac:spMk id="8" creationId="{15460B18-9263-4E6D-8B92-D11BD32A8761}"/>
          </ac:spMkLst>
        </pc:spChg>
        <pc:spChg chg="add del mod">
          <ac:chgData name="翟 锐" userId="fef11181f709266a" providerId="LiveId" clId="{47C3984C-A884-44FB-A44E-DB4C74737F95}" dt="2020-10-27T02:37:47.413" v="434"/>
          <ac:spMkLst>
            <pc:docMk/>
            <pc:sldMk cId="3478196714" sldId="745"/>
            <ac:spMk id="10" creationId="{A4E5C95E-674F-4802-BA3A-13931B4C05E7}"/>
          </ac:spMkLst>
        </pc:spChg>
        <pc:spChg chg="add del mod">
          <ac:chgData name="翟 锐" userId="fef11181f709266a" providerId="LiveId" clId="{47C3984C-A884-44FB-A44E-DB4C74737F95}" dt="2020-10-27T02:38:15.977" v="436"/>
          <ac:spMkLst>
            <pc:docMk/>
            <pc:sldMk cId="3478196714" sldId="745"/>
            <ac:spMk id="11" creationId="{0D21D36F-E916-490F-B48E-4E81D5A7022E}"/>
          </ac:spMkLst>
        </pc:spChg>
        <pc:spChg chg="add del mod">
          <ac:chgData name="翟 锐" userId="fef11181f709266a" providerId="LiveId" clId="{47C3984C-A884-44FB-A44E-DB4C74737F95}" dt="2020-10-27T02:38:15.977" v="436"/>
          <ac:spMkLst>
            <pc:docMk/>
            <pc:sldMk cId="3478196714" sldId="745"/>
            <ac:spMk id="12" creationId="{E73E6EB4-B957-4608-BECA-3ADE7136582D}"/>
          </ac:spMkLst>
        </pc:spChg>
        <pc:spChg chg="add del mod">
          <ac:chgData name="翟 锐" userId="fef11181f709266a" providerId="LiveId" clId="{47C3984C-A884-44FB-A44E-DB4C74737F95}" dt="2020-10-27T02:38:15.977" v="436"/>
          <ac:spMkLst>
            <pc:docMk/>
            <pc:sldMk cId="3478196714" sldId="745"/>
            <ac:spMk id="14" creationId="{99BCDA47-92FF-42EF-96E5-03E781A49B44}"/>
          </ac:spMkLst>
        </pc:spChg>
        <pc:spChg chg="add del mod">
          <ac:chgData name="翟 锐" userId="fef11181f709266a" providerId="LiveId" clId="{47C3984C-A884-44FB-A44E-DB4C74737F95}" dt="2020-10-27T02:38:15.977" v="436"/>
          <ac:spMkLst>
            <pc:docMk/>
            <pc:sldMk cId="3478196714" sldId="745"/>
            <ac:spMk id="16" creationId="{051D5E55-2A97-4CBB-9E5C-9325C94A1DED}"/>
          </ac:spMkLst>
        </pc:spChg>
        <pc:spChg chg="add del mod">
          <ac:chgData name="翟 锐" userId="fef11181f709266a" providerId="LiveId" clId="{47C3984C-A884-44FB-A44E-DB4C74737F95}" dt="2020-10-27T02:38:15.977" v="436"/>
          <ac:spMkLst>
            <pc:docMk/>
            <pc:sldMk cId="3478196714" sldId="745"/>
            <ac:spMk id="18" creationId="{5B85398A-3557-4443-84DB-E887166457F0}"/>
          </ac:spMkLst>
        </pc:spChg>
        <pc:spChg chg="add del mod">
          <ac:chgData name="翟 锐" userId="fef11181f709266a" providerId="LiveId" clId="{47C3984C-A884-44FB-A44E-DB4C74737F95}" dt="2020-10-27T02:38:15.977" v="436"/>
          <ac:spMkLst>
            <pc:docMk/>
            <pc:sldMk cId="3478196714" sldId="745"/>
            <ac:spMk id="20" creationId="{BAF4B114-D32E-4C16-A2A4-808CD9A840D6}"/>
          </ac:spMkLst>
        </pc:spChg>
        <pc:spChg chg="add del mod">
          <ac:chgData name="翟 锐" userId="fef11181f709266a" providerId="LiveId" clId="{47C3984C-A884-44FB-A44E-DB4C74737F95}" dt="2020-10-27T02:38:15.977" v="436"/>
          <ac:spMkLst>
            <pc:docMk/>
            <pc:sldMk cId="3478196714" sldId="745"/>
            <ac:spMk id="22" creationId="{DDFB2431-8D2E-49C2-8DE9-F2F4ED9CF2F5}"/>
          </ac:spMkLst>
        </pc:spChg>
        <pc:spChg chg="add del mod">
          <ac:chgData name="翟 锐" userId="fef11181f709266a" providerId="LiveId" clId="{47C3984C-A884-44FB-A44E-DB4C74737F95}" dt="2020-10-27T02:38:15.977" v="436"/>
          <ac:spMkLst>
            <pc:docMk/>
            <pc:sldMk cId="3478196714" sldId="745"/>
            <ac:spMk id="25" creationId="{3B6DD5BF-6712-4640-8B98-56E4F9EB9B44}"/>
          </ac:spMkLst>
        </pc:spChg>
        <pc:spChg chg="add del mod">
          <ac:chgData name="翟 锐" userId="fef11181f709266a" providerId="LiveId" clId="{47C3984C-A884-44FB-A44E-DB4C74737F95}" dt="2020-10-27T02:38:15.977" v="436"/>
          <ac:spMkLst>
            <pc:docMk/>
            <pc:sldMk cId="3478196714" sldId="745"/>
            <ac:spMk id="28" creationId="{D27600C6-3741-4C2D-9836-E77AE4438887}"/>
          </ac:spMkLst>
        </pc:spChg>
        <pc:graphicFrameChg chg="add del mod">
          <ac:chgData name="翟 锐" userId="fef11181f709266a" providerId="LiveId" clId="{47C3984C-A884-44FB-A44E-DB4C74737F95}" dt="2020-10-27T02:38:15.977" v="436"/>
          <ac:graphicFrameMkLst>
            <pc:docMk/>
            <pc:sldMk cId="3478196714" sldId="745"/>
            <ac:graphicFrameMk id="13" creationId="{31E35840-0AF6-40DE-A368-EE56BCBB39E1}"/>
          </ac:graphicFrameMkLst>
        </pc:graphicFrameChg>
        <pc:graphicFrameChg chg="add del mod">
          <ac:chgData name="翟 锐" userId="fef11181f709266a" providerId="LiveId" clId="{47C3984C-A884-44FB-A44E-DB4C74737F95}" dt="2020-10-27T02:38:15.977" v="436"/>
          <ac:graphicFrameMkLst>
            <pc:docMk/>
            <pc:sldMk cId="3478196714" sldId="745"/>
            <ac:graphicFrameMk id="15" creationId="{EB851EA8-D06A-4000-80A2-7019C8D765BF}"/>
          </ac:graphicFrameMkLst>
        </pc:graphicFrameChg>
        <pc:graphicFrameChg chg="add del mod">
          <ac:chgData name="翟 锐" userId="fef11181f709266a" providerId="LiveId" clId="{47C3984C-A884-44FB-A44E-DB4C74737F95}" dt="2020-10-27T02:38:15.977" v="436"/>
          <ac:graphicFrameMkLst>
            <pc:docMk/>
            <pc:sldMk cId="3478196714" sldId="745"/>
            <ac:graphicFrameMk id="17" creationId="{6624DE0B-058A-47A5-A348-676841AA1A27}"/>
          </ac:graphicFrameMkLst>
        </pc:graphicFrameChg>
        <pc:graphicFrameChg chg="add del mod">
          <ac:chgData name="翟 锐" userId="fef11181f709266a" providerId="LiveId" clId="{47C3984C-A884-44FB-A44E-DB4C74737F95}" dt="2020-10-27T02:38:15.977" v="436"/>
          <ac:graphicFrameMkLst>
            <pc:docMk/>
            <pc:sldMk cId="3478196714" sldId="745"/>
            <ac:graphicFrameMk id="19" creationId="{88C7A650-B105-4D8F-9F37-CB8FAF46619A}"/>
          </ac:graphicFrameMkLst>
        </pc:graphicFrameChg>
        <pc:graphicFrameChg chg="add del mod">
          <ac:chgData name="翟 锐" userId="fef11181f709266a" providerId="LiveId" clId="{47C3984C-A884-44FB-A44E-DB4C74737F95}" dt="2020-10-27T02:38:15.977" v="436"/>
          <ac:graphicFrameMkLst>
            <pc:docMk/>
            <pc:sldMk cId="3478196714" sldId="745"/>
            <ac:graphicFrameMk id="21" creationId="{BC507E52-9542-4109-B524-A766C27D392B}"/>
          </ac:graphicFrameMkLst>
        </pc:graphicFrameChg>
        <pc:graphicFrameChg chg="add del mod">
          <ac:chgData name="翟 锐" userId="fef11181f709266a" providerId="LiveId" clId="{47C3984C-A884-44FB-A44E-DB4C74737F95}" dt="2020-10-27T02:38:15.977" v="436"/>
          <ac:graphicFrameMkLst>
            <pc:docMk/>
            <pc:sldMk cId="3478196714" sldId="745"/>
            <ac:graphicFrameMk id="23" creationId="{B5B50D3C-D980-404D-98AC-70D75477521A}"/>
          </ac:graphicFrameMkLst>
        </pc:graphicFrameChg>
        <pc:graphicFrameChg chg="add del mod">
          <ac:chgData name="翟 锐" userId="fef11181f709266a" providerId="LiveId" clId="{47C3984C-A884-44FB-A44E-DB4C74737F95}" dt="2020-10-27T02:38:15.977" v="436"/>
          <ac:graphicFrameMkLst>
            <pc:docMk/>
            <pc:sldMk cId="3478196714" sldId="745"/>
            <ac:graphicFrameMk id="24" creationId="{D4533246-5120-40B5-A472-85EDC1591BA2}"/>
          </ac:graphicFrameMkLst>
        </pc:graphicFrameChg>
        <pc:graphicFrameChg chg="add del mod">
          <ac:chgData name="翟 锐" userId="fef11181f709266a" providerId="LiveId" clId="{47C3984C-A884-44FB-A44E-DB4C74737F95}" dt="2020-10-27T02:38:15.977" v="436"/>
          <ac:graphicFrameMkLst>
            <pc:docMk/>
            <pc:sldMk cId="3478196714" sldId="745"/>
            <ac:graphicFrameMk id="26" creationId="{A4687163-2ED5-4C4B-970E-B1283E0B52AE}"/>
          </ac:graphicFrameMkLst>
        </pc:graphicFrameChg>
        <pc:graphicFrameChg chg="add del mod">
          <ac:chgData name="翟 锐" userId="fef11181f709266a" providerId="LiveId" clId="{47C3984C-A884-44FB-A44E-DB4C74737F95}" dt="2020-10-27T02:38:15.977" v="436"/>
          <ac:graphicFrameMkLst>
            <pc:docMk/>
            <pc:sldMk cId="3478196714" sldId="745"/>
            <ac:graphicFrameMk id="27" creationId="{81DB5612-5533-413D-8F77-C8A9699528D4}"/>
          </ac:graphicFrameMkLst>
        </pc:graphicFrameChg>
        <pc:graphicFrameChg chg="add del mod">
          <ac:chgData name="翟 锐" userId="fef11181f709266a" providerId="LiveId" clId="{47C3984C-A884-44FB-A44E-DB4C74737F95}" dt="2020-10-27T02:38:15.977" v="436"/>
          <ac:graphicFrameMkLst>
            <pc:docMk/>
            <pc:sldMk cId="3478196714" sldId="745"/>
            <ac:graphicFrameMk id="29" creationId="{92B96AC9-C0BC-4373-9590-748BD996AE07}"/>
          </ac:graphicFrameMkLst>
        </pc:graphicFrameChg>
        <pc:graphicFrameChg chg="add del mod">
          <ac:chgData name="翟 锐" userId="fef11181f709266a" providerId="LiveId" clId="{47C3984C-A884-44FB-A44E-DB4C74737F95}" dt="2020-10-27T02:38:15.977" v="436"/>
          <ac:graphicFrameMkLst>
            <pc:docMk/>
            <pc:sldMk cId="3478196714" sldId="745"/>
            <ac:graphicFrameMk id="30" creationId="{15B8FF6A-7509-45B5-8D10-CA18AECE18ED}"/>
          </ac:graphicFrameMkLst>
        </pc:graphicFrameChg>
        <pc:graphicFrameChg chg="add del mod">
          <ac:chgData name="翟 锐" userId="fef11181f709266a" providerId="LiveId" clId="{47C3984C-A884-44FB-A44E-DB4C74737F95}" dt="2020-10-27T02:38:15.977" v="436"/>
          <ac:graphicFrameMkLst>
            <pc:docMk/>
            <pc:sldMk cId="3478196714" sldId="745"/>
            <ac:graphicFrameMk id="31" creationId="{B92EC2DF-810B-45B7-B6AF-B42193EA6B63}"/>
          </ac:graphicFrameMkLst>
        </pc:graphicFrameChg>
        <pc:graphicFrameChg chg="add del mod">
          <ac:chgData name="翟 锐" userId="fef11181f709266a" providerId="LiveId" clId="{47C3984C-A884-44FB-A44E-DB4C74737F95}" dt="2020-10-27T02:38:15.977" v="436"/>
          <ac:graphicFrameMkLst>
            <pc:docMk/>
            <pc:sldMk cId="3478196714" sldId="745"/>
            <ac:graphicFrameMk id="32" creationId="{00A62146-ABBB-4105-8F2D-CD3206587D69}"/>
          </ac:graphicFrameMkLst>
        </pc:graphicFrameChg>
        <pc:graphicFrameChg chg="add del mod">
          <ac:chgData name="翟 锐" userId="fef11181f709266a" providerId="LiveId" clId="{47C3984C-A884-44FB-A44E-DB4C74737F95}" dt="2020-10-27T02:38:15.977" v="436"/>
          <ac:graphicFrameMkLst>
            <pc:docMk/>
            <pc:sldMk cId="3478196714" sldId="745"/>
            <ac:graphicFrameMk id="36" creationId="{C398F385-B783-43C8-A8AB-E7EFDC08C132}"/>
          </ac:graphicFrameMkLst>
        </pc:graphicFrameChg>
        <pc:picChg chg="del">
          <ac:chgData name="翟 锐" userId="fef11181f709266a" providerId="LiveId" clId="{47C3984C-A884-44FB-A44E-DB4C74737F95}" dt="2020-10-27T02:37:35.711" v="429" actId="478"/>
          <ac:picMkLst>
            <pc:docMk/>
            <pc:sldMk cId="3478196714" sldId="745"/>
            <ac:picMk id="3" creationId="{A490F317-1AE5-4363-A4A5-435B50CAD4C9}"/>
          </ac:picMkLst>
        </pc:picChg>
        <pc:picChg chg="add mod">
          <ac:chgData name="翟 锐" userId="fef11181f709266a" providerId="LiveId" clId="{47C3984C-A884-44FB-A44E-DB4C74737F95}" dt="2020-10-27T02:38:45.937" v="439" actId="1076"/>
          <ac:picMkLst>
            <pc:docMk/>
            <pc:sldMk cId="3478196714" sldId="745"/>
            <ac:picMk id="5" creationId="{3CB11D68-F143-4C35-BCD3-862DD996D577}"/>
          </ac:picMkLst>
        </pc:picChg>
        <pc:picChg chg="add del">
          <ac:chgData name="翟 锐" userId="fef11181f709266a" providerId="LiveId" clId="{47C3984C-A884-44FB-A44E-DB4C74737F95}" dt="2020-10-27T02:40:00.412" v="442" actId="478"/>
          <ac:picMkLst>
            <pc:docMk/>
            <pc:sldMk cId="3478196714" sldId="745"/>
            <ac:picMk id="6" creationId="{7D6BCE01-E8C4-4A3C-9BC7-C3092A0C69B4}"/>
          </ac:picMkLst>
        </pc:picChg>
      </pc:sldChg>
      <pc:sldChg chg="addSp delSp modSp add mod">
        <pc:chgData name="翟 锐" userId="fef11181f709266a" providerId="LiveId" clId="{47C3984C-A884-44FB-A44E-DB4C74737F95}" dt="2020-10-27T02:40:41.576" v="450" actId="1076"/>
        <pc:sldMkLst>
          <pc:docMk/>
          <pc:sldMk cId="588929640" sldId="746"/>
        </pc:sldMkLst>
        <pc:picChg chg="add mod">
          <ac:chgData name="翟 锐" userId="fef11181f709266a" providerId="LiveId" clId="{47C3984C-A884-44FB-A44E-DB4C74737F95}" dt="2020-10-27T02:40:41.576" v="450" actId="1076"/>
          <ac:picMkLst>
            <pc:docMk/>
            <pc:sldMk cId="588929640" sldId="746"/>
            <ac:picMk id="2" creationId="{53DE78AD-B8B5-46E6-9F2C-10AE8B57BD3F}"/>
          </ac:picMkLst>
        </pc:picChg>
        <pc:picChg chg="del">
          <ac:chgData name="翟 锐" userId="fef11181f709266a" providerId="LiveId" clId="{47C3984C-A884-44FB-A44E-DB4C74737F95}" dt="2020-10-27T02:40:04.032" v="444" actId="478"/>
          <ac:picMkLst>
            <pc:docMk/>
            <pc:sldMk cId="588929640" sldId="746"/>
            <ac:picMk id="5" creationId="{3CB11D68-F143-4C35-BCD3-862DD996D577}"/>
          </ac:picMkLst>
        </pc:picChg>
        <pc:picChg chg="del">
          <ac:chgData name="翟 锐" userId="fef11181f709266a" providerId="LiveId" clId="{47C3984C-A884-44FB-A44E-DB4C74737F95}" dt="2020-10-27T02:40:02.987" v="443" actId="21"/>
          <ac:picMkLst>
            <pc:docMk/>
            <pc:sldMk cId="588929640" sldId="746"/>
            <ac:picMk id="6" creationId="{7D6BCE01-E8C4-4A3C-9BC7-C3092A0C69B4}"/>
          </ac:picMkLst>
        </pc:picChg>
      </pc:sldChg>
      <pc:sldChg chg="addSp delSp modSp add mod delAnim">
        <pc:chgData name="翟 锐" userId="fef11181f709266a" providerId="LiveId" clId="{47C3984C-A884-44FB-A44E-DB4C74737F95}" dt="2020-10-27T02:43:33.873" v="509" actId="2711"/>
        <pc:sldMkLst>
          <pc:docMk/>
          <pc:sldMk cId="1683162971" sldId="747"/>
        </pc:sldMkLst>
        <pc:spChg chg="add del mod">
          <ac:chgData name="翟 锐" userId="fef11181f709266a" providerId="LiveId" clId="{47C3984C-A884-44FB-A44E-DB4C74737F95}" dt="2020-10-27T02:42:08.983" v="481" actId="478"/>
          <ac:spMkLst>
            <pc:docMk/>
            <pc:sldMk cId="1683162971" sldId="747"/>
            <ac:spMk id="5" creationId="{BCDF6C27-8270-4303-A9B1-F8945BDBC743}"/>
          </ac:spMkLst>
        </pc:spChg>
        <pc:spChg chg="add del mod">
          <ac:chgData name="翟 锐" userId="fef11181f709266a" providerId="LiveId" clId="{47C3984C-A884-44FB-A44E-DB4C74737F95}" dt="2020-10-27T02:42:26.962" v="490" actId="478"/>
          <ac:spMkLst>
            <pc:docMk/>
            <pc:sldMk cId="1683162971" sldId="747"/>
            <ac:spMk id="12" creationId="{4A19B23C-C61F-4654-9408-C0F832AF56F8}"/>
          </ac:spMkLst>
        </pc:spChg>
        <pc:spChg chg="add del mod">
          <ac:chgData name="翟 锐" userId="fef11181f709266a" providerId="LiveId" clId="{47C3984C-A884-44FB-A44E-DB4C74737F95}" dt="2020-10-27T02:42:43.953" v="497" actId="478"/>
          <ac:spMkLst>
            <pc:docMk/>
            <pc:sldMk cId="1683162971" sldId="747"/>
            <ac:spMk id="16" creationId="{7BF0CF8B-3F54-4381-8FD0-9268B71DF421}"/>
          </ac:spMkLst>
        </pc:spChg>
        <pc:spChg chg="add mod">
          <ac:chgData name="翟 锐" userId="fef11181f709266a" providerId="LiveId" clId="{47C3984C-A884-44FB-A44E-DB4C74737F95}" dt="2020-10-27T02:42:57.779" v="500" actId="1076"/>
          <ac:spMkLst>
            <pc:docMk/>
            <pc:sldMk cId="1683162971" sldId="747"/>
            <ac:spMk id="24" creationId="{3D5637BF-02A5-49C7-9364-DBE828D94EC2}"/>
          </ac:spMkLst>
        </pc:spChg>
        <pc:spChg chg="del">
          <ac:chgData name="翟 锐" userId="fef11181f709266a" providerId="LiveId" clId="{47C3984C-A884-44FB-A44E-DB4C74737F95}" dt="2020-10-27T02:40:52.068" v="455" actId="478"/>
          <ac:spMkLst>
            <pc:docMk/>
            <pc:sldMk cId="1683162971" sldId="747"/>
            <ac:spMk id="34" creationId="{00000000-0000-0000-0000-000000000000}"/>
          </ac:spMkLst>
        </pc:spChg>
        <pc:spChg chg="del">
          <ac:chgData name="翟 锐" userId="fef11181f709266a" providerId="LiveId" clId="{47C3984C-A884-44FB-A44E-DB4C74737F95}" dt="2020-10-27T02:40:52.068" v="455" actId="478"/>
          <ac:spMkLst>
            <pc:docMk/>
            <pc:sldMk cId="1683162971" sldId="747"/>
            <ac:spMk id="35" creationId="{00000000-0000-0000-0000-000000000000}"/>
          </ac:spMkLst>
        </pc:spChg>
        <pc:graphicFrameChg chg="add del">
          <ac:chgData name="翟 锐" userId="fef11181f709266a" providerId="LiveId" clId="{47C3984C-A884-44FB-A44E-DB4C74737F95}" dt="2020-10-27T02:41:55.833" v="473" actId="22"/>
          <ac:graphicFrameMkLst>
            <pc:docMk/>
            <pc:sldMk cId="1683162971" sldId="747"/>
            <ac:graphicFrameMk id="3" creationId="{B9A2532E-F60B-4595-9362-C6A04CC7DB5C}"/>
          </ac:graphicFrameMkLst>
        </pc:graphicFrameChg>
        <pc:graphicFrameChg chg="add del">
          <ac:chgData name="翟 锐" userId="fef11181f709266a" providerId="LiveId" clId="{47C3984C-A884-44FB-A44E-DB4C74737F95}" dt="2020-10-27T02:41:57.942" v="475" actId="22"/>
          <ac:graphicFrameMkLst>
            <pc:docMk/>
            <pc:sldMk cId="1683162971" sldId="747"/>
            <ac:graphicFrameMk id="4" creationId="{415727DB-7B02-4F95-9BE1-4E5FB9E7AB14}"/>
          </ac:graphicFrameMkLst>
        </pc:graphicFrameChg>
        <pc:graphicFrameChg chg="add mod modGraphic">
          <ac:chgData name="翟 锐" userId="fef11181f709266a" providerId="LiveId" clId="{47C3984C-A884-44FB-A44E-DB4C74737F95}" dt="2020-10-27T02:43:33.873" v="509" actId="2711"/>
          <ac:graphicFrameMkLst>
            <pc:docMk/>
            <pc:sldMk cId="1683162971" sldId="747"/>
            <ac:graphicFrameMk id="6" creationId="{D16CE49B-5679-4FB7-A3F9-6BAAAF0F0F2B}"/>
          </ac:graphicFrameMkLst>
        </pc:graphicFrameChg>
        <pc:graphicFrameChg chg="add del mod replId">
          <ac:chgData name="翟 锐" userId="fef11181f709266a" providerId="LiveId" clId="{47C3984C-A884-44FB-A44E-DB4C74737F95}" dt="2020-10-27T02:42:04.973" v="478"/>
          <ac:graphicFrameMkLst>
            <pc:docMk/>
            <pc:sldMk cId="1683162971" sldId="747"/>
            <ac:graphicFrameMk id="8" creationId="{BCDF6C27-8270-4303-A9B1-F8945BDBC743}"/>
          </ac:graphicFrameMkLst>
        </pc:graphicFrameChg>
        <pc:graphicFrameChg chg="add del mod replId">
          <ac:chgData name="翟 锐" userId="fef11181f709266a" providerId="LiveId" clId="{47C3984C-A884-44FB-A44E-DB4C74737F95}" dt="2020-10-27T02:42:18.703" v="486"/>
          <ac:graphicFrameMkLst>
            <pc:docMk/>
            <pc:sldMk cId="1683162971" sldId="747"/>
            <ac:graphicFrameMk id="13" creationId="{4A19B23C-C61F-4654-9408-C0F832AF56F8}"/>
          </ac:graphicFrameMkLst>
        </pc:graphicFrameChg>
        <pc:graphicFrameChg chg="add del mod replId">
          <ac:chgData name="翟 锐" userId="fef11181f709266a" providerId="LiveId" clId="{47C3984C-A884-44FB-A44E-DB4C74737F95}" dt="2020-10-27T02:42:34.413" v="493"/>
          <ac:graphicFrameMkLst>
            <pc:docMk/>
            <pc:sldMk cId="1683162971" sldId="747"/>
            <ac:graphicFrameMk id="17" creationId="{7BF0CF8B-3F54-4381-8FD0-9268B71DF421}"/>
          </ac:graphicFrameMkLst>
        </pc:graphicFrameChg>
        <pc:picChg chg="del">
          <ac:chgData name="翟 锐" userId="fef11181f709266a" providerId="LiveId" clId="{47C3984C-A884-44FB-A44E-DB4C74737F95}" dt="2020-10-27T02:40:50.332" v="454" actId="478"/>
          <ac:picMkLst>
            <pc:docMk/>
            <pc:sldMk cId="1683162971" sldId="747"/>
            <ac:picMk id="2" creationId="{53DE78AD-B8B5-46E6-9F2C-10AE8B57BD3F}"/>
          </ac:picMkLst>
        </pc:picChg>
        <pc:cxnChg chg="del">
          <ac:chgData name="翟 锐" userId="fef11181f709266a" providerId="LiveId" clId="{47C3984C-A884-44FB-A44E-DB4C74737F95}" dt="2020-10-27T02:40:52.068" v="455" actId="478"/>
          <ac:cxnSpMkLst>
            <pc:docMk/>
            <pc:sldMk cId="1683162971" sldId="747"/>
            <ac:cxnSpMk id="33" creationId="{00000000-0000-0000-0000-000000000000}"/>
          </ac:cxnSpMkLst>
        </pc:cxnChg>
      </pc:sldChg>
      <pc:sldChg chg="addSp delSp modSp add mod delAnim">
        <pc:chgData name="翟 锐" userId="fef11181f709266a" providerId="LiveId" clId="{47C3984C-A884-44FB-A44E-DB4C74737F95}" dt="2020-10-27T02:45:03.834" v="549" actId="1076"/>
        <pc:sldMkLst>
          <pc:docMk/>
          <pc:sldMk cId="1272787951" sldId="748"/>
        </pc:sldMkLst>
        <pc:spChg chg="add mod">
          <ac:chgData name="翟 锐" userId="fef11181f709266a" providerId="LiveId" clId="{47C3984C-A884-44FB-A44E-DB4C74737F95}" dt="2020-10-27T02:43:57.853" v="525"/>
          <ac:spMkLst>
            <pc:docMk/>
            <pc:sldMk cId="1272787951" sldId="748"/>
            <ac:spMk id="3" creationId="{22A0C63A-AF37-446A-9DCC-39750D3922C3}"/>
          </ac:spMkLst>
        </pc:spChg>
        <pc:spChg chg="add mod">
          <ac:chgData name="翟 锐" userId="fef11181f709266a" providerId="LiveId" clId="{47C3984C-A884-44FB-A44E-DB4C74737F95}" dt="2020-10-27T02:45:03.834" v="549" actId="1076"/>
          <ac:spMkLst>
            <pc:docMk/>
            <pc:sldMk cId="1272787951" sldId="748"/>
            <ac:spMk id="4" creationId="{96531AF3-4615-40AA-94E6-7EB1CAF08569}"/>
          </ac:spMkLst>
        </pc:spChg>
        <pc:spChg chg="add del mod">
          <ac:chgData name="翟 锐" userId="fef11181f709266a" providerId="LiveId" clId="{47C3984C-A884-44FB-A44E-DB4C74737F95}" dt="2020-10-27T02:44:44.904" v="544" actId="478"/>
          <ac:spMkLst>
            <pc:docMk/>
            <pc:sldMk cId="1272787951" sldId="748"/>
            <ac:spMk id="5" creationId="{9C36FE3C-C9AE-4D49-9D03-32492FD02A63}"/>
          </ac:spMkLst>
        </pc:spChg>
        <pc:spChg chg="del">
          <ac:chgData name="翟 锐" userId="fef11181f709266a" providerId="LiveId" clId="{47C3984C-A884-44FB-A44E-DB4C74737F95}" dt="2020-10-27T02:43:13.228" v="502" actId="478"/>
          <ac:spMkLst>
            <pc:docMk/>
            <pc:sldMk cId="1272787951" sldId="748"/>
            <ac:spMk id="34" creationId="{00000000-0000-0000-0000-000000000000}"/>
          </ac:spMkLst>
        </pc:spChg>
        <pc:spChg chg="del">
          <ac:chgData name="翟 锐" userId="fef11181f709266a" providerId="LiveId" clId="{47C3984C-A884-44FB-A44E-DB4C74737F95}" dt="2020-10-27T02:43:13.228" v="502" actId="478"/>
          <ac:spMkLst>
            <pc:docMk/>
            <pc:sldMk cId="1272787951" sldId="748"/>
            <ac:spMk id="35" creationId="{00000000-0000-0000-0000-000000000000}"/>
          </ac:spMkLst>
        </pc:spChg>
        <pc:graphicFrameChg chg="add mod modGraphic">
          <ac:chgData name="翟 锐" userId="fef11181f709266a" providerId="LiveId" clId="{47C3984C-A884-44FB-A44E-DB4C74737F95}" dt="2020-10-27T02:45:00.306" v="548" actId="404"/>
          <ac:graphicFrameMkLst>
            <pc:docMk/>
            <pc:sldMk cId="1272787951" sldId="748"/>
            <ac:graphicFrameMk id="6" creationId="{D1D2ECBB-02A7-4057-B629-6363456F9469}"/>
          </ac:graphicFrameMkLst>
        </pc:graphicFrameChg>
        <pc:graphicFrameChg chg="add del mod replId">
          <ac:chgData name="翟 锐" userId="fef11181f709266a" providerId="LiveId" clId="{47C3984C-A884-44FB-A44E-DB4C74737F95}" dt="2020-10-27T02:44:32.893" v="538"/>
          <ac:graphicFrameMkLst>
            <pc:docMk/>
            <pc:sldMk cId="1272787951" sldId="748"/>
            <ac:graphicFrameMk id="8" creationId="{9C36FE3C-C9AE-4D49-9D03-32492FD02A63}"/>
          </ac:graphicFrameMkLst>
        </pc:graphicFrameChg>
        <pc:picChg chg="del">
          <ac:chgData name="翟 锐" userId="fef11181f709266a" providerId="LiveId" clId="{47C3984C-A884-44FB-A44E-DB4C74737F95}" dt="2020-10-27T02:43:11.680" v="501" actId="478"/>
          <ac:picMkLst>
            <pc:docMk/>
            <pc:sldMk cId="1272787951" sldId="748"/>
            <ac:picMk id="2" creationId="{53DE78AD-B8B5-46E6-9F2C-10AE8B57BD3F}"/>
          </ac:picMkLst>
        </pc:picChg>
        <pc:cxnChg chg="del">
          <ac:chgData name="翟 锐" userId="fef11181f709266a" providerId="LiveId" clId="{47C3984C-A884-44FB-A44E-DB4C74737F95}" dt="2020-10-27T02:43:13.228" v="502" actId="478"/>
          <ac:cxnSpMkLst>
            <pc:docMk/>
            <pc:sldMk cId="1272787951" sldId="748"/>
            <ac:cxnSpMk id="33" creationId="{00000000-0000-0000-0000-000000000000}"/>
          </ac:cxnSpMkLst>
        </pc:cxnChg>
      </pc:sldChg>
      <pc:sldChg chg="addSp delSp modSp add mod">
        <pc:chgData name="翟 锐" userId="fef11181f709266a" providerId="LiveId" clId="{47C3984C-A884-44FB-A44E-DB4C74737F95}" dt="2020-10-27T02:46:04.484" v="584" actId="122"/>
        <pc:sldMkLst>
          <pc:docMk/>
          <pc:sldMk cId="3171404019" sldId="749"/>
        </pc:sldMkLst>
        <pc:spChg chg="mod">
          <ac:chgData name="翟 锐" userId="fef11181f709266a" providerId="LiveId" clId="{47C3984C-A884-44FB-A44E-DB4C74737F95}" dt="2020-10-27T02:46:04.484" v="584" actId="122"/>
          <ac:spMkLst>
            <pc:docMk/>
            <pc:sldMk cId="3171404019" sldId="749"/>
            <ac:spMk id="2" creationId="{1A343DEC-CFF6-41F5-B87C-0DFC08C67B76}"/>
          </ac:spMkLst>
        </pc:spChg>
        <pc:spChg chg="add del mod">
          <ac:chgData name="翟 锐" userId="fef11181f709266a" providerId="LiveId" clId="{47C3984C-A884-44FB-A44E-DB4C74737F95}" dt="2020-10-27T02:45:31.684" v="560" actId="478"/>
          <ac:spMkLst>
            <pc:docMk/>
            <pc:sldMk cId="3171404019" sldId="749"/>
            <ac:spMk id="3" creationId="{DBEB1511-2022-49FD-96FE-B87A7EEF5D02}"/>
          </ac:spMkLst>
        </pc:spChg>
        <pc:spChg chg="add del mod">
          <ac:chgData name="翟 锐" userId="fef11181f709266a" providerId="LiveId" clId="{47C3984C-A884-44FB-A44E-DB4C74737F95}" dt="2020-10-27T02:45:58.674" v="577" actId="478"/>
          <ac:spMkLst>
            <pc:docMk/>
            <pc:sldMk cId="3171404019" sldId="749"/>
            <ac:spMk id="8" creationId="{02FBEC47-DB43-4800-A71E-5BD20729D065}"/>
          </ac:spMkLst>
        </pc:spChg>
        <pc:graphicFrameChg chg="add del mod replId">
          <ac:chgData name="翟 锐" userId="fef11181f709266a" providerId="LiveId" clId="{47C3984C-A884-44FB-A44E-DB4C74737F95}" dt="2020-10-27T02:45:28.604" v="558"/>
          <ac:graphicFrameMkLst>
            <pc:docMk/>
            <pc:sldMk cId="3171404019" sldId="749"/>
            <ac:graphicFrameMk id="4" creationId="{DBEB1511-2022-49FD-96FE-B87A7EEF5D02}"/>
          </ac:graphicFrameMkLst>
        </pc:graphicFrameChg>
        <pc:graphicFrameChg chg="add del">
          <ac:chgData name="翟 锐" userId="fef11181f709266a" providerId="LiveId" clId="{47C3984C-A884-44FB-A44E-DB4C74737F95}" dt="2020-10-27T02:45:51.279" v="572" actId="22"/>
          <ac:graphicFrameMkLst>
            <pc:docMk/>
            <pc:sldMk cId="3171404019" sldId="749"/>
            <ac:graphicFrameMk id="7" creationId="{0D47BEE8-0ED2-49B1-9C1C-D22C929DEC00}"/>
          </ac:graphicFrameMkLst>
        </pc:graphicFrameChg>
        <pc:graphicFrameChg chg="add del mod replId">
          <ac:chgData name="翟 锐" userId="fef11181f709266a" providerId="LiveId" clId="{47C3984C-A884-44FB-A44E-DB4C74737F95}" dt="2020-10-27T02:45:55.504" v="575"/>
          <ac:graphicFrameMkLst>
            <pc:docMk/>
            <pc:sldMk cId="3171404019" sldId="749"/>
            <ac:graphicFrameMk id="9" creationId="{02FBEC47-DB43-4800-A71E-5BD20729D065}"/>
          </ac:graphicFrameMkLst>
        </pc:graphicFrameChg>
      </pc:sldChg>
      <pc:sldChg chg="delSp add del mod">
        <pc:chgData name="翟 锐" userId="fef11181f709266a" providerId="LiveId" clId="{47C3984C-A884-44FB-A44E-DB4C74737F95}" dt="2020-10-27T02:45:11.754" v="551" actId="47"/>
        <pc:sldMkLst>
          <pc:docMk/>
          <pc:sldMk cId="4166127543" sldId="749"/>
        </pc:sldMkLst>
        <pc:picChg chg="del">
          <ac:chgData name="翟 锐" userId="fef11181f709266a" providerId="LiveId" clId="{47C3984C-A884-44FB-A44E-DB4C74737F95}" dt="2020-10-27T02:45:09.814" v="550" actId="478"/>
          <ac:picMkLst>
            <pc:docMk/>
            <pc:sldMk cId="4166127543" sldId="749"/>
            <ac:picMk id="2" creationId="{53DE78AD-B8B5-46E6-9F2C-10AE8B57BD3F}"/>
          </ac:picMkLst>
        </pc:picChg>
      </pc:sldChg>
      <pc:sldChg chg="addSp delSp modSp add mod">
        <pc:chgData name="翟 锐" userId="fef11181f709266a" providerId="LiveId" clId="{47C3984C-A884-44FB-A44E-DB4C74737F95}" dt="2020-10-27T02:49:16.975" v="704" actId="122"/>
        <pc:sldMkLst>
          <pc:docMk/>
          <pc:sldMk cId="332877855" sldId="750"/>
        </pc:sldMkLst>
        <pc:spChg chg="mod">
          <ac:chgData name="翟 锐" userId="fef11181f709266a" providerId="LiveId" clId="{47C3984C-A884-44FB-A44E-DB4C74737F95}" dt="2020-10-27T02:49:16.975" v="704" actId="122"/>
          <ac:spMkLst>
            <pc:docMk/>
            <pc:sldMk cId="332877855" sldId="750"/>
            <ac:spMk id="2" creationId="{1A343DEC-CFF6-41F5-B87C-0DFC08C67B76}"/>
          </ac:spMkLst>
        </pc:spChg>
        <pc:spChg chg="add del mod">
          <ac:chgData name="翟 锐" userId="fef11181f709266a" providerId="LiveId" clId="{47C3984C-A884-44FB-A44E-DB4C74737F95}" dt="2020-10-27T02:46:50.074" v="595" actId="478"/>
          <ac:spMkLst>
            <pc:docMk/>
            <pc:sldMk cId="332877855" sldId="750"/>
            <ac:spMk id="3" creationId="{64CCAE29-4CD5-4567-A94A-91703EA105BE}"/>
          </ac:spMkLst>
        </pc:spChg>
        <pc:spChg chg="add del mod">
          <ac:chgData name="翟 锐" userId="fef11181f709266a" providerId="LiveId" clId="{47C3984C-A884-44FB-A44E-DB4C74737F95}" dt="2020-10-27T02:47:21.817" v="643" actId="478"/>
          <ac:spMkLst>
            <pc:docMk/>
            <pc:sldMk cId="332877855" sldId="750"/>
            <ac:spMk id="7" creationId="{E600C38A-7426-4EC5-AFC2-6E9788781AF6}"/>
          </ac:spMkLst>
        </pc:spChg>
        <pc:spChg chg="add del mod">
          <ac:chgData name="翟 锐" userId="fef11181f709266a" providerId="LiveId" clId="{47C3984C-A884-44FB-A44E-DB4C74737F95}" dt="2020-10-27T02:47:27.354" v="647" actId="478"/>
          <ac:spMkLst>
            <pc:docMk/>
            <pc:sldMk cId="332877855" sldId="750"/>
            <ac:spMk id="8" creationId="{3709F16D-650B-4614-B436-CFF396B26C2A}"/>
          </ac:spMkLst>
        </pc:spChg>
        <pc:spChg chg="add del mod">
          <ac:chgData name="翟 锐" userId="fef11181f709266a" providerId="LiveId" clId="{47C3984C-A884-44FB-A44E-DB4C74737F95}" dt="2020-10-27T02:48:09.815" v="662" actId="478"/>
          <ac:spMkLst>
            <pc:docMk/>
            <pc:sldMk cId="332877855" sldId="750"/>
            <ac:spMk id="15" creationId="{9283FF39-D4C7-4763-9560-924CD87C81E1}"/>
          </ac:spMkLst>
        </pc:spChg>
        <pc:spChg chg="add del mod">
          <ac:chgData name="翟 锐" userId="fef11181f709266a" providerId="LiveId" clId="{47C3984C-A884-44FB-A44E-DB4C74737F95}" dt="2020-10-27T02:48:28.105" v="672" actId="478"/>
          <ac:spMkLst>
            <pc:docMk/>
            <pc:sldMk cId="332877855" sldId="750"/>
            <ac:spMk id="19" creationId="{7E69E67F-DB9C-4D5E-B417-CA5FC8D7FB52}"/>
          </ac:spMkLst>
        </pc:spChg>
        <pc:spChg chg="add del mod">
          <ac:chgData name="翟 锐" userId="fef11181f709266a" providerId="LiveId" clId="{47C3984C-A884-44FB-A44E-DB4C74737F95}" dt="2020-10-27T02:48:39.235" v="680" actId="478"/>
          <ac:spMkLst>
            <pc:docMk/>
            <pc:sldMk cId="332877855" sldId="750"/>
            <ac:spMk id="23" creationId="{5FD53B1B-E32F-4934-B0A5-1636979F6826}"/>
          </ac:spMkLst>
        </pc:spChg>
        <pc:spChg chg="add del mod">
          <ac:chgData name="翟 锐" userId="fef11181f709266a" providerId="LiveId" clId="{47C3984C-A884-44FB-A44E-DB4C74737F95}" dt="2020-10-27T02:48:52.545" v="689" actId="478"/>
          <ac:spMkLst>
            <pc:docMk/>
            <pc:sldMk cId="332877855" sldId="750"/>
            <ac:spMk id="27" creationId="{EA247E57-46DA-4B02-B3E8-8FB812BC1874}"/>
          </ac:spMkLst>
        </pc:spChg>
        <pc:spChg chg="add del mod">
          <ac:chgData name="翟 锐" userId="fef11181f709266a" providerId="LiveId" clId="{47C3984C-A884-44FB-A44E-DB4C74737F95}" dt="2020-10-27T02:49:06.756" v="699" actId="478"/>
          <ac:spMkLst>
            <pc:docMk/>
            <pc:sldMk cId="332877855" sldId="750"/>
            <ac:spMk id="31" creationId="{E5975EEB-E297-4AAE-862D-0EA85B7BDABB}"/>
          </ac:spMkLst>
        </pc:spChg>
        <pc:graphicFrameChg chg="add del mod replId">
          <ac:chgData name="翟 锐" userId="fef11181f709266a" providerId="LiveId" clId="{47C3984C-A884-44FB-A44E-DB4C74737F95}" dt="2020-10-27T02:46:46.794" v="593"/>
          <ac:graphicFrameMkLst>
            <pc:docMk/>
            <pc:sldMk cId="332877855" sldId="750"/>
            <ac:graphicFrameMk id="4" creationId="{64CCAE29-4CD5-4567-A94A-91703EA105BE}"/>
          </ac:graphicFrameMkLst>
        </pc:graphicFrameChg>
        <pc:graphicFrameChg chg="add del mod replId">
          <ac:chgData name="翟 锐" userId="fef11181f709266a" providerId="LiveId" clId="{47C3984C-A884-44FB-A44E-DB4C74737F95}" dt="2020-10-27T02:47:14.944" v="639"/>
          <ac:graphicFrameMkLst>
            <pc:docMk/>
            <pc:sldMk cId="332877855" sldId="750"/>
            <ac:graphicFrameMk id="9" creationId="{E600C38A-7426-4EC5-AFC2-6E9788781AF6}"/>
          </ac:graphicFrameMkLst>
        </pc:graphicFrameChg>
        <pc:graphicFrameChg chg="add del mod replId">
          <ac:chgData name="翟 锐" userId="fef11181f709266a" providerId="LiveId" clId="{47C3984C-A884-44FB-A44E-DB4C74737F95}" dt="2020-10-27T02:47:24.215" v="645"/>
          <ac:graphicFrameMkLst>
            <pc:docMk/>
            <pc:sldMk cId="332877855" sldId="750"/>
            <ac:graphicFrameMk id="13" creationId="{3709F16D-650B-4614-B436-CFF396B26C2A}"/>
          </ac:graphicFrameMkLst>
        </pc:graphicFrameChg>
        <pc:graphicFrameChg chg="add del mod replId">
          <ac:chgData name="翟 锐" userId="fef11181f709266a" providerId="LiveId" clId="{47C3984C-A884-44FB-A44E-DB4C74737F95}" dt="2020-10-27T02:48:04.354" v="657"/>
          <ac:graphicFrameMkLst>
            <pc:docMk/>
            <pc:sldMk cId="332877855" sldId="750"/>
            <ac:graphicFrameMk id="16" creationId="{9283FF39-D4C7-4763-9560-924CD87C81E1}"/>
          </ac:graphicFrameMkLst>
        </pc:graphicFrameChg>
        <pc:graphicFrameChg chg="add del mod replId">
          <ac:chgData name="翟 锐" userId="fef11181f709266a" providerId="LiveId" clId="{47C3984C-A884-44FB-A44E-DB4C74737F95}" dt="2020-10-27T02:48:21.924" v="667"/>
          <ac:graphicFrameMkLst>
            <pc:docMk/>
            <pc:sldMk cId="332877855" sldId="750"/>
            <ac:graphicFrameMk id="20" creationId="{7E69E67F-DB9C-4D5E-B417-CA5FC8D7FB52}"/>
          </ac:graphicFrameMkLst>
        </pc:graphicFrameChg>
        <pc:graphicFrameChg chg="add del mod replId">
          <ac:chgData name="翟 锐" userId="fef11181f709266a" providerId="LiveId" clId="{47C3984C-A884-44FB-A44E-DB4C74737F95}" dt="2020-10-27T02:48:35.390" v="676"/>
          <ac:graphicFrameMkLst>
            <pc:docMk/>
            <pc:sldMk cId="332877855" sldId="750"/>
            <ac:graphicFrameMk id="24" creationId="{5FD53B1B-E32F-4934-B0A5-1636979F6826}"/>
          </ac:graphicFrameMkLst>
        </pc:graphicFrameChg>
        <pc:graphicFrameChg chg="add del mod replId">
          <ac:chgData name="翟 锐" userId="fef11181f709266a" providerId="LiveId" clId="{47C3984C-A884-44FB-A44E-DB4C74737F95}" dt="2020-10-27T02:48:49.645" v="685"/>
          <ac:graphicFrameMkLst>
            <pc:docMk/>
            <pc:sldMk cId="332877855" sldId="750"/>
            <ac:graphicFrameMk id="28" creationId="{EA247E57-46DA-4B02-B3E8-8FB812BC1874}"/>
          </ac:graphicFrameMkLst>
        </pc:graphicFrameChg>
        <pc:graphicFrameChg chg="add del mod replId">
          <ac:chgData name="翟 锐" userId="fef11181f709266a" providerId="LiveId" clId="{47C3984C-A884-44FB-A44E-DB4C74737F95}" dt="2020-10-27T02:49:04.385" v="695"/>
          <ac:graphicFrameMkLst>
            <pc:docMk/>
            <pc:sldMk cId="332877855" sldId="750"/>
            <ac:graphicFrameMk id="32" creationId="{E5975EEB-E297-4AAE-862D-0EA85B7BDABB}"/>
          </ac:graphicFrameMkLst>
        </pc:graphicFrameChg>
      </pc:sldChg>
      <pc:sldChg chg="modSp add">
        <pc:chgData name="翟 锐" userId="fef11181f709266a" providerId="LiveId" clId="{47C3984C-A884-44FB-A44E-DB4C74737F95}" dt="2020-10-27T02:52:26.942" v="708"/>
        <pc:sldMkLst>
          <pc:docMk/>
          <pc:sldMk cId="2047574269" sldId="751"/>
        </pc:sldMkLst>
        <pc:spChg chg="mod">
          <ac:chgData name="翟 锐" userId="fef11181f709266a" providerId="LiveId" clId="{47C3984C-A884-44FB-A44E-DB4C74737F95}" dt="2020-10-27T02:52:26.942" v="708"/>
          <ac:spMkLst>
            <pc:docMk/>
            <pc:sldMk cId="2047574269" sldId="751"/>
            <ac:spMk id="2" creationId="{1A343DEC-CFF6-41F5-B87C-0DFC08C67B76}"/>
          </ac:spMkLst>
        </pc:spChg>
      </pc:sldChg>
      <pc:sldChg chg="addSp delSp modSp add mod delAnim">
        <pc:chgData name="翟 锐" userId="fef11181f709266a" providerId="LiveId" clId="{47C3984C-A884-44FB-A44E-DB4C74737F95}" dt="2020-10-27T02:55:22.107" v="741" actId="1076"/>
        <pc:sldMkLst>
          <pc:docMk/>
          <pc:sldMk cId="961896146" sldId="752"/>
        </pc:sldMkLst>
        <pc:spChg chg="del mod">
          <ac:chgData name="翟 锐" userId="fef11181f709266a" providerId="LiveId" clId="{47C3984C-A884-44FB-A44E-DB4C74737F95}" dt="2020-10-27T02:53:54.657" v="717" actId="478"/>
          <ac:spMkLst>
            <pc:docMk/>
            <pc:sldMk cId="961896146" sldId="752"/>
            <ac:spMk id="2" creationId="{1A343DEC-CFF6-41F5-B87C-0DFC08C67B76}"/>
          </ac:spMkLst>
        </pc:spChg>
        <pc:spChg chg="add mod">
          <ac:chgData name="翟 锐" userId="fef11181f709266a" providerId="LiveId" clId="{47C3984C-A884-44FB-A44E-DB4C74737F95}" dt="2020-10-27T02:54:55.497" v="737" actId="1076"/>
          <ac:spMkLst>
            <pc:docMk/>
            <pc:sldMk cId="961896146" sldId="752"/>
            <ac:spMk id="12" creationId="{41AE69E5-017A-4516-B542-D402BB9A9CC2}"/>
          </ac:spMkLst>
        </pc:spChg>
        <pc:spChg chg="add mod">
          <ac:chgData name="翟 锐" userId="fef11181f709266a" providerId="LiveId" clId="{47C3984C-A884-44FB-A44E-DB4C74737F95}" dt="2020-10-27T02:54:55.497" v="737" actId="1076"/>
          <ac:spMkLst>
            <pc:docMk/>
            <pc:sldMk cId="961896146" sldId="752"/>
            <ac:spMk id="13" creationId="{89409E0A-0143-4E84-B48B-9A7FA3C0F4F1}"/>
          </ac:spMkLst>
        </pc:spChg>
        <pc:spChg chg="add mod">
          <ac:chgData name="翟 锐" userId="fef11181f709266a" providerId="LiveId" clId="{47C3984C-A884-44FB-A44E-DB4C74737F95}" dt="2020-10-27T02:54:55.497" v="737" actId="1076"/>
          <ac:spMkLst>
            <pc:docMk/>
            <pc:sldMk cId="961896146" sldId="752"/>
            <ac:spMk id="14" creationId="{3855FF3E-291C-4B15-8988-E332D15564C5}"/>
          </ac:spMkLst>
        </pc:spChg>
        <pc:spChg chg="add mod">
          <ac:chgData name="翟 锐" userId="fef11181f709266a" providerId="LiveId" clId="{47C3984C-A884-44FB-A44E-DB4C74737F95}" dt="2020-10-27T02:54:55.497" v="737" actId="1076"/>
          <ac:spMkLst>
            <pc:docMk/>
            <pc:sldMk cId="961896146" sldId="752"/>
            <ac:spMk id="15" creationId="{1A86D805-04C5-45EC-8B71-25C94C1243AC}"/>
          </ac:spMkLst>
        </pc:spChg>
        <pc:spChg chg="add mod">
          <ac:chgData name="翟 锐" userId="fef11181f709266a" providerId="LiveId" clId="{47C3984C-A884-44FB-A44E-DB4C74737F95}" dt="2020-10-27T02:55:22.107" v="741" actId="1076"/>
          <ac:spMkLst>
            <pc:docMk/>
            <pc:sldMk cId="961896146" sldId="752"/>
            <ac:spMk id="30" creationId="{45A8F8B6-D9C9-4744-8D0F-9C25BA135806}"/>
          </ac:spMkLst>
        </pc:spChg>
        <pc:spChg chg="del">
          <ac:chgData name="翟 锐" userId="fef11181f709266a" providerId="LiveId" clId="{47C3984C-A884-44FB-A44E-DB4C74737F95}" dt="2020-10-27T02:54:41.625" v="731" actId="478"/>
          <ac:spMkLst>
            <pc:docMk/>
            <pc:sldMk cId="961896146" sldId="752"/>
            <ac:spMk id="34" creationId="{00000000-0000-0000-0000-000000000000}"/>
          </ac:spMkLst>
        </pc:spChg>
        <pc:spChg chg="del">
          <ac:chgData name="翟 锐" userId="fef11181f709266a" providerId="LiveId" clId="{47C3984C-A884-44FB-A44E-DB4C74737F95}" dt="2020-10-27T02:54:40.497" v="730" actId="478"/>
          <ac:spMkLst>
            <pc:docMk/>
            <pc:sldMk cId="961896146" sldId="752"/>
            <ac:spMk id="35" creationId="{00000000-0000-0000-0000-000000000000}"/>
          </ac:spMkLst>
        </pc:spChg>
        <pc:grpChg chg="add mod">
          <ac:chgData name="翟 锐" userId="fef11181f709266a" providerId="LiveId" clId="{47C3984C-A884-44FB-A44E-DB4C74737F95}" dt="2020-10-27T02:54:23.492" v="724" actId="164"/>
          <ac:grpSpMkLst>
            <pc:docMk/>
            <pc:sldMk cId="961896146" sldId="752"/>
            <ac:grpSpMk id="3" creationId="{9CA4C6E9-46D2-420F-9CCD-C4392ABB5855}"/>
          </ac:grpSpMkLst>
        </pc:grpChg>
        <pc:graphicFrameChg chg="add del mod">
          <ac:chgData name="翟 锐" userId="fef11181f709266a" providerId="LiveId" clId="{47C3984C-A884-44FB-A44E-DB4C74737F95}" dt="2020-10-27T02:53:11.588" v="714"/>
          <ac:graphicFrameMkLst>
            <pc:docMk/>
            <pc:sldMk cId="961896146" sldId="752"/>
            <ac:graphicFrameMk id="6" creationId="{2BA80A1B-AECD-4FE7-BD8C-CACDC4D86925}"/>
          </ac:graphicFrameMkLst>
        </pc:graphicFrameChg>
        <pc:graphicFrameChg chg="add mod">
          <ac:chgData name="翟 锐" userId="fef11181f709266a" providerId="LiveId" clId="{47C3984C-A884-44FB-A44E-DB4C74737F95}" dt="2020-10-27T02:54:55.497" v="737" actId="1076"/>
          <ac:graphicFrameMkLst>
            <pc:docMk/>
            <pc:sldMk cId="961896146" sldId="752"/>
            <ac:graphicFrameMk id="7" creationId="{B7720184-7287-4AED-B4F2-D7A57780A285}"/>
          </ac:graphicFrameMkLst>
        </pc:graphicFrameChg>
        <pc:graphicFrameChg chg="add mod">
          <ac:chgData name="翟 锐" userId="fef11181f709266a" providerId="LiveId" clId="{47C3984C-A884-44FB-A44E-DB4C74737F95}" dt="2020-10-27T02:54:55.497" v="737" actId="1076"/>
          <ac:graphicFrameMkLst>
            <pc:docMk/>
            <pc:sldMk cId="961896146" sldId="752"/>
            <ac:graphicFrameMk id="16" creationId="{9F2D4FF2-BE93-4452-8C32-914D91BC0916}"/>
          </ac:graphicFrameMkLst>
        </pc:graphicFrameChg>
        <pc:graphicFrameChg chg="add mod">
          <ac:chgData name="翟 锐" userId="fef11181f709266a" providerId="LiveId" clId="{47C3984C-A884-44FB-A44E-DB4C74737F95}" dt="2020-10-27T02:54:55.497" v="737" actId="1076"/>
          <ac:graphicFrameMkLst>
            <pc:docMk/>
            <pc:sldMk cId="961896146" sldId="752"/>
            <ac:graphicFrameMk id="17" creationId="{DBDE8513-1E26-4A63-80CC-D7AA53556D49}"/>
          </ac:graphicFrameMkLst>
        </pc:graphicFrameChg>
        <pc:graphicFrameChg chg="add mod">
          <ac:chgData name="翟 锐" userId="fef11181f709266a" providerId="LiveId" clId="{47C3984C-A884-44FB-A44E-DB4C74737F95}" dt="2020-10-27T02:54:55.497" v="737" actId="1076"/>
          <ac:graphicFrameMkLst>
            <pc:docMk/>
            <pc:sldMk cId="961896146" sldId="752"/>
            <ac:graphicFrameMk id="18" creationId="{99E7E11E-AC99-4873-A96A-581E94A52CB5}"/>
          </ac:graphicFrameMkLst>
        </pc:graphicFrameChg>
        <pc:graphicFrameChg chg="add mod">
          <ac:chgData name="翟 锐" userId="fef11181f709266a" providerId="LiveId" clId="{47C3984C-A884-44FB-A44E-DB4C74737F95}" dt="2020-10-27T02:54:55.497" v="737" actId="1076"/>
          <ac:graphicFrameMkLst>
            <pc:docMk/>
            <pc:sldMk cId="961896146" sldId="752"/>
            <ac:graphicFrameMk id="19" creationId="{0B46713C-D0D4-497A-A2D5-99A98009BFDA}"/>
          </ac:graphicFrameMkLst>
        </pc:graphicFrameChg>
        <pc:graphicFrameChg chg="add mod">
          <ac:chgData name="翟 锐" userId="fef11181f709266a" providerId="LiveId" clId="{47C3984C-A884-44FB-A44E-DB4C74737F95}" dt="2020-10-27T02:54:55.497" v="737" actId="1076"/>
          <ac:graphicFrameMkLst>
            <pc:docMk/>
            <pc:sldMk cId="961896146" sldId="752"/>
            <ac:graphicFrameMk id="20" creationId="{D57E7053-E702-4479-82EB-D0C2A908D9B1}"/>
          </ac:graphicFrameMkLst>
        </pc:graphicFrameChg>
        <pc:graphicFrameChg chg="add mod">
          <ac:chgData name="翟 锐" userId="fef11181f709266a" providerId="LiveId" clId="{47C3984C-A884-44FB-A44E-DB4C74737F95}" dt="2020-10-27T02:54:55.497" v="737" actId="1076"/>
          <ac:graphicFrameMkLst>
            <pc:docMk/>
            <pc:sldMk cId="961896146" sldId="752"/>
            <ac:graphicFrameMk id="21" creationId="{6EBE0E17-BE39-4ADD-9BDF-840EAAABAF1A}"/>
          </ac:graphicFrameMkLst>
        </pc:graphicFrameChg>
        <pc:graphicFrameChg chg="add mod">
          <ac:chgData name="翟 锐" userId="fef11181f709266a" providerId="LiveId" clId="{47C3984C-A884-44FB-A44E-DB4C74737F95}" dt="2020-10-27T02:54:55.497" v="737" actId="1076"/>
          <ac:graphicFrameMkLst>
            <pc:docMk/>
            <pc:sldMk cId="961896146" sldId="752"/>
            <ac:graphicFrameMk id="22" creationId="{BA6DB282-C119-4DB9-93A0-D164145CAAF6}"/>
          </ac:graphicFrameMkLst>
        </pc:graphicFrameChg>
        <pc:graphicFrameChg chg="add mod">
          <ac:chgData name="翟 锐" userId="fef11181f709266a" providerId="LiveId" clId="{47C3984C-A884-44FB-A44E-DB4C74737F95}" dt="2020-10-27T02:54:55.497" v="737" actId="1076"/>
          <ac:graphicFrameMkLst>
            <pc:docMk/>
            <pc:sldMk cId="961896146" sldId="752"/>
            <ac:graphicFrameMk id="23" creationId="{E7C0CB29-449E-4DCF-BC5D-FB8BFA5062FB}"/>
          </ac:graphicFrameMkLst>
        </pc:graphicFrameChg>
        <pc:graphicFrameChg chg="add mod">
          <ac:chgData name="翟 锐" userId="fef11181f709266a" providerId="LiveId" clId="{47C3984C-A884-44FB-A44E-DB4C74737F95}" dt="2020-10-27T02:54:55.497" v="737" actId="1076"/>
          <ac:graphicFrameMkLst>
            <pc:docMk/>
            <pc:sldMk cId="961896146" sldId="752"/>
            <ac:graphicFrameMk id="24" creationId="{BB7E88CB-B22F-4D5F-88CB-03F2988F634C}"/>
          </ac:graphicFrameMkLst>
        </pc:graphicFrameChg>
        <pc:graphicFrameChg chg="add mod">
          <ac:chgData name="翟 锐" userId="fef11181f709266a" providerId="LiveId" clId="{47C3984C-A884-44FB-A44E-DB4C74737F95}" dt="2020-10-27T02:54:55.497" v="737" actId="1076"/>
          <ac:graphicFrameMkLst>
            <pc:docMk/>
            <pc:sldMk cId="961896146" sldId="752"/>
            <ac:graphicFrameMk id="25" creationId="{ED1EF7EA-204A-4E85-ABCE-A97C73C72884}"/>
          </ac:graphicFrameMkLst>
        </pc:graphicFrameChg>
        <pc:graphicFrameChg chg="add mod">
          <ac:chgData name="翟 锐" userId="fef11181f709266a" providerId="LiveId" clId="{47C3984C-A884-44FB-A44E-DB4C74737F95}" dt="2020-10-27T02:54:55.497" v="737" actId="1076"/>
          <ac:graphicFrameMkLst>
            <pc:docMk/>
            <pc:sldMk cId="961896146" sldId="752"/>
            <ac:graphicFrameMk id="26" creationId="{57A20798-50A9-4925-BBC3-5943491EE7D4}"/>
          </ac:graphicFrameMkLst>
        </pc:graphicFrameChg>
        <pc:graphicFrameChg chg="add mod">
          <ac:chgData name="翟 锐" userId="fef11181f709266a" providerId="LiveId" clId="{47C3984C-A884-44FB-A44E-DB4C74737F95}" dt="2020-10-27T02:54:55.497" v="737" actId="1076"/>
          <ac:graphicFrameMkLst>
            <pc:docMk/>
            <pc:sldMk cId="961896146" sldId="752"/>
            <ac:graphicFrameMk id="27" creationId="{17AA4360-FBE2-4BA5-A879-3F9A0DB9C016}"/>
          </ac:graphicFrameMkLst>
        </pc:graphicFrameChg>
        <pc:picChg chg="add mod">
          <ac:chgData name="翟 锐" userId="fef11181f709266a" providerId="LiveId" clId="{47C3984C-A884-44FB-A44E-DB4C74737F95}" dt="2020-10-27T02:54:55.497" v="737" actId="1076"/>
          <ac:picMkLst>
            <pc:docMk/>
            <pc:sldMk cId="961896146" sldId="752"/>
            <ac:picMk id="8" creationId="{7840370E-D8D1-4BFB-9105-69CA81AE8552}"/>
          </ac:picMkLst>
        </pc:picChg>
        <pc:picChg chg="add mod">
          <ac:chgData name="翟 锐" userId="fef11181f709266a" providerId="LiveId" clId="{47C3984C-A884-44FB-A44E-DB4C74737F95}" dt="2020-10-27T02:54:55.497" v="737" actId="1076"/>
          <ac:picMkLst>
            <pc:docMk/>
            <pc:sldMk cId="961896146" sldId="752"/>
            <ac:picMk id="9" creationId="{48F60DD6-4EB0-4918-9AC1-A5A0E5FAE270}"/>
          </ac:picMkLst>
        </pc:picChg>
        <pc:picChg chg="add mod">
          <ac:chgData name="翟 锐" userId="fef11181f709266a" providerId="LiveId" clId="{47C3984C-A884-44FB-A44E-DB4C74737F95}" dt="2020-10-27T02:54:55.497" v="737" actId="1076"/>
          <ac:picMkLst>
            <pc:docMk/>
            <pc:sldMk cId="961896146" sldId="752"/>
            <ac:picMk id="10" creationId="{485EC681-1692-4E81-BD50-8BA23FC77AEC}"/>
          </ac:picMkLst>
        </pc:picChg>
        <pc:picChg chg="add mod">
          <ac:chgData name="翟 锐" userId="fef11181f709266a" providerId="LiveId" clId="{47C3984C-A884-44FB-A44E-DB4C74737F95}" dt="2020-10-27T02:54:55.497" v="737" actId="1076"/>
          <ac:picMkLst>
            <pc:docMk/>
            <pc:sldMk cId="961896146" sldId="752"/>
            <ac:picMk id="11" creationId="{13397683-161D-499B-A722-DBF65636CFB1}"/>
          </ac:picMkLst>
        </pc:picChg>
        <pc:cxnChg chg="del">
          <ac:chgData name="翟 锐" userId="fef11181f709266a" providerId="LiveId" clId="{47C3984C-A884-44FB-A44E-DB4C74737F95}" dt="2020-10-27T02:54:42.214" v="732" actId="478"/>
          <ac:cxnSpMkLst>
            <pc:docMk/>
            <pc:sldMk cId="961896146" sldId="752"/>
            <ac:cxnSpMk id="33" creationId="{00000000-0000-0000-0000-000000000000}"/>
          </ac:cxnSpMkLst>
        </pc:cxnChg>
      </pc:sldChg>
      <pc:sldChg chg="addSp modSp add mod">
        <pc:chgData name="翟 锐" userId="fef11181f709266a" providerId="LiveId" clId="{47C3984C-A884-44FB-A44E-DB4C74737F95}" dt="2020-10-27T03:08:31.271" v="959"/>
        <pc:sldMkLst>
          <pc:docMk/>
          <pc:sldMk cId="3187123666" sldId="753"/>
        </pc:sldMkLst>
        <pc:spChg chg="mod">
          <ac:chgData name="翟 锐" userId="fef11181f709266a" providerId="LiveId" clId="{47C3984C-A884-44FB-A44E-DB4C74737F95}" dt="2020-10-27T02:56:42.624" v="759" actId="20577"/>
          <ac:spMkLst>
            <pc:docMk/>
            <pc:sldMk cId="3187123666" sldId="753"/>
            <ac:spMk id="2" creationId="{1A343DEC-CFF6-41F5-B87C-0DFC08C67B76}"/>
          </ac:spMkLst>
        </pc:spChg>
        <pc:spChg chg="add mod">
          <ac:chgData name="翟 锐" userId="fef11181f709266a" providerId="LiveId" clId="{47C3984C-A884-44FB-A44E-DB4C74737F95}" dt="2020-10-27T02:58:29.148" v="797" actId="12"/>
          <ac:spMkLst>
            <pc:docMk/>
            <pc:sldMk cId="3187123666" sldId="753"/>
            <ac:spMk id="31" creationId="{212286EF-AD44-4F44-9126-CC71193D9F50}"/>
          </ac:spMkLst>
        </pc:spChg>
        <pc:spChg chg="mod">
          <ac:chgData name="翟 锐" userId="fef11181f709266a" providerId="LiveId" clId="{47C3984C-A884-44FB-A44E-DB4C74737F95}" dt="2020-10-27T03:08:31.271" v="959"/>
          <ac:spMkLst>
            <pc:docMk/>
            <pc:sldMk cId="3187123666" sldId="753"/>
            <ac:spMk id="35" creationId="{00000000-0000-0000-0000-000000000000}"/>
          </ac:spMkLst>
        </pc:spChg>
        <pc:graphicFrameChg chg="add mod">
          <ac:chgData name="翟 锐" userId="fef11181f709266a" providerId="LiveId" clId="{47C3984C-A884-44FB-A44E-DB4C74737F95}" dt="2020-10-27T02:57:06.844" v="769" actId="553"/>
          <ac:graphicFrameMkLst>
            <pc:docMk/>
            <pc:sldMk cId="3187123666" sldId="753"/>
            <ac:graphicFrameMk id="3" creationId="{57D84525-B9C1-458D-A616-8274D8187B06}"/>
          </ac:graphicFrameMkLst>
        </pc:graphicFrameChg>
        <pc:graphicFrameChg chg="add mod">
          <ac:chgData name="翟 锐" userId="fef11181f709266a" providerId="LiveId" clId="{47C3984C-A884-44FB-A44E-DB4C74737F95}" dt="2020-10-27T02:57:06.844" v="769" actId="553"/>
          <ac:graphicFrameMkLst>
            <pc:docMk/>
            <pc:sldMk cId="3187123666" sldId="753"/>
            <ac:graphicFrameMk id="4" creationId="{302377E4-9EA7-438C-9C76-1DAF705370D7}"/>
          </ac:graphicFrameMkLst>
        </pc:graphicFrameChg>
        <pc:graphicFrameChg chg="add mod">
          <ac:chgData name="翟 锐" userId="fef11181f709266a" providerId="LiveId" clId="{47C3984C-A884-44FB-A44E-DB4C74737F95}" dt="2020-10-27T02:57:06.844" v="769" actId="553"/>
          <ac:graphicFrameMkLst>
            <pc:docMk/>
            <pc:sldMk cId="3187123666" sldId="753"/>
            <ac:graphicFrameMk id="5" creationId="{90054AD6-453B-469B-A232-B2B17795ADC2}"/>
          </ac:graphicFrameMkLst>
        </pc:graphicFrameChg>
        <pc:graphicFrameChg chg="add mod">
          <ac:chgData name="翟 锐" userId="fef11181f709266a" providerId="LiveId" clId="{47C3984C-A884-44FB-A44E-DB4C74737F95}" dt="2020-10-27T02:57:06.844" v="769" actId="553"/>
          <ac:graphicFrameMkLst>
            <pc:docMk/>
            <pc:sldMk cId="3187123666" sldId="753"/>
            <ac:graphicFrameMk id="7" creationId="{8485C55D-355C-4A41-9B21-41063C5662E8}"/>
          </ac:graphicFrameMkLst>
        </pc:graphicFrameChg>
        <pc:graphicFrameChg chg="add mod">
          <ac:chgData name="翟 锐" userId="fef11181f709266a" providerId="LiveId" clId="{47C3984C-A884-44FB-A44E-DB4C74737F95}" dt="2020-10-27T02:57:06.844" v="769" actId="553"/>
          <ac:graphicFrameMkLst>
            <pc:docMk/>
            <pc:sldMk cId="3187123666" sldId="753"/>
            <ac:graphicFrameMk id="9" creationId="{F7CFBF41-5BD3-4052-8BED-EE0734CE0D27}"/>
          </ac:graphicFrameMkLst>
        </pc:graphicFrameChg>
        <pc:graphicFrameChg chg="add mod">
          <ac:chgData name="翟 锐" userId="fef11181f709266a" providerId="LiveId" clId="{47C3984C-A884-44FB-A44E-DB4C74737F95}" dt="2020-10-27T02:57:06.844" v="769" actId="553"/>
          <ac:graphicFrameMkLst>
            <pc:docMk/>
            <pc:sldMk cId="3187123666" sldId="753"/>
            <ac:graphicFrameMk id="11" creationId="{B69D37C3-8F9C-43FB-954C-806654531CD4}"/>
          </ac:graphicFrameMkLst>
        </pc:graphicFrameChg>
        <pc:graphicFrameChg chg="add mod">
          <ac:chgData name="翟 锐" userId="fef11181f709266a" providerId="LiveId" clId="{47C3984C-A884-44FB-A44E-DB4C74737F95}" dt="2020-10-27T02:57:06.844" v="769" actId="553"/>
          <ac:graphicFrameMkLst>
            <pc:docMk/>
            <pc:sldMk cId="3187123666" sldId="753"/>
            <ac:graphicFrameMk id="13" creationId="{D1271AD0-C8AF-49B4-B39B-B1416E09F6FB}"/>
          </ac:graphicFrameMkLst>
        </pc:graphicFrameChg>
        <pc:graphicFrameChg chg="add mod">
          <ac:chgData name="翟 锐" userId="fef11181f709266a" providerId="LiveId" clId="{47C3984C-A884-44FB-A44E-DB4C74737F95}" dt="2020-10-27T02:57:06.844" v="769" actId="553"/>
          <ac:graphicFrameMkLst>
            <pc:docMk/>
            <pc:sldMk cId="3187123666" sldId="753"/>
            <ac:graphicFrameMk id="15" creationId="{208DF905-766B-4990-95AC-EE4584744647}"/>
          </ac:graphicFrameMkLst>
        </pc:graphicFrameChg>
        <pc:graphicFrameChg chg="add mod">
          <ac:chgData name="翟 锐" userId="fef11181f709266a" providerId="LiveId" clId="{47C3984C-A884-44FB-A44E-DB4C74737F95}" dt="2020-10-27T02:57:06.844" v="769" actId="553"/>
          <ac:graphicFrameMkLst>
            <pc:docMk/>
            <pc:sldMk cId="3187123666" sldId="753"/>
            <ac:graphicFrameMk id="17" creationId="{2606E162-EAC9-4D13-91D5-9BBDB91CDC75}"/>
          </ac:graphicFrameMkLst>
        </pc:graphicFrameChg>
        <pc:graphicFrameChg chg="add mod">
          <ac:chgData name="翟 锐" userId="fef11181f709266a" providerId="LiveId" clId="{47C3984C-A884-44FB-A44E-DB4C74737F95}" dt="2020-10-27T02:57:39.688" v="776" actId="14100"/>
          <ac:graphicFrameMkLst>
            <pc:docMk/>
            <pc:sldMk cId="3187123666" sldId="753"/>
            <ac:graphicFrameMk id="19" creationId="{FBC14B5F-3740-46E1-B24C-3230D7277F57}"/>
          </ac:graphicFrameMkLst>
        </pc:graphicFrameChg>
        <pc:graphicFrameChg chg="add mod">
          <ac:chgData name="翟 锐" userId="fef11181f709266a" providerId="LiveId" clId="{47C3984C-A884-44FB-A44E-DB4C74737F95}" dt="2020-10-27T02:57:52.241" v="781" actId="1076"/>
          <ac:graphicFrameMkLst>
            <pc:docMk/>
            <pc:sldMk cId="3187123666" sldId="753"/>
            <ac:graphicFrameMk id="21" creationId="{CE2770A5-83CD-49AB-BA3B-DD76B95D4923}"/>
          </ac:graphicFrameMkLst>
        </pc:graphicFrameChg>
        <pc:graphicFrameChg chg="add mod">
          <ac:chgData name="翟 锐" userId="fef11181f709266a" providerId="LiveId" clId="{47C3984C-A884-44FB-A44E-DB4C74737F95}" dt="2020-10-27T02:58:03.408" v="785" actId="1076"/>
          <ac:graphicFrameMkLst>
            <pc:docMk/>
            <pc:sldMk cId="3187123666" sldId="753"/>
            <ac:graphicFrameMk id="23" creationId="{1EB41207-1801-41C5-9985-9700982D5120}"/>
          </ac:graphicFrameMkLst>
        </pc:graphicFrameChg>
      </pc:sldChg>
      <pc:sldChg chg="addSp delSp modSp add mod">
        <pc:chgData name="翟 锐" userId="fef11181f709266a" providerId="LiveId" clId="{47C3984C-A884-44FB-A44E-DB4C74737F95}" dt="2020-11-06T10:52:05.174" v="2250" actId="14100"/>
        <pc:sldMkLst>
          <pc:docMk/>
          <pc:sldMk cId="1215819423" sldId="754"/>
        </pc:sldMkLst>
        <pc:spChg chg="mod">
          <ac:chgData name="翟 锐" userId="fef11181f709266a" providerId="LiveId" clId="{47C3984C-A884-44FB-A44E-DB4C74737F95}" dt="2020-10-27T03:07:18.921" v="951" actId="6549"/>
          <ac:spMkLst>
            <pc:docMk/>
            <pc:sldMk cId="1215819423" sldId="754"/>
            <ac:spMk id="2" creationId="{1A343DEC-CFF6-41F5-B87C-0DFC08C67B76}"/>
          </ac:spMkLst>
        </pc:spChg>
        <pc:spChg chg="add del mod">
          <ac:chgData name="翟 锐" userId="fef11181f709266a" providerId="LiveId" clId="{47C3984C-A884-44FB-A44E-DB4C74737F95}" dt="2020-10-27T03:02:17.714" v="867"/>
          <ac:spMkLst>
            <pc:docMk/>
            <pc:sldMk cId="1215819423" sldId="754"/>
            <ac:spMk id="6" creationId="{094A8C7D-D9DA-400D-9D04-7DB2DE90060A}"/>
          </ac:spMkLst>
        </pc:spChg>
        <pc:spChg chg="mod">
          <ac:chgData name="翟 锐" userId="fef11181f709266a" providerId="LiveId" clId="{47C3984C-A884-44FB-A44E-DB4C74737F95}" dt="2020-10-27T03:08:27.981" v="958"/>
          <ac:spMkLst>
            <pc:docMk/>
            <pc:sldMk cId="1215819423" sldId="754"/>
            <ac:spMk id="35" creationId="{00000000-0000-0000-0000-000000000000}"/>
          </ac:spMkLst>
        </pc:spChg>
        <pc:graphicFrameChg chg="add del mod">
          <ac:chgData name="翟 锐" userId="fef11181f709266a" providerId="LiveId" clId="{47C3984C-A884-44FB-A44E-DB4C74737F95}" dt="2020-10-27T03:02:17.714" v="867"/>
          <ac:graphicFrameMkLst>
            <pc:docMk/>
            <pc:sldMk cId="1215819423" sldId="754"/>
            <ac:graphicFrameMk id="10" creationId="{4F6DE3D3-5706-4B90-8B19-FD3F6282F06F}"/>
          </ac:graphicFrameMkLst>
        </pc:graphicFrameChg>
        <pc:graphicFrameChg chg="add mod">
          <ac:chgData name="翟 锐" userId="fef11181f709266a" providerId="LiveId" clId="{47C3984C-A884-44FB-A44E-DB4C74737F95}" dt="2020-10-27T03:04:07.390" v="892" actId="1076"/>
          <ac:graphicFrameMkLst>
            <pc:docMk/>
            <pc:sldMk cId="1215819423" sldId="754"/>
            <ac:graphicFrameMk id="13" creationId="{AC90D327-1BC5-4CAD-97D0-3002F3B591AF}"/>
          </ac:graphicFrameMkLst>
        </pc:graphicFrameChg>
        <pc:graphicFrameChg chg="add mod">
          <ac:chgData name="翟 锐" userId="fef11181f709266a" providerId="LiveId" clId="{47C3984C-A884-44FB-A44E-DB4C74737F95}" dt="2020-10-27T03:06:32.494" v="922" actId="1076"/>
          <ac:graphicFrameMkLst>
            <pc:docMk/>
            <pc:sldMk cId="1215819423" sldId="754"/>
            <ac:graphicFrameMk id="27" creationId="{1CBFB2C5-A06A-4366-BB80-0CEE2836EE44}"/>
          </ac:graphicFrameMkLst>
        </pc:graphicFrameChg>
        <pc:picChg chg="add mod">
          <ac:chgData name="翟 锐" userId="fef11181f709266a" providerId="LiveId" clId="{47C3984C-A884-44FB-A44E-DB4C74737F95}" dt="2020-10-27T03:03:32.580" v="882" actId="1076"/>
          <ac:picMkLst>
            <pc:docMk/>
            <pc:sldMk cId="1215819423" sldId="754"/>
            <ac:picMk id="3" creationId="{D8E4D920-57BE-4F45-AFAA-229399E5D1D2}"/>
          </ac:picMkLst>
        </pc:picChg>
        <pc:picChg chg="add mod">
          <ac:chgData name="翟 锐" userId="fef11181f709266a" providerId="LiveId" clId="{47C3984C-A884-44FB-A44E-DB4C74737F95}" dt="2020-10-27T03:03:42.266" v="884" actId="1076"/>
          <ac:picMkLst>
            <pc:docMk/>
            <pc:sldMk cId="1215819423" sldId="754"/>
            <ac:picMk id="4" creationId="{25DEBE68-BB5C-4967-B63C-5141F4F6A01E}"/>
          </ac:picMkLst>
        </pc:picChg>
        <pc:picChg chg="add mod">
          <ac:chgData name="翟 锐" userId="fef11181f709266a" providerId="LiveId" clId="{47C3984C-A884-44FB-A44E-DB4C74737F95}" dt="2020-10-27T03:03:56.408" v="890" actId="1035"/>
          <ac:picMkLst>
            <pc:docMk/>
            <pc:sldMk cId="1215819423" sldId="754"/>
            <ac:picMk id="5" creationId="{124B5EF9-2E10-4AE0-950A-F311D7B9BA95}"/>
          </ac:picMkLst>
        </pc:picChg>
        <pc:picChg chg="add del mod">
          <ac:chgData name="翟 锐" userId="fef11181f709266a" providerId="LiveId" clId="{47C3984C-A884-44FB-A44E-DB4C74737F95}" dt="2020-10-27T03:02:17.714" v="867"/>
          <ac:picMkLst>
            <pc:docMk/>
            <pc:sldMk cId="1215819423" sldId="754"/>
            <ac:picMk id="7" creationId="{15F02E44-83A9-4631-ADEB-002ECD9130E2}"/>
          </ac:picMkLst>
        </pc:picChg>
        <pc:picChg chg="add del mod">
          <ac:chgData name="翟 锐" userId="fef11181f709266a" providerId="LiveId" clId="{47C3984C-A884-44FB-A44E-DB4C74737F95}" dt="2020-10-27T03:02:17.714" v="867"/>
          <ac:picMkLst>
            <pc:docMk/>
            <pc:sldMk cId="1215819423" sldId="754"/>
            <ac:picMk id="8" creationId="{6A027EE4-E9AC-47D9-BD55-8D3B9661A653}"/>
          </ac:picMkLst>
        </pc:picChg>
        <pc:picChg chg="add del mod">
          <ac:chgData name="翟 锐" userId="fef11181f709266a" providerId="LiveId" clId="{47C3984C-A884-44FB-A44E-DB4C74737F95}" dt="2020-10-27T03:02:17.714" v="867"/>
          <ac:picMkLst>
            <pc:docMk/>
            <pc:sldMk cId="1215819423" sldId="754"/>
            <ac:picMk id="9" creationId="{1459E355-F1CF-43C9-A04A-F7C10F870E92}"/>
          </ac:picMkLst>
        </pc:picChg>
        <pc:picChg chg="add del mod">
          <ac:chgData name="翟 锐" userId="fef11181f709266a" providerId="LiveId" clId="{47C3984C-A884-44FB-A44E-DB4C74737F95}" dt="2020-10-27T03:02:17.714" v="867"/>
          <ac:picMkLst>
            <pc:docMk/>
            <pc:sldMk cId="1215819423" sldId="754"/>
            <ac:picMk id="11" creationId="{3547A796-EA8E-44B4-AA9F-C1A72D3122C6}"/>
          </ac:picMkLst>
        </pc:picChg>
        <pc:picChg chg="add mod">
          <ac:chgData name="翟 锐" userId="fef11181f709266a" providerId="LiveId" clId="{47C3984C-A884-44FB-A44E-DB4C74737F95}" dt="2020-10-27T03:04:14.120" v="894" actId="1076"/>
          <ac:picMkLst>
            <pc:docMk/>
            <pc:sldMk cId="1215819423" sldId="754"/>
            <ac:picMk id="15" creationId="{43C9F404-B728-4221-B75A-729909C5C212}"/>
          </ac:picMkLst>
        </pc:picChg>
        <pc:picChg chg="add mod">
          <ac:chgData name="翟 锐" userId="fef11181f709266a" providerId="LiveId" clId="{47C3984C-A884-44FB-A44E-DB4C74737F95}" dt="2020-10-27T03:04:22.980" v="899" actId="1037"/>
          <ac:picMkLst>
            <pc:docMk/>
            <pc:sldMk cId="1215819423" sldId="754"/>
            <ac:picMk id="17" creationId="{BA86B0AB-4CB9-4D1E-A096-D5FBC8A92A29}"/>
          </ac:picMkLst>
        </pc:picChg>
        <pc:picChg chg="add mod">
          <ac:chgData name="翟 锐" userId="fef11181f709266a" providerId="LiveId" clId="{47C3984C-A884-44FB-A44E-DB4C74737F95}" dt="2020-11-06T10:52:05.174" v="2250" actId="14100"/>
          <ac:picMkLst>
            <pc:docMk/>
            <pc:sldMk cId="1215819423" sldId="754"/>
            <ac:picMk id="19" creationId="{9151E6E6-76DD-4353-AE78-70E34B60A2D7}"/>
          </ac:picMkLst>
        </pc:picChg>
        <pc:picChg chg="add mod">
          <ac:chgData name="翟 锐" userId="fef11181f709266a" providerId="LiveId" clId="{47C3984C-A884-44FB-A44E-DB4C74737F95}" dt="2020-10-27T03:05:45.420" v="904" actId="1076"/>
          <ac:picMkLst>
            <pc:docMk/>
            <pc:sldMk cId="1215819423" sldId="754"/>
            <ac:picMk id="21" creationId="{28ECBAB8-2182-4650-86A6-C6F7DDEC0929}"/>
          </ac:picMkLst>
        </pc:picChg>
        <pc:picChg chg="add mod">
          <ac:chgData name="翟 锐" userId="fef11181f709266a" providerId="LiveId" clId="{47C3984C-A884-44FB-A44E-DB4C74737F95}" dt="2020-10-27T03:05:55.981" v="909" actId="1076"/>
          <ac:picMkLst>
            <pc:docMk/>
            <pc:sldMk cId="1215819423" sldId="754"/>
            <ac:picMk id="23" creationId="{F06C8FEE-745D-4158-ADB2-16FBDE2564DB}"/>
          </ac:picMkLst>
        </pc:picChg>
        <pc:picChg chg="add mod">
          <ac:chgData name="翟 锐" userId="fef11181f709266a" providerId="LiveId" clId="{47C3984C-A884-44FB-A44E-DB4C74737F95}" dt="2020-10-27T03:06:16.920" v="913" actId="14100"/>
          <ac:picMkLst>
            <pc:docMk/>
            <pc:sldMk cId="1215819423" sldId="754"/>
            <ac:picMk id="25" creationId="{D2539706-7246-4075-9E12-65F656B3271D}"/>
          </ac:picMkLst>
        </pc:picChg>
      </pc:sldChg>
      <pc:sldChg chg="add del">
        <pc:chgData name="翟 锐" userId="fef11181f709266a" providerId="LiveId" clId="{47C3984C-A884-44FB-A44E-DB4C74737F95}" dt="2020-10-27T02:57:28.458" v="771"/>
        <pc:sldMkLst>
          <pc:docMk/>
          <pc:sldMk cId="3592120280" sldId="754"/>
        </pc:sldMkLst>
      </pc:sldChg>
      <pc:sldChg chg="addSp delSp modSp add mod">
        <pc:chgData name="翟 锐" userId="fef11181f709266a" providerId="LiveId" clId="{47C3984C-A884-44FB-A44E-DB4C74737F95}" dt="2020-10-27T03:08:25.262" v="957"/>
        <pc:sldMkLst>
          <pc:docMk/>
          <pc:sldMk cId="436217539" sldId="755"/>
        </pc:sldMkLst>
        <pc:spChg chg="mod">
          <ac:chgData name="翟 锐" userId="fef11181f709266a" providerId="LiveId" clId="{47C3984C-A884-44FB-A44E-DB4C74737F95}" dt="2020-10-27T03:00:55.119" v="862"/>
          <ac:spMkLst>
            <pc:docMk/>
            <pc:sldMk cId="436217539" sldId="755"/>
            <ac:spMk id="2" creationId="{1A343DEC-CFF6-41F5-B87C-0DFC08C67B76}"/>
          </ac:spMkLst>
        </pc:spChg>
        <pc:spChg chg="add del mod">
          <ac:chgData name="翟 锐" userId="fef11181f709266a" providerId="LiveId" clId="{47C3984C-A884-44FB-A44E-DB4C74737F95}" dt="2020-10-27T02:59:44.089" v="816" actId="478"/>
          <ac:spMkLst>
            <pc:docMk/>
            <pc:sldMk cId="436217539" sldId="755"/>
            <ac:spMk id="3" creationId="{FC08C836-3C22-4427-BE09-375BDDE53661}"/>
          </ac:spMkLst>
        </pc:spChg>
        <pc:spChg chg="add del mod">
          <ac:chgData name="翟 锐" userId="fef11181f709266a" providerId="LiveId" clId="{47C3984C-A884-44FB-A44E-DB4C74737F95}" dt="2020-10-27T02:59:54.639" v="823" actId="478"/>
          <ac:spMkLst>
            <pc:docMk/>
            <pc:sldMk cId="436217539" sldId="755"/>
            <ac:spMk id="7" creationId="{5B26D65F-832F-4CC2-BD3D-A3198E862ABF}"/>
          </ac:spMkLst>
        </pc:spChg>
        <pc:spChg chg="add del mod">
          <ac:chgData name="翟 锐" userId="fef11181f709266a" providerId="LiveId" clId="{47C3984C-A884-44FB-A44E-DB4C74737F95}" dt="2020-10-27T03:00:06.937" v="832" actId="478"/>
          <ac:spMkLst>
            <pc:docMk/>
            <pc:sldMk cId="436217539" sldId="755"/>
            <ac:spMk id="11" creationId="{E4DFC77D-408E-411E-8F65-1DDE0C92A6E1}"/>
          </ac:spMkLst>
        </pc:spChg>
        <pc:spChg chg="add del mod">
          <ac:chgData name="翟 锐" userId="fef11181f709266a" providerId="LiveId" clId="{47C3984C-A884-44FB-A44E-DB4C74737F95}" dt="2020-10-27T03:00:18.733" v="842" actId="478"/>
          <ac:spMkLst>
            <pc:docMk/>
            <pc:sldMk cId="436217539" sldId="755"/>
            <ac:spMk id="15" creationId="{CB69EF4E-6FBA-4029-91CF-8F3849A09F94}"/>
          </ac:spMkLst>
        </pc:spChg>
        <pc:spChg chg="add del mod">
          <ac:chgData name="翟 锐" userId="fef11181f709266a" providerId="LiveId" clId="{47C3984C-A884-44FB-A44E-DB4C74737F95}" dt="2020-10-27T03:00:32.839" v="851" actId="478"/>
          <ac:spMkLst>
            <pc:docMk/>
            <pc:sldMk cId="436217539" sldId="755"/>
            <ac:spMk id="19" creationId="{DC18ACC8-05F7-422C-8085-621AB0B0CB3C}"/>
          </ac:spMkLst>
        </pc:spChg>
        <pc:spChg chg="mod">
          <ac:chgData name="翟 锐" userId="fef11181f709266a" providerId="LiveId" clId="{47C3984C-A884-44FB-A44E-DB4C74737F95}" dt="2020-10-27T03:08:25.262" v="957"/>
          <ac:spMkLst>
            <pc:docMk/>
            <pc:sldMk cId="436217539" sldId="755"/>
            <ac:spMk id="35" creationId="{00000000-0000-0000-0000-000000000000}"/>
          </ac:spMkLst>
        </pc:spChg>
        <pc:graphicFrameChg chg="add del mod replId">
          <ac:chgData name="翟 锐" userId="fef11181f709266a" providerId="LiveId" clId="{47C3984C-A884-44FB-A44E-DB4C74737F95}" dt="2020-10-27T02:59:40.178" v="813"/>
          <ac:graphicFrameMkLst>
            <pc:docMk/>
            <pc:sldMk cId="436217539" sldId="755"/>
            <ac:graphicFrameMk id="4" creationId="{FC08C836-3C22-4427-BE09-375BDDE53661}"/>
          </ac:graphicFrameMkLst>
        </pc:graphicFrameChg>
        <pc:graphicFrameChg chg="add del mod replId">
          <ac:chgData name="翟 锐" userId="fef11181f709266a" providerId="LiveId" clId="{47C3984C-A884-44FB-A44E-DB4C74737F95}" dt="2020-10-27T02:59:51.958" v="821"/>
          <ac:graphicFrameMkLst>
            <pc:docMk/>
            <pc:sldMk cId="436217539" sldId="755"/>
            <ac:graphicFrameMk id="8" creationId="{5B26D65F-832F-4CC2-BD3D-A3198E862ABF}"/>
          </ac:graphicFrameMkLst>
        </pc:graphicFrameChg>
        <pc:graphicFrameChg chg="add del mod replId">
          <ac:chgData name="翟 锐" userId="fef11181f709266a" providerId="LiveId" clId="{47C3984C-A884-44FB-A44E-DB4C74737F95}" dt="2020-10-27T03:00:04.609" v="830"/>
          <ac:graphicFrameMkLst>
            <pc:docMk/>
            <pc:sldMk cId="436217539" sldId="755"/>
            <ac:graphicFrameMk id="12" creationId="{E4DFC77D-408E-411E-8F65-1DDE0C92A6E1}"/>
          </ac:graphicFrameMkLst>
        </pc:graphicFrameChg>
        <pc:graphicFrameChg chg="add del mod replId">
          <ac:chgData name="翟 锐" userId="fef11181f709266a" providerId="LiveId" clId="{47C3984C-A884-44FB-A44E-DB4C74737F95}" dt="2020-10-27T03:00:16.179" v="838"/>
          <ac:graphicFrameMkLst>
            <pc:docMk/>
            <pc:sldMk cId="436217539" sldId="755"/>
            <ac:graphicFrameMk id="16" creationId="{CB69EF4E-6FBA-4029-91CF-8F3849A09F94}"/>
          </ac:graphicFrameMkLst>
        </pc:graphicFrameChg>
        <pc:graphicFrameChg chg="add del mod replId">
          <ac:chgData name="翟 锐" userId="fef11181f709266a" providerId="LiveId" clId="{47C3984C-A884-44FB-A44E-DB4C74737F95}" dt="2020-10-27T03:00:29.769" v="849"/>
          <ac:graphicFrameMkLst>
            <pc:docMk/>
            <pc:sldMk cId="436217539" sldId="755"/>
            <ac:graphicFrameMk id="20" creationId="{DC18ACC8-05F7-422C-8085-621AB0B0CB3C}"/>
          </ac:graphicFrameMkLst>
        </pc:graphicFrameChg>
      </pc:sldChg>
      <pc:sldChg chg="addSp modSp add mod">
        <pc:chgData name="翟 锐" userId="fef11181f709266a" providerId="LiveId" clId="{47C3984C-A884-44FB-A44E-DB4C74737F95}" dt="2020-11-06T12:11:00.428" v="2311" actId="1035"/>
        <pc:sldMkLst>
          <pc:docMk/>
          <pc:sldMk cId="1873240277" sldId="756"/>
        </pc:sldMkLst>
        <pc:spChg chg="mod">
          <ac:chgData name="翟 锐" userId="fef11181f709266a" providerId="LiveId" clId="{47C3984C-A884-44FB-A44E-DB4C74737F95}" dt="2020-10-27T03:10:36.606" v="1015" actId="20577"/>
          <ac:spMkLst>
            <pc:docMk/>
            <pc:sldMk cId="1873240277" sldId="756"/>
            <ac:spMk id="2" creationId="{1A343DEC-CFF6-41F5-B87C-0DFC08C67B76}"/>
          </ac:spMkLst>
        </pc:spChg>
        <pc:picChg chg="add mod">
          <ac:chgData name="翟 锐" userId="fef11181f709266a" providerId="LiveId" clId="{47C3984C-A884-44FB-A44E-DB4C74737F95}" dt="2020-11-06T12:11:00.428" v="2311" actId="1035"/>
          <ac:picMkLst>
            <pc:docMk/>
            <pc:sldMk cId="1873240277" sldId="756"/>
            <ac:picMk id="3" creationId="{42048D65-1F22-4A08-BCC7-E0955D4A1BC2}"/>
          </ac:picMkLst>
        </pc:picChg>
        <pc:picChg chg="add mod">
          <ac:chgData name="翟 锐" userId="fef11181f709266a" providerId="LiveId" clId="{47C3984C-A884-44FB-A44E-DB4C74737F95}" dt="2020-10-27T03:09:54.182" v="985" actId="1076"/>
          <ac:picMkLst>
            <pc:docMk/>
            <pc:sldMk cId="1873240277" sldId="756"/>
            <ac:picMk id="4" creationId="{E4F8CE28-0703-4937-AF35-5D58278AA046}"/>
          </ac:picMkLst>
        </pc:picChg>
        <pc:picChg chg="add mod">
          <ac:chgData name="翟 锐" userId="fef11181f709266a" providerId="LiveId" clId="{47C3984C-A884-44FB-A44E-DB4C74737F95}" dt="2020-10-27T03:09:50.752" v="984" actId="1076"/>
          <ac:picMkLst>
            <pc:docMk/>
            <pc:sldMk cId="1873240277" sldId="756"/>
            <ac:picMk id="5" creationId="{4FAE2CB5-7C14-44D5-9EC6-56C38FDBDB1E}"/>
          </ac:picMkLst>
        </pc:picChg>
        <pc:picChg chg="add mod">
          <ac:chgData name="翟 锐" userId="fef11181f709266a" providerId="LiveId" clId="{47C3984C-A884-44FB-A44E-DB4C74737F95}" dt="2020-10-27T03:10:17.652" v="1010" actId="1076"/>
          <ac:picMkLst>
            <pc:docMk/>
            <pc:sldMk cId="1873240277" sldId="756"/>
            <ac:picMk id="7" creationId="{3E1FD87C-BB0B-4787-A6C8-13894DDC0E4F}"/>
          </ac:picMkLst>
        </pc:picChg>
        <pc:picChg chg="add mod">
          <ac:chgData name="翟 锐" userId="fef11181f709266a" providerId="LiveId" clId="{47C3984C-A884-44FB-A44E-DB4C74737F95}" dt="2020-10-27T03:11:06.554" v="1023" actId="14100"/>
          <ac:picMkLst>
            <pc:docMk/>
            <pc:sldMk cId="1873240277" sldId="756"/>
            <ac:picMk id="9" creationId="{54896636-C302-4741-AC10-771E8DD25B1B}"/>
          </ac:picMkLst>
        </pc:picChg>
        <pc:picChg chg="add mod">
          <ac:chgData name="翟 锐" userId="fef11181f709266a" providerId="LiveId" clId="{47C3984C-A884-44FB-A44E-DB4C74737F95}" dt="2020-10-27T03:11:09.552" v="1024" actId="14100"/>
          <ac:picMkLst>
            <pc:docMk/>
            <pc:sldMk cId="1873240277" sldId="756"/>
            <ac:picMk id="11" creationId="{B45681C1-0852-45EF-B624-4A844138A5FB}"/>
          </ac:picMkLst>
        </pc:picChg>
      </pc:sldChg>
      <pc:sldChg chg="addSp delSp modSp add mod">
        <pc:chgData name="翟 锐" userId="fef11181f709266a" providerId="LiveId" clId="{47C3984C-A884-44FB-A44E-DB4C74737F95}" dt="2020-11-06T12:11:59.552" v="2321" actId="1076"/>
        <pc:sldMkLst>
          <pc:docMk/>
          <pc:sldMk cId="626848698" sldId="757"/>
        </pc:sldMkLst>
        <pc:spChg chg="mod">
          <ac:chgData name="翟 锐" userId="fef11181f709266a" providerId="LiveId" clId="{47C3984C-A884-44FB-A44E-DB4C74737F95}" dt="2020-11-06T12:11:42.027" v="2315" actId="6549"/>
          <ac:spMkLst>
            <pc:docMk/>
            <pc:sldMk cId="626848698" sldId="757"/>
            <ac:spMk id="2" creationId="{1A343DEC-CFF6-41F5-B87C-0DFC08C67B76}"/>
          </ac:spMkLst>
        </pc:spChg>
        <pc:spChg chg="add del mod">
          <ac:chgData name="翟 锐" userId="fef11181f709266a" providerId="LiveId" clId="{47C3984C-A884-44FB-A44E-DB4C74737F95}" dt="2020-10-27T03:12:38.663" v="1036" actId="478"/>
          <ac:spMkLst>
            <pc:docMk/>
            <pc:sldMk cId="626848698" sldId="757"/>
            <ac:spMk id="3" creationId="{CBFB50E7-3FB7-493C-9E31-7CBE9413C84D}"/>
          </ac:spMkLst>
        </pc:spChg>
        <pc:spChg chg="add mod">
          <ac:chgData name="翟 锐" userId="fef11181f709266a" providerId="LiveId" clId="{47C3984C-A884-44FB-A44E-DB4C74737F95}" dt="2020-10-27T03:12:49.993" v="1042" actId="21"/>
          <ac:spMkLst>
            <pc:docMk/>
            <pc:sldMk cId="626848698" sldId="757"/>
            <ac:spMk id="7" creationId="{99213CEA-47A8-4B3E-A63B-DEA593B444D0}"/>
          </ac:spMkLst>
        </pc:spChg>
        <pc:spChg chg="add del mod">
          <ac:chgData name="翟 锐" userId="fef11181f709266a" providerId="LiveId" clId="{47C3984C-A884-44FB-A44E-DB4C74737F95}" dt="2020-10-27T03:13:13.176" v="1053" actId="478"/>
          <ac:spMkLst>
            <pc:docMk/>
            <pc:sldMk cId="626848698" sldId="757"/>
            <ac:spMk id="11" creationId="{64D36162-07AC-4108-9503-6BE0CC372B67}"/>
          </ac:spMkLst>
        </pc:spChg>
        <pc:spChg chg="add del mod">
          <ac:chgData name="翟 锐" userId="fef11181f709266a" providerId="LiveId" clId="{47C3984C-A884-44FB-A44E-DB4C74737F95}" dt="2020-11-06T12:11:49.740" v="2320" actId="478"/>
          <ac:spMkLst>
            <pc:docMk/>
            <pc:sldMk cId="626848698" sldId="757"/>
            <ac:spMk id="15" creationId="{441B6997-BF45-4D24-B6B4-5740AE872723}"/>
          </ac:spMkLst>
        </pc:spChg>
        <pc:spChg chg="add del mod">
          <ac:chgData name="翟 锐" userId="fef11181f709266a" providerId="LiveId" clId="{47C3984C-A884-44FB-A44E-DB4C74737F95}" dt="2020-11-06T12:11:59.552" v="2321" actId="1076"/>
          <ac:spMkLst>
            <pc:docMk/>
            <pc:sldMk cId="626848698" sldId="757"/>
            <ac:spMk id="19" creationId="{B30693D1-64BC-4522-AD5D-4673306F1A3B}"/>
          </ac:spMkLst>
        </pc:spChg>
        <pc:graphicFrameChg chg="add del mod replId">
          <ac:chgData name="翟 锐" userId="fef11181f709266a" providerId="LiveId" clId="{47C3984C-A884-44FB-A44E-DB4C74737F95}" dt="2020-10-27T03:12:33.823" v="1033"/>
          <ac:graphicFrameMkLst>
            <pc:docMk/>
            <pc:sldMk cId="626848698" sldId="757"/>
            <ac:graphicFrameMk id="4" creationId="{CBFB50E7-3FB7-493C-9E31-7CBE9413C84D}"/>
          </ac:graphicFrameMkLst>
        </pc:graphicFrameChg>
        <pc:graphicFrameChg chg="add del mod replId">
          <ac:chgData name="翟 锐" userId="fef11181f709266a" providerId="LiveId" clId="{47C3984C-A884-44FB-A44E-DB4C74737F95}" dt="2020-10-27T03:12:48.323" v="1041"/>
          <ac:graphicFrameMkLst>
            <pc:docMk/>
            <pc:sldMk cId="626848698" sldId="757"/>
            <ac:graphicFrameMk id="8" creationId="{99213CEA-47A8-4B3E-A63B-DEA593B444D0}"/>
          </ac:graphicFrameMkLst>
        </pc:graphicFrameChg>
        <pc:graphicFrameChg chg="add del mod replId">
          <ac:chgData name="翟 锐" userId="fef11181f709266a" providerId="LiveId" clId="{47C3984C-A884-44FB-A44E-DB4C74737F95}" dt="2020-10-27T03:13:09.013" v="1050"/>
          <ac:graphicFrameMkLst>
            <pc:docMk/>
            <pc:sldMk cId="626848698" sldId="757"/>
            <ac:graphicFrameMk id="12" creationId="{64D36162-07AC-4108-9503-6BE0CC372B67}"/>
          </ac:graphicFrameMkLst>
        </pc:graphicFrameChg>
        <pc:graphicFrameChg chg="add del mod replId">
          <ac:chgData name="翟 锐" userId="fef11181f709266a" providerId="LiveId" clId="{47C3984C-A884-44FB-A44E-DB4C74737F95}" dt="2020-10-27T03:13:26.566" v="1057"/>
          <ac:graphicFrameMkLst>
            <pc:docMk/>
            <pc:sldMk cId="626848698" sldId="757"/>
            <ac:graphicFrameMk id="16" creationId="{441B6997-BF45-4D24-B6B4-5740AE872723}"/>
          </ac:graphicFrameMkLst>
        </pc:graphicFrameChg>
        <pc:graphicFrameChg chg="add del mod replId">
          <ac:chgData name="翟 锐" userId="fef11181f709266a" providerId="LiveId" clId="{47C3984C-A884-44FB-A44E-DB4C74737F95}" dt="2020-10-27T03:13:43.983" v="1068"/>
          <ac:graphicFrameMkLst>
            <pc:docMk/>
            <pc:sldMk cId="626848698" sldId="757"/>
            <ac:graphicFrameMk id="20" creationId="{B30693D1-64BC-4522-AD5D-4673306F1A3B}"/>
          </ac:graphicFrameMkLst>
        </pc:graphicFrameChg>
      </pc:sldChg>
      <pc:sldChg chg="addSp modSp add mod">
        <pc:chgData name="翟 锐" userId="fef11181f709266a" providerId="LiveId" clId="{47C3984C-A884-44FB-A44E-DB4C74737F95}" dt="2020-11-06T12:38:38.440" v="2336" actId="21"/>
        <pc:sldMkLst>
          <pc:docMk/>
          <pc:sldMk cId="1147124894" sldId="758"/>
        </pc:sldMkLst>
        <pc:spChg chg="mod">
          <ac:chgData name="翟 锐" userId="fef11181f709266a" providerId="LiveId" clId="{47C3984C-A884-44FB-A44E-DB4C74737F95}" dt="2020-11-06T12:38:38.440" v="2336" actId="21"/>
          <ac:spMkLst>
            <pc:docMk/>
            <pc:sldMk cId="1147124894" sldId="758"/>
            <ac:spMk id="2" creationId="{1A343DEC-CFF6-41F5-B87C-0DFC08C67B76}"/>
          </ac:spMkLst>
        </pc:spChg>
        <pc:picChg chg="add mod">
          <ac:chgData name="翟 锐" userId="fef11181f709266a" providerId="LiveId" clId="{47C3984C-A884-44FB-A44E-DB4C74737F95}" dt="2020-11-06T12:13:29.260" v="2327" actId="1076"/>
          <ac:picMkLst>
            <pc:docMk/>
            <pc:sldMk cId="1147124894" sldId="758"/>
            <ac:picMk id="3" creationId="{89FF97D9-CAE9-49C7-8DE5-5B2726E5E3A5}"/>
          </ac:picMkLst>
        </pc:picChg>
        <pc:picChg chg="add mod">
          <ac:chgData name="翟 锐" userId="fef11181f709266a" providerId="LiveId" clId="{47C3984C-A884-44FB-A44E-DB4C74737F95}" dt="2020-10-27T03:15:13.637" v="1129" actId="1076"/>
          <ac:picMkLst>
            <pc:docMk/>
            <pc:sldMk cId="1147124894" sldId="758"/>
            <ac:picMk id="4" creationId="{9BD54E97-BAA1-4A18-AAA3-6A6C4B1E502D}"/>
          </ac:picMkLst>
        </pc:picChg>
        <pc:picChg chg="add mod">
          <ac:chgData name="翟 锐" userId="fef11181f709266a" providerId="LiveId" clId="{47C3984C-A884-44FB-A44E-DB4C74737F95}" dt="2020-11-06T12:13:54.117" v="2328" actId="1076"/>
          <ac:picMkLst>
            <pc:docMk/>
            <pc:sldMk cId="1147124894" sldId="758"/>
            <ac:picMk id="5" creationId="{E27358E6-E4C8-46C4-8A8F-C093ECC93E70}"/>
          </ac:picMkLst>
        </pc:picChg>
        <pc:picChg chg="add mod">
          <ac:chgData name="翟 锐" userId="fef11181f709266a" providerId="LiveId" clId="{47C3984C-A884-44FB-A44E-DB4C74737F95}" dt="2020-10-27T03:15:32.774" v="1135" actId="1076"/>
          <ac:picMkLst>
            <pc:docMk/>
            <pc:sldMk cId="1147124894" sldId="758"/>
            <ac:picMk id="7" creationId="{A0562A9B-F907-4102-8CC7-D85BB8F23112}"/>
          </ac:picMkLst>
        </pc:picChg>
        <pc:picChg chg="add mod">
          <ac:chgData name="翟 锐" userId="fef11181f709266a" providerId="LiveId" clId="{47C3984C-A884-44FB-A44E-DB4C74737F95}" dt="2020-10-27T03:15:41.739" v="1138" actId="1076"/>
          <ac:picMkLst>
            <pc:docMk/>
            <pc:sldMk cId="1147124894" sldId="758"/>
            <ac:picMk id="9" creationId="{6512378C-855B-4CCC-969A-0D7F378663A8}"/>
          </ac:picMkLst>
        </pc:picChg>
        <pc:picChg chg="add mod">
          <ac:chgData name="翟 锐" userId="fef11181f709266a" providerId="LiveId" clId="{47C3984C-A884-44FB-A44E-DB4C74737F95}" dt="2020-10-27T03:15:52.584" v="1141" actId="1076"/>
          <ac:picMkLst>
            <pc:docMk/>
            <pc:sldMk cId="1147124894" sldId="758"/>
            <ac:picMk id="11" creationId="{35830800-FAE9-4BA0-92DF-065211925C21}"/>
          </ac:picMkLst>
        </pc:picChg>
      </pc:sldChg>
      <pc:sldChg chg="addSp modSp add mod">
        <pc:chgData name="翟 锐" userId="fef11181f709266a" providerId="LiveId" clId="{47C3984C-A884-44FB-A44E-DB4C74737F95}" dt="2020-11-06T12:14:13.448" v="2332" actId="1076"/>
        <pc:sldMkLst>
          <pc:docMk/>
          <pc:sldMk cId="1159565930" sldId="759"/>
        </pc:sldMkLst>
        <pc:spChg chg="mod">
          <ac:chgData name="翟 锐" userId="fef11181f709266a" providerId="LiveId" clId="{47C3984C-A884-44FB-A44E-DB4C74737F95}" dt="2020-11-06T12:14:13.137" v="2331" actId="20577"/>
          <ac:spMkLst>
            <pc:docMk/>
            <pc:sldMk cId="1159565930" sldId="759"/>
            <ac:spMk id="2" creationId="{1A343DEC-CFF6-41F5-B87C-0DFC08C67B76}"/>
          </ac:spMkLst>
        </pc:spChg>
        <pc:picChg chg="add mod">
          <ac:chgData name="翟 锐" userId="fef11181f709266a" providerId="LiveId" clId="{47C3984C-A884-44FB-A44E-DB4C74737F95}" dt="2020-11-06T12:14:13.448" v="2332" actId="1076"/>
          <ac:picMkLst>
            <pc:docMk/>
            <pc:sldMk cId="1159565930" sldId="759"/>
            <ac:picMk id="3" creationId="{353D40E8-6BBB-478E-909C-8488090D375E}"/>
          </ac:picMkLst>
        </pc:picChg>
        <pc:picChg chg="add mod">
          <ac:chgData name="翟 锐" userId="fef11181f709266a" providerId="LiveId" clId="{47C3984C-A884-44FB-A44E-DB4C74737F95}" dt="2020-10-27T03:16:37.914" v="1188" actId="1076"/>
          <ac:picMkLst>
            <pc:docMk/>
            <pc:sldMk cId="1159565930" sldId="759"/>
            <ac:picMk id="4" creationId="{2DF8EF21-1FFF-4EC4-B64C-3D6F50539D93}"/>
          </ac:picMkLst>
        </pc:picChg>
        <pc:picChg chg="add mod">
          <ac:chgData name="翟 锐" userId="fef11181f709266a" providerId="LiveId" clId="{47C3984C-A884-44FB-A44E-DB4C74737F95}" dt="2020-10-27T03:16:48.014" v="1191" actId="1076"/>
          <ac:picMkLst>
            <pc:docMk/>
            <pc:sldMk cId="1159565930" sldId="759"/>
            <ac:picMk id="5" creationId="{D84B119A-AFB5-4B9B-A85F-2A2FEF55324B}"/>
          </ac:picMkLst>
        </pc:picChg>
        <pc:picChg chg="add mod">
          <ac:chgData name="翟 锐" userId="fef11181f709266a" providerId="LiveId" clId="{47C3984C-A884-44FB-A44E-DB4C74737F95}" dt="2020-10-27T03:16:56.264" v="1194" actId="1076"/>
          <ac:picMkLst>
            <pc:docMk/>
            <pc:sldMk cId="1159565930" sldId="759"/>
            <ac:picMk id="7" creationId="{9D63D785-8752-48D4-8FC8-33A878ACB3D9}"/>
          </ac:picMkLst>
        </pc:picChg>
        <pc:picChg chg="add mod">
          <ac:chgData name="翟 锐" userId="fef11181f709266a" providerId="LiveId" clId="{47C3984C-A884-44FB-A44E-DB4C74737F95}" dt="2020-10-27T03:17:12.595" v="1203" actId="1076"/>
          <ac:picMkLst>
            <pc:docMk/>
            <pc:sldMk cId="1159565930" sldId="759"/>
            <ac:picMk id="9" creationId="{54222F30-552C-450C-9758-4526C83EB883}"/>
          </ac:picMkLst>
        </pc:picChg>
        <pc:picChg chg="add mod">
          <ac:chgData name="翟 锐" userId="fef11181f709266a" providerId="LiveId" clId="{47C3984C-A884-44FB-A44E-DB4C74737F95}" dt="2020-10-27T03:17:20.535" v="1206" actId="1076"/>
          <ac:picMkLst>
            <pc:docMk/>
            <pc:sldMk cId="1159565930" sldId="759"/>
            <ac:picMk id="11" creationId="{7BCECF58-382B-4E05-B8BD-0124A7F2335A}"/>
          </ac:picMkLst>
        </pc:picChg>
      </pc:sldChg>
      <pc:sldChg chg="addSp delSp modSp add mod">
        <pc:chgData name="翟 锐" userId="fef11181f709266a" providerId="LiveId" clId="{47C3984C-A884-44FB-A44E-DB4C74737F95}" dt="2020-11-06T12:41:56.704" v="2371" actId="113"/>
        <pc:sldMkLst>
          <pc:docMk/>
          <pc:sldMk cId="2749238877" sldId="760"/>
        </pc:sldMkLst>
        <pc:spChg chg="mod">
          <ac:chgData name="翟 锐" userId="fef11181f709266a" providerId="LiveId" clId="{47C3984C-A884-44FB-A44E-DB4C74737F95}" dt="2020-11-06T12:41:56.704" v="2371" actId="113"/>
          <ac:spMkLst>
            <pc:docMk/>
            <pc:sldMk cId="2749238877" sldId="760"/>
            <ac:spMk id="2" creationId="{1A343DEC-CFF6-41F5-B87C-0DFC08C67B76}"/>
          </ac:spMkLst>
        </pc:spChg>
        <pc:spChg chg="add del mod">
          <ac:chgData name="翟 锐" userId="fef11181f709266a" providerId="LiveId" clId="{47C3984C-A884-44FB-A44E-DB4C74737F95}" dt="2020-10-27T03:18:56.719" v="1227" actId="478"/>
          <ac:spMkLst>
            <pc:docMk/>
            <pc:sldMk cId="2749238877" sldId="760"/>
            <ac:spMk id="3" creationId="{1E774060-C68C-4014-9336-904F54CB01BA}"/>
          </ac:spMkLst>
        </pc:spChg>
        <pc:spChg chg="add del mod">
          <ac:chgData name="翟 锐" userId="fef11181f709266a" providerId="LiveId" clId="{47C3984C-A884-44FB-A44E-DB4C74737F95}" dt="2020-10-27T03:19:07.665" v="1233" actId="478"/>
          <ac:spMkLst>
            <pc:docMk/>
            <pc:sldMk cId="2749238877" sldId="760"/>
            <ac:spMk id="7" creationId="{F111F7B4-2E45-432A-98CD-476F21C5F3E3}"/>
          </ac:spMkLst>
        </pc:spChg>
        <pc:spChg chg="add del mod">
          <ac:chgData name="翟 锐" userId="fef11181f709266a" providerId="LiveId" clId="{47C3984C-A884-44FB-A44E-DB4C74737F95}" dt="2020-10-27T03:19:21.380" v="1242" actId="478"/>
          <ac:spMkLst>
            <pc:docMk/>
            <pc:sldMk cId="2749238877" sldId="760"/>
            <ac:spMk id="11" creationId="{7EA39477-B0E2-4614-8821-9A248A821DB6}"/>
          </ac:spMkLst>
        </pc:spChg>
        <pc:spChg chg="add del mod">
          <ac:chgData name="翟 锐" userId="fef11181f709266a" providerId="LiveId" clId="{47C3984C-A884-44FB-A44E-DB4C74737F95}" dt="2020-10-27T03:19:39.505" v="1253" actId="478"/>
          <ac:spMkLst>
            <pc:docMk/>
            <pc:sldMk cId="2749238877" sldId="760"/>
            <ac:spMk id="15" creationId="{DAC486B2-1258-4AFB-B3A9-DA3F735DBF68}"/>
          </ac:spMkLst>
        </pc:spChg>
        <pc:spChg chg="add del mod">
          <ac:chgData name="翟 锐" userId="fef11181f709266a" providerId="LiveId" clId="{47C3984C-A884-44FB-A44E-DB4C74737F95}" dt="2020-10-27T03:19:51.455" v="1259" actId="478"/>
          <ac:spMkLst>
            <pc:docMk/>
            <pc:sldMk cId="2749238877" sldId="760"/>
            <ac:spMk id="19" creationId="{8A213FC9-EEBF-490C-ADE9-0C59537A0883}"/>
          </ac:spMkLst>
        </pc:spChg>
        <pc:spChg chg="add del mod">
          <ac:chgData name="翟 锐" userId="fef11181f709266a" providerId="LiveId" clId="{47C3984C-A884-44FB-A44E-DB4C74737F95}" dt="2020-10-27T03:20:26.591" v="1276" actId="478"/>
          <ac:spMkLst>
            <pc:docMk/>
            <pc:sldMk cId="2749238877" sldId="760"/>
            <ac:spMk id="23" creationId="{6672F024-9720-44B6-8339-5A47620605D0}"/>
          </ac:spMkLst>
        </pc:spChg>
        <pc:spChg chg="mod">
          <ac:chgData name="翟 锐" userId="fef11181f709266a" providerId="LiveId" clId="{47C3984C-A884-44FB-A44E-DB4C74737F95}" dt="2020-10-27T03:25:43.077" v="1344"/>
          <ac:spMkLst>
            <pc:docMk/>
            <pc:sldMk cId="2749238877" sldId="760"/>
            <ac:spMk id="35" creationId="{00000000-0000-0000-0000-000000000000}"/>
          </ac:spMkLst>
        </pc:spChg>
        <pc:graphicFrameChg chg="add del mod replId">
          <ac:chgData name="翟 锐" userId="fef11181f709266a" providerId="LiveId" clId="{47C3984C-A884-44FB-A44E-DB4C74737F95}" dt="2020-10-27T03:18:53.635" v="1225"/>
          <ac:graphicFrameMkLst>
            <pc:docMk/>
            <pc:sldMk cId="2749238877" sldId="760"/>
            <ac:graphicFrameMk id="4" creationId="{1E774060-C68C-4014-9336-904F54CB01BA}"/>
          </ac:graphicFrameMkLst>
        </pc:graphicFrameChg>
        <pc:graphicFrameChg chg="add del mod replId">
          <ac:chgData name="翟 锐" userId="fef11181f709266a" providerId="LiveId" clId="{47C3984C-A884-44FB-A44E-DB4C74737F95}" dt="2020-10-27T03:19:04.675" v="1231"/>
          <ac:graphicFrameMkLst>
            <pc:docMk/>
            <pc:sldMk cId="2749238877" sldId="760"/>
            <ac:graphicFrameMk id="8" creationId="{F111F7B4-2E45-432A-98CD-476F21C5F3E3}"/>
          </ac:graphicFrameMkLst>
        </pc:graphicFrameChg>
        <pc:graphicFrameChg chg="add del mod replId">
          <ac:chgData name="翟 锐" userId="fef11181f709266a" providerId="LiveId" clId="{47C3984C-A884-44FB-A44E-DB4C74737F95}" dt="2020-10-27T03:19:18.265" v="1239"/>
          <ac:graphicFrameMkLst>
            <pc:docMk/>
            <pc:sldMk cId="2749238877" sldId="760"/>
            <ac:graphicFrameMk id="12" creationId="{7EA39477-B0E2-4614-8821-9A248A821DB6}"/>
          </ac:graphicFrameMkLst>
        </pc:graphicFrameChg>
        <pc:graphicFrameChg chg="add del mod replId">
          <ac:chgData name="翟 锐" userId="fef11181f709266a" providerId="LiveId" clId="{47C3984C-A884-44FB-A44E-DB4C74737F95}" dt="2020-10-27T03:19:33.895" v="1250"/>
          <ac:graphicFrameMkLst>
            <pc:docMk/>
            <pc:sldMk cId="2749238877" sldId="760"/>
            <ac:graphicFrameMk id="16" creationId="{DAC486B2-1258-4AFB-B3A9-DA3F735DBF68}"/>
          </ac:graphicFrameMkLst>
        </pc:graphicFrameChg>
        <pc:graphicFrameChg chg="add del mod replId">
          <ac:chgData name="翟 锐" userId="fef11181f709266a" providerId="LiveId" clId="{47C3984C-A884-44FB-A44E-DB4C74737F95}" dt="2020-10-27T03:19:46.927" v="1257"/>
          <ac:graphicFrameMkLst>
            <pc:docMk/>
            <pc:sldMk cId="2749238877" sldId="760"/>
            <ac:graphicFrameMk id="20" creationId="{8A213FC9-EEBF-490C-ADE9-0C59537A0883}"/>
          </ac:graphicFrameMkLst>
        </pc:graphicFrameChg>
        <pc:graphicFrameChg chg="add del mod replId">
          <ac:chgData name="翟 锐" userId="fef11181f709266a" providerId="LiveId" clId="{47C3984C-A884-44FB-A44E-DB4C74737F95}" dt="2020-10-27T03:20:24.025" v="1274"/>
          <ac:graphicFrameMkLst>
            <pc:docMk/>
            <pc:sldMk cId="2749238877" sldId="760"/>
            <ac:graphicFrameMk id="24" creationId="{6672F024-9720-44B6-8339-5A47620605D0}"/>
          </ac:graphicFrameMkLst>
        </pc:graphicFrameChg>
        <pc:picChg chg="add mod">
          <ac:chgData name="翟 锐" userId="fef11181f709266a" providerId="LiveId" clId="{47C3984C-A884-44FB-A44E-DB4C74737F95}" dt="2020-11-06T12:41:01.603" v="2354" actId="1076"/>
          <ac:picMkLst>
            <pc:docMk/>
            <pc:sldMk cId="2749238877" sldId="760"/>
            <ac:picMk id="3" creationId="{C033F6D1-60FC-48CC-A0B8-6CF6010B69FD}"/>
          </ac:picMkLst>
        </pc:picChg>
      </pc:sldChg>
      <pc:sldChg chg="addSp delSp modSp add mod">
        <pc:chgData name="翟 锐" userId="fef11181f709266a" providerId="LiveId" clId="{47C3984C-A884-44FB-A44E-DB4C74737F95}" dt="2020-11-06T12:45:56.026" v="2389" actId="207"/>
        <pc:sldMkLst>
          <pc:docMk/>
          <pc:sldMk cId="1749935916" sldId="761"/>
        </pc:sldMkLst>
        <pc:spChg chg="mod">
          <ac:chgData name="翟 锐" userId="fef11181f709266a" providerId="LiveId" clId="{47C3984C-A884-44FB-A44E-DB4C74737F95}" dt="2020-11-06T12:45:56.026" v="2389" actId="207"/>
          <ac:spMkLst>
            <pc:docMk/>
            <pc:sldMk cId="1749935916" sldId="761"/>
            <ac:spMk id="2" creationId="{1A343DEC-CFF6-41F5-B87C-0DFC08C67B76}"/>
          </ac:spMkLst>
        </pc:spChg>
        <pc:spChg chg="add del mod">
          <ac:chgData name="翟 锐" userId="fef11181f709266a" providerId="LiveId" clId="{47C3984C-A884-44FB-A44E-DB4C74737F95}" dt="2020-10-27T03:20:52.706" v="1288" actId="478"/>
          <ac:spMkLst>
            <pc:docMk/>
            <pc:sldMk cId="1749935916" sldId="761"/>
            <ac:spMk id="3" creationId="{D3FB7E29-7A93-4130-979D-D268D5905BB4}"/>
          </ac:spMkLst>
        </pc:spChg>
        <pc:spChg chg="mod">
          <ac:chgData name="翟 锐" userId="fef11181f709266a" providerId="LiveId" clId="{47C3984C-A884-44FB-A44E-DB4C74737F95}" dt="2020-10-27T03:25:44.637" v="1345"/>
          <ac:spMkLst>
            <pc:docMk/>
            <pc:sldMk cId="1749935916" sldId="761"/>
            <ac:spMk id="35" creationId="{00000000-0000-0000-0000-000000000000}"/>
          </ac:spMkLst>
        </pc:spChg>
        <pc:graphicFrameChg chg="add del mod replId">
          <ac:chgData name="翟 锐" userId="fef11181f709266a" providerId="LiveId" clId="{47C3984C-A884-44FB-A44E-DB4C74737F95}" dt="2020-10-27T03:20:49.955" v="1286"/>
          <ac:graphicFrameMkLst>
            <pc:docMk/>
            <pc:sldMk cId="1749935916" sldId="761"/>
            <ac:graphicFrameMk id="4" creationId="{D3FB7E29-7A93-4130-979D-D268D5905BB4}"/>
          </ac:graphicFrameMkLst>
        </pc:graphicFrameChg>
      </pc:sldChg>
      <pc:sldChg chg="addSp delSp modSp add mod delAnim">
        <pc:chgData name="翟 锐" userId="fef11181f709266a" providerId="LiveId" clId="{47C3984C-A884-44FB-A44E-DB4C74737F95}" dt="2020-10-27T03:25:19.507" v="1343" actId="1076"/>
        <pc:sldMkLst>
          <pc:docMk/>
          <pc:sldMk cId="1188384386" sldId="762"/>
        </pc:sldMkLst>
        <pc:spChg chg="del">
          <ac:chgData name="翟 锐" userId="fef11181f709266a" providerId="LiveId" clId="{47C3984C-A884-44FB-A44E-DB4C74737F95}" dt="2020-10-27T03:21:16.851" v="1295" actId="478"/>
          <ac:spMkLst>
            <pc:docMk/>
            <pc:sldMk cId="1188384386" sldId="762"/>
            <ac:spMk id="2" creationId="{1A343DEC-CFF6-41F5-B87C-0DFC08C67B76}"/>
          </ac:spMkLst>
        </pc:spChg>
        <pc:spChg chg="add mod">
          <ac:chgData name="翟 锐" userId="fef11181f709266a" providerId="LiveId" clId="{47C3984C-A884-44FB-A44E-DB4C74737F95}" dt="2020-10-27T03:25:14.967" v="1342" actId="6549"/>
          <ac:spMkLst>
            <pc:docMk/>
            <pc:sldMk cId="1188384386" sldId="762"/>
            <ac:spMk id="3" creationId="{17DBE7D1-647C-4178-A7E1-5B2FB4ADD5D7}"/>
          </ac:spMkLst>
        </pc:spChg>
        <pc:spChg chg="del">
          <ac:chgData name="翟 锐" userId="fef11181f709266a" providerId="LiveId" clId="{47C3984C-A884-44FB-A44E-DB4C74737F95}" dt="2020-10-27T03:21:22.257" v="1298" actId="478"/>
          <ac:spMkLst>
            <pc:docMk/>
            <pc:sldMk cId="1188384386" sldId="762"/>
            <ac:spMk id="34" creationId="{00000000-0000-0000-0000-000000000000}"/>
          </ac:spMkLst>
        </pc:spChg>
        <pc:spChg chg="del">
          <ac:chgData name="翟 锐" userId="fef11181f709266a" providerId="LiveId" clId="{47C3984C-A884-44FB-A44E-DB4C74737F95}" dt="2020-10-27T03:21:22.257" v="1298" actId="478"/>
          <ac:spMkLst>
            <pc:docMk/>
            <pc:sldMk cId="1188384386" sldId="762"/>
            <ac:spMk id="35" creationId="{00000000-0000-0000-0000-000000000000}"/>
          </ac:spMkLst>
        </pc:spChg>
        <pc:graphicFrameChg chg="add del mod">
          <ac:chgData name="翟 锐" userId="fef11181f709266a" providerId="LiveId" clId="{47C3984C-A884-44FB-A44E-DB4C74737F95}" dt="2020-10-27T03:21:21.156" v="1297"/>
          <ac:graphicFrameMkLst>
            <pc:docMk/>
            <pc:sldMk cId="1188384386" sldId="762"/>
            <ac:graphicFrameMk id="6" creationId="{8553E23D-9989-44A4-9009-FD1F513E65FB}"/>
          </ac:graphicFrameMkLst>
        </pc:graphicFrameChg>
        <pc:graphicFrameChg chg="add mod modGraphic">
          <ac:chgData name="翟 锐" userId="fef11181f709266a" providerId="LiveId" clId="{47C3984C-A884-44FB-A44E-DB4C74737F95}" dt="2020-10-27T03:25:19.507" v="1343" actId="1076"/>
          <ac:graphicFrameMkLst>
            <pc:docMk/>
            <pc:sldMk cId="1188384386" sldId="762"/>
            <ac:graphicFrameMk id="7" creationId="{453697E4-D9BF-454C-AEB6-EE0530B18B90}"/>
          </ac:graphicFrameMkLst>
        </pc:graphicFrameChg>
        <pc:cxnChg chg="del">
          <ac:chgData name="翟 锐" userId="fef11181f709266a" providerId="LiveId" clId="{47C3984C-A884-44FB-A44E-DB4C74737F95}" dt="2020-10-27T03:21:22.257" v="1298" actId="478"/>
          <ac:cxnSpMkLst>
            <pc:docMk/>
            <pc:sldMk cId="1188384386" sldId="762"/>
            <ac:cxnSpMk id="33" creationId="{00000000-0000-0000-0000-000000000000}"/>
          </ac:cxnSpMkLst>
        </pc:cxnChg>
      </pc:sldChg>
      <pc:sldChg chg="modSp add mod">
        <pc:chgData name="翟 锐" userId="fef11181f709266a" providerId="LiveId" clId="{47C3984C-A884-44FB-A44E-DB4C74737F95}" dt="2020-11-06T12:46:28.812" v="2394" actId="207"/>
        <pc:sldMkLst>
          <pc:docMk/>
          <pc:sldMk cId="1787553235" sldId="763"/>
        </pc:sldMkLst>
        <pc:spChg chg="mod">
          <ac:chgData name="翟 锐" userId="fef11181f709266a" providerId="LiveId" clId="{47C3984C-A884-44FB-A44E-DB4C74737F95}" dt="2020-11-06T12:46:28.812" v="2394" actId="207"/>
          <ac:spMkLst>
            <pc:docMk/>
            <pc:sldMk cId="1787553235" sldId="763"/>
            <ac:spMk id="2" creationId="{1A343DEC-CFF6-41F5-B87C-0DFC08C67B76}"/>
          </ac:spMkLst>
        </pc:spChg>
        <pc:spChg chg="mod">
          <ac:chgData name="翟 锐" userId="fef11181f709266a" providerId="LiveId" clId="{47C3984C-A884-44FB-A44E-DB4C74737F95}" dt="2020-10-27T03:25:46.824" v="1346"/>
          <ac:spMkLst>
            <pc:docMk/>
            <pc:sldMk cId="1787553235" sldId="763"/>
            <ac:spMk id="35" creationId="{00000000-0000-0000-0000-000000000000}"/>
          </ac:spMkLst>
        </pc:spChg>
      </pc:sldChg>
      <pc:sldChg chg="addSp delSp modSp add mod">
        <pc:chgData name="翟 锐" userId="fef11181f709266a" providerId="LiveId" clId="{47C3984C-A884-44FB-A44E-DB4C74737F95}" dt="2020-11-06T12:47:34.944" v="2398" actId="2711"/>
        <pc:sldMkLst>
          <pc:docMk/>
          <pc:sldMk cId="587400443" sldId="764"/>
        </pc:sldMkLst>
        <pc:spChg chg="del">
          <ac:chgData name="翟 锐" userId="fef11181f709266a" providerId="LiveId" clId="{47C3984C-A884-44FB-A44E-DB4C74737F95}" dt="2020-10-27T03:23:28.077" v="1314" actId="478"/>
          <ac:spMkLst>
            <pc:docMk/>
            <pc:sldMk cId="587400443" sldId="764"/>
            <ac:spMk id="2" creationId="{1A343DEC-CFF6-41F5-B87C-0DFC08C67B76}"/>
          </ac:spMkLst>
        </pc:spChg>
        <pc:spChg chg="add mod">
          <ac:chgData name="翟 锐" userId="fef11181f709266a" providerId="LiveId" clId="{47C3984C-A884-44FB-A44E-DB4C74737F95}" dt="2020-11-06T12:47:24.553" v="2397" actId="1076"/>
          <ac:spMkLst>
            <pc:docMk/>
            <pc:sldMk cId="587400443" sldId="764"/>
            <ac:spMk id="3" creationId="{83A5218B-FBB8-475F-800F-C7469EF5A00A}"/>
          </ac:spMkLst>
        </pc:spChg>
        <pc:spChg chg="mod">
          <ac:chgData name="翟 锐" userId="fef11181f709266a" providerId="LiveId" clId="{47C3984C-A884-44FB-A44E-DB4C74737F95}" dt="2020-10-27T03:25:48.157" v="1347"/>
          <ac:spMkLst>
            <pc:docMk/>
            <pc:sldMk cId="587400443" sldId="764"/>
            <ac:spMk id="35" creationId="{00000000-0000-0000-0000-000000000000}"/>
          </ac:spMkLst>
        </pc:spChg>
        <pc:graphicFrameChg chg="add mod modGraphic">
          <ac:chgData name="翟 锐" userId="fef11181f709266a" providerId="LiveId" clId="{47C3984C-A884-44FB-A44E-DB4C74737F95}" dt="2020-11-06T12:47:34.944" v="2398" actId="2711"/>
          <ac:graphicFrameMkLst>
            <pc:docMk/>
            <pc:sldMk cId="587400443" sldId="764"/>
            <ac:graphicFrameMk id="6" creationId="{4766E7A7-151D-4AB4-B9C0-0E1856445DE7}"/>
          </ac:graphicFrameMkLst>
        </pc:graphicFrameChg>
      </pc:sldChg>
      <pc:sldChg chg="addSp delSp modSp add mod">
        <pc:chgData name="翟 锐" userId="fef11181f709266a" providerId="LiveId" clId="{47C3984C-A884-44FB-A44E-DB4C74737F95}" dt="2020-11-06T12:47:44.798" v="2399" actId="2711"/>
        <pc:sldMkLst>
          <pc:docMk/>
          <pc:sldMk cId="2091897468" sldId="765"/>
        </pc:sldMkLst>
        <pc:spChg chg="del">
          <ac:chgData name="翟 锐" userId="fef11181f709266a" providerId="LiveId" clId="{47C3984C-A884-44FB-A44E-DB4C74737F95}" dt="2020-10-27T03:23:55.578" v="1318" actId="478"/>
          <ac:spMkLst>
            <pc:docMk/>
            <pc:sldMk cId="2091897468" sldId="765"/>
            <ac:spMk id="2" creationId="{1A343DEC-CFF6-41F5-B87C-0DFC08C67B76}"/>
          </ac:spMkLst>
        </pc:spChg>
        <pc:spChg chg="add mod">
          <ac:chgData name="翟 锐" userId="fef11181f709266a" providerId="LiveId" clId="{47C3984C-A884-44FB-A44E-DB4C74737F95}" dt="2020-11-06T12:47:44.798" v="2399" actId="2711"/>
          <ac:spMkLst>
            <pc:docMk/>
            <pc:sldMk cId="2091897468" sldId="765"/>
            <ac:spMk id="4" creationId="{36B33584-9B00-40FD-9551-EC228E8BFCC8}"/>
          </ac:spMkLst>
        </pc:spChg>
        <pc:spChg chg="mod">
          <ac:chgData name="翟 锐" userId="fef11181f709266a" providerId="LiveId" clId="{47C3984C-A884-44FB-A44E-DB4C74737F95}" dt="2020-10-27T03:25:49.727" v="1348"/>
          <ac:spMkLst>
            <pc:docMk/>
            <pc:sldMk cId="2091897468" sldId="765"/>
            <ac:spMk id="35" creationId="{00000000-0000-0000-0000-000000000000}"/>
          </ac:spMkLst>
        </pc:spChg>
        <pc:graphicFrameChg chg="add mod">
          <ac:chgData name="翟 锐" userId="fef11181f709266a" providerId="LiveId" clId="{47C3984C-A884-44FB-A44E-DB4C74737F95}" dt="2020-11-06T12:47:44.798" v="2399" actId="2711"/>
          <ac:graphicFrameMkLst>
            <pc:docMk/>
            <pc:sldMk cId="2091897468" sldId="765"/>
            <ac:graphicFrameMk id="3" creationId="{56D70DB8-1CFB-4E9F-9260-BB32DE545494}"/>
          </ac:graphicFrameMkLst>
        </pc:graphicFrameChg>
      </pc:sldChg>
      <pc:sldChg chg="add del">
        <pc:chgData name="翟 锐" userId="fef11181f709266a" providerId="LiveId" clId="{47C3984C-A884-44FB-A44E-DB4C74737F95}" dt="2020-10-27T03:26:53.758" v="1358"/>
        <pc:sldMkLst>
          <pc:docMk/>
          <pc:sldMk cId="3058242539" sldId="766"/>
        </pc:sldMkLst>
      </pc:sldChg>
      <pc:sldChg chg="addSp delSp modSp add mod">
        <pc:chgData name="翟 锐" userId="fef11181f709266a" providerId="LiveId" clId="{47C3984C-A884-44FB-A44E-DB4C74737F95}" dt="2020-10-27T03:27:58.238" v="1381" actId="122"/>
        <pc:sldMkLst>
          <pc:docMk/>
          <pc:sldMk cId="3295641558" sldId="766"/>
        </pc:sldMkLst>
        <pc:spChg chg="mod">
          <ac:chgData name="翟 锐" userId="fef11181f709266a" providerId="LiveId" clId="{47C3984C-A884-44FB-A44E-DB4C74737F95}" dt="2020-10-27T03:27:58.238" v="1381" actId="122"/>
          <ac:spMkLst>
            <pc:docMk/>
            <pc:sldMk cId="3295641558" sldId="766"/>
            <ac:spMk id="2" creationId="{1A343DEC-CFF6-41F5-B87C-0DFC08C67B76}"/>
          </ac:spMkLst>
        </pc:spChg>
        <pc:spChg chg="add del mod">
          <ac:chgData name="翟 锐" userId="fef11181f709266a" providerId="LiveId" clId="{47C3984C-A884-44FB-A44E-DB4C74737F95}" dt="2020-10-27T03:27:35.428" v="1368" actId="478"/>
          <ac:spMkLst>
            <pc:docMk/>
            <pc:sldMk cId="3295641558" sldId="766"/>
            <ac:spMk id="3" creationId="{A704B92F-E93F-44DC-B222-E7A8E37D2F22}"/>
          </ac:spMkLst>
        </pc:spChg>
        <pc:spChg chg="add del mod">
          <ac:chgData name="翟 锐" userId="fef11181f709266a" providerId="LiveId" clId="{47C3984C-A884-44FB-A44E-DB4C74737F95}" dt="2020-10-27T03:27:52.928" v="1378" actId="478"/>
          <ac:spMkLst>
            <pc:docMk/>
            <pc:sldMk cId="3295641558" sldId="766"/>
            <ac:spMk id="7" creationId="{E45DA0BA-DFFF-448E-BC1C-5AF9685043E2}"/>
          </ac:spMkLst>
        </pc:spChg>
        <pc:graphicFrameChg chg="add del mod replId">
          <ac:chgData name="翟 锐" userId="fef11181f709266a" providerId="LiveId" clId="{47C3984C-A884-44FB-A44E-DB4C74737F95}" dt="2020-10-27T03:27:32.968" v="1366"/>
          <ac:graphicFrameMkLst>
            <pc:docMk/>
            <pc:sldMk cId="3295641558" sldId="766"/>
            <ac:graphicFrameMk id="4" creationId="{A704B92F-E93F-44DC-B222-E7A8E37D2F22}"/>
          </ac:graphicFrameMkLst>
        </pc:graphicFrameChg>
        <pc:graphicFrameChg chg="add del mod replId">
          <ac:chgData name="翟 锐" userId="fef11181f709266a" providerId="LiveId" clId="{47C3984C-A884-44FB-A44E-DB4C74737F95}" dt="2020-10-27T03:27:49.138" v="1376"/>
          <ac:graphicFrameMkLst>
            <pc:docMk/>
            <pc:sldMk cId="3295641558" sldId="766"/>
            <ac:graphicFrameMk id="8" creationId="{E45DA0BA-DFFF-448E-BC1C-5AF9685043E2}"/>
          </ac:graphicFrameMkLst>
        </pc:graphicFrameChg>
      </pc:sldChg>
      <pc:sldChg chg="addSp delSp modSp add mod">
        <pc:chgData name="翟 锐" userId="fef11181f709266a" providerId="LiveId" clId="{47C3984C-A884-44FB-A44E-DB4C74737F95}" dt="2020-10-27T03:28:54.618" v="1406" actId="5793"/>
        <pc:sldMkLst>
          <pc:docMk/>
          <pc:sldMk cId="3253788532" sldId="767"/>
        </pc:sldMkLst>
        <pc:spChg chg="mod">
          <ac:chgData name="翟 锐" userId="fef11181f709266a" providerId="LiveId" clId="{47C3984C-A884-44FB-A44E-DB4C74737F95}" dt="2020-10-27T03:28:54.618" v="1406" actId="5793"/>
          <ac:spMkLst>
            <pc:docMk/>
            <pc:sldMk cId="3253788532" sldId="767"/>
            <ac:spMk id="2" creationId="{1A343DEC-CFF6-41F5-B87C-0DFC08C67B76}"/>
          </ac:spMkLst>
        </pc:spChg>
        <pc:spChg chg="add del mod">
          <ac:chgData name="翟 锐" userId="fef11181f709266a" providerId="LiveId" clId="{47C3984C-A884-44FB-A44E-DB4C74737F95}" dt="2020-10-27T03:28:25.128" v="1390" actId="478"/>
          <ac:spMkLst>
            <pc:docMk/>
            <pc:sldMk cId="3253788532" sldId="767"/>
            <ac:spMk id="3" creationId="{1B3DE62B-4A2D-4C06-B988-E1A42BBEA902}"/>
          </ac:spMkLst>
        </pc:spChg>
        <pc:spChg chg="add del mod">
          <ac:chgData name="翟 锐" userId="fef11181f709266a" providerId="LiveId" clId="{47C3984C-A884-44FB-A44E-DB4C74737F95}" dt="2020-10-27T03:28:45.358" v="1401" actId="478"/>
          <ac:spMkLst>
            <pc:docMk/>
            <pc:sldMk cId="3253788532" sldId="767"/>
            <ac:spMk id="7" creationId="{C40BB10A-5A0A-4073-A1B2-E59069EF972B}"/>
          </ac:spMkLst>
        </pc:spChg>
        <pc:graphicFrameChg chg="add del mod replId">
          <ac:chgData name="翟 锐" userId="fef11181f709266a" providerId="LiveId" clId="{47C3984C-A884-44FB-A44E-DB4C74737F95}" dt="2020-10-27T03:28:22.528" v="1388"/>
          <ac:graphicFrameMkLst>
            <pc:docMk/>
            <pc:sldMk cId="3253788532" sldId="767"/>
            <ac:graphicFrameMk id="4" creationId="{1B3DE62B-4A2D-4C06-B988-E1A42BBEA902}"/>
          </ac:graphicFrameMkLst>
        </pc:graphicFrameChg>
        <pc:graphicFrameChg chg="add del mod replId">
          <ac:chgData name="翟 锐" userId="fef11181f709266a" providerId="LiveId" clId="{47C3984C-A884-44FB-A44E-DB4C74737F95}" dt="2020-10-27T03:28:43.219" v="1399"/>
          <ac:graphicFrameMkLst>
            <pc:docMk/>
            <pc:sldMk cId="3253788532" sldId="767"/>
            <ac:graphicFrameMk id="8" creationId="{C40BB10A-5A0A-4073-A1B2-E59069EF972B}"/>
          </ac:graphicFrameMkLst>
        </pc:graphicFrameChg>
      </pc:sldChg>
      <pc:sldChg chg="addSp delSp modSp add mod">
        <pc:chgData name="翟 锐" userId="fef11181f709266a" providerId="LiveId" clId="{47C3984C-A884-44FB-A44E-DB4C74737F95}" dt="2020-11-06T13:34:40.352" v="2457" actId="1035"/>
        <pc:sldMkLst>
          <pc:docMk/>
          <pc:sldMk cId="3269780829" sldId="768"/>
        </pc:sldMkLst>
        <pc:spChg chg="del">
          <ac:chgData name="翟 锐" userId="fef11181f709266a" providerId="LiveId" clId="{47C3984C-A884-44FB-A44E-DB4C74737F95}" dt="2020-10-27T03:29:22.299" v="1408" actId="478"/>
          <ac:spMkLst>
            <pc:docMk/>
            <pc:sldMk cId="3269780829" sldId="768"/>
            <ac:spMk id="2" creationId="{1A343DEC-CFF6-41F5-B87C-0DFC08C67B76}"/>
          </ac:spMkLst>
        </pc:spChg>
        <pc:graphicFrameChg chg="add mod modGraphic">
          <ac:chgData name="翟 锐" userId="fef11181f709266a" providerId="LiveId" clId="{47C3984C-A884-44FB-A44E-DB4C74737F95}" dt="2020-11-06T13:34:40.352" v="2457" actId="1035"/>
          <ac:graphicFrameMkLst>
            <pc:docMk/>
            <pc:sldMk cId="3269780829" sldId="768"/>
            <ac:graphicFrameMk id="6" creationId="{B737F346-CE1D-4533-B318-F9F2202FCD1E}"/>
          </ac:graphicFrameMkLst>
        </pc:graphicFrameChg>
      </pc:sldChg>
      <pc:sldChg chg="addSp delSp modSp add mod delAnim">
        <pc:chgData name="翟 锐" userId="fef11181f709266a" providerId="LiveId" clId="{47C3984C-A884-44FB-A44E-DB4C74737F95}" dt="2020-11-06T13:35:15.918" v="2460" actId="122"/>
        <pc:sldMkLst>
          <pc:docMk/>
          <pc:sldMk cId="2600751661" sldId="769"/>
        </pc:sldMkLst>
        <pc:spChg chg="del">
          <ac:chgData name="翟 锐" userId="fef11181f709266a" providerId="LiveId" clId="{47C3984C-A884-44FB-A44E-DB4C74737F95}" dt="2020-10-27T03:30:13.124" v="1415" actId="478"/>
          <ac:spMkLst>
            <pc:docMk/>
            <pc:sldMk cId="2600751661" sldId="769"/>
            <ac:spMk id="34" creationId="{00000000-0000-0000-0000-000000000000}"/>
          </ac:spMkLst>
        </pc:spChg>
        <pc:spChg chg="del">
          <ac:chgData name="翟 锐" userId="fef11181f709266a" providerId="LiveId" clId="{47C3984C-A884-44FB-A44E-DB4C74737F95}" dt="2020-10-27T03:30:13.124" v="1415" actId="478"/>
          <ac:spMkLst>
            <pc:docMk/>
            <pc:sldMk cId="2600751661" sldId="769"/>
            <ac:spMk id="35" creationId="{00000000-0000-0000-0000-000000000000}"/>
          </ac:spMkLst>
        </pc:spChg>
        <pc:graphicFrameChg chg="del">
          <ac:chgData name="翟 锐" userId="fef11181f709266a" providerId="LiveId" clId="{47C3984C-A884-44FB-A44E-DB4C74737F95}" dt="2020-10-27T03:30:13.124" v="1415" actId="478"/>
          <ac:graphicFrameMkLst>
            <pc:docMk/>
            <pc:sldMk cId="2600751661" sldId="769"/>
            <ac:graphicFrameMk id="6" creationId="{B737F346-CE1D-4533-B318-F9F2202FCD1E}"/>
          </ac:graphicFrameMkLst>
        </pc:graphicFrameChg>
        <pc:graphicFrameChg chg="add mod modGraphic">
          <ac:chgData name="翟 锐" userId="fef11181f709266a" providerId="LiveId" clId="{47C3984C-A884-44FB-A44E-DB4C74737F95}" dt="2020-11-06T13:35:15.918" v="2460" actId="122"/>
          <ac:graphicFrameMkLst>
            <pc:docMk/>
            <pc:sldMk cId="2600751661" sldId="769"/>
            <ac:graphicFrameMk id="7" creationId="{DE1E2D85-DC3F-4C41-91E1-1B26C7F37AC4}"/>
          </ac:graphicFrameMkLst>
        </pc:graphicFrameChg>
        <pc:cxnChg chg="del">
          <ac:chgData name="翟 锐" userId="fef11181f709266a" providerId="LiveId" clId="{47C3984C-A884-44FB-A44E-DB4C74737F95}" dt="2020-10-27T03:30:13.124" v="1415" actId="478"/>
          <ac:cxnSpMkLst>
            <pc:docMk/>
            <pc:sldMk cId="2600751661" sldId="769"/>
            <ac:cxnSpMk id="33" creationId="{00000000-0000-0000-0000-000000000000}"/>
          </ac:cxnSpMkLst>
        </pc:cxnChg>
      </pc:sldChg>
      <pc:sldChg chg="modSp add mod">
        <pc:chgData name="翟 锐" userId="fef11181f709266a" providerId="LiveId" clId="{47C3984C-A884-44FB-A44E-DB4C74737F95}" dt="2020-10-27T03:32:36.559" v="1428" actId="6549"/>
        <pc:sldMkLst>
          <pc:docMk/>
          <pc:sldMk cId="3488194541" sldId="770"/>
        </pc:sldMkLst>
        <pc:spChg chg="mod">
          <ac:chgData name="翟 锐" userId="fef11181f709266a" providerId="LiveId" clId="{47C3984C-A884-44FB-A44E-DB4C74737F95}" dt="2020-10-27T03:32:36.559" v="1428" actId="6549"/>
          <ac:spMkLst>
            <pc:docMk/>
            <pc:sldMk cId="3488194541" sldId="770"/>
            <ac:spMk id="2" creationId="{1A343DEC-CFF6-41F5-B87C-0DFC08C67B76}"/>
          </ac:spMkLst>
        </pc:spChg>
      </pc:sldChg>
      <pc:sldChg chg="modSp add mod">
        <pc:chgData name="翟 锐" userId="fef11181f709266a" providerId="LiveId" clId="{47C3984C-A884-44FB-A44E-DB4C74737F95}" dt="2020-11-06T13:36:05.938" v="2465" actId="113"/>
        <pc:sldMkLst>
          <pc:docMk/>
          <pc:sldMk cId="3688693202" sldId="771"/>
        </pc:sldMkLst>
        <pc:spChg chg="mod">
          <ac:chgData name="翟 锐" userId="fef11181f709266a" providerId="LiveId" clId="{47C3984C-A884-44FB-A44E-DB4C74737F95}" dt="2020-11-06T13:36:05.938" v="2465" actId="113"/>
          <ac:spMkLst>
            <pc:docMk/>
            <pc:sldMk cId="3688693202" sldId="771"/>
            <ac:spMk id="2" creationId="{1A343DEC-CFF6-41F5-B87C-0DFC08C67B76}"/>
          </ac:spMkLst>
        </pc:spChg>
      </pc:sldChg>
      <pc:sldChg chg="modSp add mod">
        <pc:chgData name="翟 锐" userId="fef11181f709266a" providerId="LiveId" clId="{47C3984C-A884-44FB-A44E-DB4C74737F95}" dt="2020-11-06T13:37:15.964" v="2466" actId="15"/>
        <pc:sldMkLst>
          <pc:docMk/>
          <pc:sldMk cId="545187168" sldId="772"/>
        </pc:sldMkLst>
        <pc:spChg chg="mod">
          <ac:chgData name="翟 锐" userId="fef11181f709266a" providerId="LiveId" clId="{47C3984C-A884-44FB-A44E-DB4C74737F95}" dt="2020-11-06T13:37:15.964" v="2466" actId="15"/>
          <ac:spMkLst>
            <pc:docMk/>
            <pc:sldMk cId="545187168" sldId="772"/>
            <ac:spMk id="2" creationId="{1A343DEC-CFF6-41F5-B87C-0DFC08C67B76}"/>
          </ac:spMkLst>
        </pc:spChg>
        <pc:spChg chg="mod">
          <ac:chgData name="翟 锐" userId="fef11181f709266a" providerId="LiveId" clId="{47C3984C-A884-44FB-A44E-DB4C74737F95}" dt="2020-10-27T03:33:22.870" v="1454"/>
          <ac:spMkLst>
            <pc:docMk/>
            <pc:sldMk cId="545187168" sldId="772"/>
            <ac:spMk id="35" creationId="{00000000-0000-0000-0000-000000000000}"/>
          </ac:spMkLst>
        </pc:spChg>
      </pc:sldChg>
      <pc:sldChg chg="add del">
        <pc:chgData name="翟 锐" userId="fef11181f709266a" providerId="LiveId" clId="{47C3984C-A884-44FB-A44E-DB4C74737F95}" dt="2020-10-27T03:33:00.990" v="1434" actId="47"/>
        <pc:sldMkLst>
          <pc:docMk/>
          <pc:sldMk cId="2931077945" sldId="772"/>
        </pc:sldMkLst>
      </pc:sldChg>
      <pc:sldChg chg="addSp delSp modSp add mod delAnim">
        <pc:chgData name="翟 锐" userId="fef11181f709266a" providerId="LiveId" clId="{47C3984C-A884-44FB-A44E-DB4C74737F95}" dt="2020-10-27T03:36:17.441" v="1466" actId="1076"/>
        <pc:sldMkLst>
          <pc:docMk/>
          <pc:sldMk cId="350110140" sldId="773"/>
        </pc:sldMkLst>
        <pc:spChg chg="del">
          <ac:chgData name="翟 锐" userId="fef11181f709266a" providerId="LiveId" clId="{47C3984C-A884-44FB-A44E-DB4C74737F95}" dt="2020-10-27T03:35:57.601" v="1457" actId="478"/>
          <ac:spMkLst>
            <pc:docMk/>
            <pc:sldMk cId="350110140" sldId="773"/>
            <ac:spMk id="2" creationId="{1A343DEC-CFF6-41F5-B87C-0DFC08C67B76}"/>
          </ac:spMkLst>
        </pc:spChg>
        <pc:spChg chg="del">
          <ac:chgData name="翟 锐" userId="fef11181f709266a" providerId="LiveId" clId="{47C3984C-A884-44FB-A44E-DB4C74737F95}" dt="2020-10-27T03:36:01.481" v="1458" actId="478"/>
          <ac:spMkLst>
            <pc:docMk/>
            <pc:sldMk cId="350110140" sldId="773"/>
            <ac:spMk id="34" creationId="{00000000-0000-0000-0000-000000000000}"/>
          </ac:spMkLst>
        </pc:spChg>
        <pc:spChg chg="del">
          <ac:chgData name="翟 锐" userId="fef11181f709266a" providerId="LiveId" clId="{47C3984C-A884-44FB-A44E-DB4C74737F95}" dt="2020-10-27T03:36:01.481" v="1458" actId="478"/>
          <ac:spMkLst>
            <pc:docMk/>
            <pc:sldMk cId="350110140" sldId="773"/>
            <ac:spMk id="35" creationId="{00000000-0000-0000-0000-000000000000}"/>
          </ac:spMkLst>
        </pc:spChg>
        <pc:picChg chg="add mod">
          <ac:chgData name="翟 锐" userId="fef11181f709266a" providerId="LiveId" clId="{47C3984C-A884-44FB-A44E-DB4C74737F95}" dt="2020-10-27T03:36:17.441" v="1466" actId="1076"/>
          <ac:picMkLst>
            <pc:docMk/>
            <pc:sldMk cId="350110140" sldId="773"/>
            <ac:picMk id="6" creationId="{34676439-1CFA-468E-84B0-56F9A50A772D}"/>
          </ac:picMkLst>
        </pc:picChg>
        <pc:cxnChg chg="del">
          <ac:chgData name="翟 锐" userId="fef11181f709266a" providerId="LiveId" clId="{47C3984C-A884-44FB-A44E-DB4C74737F95}" dt="2020-10-27T03:36:01.481" v="1458" actId="478"/>
          <ac:cxnSpMkLst>
            <pc:docMk/>
            <pc:sldMk cId="350110140" sldId="773"/>
            <ac:cxnSpMk id="33" creationId="{00000000-0000-0000-0000-000000000000}"/>
          </ac:cxnSpMkLst>
        </pc:cxnChg>
      </pc:sldChg>
      <pc:sldChg chg="addSp modSp add mod">
        <pc:chgData name="翟 锐" userId="fef11181f709266a" providerId="LiveId" clId="{47C3984C-A884-44FB-A44E-DB4C74737F95}" dt="2020-11-06T13:39:01.674" v="2469" actId="1076"/>
        <pc:sldMkLst>
          <pc:docMk/>
          <pc:sldMk cId="3850865044" sldId="774"/>
        </pc:sldMkLst>
        <pc:spChg chg="mod">
          <ac:chgData name="翟 锐" userId="fef11181f709266a" providerId="LiveId" clId="{47C3984C-A884-44FB-A44E-DB4C74737F95}" dt="2020-10-27T03:37:00.401" v="1478"/>
          <ac:spMkLst>
            <pc:docMk/>
            <pc:sldMk cId="3850865044" sldId="774"/>
            <ac:spMk id="2" creationId="{1A343DEC-CFF6-41F5-B87C-0DFC08C67B76}"/>
          </ac:spMkLst>
        </pc:spChg>
        <pc:spChg chg="mod">
          <ac:chgData name="翟 锐" userId="fef11181f709266a" providerId="LiveId" clId="{47C3984C-A884-44FB-A44E-DB4C74737F95}" dt="2020-11-06T13:39:01.674" v="2469" actId="1076"/>
          <ac:spMkLst>
            <pc:docMk/>
            <pc:sldMk cId="3850865044" sldId="774"/>
            <ac:spMk id="7" creationId="{64C973A7-4942-4DA2-B257-89F28F6EE981}"/>
          </ac:spMkLst>
        </pc:spChg>
        <pc:grpChg chg="add mod">
          <ac:chgData name="翟 锐" userId="fef11181f709266a" providerId="LiveId" clId="{47C3984C-A884-44FB-A44E-DB4C74737F95}" dt="2020-11-06T13:39:01.674" v="2469" actId="1076"/>
          <ac:grpSpMkLst>
            <pc:docMk/>
            <pc:sldMk cId="3850865044" sldId="774"/>
            <ac:grpSpMk id="6" creationId="{8E0B41B0-837B-44FB-9BC2-E8324DDA60BA}"/>
          </ac:grpSpMkLst>
        </pc:grpChg>
        <pc:picChg chg="mod">
          <ac:chgData name="翟 锐" userId="fef11181f709266a" providerId="LiveId" clId="{47C3984C-A884-44FB-A44E-DB4C74737F95}" dt="2020-11-06T13:39:01.674" v="2469" actId="1076"/>
          <ac:picMkLst>
            <pc:docMk/>
            <pc:sldMk cId="3850865044" sldId="774"/>
            <ac:picMk id="8" creationId="{0A7005FC-0EEF-40E8-89AE-0118D6D06E2D}"/>
          </ac:picMkLst>
        </pc:picChg>
      </pc:sldChg>
      <pc:sldChg chg="addSp delSp modSp add mod">
        <pc:chgData name="翟 锐" userId="fef11181f709266a" providerId="LiveId" clId="{47C3984C-A884-44FB-A44E-DB4C74737F95}" dt="2020-11-06T13:38:51.989" v="2468" actId="1076"/>
        <pc:sldMkLst>
          <pc:docMk/>
          <pc:sldMk cId="2485838799" sldId="775"/>
        </pc:sldMkLst>
        <pc:spChg chg="del">
          <ac:chgData name="翟 锐" userId="fef11181f709266a" providerId="LiveId" clId="{47C3984C-A884-44FB-A44E-DB4C74737F95}" dt="2020-10-27T03:37:19.851" v="1483" actId="478"/>
          <ac:spMkLst>
            <pc:docMk/>
            <pc:sldMk cId="2485838799" sldId="775"/>
            <ac:spMk id="2" creationId="{1A343DEC-CFF6-41F5-B87C-0DFC08C67B76}"/>
          </ac:spMkLst>
        </pc:spChg>
        <pc:picChg chg="add mod">
          <ac:chgData name="翟 锐" userId="fef11181f709266a" providerId="LiveId" clId="{47C3984C-A884-44FB-A44E-DB4C74737F95}" dt="2020-11-06T13:38:51.989" v="2468" actId="1076"/>
          <ac:picMkLst>
            <pc:docMk/>
            <pc:sldMk cId="2485838799" sldId="775"/>
            <ac:picMk id="3" creationId="{1A88737F-0AF4-4B91-BB0A-462454B4DB75}"/>
          </ac:picMkLst>
        </pc:picChg>
      </pc:sldChg>
      <pc:sldChg chg="addSp delSp modSp add mod">
        <pc:chgData name="翟 锐" userId="fef11181f709266a" providerId="LiveId" clId="{47C3984C-A884-44FB-A44E-DB4C74737F95}" dt="2020-11-06T13:39:45.912" v="2470" actId="1076"/>
        <pc:sldMkLst>
          <pc:docMk/>
          <pc:sldMk cId="41288576" sldId="776"/>
        </pc:sldMkLst>
        <pc:spChg chg="del">
          <ac:chgData name="翟 锐" userId="fef11181f709266a" providerId="LiveId" clId="{47C3984C-A884-44FB-A44E-DB4C74737F95}" dt="2020-10-27T03:37:33.941" v="1486" actId="478"/>
          <ac:spMkLst>
            <pc:docMk/>
            <pc:sldMk cId="41288576" sldId="776"/>
            <ac:spMk id="2" creationId="{1A343DEC-CFF6-41F5-B87C-0DFC08C67B76}"/>
          </ac:spMkLst>
        </pc:spChg>
        <pc:picChg chg="add mod">
          <ac:chgData name="翟 锐" userId="fef11181f709266a" providerId="LiveId" clId="{47C3984C-A884-44FB-A44E-DB4C74737F95}" dt="2020-11-06T13:39:45.912" v="2470" actId="1076"/>
          <ac:picMkLst>
            <pc:docMk/>
            <pc:sldMk cId="41288576" sldId="776"/>
            <ac:picMk id="6" creationId="{DAE96E04-C03B-4B0D-828A-57286FEA1603}"/>
          </ac:picMkLst>
        </pc:picChg>
      </pc:sldChg>
      <pc:sldChg chg="addSp modSp add mod">
        <pc:chgData name="翟 锐" userId="fef11181f709266a" providerId="LiveId" clId="{47C3984C-A884-44FB-A44E-DB4C74737F95}" dt="2020-11-06T13:39:53.611" v="2472" actId="1076"/>
        <pc:sldMkLst>
          <pc:docMk/>
          <pc:sldMk cId="4144170656" sldId="777"/>
        </pc:sldMkLst>
        <pc:spChg chg="mod">
          <ac:chgData name="翟 锐" userId="fef11181f709266a" providerId="LiveId" clId="{47C3984C-A884-44FB-A44E-DB4C74737F95}" dt="2020-10-27T03:38:13.661" v="1499" actId="20577"/>
          <ac:spMkLst>
            <pc:docMk/>
            <pc:sldMk cId="4144170656" sldId="777"/>
            <ac:spMk id="2" creationId="{1A343DEC-CFF6-41F5-B87C-0DFC08C67B76}"/>
          </ac:spMkLst>
        </pc:spChg>
        <pc:picChg chg="add mod">
          <ac:chgData name="翟 锐" userId="fef11181f709266a" providerId="LiveId" clId="{47C3984C-A884-44FB-A44E-DB4C74737F95}" dt="2020-11-06T13:39:53.611" v="2472" actId="1076"/>
          <ac:picMkLst>
            <pc:docMk/>
            <pc:sldMk cId="4144170656" sldId="777"/>
            <ac:picMk id="3" creationId="{70471888-AC35-4A07-BB1C-3B9333DA2DF9}"/>
          </ac:picMkLst>
        </pc:picChg>
      </pc:sldChg>
      <pc:sldChg chg="addSp delSp modSp add mod">
        <pc:chgData name="翟 锐" userId="fef11181f709266a" providerId="LiveId" clId="{47C3984C-A884-44FB-A44E-DB4C74737F95}" dt="2020-10-27T03:38:47.035" v="1513" actId="1076"/>
        <pc:sldMkLst>
          <pc:docMk/>
          <pc:sldMk cId="1780212673" sldId="778"/>
        </pc:sldMkLst>
        <pc:spChg chg="del">
          <ac:chgData name="翟 锐" userId="fef11181f709266a" providerId="LiveId" clId="{47C3984C-A884-44FB-A44E-DB4C74737F95}" dt="2020-10-27T03:38:37.751" v="1508" actId="478"/>
          <ac:spMkLst>
            <pc:docMk/>
            <pc:sldMk cId="1780212673" sldId="778"/>
            <ac:spMk id="2" creationId="{1A343DEC-CFF6-41F5-B87C-0DFC08C67B76}"/>
          </ac:spMkLst>
        </pc:spChg>
        <pc:picChg chg="add mod">
          <ac:chgData name="翟 锐" userId="fef11181f709266a" providerId="LiveId" clId="{47C3984C-A884-44FB-A44E-DB4C74737F95}" dt="2020-10-27T03:38:47.035" v="1513" actId="1076"/>
          <ac:picMkLst>
            <pc:docMk/>
            <pc:sldMk cId="1780212673" sldId="778"/>
            <ac:picMk id="3" creationId="{5D19E224-2644-41A1-BF33-F8A5A8F52B40}"/>
          </ac:picMkLst>
        </pc:picChg>
      </pc:sldChg>
      <pc:sldChg chg="addSp delSp modSp add mod">
        <pc:chgData name="翟 锐" userId="fef11181f709266a" providerId="LiveId" clId="{47C3984C-A884-44FB-A44E-DB4C74737F95}" dt="2020-10-27T03:39:08.212" v="1517" actId="1076"/>
        <pc:sldMkLst>
          <pc:docMk/>
          <pc:sldMk cId="945961357" sldId="779"/>
        </pc:sldMkLst>
        <pc:spChg chg="del">
          <ac:chgData name="翟 锐" userId="fef11181f709266a" providerId="LiveId" clId="{47C3984C-A884-44FB-A44E-DB4C74737F95}" dt="2020-10-27T03:39:00.032" v="1514" actId="478"/>
          <ac:spMkLst>
            <pc:docMk/>
            <pc:sldMk cId="945961357" sldId="779"/>
            <ac:spMk id="2" creationId="{1A343DEC-CFF6-41F5-B87C-0DFC08C67B76}"/>
          </ac:spMkLst>
        </pc:spChg>
        <pc:picChg chg="add mod">
          <ac:chgData name="翟 锐" userId="fef11181f709266a" providerId="LiveId" clId="{47C3984C-A884-44FB-A44E-DB4C74737F95}" dt="2020-10-27T03:39:08.212" v="1517" actId="1076"/>
          <ac:picMkLst>
            <pc:docMk/>
            <pc:sldMk cId="945961357" sldId="779"/>
            <ac:picMk id="3" creationId="{F94E8894-1C73-4ADE-8F2B-35F3E661A436}"/>
          </ac:picMkLst>
        </pc:picChg>
      </pc:sldChg>
      <pc:sldChg chg="addSp delSp modSp add mod">
        <pc:chgData name="翟 锐" userId="fef11181f709266a" providerId="LiveId" clId="{47C3984C-A884-44FB-A44E-DB4C74737F95}" dt="2020-10-27T03:39:34.729" v="1526" actId="1076"/>
        <pc:sldMkLst>
          <pc:docMk/>
          <pc:sldMk cId="889544199" sldId="780"/>
        </pc:sldMkLst>
        <pc:spChg chg="del">
          <ac:chgData name="翟 锐" userId="fef11181f709266a" providerId="LiveId" clId="{47C3984C-A884-44FB-A44E-DB4C74737F95}" dt="2020-10-27T03:39:16.092" v="1518" actId="478"/>
          <ac:spMkLst>
            <pc:docMk/>
            <pc:sldMk cId="889544199" sldId="780"/>
            <ac:spMk id="2" creationId="{1A343DEC-CFF6-41F5-B87C-0DFC08C67B76}"/>
          </ac:spMkLst>
        </pc:spChg>
        <pc:picChg chg="add mod">
          <ac:chgData name="翟 锐" userId="fef11181f709266a" providerId="LiveId" clId="{47C3984C-A884-44FB-A44E-DB4C74737F95}" dt="2020-10-27T03:39:34.729" v="1526" actId="1076"/>
          <ac:picMkLst>
            <pc:docMk/>
            <pc:sldMk cId="889544199" sldId="780"/>
            <ac:picMk id="3" creationId="{6414B469-447D-4C68-916D-A7FFDFB0964D}"/>
          </ac:picMkLst>
        </pc:picChg>
      </pc:sldChg>
      <pc:sldChg chg="addSp delSp modSp add mod">
        <pc:chgData name="翟 锐" userId="fef11181f709266a" providerId="LiveId" clId="{47C3984C-A884-44FB-A44E-DB4C74737F95}" dt="2020-11-06T13:41:24.879" v="2473" actId="1076"/>
        <pc:sldMkLst>
          <pc:docMk/>
          <pc:sldMk cId="3197330592" sldId="781"/>
        </pc:sldMkLst>
        <pc:spChg chg="del">
          <ac:chgData name="翟 锐" userId="fef11181f709266a" providerId="LiveId" clId="{47C3984C-A884-44FB-A44E-DB4C74737F95}" dt="2020-10-27T03:39:37.492" v="1527" actId="478"/>
          <ac:spMkLst>
            <pc:docMk/>
            <pc:sldMk cId="3197330592" sldId="781"/>
            <ac:spMk id="2" creationId="{1A343DEC-CFF6-41F5-B87C-0DFC08C67B76}"/>
          </ac:spMkLst>
        </pc:spChg>
        <pc:picChg chg="add mod">
          <ac:chgData name="翟 锐" userId="fef11181f709266a" providerId="LiveId" clId="{47C3984C-A884-44FB-A44E-DB4C74737F95}" dt="2020-11-06T13:41:24.879" v="2473" actId="1076"/>
          <ac:picMkLst>
            <pc:docMk/>
            <pc:sldMk cId="3197330592" sldId="781"/>
            <ac:picMk id="3" creationId="{B9443331-C65C-40C8-8062-AC785C72F954}"/>
          </ac:picMkLst>
        </pc:picChg>
      </pc:sldChg>
      <pc:sldChg chg="addSp delSp modSp add del mod addAnim delAnim">
        <pc:chgData name="翟 锐" userId="fef11181f709266a" providerId="LiveId" clId="{47C3984C-A884-44FB-A44E-DB4C74737F95}" dt="2020-11-06T14:15:27.740" v="3280" actId="47"/>
        <pc:sldMkLst>
          <pc:docMk/>
          <pc:sldMk cId="3045118763" sldId="782"/>
        </pc:sldMkLst>
        <pc:spChg chg="del">
          <ac:chgData name="翟 锐" userId="fef11181f709266a" providerId="LiveId" clId="{47C3984C-A884-44FB-A44E-DB4C74737F95}" dt="2020-10-27T03:39:57.382" v="1533" actId="478"/>
          <ac:spMkLst>
            <pc:docMk/>
            <pc:sldMk cId="3045118763" sldId="782"/>
            <ac:spMk id="2" creationId="{1A343DEC-CFF6-41F5-B87C-0DFC08C67B76}"/>
          </ac:spMkLst>
        </pc:spChg>
        <pc:spChg chg="mod">
          <ac:chgData name="翟 锐" userId="fef11181f709266a" providerId="LiveId" clId="{47C3984C-A884-44FB-A44E-DB4C74737F95}" dt="2020-11-06T13:41:36.800" v="2474" actId="1076"/>
          <ac:spMkLst>
            <pc:docMk/>
            <pc:sldMk cId="3045118763" sldId="782"/>
            <ac:spMk id="8" creationId="{409810AF-A884-4AD1-A58F-3B0E581748CE}"/>
          </ac:spMkLst>
        </pc:spChg>
        <pc:spChg chg="mod">
          <ac:chgData name="翟 锐" userId="fef11181f709266a" providerId="LiveId" clId="{47C3984C-A884-44FB-A44E-DB4C74737F95}" dt="2020-11-06T13:41:36.800" v="2474" actId="1076"/>
          <ac:spMkLst>
            <pc:docMk/>
            <pc:sldMk cId="3045118763" sldId="782"/>
            <ac:spMk id="9" creationId="{E94E3144-F600-4EE5-A706-4EC260F8F832}"/>
          </ac:spMkLst>
        </pc:spChg>
        <pc:spChg chg="mod">
          <ac:chgData name="翟 锐" userId="fef11181f709266a" providerId="LiveId" clId="{47C3984C-A884-44FB-A44E-DB4C74737F95}" dt="2020-11-06T13:41:36.800" v="2474" actId="1076"/>
          <ac:spMkLst>
            <pc:docMk/>
            <pc:sldMk cId="3045118763" sldId="782"/>
            <ac:spMk id="10" creationId="{B4C06C3B-553F-4DB3-A1FD-A115520A3CEB}"/>
          </ac:spMkLst>
        </pc:spChg>
        <pc:spChg chg="mod">
          <ac:chgData name="翟 锐" userId="fef11181f709266a" providerId="LiveId" clId="{47C3984C-A884-44FB-A44E-DB4C74737F95}" dt="2020-11-06T13:41:36.800" v="2474" actId="1076"/>
          <ac:spMkLst>
            <pc:docMk/>
            <pc:sldMk cId="3045118763" sldId="782"/>
            <ac:spMk id="11" creationId="{77A48167-EA81-49EF-9B98-DF9FE6CD4169}"/>
          </ac:spMkLst>
        </pc:spChg>
        <pc:spChg chg="mod">
          <ac:chgData name="翟 锐" userId="fef11181f709266a" providerId="LiveId" clId="{47C3984C-A884-44FB-A44E-DB4C74737F95}" dt="2020-11-06T13:41:36.800" v="2474" actId="1076"/>
          <ac:spMkLst>
            <pc:docMk/>
            <pc:sldMk cId="3045118763" sldId="782"/>
            <ac:spMk id="12" creationId="{CE04BCC7-B5FC-4FF4-B9C4-7C3DEE88A55D}"/>
          </ac:spMkLst>
        </pc:spChg>
        <pc:spChg chg="mod">
          <ac:chgData name="翟 锐" userId="fef11181f709266a" providerId="LiveId" clId="{47C3984C-A884-44FB-A44E-DB4C74737F95}" dt="2020-11-06T13:41:36.800" v="2474" actId="1076"/>
          <ac:spMkLst>
            <pc:docMk/>
            <pc:sldMk cId="3045118763" sldId="782"/>
            <ac:spMk id="13" creationId="{DDCAE5D8-91B7-462C-830F-F4587A42392F}"/>
          </ac:spMkLst>
        </pc:spChg>
        <pc:spChg chg="mod">
          <ac:chgData name="翟 锐" userId="fef11181f709266a" providerId="LiveId" clId="{47C3984C-A884-44FB-A44E-DB4C74737F95}" dt="2020-11-06T13:41:36.800" v="2474" actId="1076"/>
          <ac:spMkLst>
            <pc:docMk/>
            <pc:sldMk cId="3045118763" sldId="782"/>
            <ac:spMk id="14" creationId="{E135B77F-9FB8-44B1-AD80-E7B1B3D20E63}"/>
          </ac:spMkLst>
        </pc:spChg>
        <pc:spChg chg="mod">
          <ac:chgData name="翟 锐" userId="fef11181f709266a" providerId="LiveId" clId="{47C3984C-A884-44FB-A44E-DB4C74737F95}" dt="2020-11-06T13:41:36.800" v="2474" actId="1076"/>
          <ac:spMkLst>
            <pc:docMk/>
            <pc:sldMk cId="3045118763" sldId="782"/>
            <ac:spMk id="15" creationId="{27929962-9104-4B4A-AF2D-2A420214E106}"/>
          </ac:spMkLst>
        </pc:spChg>
        <pc:spChg chg="mod">
          <ac:chgData name="翟 锐" userId="fef11181f709266a" providerId="LiveId" clId="{47C3984C-A884-44FB-A44E-DB4C74737F95}" dt="2020-11-06T13:41:36.800" v="2474" actId="1076"/>
          <ac:spMkLst>
            <pc:docMk/>
            <pc:sldMk cId="3045118763" sldId="782"/>
            <ac:spMk id="16" creationId="{CDB2A582-8E29-4452-B6B9-8901454F7F7F}"/>
          </ac:spMkLst>
        </pc:spChg>
        <pc:spChg chg="mod">
          <ac:chgData name="翟 锐" userId="fef11181f709266a" providerId="LiveId" clId="{47C3984C-A884-44FB-A44E-DB4C74737F95}" dt="2020-11-06T13:41:36.800" v="2474" actId="1076"/>
          <ac:spMkLst>
            <pc:docMk/>
            <pc:sldMk cId="3045118763" sldId="782"/>
            <ac:spMk id="17" creationId="{842AA71A-E45E-4FDF-82AF-799C74C88A02}"/>
          </ac:spMkLst>
        </pc:spChg>
        <pc:spChg chg="mod">
          <ac:chgData name="翟 锐" userId="fef11181f709266a" providerId="LiveId" clId="{47C3984C-A884-44FB-A44E-DB4C74737F95}" dt="2020-11-06T13:41:36.800" v="2474" actId="1076"/>
          <ac:spMkLst>
            <pc:docMk/>
            <pc:sldMk cId="3045118763" sldId="782"/>
            <ac:spMk id="18" creationId="{B8F07759-C704-4AB0-B5C7-7C91A26CCFA2}"/>
          </ac:spMkLst>
        </pc:spChg>
        <pc:spChg chg="mod">
          <ac:chgData name="翟 锐" userId="fef11181f709266a" providerId="LiveId" clId="{47C3984C-A884-44FB-A44E-DB4C74737F95}" dt="2020-11-06T13:41:36.800" v="2474" actId="1076"/>
          <ac:spMkLst>
            <pc:docMk/>
            <pc:sldMk cId="3045118763" sldId="782"/>
            <ac:spMk id="19" creationId="{D0916373-5627-4776-AFCD-5037B50C4137}"/>
          </ac:spMkLst>
        </pc:spChg>
        <pc:spChg chg="mod">
          <ac:chgData name="翟 锐" userId="fef11181f709266a" providerId="LiveId" clId="{47C3984C-A884-44FB-A44E-DB4C74737F95}" dt="2020-11-06T13:41:36.800" v="2474" actId="1076"/>
          <ac:spMkLst>
            <pc:docMk/>
            <pc:sldMk cId="3045118763" sldId="782"/>
            <ac:spMk id="20" creationId="{F6A83A2A-A148-420A-8384-2281441226D0}"/>
          </ac:spMkLst>
        </pc:spChg>
        <pc:spChg chg="mod">
          <ac:chgData name="翟 锐" userId="fef11181f709266a" providerId="LiveId" clId="{47C3984C-A884-44FB-A44E-DB4C74737F95}" dt="2020-11-06T13:41:36.800" v="2474" actId="1076"/>
          <ac:spMkLst>
            <pc:docMk/>
            <pc:sldMk cId="3045118763" sldId="782"/>
            <ac:spMk id="21" creationId="{63EF67D5-2E9C-4062-8A69-7B9A51EFCE39}"/>
          </ac:spMkLst>
        </pc:spChg>
        <pc:spChg chg="mod">
          <ac:chgData name="翟 锐" userId="fef11181f709266a" providerId="LiveId" clId="{47C3984C-A884-44FB-A44E-DB4C74737F95}" dt="2020-11-06T13:41:36.800" v="2474" actId="1076"/>
          <ac:spMkLst>
            <pc:docMk/>
            <pc:sldMk cId="3045118763" sldId="782"/>
            <ac:spMk id="22" creationId="{0C93D423-3D5D-46B3-B224-3CA379913611}"/>
          </ac:spMkLst>
        </pc:spChg>
        <pc:spChg chg="mod">
          <ac:chgData name="翟 锐" userId="fef11181f709266a" providerId="LiveId" clId="{47C3984C-A884-44FB-A44E-DB4C74737F95}" dt="2020-11-06T13:41:36.800" v="2474" actId="1076"/>
          <ac:spMkLst>
            <pc:docMk/>
            <pc:sldMk cId="3045118763" sldId="782"/>
            <ac:spMk id="23" creationId="{DA567F97-E3B9-45AE-A93F-C749B065F527}"/>
          </ac:spMkLst>
        </pc:spChg>
        <pc:spChg chg="mod">
          <ac:chgData name="翟 锐" userId="fef11181f709266a" providerId="LiveId" clId="{47C3984C-A884-44FB-A44E-DB4C74737F95}" dt="2020-11-06T13:41:36.800" v="2474" actId="1076"/>
          <ac:spMkLst>
            <pc:docMk/>
            <pc:sldMk cId="3045118763" sldId="782"/>
            <ac:spMk id="24" creationId="{5700AA7D-EF9F-46EB-9FF5-9A4E6DEDA03C}"/>
          </ac:spMkLst>
        </pc:spChg>
        <pc:spChg chg="mod">
          <ac:chgData name="翟 锐" userId="fef11181f709266a" providerId="LiveId" clId="{47C3984C-A884-44FB-A44E-DB4C74737F95}" dt="2020-11-06T13:41:36.800" v="2474" actId="1076"/>
          <ac:spMkLst>
            <pc:docMk/>
            <pc:sldMk cId="3045118763" sldId="782"/>
            <ac:spMk id="25" creationId="{850AC761-A2B6-41C5-A505-10E857A1B82E}"/>
          </ac:spMkLst>
        </pc:spChg>
        <pc:spChg chg="mod">
          <ac:chgData name="翟 锐" userId="fef11181f709266a" providerId="LiveId" clId="{47C3984C-A884-44FB-A44E-DB4C74737F95}" dt="2020-11-06T13:41:36.800" v="2474" actId="1076"/>
          <ac:spMkLst>
            <pc:docMk/>
            <pc:sldMk cId="3045118763" sldId="782"/>
            <ac:spMk id="26" creationId="{6CD31E15-0F4F-4358-A787-4B22477184BA}"/>
          </ac:spMkLst>
        </pc:spChg>
        <pc:spChg chg="mod">
          <ac:chgData name="翟 锐" userId="fef11181f709266a" providerId="LiveId" clId="{47C3984C-A884-44FB-A44E-DB4C74737F95}" dt="2020-11-06T13:41:36.800" v="2474" actId="1076"/>
          <ac:spMkLst>
            <pc:docMk/>
            <pc:sldMk cId="3045118763" sldId="782"/>
            <ac:spMk id="27" creationId="{5731B640-5D41-4CDB-A247-E45A81EFF12F}"/>
          </ac:spMkLst>
        </pc:spChg>
        <pc:spChg chg="mod">
          <ac:chgData name="翟 锐" userId="fef11181f709266a" providerId="LiveId" clId="{47C3984C-A884-44FB-A44E-DB4C74737F95}" dt="2020-11-06T13:41:36.800" v="2474" actId="1076"/>
          <ac:spMkLst>
            <pc:docMk/>
            <pc:sldMk cId="3045118763" sldId="782"/>
            <ac:spMk id="28" creationId="{5CE0E36E-EF1C-4E44-A0F0-121D87BDAB22}"/>
          </ac:spMkLst>
        </pc:spChg>
        <pc:spChg chg="mod">
          <ac:chgData name="翟 锐" userId="fef11181f709266a" providerId="LiveId" clId="{47C3984C-A884-44FB-A44E-DB4C74737F95}" dt="2020-11-06T13:41:36.800" v="2474" actId="1076"/>
          <ac:spMkLst>
            <pc:docMk/>
            <pc:sldMk cId="3045118763" sldId="782"/>
            <ac:spMk id="29" creationId="{17816541-5439-4164-BED2-14556ABBA939}"/>
          </ac:spMkLst>
        </pc:spChg>
        <pc:spChg chg="mod">
          <ac:chgData name="翟 锐" userId="fef11181f709266a" providerId="LiveId" clId="{47C3984C-A884-44FB-A44E-DB4C74737F95}" dt="2020-11-06T13:41:36.800" v="2474" actId="1076"/>
          <ac:spMkLst>
            <pc:docMk/>
            <pc:sldMk cId="3045118763" sldId="782"/>
            <ac:spMk id="30" creationId="{5322328A-95F1-40CC-B348-B8AE311E1B6C}"/>
          </ac:spMkLst>
        </pc:spChg>
        <pc:spChg chg="mod">
          <ac:chgData name="翟 锐" userId="fef11181f709266a" providerId="LiveId" clId="{47C3984C-A884-44FB-A44E-DB4C74737F95}" dt="2020-11-06T13:41:36.800" v="2474" actId="1076"/>
          <ac:spMkLst>
            <pc:docMk/>
            <pc:sldMk cId="3045118763" sldId="782"/>
            <ac:spMk id="31" creationId="{3AAC235B-191B-467C-9FAE-48584C664184}"/>
          </ac:spMkLst>
        </pc:spChg>
        <pc:spChg chg="mod">
          <ac:chgData name="翟 锐" userId="fef11181f709266a" providerId="LiveId" clId="{47C3984C-A884-44FB-A44E-DB4C74737F95}" dt="2020-11-06T13:41:36.800" v="2474" actId="1076"/>
          <ac:spMkLst>
            <pc:docMk/>
            <pc:sldMk cId="3045118763" sldId="782"/>
            <ac:spMk id="32" creationId="{DB5F71E5-CB31-4B1D-B5A8-1DDF602B62DC}"/>
          </ac:spMkLst>
        </pc:spChg>
        <pc:spChg chg="add del">
          <ac:chgData name="翟 锐" userId="fef11181f709266a" providerId="LiveId" clId="{47C3984C-A884-44FB-A44E-DB4C74737F95}" dt="2020-10-27T03:41:33.182" v="1558" actId="478"/>
          <ac:spMkLst>
            <pc:docMk/>
            <pc:sldMk cId="3045118763" sldId="782"/>
            <ac:spMk id="34" creationId="{00000000-0000-0000-0000-000000000000}"/>
          </ac:spMkLst>
        </pc:spChg>
        <pc:spChg chg="add del mod">
          <ac:chgData name="翟 锐" userId="fef11181f709266a" providerId="LiveId" clId="{47C3984C-A884-44FB-A44E-DB4C74737F95}" dt="2020-10-27T03:41:57.773" v="1576" actId="20577"/>
          <ac:spMkLst>
            <pc:docMk/>
            <pc:sldMk cId="3045118763" sldId="782"/>
            <ac:spMk id="35" creationId="{00000000-0000-0000-0000-000000000000}"/>
          </ac:spMkLst>
        </pc:spChg>
        <pc:spChg chg="mod">
          <ac:chgData name="翟 锐" userId="fef11181f709266a" providerId="LiveId" clId="{47C3984C-A884-44FB-A44E-DB4C74737F95}" dt="2020-11-06T13:41:36.800" v="2474" actId="1076"/>
          <ac:spMkLst>
            <pc:docMk/>
            <pc:sldMk cId="3045118763" sldId="782"/>
            <ac:spMk id="36" creationId="{D7691C89-B4AB-4537-B780-EBD45FD9F8D6}"/>
          </ac:spMkLst>
        </pc:spChg>
        <pc:spChg chg="mod">
          <ac:chgData name="翟 锐" userId="fef11181f709266a" providerId="LiveId" clId="{47C3984C-A884-44FB-A44E-DB4C74737F95}" dt="2020-11-06T13:41:36.800" v="2474" actId="1076"/>
          <ac:spMkLst>
            <pc:docMk/>
            <pc:sldMk cId="3045118763" sldId="782"/>
            <ac:spMk id="37" creationId="{6C6CF480-E26F-4CC9-93E5-EB1831C84B52}"/>
          </ac:spMkLst>
        </pc:spChg>
        <pc:spChg chg="mod">
          <ac:chgData name="翟 锐" userId="fef11181f709266a" providerId="LiveId" clId="{47C3984C-A884-44FB-A44E-DB4C74737F95}" dt="2020-11-06T13:41:36.800" v="2474" actId="1076"/>
          <ac:spMkLst>
            <pc:docMk/>
            <pc:sldMk cId="3045118763" sldId="782"/>
            <ac:spMk id="38" creationId="{F664C063-1D69-4A82-A467-E87BD3B5F251}"/>
          </ac:spMkLst>
        </pc:spChg>
        <pc:spChg chg="mod">
          <ac:chgData name="翟 锐" userId="fef11181f709266a" providerId="LiveId" clId="{47C3984C-A884-44FB-A44E-DB4C74737F95}" dt="2020-11-06T13:41:36.800" v="2474" actId="1076"/>
          <ac:spMkLst>
            <pc:docMk/>
            <pc:sldMk cId="3045118763" sldId="782"/>
            <ac:spMk id="39" creationId="{DF561162-F0C1-4AF5-996D-1940A2A368DB}"/>
          </ac:spMkLst>
        </pc:spChg>
        <pc:spChg chg="mod">
          <ac:chgData name="翟 锐" userId="fef11181f709266a" providerId="LiveId" clId="{47C3984C-A884-44FB-A44E-DB4C74737F95}" dt="2020-11-06T13:41:36.800" v="2474" actId="1076"/>
          <ac:spMkLst>
            <pc:docMk/>
            <pc:sldMk cId="3045118763" sldId="782"/>
            <ac:spMk id="40" creationId="{2971EC4A-D848-4E90-B11B-ADD38B4FCD2E}"/>
          </ac:spMkLst>
        </pc:spChg>
        <pc:spChg chg="mod">
          <ac:chgData name="翟 锐" userId="fef11181f709266a" providerId="LiveId" clId="{47C3984C-A884-44FB-A44E-DB4C74737F95}" dt="2020-11-06T13:41:36.800" v="2474" actId="1076"/>
          <ac:spMkLst>
            <pc:docMk/>
            <pc:sldMk cId="3045118763" sldId="782"/>
            <ac:spMk id="41" creationId="{AF295FC6-C7C0-4DC9-9F8D-8B65460A534B}"/>
          </ac:spMkLst>
        </pc:spChg>
        <pc:spChg chg="mod">
          <ac:chgData name="翟 锐" userId="fef11181f709266a" providerId="LiveId" clId="{47C3984C-A884-44FB-A44E-DB4C74737F95}" dt="2020-11-06T13:41:36.800" v="2474" actId="1076"/>
          <ac:spMkLst>
            <pc:docMk/>
            <pc:sldMk cId="3045118763" sldId="782"/>
            <ac:spMk id="42" creationId="{98F82AF4-B668-4AC5-81A6-CCD2C984894E}"/>
          </ac:spMkLst>
        </pc:spChg>
        <pc:spChg chg="mod">
          <ac:chgData name="翟 锐" userId="fef11181f709266a" providerId="LiveId" clId="{47C3984C-A884-44FB-A44E-DB4C74737F95}" dt="2020-11-06T13:41:36.800" v="2474" actId="1076"/>
          <ac:spMkLst>
            <pc:docMk/>
            <pc:sldMk cId="3045118763" sldId="782"/>
            <ac:spMk id="43" creationId="{8336705F-2626-4DFA-BF01-34E6BF887782}"/>
          </ac:spMkLst>
        </pc:spChg>
        <pc:spChg chg="mod">
          <ac:chgData name="翟 锐" userId="fef11181f709266a" providerId="LiveId" clId="{47C3984C-A884-44FB-A44E-DB4C74737F95}" dt="2020-11-06T13:41:36.800" v="2474" actId="1076"/>
          <ac:spMkLst>
            <pc:docMk/>
            <pc:sldMk cId="3045118763" sldId="782"/>
            <ac:spMk id="44" creationId="{A0203197-545B-4218-A355-4F1F7384097B}"/>
          </ac:spMkLst>
        </pc:spChg>
        <pc:spChg chg="mod">
          <ac:chgData name="翟 锐" userId="fef11181f709266a" providerId="LiveId" clId="{47C3984C-A884-44FB-A44E-DB4C74737F95}" dt="2020-11-06T13:41:36.800" v="2474" actId="1076"/>
          <ac:spMkLst>
            <pc:docMk/>
            <pc:sldMk cId="3045118763" sldId="782"/>
            <ac:spMk id="45" creationId="{22BF094A-983A-4236-BE04-947548330FF4}"/>
          </ac:spMkLst>
        </pc:spChg>
        <pc:spChg chg="mod">
          <ac:chgData name="翟 锐" userId="fef11181f709266a" providerId="LiveId" clId="{47C3984C-A884-44FB-A44E-DB4C74737F95}" dt="2020-11-06T13:41:36.800" v="2474" actId="1076"/>
          <ac:spMkLst>
            <pc:docMk/>
            <pc:sldMk cId="3045118763" sldId="782"/>
            <ac:spMk id="46" creationId="{01FDE4F1-C13F-4869-94A1-A6D6908C3BB6}"/>
          </ac:spMkLst>
        </pc:spChg>
        <pc:spChg chg="mod">
          <ac:chgData name="翟 锐" userId="fef11181f709266a" providerId="LiveId" clId="{47C3984C-A884-44FB-A44E-DB4C74737F95}" dt="2020-11-06T13:41:36.800" v="2474" actId="1076"/>
          <ac:spMkLst>
            <pc:docMk/>
            <pc:sldMk cId="3045118763" sldId="782"/>
            <ac:spMk id="47" creationId="{4D04B2B3-47AE-42E9-9D98-E3575BBD17A1}"/>
          </ac:spMkLst>
        </pc:spChg>
        <pc:spChg chg="mod">
          <ac:chgData name="翟 锐" userId="fef11181f709266a" providerId="LiveId" clId="{47C3984C-A884-44FB-A44E-DB4C74737F95}" dt="2020-11-06T13:41:36.800" v="2474" actId="1076"/>
          <ac:spMkLst>
            <pc:docMk/>
            <pc:sldMk cId="3045118763" sldId="782"/>
            <ac:spMk id="48" creationId="{D3369133-07C4-455B-B7A0-0771EBAAA84C}"/>
          </ac:spMkLst>
        </pc:spChg>
        <pc:spChg chg="mod">
          <ac:chgData name="翟 锐" userId="fef11181f709266a" providerId="LiveId" clId="{47C3984C-A884-44FB-A44E-DB4C74737F95}" dt="2020-11-06T13:41:36.800" v="2474" actId="1076"/>
          <ac:spMkLst>
            <pc:docMk/>
            <pc:sldMk cId="3045118763" sldId="782"/>
            <ac:spMk id="49" creationId="{1668F0F9-D030-4A0D-AFF1-FBAB8DB15AF3}"/>
          </ac:spMkLst>
        </pc:spChg>
        <pc:spChg chg="mod">
          <ac:chgData name="翟 锐" userId="fef11181f709266a" providerId="LiveId" clId="{47C3984C-A884-44FB-A44E-DB4C74737F95}" dt="2020-11-06T13:41:36.800" v="2474" actId="1076"/>
          <ac:spMkLst>
            <pc:docMk/>
            <pc:sldMk cId="3045118763" sldId="782"/>
            <ac:spMk id="50" creationId="{95C45C9E-2B9F-4CD6-91B2-04255E57F26A}"/>
          </ac:spMkLst>
        </pc:spChg>
        <pc:spChg chg="mod">
          <ac:chgData name="翟 锐" userId="fef11181f709266a" providerId="LiveId" clId="{47C3984C-A884-44FB-A44E-DB4C74737F95}" dt="2020-11-06T13:41:36.800" v="2474" actId="1076"/>
          <ac:spMkLst>
            <pc:docMk/>
            <pc:sldMk cId="3045118763" sldId="782"/>
            <ac:spMk id="51" creationId="{AF318512-56C6-448C-B0D5-B6AC31151D8A}"/>
          </ac:spMkLst>
        </pc:spChg>
        <pc:spChg chg="mod">
          <ac:chgData name="翟 锐" userId="fef11181f709266a" providerId="LiveId" clId="{47C3984C-A884-44FB-A44E-DB4C74737F95}" dt="2020-11-06T13:41:36.800" v="2474" actId="1076"/>
          <ac:spMkLst>
            <pc:docMk/>
            <pc:sldMk cId="3045118763" sldId="782"/>
            <ac:spMk id="52" creationId="{6BDC0D10-C28B-4D19-A74B-E23081C73DFA}"/>
          </ac:spMkLst>
        </pc:spChg>
        <pc:spChg chg="mod">
          <ac:chgData name="翟 锐" userId="fef11181f709266a" providerId="LiveId" clId="{47C3984C-A884-44FB-A44E-DB4C74737F95}" dt="2020-11-06T13:41:36.800" v="2474" actId="1076"/>
          <ac:spMkLst>
            <pc:docMk/>
            <pc:sldMk cId="3045118763" sldId="782"/>
            <ac:spMk id="53" creationId="{8871476A-437B-4AA5-8B4A-1C3F8852BCE4}"/>
          </ac:spMkLst>
        </pc:spChg>
        <pc:spChg chg="mod">
          <ac:chgData name="翟 锐" userId="fef11181f709266a" providerId="LiveId" clId="{47C3984C-A884-44FB-A44E-DB4C74737F95}" dt="2020-11-06T13:41:36.800" v="2474" actId="1076"/>
          <ac:spMkLst>
            <pc:docMk/>
            <pc:sldMk cId="3045118763" sldId="782"/>
            <ac:spMk id="54" creationId="{A12D2296-4E73-49A6-8EB3-964BF5DAEBA4}"/>
          </ac:spMkLst>
        </pc:spChg>
        <pc:spChg chg="mod">
          <ac:chgData name="翟 锐" userId="fef11181f709266a" providerId="LiveId" clId="{47C3984C-A884-44FB-A44E-DB4C74737F95}" dt="2020-11-06T13:41:36.800" v="2474" actId="1076"/>
          <ac:spMkLst>
            <pc:docMk/>
            <pc:sldMk cId="3045118763" sldId="782"/>
            <ac:spMk id="55" creationId="{7B14630A-2C05-4CDF-AA60-9D7AB95898C4}"/>
          </ac:spMkLst>
        </pc:spChg>
        <pc:spChg chg="mod">
          <ac:chgData name="翟 锐" userId="fef11181f709266a" providerId="LiveId" clId="{47C3984C-A884-44FB-A44E-DB4C74737F95}" dt="2020-11-06T13:41:36.800" v="2474" actId="1076"/>
          <ac:spMkLst>
            <pc:docMk/>
            <pc:sldMk cId="3045118763" sldId="782"/>
            <ac:spMk id="56" creationId="{677699FC-8D1B-45B1-9037-79F61ED933FD}"/>
          </ac:spMkLst>
        </pc:spChg>
        <pc:spChg chg="mod">
          <ac:chgData name="翟 锐" userId="fef11181f709266a" providerId="LiveId" clId="{47C3984C-A884-44FB-A44E-DB4C74737F95}" dt="2020-11-06T13:41:36.800" v="2474" actId="1076"/>
          <ac:spMkLst>
            <pc:docMk/>
            <pc:sldMk cId="3045118763" sldId="782"/>
            <ac:spMk id="57" creationId="{644D829E-0903-4033-BAC2-6A9F4FF364F9}"/>
          </ac:spMkLst>
        </pc:spChg>
        <pc:spChg chg="mod">
          <ac:chgData name="翟 锐" userId="fef11181f709266a" providerId="LiveId" clId="{47C3984C-A884-44FB-A44E-DB4C74737F95}" dt="2020-11-06T13:41:36.800" v="2474" actId="1076"/>
          <ac:spMkLst>
            <pc:docMk/>
            <pc:sldMk cId="3045118763" sldId="782"/>
            <ac:spMk id="58" creationId="{576EDE15-4AD9-4ED7-9A15-4F4ADEECD690}"/>
          </ac:spMkLst>
        </pc:spChg>
        <pc:spChg chg="mod">
          <ac:chgData name="翟 锐" userId="fef11181f709266a" providerId="LiveId" clId="{47C3984C-A884-44FB-A44E-DB4C74737F95}" dt="2020-11-06T13:41:36.800" v="2474" actId="1076"/>
          <ac:spMkLst>
            <pc:docMk/>
            <pc:sldMk cId="3045118763" sldId="782"/>
            <ac:spMk id="59" creationId="{56CE8A06-7922-41DA-BDCF-2D2186038EA9}"/>
          </ac:spMkLst>
        </pc:spChg>
        <pc:spChg chg="mod">
          <ac:chgData name="翟 锐" userId="fef11181f709266a" providerId="LiveId" clId="{47C3984C-A884-44FB-A44E-DB4C74737F95}" dt="2020-11-06T13:41:36.800" v="2474" actId="1076"/>
          <ac:spMkLst>
            <pc:docMk/>
            <pc:sldMk cId="3045118763" sldId="782"/>
            <ac:spMk id="60" creationId="{7A2FD07F-9A28-47AB-8AED-44E63775AC91}"/>
          </ac:spMkLst>
        </pc:spChg>
        <pc:spChg chg="mod">
          <ac:chgData name="翟 锐" userId="fef11181f709266a" providerId="LiveId" clId="{47C3984C-A884-44FB-A44E-DB4C74737F95}" dt="2020-11-06T13:41:36.800" v="2474" actId="1076"/>
          <ac:spMkLst>
            <pc:docMk/>
            <pc:sldMk cId="3045118763" sldId="782"/>
            <ac:spMk id="61" creationId="{B41DD151-20B7-4E79-8B23-EC35F350B61A}"/>
          </ac:spMkLst>
        </pc:spChg>
        <pc:spChg chg="mod">
          <ac:chgData name="翟 锐" userId="fef11181f709266a" providerId="LiveId" clId="{47C3984C-A884-44FB-A44E-DB4C74737F95}" dt="2020-11-06T13:41:36.800" v="2474" actId="1076"/>
          <ac:spMkLst>
            <pc:docMk/>
            <pc:sldMk cId="3045118763" sldId="782"/>
            <ac:spMk id="62" creationId="{8D2646CB-5AE9-4721-985F-51179B812F45}"/>
          </ac:spMkLst>
        </pc:spChg>
        <pc:spChg chg="mod">
          <ac:chgData name="翟 锐" userId="fef11181f709266a" providerId="LiveId" clId="{47C3984C-A884-44FB-A44E-DB4C74737F95}" dt="2020-11-06T13:41:36.800" v="2474" actId="1076"/>
          <ac:spMkLst>
            <pc:docMk/>
            <pc:sldMk cId="3045118763" sldId="782"/>
            <ac:spMk id="63" creationId="{6E55DBBB-343A-41A0-B397-20D026A73C7D}"/>
          </ac:spMkLst>
        </pc:spChg>
        <pc:spChg chg="mod">
          <ac:chgData name="翟 锐" userId="fef11181f709266a" providerId="LiveId" clId="{47C3984C-A884-44FB-A44E-DB4C74737F95}" dt="2020-11-06T13:41:36.800" v="2474" actId="1076"/>
          <ac:spMkLst>
            <pc:docMk/>
            <pc:sldMk cId="3045118763" sldId="782"/>
            <ac:spMk id="64" creationId="{6C23758F-C531-4C9E-88A2-48A7F586D13B}"/>
          </ac:spMkLst>
        </pc:spChg>
        <pc:spChg chg="mod">
          <ac:chgData name="翟 锐" userId="fef11181f709266a" providerId="LiveId" clId="{47C3984C-A884-44FB-A44E-DB4C74737F95}" dt="2020-11-06T13:41:36.800" v="2474" actId="1076"/>
          <ac:spMkLst>
            <pc:docMk/>
            <pc:sldMk cId="3045118763" sldId="782"/>
            <ac:spMk id="65" creationId="{1657B41F-AEF8-438B-92D8-4A8A1957D0B5}"/>
          </ac:spMkLst>
        </pc:spChg>
        <pc:spChg chg="mod">
          <ac:chgData name="翟 锐" userId="fef11181f709266a" providerId="LiveId" clId="{47C3984C-A884-44FB-A44E-DB4C74737F95}" dt="2020-11-06T13:41:36.800" v="2474" actId="1076"/>
          <ac:spMkLst>
            <pc:docMk/>
            <pc:sldMk cId="3045118763" sldId="782"/>
            <ac:spMk id="66" creationId="{75E5BE34-6A09-43C0-88A1-7D2B76D4B4A9}"/>
          </ac:spMkLst>
        </pc:spChg>
        <pc:spChg chg="mod">
          <ac:chgData name="翟 锐" userId="fef11181f709266a" providerId="LiveId" clId="{47C3984C-A884-44FB-A44E-DB4C74737F95}" dt="2020-11-06T13:41:36.800" v="2474" actId="1076"/>
          <ac:spMkLst>
            <pc:docMk/>
            <pc:sldMk cId="3045118763" sldId="782"/>
            <ac:spMk id="67" creationId="{BE612B9F-3A55-4CAA-BFE2-06E4BE2962DF}"/>
          </ac:spMkLst>
        </pc:spChg>
        <pc:spChg chg="mod">
          <ac:chgData name="翟 锐" userId="fef11181f709266a" providerId="LiveId" clId="{47C3984C-A884-44FB-A44E-DB4C74737F95}" dt="2020-11-06T13:41:36.800" v="2474" actId="1076"/>
          <ac:spMkLst>
            <pc:docMk/>
            <pc:sldMk cId="3045118763" sldId="782"/>
            <ac:spMk id="68" creationId="{A1B12CE2-475B-4ED8-B13A-685A4E369231}"/>
          </ac:spMkLst>
        </pc:spChg>
        <pc:spChg chg="mod">
          <ac:chgData name="翟 锐" userId="fef11181f709266a" providerId="LiveId" clId="{47C3984C-A884-44FB-A44E-DB4C74737F95}" dt="2020-11-06T13:41:36.800" v="2474" actId="1076"/>
          <ac:spMkLst>
            <pc:docMk/>
            <pc:sldMk cId="3045118763" sldId="782"/>
            <ac:spMk id="69" creationId="{4B19F01D-0B32-497D-9E7B-685569C60104}"/>
          </ac:spMkLst>
        </pc:spChg>
        <pc:spChg chg="mod">
          <ac:chgData name="翟 锐" userId="fef11181f709266a" providerId="LiveId" clId="{47C3984C-A884-44FB-A44E-DB4C74737F95}" dt="2020-11-06T13:41:36.800" v="2474" actId="1076"/>
          <ac:spMkLst>
            <pc:docMk/>
            <pc:sldMk cId="3045118763" sldId="782"/>
            <ac:spMk id="70" creationId="{7965035E-60ED-44FC-8845-73B865CACB40}"/>
          </ac:spMkLst>
        </pc:spChg>
        <pc:spChg chg="mod">
          <ac:chgData name="翟 锐" userId="fef11181f709266a" providerId="LiveId" clId="{47C3984C-A884-44FB-A44E-DB4C74737F95}" dt="2020-11-06T13:41:36.800" v="2474" actId="1076"/>
          <ac:spMkLst>
            <pc:docMk/>
            <pc:sldMk cId="3045118763" sldId="782"/>
            <ac:spMk id="71" creationId="{433A70AF-D4E4-46E1-957A-142456DADDEA}"/>
          </ac:spMkLst>
        </pc:spChg>
        <pc:spChg chg="mod">
          <ac:chgData name="翟 锐" userId="fef11181f709266a" providerId="LiveId" clId="{47C3984C-A884-44FB-A44E-DB4C74737F95}" dt="2020-11-06T13:41:36.800" v="2474" actId="1076"/>
          <ac:spMkLst>
            <pc:docMk/>
            <pc:sldMk cId="3045118763" sldId="782"/>
            <ac:spMk id="72" creationId="{2ABB65B1-B5E3-4788-ABD7-F20DE33F952D}"/>
          </ac:spMkLst>
        </pc:spChg>
        <pc:spChg chg="mod">
          <ac:chgData name="翟 锐" userId="fef11181f709266a" providerId="LiveId" clId="{47C3984C-A884-44FB-A44E-DB4C74737F95}" dt="2020-11-06T13:41:36.800" v="2474" actId="1076"/>
          <ac:spMkLst>
            <pc:docMk/>
            <pc:sldMk cId="3045118763" sldId="782"/>
            <ac:spMk id="73" creationId="{CF48F3A2-463A-4717-A2AC-A9C69F0F0BBE}"/>
          </ac:spMkLst>
        </pc:spChg>
        <pc:spChg chg="mod">
          <ac:chgData name="翟 锐" userId="fef11181f709266a" providerId="LiveId" clId="{47C3984C-A884-44FB-A44E-DB4C74737F95}" dt="2020-11-06T13:41:36.800" v="2474" actId="1076"/>
          <ac:spMkLst>
            <pc:docMk/>
            <pc:sldMk cId="3045118763" sldId="782"/>
            <ac:spMk id="74" creationId="{F0B1EB94-43B3-4852-810C-F1F403669B31}"/>
          </ac:spMkLst>
        </pc:spChg>
        <pc:spChg chg="mod">
          <ac:chgData name="翟 锐" userId="fef11181f709266a" providerId="LiveId" clId="{47C3984C-A884-44FB-A44E-DB4C74737F95}" dt="2020-11-06T13:41:36.800" v="2474" actId="1076"/>
          <ac:spMkLst>
            <pc:docMk/>
            <pc:sldMk cId="3045118763" sldId="782"/>
            <ac:spMk id="75" creationId="{24180F62-0B96-4BB6-B74C-2668AAC03406}"/>
          </ac:spMkLst>
        </pc:spChg>
        <pc:spChg chg="mod">
          <ac:chgData name="翟 锐" userId="fef11181f709266a" providerId="LiveId" clId="{47C3984C-A884-44FB-A44E-DB4C74737F95}" dt="2020-11-06T13:41:36.800" v="2474" actId="1076"/>
          <ac:spMkLst>
            <pc:docMk/>
            <pc:sldMk cId="3045118763" sldId="782"/>
            <ac:spMk id="76" creationId="{ADEF316C-D46C-494B-8D29-064B3E277C4C}"/>
          </ac:spMkLst>
        </pc:spChg>
        <pc:spChg chg="mod">
          <ac:chgData name="翟 锐" userId="fef11181f709266a" providerId="LiveId" clId="{47C3984C-A884-44FB-A44E-DB4C74737F95}" dt="2020-11-06T13:41:36.800" v="2474" actId="1076"/>
          <ac:spMkLst>
            <pc:docMk/>
            <pc:sldMk cId="3045118763" sldId="782"/>
            <ac:spMk id="77" creationId="{CED42F6F-1FB0-4844-86CD-9EB831A0291D}"/>
          </ac:spMkLst>
        </pc:spChg>
        <pc:spChg chg="mod">
          <ac:chgData name="翟 锐" userId="fef11181f709266a" providerId="LiveId" clId="{47C3984C-A884-44FB-A44E-DB4C74737F95}" dt="2020-11-06T13:41:36.800" v="2474" actId="1076"/>
          <ac:spMkLst>
            <pc:docMk/>
            <pc:sldMk cId="3045118763" sldId="782"/>
            <ac:spMk id="78" creationId="{BEC130FB-2E05-4156-B28B-878E334C0BD0}"/>
          </ac:spMkLst>
        </pc:spChg>
        <pc:spChg chg="mod">
          <ac:chgData name="翟 锐" userId="fef11181f709266a" providerId="LiveId" clId="{47C3984C-A884-44FB-A44E-DB4C74737F95}" dt="2020-11-06T13:41:36.800" v="2474" actId="1076"/>
          <ac:spMkLst>
            <pc:docMk/>
            <pc:sldMk cId="3045118763" sldId="782"/>
            <ac:spMk id="79" creationId="{74399DA6-4B4F-40DC-B4C6-66D1BFFFD13C}"/>
          </ac:spMkLst>
        </pc:spChg>
        <pc:spChg chg="mod">
          <ac:chgData name="翟 锐" userId="fef11181f709266a" providerId="LiveId" clId="{47C3984C-A884-44FB-A44E-DB4C74737F95}" dt="2020-11-06T13:41:36.800" v="2474" actId="1076"/>
          <ac:spMkLst>
            <pc:docMk/>
            <pc:sldMk cId="3045118763" sldId="782"/>
            <ac:spMk id="80" creationId="{EB68F055-BF9B-443B-9292-283E0F394C0A}"/>
          </ac:spMkLst>
        </pc:spChg>
        <pc:spChg chg="mod">
          <ac:chgData name="翟 锐" userId="fef11181f709266a" providerId="LiveId" clId="{47C3984C-A884-44FB-A44E-DB4C74737F95}" dt="2020-11-06T13:41:36.800" v="2474" actId="1076"/>
          <ac:spMkLst>
            <pc:docMk/>
            <pc:sldMk cId="3045118763" sldId="782"/>
            <ac:spMk id="81" creationId="{F3A6E294-53FF-4CC4-A73A-39B2856EA8BC}"/>
          </ac:spMkLst>
        </pc:spChg>
        <pc:spChg chg="mod">
          <ac:chgData name="翟 锐" userId="fef11181f709266a" providerId="LiveId" clId="{47C3984C-A884-44FB-A44E-DB4C74737F95}" dt="2020-11-06T13:41:36.800" v="2474" actId="1076"/>
          <ac:spMkLst>
            <pc:docMk/>
            <pc:sldMk cId="3045118763" sldId="782"/>
            <ac:spMk id="82" creationId="{D0458178-EEF4-4229-919B-FAED7BEA5D23}"/>
          </ac:spMkLst>
        </pc:spChg>
        <pc:spChg chg="mod">
          <ac:chgData name="翟 锐" userId="fef11181f709266a" providerId="LiveId" clId="{47C3984C-A884-44FB-A44E-DB4C74737F95}" dt="2020-11-06T13:41:36.800" v="2474" actId="1076"/>
          <ac:spMkLst>
            <pc:docMk/>
            <pc:sldMk cId="3045118763" sldId="782"/>
            <ac:spMk id="83" creationId="{A5A1279E-B78E-4207-B68A-E68AC419C439}"/>
          </ac:spMkLst>
        </pc:spChg>
        <pc:spChg chg="mod">
          <ac:chgData name="翟 锐" userId="fef11181f709266a" providerId="LiveId" clId="{47C3984C-A884-44FB-A44E-DB4C74737F95}" dt="2020-11-06T13:41:36.800" v="2474" actId="1076"/>
          <ac:spMkLst>
            <pc:docMk/>
            <pc:sldMk cId="3045118763" sldId="782"/>
            <ac:spMk id="84" creationId="{7D137DC3-7D27-41D1-95C5-4FF457FFF78A}"/>
          </ac:spMkLst>
        </pc:spChg>
        <pc:spChg chg="mod">
          <ac:chgData name="翟 锐" userId="fef11181f709266a" providerId="LiveId" clId="{47C3984C-A884-44FB-A44E-DB4C74737F95}" dt="2020-11-06T13:41:36.800" v="2474" actId="1076"/>
          <ac:spMkLst>
            <pc:docMk/>
            <pc:sldMk cId="3045118763" sldId="782"/>
            <ac:spMk id="85" creationId="{B8763008-0FBE-473E-A0D8-598ECC1ACA1F}"/>
          </ac:spMkLst>
        </pc:spChg>
        <pc:spChg chg="mod">
          <ac:chgData name="翟 锐" userId="fef11181f709266a" providerId="LiveId" clId="{47C3984C-A884-44FB-A44E-DB4C74737F95}" dt="2020-11-06T13:41:36.800" v="2474" actId="1076"/>
          <ac:spMkLst>
            <pc:docMk/>
            <pc:sldMk cId="3045118763" sldId="782"/>
            <ac:spMk id="86" creationId="{28BEFA38-024F-4DBF-8A6D-2A6386DFE79F}"/>
          </ac:spMkLst>
        </pc:spChg>
        <pc:spChg chg="mod">
          <ac:chgData name="翟 锐" userId="fef11181f709266a" providerId="LiveId" clId="{47C3984C-A884-44FB-A44E-DB4C74737F95}" dt="2020-11-06T13:41:36.800" v="2474" actId="1076"/>
          <ac:spMkLst>
            <pc:docMk/>
            <pc:sldMk cId="3045118763" sldId="782"/>
            <ac:spMk id="87" creationId="{72E44BAD-699B-4CD9-9C54-8A9B5AA44836}"/>
          </ac:spMkLst>
        </pc:spChg>
        <pc:spChg chg="mod">
          <ac:chgData name="翟 锐" userId="fef11181f709266a" providerId="LiveId" clId="{47C3984C-A884-44FB-A44E-DB4C74737F95}" dt="2020-11-06T13:41:36.800" v="2474" actId="1076"/>
          <ac:spMkLst>
            <pc:docMk/>
            <pc:sldMk cId="3045118763" sldId="782"/>
            <ac:spMk id="88" creationId="{9752DD7B-3805-4347-BB1D-5D594705E046}"/>
          </ac:spMkLst>
        </pc:spChg>
        <pc:spChg chg="mod">
          <ac:chgData name="翟 锐" userId="fef11181f709266a" providerId="LiveId" clId="{47C3984C-A884-44FB-A44E-DB4C74737F95}" dt="2020-11-06T13:41:36.800" v="2474" actId="1076"/>
          <ac:spMkLst>
            <pc:docMk/>
            <pc:sldMk cId="3045118763" sldId="782"/>
            <ac:spMk id="89" creationId="{6B3B741C-8CC0-4D59-B178-35E017834786}"/>
          </ac:spMkLst>
        </pc:spChg>
        <pc:spChg chg="mod">
          <ac:chgData name="翟 锐" userId="fef11181f709266a" providerId="LiveId" clId="{47C3984C-A884-44FB-A44E-DB4C74737F95}" dt="2020-11-06T13:41:36.800" v="2474" actId="1076"/>
          <ac:spMkLst>
            <pc:docMk/>
            <pc:sldMk cId="3045118763" sldId="782"/>
            <ac:spMk id="90" creationId="{01C60E58-D71F-4FF0-B2FB-80FCF4038BB0}"/>
          </ac:spMkLst>
        </pc:spChg>
        <pc:spChg chg="mod">
          <ac:chgData name="翟 锐" userId="fef11181f709266a" providerId="LiveId" clId="{47C3984C-A884-44FB-A44E-DB4C74737F95}" dt="2020-11-06T13:41:36.800" v="2474" actId="1076"/>
          <ac:spMkLst>
            <pc:docMk/>
            <pc:sldMk cId="3045118763" sldId="782"/>
            <ac:spMk id="91" creationId="{A6967DF0-F221-4AFC-BE8B-39157382AFC6}"/>
          </ac:spMkLst>
        </pc:spChg>
        <pc:spChg chg="mod">
          <ac:chgData name="翟 锐" userId="fef11181f709266a" providerId="LiveId" clId="{47C3984C-A884-44FB-A44E-DB4C74737F95}" dt="2020-11-06T13:41:36.800" v="2474" actId="1076"/>
          <ac:spMkLst>
            <pc:docMk/>
            <pc:sldMk cId="3045118763" sldId="782"/>
            <ac:spMk id="92" creationId="{70D28075-2F29-4E58-94B6-8FF601211051}"/>
          </ac:spMkLst>
        </pc:spChg>
        <pc:spChg chg="mod">
          <ac:chgData name="翟 锐" userId="fef11181f709266a" providerId="LiveId" clId="{47C3984C-A884-44FB-A44E-DB4C74737F95}" dt="2020-11-06T13:41:36.800" v="2474" actId="1076"/>
          <ac:spMkLst>
            <pc:docMk/>
            <pc:sldMk cId="3045118763" sldId="782"/>
            <ac:spMk id="93" creationId="{D1F995C5-1575-44B3-869E-051B6C859A17}"/>
          </ac:spMkLst>
        </pc:spChg>
        <pc:spChg chg="mod">
          <ac:chgData name="翟 锐" userId="fef11181f709266a" providerId="LiveId" clId="{47C3984C-A884-44FB-A44E-DB4C74737F95}" dt="2020-11-06T13:41:36.800" v="2474" actId="1076"/>
          <ac:spMkLst>
            <pc:docMk/>
            <pc:sldMk cId="3045118763" sldId="782"/>
            <ac:spMk id="94" creationId="{8D745F40-EE86-4F9F-8791-CBD69AC5FA70}"/>
          </ac:spMkLst>
        </pc:spChg>
        <pc:spChg chg="mod">
          <ac:chgData name="翟 锐" userId="fef11181f709266a" providerId="LiveId" clId="{47C3984C-A884-44FB-A44E-DB4C74737F95}" dt="2020-11-06T13:41:36.800" v="2474" actId="1076"/>
          <ac:spMkLst>
            <pc:docMk/>
            <pc:sldMk cId="3045118763" sldId="782"/>
            <ac:spMk id="95" creationId="{26DC46D5-4734-4C04-9872-1D7AF65CBC46}"/>
          </ac:spMkLst>
        </pc:spChg>
        <pc:spChg chg="mod">
          <ac:chgData name="翟 锐" userId="fef11181f709266a" providerId="LiveId" clId="{47C3984C-A884-44FB-A44E-DB4C74737F95}" dt="2020-11-06T13:41:36.800" v="2474" actId="1076"/>
          <ac:spMkLst>
            <pc:docMk/>
            <pc:sldMk cId="3045118763" sldId="782"/>
            <ac:spMk id="96" creationId="{DCC5F71B-B177-4830-B5B1-0B4D67830F16}"/>
          </ac:spMkLst>
        </pc:spChg>
        <pc:spChg chg="mod">
          <ac:chgData name="翟 锐" userId="fef11181f709266a" providerId="LiveId" clId="{47C3984C-A884-44FB-A44E-DB4C74737F95}" dt="2020-11-06T13:41:36.800" v="2474" actId="1076"/>
          <ac:spMkLst>
            <pc:docMk/>
            <pc:sldMk cId="3045118763" sldId="782"/>
            <ac:spMk id="97" creationId="{A12DEE2A-EFBA-45CC-A9BF-8664487FC620}"/>
          </ac:spMkLst>
        </pc:spChg>
        <pc:spChg chg="mod">
          <ac:chgData name="翟 锐" userId="fef11181f709266a" providerId="LiveId" clId="{47C3984C-A884-44FB-A44E-DB4C74737F95}" dt="2020-11-06T13:41:36.800" v="2474" actId="1076"/>
          <ac:spMkLst>
            <pc:docMk/>
            <pc:sldMk cId="3045118763" sldId="782"/>
            <ac:spMk id="98" creationId="{14BF5757-B2F8-47E8-80AA-7E2D8F900DB6}"/>
          </ac:spMkLst>
        </pc:spChg>
        <pc:spChg chg="mod">
          <ac:chgData name="翟 锐" userId="fef11181f709266a" providerId="LiveId" clId="{47C3984C-A884-44FB-A44E-DB4C74737F95}" dt="2020-11-06T13:41:36.800" v="2474" actId="1076"/>
          <ac:spMkLst>
            <pc:docMk/>
            <pc:sldMk cId="3045118763" sldId="782"/>
            <ac:spMk id="99" creationId="{698355A3-CD76-48C6-B02D-81E2AC311497}"/>
          </ac:spMkLst>
        </pc:spChg>
        <pc:spChg chg="mod">
          <ac:chgData name="翟 锐" userId="fef11181f709266a" providerId="LiveId" clId="{47C3984C-A884-44FB-A44E-DB4C74737F95}" dt="2020-11-06T13:41:36.800" v="2474" actId="1076"/>
          <ac:spMkLst>
            <pc:docMk/>
            <pc:sldMk cId="3045118763" sldId="782"/>
            <ac:spMk id="100" creationId="{C2BBB744-057F-4D85-8082-187B2DF30513}"/>
          </ac:spMkLst>
        </pc:spChg>
        <pc:spChg chg="mod">
          <ac:chgData name="翟 锐" userId="fef11181f709266a" providerId="LiveId" clId="{47C3984C-A884-44FB-A44E-DB4C74737F95}" dt="2020-11-06T13:41:36.800" v="2474" actId="1076"/>
          <ac:spMkLst>
            <pc:docMk/>
            <pc:sldMk cId="3045118763" sldId="782"/>
            <ac:spMk id="101" creationId="{5024C6FB-5F3A-4B49-8F19-EFCD430F5B42}"/>
          </ac:spMkLst>
        </pc:spChg>
        <pc:spChg chg="mod">
          <ac:chgData name="翟 锐" userId="fef11181f709266a" providerId="LiveId" clId="{47C3984C-A884-44FB-A44E-DB4C74737F95}" dt="2020-11-06T13:41:36.800" v="2474" actId="1076"/>
          <ac:spMkLst>
            <pc:docMk/>
            <pc:sldMk cId="3045118763" sldId="782"/>
            <ac:spMk id="102" creationId="{913D1229-5C48-4685-91E6-5CE1D0F07CEE}"/>
          </ac:spMkLst>
        </pc:spChg>
        <pc:spChg chg="mod">
          <ac:chgData name="翟 锐" userId="fef11181f709266a" providerId="LiveId" clId="{47C3984C-A884-44FB-A44E-DB4C74737F95}" dt="2020-11-06T13:41:36.800" v="2474" actId="1076"/>
          <ac:spMkLst>
            <pc:docMk/>
            <pc:sldMk cId="3045118763" sldId="782"/>
            <ac:spMk id="103" creationId="{D712F7BA-D954-4A1C-A5FE-20AE1459C6A9}"/>
          </ac:spMkLst>
        </pc:spChg>
        <pc:spChg chg="mod">
          <ac:chgData name="翟 锐" userId="fef11181f709266a" providerId="LiveId" clId="{47C3984C-A884-44FB-A44E-DB4C74737F95}" dt="2020-11-06T13:41:36.800" v="2474" actId="1076"/>
          <ac:spMkLst>
            <pc:docMk/>
            <pc:sldMk cId="3045118763" sldId="782"/>
            <ac:spMk id="104" creationId="{8649FAE2-CD3E-461D-B979-29E33E7475B9}"/>
          </ac:spMkLst>
        </pc:spChg>
        <pc:spChg chg="mod">
          <ac:chgData name="翟 锐" userId="fef11181f709266a" providerId="LiveId" clId="{47C3984C-A884-44FB-A44E-DB4C74737F95}" dt="2020-11-06T13:41:36.800" v="2474" actId="1076"/>
          <ac:spMkLst>
            <pc:docMk/>
            <pc:sldMk cId="3045118763" sldId="782"/>
            <ac:spMk id="105" creationId="{D116579D-6DD2-471F-A776-4A0AB1B74EC0}"/>
          </ac:spMkLst>
        </pc:spChg>
        <pc:spChg chg="mod">
          <ac:chgData name="翟 锐" userId="fef11181f709266a" providerId="LiveId" clId="{47C3984C-A884-44FB-A44E-DB4C74737F95}" dt="2020-11-06T13:41:36.800" v="2474" actId="1076"/>
          <ac:spMkLst>
            <pc:docMk/>
            <pc:sldMk cId="3045118763" sldId="782"/>
            <ac:spMk id="106" creationId="{110C9B44-6D94-4DE6-9F03-464C3C6F4373}"/>
          </ac:spMkLst>
        </pc:spChg>
        <pc:spChg chg="mod">
          <ac:chgData name="翟 锐" userId="fef11181f709266a" providerId="LiveId" clId="{47C3984C-A884-44FB-A44E-DB4C74737F95}" dt="2020-11-06T13:41:36.800" v="2474" actId="1076"/>
          <ac:spMkLst>
            <pc:docMk/>
            <pc:sldMk cId="3045118763" sldId="782"/>
            <ac:spMk id="107" creationId="{DC84B9EF-CDAB-425F-AC5A-3E3200FFDB55}"/>
          </ac:spMkLst>
        </pc:spChg>
        <pc:spChg chg="mod">
          <ac:chgData name="翟 锐" userId="fef11181f709266a" providerId="LiveId" clId="{47C3984C-A884-44FB-A44E-DB4C74737F95}" dt="2020-11-06T13:41:36.800" v="2474" actId="1076"/>
          <ac:spMkLst>
            <pc:docMk/>
            <pc:sldMk cId="3045118763" sldId="782"/>
            <ac:spMk id="108" creationId="{FF5280F4-4FB7-4645-9E26-6806AE82A330}"/>
          </ac:spMkLst>
        </pc:spChg>
        <pc:spChg chg="mod">
          <ac:chgData name="翟 锐" userId="fef11181f709266a" providerId="LiveId" clId="{47C3984C-A884-44FB-A44E-DB4C74737F95}" dt="2020-11-06T13:41:36.800" v="2474" actId="1076"/>
          <ac:spMkLst>
            <pc:docMk/>
            <pc:sldMk cId="3045118763" sldId="782"/>
            <ac:spMk id="109" creationId="{EE98A32C-8F7E-4AD8-9A5F-1FC980694D5D}"/>
          </ac:spMkLst>
        </pc:spChg>
        <pc:spChg chg="mod">
          <ac:chgData name="翟 锐" userId="fef11181f709266a" providerId="LiveId" clId="{47C3984C-A884-44FB-A44E-DB4C74737F95}" dt="2020-11-06T13:41:36.800" v="2474" actId="1076"/>
          <ac:spMkLst>
            <pc:docMk/>
            <pc:sldMk cId="3045118763" sldId="782"/>
            <ac:spMk id="110" creationId="{84A30A68-D91B-4E50-BA96-278756B1FE28}"/>
          </ac:spMkLst>
        </pc:spChg>
        <pc:spChg chg="mod">
          <ac:chgData name="翟 锐" userId="fef11181f709266a" providerId="LiveId" clId="{47C3984C-A884-44FB-A44E-DB4C74737F95}" dt="2020-11-06T13:41:36.800" v="2474" actId="1076"/>
          <ac:spMkLst>
            <pc:docMk/>
            <pc:sldMk cId="3045118763" sldId="782"/>
            <ac:spMk id="111" creationId="{8E601A21-282B-434A-AE2C-2A2D006EDCBA}"/>
          </ac:spMkLst>
        </pc:spChg>
        <pc:spChg chg="mod">
          <ac:chgData name="翟 锐" userId="fef11181f709266a" providerId="LiveId" clId="{47C3984C-A884-44FB-A44E-DB4C74737F95}" dt="2020-11-06T13:41:36.800" v="2474" actId="1076"/>
          <ac:spMkLst>
            <pc:docMk/>
            <pc:sldMk cId="3045118763" sldId="782"/>
            <ac:spMk id="112" creationId="{C41161E2-EA7F-4135-AE75-5FF89A179080}"/>
          </ac:spMkLst>
        </pc:spChg>
        <pc:spChg chg="mod">
          <ac:chgData name="翟 锐" userId="fef11181f709266a" providerId="LiveId" clId="{47C3984C-A884-44FB-A44E-DB4C74737F95}" dt="2020-11-06T13:41:36.800" v="2474" actId="1076"/>
          <ac:spMkLst>
            <pc:docMk/>
            <pc:sldMk cId="3045118763" sldId="782"/>
            <ac:spMk id="113" creationId="{4584D050-3E24-47CE-9763-EAD2103473C0}"/>
          </ac:spMkLst>
        </pc:spChg>
        <pc:spChg chg="mod">
          <ac:chgData name="翟 锐" userId="fef11181f709266a" providerId="LiveId" clId="{47C3984C-A884-44FB-A44E-DB4C74737F95}" dt="2020-11-06T13:41:36.800" v="2474" actId="1076"/>
          <ac:spMkLst>
            <pc:docMk/>
            <pc:sldMk cId="3045118763" sldId="782"/>
            <ac:spMk id="114" creationId="{29A199BB-07EB-4E56-9DC2-1897EFC7BB05}"/>
          </ac:spMkLst>
        </pc:spChg>
        <pc:spChg chg="mod">
          <ac:chgData name="翟 锐" userId="fef11181f709266a" providerId="LiveId" clId="{47C3984C-A884-44FB-A44E-DB4C74737F95}" dt="2020-11-06T13:41:36.800" v="2474" actId="1076"/>
          <ac:spMkLst>
            <pc:docMk/>
            <pc:sldMk cId="3045118763" sldId="782"/>
            <ac:spMk id="115" creationId="{68AF39A1-AA27-4EB7-BC77-50A7076E9830}"/>
          </ac:spMkLst>
        </pc:spChg>
        <pc:spChg chg="mod">
          <ac:chgData name="翟 锐" userId="fef11181f709266a" providerId="LiveId" clId="{47C3984C-A884-44FB-A44E-DB4C74737F95}" dt="2020-11-06T13:41:36.800" v="2474" actId="1076"/>
          <ac:spMkLst>
            <pc:docMk/>
            <pc:sldMk cId="3045118763" sldId="782"/>
            <ac:spMk id="116" creationId="{95F9D550-9A64-4F1D-A694-9AE632369909}"/>
          </ac:spMkLst>
        </pc:spChg>
        <pc:spChg chg="mod">
          <ac:chgData name="翟 锐" userId="fef11181f709266a" providerId="LiveId" clId="{47C3984C-A884-44FB-A44E-DB4C74737F95}" dt="2020-11-06T13:41:36.800" v="2474" actId="1076"/>
          <ac:spMkLst>
            <pc:docMk/>
            <pc:sldMk cId="3045118763" sldId="782"/>
            <ac:spMk id="117" creationId="{E2FC1669-6480-4D84-85A7-C4F8E93B1CC8}"/>
          </ac:spMkLst>
        </pc:spChg>
        <pc:spChg chg="mod">
          <ac:chgData name="翟 锐" userId="fef11181f709266a" providerId="LiveId" clId="{47C3984C-A884-44FB-A44E-DB4C74737F95}" dt="2020-11-06T13:41:36.800" v="2474" actId="1076"/>
          <ac:spMkLst>
            <pc:docMk/>
            <pc:sldMk cId="3045118763" sldId="782"/>
            <ac:spMk id="118" creationId="{B5D1DA3B-087B-492A-9FAE-0A178EC5C25D}"/>
          </ac:spMkLst>
        </pc:spChg>
        <pc:spChg chg="mod">
          <ac:chgData name="翟 锐" userId="fef11181f709266a" providerId="LiveId" clId="{47C3984C-A884-44FB-A44E-DB4C74737F95}" dt="2020-11-06T13:41:36.800" v="2474" actId="1076"/>
          <ac:spMkLst>
            <pc:docMk/>
            <pc:sldMk cId="3045118763" sldId="782"/>
            <ac:spMk id="119" creationId="{F2909E98-561A-4FDA-A2C9-05E4F71914CD}"/>
          </ac:spMkLst>
        </pc:spChg>
        <pc:spChg chg="mod">
          <ac:chgData name="翟 锐" userId="fef11181f709266a" providerId="LiveId" clId="{47C3984C-A884-44FB-A44E-DB4C74737F95}" dt="2020-11-06T13:41:36.800" v="2474" actId="1076"/>
          <ac:spMkLst>
            <pc:docMk/>
            <pc:sldMk cId="3045118763" sldId="782"/>
            <ac:spMk id="120" creationId="{4D66D1DC-282B-4A43-82F6-9BBB1ADE8CBA}"/>
          </ac:spMkLst>
        </pc:spChg>
        <pc:spChg chg="mod">
          <ac:chgData name="翟 锐" userId="fef11181f709266a" providerId="LiveId" clId="{47C3984C-A884-44FB-A44E-DB4C74737F95}" dt="2020-11-06T13:41:36.800" v="2474" actId="1076"/>
          <ac:spMkLst>
            <pc:docMk/>
            <pc:sldMk cId="3045118763" sldId="782"/>
            <ac:spMk id="121" creationId="{DAB3541A-15F6-4EF6-BA57-43EF714787E8}"/>
          </ac:spMkLst>
        </pc:spChg>
        <pc:spChg chg="mod">
          <ac:chgData name="翟 锐" userId="fef11181f709266a" providerId="LiveId" clId="{47C3984C-A884-44FB-A44E-DB4C74737F95}" dt="2020-11-06T13:41:36.800" v="2474" actId="1076"/>
          <ac:spMkLst>
            <pc:docMk/>
            <pc:sldMk cId="3045118763" sldId="782"/>
            <ac:spMk id="122" creationId="{C50144EE-72CE-48F7-A0DB-51BEC57998E9}"/>
          </ac:spMkLst>
        </pc:spChg>
        <pc:spChg chg="mod">
          <ac:chgData name="翟 锐" userId="fef11181f709266a" providerId="LiveId" clId="{47C3984C-A884-44FB-A44E-DB4C74737F95}" dt="2020-11-06T13:41:36.800" v="2474" actId="1076"/>
          <ac:spMkLst>
            <pc:docMk/>
            <pc:sldMk cId="3045118763" sldId="782"/>
            <ac:spMk id="123" creationId="{4F34E4D2-83D0-4F25-8E26-6C7A13EF24DD}"/>
          </ac:spMkLst>
        </pc:spChg>
        <pc:spChg chg="mod">
          <ac:chgData name="翟 锐" userId="fef11181f709266a" providerId="LiveId" clId="{47C3984C-A884-44FB-A44E-DB4C74737F95}" dt="2020-11-06T13:41:36.800" v="2474" actId="1076"/>
          <ac:spMkLst>
            <pc:docMk/>
            <pc:sldMk cId="3045118763" sldId="782"/>
            <ac:spMk id="124" creationId="{F5B8B3D7-C96D-46EB-8780-C7F4011C9BFD}"/>
          </ac:spMkLst>
        </pc:spChg>
        <pc:spChg chg="mod">
          <ac:chgData name="翟 锐" userId="fef11181f709266a" providerId="LiveId" clId="{47C3984C-A884-44FB-A44E-DB4C74737F95}" dt="2020-11-06T13:41:36.800" v="2474" actId="1076"/>
          <ac:spMkLst>
            <pc:docMk/>
            <pc:sldMk cId="3045118763" sldId="782"/>
            <ac:spMk id="125" creationId="{941EEA26-5EAF-4F70-8ABB-6D2AE5BBF514}"/>
          </ac:spMkLst>
        </pc:spChg>
        <pc:spChg chg="mod">
          <ac:chgData name="翟 锐" userId="fef11181f709266a" providerId="LiveId" clId="{47C3984C-A884-44FB-A44E-DB4C74737F95}" dt="2020-11-06T13:41:36.800" v="2474" actId="1076"/>
          <ac:spMkLst>
            <pc:docMk/>
            <pc:sldMk cId="3045118763" sldId="782"/>
            <ac:spMk id="126" creationId="{5275CCA7-5ADB-424D-9A73-2F5D12C2FD5A}"/>
          </ac:spMkLst>
        </pc:spChg>
        <pc:spChg chg="mod">
          <ac:chgData name="翟 锐" userId="fef11181f709266a" providerId="LiveId" clId="{47C3984C-A884-44FB-A44E-DB4C74737F95}" dt="2020-11-06T13:41:36.800" v="2474" actId="1076"/>
          <ac:spMkLst>
            <pc:docMk/>
            <pc:sldMk cId="3045118763" sldId="782"/>
            <ac:spMk id="127" creationId="{9D0396FF-B7C7-44E1-9FD5-542CC5F9C058}"/>
          </ac:spMkLst>
        </pc:spChg>
        <pc:spChg chg="mod">
          <ac:chgData name="翟 锐" userId="fef11181f709266a" providerId="LiveId" clId="{47C3984C-A884-44FB-A44E-DB4C74737F95}" dt="2020-11-06T13:41:36.800" v="2474" actId="1076"/>
          <ac:spMkLst>
            <pc:docMk/>
            <pc:sldMk cId="3045118763" sldId="782"/>
            <ac:spMk id="128" creationId="{DA45A01C-8D62-4627-AD50-12186BFA6362}"/>
          </ac:spMkLst>
        </pc:spChg>
        <pc:spChg chg="mod">
          <ac:chgData name="翟 锐" userId="fef11181f709266a" providerId="LiveId" clId="{47C3984C-A884-44FB-A44E-DB4C74737F95}" dt="2020-11-06T13:41:36.800" v="2474" actId="1076"/>
          <ac:spMkLst>
            <pc:docMk/>
            <pc:sldMk cId="3045118763" sldId="782"/>
            <ac:spMk id="129" creationId="{EE8A5957-4665-4CAD-96A8-02A4A65DA15A}"/>
          </ac:spMkLst>
        </pc:spChg>
        <pc:spChg chg="mod">
          <ac:chgData name="翟 锐" userId="fef11181f709266a" providerId="LiveId" clId="{47C3984C-A884-44FB-A44E-DB4C74737F95}" dt="2020-11-06T13:41:36.800" v="2474" actId="1076"/>
          <ac:spMkLst>
            <pc:docMk/>
            <pc:sldMk cId="3045118763" sldId="782"/>
            <ac:spMk id="130" creationId="{8416910E-3902-4E3B-BDF8-34735FB2B526}"/>
          </ac:spMkLst>
        </pc:spChg>
        <pc:spChg chg="mod">
          <ac:chgData name="翟 锐" userId="fef11181f709266a" providerId="LiveId" clId="{47C3984C-A884-44FB-A44E-DB4C74737F95}" dt="2020-11-06T13:41:36.800" v="2474" actId="1076"/>
          <ac:spMkLst>
            <pc:docMk/>
            <pc:sldMk cId="3045118763" sldId="782"/>
            <ac:spMk id="131" creationId="{22C792C7-D254-48B0-AD94-E290E38D153C}"/>
          </ac:spMkLst>
        </pc:spChg>
        <pc:spChg chg="mod">
          <ac:chgData name="翟 锐" userId="fef11181f709266a" providerId="LiveId" clId="{47C3984C-A884-44FB-A44E-DB4C74737F95}" dt="2020-11-06T13:41:36.800" v="2474" actId="1076"/>
          <ac:spMkLst>
            <pc:docMk/>
            <pc:sldMk cId="3045118763" sldId="782"/>
            <ac:spMk id="132" creationId="{E677DB94-F335-4B7D-967C-F14B8530B259}"/>
          </ac:spMkLst>
        </pc:spChg>
        <pc:spChg chg="mod">
          <ac:chgData name="翟 锐" userId="fef11181f709266a" providerId="LiveId" clId="{47C3984C-A884-44FB-A44E-DB4C74737F95}" dt="2020-11-06T13:41:36.800" v="2474" actId="1076"/>
          <ac:spMkLst>
            <pc:docMk/>
            <pc:sldMk cId="3045118763" sldId="782"/>
            <ac:spMk id="133" creationId="{CA74A295-BDEC-4247-A111-36C31BA1650A}"/>
          </ac:spMkLst>
        </pc:spChg>
        <pc:spChg chg="mod">
          <ac:chgData name="翟 锐" userId="fef11181f709266a" providerId="LiveId" clId="{47C3984C-A884-44FB-A44E-DB4C74737F95}" dt="2020-11-06T13:41:36.800" v="2474" actId="1076"/>
          <ac:spMkLst>
            <pc:docMk/>
            <pc:sldMk cId="3045118763" sldId="782"/>
            <ac:spMk id="134" creationId="{5AE8F03D-D723-4040-8FA2-9C2AEE06304E}"/>
          </ac:spMkLst>
        </pc:spChg>
        <pc:spChg chg="mod">
          <ac:chgData name="翟 锐" userId="fef11181f709266a" providerId="LiveId" clId="{47C3984C-A884-44FB-A44E-DB4C74737F95}" dt="2020-11-06T13:41:36.800" v="2474" actId="1076"/>
          <ac:spMkLst>
            <pc:docMk/>
            <pc:sldMk cId="3045118763" sldId="782"/>
            <ac:spMk id="135" creationId="{EAD46686-3D32-41C8-B98F-9F45854566B0}"/>
          </ac:spMkLst>
        </pc:spChg>
        <pc:spChg chg="mod">
          <ac:chgData name="翟 锐" userId="fef11181f709266a" providerId="LiveId" clId="{47C3984C-A884-44FB-A44E-DB4C74737F95}" dt="2020-11-06T13:41:36.800" v="2474" actId="1076"/>
          <ac:spMkLst>
            <pc:docMk/>
            <pc:sldMk cId="3045118763" sldId="782"/>
            <ac:spMk id="136" creationId="{728EF91B-AB27-4AB3-B3E2-E34E5D675C85}"/>
          </ac:spMkLst>
        </pc:spChg>
        <pc:spChg chg="mod">
          <ac:chgData name="翟 锐" userId="fef11181f709266a" providerId="LiveId" clId="{47C3984C-A884-44FB-A44E-DB4C74737F95}" dt="2020-11-06T13:41:36.800" v="2474" actId="1076"/>
          <ac:spMkLst>
            <pc:docMk/>
            <pc:sldMk cId="3045118763" sldId="782"/>
            <ac:spMk id="137" creationId="{7D80FDC6-88D4-4D22-9820-40278E6C8202}"/>
          </ac:spMkLst>
        </pc:spChg>
        <pc:spChg chg="mod">
          <ac:chgData name="翟 锐" userId="fef11181f709266a" providerId="LiveId" clId="{47C3984C-A884-44FB-A44E-DB4C74737F95}" dt="2020-11-06T13:41:36.800" v="2474" actId="1076"/>
          <ac:spMkLst>
            <pc:docMk/>
            <pc:sldMk cId="3045118763" sldId="782"/>
            <ac:spMk id="138" creationId="{B892920B-571A-4022-BB62-010BDB43DD29}"/>
          </ac:spMkLst>
        </pc:spChg>
        <pc:spChg chg="mod">
          <ac:chgData name="翟 锐" userId="fef11181f709266a" providerId="LiveId" clId="{47C3984C-A884-44FB-A44E-DB4C74737F95}" dt="2020-11-06T13:41:36.800" v="2474" actId="1076"/>
          <ac:spMkLst>
            <pc:docMk/>
            <pc:sldMk cId="3045118763" sldId="782"/>
            <ac:spMk id="139" creationId="{4FDD4C24-D02F-4E5F-BCC1-99E9683F4608}"/>
          </ac:spMkLst>
        </pc:spChg>
        <pc:spChg chg="mod">
          <ac:chgData name="翟 锐" userId="fef11181f709266a" providerId="LiveId" clId="{47C3984C-A884-44FB-A44E-DB4C74737F95}" dt="2020-11-06T13:41:36.800" v="2474" actId="1076"/>
          <ac:spMkLst>
            <pc:docMk/>
            <pc:sldMk cId="3045118763" sldId="782"/>
            <ac:spMk id="140" creationId="{D6C98715-78AF-46A7-94E9-939F5CBEE2F5}"/>
          </ac:spMkLst>
        </pc:spChg>
        <pc:spChg chg="mod">
          <ac:chgData name="翟 锐" userId="fef11181f709266a" providerId="LiveId" clId="{47C3984C-A884-44FB-A44E-DB4C74737F95}" dt="2020-11-06T13:41:36.800" v="2474" actId="1076"/>
          <ac:spMkLst>
            <pc:docMk/>
            <pc:sldMk cId="3045118763" sldId="782"/>
            <ac:spMk id="141" creationId="{66BBB504-A106-4E58-8CF0-AEA8AAB0C4C8}"/>
          </ac:spMkLst>
        </pc:spChg>
        <pc:spChg chg="mod">
          <ac:chgData name="翟 锐" userId="fef11181f709266a" providerId="LiveId" clId="{47C3984C-A884-44FB-A44E-DB4C74737F95}" dt="2020-11-06T13:41:36.800" v="2474" actId="1076"/>
          <ac:spMkLst>
            <pc:docMk/>
            <pc:sldMk cId="3045118763" sldId="782"/>
            <ac:spMk id="142" creationId="{8971B306-246A-4494-B772-BD8F9A1321C0}"/>
          </ac:spMkLst>
        </pc:spChg>
        <pc:spChg chg="mod">
          <ac:chgData name="翟 锐" userId="fef11181f709266a" providerId="LiveId" clId="{47C3984C-A884-44FB-A44E-DB4C74737F95}" dt="2020-11-06T13:41:36.800" v="2474" actId="1076"/>
          <ac:spMkLst>
            <pc:docMk/>
            <pc:sldMk cId="3045118763" sldId="782"/>
            <ac:spMk id="143" creationId="{FA3E4FE5-56F9-4CC2-A231-352D86F3A880}"/>
          </ac:spMkLst>
        </pc:spChg>
        <pc:spChg chg="mod">
          <ac:chgData name="翟 锐" userId="fef11181f709266a" providerId="LiveId" clId="{47C3984C-A884-44FB-A44E-DB4C74737F95}" dt="2020-11-06T13:41:36.800" v="2474" actId="1076"/>
          <ac:spMkLst>
            <pc:docMk/>
            <pc:sldMk cId="3045118763" sldId="782"/>
            <ac:spMk id="144" creationId="{AD5AC1E2-7AE2-4689-9914-72934E9A17B0}"/>
          </ac:spMkLst>
        </pc:spChg>
        <pc:spChg chg="mod">
          <ac:chgData name="翟 锐" userId="fef11181f709266a" providerId="LiveId" clId="{47C3984C-A884-44FB-A44E-DB4C74737F95}" dt="2020-11-06T13:41:36.800" v="2474" actId="1076"/>
          <ac:spMkLst>
            <pc:docMk/>
            <pc:sldMk cId="3045118763" sldId="782"/>
            <ac:spMk id="145" creationId="{F431B922-B2D5-4541-964D-F0929943EA31}"/>
          </ac:spMkLst>
        </pc:spChg>
        <pc:spChg chg="mod">
          <ac:chgData name="翟 锐" userId="fef11181f709266a" providerId="LiveId" clId="{47C3984C-A884-44FB-A44E-DB4C74737F95}" dt="2020-11-06T13:41:36.800" v="2474" actId="1076"/>
          <ac:spMkLst>
            <pc:docMk/>
            <pc:sldMk cId="3045118763" sldId="782"/>
            <ac:spMk id="146" creationId="{746F6E2A-F94C-43ED-BA19-A25D71A16326}"/>
          </ac:spMkLst>
        </pc:spChg>
        <pc:spChg chg="mod">
          <ac:chgData name="翟 锐" userId="fef11181f709266a" providerId="LiveId" clId="{47C3984C-A884-44FB-A44E-DB4C74737F95}" dt="2020-11-06T13:41:36.800" v="2474" actId="1076"/>
          <ac:spMkLst>
            <pc:docMk/>
            <pc:sldMk cId="3045118763" sldId="782"/>
            <ac:spMk id="147" creationId="{91B6DC12-3F20-45BF-A705-BBE1F3B14F68}"/>
          </ac:spMkLst>
        </pc:spChg>
        <pc:spChg chg="mod">
          <ac:chgData name="翟 锐" userId="fef11181f709266a" providerId="LiveId" clId="{47C3984C-A884-44FB-A44E-DB4C74737F95}" dt="2020-11-06T13:41:36.800" v="2474" actId="1076"/>
          <ac:spMkLst>
            <pc:docMk/>
            <pc:sldMk cId="3045118763" sldId="782"/>
            <ac:spMk id="148" creationId="{4F3DEBB1-E901-4300-AABC-B10719B52D52}"/>
          </ac:spMkLst>
        </pc:spChg>
        <pc:spChg chg="mod">
          <ac:chgData name="翟 锐" userId="fef11181f709266a" providerId="LiveId" clId="{47C3984C-A884-44FB-A44E-DB4C74737F95}" dt="2020-11-06T13:41:36.800" v="2474" actId="1076"/>
          <ac:spMkLst>
            <pc:docMk/>
            <pc:sldMk cId="3045118763" sldId="782"/>
            <ac:spMk id="149" creationId="{24CCB1E6-7061-43C1-914D-67B28549C6A6}"/>
          </ac:spMkLst>
        </pc:spChg>
        <pc:spChg chg="mod">
          <ac:chgData name="翟 锐" userId="fef11181f709266a" providerId="LiveId" clId="{47C3984C-A884-44FB-A44E-DB4C74737F95}" dt="2020-11-06T13:41:36.800" v="2474" actId="1076"/>
          <ac:spMkLst>
            <pc:docMk/>
            <pc:sldMk cId="3045118763" sldId="782"/>
            <ac:spMk id="150" creationId="{2C13ACDF-A255-42EF-94E5-A88FBDBAD56C}"/>
          </ac:spMkLst>
        </pc:spChg>
        <pc:spChg chg="mod">
          <ac:chgData name="翟 锐" userId="fef11181f709266a" providerId="LiveId" clId="{47C3984C-A884-44FB-A44E-DB4C74737F95}" dt="2020-11-06T13:41:36.800" v="2474" actId="1076"/>
          <ac:spMkLst>
            <pc:docMk/>
            <pc:sldMk cId="3045118763" sldId="782"/>
            <ac:spMk id="151" creationId="{D988B036-17CA-4D3F-A13E-0CA0B5994D79}"/>
          </ac:spMkLst>
        </pc:spChg>
        <pc:spChg chg="mod">
          <ac:chgData name="翟 锐" userId="fef11181f709266a" providerId="LiveId" clId="{47C3984C-A884-44FB-A44E-DB4C74737F95}" dt="2020-11-06T13:41:36.800" v="2474" actId="1076"/>
          <ac:spMkLst>
            <pc:docMk/>
            <pc:sldMk cId="3045118763" sldId="782"/>
            <ac:spMk id="152" creationId="{B94077D0-5F10-474E-A14D-BAB8DEA56939}"/>
          </ac:spMkLst>
        </pc:spChg>
        <pc:spChg chg="mod">
          <ac:chgData name="翟 锐" userId="fef11181f709266a" providerId="LiveId" clId="{47C3984C-A884-44FB-A44E-DB4C74737F95}" dt="2020-11-06T13:41:36.800" v="2474" actId="1076"/>
          <ac:spMkLst>
            <pc:docMk/>
            <pc:sldMk cId="3045118763" sldId="782"/>
            <ac:spMk id="153" creationId="{832DB1B5-F183-4A53-98A7-BFDAF6DE3070}"/>
          </ac:spMkLst>
        </pc:spChg>
        <pc:spChg chg="mod">
          <ac:chgData name="翟 锐" userId="fef11181f709266a" providerId="LiveId" clId="{47C3984C-A884-44FB-A44E-DB4C74737F95}" dt="2020-11-06T13:41:36.800" v="2474" actId="1076"/>
          <ac:spMkLst>
            <pc:docMk/>
            <pc:sldMk cId="3045118763" sldId="782"/>
            <ac:spMk id="154" creationId="{22407B34-B8E6-4C1D-9131-2C835F306067}"/>
          </ac:spMkLst>
        </pc:spChg>
        <pc:spChg chg="mod">
          <ac:chgData name="翟 锐" userId="fef11181f709266a" providerId="LiveId" clId="{47C3984C-A884-44FB-A44E-DB4C74737F95}" dt="2020-11-06T13:41:36.800" v="2474" actId="1076"/>
          <ac:spMkLst>
            <pc:docMk/>
            <pc:sldMk cId="3045118763" sldId="782"/>
            <ac:spMk id="155" creationId="{FB5BCE5B-B25D-463B-82DE-C2AA571F787B}"/>
          </ac:spMkLst>
        </pc:spChg>
        <pc:spChg chg="mod">
          <ac:chgData name="翟 锐" userId="fef11181f709266a" providerId="LiveId" clId="{47C3984C-A884-44FB-A44E-DB4C74737F95}" dt="2020-11-06T13:41:36.800" v="2474" actId="1076"/>
          <ac:spMkLst>
            <pc:docMk/>
            <pc:sldMk cId="3045118763" sldId="782"/>
            <ac:spMk id="156" creationId="{BB852FC3-E3C2-4BAF-9393-864643CDECEA}"/>
          </ac:spMkLst>
        </pc:spChg>
        <pc:spChg chg="mod">
          <ac:chgData name="翟 锐" userId="fef11181f709266a" providerId="LiveId" clId="{47C3984C-A884-44FB-A44E-DB4C74737F95}" dt="2020-11-06T13:41:36.800" v="2474" actId="1076"/>
          <ac:spMkLst>
            <pc:docMk/>
            <pc:sldMk cId="3045118763" sldId="782"/>
            <ac:spMk id="157" creationId="{43CCEC19-6E55-42F3-AF4E-2992ED8AAE39}"/>
          </ac:spMkLst>
        </pc:spChg>
        <pc:spChg chg="mod">
          <ac:chgData name="翟 锐" userId="fef11181f709266a" providerId="LiveId" clId="{47C3984C-A884-44FB-A44E-DB4C74737F95}" dt="2020-11-06T13:41:36.800" v="2474" actId="1076"/>
          <ac:spMkLst>
            <pc:docMk/>
            <pc:sldMk cId="3045118763" sldId="782"/>
            <ac:spMk id="158" creationId="{CBEAA81D-2DBC-46D8-9186-132B4BC1C53F}"/>
          </ac:spMkLst>
        </pc:spChg>
        <pc:spChg chg="mod">
          <ac:chgData name="翟 锐" userId="fef11181f709266a" providerId="LiveId" clId="{47C3984C-A884-44FB-A44E-DB4C74737F95}" dt="2020-11-06T13:41:36.800" v="2474" actId="1076"/>
          <ac:spMkLst>
            <pc:docMk/>
            <pc:sldMk cId="3045118763" sldId="782"/>
            <ac:spMk id="159" creationId="{5AE2215A-972F-46E1-AD1C-1E0BE9447EC6}"/>
          </ac:spMkLst>
        </pc:spChg>
        <pc:spChg chg="mod">
          <ac:chgData name="翟 锐" userId="fef11181f709266a" providerId="LiveId" clId="{47C3984C-A884-44FB-A44E-DB4C74737F95}" dt="2020-11-06T13:41:36.800" v="2474" actId="1076"/>
          <ac:spMkLst>
            <pc:docMk/>
            <pc:sldMk cId="3045118763" sldId="782"/>
            <ac:spMk id="160" creationId="{04F4D1B8-14C2-40FC-BB7D-291A2427C524}"/>
          </ac:spMkLst>
        </pc:spChg>
        <pc:spChg chg="mod">
          <ac:chgData name="翟 锐" userId="fef11181f709266a" providerId="LiveId" clId="{47C3984C-A884-44FB-A44E-DB4C74737F95}" dt="2020-11-06T13:41:36.800" v="2474" actId="1076"/>
          <ac:spMkLst>
            <pc:docMk/>
            <pc:sldMk cId="3045118763" sldId="782"/>
            <ac:spMk id="161" creationId="{41E1E4B0-AEF5-42B0-8DC9-B91E80597105}"/>
          </ac:spMkLst>
        </pc:spChg>
        <pc:spChg chg="mod">
          <ac:chgData name="翟 锐" userId="fef11181f709266a" providerId="LiveId" clId="{47C3984C-A884-44FB-A44E-DB4C74737F95}" dt="2020-11-06T13:41:36.800" v="2474" actId="1076"/>
          <ac:spMkLst>
            <pc:docMk/>
            <pc:sldMk cId="3045118763" sldId="782"/>
            <ac:spMk id="162" creationId="{120EE492-8971-425B-9BD4-4FAFD3138129}"/>
          </ac:spMkLst>
        </pc:spChg>
        <pc:spChg chg="mod">
          <ac:chgData name="翟 锐" userId="fef11181f709266a" providerId="LiveId" clId="{47C3984C-A884-44FB-A44E-DB4C74737F95}" dt="2020-11-06T13:41:36.800" v="2474" actId="1076"/>
          <ac:spMkLst>
            <pc:docMk/>
            <pc:sldMk cId="3045118763" sldId="782"/>
            <ac:spMk id="163" creationId="{694B519F-64D5-4567-959E-4BF5B2827EF3}"/>
          </ac:spMkLst>
        </pc:spChg>
        <pc:spChg chg="mod">
          <ac:chgData name="翟 锐" userId="fef11181f709266a" providerId="LiveId" clId="{47C3984C-A884-44FB-A44E-DB4C74737F95}" dt="2020-11-06T13:41:36.800" v="2474" actId="1076"/>
          <ac:spMkLst>
            <pc:docMk/>
            <pc:sldMk cId="3045118763" sldId="782"/>
            <ac:spMk id="164" creationId="{8DEDD2E7-5AE1-4866-842F-5DEB64B55918}"/>
          </ac:spMkLst>
        </pc:spChg>
        <pc:spChg chg="mod">
          <ac:chgData name="翟 锐" userId="fef11181f709266a" providerId="LiveId" clId="{47C3984C-A884-44FB-A44E-DB4C74737F95}" dt="2020-11-06T13:41:36.800" v="2474" actId="1076"/>
          <ac:spMkLst>
            <pc:docMk/>
            <pc:sldMk cId="3045118763" sldId="782"/>
            <ac:spMk id="165" creationId="{480C2759-67BD-4033-BC0D-4F7A09857B14}"/>
          </ac:spMkLst>
        </pc:spChg>
        <pc:spChg chg="mod">
          <ac:chgData name="翟 锐" userId="fef11181f709266a" providerId="LiveId" clId="{47C3984C-A884-44FB-A44E-DB4C74737F95}" dt="2020-11-06T13:41:36.800" v="2474" actId="1076"/>
          <ac:spMkLst>
            <pc:docMk/>
            <pc:sldMk cId="3045118763" sldId="782"/>
            <ac:spMk id="166" creationId="{B30F69B3-AB59-4636-A315-A99BFC094604}"/>
          </ac:spMkLst>
        </pc:spChg>
        <pc:spChg chg="mod">
          <ac:chgData name="翟 锐" userId="fef11181f709266a" providerId="LiveId" clId="{47C3984C-A884-44FB-A44E-DB4C74737F95}" dt="2020-11-06T13:41:36.800" v="2474" actId="1076"/>
          <ac:spMkLst>
            <pc:docMk/>
            <pc:sldMk cId="3045118763" sldId="782"/>
            <ac:spMk id="167" creationId="{EF036F95-76FB-4C6C-87D0-3F32962DAE75}"/>
          </ac:spMkLst>
        </pc:spChg>
        <pc:spChg chg="mod">
          <ac:chgData name="翟 锐" userId="fef11181f709266a" providerId="LiveId" clId="{47C3984C-A884-44FB-A44E-DB4C74737F95}" dt="2020-11-06T13:41:36.800" v="2474" actId="1076"/>
          <ac:spMkLst>
            <pc:docMk/>
            <pc:sldMk cId="3045118763" sldId="782"/>
            <ac:spMk id="168" creationId="{AFEAFC3D-159D-4AAA-A34C-A9A296DCC303}"/>
          </ac:spMkLst>
        </pc:spChg>
        <pc:spChg chg="mod">
          <ac:chgData name="翟 锐" userId="fef11181f709266a" providerId="LiveId" clId="{47C3984C-A884-44FB-A44E-DB4C74737F95}" dt="2020-11-06T13:41:36.800" v="2474" actId="1076"/>
          <ac:spMkLst>
            <pc:docMk/>
            <pc:sldMk cId="3045118763" sldId="782"/>
            <ac:spMk id="169" creationId="{994FD619-4981-45FD-88B8-E771350C4F3F}"/>
          </ac:spMkLst>
        </pc:spChg>
        <pc:spChg chg="mod">
          <ac:chgData name="翟 锐" userId="fef11181f709266a" providerId="LiveId" clId="{47C3984C-A884-44FB-A44E-DB4C74737F95}" dt="2020-11-06T13:41:36.800" v="2474" actId="1076"/>
          <ac:spMkLst>
            <pc:docMk/>
            <pc:sldMk cId="3045118763" sldId="782"/>
            <ac:spMk id="170" creationId="{15CB3C88-1C82-49B8-B3B7-31D8326527C5}"/>
          </ac:spMkLst>
        </pc:spChg>
        <pc:spChg chg="mod">
          <ac:chgData name="翟 锐" userId="fef11181f709266a" providerId="LiveId" clId="{47C3984C-A884-44FB-A44E-DB4C74737F95}" dt="2020-11-06T13:41:36.800" v="2474" actId="1076"/>
          <ac:spMkLst>
            <pc:docMk/>
            <pc:sldMk cId="3045118763" sldId="782"/>
            <ac:spMk id="171" creationId="{93BEB565-B9B2-434A-A8CD-4F6895EAC22C}"/>
          </ac:spMkLst>
        </pc:spChg>
        <pc:spChg chg="mod">
          <ac:chgData name="翟 锐" userId="fef11181f709266a" providerId="LiveId" clId="{47C3984C-A884-44FB-A44E-DB4C74737F95}" dt="2020-11-06T13:41:36.800" v="2474" actId="1076"/>
          <ac:spMkLst>
            <pc:docMk/>
            <pc:sldMk cId="3045118763" sldId="782"/>
            <ac:spMk id="172" creationId="{1480A48A-1F7A-40A8-89A9-B3F439BFE482}"/>
          </ac:spMkLst>
        </pc:spChg>
        <pc:spChg chg="mod">
          <ac:chgData name="翟 锐" userId="fef11181f709266a" providerId="LiveId" clId="{47C3984C-A884-44FB-A44E-DB4C74737F95}" dt="2020-11-06T13:41:36.800" v="2474" actId="1076"/>
          <ac:spMkLst>
            <pc:docMk/>
            <pc:sldMk cId="3045118763" sldId="782"/>
            <ac:spMk id="173" creationId="{C289F392-A999-4F36-AA7B-24D1FA234E4F}"/>
          </ac:spMkLst>
        </pc:spChg>
        <pc:spChg chg="mod">
          <ac:chgData name="翟 锐" userId="fef11181f709266a" providerId="LiveId" clId="{47C3984C-A884-44FB-A44E-DB4C74737F95}" dt="2020-11-06T13:41:36.800" v="2474" actId="1076"/>
          <ac:spMkLst>
            <pc:docMk/>
            <pc:sldMk cId="3045118763" sldId="782"/>
            <ac:spMk id="174" creationId="{74409AC8-4E6D-4F41-9899-10071358D417}"/>
          </ac:spMkLst>
        </pc:spChg>
        <pc:spChg chg="mod">
          <ac:chgData name="翟 锐" userId="fef11181f709266a" providerId="LiveId" clId="{47C3984C-A884-44FB-A44E-DB4C74737F95}" dt="2020-11-06T13:41:36.800" v="2474" actId="1076"/>
          <ac:spMkLst>
            <pc:docMk/>
            <pc:sldMk cId="3045118763" sldId="782"/>
            <ac:spMk id="175" creationId="{A5AB7405-9CAC-4213-96A1-279336E02F17}"/>
          </ac:spMkLst>
        </pc:spChg>
        <pc:spChg chg="mod">
          <ac:chgData name="翟 锐" userId="fef11181f709266a" providerId="LiveId" clId="{47C3984C-A884-44FB-A44E-DB4C74737F95}" dt="2020-11-06T13:41:36.800" v="2474" actId="1076"/>
          <ac:spMkLst>
            <pc:docMk/>
            <pc:sldMk cId="3045118763" sldId="782"/>
            <ac:spMk id="176" creationId="{6A9255B7-BA86-4F29-ACC7-AFCD5CB37A3F}"/>
          </ac:spMkLst>
        </pc:spChg>
        <pc:spChg chg="mod">
          <ac:chgData name="翟 锐" userId="fef11181f709266a" providerId="LiveId" clId="{47C3984C-A884-44FB-A44E-DB4C74737F95}" dt="2020-11-06T13:41:36.800" v="2474" actId="1076"/>
          <ac:spMkLst>
            <pc:docMk/>
            <pc:sldMk cId="3045118763" sldId="782"/>
            <ac:spMk id="177" creationId="{D217E252-833A-4DBE-B5DD-B8C1BFF776BC}"/>
          </ac:spMkLst>
        </pc:spChg>
        <pc:spChg chg="mod">
          <ac:chgData name="翟 锐" userId="fef11181f709266a" providerId="LiveId" clId="{47C3984C-A884-44FB-A44E-DB4C74737F95}" dt="2020-11-06T13:41:36.800" v="2474" actId="1076"/>
          <ac:spMkLst>
            <pc:docMk/>
            <pc:sldMk cId="3045118763" sldId="782"/>
            <ac:spMk id="178" creationId="{A1F5002D-E88B-47C3-941B-7ECADC42E6D1}"/>
          </ac:spMkLst>
        </pc:spChg>
        <pc:spChg chg="mod">
          <ac:chgData name="翟 锐" userId="fef11181f709266a" providerId="LiveId" clId="{47C3984C-A884-44FB-A44E-DB4C74737F95}" dt="2020-11-06T13:41:36.800" v="2474" actId="1076"/>
          <ac:spMkLst>
            <pc:docMk/>
            <pc:sldMk cId="3045118763" sldId="782"/>
            <ac:spMk id="179" creationId="{F5FCA097-BD1F-48D8-AA36-EF04CDF87DE2}"/>
          </ac:spMkLst>
        </pc:spChg>
        <pc:spChg chg="mod">
          <ac:chgData name="翟 锐" userId="fef11181f709266a" providerId="LiveId" clId="{47C3984C-A884-44FB-A44E-DB4C74737F95}" dt="2020-11-06T13:41:36.800" v="2474" actId="1076"/>
          <ac:spMkLst>
            <pc:docMk/>
            <pc:sldMk cId="3045118763" sldId="782"/>
            <ac:spMk id="180" creationId="{1DF5E747-11CD-43EB-8A27-11FA493ABAE2}"/>
          </ac:spMkLst>
        </pc:spChg>
        <pc:spChg chg="mod">
          <ac:chgData name="翟 锐" userId="fef11181f709266a" providerId="LiveId" clId="{47C3984C-A884-44FB-A44E-DB4C74737F95}" dt="2020-11-06T13:41:36.800" v="2474" actId="1076"/>
          <ac:spMkLst>
            <pc:docMk/>
            <pc:sldMk cId="3045118763" sldId="782"/>
            <ac:spMk id="181" creationId="{8A0BBCF4-6134-4025-A653-ADCB630BC891}"/>
          </ac:spMkLst>
        </pc:spChg>
        <pc:spChg chg="mod">
          <ac:chgData name="翟 锐" userId="fef11181f709266a" providerId="LiveId" clId="{47C3984C-A884-44FB-A44E-DB4C74737F95}" dt="2020-11-06T13:41:36.800" v="2474" actId="1076"/>
          <ac:spMkLst>
            <pc:docMk/>
            <pc:sldMk cId="3045118763" sldId="782"/>
            <ac:spMk id="182" creationId="{0019BB8B-4032-4221-940C-8A959E9F2213}"/>
          </ac:spMkLst>
        </pc:spChg>
        <pc:spChg chg="mod">
          <ac:chgData name="翟 锐" userId="fef11181f709266a" providerId="LiveId" clId="{47C3984C-A884-44FB-A44E-DB4C74737F95}" dt="2020-11-06T13:41:36.800" v="2474" actId="1076"/>
          <ac:spMkLst>
            <pc:docMk/>
            <pc:sldMk cId="3045118763" sldId="782"/>
            <ac:spMk id="183" creationId="{ECD39A8F-3358-43BB-AF2E-33CA850427CB}"/>
          </ac:spMkLst>
        </pc:spChg>
        <pc:spChg chg="mod">
          <ac:chgData name="翟 锐" userId="fef11181f709266a" providerId="LiveId" clId="{47C3984C-A884-44FB-A44E-DB4C74737F95}" dt="2020-11-06T13:41:36.800" v="2474" actId="1076"/>
          <ac:spMkLst>
            <pc:docMk/>
            <pc:sldMk cId="3045118763" sldId="782"/>
            <ac:spMk id="184" creationId="{0745D63C-86C2-4513-9512-5E83B62DD8A0}"/>
          </ac:spMkLst>
        </pc:spChg>
        <pc:spChg chg="mod">
          <ac:chgData name="翟 锐" userId="fef11181f709266a" providerId="LiveId" clId="{47C3984C-A884-44FB-A44E-DB4C74737F95}" dt="2020-11-06T13:41:36.800" v="2474" actId="1076"/>
          <ac:spMkLst>
            <pc:docMk/>
            <pc:sldMk cId="3045118763" sldId="782"/>
            <ac:spMk id="185" creationId="{EF4A77EC-0D85-471B-BE14-51E85BB50CA6}"/>
          </ac:spMkLst>
        </pc:spChg>
        <pc:spChg chg="mod">
          <ac:chgData name="翟 锐" userId="fef11181f709266a" providerId="LiveId" clId="{47C3984C-A884-44FB-A44E-DB4C74737F95}" dt="2020-11-06T13:41:36.800" v="2474" actId="1076"/>
          <ac:spMkLst>
            <pc:docMk/>
            <pc:sldMk cId="3045118763" sldId="782"/>
            <ac:spMk id="186" creationId="{A90A699C-0B01-4E7A-95B9-2BF54B1A3EE9}"/>
          </ac:spMkLst>
        </pc:spChg>
        <pc:spChg chg="mod">
          <ac:chgData name="翟 锐" userId="fef11181f709266a" providerId="LiveId" clId="{47C3984C-A884-44FB-A44E-DB4C74737F95}" dt="2020-11-06T13:41:36.800" v="2474" actId="1076"/>
          <ac:spMkLst>
            <pc:docMk/>
            <pc:sldMk cId="3045118763" sldId="782"/>
            <ac:spMk id="187" creationId="{8DB4AA31-6556-4ECA-A782-4E9870ADC8E3}"/>
          </ac:spMkLst>
        </pc:spChg>
        <pc:spChg chg="mod">
          <ac:chgData name="翟 锐" userId="fef11181f709266a" providerId="LiveId" clId="{47C3984C-A884-44FB-A44E-DB4C74737F95}" dt="2020-11-06T13:41:36.800" v="2474" actId="1076"/>
          <ac:spMkLst>
            <pc:docMk/>
            <pc:sldMk cId="3045118763" sldId="782"/>
            <ac:spMk id="188" creationId="{F6BF4B6F-54DE-44F0-A9DE-191719E91382}"/>
          </ac:spMkLst>
        </pc:spChg>
        <pc:spChg chg="mod">
          <ac:chgData name="翟 锐" userId="fef11181f709266a" providerId="LiveId" clId="{47C3984C-A884-44FB-A44E-DB4C74737F95}" dt="2020-11-06T13:41:36.800" v="2474" actId="1076"/>
          <ac:spMkLst>
            <pc:docMk/>
            <pc:sldMk cId="3045118763" sldId="782"/>
            <ac:spMk id="189" creationId="{77740C59-4859-447A-AD26-E24BCD274C6E}"/>
          </ac:spMkLst>
        </pc:spChg>
        <pc:spChg chg="mod">
          <ac:chgData name="翟 锐" userId="fef11181f709266a" providerId="LiveId" clId="{47C3984C-A884-44FB-A44E-DB4C74737F95}" dt="2020-11-06T13:41:36.800" v="2474" actId="1076"/>
          <ac:spMkLst>
            <pc:docMk/>
            <pc:sldMk cId="3045118763" sldId="782"/>
            <ac:spMk id="190" creationId="{785EEBF0-CFF6-4D47-94AA-9243F4665F7E}"/>
          </ac:spMkLst>
        </pc:spChg>
        <pc:spChg chg="mod">
          <ac:chgData name="翟 锐" userId="fef11181f709266a" providerId="LiveId" clId="{47C3984C-A884-44FB-A44E-DB4C74737F95}" dt="2020-11-06T13:41:36.800" v="2474" actId="1076"/>
          <ac:spMkLst>
            <pc:docMk/>
            <pc:sldMk cId="3045118763" sldId="782"/>
            <ac:spMk id="191" creationId="{5FA41721-D64D-49E5-BC25-50FB06E27D71}"/>
          </ac:spMkLst>
        </pc:spChg>
        <pc:spChg chg="mod">
          <ac:chgData name="翟 锐" userId="fef11181f709266a" providerId="LiveId" clId="{47C3984C-A884-44FB-A44E-DB4C74737F95}" dt="2020-11-06T13:41:36.800" v="2474" actId="1076"/>
          <ac:spMkLst>
            <pc:docMk/>
            <pc:sldMk cId="3045118763" sldId="782"/>
            <ac:spMk id="192" creationId="{EEF1C53A-9695-4795-AA0D-7740CB2EEFF6}"/>
          </ac:spMkLst>
        </pc:spChg>
        <pc:spChg chg="mod">
          <ac:chgData name="翟 锐" userId="fef11181f709266a" providerId="LiveId" clId="{47C3984C-A884-44FB-A44E-DB4C74737F95}" dt="2020-11-06T13:41:36.800" v="2474" actId="1076"/>
          <ac:spMkLst>
            <pc:docMk/>
            <pc:sldMk cId="3045118763" sldId="782"/>
            <ac:spMk id="193" creationId="{0CB54E93-5AA0-4B77-9D65-8D18C2377E90}"/>
          </ac:spMkLst>
        </pc:spChg>
        <pc:spChg chg="mod">
          <ac:chgData name="翟 锐" userId="fef11181f709266a" providerId="LiveId" clId="{47C3984C-A884-44FB-A44E-DB4C74737F95}" dt="2020-11-06T13:41:36.800" v="2474" actId="1076"/>
          <ac:spMkLst>
            <pc:docMk/>
            <pc:sldMk cId="3045118763" sldId="782"/>
            <ac:spMk id="194" creationId="{B73DDD5A-B279-4C6B-B893-D508E4295AD2}"/>
          </ac:spMkLst>
        </pc:spChg>
        <pc:spChg chg="mod">
          <ac:chgData name="翟 锐" userId="fef11181f709266a" providerId="LiveId" clId="{47C3984C-A884-44FB-A44E-DB4C74737F95}" dt="2020-11-06T13:41:36.800" v="2474" actId="1076"/>
          <ac:spMkLst>
            <pc:docMk/>
            <pc:sldMk cId="3045118763" sldId="782"/>
            <ac:spMk id="195" creationId="{CE2837B5-306F-4ED1-B65D-B7875D19A461}"/>
          </ac:spMkLst>
        </pc:spChg>
        <pc:spChg chg="mod">
          <ac:chgData name="翟 锐" userId="fef11181f709266a" providerId="LiveId" clId="{47C3984C-A884-44FB-A44E-DB4C74737F95}" dt="2020-11-06T13:41:36.800" v="2474" actId="1076"/>
          <ac:spMkLst>
            <pc:docMk/>
            <pc:sldMk cId="3045118763" sldId="782"/>
            <ac:spMk id="196" creationId="{DC9E350C-EBE4-4970-B983-B648F56BFB5A}"/>
          </ac:spMkLst>
        </pc:spChg>
        <pc:spChg chg="mod">
          <ac:chgData name="翟 锐" userId="fef11181f709266a" providerId="LiveId" clId="{47C3984C-A884-44FB-A44E-DB4C74737F95}" dt="2020-11-06T13:41:36.800" v="2474" actId="1076"/>
          <ac:spMkLst>
            <pc:docMk/>
            <pc:sldMk cId="3045118763" sldId="782"/>
            <ac:spMk id="197" creationId="{C1AF3299-820F-4411-AB4D-04C0E362BE4F}"/>
          </ac:spMkLst>
        </pc:spChg>
        <pc:spChg chg="mod">
          <ac:chgData name="翟 锐" userId="fef11181f709266a" providerId="LiveId" clId="{47C3984C-A884-44FB-A44E-DB4C74737F95}" dt="2020-11-06T13:41:36.800" v="2474" actId="1076"/>
          <ac:spMkLst>
            <pc:docMk/>
            <pc:sldMk cId="3045118763" sldId="782"/>
            <ac:spMk id="198" creationId="{2E06CB3A-1804-4E28-A6D4-02EB4F161249}"/>
          </ac:spMkLst>
        </pc:spChg>
        <pc:spChg chg="mod">
          <ac:chgData name="翟 锐" userId="fef11181f709266a" providerId="LiveId" clId="{47C3984C-A884-44FB-A44E-DB4C74737F95}" dt="2020-11-06T13:41:36.800" v="2474" actId="1076"/>
          <ac:spMkLst>
            <pc:docMk/>
            <pc:sldMk cId="3045118763" sldId="782"/>
            <ac:spMk id="199" creationId="{B772EFA4-E345-4914-B90A-768B829D1490}"/>
          </ac:spMkLst>
        </pc:spChg>
        <pc:spChg chg="mod">
          <ac:chgData name="翟 锐" userId="fef11181f709266a" providerId="LiveId" clId="{47C3984C-A884-44FB-A44E-DB4C74737F95}" dt="2020-11-06T13:41:36.800" v="2474" actId="1076"/>
          <ac:spMkLst>
            <pc:docMk/>
            <pc:sldMk cId="3045118763" sldId="782"/>
            <ac:spMk id="200" creationId="{215A9F27-2473-42D9-A7D7-B3F61846C2D2}"/>
          </ac:spMkLst>
        </pc:spChg>
        <pc:spChg chg="mod">
          <ac:chgData name="翟 锐" userId="fef11181f709266a" providerId="LiveId" clId="{47C3984C-A884-44FB-A44E-DB4C74737F95}" dt="2020-11-06T13:41:36.800" v="2474" actId="1076"/>
          <ac:spMkLst>
            <pc:docMk/>
            <pc:sldMk cId="3045118763" sldId="782"/>
            <ac:spMk id="201" creationId="{8C00A30B-DC31-49EA-8AE7-A8E7297676DB}"/>
          </ac:spMkLst>
        </pc:spChg>
        <pc:spChg chg="mod">
          <ac:chgData name="翟 锐" userId="fef11181f709266a" providerId="LiveId" clId="{47C3984C-A884-44FB-A44E-DB4C74737F95}" dt="2020-11-06T13:41:36.800" v="2474" actId="1076"/>
          <ac:spMkLst>
            <pc:docMk/>
            <pc:sldMk cId="3045118763" sldId="782"/>
            <ac:spMk id="202" creationId="{177D653D-3BE9-4DB9-A376-7604956F8F26}"/>
          </ac:spMkLst>
        </pc:spChg>
        <pc:spChg chg="mod">
          <ac:chgData name="翟 锐" userId="fef11181f709266a" providerId="LiveId" clId="{47C3984C-A884-44FB-A44E-DB4C74737F95}" dt="2020-11-06T13:41:36.800" v="2474" actId="1076"/>
          <ac:spMkLst>
            <pc:docMk/>
            <pc:sldMk cId="3045118763" sldId="782"/>
            <ac:spMk id="203" creationId="{6AC94A26-AE1D-49B7-AE9F-DC9D358CE610}"/>
          </ac:spMkLst>
        </pc:spChg>
        <pc:spChg chg="mod">
          <ac:chgData name="翟 锐" userId="fef11181f709266a" providerId="LiveId" clId="{47C3984C-A884-44FB-A44E-DB4C74737F95}" dt="2020-11-06T13:41:36.800" v="2474" actId="1076"/>
          <ac:spMkLst>
            <pc:docMk/>
            <pc:sldMk cId="3045118763" sldId="782"/>
            <ac:spMk id="204" creationId="{4B40F5BD-4BAD-4462-865D-45F2A9423C1E}"/>
          </ac:spMkLst>
        </pc:spChg>
        <pc:spChg chg="mod">
          <ac:chgData name="翟 锐" userId="fef11181f709266a" providerId="LiveId" clId="{47C3984C-A884-44FB-A44E-DB4C74737F95}" dt="2020-11-06T13:41:36.800" v="2474" actId="1076"/>
          <ac:spMkLst>
            <pc:docMk/>
            <pc:sldMk cId="3045118763" sldId="782"/>
            <ac:spMk id="205" creationId="{475C4F11-6307-466C-BA20-3DD009AB783F}"/>
          </ac:spMkLst>
        </pc:spChg>
        <pc:spChg chg="mod">
          <ac:chgData name="翟 锐" userId="fef11181f709266a" providerId="LiveId" clId="{47C3984C-A884-44FB-A44E-DB4C74737F95}" dt="2020-11-06T13:41:36.800" v="2474" actId="1076"/>
          <ac:spMkLst>
            <pc:docMk/>
            <pc:sldMk cId="3045118763" sldId="782"/>
            <ac:spMk id="206" creationId="{6FFF0BAD-70EE-430D-9F95-846F08BBA6D8}"/>
          </ac:spMkLst>
        </pc:spChg>
        <pc:spChg chg="mod">
          <ac:chgData name="翟 锐" userId="fef11181f709266a" providerId="LiveId" clId="{47C3984C-A884-44FB-A44E-DB4C74737F95}" dt="2020-11-06T13:41:36.800" v="2474" actId="1076"/>
          <ac:spMkLst>
            <pc:docMk/>
            <pc:sldMk cId="3045118763" sldId="782"/>
            <ac:spMk id="207" creationId="{6B555C14-4D6E-4CA3-90B3-5F72F4BFEFF2}"/>
          </ac:spMkLst>
        </pc:spChg>
        <pc:spChg chg="mod">
          <ac:chgData name="翟 锐" userId="fef11181f709266a" providerId="LiveId" clId="{47C3984C-A884-44FB-A44E-DB4C74737F95}" dt="2020-11-06T13:41:36.800" v="2474" actId="1076"/>
          <ac:spMkLst>
            <pc:docMk/>
            <pc:sldMk cId="3045118763" sldId="782"/>
            <ac:spMk id="208" creationId="{37F29E91-C923-4CC6-829D-4BC925A3CBB6}"/>
          </ac:spMkLst>
        </pc:spChg>
        <pc:spChg chg="mod">
          <ac:chgData name="翟 锐" userId="fef11181f709266a" providerId="LiveId" clId="{47C3984C-A884-44FB-A44E-DB4C74737F95}" dt="2020-11-06T13:41:36.800" v="2474" actId="1076"/>
          <ac:spMkLst>
            <pc:docMk/>
            <pc:sldMk cId="3045118763" sldId="782"/>
            <ac:spMk id="209" creationId="{E7A96317-7A4B-497F-8B5D-04743509C11F}"/>
          </ac:spMkLst>
        </pc:spChg>
        <pc:spChg chg="mod">
          <ac:chgData name="翟 锐" userId="fef11181f709266a" providerId="LiveId" clId="{47C3984C-A884-44FB-A44E-DB4C74737F95}" dt="2020-11-06T13:41:36.800" v="2474" actId="1076"/>
          <ac:spMkLst>
            <pc:docMk/>
            <pc:sldMk cId="3045118763" sldId="782"/>
            <ac:spMk id="210" creationId="{A5180EF5-56AD-4D31-B30E-70647AE5AC61}"/>
          </ac:spMkLst>
        </pc:spChg>
        <pc:spChg chg="mod">
          <ac:chgData name="翟 锐" userId="fef11181f709266a" providerId="LiveId" clId="{47C3984C-A884-44FB-A44E-DB4C74737F95}" dt="2020-11-06T13:41:36.800" v="2474" actId="1076"/>
          <ac:spMkLst>
            <pc:docMk/>
            <pc:sldMk cId="3045118763" sldId="782"/>
            <ac:spMk id="211" creationId="{AE3B1125-7D02-46D8-BC96-7D6B54C8AA8B}"/>
          </ac:spMkLst>
        </pc:spChg>
        <pc:spChg chg="mod">
          <ac:chgData name="翟 锐" userId="fef11181f709266a" providerId="LiveId" clId="{47C3984C-A884-44FB-A44E-DB4C74737F95}" dt="2020-11-06T13:41:36.800" v="2474" actId="1076"/>
          <ac:spMkLst>
            <pc:docMk/>
            <pc:sldMk cId="3045118763" sldId="782"/>
            <ac:spMk id="212" creationId="{2FF7F059-8523-47FD-B9F9-082793252657}"/>
          </ac:spMkLst>
        </pc:spChg>
        <pc:spChg chg="mod">
          <ac:chgData name="翟 锐" userId="fef11181f709266a" providerId="LiveId" clId="{47C3984C-A884-44FB-A44E-DB4C74737F95}" dt="2020-11-06T13:41:36.800" v="2474" actId="1076"/>
          <ac:spMkLst>
            <pc:docMk/>
            <pc:sldMk cId="3045118763" sldId="782"/>
            <ac:spMk id="213" creationId="{7D4E372E-18E3-49B2-8DF2-105B20AD1F41}"/>
          </ac:spMkLst>
        </pc:spChg>
        <pc:spChg chg="mod">
          <ac:chgData name="翟 锐" userId="fef11181f709266a" providerId="LiveId" clId="{47C3984C-A884-44FB-A44E-DB4C74737F95}" dt="2020-11-06T13:41:36.800" v="2474" actId="1076"/>
          <ac:spMkLst>
            <pc:docMk/>
            <pc:sldMk cId="3045118763" sldId="782"/>
            <ac:spMk id="214" creationId="{85024377-BCE7-4719-BD81-44B0F722FC30}"/>
          </ac:spMkLst>
        </pc:spChg>
        <pc:spChg chg="mod">
          <ac:chgData name="翟 锐" userId="fef11181f709266a" providerId="LiveId" clId="{47C3984C-A884-44FB-A44E-DB4C74737F95}" dt="2020-11-06T13:41:36.800" v="2474" actId="1076"/>
          <ac:spMkLst>
            <pc:docMk/>
            <pc:sldMk cId="3045118763" sldId="782"/>
            <ac:spMk id="215" creationId="{52E63594-466C-43CE-8487-F53D29EC4801}"/>
          </ac:spMkLst>
        </pc:spChg>
        <pc:spChg chg="mod">
          <ac:chgData name="翟 锐" userId="fef11181f709266a" providerId="LiveId" clId="{47C3984C-A884-44FB-A44E-DB4C74737F95}" dt="2020-11-06T13:41:36.800" v="2474" actId="1076"/>
          <ac:spMkLst>
            <pc:docMk/>
            <pc:sldMk cId="3045118763" sldId="782"/>
            <ac:spMk id="216" creationId="{B80105A4-A7D2-4406-9486-B02C562F3FB4}"/>
          </ac:spMkLst>
        </pc:spChg>
        <pc:spChg chg="mod">
          <ac:chgData name="翟 锐" userId="fef11181f709266a" providerId="LiveId" clId="{47C3984C-A884-44FB-A44E-DB4C74737F95}" dt="2020-11-06T13:41:36.800" v="2474" actId="1076"/>
          <ac:spMkLst>
            <pc:docMk/>
            <pc:sldMk cId="3045118763" sldId="782"/>
            <ac:spMk id="217" creationId="{AB09F7CD-02B8-4FC3-A158-70920E9A8E3C}"/>
          </ac:spMkLst>
        </pc:spChg>
        <pc:spChg chg="mod">
          <ac:chgData name="翟 锐" userId="fef11181f709266a" providerId="LiveId" clId="{47C3984C-A884-44FB-A44E-DB4C74737F95}" dt="2020-11-06T13:41:36.800" v="2474" actId="1076"/>
          <ac:spMkLst>
            <pc:docMk/>
            <pc:sldMk cId="3045118763" sldId="782"/>
            <ac:spMk id="218" creationId="{73D53D7C-0BBB-4997-8859-E279841E4120}"/>
          </ac:spMkLst>
        </pc:spChg>
        <pc:spChg chg="mod">
          <ac:chgData name="翟 锐" userId="fef11181f709266a" providerId="LiveId" clId="{47C3984C-A884-44FB-A44E-DB4C74737F95}" dt="2020-11-06T13:41:36.800" v="2474" actId="1076"/>
          <ac:spMkLst>
            <pc:docMk/>
            <pc:sldMk cId="3045118763" sldId="782"/>
            <ac:spMk id="219" creationId="{D5432599-0E44-40D4-9002-DF2B76CCC335}"/>
          </ac:spMkLst>
        </pc:spChg>
        <pc:spChg chg="mod">
          <ac:chgData name="翟 锐" userId="fef11181f709266a" providerId="LiveId" clId="{47C3984C-A884-44FB-A44E-DB4C74737F95}" dt="2020-11-06T13:41:36.800" v="2474" actId="1076"/>
          <ac:spMkLst>
            <pc:docMk/>
            <pc:sldMk cId="3045118763" sldId="782"/>
            <ac:spMk id="220" creationId="{9E10A021-BD61-4950-8BA5-3424CF2B1CC6}"/>
          </ac:spMkLst>
        </pc:spChg>
        <pc:spChg chg="mod">
          <ac:chgData name="翟 锐" userId="fef11181f709266a" providerId="LiveId" clId="{47C3984C-A884-44FB-A44E-DB4C74737F95}" dt="2020-11-06T13:41:36.800" v="2474" actId="1076"/>
          <ac:spMkLst>
            <pc:docMk/>
            <pc:sldMk cId="3045118763" sldId="782"/>
            <ac:spMk id="221" creationId="{8FF7C880-91CB-4FF7-BA8F-07E0C2C13043}"/>
          </ac:spMkLst>
        </pc:spChg>
        <pc:spChg chg="mod">
          <ac:chgData name="翟 锐" userId="fef11181f709266a" providerId="LiveId" clId="{47C3984C-A884-44FB-A44E-DB4C74737F95}" dt="2020-11-06T13:41:36.800" v="2474" actId="1076"/>
          <ac:spMkLst>
            <pc:docMk/>
            <pc:sldMk cId="3045118763" sldId="782"/>
            <ac:spMk id="222" creationId="{880ACDA0-EBBC-4EDF-83EB-B81B26F2C829}"/>
          </ac:spMkLst>
        </pc:spChg>
        <pc:spChg chg="mod">
          <ac:chgData name="翟 锐" userId="fef11181f709266a" providerId="LiveId" clId="{47C3984C-A884-44FB-A44E-DB4C74737F95}" dt="2020-11-06T13:41:36.800" v="2474" actId="1076"/>
          <ac:spMkLst>
            <pc:docMk/>
            <pc:sldMk cId="3045118763" sldId="782"/>
            <ac:spMk id="223" creationId="{2A6A9AC7-7681-4658-A0F8-0BEC4F386908}"/>
          </ac:spMkLst>
        </pc:spChg>
        <pc:spChg chg="mod">
          <ac:chgData name="翟 锐" userId="fef11181f709266a" providerId="LiveId" clId="{47C3984C-A884-44FB-A44E-DB4C74737F95}" dt="2020-11-06T13:41:36.800" v="2474" actId="1076"/>
          <ac:spMkLst>
            <pc:docMk/>
            <pc:sldMk cId="3045118763" sldId="782"/>
            <ac:spMk id="224" creationId="{3D798AF4-225C-4EB7-A61C-F8FEE75E28F3}"/>
          </ac:spMkLst>
        </pc:spChg>
        <pc:spChg chg="mod">
          <ac:chgData name="翟 锐" userId="fef11181f709266a" providerId="LiveId" clId="{47C3984C-A884-44FB-A44E-DB4C74737F95}" dt="2020-11-06T13:41:36.800" v="2474" actId="1076"/>
          <ac:spMkLst>
            <pc:docMk/>
            <pc:sldMk cId="3045118763" sldId="782"/>
            <ac:spMk id="225" creationId="{2D9B82A6-C8EA-4979-A6E2-7FE1B44973C8}"/>
          </ac:spMkLst>
        </pc:spChg>
        <pc:spChg chg="mod">
          <ac:chgData name="翟 锐" userId="fef11181f709266a" providerId="LiveId" clId="{47C3984C-A884-44FB-A44E-DB4C74737F95}" dt="2020-11-06T13:41:36.800" v="2474" actId="1076"/>
          <ac:spMkLst>
            <pc:docMk/>
            <pc:sldMk cId="3045118763" sldId="782"/>
            <ac:spMk id="226" creationId="{EE968510-75BB-4908-92E1-40169519F3B8}"/>
          </ac:spMkLst>
        </pc:spChg>
        <pc:spChg chg="mod">
          <ac:chgData name="翟 锐" userId="fef11181f709266a" providerId="LiveId" clId="{47C3984C-A884-44FB-A44E-DB4C74737F95}" dt="2020-11-06T13:41:36.800" v="2474" actId="1076"/>
          <ac:spMkLst>
            <pc:docMk/>
            <pc:sldMk cId="3045118763" sldId="782"/>
            <ac:spMk id="227" creationId="{A638A938-B181-4F20-8831-7AF732FD9FDA}"/>
          </ac:spMkLst>
        </pc:spChg>
        <pc:spChg chg="mod">
          <ac:chgData name="翟 锐" userId="fef11181f709266a" providerId="LiveId" clId="{47C3984C-A884-44FB-A44E-DB4C74737F95}" dt="2020-11-06T13:41:36.800" v="2474" actId="1076"/>
          <ac:spMkLst>
            <pc:docMk/>
            <pc:sldMk cId="3045118763" sldId="782"/>
            <ac:spMk id="228" creationId="{087D79EA-F83C-4A83-AADB-F9675CF50E49}"/>
          </ac:spMkLst>
        </pc:spChg>
        <pc:spChg chg="mod">
          <ac:chgData name="翟 锐" userId="fef11181f709266a" providerId="LiveId" clId="{47C3984C-A884-44FB-A44E-DB4C74737F95}" dt="2020-11-06T13:41:36.800" v="2474" actId="1076"/>
          <ac:spMkLst>
            <pc:docMk/>
            <pc:sldMk cId="3045118763" sldId="782"/>
            <ac:spMk id="229" creationId="{5C749F75-23B1-41DF-96AF-15C7BC256AE7}"/>
          </ac:spMkLst>
        </pc:spChg>
        <pc:spChg chg="mod">
          <ac:chgData name="翟 锐" userId="fef11181f709266a" providerId="LiveId" clId="{47C3984C-A884-44FB-A44E-DB4C74737F95}" dt="2020-11-06T13:41:36.800" v="2474" actId="1076"/>
          <ac:spMkLst>
            <pc:docMk/>
            <pc:sldMk cId="3045118763" sldId="782"/>
            <ac:spMk id="230" creationId="{E7FCFC91-F572-4864-8513-C60BE7869EFF}"/>
          </ac:spMkLst>
        </pc:spChg>
        <pc:spChg chg="mod">
          <ac:chgData name="翟 锐" userId="fef11181f709266a" providerId="LiveId" clId="{47C3984C-A884-44FB-A44E-DB4C74737F95}" dt="2020-11-06T13:41:36.800" v="2474" actId="1076"/>
          <ac:spMkLst>
            <pc:docMk/>
            <pc:sldMk cId="3045118763" sldId="782"/>
            <ac:spMk id="231" creationId="{1BD2377F-C61E-43B7-A0D6-D05099476263}"/>
          </ac:spMkLst>
        </pc:spChg>
        <pc:spChg chg="mod">
          <ac:chgData name="翟 锐" userId="fef11181f709266a" providerId="LiveId" clId="{47C3984C-A884-44FB-A44E-DB4C74737F95}" dt="2020-11-06T13:41:36.800" v="2474" actId="1076"/>
          <ac:spMkLst>
            <pc:docMk/>
            <pc:sldMk cId="3045118763" sldId="782"/>
            <ac:spMk id="232" creationId="{99BB81CC-B926-45D1-A681-DE0EABADB2D3}"/>
          </ac:spMkLst>
        </pc:spChg>
        <pc:spChg chg="mod">
          <ac:chgData name="翟 锐" userId="fef11181f709266a" providerId="LiveId" clId="{47C3984C-A884-44FB-A44E-DB4C74737F95}" dt="2020-11-06T13:41:36.800" v="2474" actId="1076"/>
          <ac:spMkLst>
            <pc:docMk/>
            <pc:sldMk cId="3045118763" sldId="782"/>
            <ac:spMk id="233" creationId="{22FF58AD-3918-4A6B-A129-4DF62C520075}"/>
          </ac:spMkLst>
        </pc:spChg>
        <pc:spChg chg="mod">
          <ac:chgData name="翟 锐" userId="fef11181f709266a" providerId="LiveId" clId="{47C3984C-A884-44FB-A44E-DB4C74737F95}" dt="2020-11-06T13:41:36.800" v="2474" actId="1076"/>
          <ac:spMkLst>
            <pc:docMk/>
            <pc:sldMk cId="3045118763" sldId="782"/>
            <ac:spMk id="234" creationId="{B9CE2E96-CA1F-4536-B106-51FCBF2B0B08}"/>
          </ac:spMkLst>
        </pc:spChg>
        <pc:spChg chg="mod">
          <ac:chgData name="翟 锐" userId="fef11181f709266a" providerId="LiveId" clId="{47C3984C-A884-44FB-A44E-DB4C74737F95}" dt="2020-11-06T13:41:36.800" v="2474" actId="1076"/>
          <ac:spMkLst>
            <pc:docMk/>
            <pc:sldMk cId="3045118763" sldId="782"/>
            <ac:spMk id="235" creationId="{A1E739DB-FBB1-488D-BBAA-707906A00C06}"/>
          </ac:spMkLst>
        </pc:spChg>
        <pc:spChg chg="mod">
          <ac:chgData name="翟 锐" userId="fef11181f709266a" providerId="LiveId" clId="{47C3984C-A884-44FB-A44E-DB4C74737F95}" dt="2020-11-06T13:41:36.800" v="2474" actId="1076"/>
          <ac:spMkLst>
            <pc:docMk/>
            <pc:sldMk cId="3045118763" sldId="782"/>
            <ac:spMk id="236" creationId="{30F7C136-D376-4EEE-BF13-86B5E1BF9A92}"/>
          </ac:spMkLst>
        </pc:spChg>
        <pc:spChg chg="mod">
          <ac:chgData name="翟 锐" userId="fef11181f709266a" providerId="LiveId" clId="{47C3984C-A884-44FB-A44E-DB4C74737F95}" dt="2020-11-06T13:41:36.800" v="2474" actId="1076"/>
          <ac:spMkLst>
            <pc:docMk/>
            <pc:sldMk cId="3045118763" sldId="782"/>
            <ac:spMk id="237" creationId="{6240730F-467E-43C7-83D0-9ECC1AED141D}"/>
          </ac:spMkLst>
        </pc:spChg>
        <pc:spChg chg="mod">
          <ac:chgData name="翟 锐" userId="fef11181f709266a" providerId="LiveId" clId="{47C3984C-A884-44FB-A44E-DB4C74737F95}" dt="2020-11-06T13:41:36.800" v="2474" actId="1076"/>
          <ac:spMkLst>
            <pc:docMk/>
            <pc:sldMk cId="3045118763" sldId="782"/>
            <ac:spMk id="238" creationId="{B40BC372-504D-4F6F-B323-4D6C673E1D64}"/>
          </ac:spMkLst>
        </pc:spChg>
        <pc:spChg chg="mod">
          <ac:chgData name="翟 锐" userId="fef11181f709266a" providerId="LiveId" clId="{47C3984C-A884-44FB-A44E-DB4C74737F95}" dt="2020-11-06T13:41:36.800" v="2474" actId="1076"/>
          <ac:spMkLst>
            <pc:docMk/>
            <pc:sldMk cId="3045118763" sldId="782"/>
            <ac:spMk id="239" creationId="{11A038C3-9427-4C19-81FF-04CA54E903A5}"/>
          </ac:spMkLst>
        </pc:spChg>
        <pc:spChg chg="mod">
          <ac:chgData name="翟 锐" userId="fef11181f709266a" providerId="LiveId" clId="{47C3984C-A884-44FB-A44E-DB4C74737F95}" dt="2020-11-06T13:41:36.800" v="2474" actId="1076"/>
          <ac:spMkLst>
            <pc:docMk/>
            <pc:sldMk cId="3045118763" sldId="782"/>
            <ac:spMk id="240" creationId="{F7BCC217-69DD-4D8B-BE9E-2A911B1D5A18}"/>
          </ac:spMkLst>
        </pc:spChg>
        <pc:spChg chg="mod">
          <ac:chgData name="翟 锐" userId="fef11181f709266a" providerId="LiveId" clId="{47C3984C-A884-44FB-A44E-DB4C74737F95}" dt="2020-11-06T13:41:36.800" v="2474" actId="1076"/>
          <ac:spMkLst>
            <pc:docMk/>
            <pc:sldMk cId="3045118763" sldId="782"/>
            <ac:spMk id="241" creationId="{55307757-DBD3-4594-AA4A-CA392F967952}"/>
          </ac:spMkLst>
        </pc:spChg>
        <pc:spChg chg="mod">
          <ac:chgData name="翟 锐" userId="fef11181f709266a" providerId="LiveId" clId="{47C3984C-A884-44FB-A44E-DB4C74737F95}" dt="2020-11-06T13:41:36.800" v="2474" actId="1076"/>
          <ac:spMkLst>
            <pc:docMk/>
            <pc:sldMk cId="3045118763" sldId="782"/>
            <ac:spMk id="242" creationId="{83EEF9B0-0161-457E-8135-5B2B171DA537}"/>
          </ac:spMkLst>
        </pc:spChg>
        <pc:spChg chg="mod">
          <ac:chgData name="翟 锐" userId="fef11181f709266a" providerId="LiveId" clId="{47C3984C-A884-44FB-A44E-DB4C74737F95}" dt="2020-11-06T13:41:36.800" v="2474" actId="1076"/>
          <ac:spMkLst>
            <pc:docMk/>
            <pc:sldMk cId="3045118763" sldId="782"/>
            <ac:spMk id="243" creationId="{6C50AF06-3442-473B-AF73-D3EBC4B7AF8E}"/>
          </ac:spMkLst>
        </pc:spChg>
        <pc:spChg chg="mod">
          <ac:chgData name="翟 锐" userId="fef11181f709266a" providerId="LiveId" clId="{47C3984C-A884-44FB-A44E-DB4C74737F95}" dt="2020-11-06T13:41:36.800" v="2474" actId="1076"/>
          <ac:spMkLst>
            <pc:docMk/>
            <pc:sldMk cId="3045118763" sldId="782"/>
            <ac:spMk id="244" creationId="{260CB704-A0F8-4857-A887-8E714F5E7E05}"/>
          </ac:spMkLst>
        </pc:spChg>
        <pc:spChg chg="mod">
          <ac:chgData name="翟 锐" userId="fef11181f709266a" providerId="LiveId" clId="{47C3984C-A884-44FB-A44E-DB4C74737F95}" dt="2020-11-06T13:41:36.800" v="2474" actId="1076"/>
          <ac:spMkLst>
            <pc:docMk/>
            <pc:sldMk cId="3045118763" sldId="782"/>
            <ac:spMk id="245" creationId="{90E9547C-DA3F-49E4-8D3A-F1640C6D367A}"/>
          </ac:spMkLst>
        </pc:spChg>
        <pc:spChg chg="mod">
          <ac:chgData name="翟 锐" userId="fef11181f709266a" providerId="LiveId" clId="{47C3984C-A884-44FB-A44E-DB4C74737F95}" dt="2020-11-06T13:41:36.800" v="2474" actId="1076"/>
          <ac:spMkLst>
            <pc:docMk/>
            <pc:sldMk cId="3045118763" sldId="782"/>
            <ac:spMk id="246" creationId="{BE369FEC-977D-4EF5-9FFA-EB3ECA89826E}"/>
          </ac:spMkLst>
        </pc:spChg>
        <pc:spChg chg="mod">
          <ac:chgData name="翟 锐" userId="fef11181f709266a" providerId="LiveId" clId="{47C3984C-A884-44FB-A44E-DB4C74737F95}" dt="2020-11-06T13:41:36.800" v="2474" actId="1076"/>
          <ac:spMkLst>
            <pc:docMk/>
            <pc:sldMk cId="3045118763" sldId="782"/>
            <ac:spMk id="247" creationId="{B01B6E98-95E8-43D0-9FCB-AA5E5A7789FF}"/>
          </ac:spMkLst>
        </pc:spChg>
        <pc:spChg chg="mod">
          <ac:chgData name="翟 锐" userId="fef11181f709266a" providerId="LiveId" clId="{47C3984C-A884-44FB-A44E-DB4C74737F95}" dt="2020-11-06T13:41:36.800" v="2474" actId="1076"/>
          <ac:spMkLst>
            <pc:docMk/>
            <pc:sldMk cId="3045118763" sldId="782"/>
            <ac:spMk id="248" creationId="{6078E19B-C90B-46AC-8443-D659C85017CE}"/>
          </ac:spMkLst>
        </pc:spChg>
        <pc:spChg chg="mod">
          <ac:chgData name="翟 锐" userId="fef11181f709266a" providerId="LiveId" clId="{47C3984C-A884-44FB-A44E-DB4C74737F95}" dt="2020-11-06T13:41:36.800" v="2474" actId="1076"/>
          <ac:spMkLst>
            <pc:docMk/>
            <pc:sldMk cId="3045118763" sldId="782"/>
            <ac:spMk id="249" creationId="{968A217A-8DAD-481A-9930-098239EBA8F1}"/>
          </ac:spMkLst>
        </pc:spChg>
        <pc:spChg chg="mod">
          <ac:chgData name="翟 锐" userId="fef11181f709266a" providerId="LiveId" clId="{47C3984C-A884-44FB-A44E-DB4C74737F95}" dt="2020-11-06T13:41:36.800" v="2474" actId="1076"/>
          <ac:spMkLst>
            <pc:docMk/>
            <pc:sldMk cId="3045118763" sldId="782"/>
            <ac:spMk id="250" creationId="{A38309C2-9CB0-49F9-BCF9-B00754BCFB25}"/>
          </ac:spMkLst>
        </pc:spChg>
        <pc:spChg chg="mod">
          <ac:chgData name="翟 锐" userId="fef11181f709266a" providerId="LiveId" clId="{47C3984C-A884-44FB-A44E-DB4C74737F95}" dt="2020-11-06T13:41:36.800" v="2474" actId="1076"/>
          <ac:spMkLst>
            <pc:docMk/>
            <pc:sldMk cId="3045118763" sldId="782"/>
            <ac:spMk id="251" creationId="{067189BC-7FA9-48C5-8046-762FF8D997F4}"/>
          </ac:spMkLst>
        </pc:spChg>
        <pc:spChg chg="mod">
          <ac:chgData name="翟 锐" userId="fef11181f709266a" providerId="LiveId" clId="{47C3984C-A884-44FB-A44E-DB4C74737F95}" dt="2020-11-06T13:41:36.800" v="2474" actId="1076"/>
          <ac:spMkLst>
            <pc:docMk/>
            <pc:sldMk cId="3045118763" sldId="782"/>
            <ac:spMk id="252" creationId="{667C7FC3-A31B-4A96-A2E6-8FDA350E7ED0}"/>
          </ac:spMkLst>
        </pc:spChg>
        <pc:spChg chg="mod">
          <ac:chgData name="翟 锐" userId="fef11181f709266a" providerId="LiveId" clId="{47C3984C-A884-44FB-A44E-DB4C74737F95}" dt="2020-11-06T13:41:36.800" v="2474" actId="1076"/>
          <ac:spMkLst>
            <pc:docMk/>
            <pc:sldMk cId="3045118763" sldId="782"/>
            <ac:spMk id="253" creationId="{88691CBA-D171-4E33-A1F8-5752AA90EF80}"/>
          </ac:spMkLst>
        </pc:spChg>
        <pc:spChg chg="mod">
          <ac:chgData name="翟 锐" userId="fef11181f709266a" providerId="LiveId" clId="{47C3984C-A884-44FB-A44E-DB4C74737F95}" dt="2020-11-06T13:41:36.800" v="2474" actId="1076"/>
          <ac:spMkLst>
            <pc:docMk/>
            <pc:sldMk cId="3045118763" sldId="782"/>
            <ac:spMk id="254" creationId="{037C932F-3385-4F11-9EB7-35BE96BAEEA0}"/>
          </ac:spMkLst>
        </pc:spChg>
        <pc:spChg chg="mod">
          <ac:chgData name="翟 锐" userId="fef11181f709266a" providerId="LiveId" clId="{47C3984C-A884-44FB-A44E-DB4C74737F95}" dt="2020-11-06T13:41:36.800" v="2474" actId="1076"/>
          <ac:spMkLst>
            <pc:docMk/>
            <pc:sldMk cId="3045118763" sldId="782"/>
            <ac:spMk id="255" creationId="{4F9CA93E-F2DD-4FFC-AA0B-4F73B2F9C813}"/>
          </ac:spMkLst>
        </pc:spChg>
        <pc:spChg chg="mod">
          <ac:chgData name="翟 锐" userId="fef11181f709266a" providerId="LiveId" clId="{47C3984C-A884-44FB-A44E-DB4C74737F95}" dt="2020-11-06T13:41:36.800" v="2474" actId="1076"/>
          <ac:spMkLst>
            <pc:docMk/>
            <pc:sldMk cId="3045118763" sldId="782"/>
            <ac:spMk id="256" creationId="{AF2B79BB-A624-4567-BE4E-6F3A2D33E5DD}"/>
          </ac:spMkLst>
        </pc:spChg>
        <pc:spChg chg="mod">
          <ac:chgData name="翟 锐" userId="fef11181f709266a" providerId="LiveId" clId="{47C3984C-A884-44FB-A44E-DB4C74737F95}" dt="2020-11-06T13:41:36.800" v="2474" actId="1076"/>
          <ac:spMkLst>
            <pc:docMk/>
            <pc:sldMk cId="3045118763" sldId="782"/>
            <ac:spMk id="257" creationId="{58FB0B1B-D096-4D03-80BE-0CAA88922AA7}"/>
          </ac:spMkLst>
        </pc:spChg>
        <pc:spChg chg="mod">
          <ac:chgData name="翟 锐" userId="fef11181f709266a" providerId="LiveId" clId="{47C3984C-A884-44FB-A44E-DB4C74737F95}" dt="2020-11-06T13:41:36.800" v="2474" actId="1076"/>
          <ac:spMkLst>
            <pc:docMk/>
            <pc:sldMk cId="3045118763" sldId="782"/>
            <ac:spMk id="258" creationId="{1A0DFE96-995B-4A62-9B5B-9D667CF88CCE}"/>
          </ac:spMkLst>
        </pc:spChg>
        <pc:spChg chg="mod">
          <ac:chgData name="翟 锐" userId="fef11181f709266a" providerId="LiveId" clId="{47C3984C-A884-44FB-A44E-DB4C74737F95}" dt="2020-11-06T13:41:36.800" v="2474" actId="1076"/>
          <ac:spMkLst>
            <pc:docMk/>
            <pc:sldMk cId="3045118763" sldId="782"/>
            <ac:spMk id="259" creationId="{3F54DC29-269D-47B6-A59D-43A8E3616AED}"/>
          </ac:spMkLst>
        </pc:spChg>
        <pc:spChg chg="mod">
          <ac:chgData name="翟 锐" userId="fef11181f709266a" providerId="LiveId" clId="{47C3984C-A884-44FB-A44E-DB4C74737F95}" dt="2020-11-06T13:41:36.800" v="2474" actId="1076"/>
          <ac:spMkLst>
            <pc:docMk/>
            <pc:sldMk cId="3045118763" sldId="782"/>
            <ac:spMk id="260" creationId="{93540C87-2630-4E20-990F-741A1F3AA0DE}"/>
          </ac:spMkLst>
        </pc:spChg>
        <pc:spChg chg="mod">
          <ac:chgData name="翟 锐" userId="fef11181f709266a" providerId="LiveId" clId="{47C3984C-A884-44FB-A44E-DB4C74737F95}" dt="2020-11-06T13:41:36.800" v="2474" actId="1076"/>
          <ac:spMkLst>
            <pc:docMk/>
            <pc:sldMk cId="3045118763" sldId="782"/>
            <ac:spMk id="261" creationId="{63AE728A-4B4B-4DC1-9DF5-D3D7617720F0}"/>
          </ac:spMkLst>
        </pc:spChg>
        <pc:spChg chg="mod">
          <ac:chgData name="翟 锐" userId="fef11181f709266a" providerId="LiveId" clId="{47C3984C-A884-44FB-A44E-DB4C74737F95}" dt="2020-11-06T13:41:36.800" v="2474" actId="1076"/>
          <ac:spMkLst>
            <pc:docMk/>
            <pc:sldMk cId="3045118763" sldId="782"/>
            <ac:spMk id="262" creationId="{D30A4002-9FE4-4315-9BA9-F691A73F28ED}"/>
          </ac:spMkLst>
        </pc:spChg>
        <pc:spChg chg="mod">
          <ac:chgData name="翟 锐" userId="fef11181f709266a" providerId="LiveId" clId="{47C3984C-A884-44FB-A44E-DB4C74737F95}" dt="2020-11-06T13:41:36.800" v="2474" actId="1076"/>
          <ac:spMkLst>
            <pc:docMk/>
            <pc:sldMk cId="3045118763" sldId="782"/>
            <ac:spMk id="263" creationId="{EC0EB651-D41F-42DA-991F-BBFA0E0496EE}"/>
          </ac:spMkLst>
        </pc:spChg>
        <pc:spChg chg="mod">
          <ac:chgData name="翟 锐" userId="fef11181f709266a" providerId="LiveId" clId="{47C3984C-A884-44FB-A44E-DB4C74737F95}" dt="2020-11-06T13:41:36.800" v="2474" actId="1076"/>
          <ac:spMkLst>
            <pc:docMk/>
            <pc:sldMk cId="3045118763" sldId="782"/>
            <ac:spMk id="264" creationId="{DCC73D43-C8C7-44B7-B72C-B6EF74B2B810}"/>
          </ac:spMkLst>
        </pc:spChg>
        <pc:spChg chg="mod">
          <ac:chgData name="翟 锐" userId="fef11181f709266a" providerId="LiveId" clId="{47C3984C-A884-44FB-A44E-DB4C74737F95}" dt="2020-11-06T13:41:36.800" v="2474" actId="1076"/>
          <ac:spMkLst>
            <pc:docMk/>
            <pc:sldMk cId="3045118763" sldId="782"/>
            <ac:spMk id="265" creationId="{487051F0-6AF4-4682-9068-152E946255C5}"/>
          </ac:spMkLst>
        </pc:spChg>
        <pc:spChg chg="mod">
          <ac:chgData name="翟 锐" userId="fef11181f709266a" providerId="LiveId" clId="{47C3984C-A884-44FB-A44E-DB4C74737F95}" dt="2020-11-06T13:41:36.800" v="2474" actId="1076"/>
          <ac:spMkLst>
            <pc:docMk/>
            <pc:sldMk cId="3045118763" sldId="782"/>
            <ac:spMk id="266" creationId="{33F7466A-FF88-4089-8ED3-A36ABE41B6B3}"/>
          </ac:spMkLst>
        </pc:spChg>
        <pc:spChg chg="mod">
          <ac:chgData name="翟 锐" userId="fef11181f709266a" providerId="LiveId" clId="{47C3984C-A884-44FB-A44E-DB4C74737F95}" dt="2020-11-06T13:41:36.800" v="2474" actId="1076"/>
          <ac:spMkLst>
            <pc:docMk/>
            <pc:sldMk cId="3045118763" sldId="782"/>
            <ac:spMk id="267" creationId="{F3F192F2-0DF9-4BC5-A0D0-0C2699577FCC}"/>
          </ac:spMkLst>
        </pc:spChg>
        <pc:spChg chg="mod">
          <ac:chgData name="翟 锐" userId="fef11181f709266a" providerId="LiveId" clId="{47C3984C-A884-44FB-A44E-DB4C74737F95}" dt="2020-11-06T13:41:36.800" v="2474" actId="1076"/>
          <ac:spMkLst>
            <pc:docMk/>
            <pc:sldMk cId="3045118763" sldId="782"/>
            <ac:spMk id="268" creationId="{CC2CC375-923C-488C-BF9E-359BB037E312}"/>
          </ac:spMkLst>
        </pc:spChg>
        <pc:spChg chg="mod">
          <ac:chgData name="翟 锐" userId="fef11181f709266a" providerId="LiveId" clId="{47C3984C-A884-44FB-A44E-DB4C74737F95}" dt="2020-11-06T13:41:36.800" v="2474" actId="1076"/>
          <ac:spMkLst>
            <pc:docMk/>
            <pc:sldMk cId="3045118763" sldId="782"/>
            <ac:spMk id="269" creationId="{9C96C16C-CE06-40C0-88AB-CB55EA487EF1}"/>
          </ac:spMkLst>
        </pc:spChg>
        <pc:spChg chg="mod">
          <ac:chgData name="翟 锐" userId="fef11181f709266a" providerId="LiveId" clId="{47C3984C-A884-44FB-A44E-DB4C74737F95}" dt="2020-11-06T13:41:36.800" v="2474" actId="1076"/>
          <ac:spMkLst>
            <pc:docMk/>
            <pc:sldMk cId="3045118763" sldId="782"/>
            <ac:spMk id="270" creationId="{6DD68F2E-EA16-429F-B102-45421CC3F35D}"/>
          </ac:spMkLst>
        </pc:spChg>
        <pc:spChg chg="mod">
          <ac:chgData name="翟 锐" userId="fef11181f709266a" providerId="LiveId" clId="{47C3984C-A884-44FB-A44E-DB4C74737F95}" dt="2020-11-06T13:41:36.800" v="2474" actId="1076"/>
          <ac:spMkLst>
            <pc:docMk/>
            <pc:sldMk cId="3045118763" sldId="782"/>
            <ac:spMk id="271" creationId="{7A9F7EEB-CD0F-4FE2-970A-410066509E0B}"/>
          </ac:spMkLst>
        </pc:spChg>
        <pc:spChg chg="mod">
          <ac:chgData name="翟 锐" userId="fef11181f709266a" providerId="LiveId" clId="{47C3984C-A884-44FB-A44E-DB4C74737F95}" dt="2020-11-06T13:41:36.800" v="2474" actId="1076"/>
          <ac:spMkLst>
            <pc:docMk/>
            <pc:sldMk cId="3045118763" sldId="782"/>
            <ac:spMk id="272" creationId="{C89BC832-063C-4FF2-AE4C-1B86C0904250}"/>
          </ac:spMkLst>
        </pc:spChg>
        <pc:spChg chg="mod">
          <ac:chgData name="翟 锐" userId="fef11181f709266a" providerId="LiveId" clId="{47C3984C-A884-44FB-A44E-DB4C74737F95}" dt="2020-11-06T13:41:36.800" v="2474" actId="1076"/>
          <ac:spMkLst>
            <pc:docMk/>
            <pc:sldMk cId="3045118763" sldId="782"/>
            <ac:spMk id="273" creationId="{1814C7FC-83EA-447D-BCE5-D1A4F1241A1E}"/>
          </ac:spMkLst>
        </pc:spChg>
        <pc:spChg chg="mod">
          <ac:chgData name="翟 锐" userId="fef11181f709266a" providerId="LiveId" clId="{47C3984C-A884-44FB-A44E-DB4C74737F95}" dt="2020-11-06T13:41:36.800" v="2474" actId="1076"/>
          <ac:spMkLst>
            <pc:docMk/>
            <pc:sldMk cId="3045118763" sldId="782"/>
            <ac:spMk id="274" creationId="{5F41A4DD-2B19-4A8E-A966-957FE36258B2}"/>
          </ac:spMkLst>
        </pc:spChg>
        <pc:spChg chg="mod">
          <ac:chgData name="翟 锐" userId="fef11181f709266a" providerId="LiveId" clId="{47C3984C-A884-44FB-A44E-DB4C74737F95}" dt="2020-11-06T13:41:36.800" v="2474" actId="1076"/>
          <ac:spMkLst>
            <pc:docMk/>
            <pc:sldMk cId="3045118763" sldId="782"/>
            <ac:spMk id="275" creationId="{869A0F67-2547-4824-A6A4-1892ACCE8C14}"/>
          </ac:spMkLst>
        </pc:spChg>
        <pc:spChg chg="mod">
          <ac:chgData name="翟 锐" userId="fef11181f709266a" providerId="LiveId" clId="{47C3984C-A884-44FB-A44E-DB4C74737F95}" dt="2020-11-06T13:41:36.800" v="2474" actId="1076"/>
          <ac:spMkLst>
            <pc:docMk/>
            <pc:sldMk cId="3045118763" sldId="782"/>
            <ac:spMk id="276" creationId="{23386BF9-17C7-42EF-9077-952E198D0D3E}"/>
          </ac:spMkLst>
        </pc:spChg>
        <pc:spChg chg="mod">
          <ac:chgData name="翟 锐" userId="fef11181f709266a" providerId="LiveId" clId="{47C3984C-A884-44FB-A44E-DB4C74737F95}" dt="2020-11-06T13:41:36.800" v="2474" actId="1076"/>
          <ac:spMkLst>
            <pc:docMk/>
            <pc:sldMk cId="3045118763" sldId="782"/>
            <ac:spMk id="277" creationId="{0B297576-5268-4967-A7A3-60C36D9B76E4}"/>
          </ac:spMkLst>
        </pc:spChg>
        <pc:spChg chg="mod">
          <ac:chgData name="翟 锐" userId="fef11181f709266a" providerId="LiveId" clId="{47C3984C-A884-44FB-A44E-DB4C74737F95}" dt="2020-11-06T13:41:36.800" v="2474" actId="1076"/>
          <ac:spMkLst>
            <pc:docMk/>
            <pc:sldMk cId="3045118763" sldId="782"/>
            <ac:spMk id="278" creationId="{C11797A3-490A-4DC5-91B1-BA21360CFA84}"/>
          </ac:spMkLst>
        </pc:spChg>
        <pc:spChg chg="mod">
          <ac:chgData name="翟 锐" userId="fef11181f709266a" providerId="LiveId" clId="{47C3984C-A884-44FB-A44E-DB4C74737F95}" dt="2020-11-06T13:41:36.800" v="2474" actId="1076"/>
          <ac:spMkLst>
            <pc:docMk/>
            <pc:sldMk cId="3045118763" sldId="782"/>
            <ac:spMk id="279" creationId="{AE2E9D02-84CB-4F16-B813-A1FC40F2A5F4}"/>
          </ac:spMkLst>
        </pc:spChg>
        <pc:spChg chg="mod">
          <ac:chgData name="翟 锐" userId="fef11181f709266a" providerId="LiveId" clId="{47C3984C-A884-44FB-A44E-DB4C74737F95}" dt="2020-11-06T13:41:36.800" v="2474" actId="1076"/>
          <ac:spMkLst>
            <pc:docMk/>
            <pc:sldMk cId="3045118763" sldId="782"/>
            <ac:spMk id="280" creationId="{80BBC41B-0338-4249-9183-EDEF452D511C}"/>
          </ac:spMkLst>
        </pc:spChg>
        <pc:spChg chg="mod">
          <ac:chgData name="翟 锐" userId="fef11181f709266a" providerId="LiveId" clId="{47C3984C-A884-44FB-A44E-DB4C74737F95}" dt="2020-11-06T13:41:36.800" v="2474" actId="1076"/>
          <ac:spMkLst>
            <pc:docMk/>
            <pc:sldMk cId="3045118763" sldId="782"/>
            <ac:spMk id="281" creationId="{93B6D2E1-E36E-42E4-939F-AD01A4E8F34D}"/>
          </ac:spMkLst>
        </pc:spChg>
        <pc:spChg chg="mod">
          <ac:chgData name="翟 锐" userId="fef11181f709266a" providerId="LiveId" clId="{47C3984C-A884-44FB-A44E-DB4C74737F95}" dt="2020-11-06T13:41:36.800" v="2474" actId="1076"/>
          <ac:spMkLst>
            <pc:docMk/>
            <pc:sldMk cId="3045118763" sldId="782"/>
            <ac:spMk id="282" creationId="{901D4E65-1BD0-4DFB-B954-8B048B097FAF}"/>
          </ac:spMkLst>
        </pc:spChg>
        <pc:spChg chg="mod">
          <ac:chgData name="翟 锐" userId="fef11181f709266a" providerId="LiveId" clId="{47C3984C-A884-44FB-A44E-DB4C74737F95}" dt="2020-11-06T13:41:36.800" v="2474" actId="1076"/>
          <ac:spMkLst>
            <pc:docMk/>
            <pc:sldMk cId="3045118763" sldId="782"/>
            <ac:spMk id="283" creationId="{CEE9916D-DA0F-4F89-8CE6-801E2D043C37}"/>
          </ac:spMkLst>
        </pc:spChg>
        <pc:spChg chg="mod">
          <ac:chgData name="翟 锐" userId="fef11181f709266a" providerId="LiveId" clId="{47C3984C-A884-44FB-A44E-DB4C74737F95}" dt="2020-11-06T13:41:36.800" v="2474" actId="1076"/>
          <ac:spMkLst>
            <pc:docMk/>
            <pc:sldMk cId="3045118763" sldId="782"/>
            <ac:spMk id="284" creationId="{6091F8E3-BB26-45E6-BB1D-7F628021E4F3}"/>
          </ac:spMkLst>
        </pc:spChg>
        <pc:spChg chg="mod">
          <ac:chgData name="翟 锐" userId="fef11181f709266a" providerId="LiveId" clId="{47C3984C-A884-44FB-A44E-DB4C74737F95}" dt="2020-11-06T13:41:36.800" v="2474" actId="1076"/>
          <ac:spMkLst>
            <pc:docMk/>
            <pc:sldMk cId="3045118763" sldId="782"/>
            <ac:spMk id="285" creationId="{C57E8BE6-9843-47B1-B39C-B008B581345C}"/>
          </ac:spMkLst>
        </pc:spChg>
        <pc:spChg chg="mod">
          <ac:chgData name="翟 锐" userId="fef11181f709266a" providerId="LiveId" clId="{47C3984C-A884-44FB-A44E-DB4C74737F95}" dt="2020-11-06T13:41:36.800" v="2474" actId="1076"/>
          <ac:spMkLst>
            <pc:docMk/>
            <pc:sldMk cId="3045118763" sldId="782"/>
            <ac:spMk id="286" creationId="{66E77B31-F91F-45FA-A3F2-7367812B5FFB}"/>
          </ac:spMkLst>
        </pc:spChg>
        <pc:spChg chg="mod">
          <ac:chgData name="翟 锐" userId="fef11181f709266a" providerId="LiveId" clId="{47C3984C-A884-44FB-A44E-DB4C74737F95}" dt="2020-11-06T13:41:36.800" v="2474" actId="1076"/>
          <ac:spMkLst>
            <pc:docMk/>
            <pc:sldMk cId="3045118763" sldId="782"/>
            <ac:spMk id="287" creationId="{EFBCAB33-C314-4564-875F-508973E12B2F}"/>
          </ac:spMkLst>
        </pc:spChg>
        <pc:spChg chg="mod">
          <ac:chgData name="翟 锐" userId="fef11181f709266a" providerId="LiveId" clId="{47C3984C-A884-44FB-A44E-DB4C74737F95}" dt="2020-11-06T13:41:36.800" v="2474" actId="1076"/>
          <ac:spMkLst>
            <pc:docMk/>
            <pc:sldMk cId="3045118763" sldId="782"/>
            <ac:spMk id="288" creationId="{5F99273F-5B36-418A-B63E-5BC4A85B402F}"/>
          </ac:spMkLst>
        </pc:spChg>
        <pc:spChg chg="mod">
          <ac:chgData name="翟 锐" userId="fef11181f709266a" providerId="LiveId" clId="{47C3984C-A884-44FB-A44E-DB4C74737F95}" dt="2020-11-06T13:41:36.800" v="2474" actId="1076"/>
          <ac:spMkLst>
            <pc:docMk/>
            <pc:sldMk cId="3045118763" sldId="782"/>
            <ac:spMk id="289" creationId="{EC0DF8E1-853D-406E-A847-0675CC0F87A4}"/>
          </ac:spMkLst>
        </pc:spChg>
        <pc:spChg chg="mod">
          <ac:chgData name="翟 锐" userId="fef11181f709266a" providerId="LiveId" clId="{47C3984C-A884-44FB-A44E-DB4C74737F95}" dt="2020-11-06T13:41:36.800" v="2474" actId="1076"/>
          <ac:spMkLst>
            <pc:docMk/>
            <pc:sldMk cId="3045118763" sldId="782"/>
            <ac:spMk id="290" creationId="{AD6FA734-C679-4F6D-A9A8-B3A98803BA42}"/>
          </ac:spMkLst>
        </pc:spChg>
        <pc:spChg chg="mod">
          <ac:chgData name="翟 锐" userId="fef11181f709266a" providerId="LiveId" clId="{47C3984C-A884-44FB-A44E-DB4C74737F95}" dt="2020-11-06T13:41:36.800" v="2474" actId="1076"/>
          <ac:spMkLst>
            <pc:docMk/>
            <pc:sldMk cId="3045118763" sldId="782"/>
            <ac:spMk id="291" creationId="{A437F0B4-04BD-45E7-964F-B4184046931F}"/>
          </ac:spMkLst>
        </pc:spChg>
        <pc:spChg chg="mod">
          <ac:chgData name="翟 锐" userId="fef11181f709266a" providerId="LiveId" clId="{47C3984C-A884-44FB-A44E-DB4C74737F95}" dt="2020-11-06T13:41:36.800" v="2474" actId="1076"/>
          <ac:spMkLst>
            <pc:docMk/>
            <pc:sldMk cId="3045118763" sldId="782"/>
            <ac:spMk id="292" creationId="{23F34D02-D17B-480A-B75C-ABF6B3732AA4}"/>
          </ac:spMkLst>
        </pc:spChg>
        <pc:spChg chg="mod">
          <ac:chgData name="翟 锐" userId="fef11181f709266a" providerId="LiveId" clId="{47C3984C-A884-44FB-A44E-DB4C74737F95}" dt="2020-11-06T13:41:36.800" v="2474" actId="1076"/>
          <ac:spMkLst>
            <pc:docMk/>
            <pc:sldMk cId="3045118763" sldId="782"/>
            <ac:spMk id="293" creationId="{EEF7262E-1061-4BE6-93B6-5472D2D8BA93}"/>
          </ac:spMkLst>
        </pc:spChg>
        <pc:spChg chg="mod">
          <ac:chgData name="翟 锐" userId="fef11181f709266a" providerId="LiveId" clId="{47C3984C-A884-44FB-A44E-DB4C74737F95}" dt="2020-11-06T13:41:36.800" v="2474" actId="1076"/>
          <ac:spMkLst>
            <pc:docMk/>
            <pc:sldMk cId="3045118763" sldId="782"/>
            <ac:spMk id="294" creationId="{B9F1B677-6C8E-49F4-B144-270A0F4E826A}"/>
          </ac:spMkLst>
        </pc:spChg>
        <pc:spChg chg="mod">
          <ac:chgData name="翟 锐" userId="fef11181f709266a" providerId="LiveId" clId="{47C3984C-A884-44FB-A44E-DB4C74737F95}" dt="2020-11-06T13:41:36.800" v="2474" actId="1076"/>
          <ac:spMkLst>
            <pc:docMk/>
            <pc:sldMk cId="3045118763" sldId="782"/>
            <ac:spMk id="295" creationId="{16DB37C1-BD4F-4EFB-BF35-E16314E2C53C}"/>
          </ac:spMkLst>
        </pc:spChg>
        <pc:spChg chg="mod">
          <ac:chgData name="翟 锐" userId="fef11181f709266a" providerId="LiveId" clId="{47C3984C-A884-44FB-A44E-DB4C74737F95}" dt="2020-11-06T13:41:36.800" v="2474" actId="1076"/>
          <ac:spMkLst>
            <pc:docMk/>
            <pc:sldMk cId="3045118763" sldId="782"/>
            <ac:spMk id="296" creationId="{135ECEE1-0CD6-44F9-A774-7F04C0BC636E}"/>
          </ac:spMkLst>
        </pc:spChg>
        <pc:spChg chg="mod">
          <ac:chgData name="翟 锐" userId="fef11181f709266a" providerId="LiveId" clId="{47C3984C-A884-44FB-A44E-DB4C74737F95}" dt="2020-11-06T13:41:36.800" v="2474" actId="1076"/>
          <ac:spMkLst>
            <pc:docMk/>
            <pc:sldMk cId="3045118763" sldId="782"/>
            <ac:spMk id="297" creationId="{38E70883-A046-4ADE-96A7-002E42B91FEB}"/>
          </ac:spMkLst>
        </pc:spChg>
        <pc:spChg chg="mod">
          <ac:chgData name="翟 锐" userId="fef11181f709266a" providerId="LiveId" clId="{47C3984C-A884-44FB-A44E-DB4C74737F95}" dt="2020-11-06T13:41:36.800" v="2474" actId="1076"/>
          <ac:spMkLst>
            <pc:docMk/>
            <pc:sldMk cId="3045118763" sldId="782"/>
            <ac:spMk id="298" creationId="{F3FDA718-64F1-4085-A6F5-FC7615524F06}"/>
          </ac:spMkLst>
        </pc:spChg>
        <pc:spChg chg="mod">
          <ac:chgData name="翟 锐" userId="fef11181f709266a" providerId="LiveId" clId="{47C3984C-A884-44FB-A44E-DB4C74737F95}" dt="2020-11-06T13:41:36.800" v="2474" actId="1076"/>
          <ac:spMkLst>
            <pc:docMk/>
            <pc:sldMk cId="3045118763" sldId="782"/>
            <ac:spMk id="299" creationId="{14D2F186-1D9D-4EF8-8349-AEC7325F238C}"/>
          </ac:spMkLst>
        </pc:spChg>
        <pc:spChg chg="mod">
          <ac:chgData name="翟 锐" userId="fef11181f709266a" providerId="LiveId" clId="{47C3984C-A884-44FB-A44E-DB4C74737F95}" dt="2020-11-06T13:41:36.800" v="2474" actId="1076"/>
          <ac:spMkLst>
            <pc:docMk/>
            <pc:sldMk cId="3045118763" sldId="782"/>
            <ac:spMk id="300" creationId="{3881EB4F-0676-409B-B3A7-7E920D2A3570}"/>
          </ac:spMkLst>
        </pc:spChg>
        <pc:spChg chg="mod">
          <ac:chgData name="翟 锐" userId="fef11181f709266a" providerId="LiveId" clId="{47C3984C-A884-44FB-A44E-DB4C74737F95}" dt="2020-11-06T13:41:36.800" v="2474" actId="1076"/>
          <ac:spMkLst>
            <pc:docMk/>
            <pc:sldMk cId="3045118763" sldId="782"/>
            <ac:spMk id="301" creationId="{6BA4A5EF-DC6C-466E-BE5E-90BB6D6E0400}"/>
          </ac:spMkLst>
        </pc:spChg>
        <pc:spChg chg="mod">
          <ac:chgData name="翟 锐" userId="fef11181f709266a" providerId="LiveId" clId="{47C3984C-A884-44FB-A44E-DB4C74737F95}" dt="2020-11-06T13:41:36.800" v="2474" actId="1076"/>
          <ac:spMkLst>
            <pc:docMk/>
            <pc:sldMk cId="3045118763" sldId="782"/>
            <ac:spMk id="302" creationId="{AE43612E-F25B-4FA8-B062-5EC21A5163E3}"/>
          </ac:spMkLst>
        </pc:spChg>
        <pc:spChg chg="mod">
          <ac:chgData name="翟 锐" userId="fef11181f709266a" providerId="LiveId" clId="{47C3984C-A884-44FB-A44E-DB4C74737F95}" dt="2020-11-06T13:41:36.800" v="2474" actId="1076"/>
          <ac:spMkLst>
            <pc:docMk/>
            <pc:sldMk cId="3045118763" sldId="782"/>
            <ac:spMk id="303" creationId="{6D65AB63-A903-4171-B470-F3AF019FABDE}"/>
          </ac:spMkLst>
        </pc:spChg>
        <pc:spChg chg="mod">
          <ac:chgData name="翟 锐" userId="fef11181f709266a" providerId="LiveId" clId="{47C3984C-A884-44FB-A44E-DB4C74737F95}" dt="2020-11-06T13:41:36.800" v="2474" actId="1076"/>
          <ac:spMkLst>
            <pc:docMk/>
            <pc:sldMk cId="3045118763" sldId="782"/>
            <ac:spMk id="304" creationId="{A8145EBC-169D-41D3-BB0B-0E37CE49EA63}"/>
          </ac:spMkLst>
        </pc:spChg>
        <pc:spChg chg="mod">
          <ac:chgData name="翟 锐" userId="fef11181f709266a" providerId="LiveId" clId="{47C3984C-A884-44FB-A44E-DB4C74737F95}" dt="2020-11-06T13:41:36.800" v="2474" actId="1076"/>
          <ac:spMkLst>
            <pc:docMk/>
            <pc:sldMk cId="3045118763" sldId="782"/>
            <ac:spMk id="305" creationId="{53D970C5-145E-409E-8683-816EC3B115FD}"/>
          </ac:spMkLst>
        </pc:spChg>
        <pc:spChg chg="mod">
          <ac:chgData name="翟 锐" userId="fef11181f709266a" providerId="LiveId" clId="{47C3984C-A884-44FB-A44E-DB4C74737F95}" dt="2020-11-06T13:41:36.800" v="2474" actId="1076"/>
          <ac:spMkLst>
            <pc:docMk/>
            <pc:sldMk cId="3045118763" sldId="782"/>
            <ac:spMk id="306" creationId="{94CA1C34-6074-4FEC-AD63-F75129BEEC77}"/>
          </ac:spMkLst>
        </pc:spChg>
        <pc:spChg chg="mod">
          <ac:chgData name="翟 锐" userId="fef11181f709266a" providerId="LiveId" clId="{47C3984C-A884-44FB-A44E-DB4C74737F95}" dt="2020-11-06T13:41:36.800" v="2474" actId="1076"/>
          <ac:spMkLst>
            <pc:docMk/>
            <pc:sldMk cId="3045118763" sldId="782"/>
            <ac:spMk id="307" creationId="{A1396BCE-8A74-42AC-8C06-3DFBACBE5BC7}"/>
          </ac:spMkLst>
        </pc:spChg>
        <pc:spChg chg="mod">
          <ac:chgData name="翟 锐" userId="fef11181f709266a" providerId="LiveId" clId="{47C3984C-A884-44FB-A44E-DB4C74737F95}" dt="2020-11-06T13:41:36.800" v="2474" actId="1076"/>
          <ac:spMkLst>
            <pc:docMk/>
            <pc:sldMk cId="3045118763" sldId="782"/>
            <ac:spMk id="308" creationId="{C6B8B6C9-3306-4ACE-99F9-AD025AD9CC8C}"/>
          </ac:spMkLst>
        </pc:spChg>
        <pc:spChg chg="mod">
          <ac:chgData name="翟 锐" userId="fef11181f709266a" providerId="LiveId" clId="{47C3984C-A884-44FB-A44E-DB4C74737F95}" dt="2020-11-06T13:41:36.800" v="2474" actId="1076"/>
          <ac:spMkLst>
            <pc:docMk/>
            <pc:sldMk cId="3045118763" sldId="782"/>
            <ac:spMk id="309" creationId="{FBDFF561-DB09-4516-A820-0DE2D7188CCD}"/>
          </ac:spMkLst>
        </pc:spChg>
        <pc:spChg chg="mod">
          <ac:chgData name="翟 锐" userId="fef11181f709266a" providerId="LiveId" clId="{47C3984C-A884-44FB-A44E-DB4C74737F95}" dt="2020-11-06T13:41:36.800" v="2474" actId="1076"/>
          <ac:spMkLst>
            <pc:docMk/>
            <pc:sldMk cId="3045118763" sldId="782"/>
            <ac:spMk id="310" creationId="{2DD8B491-7DD5-43C2-AA20-E67477203A31}"/>
          </ac:spMkLst>
        </pc:spChg>
        <pc:spChg chg="mod">
          <ac:chgData name="翟 锐" userId="fef11181f709266a" providerId="LiveId" clId="{47C3984C-A884-44FB-A44E-DB4C74737F95}" dt="2020-11-06T13:41:36.800" v="2474" actId="1076"/>
          <ac:spMkLst>
            <pc:docMk/>
            <pc:sldMk cId="3045118763" sldId="782"/>
            <ac:spMk id="311" creationId="{AA375DC4-9BBC-472E-98DF-985C605A1CB3}"/>
          </ac:spMkLst>
        </pc:spChg>
        <pc:spChg chg="mod">
          <ac:chgData name="翟 锐" userId="fef11181f709266a" providerId="LiveId" clId="{47C3984C-A884-44FB-A44E-DB4C74737F95}" dt="2020-11-06T13:41:36.800" v="2474" actId="1076"/>
          <ac:spMkLst>
            <pc:docMk/>
            <pc:sldMk cId="3045118763" sldId="782"/>
            <ac:spMk id="312" creationId="{3F2FA785-5CC6-4B50-9B5E-A4012911FA34}"/>
          </ac:spMkLst>
        </pc:spChg>
        <pc:spChg chg="mod">
          <ac:chgData name="翟 锐" userId="fef11181f709266a" providerId="LiveId" clId="{47C3984C-A884-44FB-A44E-DB4C74737F95}" dt="2020-11-06T13:41:36.800" v="2474" actId="1076"/>
          <ac:spMkLst>
            <pc:docMk/>
            <pc:sldMk cId="3045118763" sldId="782"/>
            <ac:spMk id="313" creationId="{487FD807-8292-4897-9B07-D45A34FE6F6B}"/>
          </ac:spMkLst>
        </pc:spChg>
        <pc:spChg chg="mod">
          <ac:chgData name="翟 锐" userId="fef11181f709266a" providerId="LiveId" clId="{47C3984C-A884-44FB-A44E-DB4C74737F95}" dt="2020-11-06T13:41:36.800" v="2474" actId="1076"/>
          <ac:spMkLst>
            <pc:docMk/>
            <pc:sldMk cId="3045118763" sldId="782"/>
            <ac:spMk id="314" creationId="{7DC1FC38-145A-478F-8EBA-76502A7B5ACE}"/>
          </ac:spMkLst>
        </pc:spChg>
        <pc:spChg chg="mod">
          <ac:chgData name="翟 锐" userId="fef11181f709266a" providerId="LiveId" clId="{47C3984C-A884-44FB-A44E-DB4C74737F95}" dt="2020-11-06T13:41:36.800" v="2474" actId="1076"/>
          <ac:spMkLst>
            <pc:docMk/>
            <pc:sldMk cId="3045118763" sldId="782"/>
            <ac:spMk id="315" creationId="{9E645DAF-5F73-4E11-8395-76FDF1193F38}"/>
          </ac:spMkLst>
        </pc:spChg>
        <pc:spChg chg="mod">
          <ac:chgData name="翟 锐" userId="fef11181f709266a" providerId="LiveId" clId="{47C3984C-A884-44FB-A44E-DB4C74737F95}" dt="2020-11-06T13:41:36.800" v="2474" actId="1076"/>
          <ac:spMkLst>
            <pc:docMk/>
            <pc:sldMk cId="3045118763" sldId="782"/>
            <ac:spMk id="316" creationId="{778862C7-3448-4B62-94BC-07D4D5F11637}"/>
          </ac:spMkLst>
        </pc:spChg>
        <pc:spChg chg="mod">
          <ac:chgData name="翟 锐" userId="fef11181f709266a" providerId="LiveId" clId="{47C3984C-A884-44FB-A44E-DB4C74737F95}" dt="2020-11-06T13:41:36.800" v="2474" actId="1076"/>
          <ac:spMkLst>
            <pc:docMk/>
            <pc:sldMk cId="3045118763" sldId="782"/>
            <ac:spMk id="317" creationId="{8EE5CB36-DB8D-4609-933A-0EE4D10AC964}"/>
          </ac:spMkLst>
        </pc:spChg>
        <pc:spChg chg="mod">
          <ac:chgData name="翟 锐" userId="fef11181f709266a" providerId="LiveId" clId="{47C3984C-A884-44FB-A44E-DB4C74737F95}" dt="2020-11-06T13:41:36.800" v="2474" actId="1076"/>
          <ac:spMkLst>
            <pc:docMk/>
            <pc:sldMk cId="3045118763" sldId="782"/>
            <ac:spMk id="318" creationId="{B6B429FA-FA03-488E-9CA7-96BD38AC6385}"/>
          </ac:spMkLst>
        </pc:spChg>
        <pc:spChg chg="mod">
          <ac:chgData name="翟 锐" userId="fef11181f709266a" providerId="LiveId" clId="{47C3984C-A884-44FB-A44E-DB4C74737F95}" dt="2020-11-06T13:41:36.800" v="2474" actId="1076"/>
          <ac:spMkLst>
            <pc:docMk/>
            <pc:sldMk cId="3045118763" sldId="782"/>
            <ac:spMk id="319" creationId="{460B3F4C-015F-4213-A4C6-E5A4615C4B69}"/>
          </ac:spMkLst>
        </pc:spChg>
        <pc:spChg chg="mod">
          <ac:chgData name="翟 锐" userId="fef11181f709266a" providerId="LiveId" clId="{47C3984C-A884-44FB-A44E-DB4C74737F95}" dt="2020-11-06T13:41:36.800" v="2474" actId="1076"/>
          <ac:spMkLst>
            <pc:docMk/>
            <pc:sldMk cId="3045118763" sldId="782"/>
            <ac:spMk id="320" creationId="{53371857-BCC8-4F14-874D-C8F67A806C6C}"/>
          </ac:spMkLst>
        </pc:spChg>
        <pc:spChg chg="mod">
          <ac:chgData name="翟 锐" userId="fef11181f709266a" providerId="LiveId" clId="{47C3984C-A884-44FB-A44E-DB4C74737F95}" dt="2020-11-06T13:41:36.800" v="2474" actId="1076"/>
          <ac:spMkLst>
            <pc:docMk/>
            <pc:sldMk cId="3045118763" sldId="782"/>
            <ac:spMk id="321" creationId="{F21EF33A-FEEF-4709-9B1D-EDD4D31274B4}"/>
          </ac:spMkLst>
        </pc:spChg>
        <pc:spChg chg="mod">
          <ac:chgData name="翟 锐" userId="fef11181f709266a" providerId="LiveId" clId="{47C3984C-A884-44FB-A44E-DB4C74737F95}" dt="2020-11-06T13:41:36.800" v="2474" actId="1076"/>
          <ac:spMkLst>
            <pc:docMk/>
            <pc:sldMk cId="3045118763" sldId="782"/>
            <ac:spMk id="322" creationId="{40B5FB81-5D99-4B22-BCA0-CDC3439E0266}"/>
          </ac:spMkLst>
        </pc:spChg>
        <pc:spChg chg="mod">
          <ac:chgData name="翟 锐" userId="fef11181f709266a" providerId="LiveId" clId="{47C3984C-A884-44FB-A44E-DB4C74737F95}" dt="2020-11-06T13:41:36.800" v="2474" actId="1076"/>
          <ac:spMkLst>
            <pc:docMk/>
            <pc:sldMk cId="3045118763" sldId="782"/>
            <ac:spMk id="323" creationId="{5235F221-EFEF-4510-8AC8-DFFF9F8509CE}"/>
          </ac:spMkLst>
        </pc:spChg>
        <pc:spChg chg="mod">
          <ac:chgData name="翟 锐" userId="fef11181f709266a" providerId="LiveId" clId="{47C3984C-A884-44FB-A44E-DB4C74737F95}" dt="2020-11-06T13:41:36.800" v="2474" actId="1076"/>
          <ac:spMkLst>
            <pc:docMk/>
            <pc:sldMk cId="3045118763" sldId="782"/>
            <ac:spMk id="324" creationId="{FD46C194-DE69-49E3-AE15-0CFDF2BD2A93}"/>
          </ac:spMkLst>
        </pc:spChg>
        <pc:spChg chg="mod">
          <ac:chgData name="翟 锐" userId="fef11181f709266a" providerId="LiveId" clId="{47C3984C-A884-44FB-A44E-DB4C74737F95}" dt="2020-11-06T13:41:36.800" v="2474" actId="1076"/>
          <ac:spMkLst>
            <pc:docMk/>
            <pc:sldMk cId="3045118763" sldId="782"/>
            <ac:spMk id="325" creationId="{FFFBCD17-284F-4DDE-9FEF-4F23EB861745}"/>
          </ac:spMkLst>
        </pc:spChg>
        <pc:spChg chg="mod">
          <ac:chgData name="翟 锐" userId="fef11181f709266a" providerId="LiveId" clId="{47C3984C-A884-44FB-A44E-DB4C74737F95}" dt="2020-11-06T13:41:36.800" v="2474" actId="1076"/>
          <ac:spMkLst>
            <pc:docMk/>
            <pc:sldMk cId="3045118763" sldId="782"/>
            <ac:spMk id="326" creationId="{F3D4ACAC-0082-445B-A1E8-DDA940A7A1C3}"/>
          </ac:spMkLst>
        </pc:spChg>
        <pc:spChg chg="mod">
          <ac:chgData name="翟 锐" userId="fef11181f709266a" providerId="LiveId" clId="{47C3984C-A884-44FB-A44E-DB4C74737F95}" dt="2020-11-06T13:41:36.800" v="2474" actId="1076"/>
          <ac:spMkLst>
            <pc:docMk/>
            <pc:sldMk cId="3045118763" sldId="782"/>
            <ac:spMk id="327" creationId="{CB070BBF-E396-46BE-A9A0-46DB7C602166}"/>
          </ac:spMkLst>
        </pc:spChg>
        <pc:spChg chg="mod">
          <ac:chgData name="翟 锐" userId="fef11181f709266a" providerId="LiveId" clId="{47C3984C-A884-44FB-A44E-DB4C74737F95}" dt="2020-11-06T13:41:36.800" v="2474" actId="1076"/>
          <ac:spMkLst>
            <pc:docMk/>
            <pc:sldMk cId="3045118763" sldId="782"/>
            <ac:spMk id="328" creationId="{3768EBD3-8329-4893-A7EC-4CA83AC1ED88}"/>
          </ac:spMkLst>
        </pc:spChg>
        <pc:spChg chg="mod">
          <ac:chgData name="翟 锐" userId="fef11181f709266a" providerId="LiveId" clId="{47C3984C-A884-44FB-A44E-DB4C74737F95}" dt="2020-11-06T13:41:36.800" v="2474" actId="1076"/>
          <ac:spMkLst>
            <pc:docMk/>
            <pc:sldMk cId="3045118763" sldId="782"/>
            <ac:spMk id="329" creationId="{5211E112-A732-43BA-AF69-0B654846D2B5}"/>
          </ac:spMkLst>
        </pc:spChg>
        <pc:spChg chg="mod">
          <ac:chgData name="翟 锐" userId="fef11181f709266a" providerId="LiveId" clId="{47C3984C-A884-44FB-A44E-DB4C74737F95}" dt="2020-11-06T13:41:36.800" v="2474" actId="1076"/>
          <ac:spMkLst>
            <pc:docMk/>
            <pc:sldMk cId="3045118763" sldId="782"/>
            <ac:spMk id="330" creationId="{4CFD5085-42DE-448C-83C4-6BBD89AE7FFD}"/>
          </ac:spMkLst>
        </pc:spChg>
        <pc:spChg chg="mod">
          <ac:chgData name="翟 锐" userId="fef11181f709266a" providerId="LiveId" clId="{47C3984C-A884-44FB-A44E-DB4C74737F95}" dt="2020-11-06T13:41:36.800" v="2474" actId="1076"/>
          <ac:spMkLst>
            <pc:docMk/>
            <pc:sldMk cId="3045118763" sldId="782"/>
            <ac:spMk id="331" creationId="{0843A8D7-6647-4408-BBE1-99D52403F9B7}"/>
          </ac:spMkLst>
        </pc:spChg>
        <pc:spChg chg="mod">
          <ac:chgData name="翟 锐" userId="fef11181f709266a" providerId="LiveId" clId="{47C3984C-A884-44FB-A44E-DB4C74737F95}" dt="2020-11-06T13:41:36.800" v="2474" actId="1076"/>
          <ac:spMkLst>
            <pc:docMk/>
            <pc:sldMk cId="3045118763" sldId="782"/>
            <ac:spMk id="332" creationId="{0E9F4D9B-19DF-4F8F-95BE-929002F2147A}"/>
          </ac:spMkLst>
        </pc:spChg>
        <pc:spChg chg="mod">
          <ac:chgData name="翟 锐" userId="fef11181f709266a" providerId="LiveId" clId="{47C3984C-A884-44FB-A44E-DB4C74737F95}" dt="2020-11-06T13:41:36.800" v="2474" actId="1076"/>
          <ac:spMkLst>
            <pc:docMk/>
            <pc:sldMk cId="3045118763" sldId="782"/>
            <ac:spMk id="333" creationId="{75F037D6-28AF-4319-B5BC-E01C22562E73}"/>
          </ac:spMkLst>
        </pc:spChg>
        <pc:spChg chg="mod">
          <ac:chgData name="翟 锐" userId="fef11181f709266a" providerId="LiveId" clId="{47C3984C-A884-44FB-A44E-DB4C74737F95}" dt="2020-11-06T13:41:36.800" v="2474" actId="1076"/>
          <ac:spMkLst>
            <pc:docMk/>
            <pc:sldMk cId="3045118763" sldId="782"/>
            <ac:spMk id="334" creationId="{9BEDEBDB-16F5-43C3-83B7-47E1A48D390B}"/>
          </ac:spMkLst>
        </pc:spChg>
        <pc:spChg chg="mod">
          <ac:chgData name="翟 锐" userId="fef11181f709266a" providerId="LiveId" clId="{47C3984C-A884-44FB-A44E-DB4C74737F95}" dt="2020-11-06T13:41:36.800" v="2474" actId="1076"/>
          <ac:spMkLst>
            <pc:docMk/>
            <pc:sldMk cId="3045118763" sldId="782"/>
            <ac:spMk id="335" creationId="{3462D3C3-7E04-4CD8-ACB7-659947D52D9C}"/>
          </ac:spMkLst>
        </pc:spChg>
        <pc:spChg chg="mod">
          <ac:chgData name="翟 锐" userId="fef11181f709266a" providerId="LiveId" clId="{47C3984C-A884-44FB-A44E-DB4C74737F95}" dt="2020-11-06T13:41:36.800" v="2474" actId="1076"/>
          <ac:spMkLst>
            <pc:docMk/>
            <pc:sldMk cId="3045118763" sldId="782"/>
            <ac:spMk id="336" creationId="{A503BFB0-4EB5-449F-A60A-ABD7780B73F7}"/>
          </ac:spMkLst>
        </pc:spChg>
        <pc:spChg chg="mod">
          <ac:chgData name="翟 锐" userId="fef11181f709266a" providerId="LiveId" clId="{47C3984C-A884-44FB-A44E-DB4C74737F95}" dt="2020-11-06T13:41:36.800" v="2474" actId="1076"/>
          <ac:spMkLst>
            <pc:docMk/>
            <pc:sldMk cId="3045118763" sldId="782"/>
            <ac:spMk id="337" creationId="{1364231B-80C7-44B4-B37E-CAF387CAF0C4}"/>
          </ac:spMkLst>
        </pc:spChg>
        <pc:spChg chg="mod">
          <ac:chgData name="翟 锐" userId="fef11181f709266a" providerId="LiveId" clId="{47C3984C-A884-44FB-A44E-DB4C74737F95}" dt="2020-11-06T13:41:36.800" v="2474" actId="1076"/>
          <ac:spMkLst>
            <pc:docMk/>
            <pc:sldMk cId="3045118763" sldId="782"/>
            <ac:spMk id="338" creationId="{EC717BAD-E2A4-4C62-8BC1-E851E051B3C3}"/>
          </ac:spMkLst>
        </pc:spChg>
        <pc:spChg chg="mod">
          <ac:chgData name="翟 锐" userId="fef11181f709266a" providerId="LiveId" clId="{47C3984C-A884-44FB-A44E-DB4C74737F95}" dt="2020-11-06T13:41:36.800" v="2474" actId="1076"/>
          <ac:spMkLst>
            <pc:docMk/>
            <pc:sldMk cId="3045118763" sldId="782"/>
            <ac:spMk id="339" creationId="{4615B499-9937-4663-B166-4CFB332ED18B}"/>
          </ac:spMkLst>
        </pc:spChg>
        <pc:spChg chg="mod">
          <ac:chgData name="翟 锐" userId="fef11181f709266a" providerId="LiveId" clId="{47C3984C-A884-44FB-A44E-DB4C74737F95}" dt="2020-11-06T13:41:36.800" v="2474" actId="1076"/>
          <ac:spMkLst>
            <pc:docMk/>
            <pc:sldMk cId="3045118763" sldId="782"/>
            <ac:spMk id="340" creationId="{13AFE27C-8DE0-4A3D-B18A-ABD81047FEE8}"/>
          </ac:spMkLst>
        </pc:spChg>
        <pc:spChg chg="mod">
          <ac:chgData name="翟 锐" userId="fef11181f709266a" providerId="LiveId" clId="{47C3984C-A884-44FB-A44E-DB4C74737F95}" dt="2020-11-06T13:41:36.800" v="2474" actId="1076"/>
          <ac:spMkLst>
            <pc:docMk/>
            <pc:sldMk cId="3045118763" sldId="782"/>
            <ac:spMk id="341" creationId="{E4754541-BF0F-4FB2-B772-DFEDA4C8721E}"/>
          </ac:spMkLst>
        </pc:spChg>
        <pc:spChg chg="mod">
          <ac:chgData name="翟 锐" userId="fef11181f709266a" providerId="LiveId" clId="{47C3984C-A884-44FB-A44E-DB4C74737F95}" dt="2020-11-06T13:41:36.800" v="2474" actId="1076"/>
          <ac:spMkLst>
            <pc:docMk/>
            <pc:sldMk cId="3045118763" sldId="782"/>
            <ac:spMk id="342" creationId="{8375CED9-356B-4AB9-ACCD-35919436598F}"/>
          </ac:spMkLst>
        </pc:spChg>
        <pc:spChg chg="mod">
          <ac:chgData name="翟 锐" userId="fef11181f709266a" providerId="LiveId" clId="{47C3984C-A884-44FB-A44E-DB4C74737F95}" dt="2020-11-06T13:41:36.800" v="2474" actId="1076"/>
          <ac:spMkLst>
            <pc:docMk/>
            <pc:sldMk cId="3045118763" sldId="782"/>
            <ac:spMk id="343" creationId="{3ECC9098-6E2A-4714-97EF-1AF153CF4ECB}"/>
          </ac:spMkLst>
        </pc:spChg>
        <pc:spChg chg="mod">
          <ac:chgData name="翟 锐" userId="fef11181f709266a" providerId="LiveId" clId="{47C3984C-A884-44FB-A44E-DB4C74737F95}" dt="2020-11-06T13:41:36.800" v="2474" actId="1076"/>
          <ac:spMkLst>
            <pc:docMk/>
            <pc:sldMk cId="3045118763" sldId="782"/>
            <ac:spMk id="344" creationId="{E65DDDEF-1B08-4C9B-B62B-0C5625392434}"/>
          </ac:spMkLst>
        </pc:spChg>
        <pc:spChg chg="mod">
          <ac:chgData name="翟 锐" userId="fef11181f709266a" providerId="LiveId" clId="{47C3984C-A884-44FB-A44E-DB4C74737F95}" dt="2020-11-06T13:41:36.800" v="2474" actId="1076"/>
          <ac:spMkLst>
            <pc:docMk/>
            <pc:sldMk cId="3045118763" sldId="782"/>
            <ac:spMk id="345" creationId="{A90C09E5-13D5-4F5F-B313-67EAF49E1E3F}"/>
          </ac:spMkLst>
        </pc:spChg>
        <pc:spChg chg="mod">
          <ac:chgData name="翟 锐" userId="fef11181f709266a" providerId="LiveId" clId="{47C3984C-A884-44FB-A44E-DB4C74737F95}" dt="2020-11-06T13:41:36.800" v="2474" actId="1076"/>
          <ac:spMkLst>
            <pc:docMk/>
            <pc:sldMk cId="3045118763" sldId="782"/>
            <ac:spMk id="346" creationId="{72F311FC-BD78-4D5A-8A58-015D6CC50693}"/>
          </ac:spMkLst>
        </pc:spChg>
        <pc:spChg chg="mod">
          <ac:chgData name="翟 锐" userId="fef11181f709266a" providerId="LiveId" clId="{47C3984C-A884-44FB-A44E-DB4C74737F95}" dt="2020-11-06T13:41:36.800" v="2474" actId="1076"/>
          <ac:spMkLst>
            <pc:docMk/>
            <pc:sldMk cId="3045118763" sldId="782"/>
            <ac:spMk id="347" creationId="{84EB468C-1AFC-4EF8-940B-148A221F3F87}"/>
          </ac:spMkLst>
        </pc:spChg>
        <pc:spChg chg="mod">
          <ac:chgData name="翟 锐" userId="fef11181f709266a" providerId="LiveId" clId="{47C3984C-A884-44FB-A44E-DB4C74737F95}" dt="2020-11-06T13:41:36.800" v="2474" actId="1076"/>
          <ac:spMkLst>
            <pc:docMk/>
            <pc:sldMk cId="3045118763" sldId="782"/>
            <ac:spMk id="348" creationId="{9C5C6581-6D73-427F-B68A-175AF4F69F29}"/>
          </ac:spMkLst>
        </pc:spChg>
        <pc:spChg chg="mod">
          <ac:chgData name="翟 锐" userId="fef11181f709266a" providerId="LiveId" clId="{47C3984C-A884-44FB-A44E-DB4C74737F95}" dt="2020-11-06T13:41:36.800" v="2474" actId="1076"/>
          <ac:spMkLst>
            <pc:docMk/>
            <pc:sldMk cId="3045118763" sldId="782"/>
            <ac:spMk id="349" creationId="{3879DC48-8678-4E4F-ACD7-7A91FD018441}"/>
          </ac:spMkLst>
        </pc:spChg>
        <pc:spChg chg="mod">
          <ac:chgData name="翟 锐" userId="fef11181f709266a" providerId="LiveId" clId="{47C3984C-A884-44FB-A44E-DB4C74737F95}" dt="2020-11-06T13:41:36.800" v="2474" actId="1076"/>
          <ac:spMkLst>
            <pc:docMk/>
            <pc:sldMk cId="3045118763" sldId="782"/>
            <ac:spMk id="350" creationId="{ACB72E85-F1E8-4538-822C-CE405BEC3706}"/>
          </ac:spMkLst>
        </pc:spChg>
        <pc:spChg chg="mod">
          <ac:chgData name="翟 锐" userId="fef11181f709266a" providerId="LiveId" clId="{47C3984C-A884-44FB-A44E-DB4C74737F95}" dt="2020-11-06T13:41:36.800" v="2474" actId="1076"/>
          <ac:spMkLst>
            <pc:docMk/>
            <pc:sldMk cId="3045118763" sldId="782"/>
            <ac:spMk id="351" creationId="{4B156D23-0866-45A8-8AEC-083CBAC9C6DE}"/>
          </ac:spMkLst>
        </pc:spChg>
        <pc:spChg chg="mod">
          <ac:chgData name="翟 锐" userId="fef11181f709266a" providerId="LiveId" clId="{47C3984C-A884-44FB-A44E-DB4C74737F95}" dt="2020-11-06T13:41:36.800" v="2474" actId="1076"/>
          <ac:spMkLst>
            <pc:docMk/>
            <pc:sldMk cId="3045118763" sldId="782"/>
            <ac:spMk id="352" creationId="{2B57C1A9-07F6-4B48-A734-0BCA6BFF2F16}"/>
          </ac:spMkLst>
        </pc:spChg>
        <pc:spChg chg="mod">
          <ac:chgData name="翟 锐" userId="fef11181f709266a" providerId="LiveId" clId="{47C3984C-A884-44FB-A44E-DB4C74737F95}" dt="2020-11-06T13:41:36.800" v="2474" actId="1076"/>
          <ac:spMkLst>
            <pc:docMk/>
            <pc:sldMk cId="3045118763" sldId="782"/>
            <ac:spMk id="353" creationId="{4DD679EB-D113-4EE3-B771-FD25C1AF2579}"/>
          </ac:spMkLst>
        </pc:spChg>
        <pc:spChg chg="mod">
          <ac:chgData name="翟 锐" userId="fef11181f709266a" providerId="LiveId" clId="{47C3984C-A884-44FB-A44E-DB4C74737F95}" dt="2020-11-06T13:41:36.800" v="2474" actId="1076"/>
          <ac:spMkLst>
            <pc:docMk/>
            <pc:sldMk cId="3045118763" sldId="782"/>
            <ac:spMk id="354" creationId="{AED80BA9-490B-437E-B5A7-E195B5012CE9}"/>
          </ac:spMkLst>
        </pc:spChg>
        <pc:spChg chg="mod">
          <ac:chgData name="翟 锐" userId="fef11181f709266a" providerId="LiveId" clId="{47C3984C-A884-44FB-A44E-DB4C74737F95}" dt="2020-11-06T13:41:36.800" v="2474" actId="1076"/>
          <ac:spMkLst>
            <pc:docMk/>
            <pc:sldMk cId="3045118763" sldId="782"/>
            <ac:spMk id="355" creationId="{6F6517F3-BFD3-4E8F-AFB3-D7C16E633AB3}"/>
          </ac:spMkLst>
        </pc:spChg>
        <pc:spChg chg="mod">
          <ac:chgData name="翟 锐" userId="fef11181f709266a" providerId="LiveId" clId="{47C3984C-A884-44FB-A44E-DB4C74737F95}" dt="2020-11-06T13:41:36.800" v="2474" actId="1076"/>
          <ac:spMkLst>
            <pc:docMk/>
            <pc:sldMk cId="3045118763" sldId="782"/>
            <ac:spMk id="356" creationId="{C530F36C-5139-422F-92D7-140AC6AD7AC0}"/>
          </ac:spMkLst>
        </pc:spChg>
        <pc:spChg chg="mod">
          <ac:chgData name="翟 锐" userId="fef11181f709266a" providerId="LiveId" clId="{47C3984C-A884-44FB-A44E-DB4C74737F95}" dt="2020-11-06T13:41:36.800" v="2474" actId="1076"/>
          <ac:spMkLst>
            <pc:docMk/>
            <pc:sldMk cId="3045118763" sldId="782"/>
            <ac:spMk id="357" creationId="{F8B3791C-1503-45C2-96FC-7330E04D4177}"/>
          </ac:spMkLst>
        </pc:spChg>
        <pc:spChg chg="mod">
          <ac:chgData name="翟 锐" userId="fef11181f709266a" providerId="LiveId" clId="{47C3984C-A884-44FB-A44E-DB4C74737F95}" dt="2020-11-06T13:41:36.800" v="2474" actId="1076"/>
          <ac:spMkLst>
            <pc:docMk/>
            <pc:sldMk cId="3045118763" sldId="782"/>
            <ac:spMk id="358" creationId="{765EF463-BFC7-46C1-B79A-D5967E234B82}"/>
          </ac:spMkLst>
        </pc:spChg>
        <pc:spChg chg="mod">
          <ac:chgData name="翟 锐" userId="fef11181f709266a" providerId="LiveId" clId="{47C3984C-A884-44FB-A44E-DB4C74737F95}" dt="2020-11-06T13:41:36.800" v="2474" actId="1076"/>
          <ac:spMkLst>
            <pc:docMk/>
            <pc:sldMk cId="3045118763" sldId="782"/>
            <ac:spMk id="359" creationId="{C2331811-635A-4A35-82DB-A20D6140EF44}"/>
          </ac:spMkLst>
        </pc:spChg>
        <pc:spChg chg="mod">
          <ac:chgData name="翟 锐" userId="fef11181f709266a" providerId="LiveId" clId="{47C3984C-A884-44FB-A44E-DB4C74737F95}" dt="2020-11-06T13:41:36.800" v="2474" actId="1076"/>
          <ac:spMkLst>
            <pc:docMk/>
            <pc:sldMk cId="3045118763" sldId="782"/>
            <ac:spMk id="360" creationId="{CEAF8F84-4A89-430E-BE93-FF648E814DD3}"/>
          </ac:spMkLst>
        </pc:spChg>
        <pc:spChg chg="mod">
          <ac:chgData name="翟 锐" userId="fef11181f709266a" providerId="LiveId" clId="{47C3984C-A884-44FB-A44E-DB4C74737F95}" dt="2020-11-06T13:41:36.800" v="2474" actId="1076"/>
          <ac:spMkLst>
            <pc:docMk/>
            <pc:sldMk cId="3045118763" sldId="782"/>
            <ac:spMk id="361" creationId="{EADB61D6-0A83-44CD-B2E8-280323EE7E8A}"/>
          </ac:spMkLst>
        </pc:spChg>
        <pc:spChg chg="mod">
          <ac:chgData name="翟 锐" userId="fef11181f709266a" providerId="LiveId" clId="{47C3984C-A884-44FB-A44E-DB4C74737F95}" dt="2020-11-06T13:41:36.800" v="2474" actId="1076"/>
          <ac:spMkLst>
            <pc:docMk/>
            <pc:sldMk cId="3045118763" sldId="782"/>
            <ac:spMk id="362" creationId="{677E5F9C-B786-4D31-9B0E-64D53034D601}"/>
          </ac:spMkLst>
        </pc:spChg>
        <pc:spChg chg="mod">
          <ac:chgData name="翟 锐" userId="fef11181f709266a" providerId="LiveId" clId="{47C3984C-A884-44FB-A44E-DB4C74737F95}" dt="2020-11-06T13:41:36.800" v="2474" actId="1076"/>
          <ac:spMkLst>
            <pc:docMk/>
            <pc:sldMk cId="3045118763" sldId="782"/>
            <ac:spMk id="363" creationId="{5F1993BB-3FED-40ED-A2B5-721555523912}"/>
          </ac:spMkLst>
        </pc:spChg>
        <pc:spChg chg="mod">
          <ac:chgData name="翟 锐" userId="fef11181f709266a" providerId="LiveId" clId="{47C3984C-A884-44FB-A44E-DB4C74737F95}" dt="2020-11-06T13:41:36.800" v="2474" actId="1076"/>
          <ac:spMkLst>
            <pc:docMk/>
            <pc:sldMk cId="3045118763" sldId="782"/>
            <ac:spMk id="364" creationId="{5450275B-722D-41BD-82C9-3BEE60606866}"/>
          </ac:spMkLst>
        </pc:spChg>
        <pc:spChg chg="mod">
          <ac:chgData name="翟 锐" userId="fef11181f709266a" providerId="LiveId" clId="{47C3984C-A884-44FB-A44E-DB4C74737F95}" dt="2020-11-06T13:41:36.800" v="2474" actId="1076"/>
          <ac:spMkLst>
            <pc:docMk/>
            <pc:sldMk cId="3045118763" sldId="782"/>
            <ac:spMk id="365" creationId="{A7DAFBE1-D5FF-4376-9B33-09349EC0F3C2}"/>
          </ac:spMkLst>
        </pc:spChg>
        <pc:spChg chg="mod">
          <ac:chgData name="翟 锐" userId="fef11181f709266a" providerId="LiveId" clId="{47C3984C-A884-44FB-A44E-DB4C74737F95}" dt="2020-11-06T13:41:36.800" v="2474" actId="1076"/>
          <ac:spMkLst>
            <pc:docMk/>
            <pc:sldMk cId="3045118763" sldId="782"/>
            <ac:spMk id="366" creationId="{10D475B2-010F-4584-AD5D-68C387F83B4E}"/>
          </ac:spMkLst>
        </pc:spChg>
        <pc:spChg chg="mod">
          <ac:chgData name="翟 锐" userId="fef11181f709266a" providerId="LiveId" clId="{47C3984C-A884-44FB-A44E-DB4C74737F95}" dt="2020-11-06T13:41:36.800" v="2474" actId="1076"/>
          <ac:spMkLst>
            <pc:docMk/>
            <pc:sldMk cId="3045118763" sldId="782"/>
            <ac:spMk id="367" creationId="{3F9B6BBA-3C96-460D-B5AF-523645990FE8}"/>
          </ac:spMkLst>
        </pc:spChg>
        <pc:spChg chg="mod">
          <ac:chgData name="翟 锐" userId="fef11181f709266a" providerId="LiveId" clId="{47C3984C-A884-44FB-A44E-DB4C74737F95}" dt="2020-11-06T13:41:36.800" v="2474" actId="1076"/>
          <ac:spMkLst>
            <pc:docMk/>
            <pc:sldMk cId="3045118763" sldId="782"/>
            <ac:spMk id="368" creationId="{95A71E28-AC65-4D51-88BE-22D2F4850025}"/>
          </ac:spMkLst>
        </pc:spChg>
        <pc:spChg chg="mod">
          <ac:chgData name="翟 锐" userId="fef11181f709266a" providerId="LiveId" clId="{47C3984C-A884-44FB-A44E-DB4C74737F95}" dt="2020-11-06T13:41:36.800" v="2474" actId="1076"/>
          <ac:spMkLst>
            <pc:docMk/>
            <pc:sldMk cId="3045118763" sldId="782"/>
            <ac:spMk id="369" creationId="{1FCFDB08-F5FD-4591-8C95-38E383A6C808}"/>
          </ac:spMkLst>
        </pc:spChg>
        <pc:spChg chg="mod">
          <ac:chgData name="翟 锐" userId="fef11181f709266a" providerId="LiveId" clId="{47C3984C-A884-44FB-A44E-DB4C74737F95}" dt="2020-11-06T13:41:36.800" v="2474" actId="1076"/>
          <ac:spMkLst>
            <pc:docMk/>
            <pc:sldMk cId="3045118763" sldId="782"/>
            <ac:spMk id="370" creationId="{E099E4A9-475D-48EA-A9B9-C7A8DA623CAC}"/>
          </ac:spMkLst>
        </pc:spChg>
        <pc:spChg chg="mod">
          <ac:chgData name="翟 锐" userId="fef11181f709266a" providerId="LiveId" clId="{47C3984C-A884-44FB-A44E-DB4C74737F95}" dt="2020-11-06T13:41:36.800" v="2474" actId="1076"/>
          <ac:spMkLst>
            <pc:docMk/>
            <pc:sldMk cId="3045118763" sldId="782"/>
            <ac:spMk id="371" creationId="{050F0059-81C9-4B6C-B4CC-F20AF6971262}"/>
          </ac:spMkLst>
        </pc:spChg>
        <pc:spChg chg="mod">
          <ac:chgData name="翟 锐" userId="fef11181f709266a" providerId="LiveId" clId="{47C3984C-A884-44FB-A44E-DB4C74737F95}" dt="2020-11-06T13:41:36.800" v="2474" actId="1076"/>
          <ac:spMkLst>
            <pc:docMk/>
            <pc:sldMk cId="3045118763" sldId="782"/>
            <ac:spMk id="372" creationId="{83A3705B-5F80-4FF4-A630-EB04455E3559}"/>
          </ac:spMkLst>
        </pc:spChg>
        <pc:spChg chg="mod">
          <ac:chgData name="翟 锐" userId="fef11181f709266a" providerId="LiveId" clId="{47C3984C-A884-44FB-A44E-DB4C74737F95}" dt="2020-11-06T13:41:36.800" v="2474" actId="1076"/>
          <ac:spMkLst>
            <pc:docMk/>
            <pc:sldMk cId="3045118763" sldId="782"/>
            <ac:spMk id="373" creationId="{C840649A-3751-47B2-BAF1-8F09E40BA4E6}"/>
          </ac:spMkLst>
        </pc:spChg>
        <pc:spChg chg="mod">
          <ac:chgData name="翟 锐" userId="fef11181f709266a" providerId="LiveId" clId="{47C3984C-A884-44FB-A44E-DB4C74737F95}" dt="2020-11-06T13:41:36.800" v="2474" actId="1076"/>
          <ac:spMkLst>
            <pc:docMk/>
            <pc:sldMk cId="3045118763" sldId="782"/>
            <ac:spMk id="374" creationId="{068DF2C9-A2DA-4EAB-BF9F-61239312B235}"/>
          </ac:spMkLst>
        </pc:spChg>
        <pc:spChg chg="mod">
          <ac:chgData name="翟 锐" userId="fef11181f709266a" providerId="LiveId" clId="{47C3984C-A884-44FB-A44E-DB4C74737F95}" dt="2020-11-06T13:41:36.800" v="2474" actId="1076"/>
          <ac:spMkLst>
            <pc:docMk/>
            <pc:sldMk cId="3045118763" sldId="782"/>
            <ac:spMk id="375" creationId="{1101521B-733F-46E8-BC20-F2E5498DF3E6}"/>
          </ac:spMkLst>
        </pc:spChg>
        <pc:spChg chg="mod">
          <ac:chgData name="翟 锐" userId="fef11181f709266a" providerId="LiveId" clId="{47C3984C-A884-44FB-A44E-DB4C74737F95}" dt="2020-11-06T13:41:36.800" v="2474" actId="1076"/>
          <ac:spMkLst>
            <pc:docMk/>
            <pc:sldMk cId="3045118763" sldId="782"/>
            <ac:spMk id="376" creationId="{606DBF0E-6846-4B81-A6B2-885741FDE9E5}"/>
          </ac:spMkLst>
        </pc:spChg>
        <pc:spChg chg="mod">
          <ac:chgData name="翟 锐" userId="fef11181f709266a" providerId="LiveId" clId="{47C3984C-A884-44FB-A44E-DB4C74737F95}" dt="2020-11-06T13:41:36.800" v="2474" actId="1076"/>
          <ac:spMkLst>
            <pc:docMk/>
            <pc:sldMk cId="3045118763" sldId="782"/>
            <ac:spMk id="377" creationId="{4C63D1A9-BB13-402C-BAB2-F8EF5C1553C4}"/>
          </ac:spMkLst>
        </pc:spChg>
        <pc:spChg chg="mod">
          <ac:chgData name="翟 锐" userId="fef11181f709266a" providerId="LiveId" clId="{47C3984C-A884-44FB-A44E-DB4C74737F95}" dt="2020-11-06T13:41:36.800" v="2474" actId="1076"/>
          <ac:spMkLst>
            <pc:docMk/>
            <pc:sldMk cId="3045118763" sldId="782"/>
            <ac:spMk id="378" creationId="{4D72D715-5C5C-4A15-91B1-CB8A17FC72DC}"/>
          </ac:spMkLst>
        </pc:spChg>
        <pc:spChg chg="mod">
          <ac:chgData name="翟 锐" userId="fef11181f709266a" providerId="LiveId" clId="{47C3984C-A884-44FB-A44E-DB4C74737F95}" dt="2020-11-06T13:41:36.800" v="2474" actId="1076"/>
          <ac:spMkLst>
            <pc:docMk/>
            <pc:sldMk cId="3045118763" sldId="782"/>
            <ac:spMk id="379" creationId="{AF9A3763-8A9C-4395-BAFE-09F8FD4C0176}"/>
          </ac:spMkLst>
        </pc:spChg>
        <pc:spChg chg="mod">
          <ac:chgData name="翟 锐" userId="fef11181f709266a" providerId="LiveId" clId="{47C3984C-A884-44FB-A44E-DB4C74737F95}" dt="2020-11-06T13:41:36.800" v="2474" actId="1076"/>
          <ac:spMkLst>
            <pc:docMk/>
            <pc:sldMk cId="3045118763" sldId="782"/>
            <ac:spMk id="380" creationId="{7DCD9D36-EFC0-4562-853A-E5DCE1200BB8}"/>
          </ac:spMkLst>
        </pc:spChg>
        <pc:spChg chg="mod">
          <ac:chgData name="翟 锐" userId="fef11181f709266a" providerId="LiveId" clId="{47C3984C-A884-44FB-A44E-DB4C74737F95}" dt="2020-11-06T13:41:36.800" v="2474" actId="1076"/>
          <ac:spMkLst>
            <pc:docMk/>
            <pc:sldMk cId="3045118763" sldId="782"/>
            <ac:spMk id="381" creationId="{310C29DC-C13D-497E-BB80-13229B53DBF4}"/>
          </ac:spMkLst>
        </pc:spChg>
        <pc:spChg chg="mod">
          <ac:chgData name="翟 锐" userId="fef11181f709266a" providerId="LiveId" clId="{47C3984C-A884-44FB-A44E-DB4C74737F95}" dt="2020-11-06T13:41:36.800" v="2474" actId="1076"/>
          <ac:spMkLst>
            <pc:docMk/>
            <pc:sldMk cId="3045118763" sldId="782"/>
            <ac:spMk id="382" creationId="{F2606942-9F9E-41A4-A34F-C6482DE06952}"/>
          </ac:spMkLst>
        </pc:spChg>
        <pc:spChg chg="mod">
          <ac:chgData name="翟 锐" userId="fef11181f709266a" providerId="LiveId" clId="{47C3984C-A884-44FB-A44E-DB4C74737F95}" dt="2020-11-06T13:41:36.800" v="2474" actId="1076"/>
          <ac:spMkLst>
            <pc:docMk/>
            <pc:sldMk cId="3045118763" sldId="782"/>
            <ac:spMk id="383" creationId="{7A84A2BC-2691-4EEC-878B-7E2C64ECB495}"/>
          </ac:spMkLst>
        </pc:spChg>
        <pc:spChg chg="mod">
          <ac:chgData name="翟 锐" userId="fef11181f709266a" providerId="LiveId" clId="{47C3984C-A884-44FB-A44E-DB4C74737F95}" dt="2020-11-06T13:41:36.800" v="2474" actId="1076"/>
          <ac:spMkLst>
            <pc:docMk/>
            <pc:sldMk cId="3045118763" sldId="782"/>
            <ac:spMk id="384" creationId="{36E0F7B3-D141-4EE5-BA58-B026A52E8B13}"/>
          </ac:spMkLst>
        </pc:spChg>
        <pc:spChg chg="mod">
          <ac:chgData name="翟 锐" userId="fef11181f709266a" providerId="LiveId" clId="{47C3984C-A884-44FB-A44E-DB4C74737F95}" dt="2020-11-06T13:41:36.800" v="2474" actId="1076"/>
          <ac:spMkLst>
            <pc:docMk/>
            <pc:sldMk cId="3045118763" sldId="782"/>
            <ac:spMk id="385" creationId="{6716A9A3-D581-4650-A14A-E7B8108CCA90}"/>
          </ac:spMkLst>
        </pc:spChg>
        <pc:spChg chg="mod">
          <ac:chgData name="翟 锐" userId="fef11181f709266a" providerId="LiveId" clId="{47C3984C-A884-44FB-A44E-DB4C74737F95}" dt="2020-11-06T13:41:36.800" v="2474" actId="1076"/>
          <ac:spMkLst>
            <pc:docMk/>
            <pc:sldMk cId="3045118763" sldId="782"/>
            <ac:spMk id="386" creationId="{4EA513DA-1AF1-4A82-BFD2-6BDDBC490098}"/>
          </ac:spMkLst>
        </pc:spChg>
        <pc:spChg chg="mod">
          <ac:chgData name="翟 锐" userId="fef11181f709266a" providerId="LiveId" clId="{47C3984C-A884-44FB-A44E-DB4C74737F95}" dt="2020-11-06T13:41:36.800" v="2474" actId="1076"/>
          <ac:spMkLst>
            <pc:docMk/>
            <pc:sldMk cId="3045118763" sldId="782"/>
            <ac:spMk id="387" creationId="{06244CBD-6D87-4C7F-B74B-0C3588CED4B8}"/>
          </ac:spMkLst>
        </pc:spChg>
        <pc:spChg chg="mod">
          <ac:chgData name="翟 锐" userId="fef11181f709266a" providerId="LiveId" clId="{47C3984C-A884-44FB-A44E-DB4C74737F95}" dt="2020-11-06T13:41:36.800" v="2474" actId="1076"/>
          <ac:spMkLst>
            <pc:docMk/>
            <pc:sldMk cId="3045118763" sldId="782"/>
            <ac:spMk id="388" creationId="{0F81F355-4100-46C4-8A0B-2A82862722A5}"/>
          </ac:spMkLst>
        </pc:spChg>
        <pc:spChg chg="mod">
          <ac:chgData name="翟 锐" userId="fef11181f709266a" providerId="LiveId" clId="{47C3984C-A884-44FB-A44E-DB4C74737F95}" dt="2020-11-06T13:41:36.800" v="2474" actId="1076"/>
          <ac:spMkLst>
            <pc:docMk/>
            <pc:sldMk cId="3045118763" sldId="782"/>
            <ac:spMk id="389" creationId="{14CBA367-FCAC-47AB-BA77-B04468945002}"/>
          </ac:spMkLst>
        </pc:spChg>
        <pc:spChg chg="mod">
          <ac:chgData name="翟 锐" userId="fef11181f709266a" providerId="LiveId" clId="{47C3984C-A884-44FB-A44E-DB4C74737F95}" dt="2020-11-06T13:41:36.800" v="2474" actId="1076"/>
          <ac:spMkLst>
            <pc:docMk/>
            <pc:sldMk cId="3045118763" sldId="782"/>
            <ac:spMk id="390" creationId="{CE0D9C71-333F-47F6-8207-6374429C32DB}"/>
          </ac:spMkLst>
        </pc:spChg>
        <pc:spChg chg="mod">
          <ac:chgData name="翟 锐" userId="fef11181f709266a" providerId="LiveId" clId="{47C3984C-A884-44FB-A44E-DB4C74737F95}" dt="2020-11-06T13:41:36.800" v="2474" actId="1076"/>
          <ac:spMkLst>
            <pc:docMk/>
            <pc:sldMk cId="3045118763" sldId="782"/>
            <ac:spMk id="391" creationId="{CC631899-8DC0-41F9-AAAB-A18F85F30391}"/>
          </ac:spMkLst>
        </pc:spChg>
        <pc:spChg chg="mod">
          <ac:chgData name="翟 锐" userId="fef11181f709266a" providerId="LiveId" clId="{47C3984C-A884-44FB-A44E-DB4C74737F95}" dt="2020-11-06T13:41:36.800" v="2474" actId="1076"/>
          <ac:spMkLst>
            <pc:docMk/>
            <pc:sldMk cId="3045118763" sldId="782"/>
            <ac:spMk id="392" creationId="{BA5B3A20-119A-4E2E-A1BF-B3EF7391E5DD}"/>
          </ac:spMkLst>
        </pc:spChg>
        <pc:spChg chg="mod">
          <ac:chgData name="翟 锐" userId="fef11181f709266a" providerId="LiveId" clId="{47C3984C-A884-44FB-A44E-DB4C74737F95}" dt="2020-11-06T13:41:36.800" v="2474" actId="1076"/>
          <ac:spMkLst>
            <pc:docMk/>
            <pc:sldMk cId="3045118763" sldId="782"/>
            <ac:spMk id="393" creationId="{BCF233CB-B49B-4A34-934D-AE778B35D77F}"/>
          </ac:spMkLst>
        </pc:spChg>
        <pc:spChg chg="mod">
          <ac:chgData name="翟 锐" userId="fef11181f709266a" providerId="LiveId" clId="{47C3984C-A884-44FB-A44E-DB4C74737F95}" dt="2020-11-06T13:41:36.800" v="2474" actId="1076"/>
          <ac:spMkLst>
            <pc:docMk/>
            <pc:sldMk cId="3045118763" sldId="782"/>
            <ac:spMk id="394" creationId="{1366EDF7-68A5-4D3F-9CEF-EFAA0E4A338A}"/>
          </ac:spMkLst>
        </pc:spChg>
        <pc:spChg chg="mod">
          <ac:chgData name="翟 锐" userId="fef11181f709266a" providerId="LiveId" clId="{47C3984C-A884-44FB-A44E-DB4C74737F95}" dt="2020-11-06T13:41:36.800" v="2474" actId="1076"/>
          <ac:spMkLst>
            <pc:docMk/>
            <pc:sldMk cId="3045118763" sldId="782"/>
            <ac:spMk id="395" creationId="{818AF5C3-955F-4E71-B868-0DBCEA37FD5B}"/>
          </ac:spMkLst>
        </pc:spChg>
        <pc:spChg chg="mod">
          <ac:chgData name="翟 锐" userId="fef11181f709266a" providerId="LiveId" clId="{47C3984C-A884-44FB-A44E-DB4C74737F95}" dt="2020-11-06T13:41:36.800" v="2474" actId="1076"/>
          <ac:spMkLst>
            <pc:docMk/>
            <pc:sldMk cId="3045118763" sldId="782"/>
            <ac:spMk id="396" creationId="{001C3842-8C2C-483E-BC43-FB98B0B1BD22}"/>
          </ac:spMkLst>
        </pc:spChg>
        <pc:spChg chg="mod">
          <ac:chgData name="翟 锐" userId="fef11181f709266a" providerId="LiveId" clId="{47C3984C-A884-44FB-A44E-DB4C74737F95}" dt="2020-11-06T13:41:36.800" v="2474" actId="1076"/>
          <ac:spMkLst>
            <pc:docMk/>
            <pc:sldMk cId="3045118763" sldId="782"/>
            <ac:spMk id="397" creationId="{9DB55610-4111-41B3-80AE-10E4AB67ABF7}"/>
          </ac:spMkLst>
        </pc:spChg>
        <pc:spChg chg="mod">
          <ac:chgData name="翟 锐" userId="fef11181f709266a" providerId="LiveId" clId="{47C3984C-A884-44FB-A44E-DB4C74737F95}" dt="2020-11-06T13:41:36.800" v="2474" actId="1076"/>
          <ac:spMkLst>
            <pc:docMk/>
            <pc:sldMk cId="3045118763" sldId="782"/>
            <ac:spMk id="398" creationId="{00EB2DED-ADD1-487C-BA6A-EF09BE3ED2E4}"/>
          </ac:spMkLst>
        </pc:spChg>
        <pc:grpChg chg="add del mod">
          <ac:chgData name="翟 锐" userId="fef11181f709266a" providerId="LiveId" clId="{47C3984C-A884-44FB-A44E-DB4C74737F95}" dt="2020-11-06T13:41:36.800" v="2474" actId="1076"/>
          <ac:grpSpMkLst>
            <pc:docMk/>
            <pc:sldMk cId="3045118763" sldId="782"/>
            <ac:grpSpMk id="6" creationId="{905ED5A3-6A2E-42BD-8E91-AB7BC2F062F2}"/>
          </ac:grpSpMkLst>
        </pc:grpChg>
        <pc:grpChg chg="mod">
          <ac:chgData name="翟 锐" userId="fef11181f709266a" providerId="LiveId" clId="{47C3984C-A884-44FB-A44E-DB4C74737F95}" dt="2020-11-06T13:41:36.800" v="2474" actId="1076"/>
          <ac:grpSpMkLst>
            <pc:docMk/>
            <pc:sldMk cId="3045118763" sldId="782"/>
            <ac:grpSpMk id="7" creationId="{9587B5E9-2667-4A56-A02F-00E75812932E}"/>
          </ac:grpSpMkLst>
        </pc:grpChg>
        <pc:cxnChg chg="add del">
          <ac:chgData name="翟 锐" userId="fef11181f709266a" providerId="LiveId" clId="{47C3984C-A884-44FB-A44E-DB4C74737F95}" dt="2020-10-27T03:41:32.916" v="1557" actId="478"/>
          <ac:cxnSpMkLst>
            <pc:docMk/>
            <pc:sldMk cId="3045118763" sldId="782"/>
            <ac:cxnSpMk id="33" creationId="{00000000-0000-0000-0000-000000000000}"/>
          </ac:cxnSpMkLst>
        </pc:cxnChg>
      </pc:sldChg>
      <pc:sldChg chg="addSp delSp modSp add mod delAnim">
        <pc:chgData name="翟 锐" userId="fef11181f709266a" providerId="LiveId" clId="{47C3984C-A884-44FB-A44E-DB4C74737F95}" dt="2020-10-27T03:41:03.833" v="1551" actId="1076"/>
        <pc:sldMkLst>
          <pc:docMk/>
          <pc:sldMk cId="850587478" sldId="783"/>
        </pc:sldMkLst>
        <pc:spChg chg="del">
          <ac:chgData name="翟 锐" userId="fef11181f709266a" providerId="LiveId" clId="{47C3984C-A884-44FB-A44E-DB4C74737F95}" dt="2020-10-27T03:40:36.122" v="1541" actId="478"/>
          <ac:spMkLst>
            <pc:docMk/>
            <pc:sldMk cId="850587478" sldId="783"/>
            <ac:spMk id="2" creationId="{1A343DEC-CFF6-41F5-B87C-0DFC08C67B76}"/>
          </ac:spMkLst>
        </pc:spChg>
        <pc:spChg chg="del">
          <ac:chgData name="翟 锐" userId="fef11181f709266a" providerId="LiveId" clId="{47C3984C-A884-44FB-A44E-DB4C74737F95}" dt="2020-10-27T03:40:44.253" v="1544" actId="478"/>
          <ac:spMkLst>
            <pc:docMk/>
            <pc:sldMk cId="850587478" sldId="783"/>
            <ac:spMk id="34" creationId="{00000000-0000-0000-0000-000000000000}"/>
          </ac:spMkLst>
        </pc:spChg>
        <pc:spChg chg="del">
          <ac:chgData name="翟 锐" userId="fef11181f709266a" providerId="LiveId" clId="{47C3984C-A884-44FB-A44E-DB4C74737F95}" dt="2020-10-27T03:40:44.253" v="1544" actId="478"/>
          <ac:spMkLst>
            <pc:docMk/>
            <pc:sldMk cId="850587478" sldId="783"/>
            <ac:spMk id="35" creationId="{00000000-0000-0000-0000-000000000000}"/>
          </ac:spMkLst>
        </pc:spChg>
        <pc:picChg chg="add del mod">
          <ac:chgData name="翟 锐" userId="fef11181f709266a" providerId="LiveId" clId="{47C3984C-A884-44FB-A44E-DB4C74737F95}" dt="2020-10-27T03:40:42.952" v="1543"/>
          <ac:picMkLst>
            <pc:docMk/>
            <pc:sldMk cId="850587478" sldId="783"/>
            <ac:picMk id="6" creationId="{C8DC101F-6627-4372-80C2-172FA45AE143}"/>
          </ac:picMkLst>
        </pc:picChg>
        <pc:picChg chg="add mod">
          <ac:chgData name="翟 锐" userId="fef11181f709266a" providerId="LiveId" clId="{47C3984C-A884-44FB-A44E-DB4C74737F95}" dt="2020-10-27T03:41:03.833" v="1551" actId="1076"/>
          <ac:picMkLst>
            <pc:docMk/>
            <pc:sldMk cId="850587478" sldId="783"/>
            <ac:picMk id="7" creationId="{D7E4D6E4-A5FE-4275-9187-330435E7D77B}"/>
          </ac:picMkLst>
        </pc:picChg>
        <pc:cxnChg chg="del">
          <ac:chgData name="翟 锐" userId="fef11181f709266a" providerId="LiveId" clId="{47C3984C-A884-44FB-A44E-DB4C74737F95}" dt="2020-10-27T03:40:44.253" v="1544" actId="478"/>
          <ac:cxnSpMkLst>
            <pc:docMk/>
            <pc:sldMk cId="850587478" sldId="783"/>
            <ac:cxnSpMk id="33" creationId="{00000000-0000-0000-0000-000000000000}"/>
          </ac:cxnSpMkLst>
        </pc:cxnChg>
      </pc:sldChg>
      <pc:sldChg chg="addSp delSp modSp add mod">
        <pc:chgData name="翟 锐" userId="fef11181f709266a" providerId="LiveId" clId="{47C3984C-A884-44FB-A44E-DB4C74737F95}" dt="2020-10-27T03:42:43.183" v="1583" actId="1076"/>
        <pc:sldMkLst>
          <pc:docMk/>
          <pc:sldMk cId="1710156554" sldId="784"/>
        </pc:sldMkLst>
        <pc:spChg chg="del">
          <ac:chgData name="翟 锐" userId="fef11181f709266a" providerId="LiveId" clId="{47C3984C-A884-44FB-A44E-DB4C74737F95}" dt="2020-10-27T03:42:34.714" v="1578" actId="478"/>
          <ac:spMkLst>
            <pc:docMk/>
            <pc:sldMk cId="1710156554" sldId="784"/>
            <ac:spMk id="2" creationId="{1A343DEC-CFF6-41F5-B87C-0DFC08C67B76}"/>
          </ac:spMkLst>
        </pc:spChg>
        <pc:picChg chg="add mod">
          <ac:chgData name="翟 锐" userId="fef11181f709266a" providerId="LiveId" clId="{47C3984C-A884-44FB-A44E-DB4C74737F95}" dt="2020-10-27T03:42:43.183" v="1583" actId="1076"/>
          <ac:picMkLst>
            <pc:docMk/>
            <pc:sldMk cId="1710156554" sldId="784"/>
            <ac:picMk id="3" creationId="{478FF7C4-8977-49C1-85C4-0E88A740BB55}"/>
          </ac:picMkLst>
        </pc:picChg>
      </pc:sldChg>
      <pc:sldChg chg="add del">
        <pc:chgData name="翟 锐" userId="fef11181f709266a" providerId="LiveId" clId="{47C3984C-A884-44FB-A44E-DB4C74737F95}" dt="2020-11-06T14:18:02.411" v="3295" actId="2696"/>
        <pc:sldMkLst>
          <pc:docMk/>
          <pc:sldMk cId="3523059944" sldId="785"/>
        </pc:sldMkLst>
      </pc:sldChg>
      <pc:sldChg chg="modSp add mod">
        <pc:chgData name="翟 锐" userId="fef11181f709266a" providerId="LiveId" clId="{47C3984C-A884-44FB-A44E-DB4C74737F95}" dt="2020-10-27T03:43:33.653" v="1605"/>
        <pc:sldMkLst>
          <pc:docMk/>
          <pc:sldMk cId="1487810006" sldId="786"/>
        </pc:sldMkLst>
        <pc:spChg chg="mod">
          <ac:chgData name="翟 锐" userId="fef11181f709266a" providerId="LiveId" clId="{47C3984C-A884-44FB-A44E-DB4C74737F95}" dt="2020-10-27T03:43:20.654" v="1589"/>
          <ac:spMkLst>
            <pc:docMk/>
            <pc:sldMk cId="1487810006" sldId="786"/>
            <ac:spMk id="2" creationId="{1A343DEC-CFF6-41F5-B87C-0DFC08C67B76}"/>
          </ac:spMkLst>
        </pc:spChg>
        <pc:spChg chg="mod">
          <ac:chgData name="翟 锐" userId="fef11181f709266a" providerId="LiveId" clId="{47C3984C-A884-44FB-A44E-DB4C74737F95}" dt="2020-10-27T03:43:33.653" v="1605"/>
          <ac:spMkLst>
            <pc:docMk/>
            <pc:sldMk cId="1487810006" sldId="786"/>
            <ac:spMk id="35" creationId="{00000000-0000-0000-0000-000000000000}"/>
          </ac:spMkLst>
        </pc:spChg>
      </pc:sldChg>
      <pc:sldChg chg="addSp delSp modSp add mod">
        <pc:chgData name="翟 锐" userId="fef11181f709266a" providerId="LiveId" clId="{47C3984C-A884-44FB-A44E-DB4C74737F95}" dt="2020-11-06T14:18:29.399" v="3298" actId="403"/>
        <pc:sldMkLst>
          <pc:docMk/>
          <pc:sldMk cId="3162818090" sldId="787"/>
        </pc:sldMkLst>
        <pc:spChg chg="del">
          <ac:chgData name="翟 锐" userId="fef11181f709266a" providerId="LiveId" clId="{47C3984C-A884-44FB-A44E-DB4C74737F95}" dt="2020-10-27T03:43:51.310" v="1607" actId="478"/>
          <ac:spMkLst>
            <pc:docMk/>
            <pc:sldMk cId="3162818090" sldId="787"/>
            <ac:spMk id="2" creationId="{1A343DEC-CFF6-41F5-B87C-0DFC08C67B76}"/>
          </ac:spMkLst>
        </pc:spChg>
        <pc:spChg chg="add mod">
          <ac:chgData name="翟 锐" userId="fef11181f709266a" providerId="LiveId" clId="{47C3984C-A884-44FB-A44E-DB4C74737F95}" dt="2020-11-06T14:18:29.399" v="3298" actId="403"/>
          <ac:spMkLst>
            <pc:docMk/>
            <pc:sldMk cId="3162818090" sldId="787"/>
            <ac:spMk id="4" creationId="{586C23AD-46CE-4137-BA61-AAD51709F186}"/>
          </ac:spMkLst>
        </pc:spChg>
        <pc:spChg chg="mod">
          <ac:chgData name="翟 锐" userId="fef11181f709266a" providerId="LiveId" clId="{47C3984C-A884-44FB-A44E-DB4C74737F95}" dt="2020-10-27T03:43:44.343" v="1606"/>
          <ac:spMkLst>
            <pc:docMk/>
            <pc:sldMk cId="3162818090" sldId="787"/>
            <ac:spMk id="35" creationId="{00000000-0000-0000-0000-000000000000}"/>
          </ac:spMkLst>
        </pc:spChg>
        <pc:graphicFrameChg chg="add mod modGraphic">
          <ac:chgData name="翟 锐" userId="fef11181f709266a" providerId="LiveId" clId="{47C3984C-A884-44FB-A44E-DB4C74737F95}" dt="2020-10-27T03:44:28.634" v="1621" actId="2062"/>
          <ac:graphicFrameMkLst>
            <pc:docMk/>
            <pc:sldMk cId="3162818090" sldId="787"/>
            <ac:graphicFrameMk id="3" creationId="{A2C1D699-6405-4DBE-BBD0-2396B3EB87C9}"/>
          </ac:graphicFrameMkLst>
        </pc:graphicFrameChg>
      </pc:sldChg>
      <pc:sldChg chg="modSp add mod ord">
        <pc:chgData name="翟 锐" userId="fef11181f709266a" providerId="LiveId" clId="{47C3984C-A884-44FB-A44E-DB4C74737F95}" dt="2020-10-27T03:47:21.473" v="1651"/>
        <pc:sldMkLst>
          <pc:docMk/>
          <pc:sldMk cId="2784992184" sldId="788"/>
        </pc:sldMkLst>
        <pc:spChg chg="mod">
          <ac:chgData name="翟 锐" userId="fef11181f709266a" providerId="LiveId" clId="{47C3984C-A884-44FB-A44E-DB4C74737F95}" dt="2020-10-27T03:47:21.473" v="1651"/>
          <ac:spMkLst>
            <pc:docMk/>
            <pc:sldMk cId="2784992184" sldId="788"/>
            <ac:spMk id="2" creationId="{1A343DEC-CFF6-41F5-B87C-0DFC08C67B76}"/>
          </ac:spMkLst>
        </pc:spChg>
      </pc:sldChg>
      <pc:sldChg chg="addSp delSp modSp add mod">
        <pc:chgData name="翟 锐" userId="fef11181f709266a" providerId="LiveId" clId="{47C3984C-A884-44FB-A44E-DB4C74737F95}" dt="2020-10-27T03:46:19.724" v="1639" actId="1076"/>
        <pc:sldMkLst>
          <pc:docMk/>
          <pc:sldMk cId="2241181161" sldId="789"/>
        </pc:sldMkLst>
        <pc:spChg chg="del">
          <ac:chgData name="翟 锐" userId="fef11181f709266a" providerId="LiveId" clId="{47C3984C-A884-44FB-A44E-DB4C74737F95}" dt="2020-10-27T03:45:52.256" v="1629" actId="478"/>
          <ac:spMkLst>
            <pc:docMk/>
            <pc:sldMk cId="2241181161" sldId="789"/>
            <ac:spMk id="2" creationId="{1A343DEC-CFF6-41F5-B87C-0DFC08C67B76}"/>
          </ac:spMkLst>
        </pc:spChg>
        <pc:graphicFrameChg chg="add mod modGraphic">
          <ac:chgData name="翟 锐" userId="fef11181f709266a" providerId="LiveId" clId="{47C3984C-A884-44FB-A44E-DB4C74737F95}" dt="2020-10-27T03:46:19.724" v="1639" actId="1076"/>
          <ac:graphicFrameMkLst>
            <pc:docMk/>
            <pc:sldMk cId="2241181161" sldId="789"/>
            <ac:graphicFrameMk id="3" creationId="{1D9AB493-0D64-47C0-BA37-FF416223405F}"/>
          </ac:graphicFrameMkLst>
        </pc:graphicFrameChg>
      </pc:sldChg>
      <pc:sldChg chg="modSp add mod ord">
        <pc:chgData name="翟 锐" userId="fef11181f709266a" providerId="LiveId" clId="{47C3984C-A884-44FB-A44E-DB4C74737F95}" dt="2020-10-27T03:47:23.684" v="1653"/>
        <pc:sldMkLst>
          <pc:docMk/>
          <pc:sldMk cId="1701121324" sldId="790"/>
        </pc:sldMkLst>
        <pc:spChg chg="mod">
          <ac:chgData name="翟 锐" userId="fef11181f709266a" providerId="LiveId" clId="{47C3984C-A884-44FB-A44E-DB4C74737F95}" dt="2020-10-27T03:47:09.005" v="1648" actId="2711"/>
          <ac:spMkLst>
            <pc:docMk/>
            <pc:sldMk cId="1701121324" sldId="790"/>
            <ac:spMk id="2" creationId="{1A343DEC-CFF6-41F5-B87C-0DFC08C67B76}"/>
          </ac:spMkLst>
        </pc:spChg>
      </pc:sldChg>
      <pc:sldChg chg="addSp delSp modSp add mod modNotesTx">
        <pc:chgData name="翟 锐" userId="fef11181f709266a" providerId="LiveId" clId="{47C3984C-A884-44FB-A44E-DB4C74737F95}" dt="2020-10-27T03:49:30.505" v="1697" actId="6549"/>
        <pc:sldMkLst>
          <pc:docMk/>
          <pc:sldMk cId="178453732" sldId="791"/>
        </pc:sldMkLst>
        <pc:spChg chg="mod">
          <ac:chgData name="翟 锐" userId="fef11181f709266a" providerId="LiveId" clId="{47C3984C-A884-44FB-A44E-DB4C74737F95}" dt="2020-10-27T03:49:30.505" v="1697" actId="6549"/>
          <ac:spMkLst>
            <pc:docMk/>
            <pc:sldMk cId="178453732" sldId="791"/>
            <ac:spMk id="2" creationId="{1A343DEC-CFF6-41F5-B87C-0DFC08C67B76}"/>
          </ac:spMkLst>
        </pc:spChg>
        <pc:spChg chg="add del mod">
          <ac:chgData name="翟 锐" userId="fef11181f709266a" providerId="LiveId" clId="{47C3984C-A884-44FB-A44E-DB4C74737F95}" dt="2020-10-27T03:48:14.845" v="1667" actId="478"/>
          <ac:spMkLst>
            <pc:docMk/>
            <pc:sldMk cId="178453732" sldId="791"/>
            <ac:spMk id="3" creationId="{A1070FA6-EAF7-4A5F-A482-89B6D6B630D7}"/>
          </ac:spMkLst>
        </pc:spChg>
        <pc:spChg chg="add del mod">
          <ac:chgData name="翟 锐" userId="fef11181f709266a" providerId="LiveId" clId="{47C3984C-A884-44FB-A44E-DB4C74737F95}" dt="2020-10-27T03:49:19.925" v="1689" actId="478"/>
          <ac:spMkLst>
            <pc:docMk/>
            <pc:sldMk cId="178453732" sldId="791"/>
            <ac:spMk id="8" creationId="{3BF98535-D5D6-42F7-BC8C-F5CA25D03C9E}"/>
          </ac:spMkLst>
        </pc:spChg>
        <pc:graphicFrameChg chg="add del mod replId">
          <ac:chgData name="翟 锐" userId="fef11181f709266a" providerId="LiveId" clId="{47C3984C-A884-44FB-A44E-DB4C74737F95}" dt="2020-10-27T03:48:11.522" v="1665"/>
          <ac:graphicFrameMkLst>
            <pc:docMk/>
            <pc:sldMk cId="178453732" sldId="791"/>
            <ac:graphicFrameMk id="4" creationId="{A1070FA6-EAF7-4A5F-A482-89B6D6B630D7}"/>
          </ac:graphicFrameMkLst>
        </pc:graphicFrameChg>
        <pc:graphicFrameChg chg="add del mod replId">
          <ac:chgData name="翟 锐" userId="fef11181f709266a" providerId="LiveId" clId="{47C3984C-A884-44FB-A44E-DB4C74737F95}" dt="2020-10-27T03:49:17.495" v="1685"/>
          <ac:graphicFrameMkLst>
            <pc:docMk/>
            <pc:sldMk cId="178453732" sldId="791"/>
            <ac:graphicFrameMk id="9" creationId="{3BF98535-D5D6-42F7-BC8C-F5CA25D03C9E}"/>
          </ac:graphicFrameMkLst>
        </pc:graphicFrameChg>
        <pc:picChg chg="add mod">
          <ac:chgData name="翟 锐" userId="fef11181f709266a" providerId="LiveId" clId="{47C3984C-A884-44FB-A44E-DB4C74737F95}" dt="2020-10-27T03:49:07.685" v="1682" actId="1076"/>
          <ac:picMkLst>
            <pc:docMk/>
            <pc:sldMk cId="178453732" sldId="791"/>
            <ac:picMk id="7" creationId="{DE80010D-C000-4F58-AE34-0A60B91E4D33}"/>
          </ac:picMkLst>
        </pc:picChg>
      </pc:sldChg>
      <pc:sldChg chg="modSp add mod">
        <pc:chgData name="翟 锐" userId="fef11181f709266a" providerId="LiveId" clId="{47C3984C-A884-44FB-A44E-DB4C74737F95}" dt="2020-11-06T14:20:10.602" v="3304" actId="20577"/>
        <pc:sldMkLst>
          <pc:docMk/>
          <pc:sldMk cId="231082213" sldId="792"/>
        </pc:sldMkLst>
        <pc:spChg chg="mod">
          <ac:chgData name="翟 锐" userId="fef11181f709266a" providerId="LiveId" clId="{47C3984C-A884-44FB-A44E-DB4C74737F95}" dt="2020-11-06T14:20:10.602" v="3304" actId="20577"/>
          <ac:spMkLst>
            <pc:docMk/>
            <pc:sldMk cId="231082213" sldId="792"/>
            <ac:spMk id="2" creationId="{1A343DEC-CFF6-41F5-B87C-0DFC08C67B76}"/>
          </ac:spMkLst>
        </pc:spChg>
      </pc:sldChg>
      <pc:sldChg chg="addSp delSp modSp add mod">
        <pc:chgData name="翟 锐" userId="fef11181f709266a" providerId="LiveId" clId="{47C3984C-A884-44FB-A44E-DB4C74737F95}" dt="2020-10-27T03:50:40.985" v="1711" actId="1076"/>
        <pc:sldMkLst>
          <pc:docMk/>
          <pc:sldMk cId="770510887" sldId="793"/>
        </pc:sldMkLst>
        <pc:spChg chg="del">
          <ac:chgData name="翟 锐" userId="fef11181f709266a" providerId="LiveId" clId="{47C3984C-A884-44FB-A44E-DB4C74737F95}" dt="2020-10-27T03:50:28.806" v="1705" actId="478"/>
          <ac:spMkLst>
            <pc:docMk/>
            <pc:sldMk cId="770510887" sldId="793"/>
            <ac:spMk id="2" creationId="{1A343DEC-CFF6-41F5-B87C-0DFC08C67B76}"/>
          </ac:spMkLst>
        </pc:spChg>
        <pc:picChg chg="add mod">
          <ac:chgData name="翟 锐" userId="fef11181f709266a" providerId="LiveId" clId="{47C3984C-A884-44FB-A44E-DB4C74737F95}" dt="2020-10-27T03:50:40.985" v="1711" actId="1076"/>
          <ac:picMkLst>
            <pc:docMk/>
            <pc:sldMk cId="770510887" sldId="793"/>
            <ac:picMk id="3" creationId="{99EEF0BF-ACDC-41CB-BA0A-316953F0DFE6}"/>
          </ac:picMkLst>
        </pc:picChg>
      </pc:sldChg>
      <pc:sldChg chg="addSp delSp modSp add mod">
        <pc:chgData name="翟 锐" userId="fef11181f709266a" providerId="LiveId" clId="{47C3984C-A884-44FB-A44E-DB4C74737F95}" dt="2020-10-27T04:20:37.392" v="1725" actId="1076"/>
        <pc:sldMkLst>
          <pc:docMk/>
          <pc:sldMk cId="2935673861" sldId="794"/>
        </pc:sldMkLst>
        <pc:spChg chg="del">
          <ac:chgData name="翟 锐" userId="fef11181f709266a" providerId="LiveId" clId="{47C3984C-A884-44FB-A44E-DB4C74737F95}" dt="2020-10-27T04:20:24.453" v="1718" actId="478"/>
          <ac:spMkLst>
            <pc:docMk/>
            <pc:sldMk cId="2935673861" sldId="794"/>
            <ac:spMk id="2" creationId="{1A343DEC-CFF6-41F5-B87C-0DFC08C67B76}"/>
          </ac:spMkLst>
        </pc:spChg>
        <pc:picChg chg="add mod">
          <ac:chgData name="翟 锐" userId="fef11181f709266a" providerId="LiveId" clId="{47C3984C-A884-44FB-A44E-DB4C74737F95}" dt="2020-10-27T04:20:37.392" v="1725" actId="1076"/>
          <ac:picMkLst>
            <pc:docMk/>
            <pc:sldMk cId="2935673861" sldId="794"/>
            <ac:picMk id="3" creationId="{3D611FAC-19B0-4501-A489-A5565D0092B8}"/>
          </ac:picMkLst>
        </pc:picChg>
      </pc:sldChg>
      <pc:sldChg chg="addSp delSp modSp add mod">
        <pc:chgData name="翟 锐" userId="fef11181f709266a" providerId="LiveId" clId="{47C3984C-A884-44FB-A44E-DB4C74737F95}" dt="2020-10-27T04:21:08.058" v="1730" actId="1076"/>
        <pc:sldMkLst>
          <pc:docMk/>
          <pc:sldMk cId="3222307726" sldId="795"/>
        </pc:sldMkLst>
        <pc:spChg chg="del">
          <ac:chgData name="翟 锐" userId="fef11181f709266a" providerId="LiveId" clId="{47C3984C-A884-44FB-A44E-DB4C74737F95}" dt="2020-10-27T04:21:00.652" v="1727" actId="478"/>
          <ac:spMkLst>
            <pc:docMk/>
            <pc:sldMk cId="3222307726" sldId="795"/>
            <ac:spMk id="2" creationId="{1A343DEC-CFF6-41F5-B87C-0DFC08C67B76}"/>
          </ac:spMkLst>
        </pc:spChg>
        <pc:picChg chg="add mod">
          <ac:chgData name="翟 锐" userId="fef11181f709266a" providerId="LiveId" clId="{47C3984C-A884-44FB-A44E-DB4C74737F95}" dt="2020-10-27T04:21:08.058" v="1730" actId="1076"/>
          <ac:picMkLst>
            <pc:docMk/>
            <pc:sldMk cId="3222307726" sldId="795"/>
            <ac:picMk id="6" creationId="{63E9C888-FCBC-4FDD-BBAB-48B74CED3658}"/>
          </ac:picMkLst>
        </pc:picChg>
      </pc:sldChg>
      <pc:sldChg chg="addSp delSp modSp add mod">
        <pc:chgData name="翟 锐" userId="fef11181f709266a" providerId="LiveId" clId="{47C3984C-A884-44FB-A44E-DB4C74737F95}" dt="2020-10-27T04:23:19.673" v="1750" actId="1076"/>
        <pc:sldMkLst>
          <pc:docMk/>
          <pc:sldMk cId="1329587251" sldId="796"/>
        </pc:sldMkLst>
        <pc:spChg chg="del">
          <ac:chgData name="翟 锐" userId="fef11181f709266a" providerId="LiveId" clId="{47C3984C-A884-44FB-A44E-DB4C74737F95}" dt="2020-10-27T04:21:33.592" v="1732" actId="478"/>
          <ac:spMkLst>
            <pc:docMk/>
            <pc:sldMk cId="1329587251" sldId="796"/>
            <ac:spMk id="2" creationId="{1A343DEC-CFF6-41F5-B87C-0DFC08C67B76}"/>
          </ac:spMkLst>
        </pc:spChg>
        <pc:picChg chg="add mod">
          <ac:chgData name="翟 锐" userId="fef11181f709266a" providerId="LiveId" clId="{47C3984C-A884-44FB-A44E-DB4C74737F95}" dt="2020-10-27T04:23:19.673" v="1750" actId="1076"/>
          <ac:picMkLst>
            <pc:docMk/>
            <pc:sldMk cId="1329587251" sldId="796"/>
            <ac:picMk id="3" creationId="{7328B243-1EE7-40B5-A7E3-B5CA878B0538}"/>
          </ac:picMkLst>
        </pc:picChg>
      </pc:sldChg>
      <pc:sldChg chg="addSp delSp modSp add mod">
        <pc:chgData name="翟 锐" userId="fef11181f709266a" providerId="LiveId" clId="{47C3984C-A884-44FB-A44E-DB4C74737F95}" dt="2020-10-27T04:22:58.843" v="1745" actId="1076"/>
        <pc:sldMkLst>
          <pc:docMk/>
          <pc:sldMk cId="2531700482" sldId="797"/>
        </pc:sldMkLst>
        <pc:picChg chg="add mod">
          <ac:chgData name="翟 锐" userId="fef11181f709266a" providerId="LiveId" clId="{47C3984C-A884-44FB-A44E-DB4C74737F95}" dt="2020-10-27T04:22:58.843" v="1745" actId="1076"/>
          <ac:picMkLst>
            <pc:docMk/>
            <pc:sldMk cId="2531700482" sldId="797"/>
            <ac:picMk id="2" creationId="{F29230E0-69B4-4A4E-998C-5BE0F7D72877}"/>
          </ac:picMkLst>
        </pc:picChg>
        <pc:picChg chg="del">
          <ac:chgData name="翟 锐" userId="fef11181f709266a" providerId="LiveId" clId="{47C3984C-A884-44FB-A44E-DB4C74737F95}" dt="2020-10-27T04:21:55.446" v="1739" actId="478"/>
          <ac:picMkLst>
            <pc:docMk/>
            <pc:sldMk cId="2531700482" sldId="797"/>
            <ac:picMk id="3" creationId="{7328B243-1EE7-40B5-A7E3-B5CA878B0538}"/>
          </ac:picMkLst>
        </pc:picChg>
      </pc:sldChg>
      <pc:sldChg chg="addSp delSp modSp add mod">
        <pc:chgData name="翟 锐" userId="fef11181f709266a" providerId="LiveId" clId="{47C3984C-A884-44FB-A44E-DB4C74737F95}" dt="2020-10-27T04:24:07.823" v="1759" actId="1076"/>
        <pc:sldMkLst>
          <pc:docMk/>
          <pc:sldMk cId="2228960970" sldId="798"/>
        </pc:sldMkLst>
        <pc:spChg chg="del">
          <ac:chgData name="翟 锐" userId="fef11181f709266a" providerId="LiveId" clId="{47C3984C-A884-44FB-A44E-DB4C74737F95}" dt="2020-10-27T04:23:38.763" v="1753" actId="478"/>
          <ac:spMkLst>
            <pc:docMk/>
            <pc:sldMk cId="2228960970" sldId="798"/>
            <ac:spMk id="2" creationId="{1A343DEC-CFF6-41F5-B87C-0DFC08C67B76}"/>
          </ac:spMkLst>
        </pc:spChg>
        <pc:picChg chg="add mod">
          <ac:chgData name="翟 锐" userId="fef11181f709266a" providerId="LiveId" clId="{47C3984C-A884-44FB-A44E-DB4C74737F95}" dt="2020-10-27T04:24:07.823" v="1759" actId="1076"/>
          <ac:picMkLst>
            <pc:docMk/>
            <pc:sldMk cId="2228960970" sldId="798"/>
            <ac:picMk id="3" creationId="{3F2B6018-90DA-4C55-878D-EB46A9F1D111}"/>
          </ac:picMkLst>
        </pc:picChg>
      </pc:sldChg>
      <pc:sldChg chg="add del">
        <pc:chgData name="翟 锐" userId="fef11181f709266a" providerId="LiveId" clId="{47C3984C-A884-44FB-A44E-DB4C74737F95}" dt="2020-10-27T04:23:57.833" v="1757" actId="47"/>
        <pc:sldMkLst>
          <pc:docMk/>
          <pc:sldMk cId="1570923341" sldId="799"/>
        </pc:sldMkLst>
      </pc:sldChg>
      <pc:sldChg chg="modSp add mod">
        <pc:chgData name="翟 锐" userId="fef11181f709266a" providerId="LiveId" clId="{47C3984C-A884-44FB-A44E-DB4C74737F95}" dt="2020-10-27T05:22:21.643" v="2248" actId="20577"/>
        <pc:sldMkLst>
          <pc:docMk/>
          <pc:sldMk cId="3031786825" sldId="799"/>
        </pc:sldMkLst>
        <pc:spChg chg="mod">
          <ac:chgData name="翟 锐" userId="fef11181f709266a" providerId="LiveId" clId="{47C3984C-A884-44FB-A44E-DB4C74737F95}" dt="2020-10-27T04:26:10.324" v="1768" actId="21"/>
          <ac:spMkLst>
            <pc:docMk/>
            <pc:sldMk cId="3031786825" sldId="799"/>
            <ac:spMk id="2" creationId="{1A343DEC-CFF6-41F5-B87C-0DFC08C67B76}"/>
          </ac:spMkLst>
        </pc:spChg>
        <pc:spChg chg="mod">
          <ac:chgData name="翟 锐" userId="fef11181f709266a" providerId="LiveId" clId="{47C3984C-A884-44FB-A44E-DB4C74737F95}" dt="2020-10-27T05:22:21.643" v="2248" actId="20577"/>
          <ac:spMkLst>
            <pc:docMk/>
            <pc:sldMk cId="3031786825" sldId="799"/>
            <ac:spMk id="35" creationId="{00000000-0000-0000-0000-000000000000}"/>
          </ac:spMkLst>
        </pc:spChg>
      </pc:sldChg>
      <pc:sldChg chg="addSp modSp add mod">
        <pc:chgData name="翟 锐" userId="fef11181f709266a" providerId="LiveId" clId="{47C3984C-A884-44FB-A44E-DB4C74737F95}" dt="2020-10-27T04:26:44.074" v="1774" actId="1076"/>
        <pc:sldMkLst>
          <pc:docMk/>
          <pc:sldMk cId="1581502824" sldId="800"/>
        </pc:sldMkLst>
        <pc:spChg chg="mod">
          <ac:chgData name="翟 锐" userId="fef11181f709266a" providerId="LiveId" clId="{47C3984C-A884-44FB-A44E-DB4C74737F95}" dt="2020-10-27T04:26:13.624" v="1770"/>
          <ac:spMkLst>
            <pc:docMk/>
            <pc:sldMk cId="1581502824" sldId="800"/>
            <ac:spMk id="2" creationId="{1A343DEC-CFF6-41F5-B87C-0DFC08C67B76}"/>
          </ac:spMkLst>
        </pc:spChg>
        <pc:spChg chg="mod">
          <ac:chgData name="翟 锐" userId="fef11181f709266a" providerId="LiveId" clId="{47C3984C-A884-44FB-A44E-DB4C74737F95}" dt="2020-10-27T04:26:33.193" v="1771"/>
          <ac:spMkLst>
            <pc:docMk/>
            <pc:sldMk cId="1581502824" sldId="800"/>
            <ac:spMk id="7" creationId="{ADF240FD-1D64-4022-A4EB-C4E8CC23E53A}"/>
          </ac:spMkLst>
        </pc:spChg>
        <pc:grpChg chg="add mod">
          <ac:chgData name="翟 锐" userId="fef11181f709266a" providerId="LiveId" clId="{47C3984C-A884-44FB-A44E-DB4C74737F95}" dt="2020-10-27T04:26:44.074" v="1774" actId="1076"/>
          <ac:grpSpMkLst>
            <pc:docMk/>
            <pc:sldMk cId="1581502824" sldId="800"/>
            <ac:grpSpMk id="6" creationId="{8D66ED29-6FB6-483A-854A-EBD425930A83}"/>
          </ac:grpSpMkLst>
        </pc:grpChg>
        <pc:picChg chg="mod">
          <ac:chgData name="翟 锐" userId="fef11181f709266a" providerId="LiveId" clId="{47C3984C-A884-44FB-A44E-DB4C74737F95}" dt="2020-10-27T04:26:33.193" v="1771"/>
          <ac:picMkLst>
            <pc:docMk/>
            <pc:sldMk cId="1581502824" sldId="800"/>
            <ac:picMk id="8" creationId="{4901CC31-0D79-4345-91AB-0DB8C39F1081}"/>
          </ac:picMkLst>
        </pc:picChg>
      </pc:sldChg>
      <pc:sldChg chg="addSp modSp add mod">
        <pc:chgData name="翟 锐" userId="fef11181f709266a" providerId="LiveId" clId="{47C3984C-A884-44FB-A44E-DB4C74737F95}" dt="2020-10-27T04:27:18.694" v="1784" actId="14100"/>
        <pc:sldMkLst>
          <pc:docMk/>
          <pc:sldMk cId="283005426" sldId="801"/>
        </pc:sldMkLst>
        <pc:spChg chg="mod">
          <ac:chgData name="翟 锐" userId="fef11181f709266a" providerId="LiveId" clId="{47C3984C-A884-44FB-A44E-DB4C74737F95}" dt="2020-10-27T04:27:07.997" v="1780"/>
          <ac:spMkLst>
            <pc:docMk/>
            <pc:sldMk cId="283005426" sldId="801"/>
            <ac:spMk id="2" creationId="{1A343DEC-CFF6-41F5-B87C-0DFC08C67B76}"/>
          </ac:spMkLst>
        </pc:spChg>
        <pc:picChg chg="add mod">
          <ac:chgData name="翟 锐" userId="fef11181f709266a" providerId="LiveId" clId="{47C3984C-A884-44FB-A44E-DB4C74737F95}" dt="2020-10-27T04:27:18.694" v="1784" actId="14100"/>
          <ac:picMkLst>
            <pc:docMk/>
            <pc:sldMk cId="283005426" sldId="801"/>
            <ac:picMk id="3" creationId="{6F8A9374-B56E-4ED6-BA19-5E43A8667CD5}"/>
          </ac:picMkLst>
        </pc:picChg>
      </pc:sldChg>
      <pc:sldChg chg="addSp delSp modSp add mod delAnim">
        <pc:chgData name="翟 锐" userId="fef11181f709266a" providerId="LiveId" clId="{47C3984C-A884-44FB-A44E-DB4C74737F95}" dt="2020-10-27T04:27:51.374" v="1796" actId="1076"/>
        <pc:sldMkLst>
          <pc:docMk/>
          <pc:sldMk cId="2378634634" sldId="802"/>
        </pc:sldMkLst>
        <pc:spChg chg="del">
          <ac:chgData name="翟 锐" userId="fef11181f709266a" providerId="LiveId" clId="{47C3984C-A884-44FB-A44E-DB4C74737F95}" dt="2020-10-27T04:27:27.146" v="1785" actId="478"/>
          <ac:spMkLst>
            <pc:docMk/>
            <pc:sldMk cId="2378634634" sldId="802"/>
            <ac:spMk id="2" creationId="{1A343DEC-CFF6-41F5-B87C-0DFC08C67B76}"/>
          </ac:spMkLst>
        </pc:spChg>
        <pc:spChg chg="del">
          <ac:chgData name="翟 锐" userId="fef11181f709266a" providerId="LiveId" clId="{47C3984C-A884-44FB-A44E-DB4C74737F95}" dt="2020-10-27T04:27:45.604" v="1792" actId="478"/>
          <ac:spMkLst>
            <pc:docMk/>
            <pc:sldMk cId="2378634634" sldId="802"/>
            <ac:spMk id="34" creationId="{00000000-0000-0000-0000-000000000000}"/>
          </ac:spMkLst>
        </pc:spChg>
        <pc:spChg chg="del">
          <ac:chgData name="翟 锐" userId="fef11181f709266a" providerId="LiveId" clId="{47C3984C-A884-44FB-A44E-DB4C74737F95}" dt="2020-10-27T04:27:45.604" v="1792" actId="478"/>
          <ac:spMkLst>
            <pc:docMk/>
            <pc:sldMk cId="2378634634" sldId="802"/>
            <ac:spMk id="35" creationId="{00000000-0000-0000-0000-000000000000}"/>
          </ac:spMkLst>
        </pc:spChg>
        <pc:picChg chg="add del mod">
          <ac:chgData name="翟 锐" userId="fef11181f709266a" providerId="LiveId" clId="{47C3984C-A884-44FB-A44E-DB4C74737F95}" dt="2020-10-27T04:27:44.455" v="1791" actId="21"/>
          <ac:picMkLst>
            <pc:docMk/>
            <pc:sldMk cId="2378634634" sldId="802"/>
            <ac:picMk id="3" creationId="{750BB1A5-17C6-41CE-BC82-F59C5D8A53AB}"/>
          </ac:picMkLst>
        </pc:picChg>
        <pc:picChg chg="add mod">
          <ac:chgData name="翟 锐" userId="fef11181f709266a" providerId="LiveId" clId="{47C3984C-A884-44FB-A44E-DB4C74737F95}" dt="2020-10-27T04:27:51.374" v="1796" actId="1076"/>
          <ac:picMkLst>
            <pc:docMk/>
            <pc:sldMk cId="2378634634" sldId="802"/>
            <ac:picMk id="4" creationId="{B89CE6C9-15DE-4940-9BBD-5CB5987CD505}"/>
          </ac:picMkLst>
        </pc:picChg>
        <pc:cxnChg chg="del">
          <ac:chgData name="翟 锐" userId="fef11181f709266a" providerId="LiveId" clId="{47C3984C-A884-44FB-A44E-DB4C74737F95}" dt="2020-10-27T04:27:45.604" v="1792" actId="478"/>
          <ac:cxnSpMkLst>
            <pc:docMk/>
            <pc:sldMk cId="2378634634" sldId="802"/>
            <ac:cxnSpMk id="33" creationId="{00000000-0000-0000-0000-000000000000}"/>
          </ac:cxnSpMkLst>
        </pc:cxnChg>
      </pc:sldChg>
      <pc:sldChg chg="add del">
        <pc:chgData name="翟 锐" userId="fef11181f709266a" providerId="LiveId" clId="{47C3984C-A884-44FB-A44E-DB4C74737F95}" dt="2020-10-27T04:32:14.590" v="1801" actId="47"/>
        <pc:sldMkLst>
          <pc:docMk/>
          <pc:sldMk cId="1708346268" sldId="803"/>
        </pc:sldMkLst>
      </pc:sldChg>
      <pc:sldChg chg="addSp delSp modSp add mod modAnim">
        <pc:chgData name="翟 锐" userId="fef11181f709266a" providerId="LiveId" clId="{47C3984C-A884-44FB-A44E-DB4C74737F95}" dt="2020-10-27T04:35:27.757" v="1831"/>
        <pc:sldMkLst>
          <pc:docMk/>
          <pc:sldMk cId="2745982165" sldId="803"/>
        </pc:sldMkLst>
        <pc:spChg chg="del">
          <ac:chgData name="翟 锐" userId="fef11181f709266a" providerId="LiveId" clId="{47C3984C-A884-44FB-A44E-DB4C74737F95}" dt="2020-10-27T04:33:47.936" v="1816" actId="478"/>
          <ac:spMkLst>
            <pc:docMk/>
            <pc:sldMk cId="2745982165" sldId="803"/>
            <ac:spMk id="2" creationId="{1A343DEC-CFF6-41F5-B87C-0DFC08C67B76}"/>
          </ac:spMkLst>
        </pc:spChg>
        <pc:spChg chg="add mod">
          <ac:chgData name="翟 锐" userId="fef11181f709266a" providerId="LiveId" clId="{47C3984C-A884-44FB-A44E-DB4C74737F95}" dt="2020-10-27T04:35:20.927" v="1828" actId="1076"/>
          <ac:spMkLst>
            <pc:docMk/>
            <pc:sldMk cId="2745982165" sldId="803"/>
            <ac:spMk id="8" creationId="{A317977C-D7E4-49F7-80BF-05F10C341E57}"/>
          </ac:spMkLst>
        </pc:spChg>
        <pc:spChg chg="mod">
          <ac:chgData name="翟 锐" userId="fef11181f709266a" providerId="LiveId" clId="{47C3984C-A884-44FB-A44E-DB4C74737F95}" dt="2020-10-27T04:35:27.757" v="1831"/>
          <ac:spMkLst>
            <pc:docMk/>
            <pc:sldMk cId="2745982165" sldId="803"/>
            <ac:spMk id="35" creationId="{00000000-0000-0000-0000-000000000000}"/>
          </ac:spMkLst>
        </pc:spChg>
        <pc:picChg chg="add mod">
          <ac:chgData name="翟 锐" userId="fef11181f709266a" providerId="LiveId" clId="{47C3984C-A884-44FB-A44E-DB4C74737F95}" dt="2020-10-27T04:33:53.626" v="1818" actId="1076"/>
          <ac:picMkLst>
            <pc:docMk/>
            <pc:sldMk cId="2745982165" sldId="803"/>
            <ac:picMk id="3" creationId="{814300A8-B16E-4484-8D08-486FD4F855AE}"/>
          </ac:picMkLst>
        </pc:picChg>
      </pc:sldChg>
      <pc:sldChg chg="addSp delSp modSp add mod">
        <pc:chgData name="翟 锐" userId="fef11181f709266a" providerId="LiveId" clId="{47C3984C-A884-44FB-A44E-DB4C74737F95}" dt="2020-10-27T04:37:28.667" v="1841" actId="1076"/>
        <pc:sldMkLst>
          <pc:docMk/>
          <pc:sldMk cId="2080453838" sldId="804"/>
        </pc:sldMkLst>
        <pc:spChg chg="del">
          <ac:chgData name="翟 锐" userId="fef11181f709266a" providerId="LiveId" clId="{47C3984C-A884-44FB-A44E-DB4C74737F95}" dt="2020-10-27T04:37:23.903" v="1838" actId="478"/>
          <ac:spMkLst>
            <pc:docMk/>
            <pc:sldMk cId="2080453838" sldId="804"/>
            <ac:spMk id="2" creationId="{1A343DEC-CFF6-41F5-B87C-0DFC08C67B76}"/>
          </ac:spMkLst>
        </pc:spChg>
        <pc:spChg chg="mod">
          <ac:chgData name="翟 锐" userId="fef11181f709266a" providerId="LiveId" clId="{47C3984C-A884-44FB-A44E-DB4C74737F95}" dt="2020-10-27T04:37:24.307" v="1839"/>
          <ac:spMkLst>
            <pc:docMk/>
            <pc:sldMk cId="2080453838" sldId="804"/>
            <ac:spMk id="7" creationId="{D7836F91-8D56-4867-9150-9DC35E5C9A9E}"/>
          </ac:spMkLst>
        </pc:spChg>
        <pc:grpChg chg="add mod">
          <ac:chgData name="翟 锐" userId="fef11181f709266a" providerId="LiveId" clId="{47C3984C-A884-44FB-A44E-DB4C74737F95}" dt="2020-10-27T04:37:28.667" v="1841" actId="1076"/>
          <ac:grpSpMkLst>
            <pc:docMk/>
            <pc:sldMk cId="2080453838" sldId="804"/>
            <ac:grpSpMk id="6" creationId="{E6ED2A14-50AC-4F54-8982-23DB10F1277D}"/>
          </ac:grpSpMkLst>
        </pc:grpChg>
        <pc:picChg chg="mod">
          <ac:chgData name="翟 锐" userId="fef11181f709266a" providerId="LiveId" clId="{47C3984C-A884-44FB-A44E-DB4C74737F95}" dt="2020-10-27T04:37:24.307" v="1839"/>
          <ac:picMkLst>
            <pc:docMk/>
            <pc:sldMk cId="2080453838" sldId="804"/>
            <ac:picMk id="8" creationId="{DF441320-EC18-4696-863A-80292CDEEE8C}"/>
          </ac:picMkLst>
        </pc:picChg>
      </pc:sldChg>
      <pc:sldChg chg="modSp add mod">
        <pc:chgData name="翟 锐" userId="fef11181f709266a" providerId="LiveId" clId="{47C3984C-A884-44FB-A44E-DB4C74737F95}" dt="2020-10-27T04:38:32.952" v="1850" actId="15"/>
        <pc:sldMkLst>
          <pc:docMk/>
          <pc:sldMk cId="3166910899" sldId="805"/>
        </pc:sldMkLst>
        <pc:spChg chg="mod">
          <ac:chgData name="翟 锐" userId="fef11181f709266a" providerId="LiveId" clId="{47C3984C-A884-44FB-A44E-DB4C74737F95}" dt="2020-10-27T04:38:32.952" v="1850" actId="15"/>
          <ac:spMkLst>
            <pc:docMk/>
            <pc:sldMk cId="3166910899" sldId="805"/>
            <ac:spMk id="2" creationId="{1A343DEC-CFF6-41F5-B87C-0DFC08C67B76}"/>
          </ac:spMkLst>
        </pc:spChg>
      </pc:sldChg>
      <pc:sldChg chg="addSp delSp modSp add mod">
        <pc:chgData name="翟 锐" userId="fef11181f709266a" providerId="LiveId" clId="{47C3984C-A884-44FB-A44E-DB4C74737F95}" dt="2020-11-12T06:43:49.515" v="3329" actId="2711"/>
        <pc:sldMkLst>
          <pc:docMk/>
          <pc:sldMk cId="4156490859" sldId="806"/>
        </pc:sldMkLst>
        <pc:spChg chg="del">
          <ac:chgData name="翟 锐" userId="fef11181f709266a" providerId="LiveId" clId="{47C3984C-A884-44FB-A44E-DB4C74737F95}" dt="2020-10-27T04:39:36.647" v="1852" actId="478"/>
          <ac:spMkLst>
            <pc:docMk/>
            <pc:sldMk cId="4156490859" sldId="806"/>
            <ac:spMk id="2" creationId="{1A343DEC-CFF6-41F5-B87C-0DFC08C67B76}"/>
          </ac:spMkLst>
        </pc:spChg>
        <pc:graphicFrameChg chg="add mod modGraphic">
          <ac:chgData name="翟 锐" userId="fef11181f709266a" providerId="LiveId" clId="{47C3984C-A884-44FB-A44E-DB4C74737F95}" dt="2020-11-12T06:43:49.515" v="3329" actId="2711"/>
          <ac:graphicFrameMkLst>
            <pc:docMk/>
            <pc:sldMk cId="4156490859" sldId="806"/>
            <ac:graphicFrameMk id="6" creationId="{4CF1486F-2C69-4685-8B42-C5C3072507B8}"/>
          </ac:graphicFrameMkLst>
        </pc:graphicFrameChg>
      </pc:sldChg>
      <pc:sldChg chg="addSp delSp modSp add mod delAnim modAnim">
        <pc:chgData name="翟 锐" userId="fef11181f709266a" providerId="LiveId" clId="{47C3984C-A884-44FB-A44E-DB4C74737F95}" dt="2020-11-12T08:57:42.365" v="3421" actId="14100"/>
        <pc:sldMkLst>
          <pc:docMk/>
          <pc:sldMk cId="1687438443" sldId="807"/>
        </pc:sldMkLst>
        <pc:spChg chg="del">
          <ac:chgData name="翟 锐" userId="fef11181f709266a" providerId="LiveId" clId="{47C3984C-A884-44FB-A44E-DB4C74737F95}" dt="2020-10-27T05:02:25.097" v="1864" actId="478"/>
          <ac:spMkLst>
            <pc:docMk/>
            <pc:sldMk cId="1687438443" sldId="807"/>
            <ac:spMk id="2" creationId="{1A343DEC-CFF6-41F5-B87C-0DFC08C67B76}"/>
          </ac:spMkLst>
        </pc:spChg>
        <pc:spChg chg="mod">
          <ac:chgData name="翟 锐" userId="fef11181f709266a" providerId="LiveId" clId="{47C3984C-A884-44FB-A44E-DB4C74737F95}" dt="2020-10-27T05:02:58.677" v="1874" actId="1076"/>
          <ac:spMkLst>
            <pc:docMk/>
            <pc:sldMk cId="1687438443" sldId="807"/>
            <ac:spMk id="7" creationId="{97831D93-7521-4EA0-84BF-F049C027937C}"/>
          </ac:spMkLst>
        </pc:spChg>
        <pc:spChg chg="mod">
          <ac:chgData name="翟 锐" userId="fef11181f709266a" providerId="LiveId" clId="{47C3984C-A884-44FB-A44E-DB4C74737F95}" dt="2020-10-27T05:02:58.677" v="1874" actId="1076"/>
          <ac:spMkLst>
            <pc:docMk/>
            <pc:sldMk cId="1687438443" sldId="807"/>
            <ac:spMk id="8" creationId="{2682F70A-9024-43F1-BF2F-35EE2C61CEFB}"/>
          </ac:spMkLst>
        </pc:spChg>
        <pc:spChg chg="mod">
          <ac:chgData name="翟 锐" userId="fef11181f709266a" providerId="LiveId" clId="{47C3984C-A884-44FB-A44E-DB4C74737F95}" dt="2020-10-27T05:02:58.677" v="1874" actId="1076"/>
          <ac:spMkLst>
            <pc:docMk/>
            <pc:sldMk cId="1687438443" sldId="807"/>
            <ac:spMk id="9" creationId="{190C3637-5215-4B70-9562-42A75C5CF01F}"/>
          </ac:spMkLst>
        </pc:spChg>
        <pc:spChg chg="mod">
          <ac:chgData name="翟 锐" userId="fef11181f709266a" providerId="LiveId" clId="{47C3984C-A884-44FB-A44E-DB4C74737F95}" dt="2020-10-27T05:02:58.677" v="1874" actId="1076"/>
          <ac:spMkLst>
            <pc:docMk/>
            <pc:sldMk cId="1687438443" sldId="807"/>
            <ac:spMk id="10" creationId="{BAC25D5F-9C96-40BD-B715-04456F4B4C78}"/>
          </ac:spMkLst>
        </pc:spChg>
        <pc:spChg chg="mod">
          <ac:chgData name="翟 锐" userId="fef11181f709266a" providerId="LiveId" clId="{47C3984C-A884-44FB-A44E-DB4C74737F95}" dt="2020-10-27T05:02:58.677" v="1874" actId="1076"/>
          <ac:spMkLst>
            <pc:docMk/>
            <pc:sldMk cId="1687438443" sldId="807"/>
            <ac:spMk id="11" creationId="{C645944C-C303-4B11-B757-2C8697DF7789}"/>
          </ac:spMkLst>
        </pc:spChg>
        <pc:spChg chg="mod">
          <ac:chgData name="翟 锐" userId="fef11181f709266a" providerId="LiveId" clId="{47C3984C-A884-44FB-A44E-DB4C74737F95}" dt="2020-10-27T05:02:58.677" v="1874" actId="1076"/>
          <ac:spMkLst>
            <pc:docMk/>
            <pc:sldMk cId="1687438443" sldId="807"/>
            <ac:spMk id="12" creationId="{4D5519B4-903C-4A72-9916-FB66D7A42419}"/>
          </ac:spMkLst>
        </pc:spChg>
        <pc:spChg chg="mod">
          <ac:chgData name="翟 锐" userId="fef11181f709266a" providerId="LiveId" clId="{47C3984C-A884-44FB-A44E-DB4C74737F95}" dt="2020-10-27T05:02:58.677" v="1874" actId="1076"/>
          <ac:spMkLst>
            <pc:docMk/>
            <pc:sldMk cId="1687438443" sldId="807"/>
            <ac:spMk id="13" creationId="{C00F9455-5062-49EA-A561-AA1F91D91304}"/>
          </ac:spMkLst>
        </pc:spChg>
        <pc:spChg chg="mod">
          <ac:chgData name="翟 锐" userId="fef11181f709266a" providerId="LiveId" clId="{47C3984C-A884-44FB-A44E-DB4C74737F95}" dt="2020-10-27T05:02:58.677" v="1874" actId="1076"/>
          <ac:spMkLst>
            <pc:docMk/>
            <pc:sldMk cId="1687438443" sldId="807"/>
            <ac:spMk id="14" creationId="{847A9C20-274E-407A-9EEB-CB522B462519}"/>
          </ac:spMkLst>
        </pc:spChg>
        <pc:spChg chg="mod">
          <ac:chgData name="翟 锐" userId="fef11181f709266a" providerId="LiveId" clId="{47C3984C-A884-44FB-A44E-DB4C74737F95}" dt="2020-10-27T05:02:58.677" v="1874" actId="1076"/>
          <ac:spMkLst>
            <pc:docMk/>
            <pc:sldMk cId="1687438443" sldId="807"/>
            <ac:spMk id="15" creationId="{2224694E-F4BF-432C-BF11-5103C87EBB40}"/>
          </ac:spMkLst>
        </pc:spChg>
        <pc:spChg chg="mod">
          <ac:chgData name="翟 锐" userId="fef11181f709266a" providerId="LiveId" clId="{47C3984C-A884-44FB-A44E-DB4C74737F95}" dt="2020-10-27T05:02:58.677" v="1874" actId="1076"/>
          <ac:spMkLst>
            <pc:docMk/>
            <pc:sldMk cId="1687438443" sldId="807"/>
            <ac:spMk id="16" creationId="{2D727D7F-DC4E-4D02-A493-8CE1320F9A0B}"/>
          </ac:spMkLst>
        </pc:spChg>
        <pc:spChg chg="mod">
          <ac:chgData name="翟 锐" userId="fef11181f709266a" providerId="LiveId" clId="{47C3984C-A884-44FB-A44E-DB4C74737F95}" dt="2020-10-27T05:02:58.677" v="1874" actId="1076"/>
          <ac:spMkLst>
            <pc:docMk/>
            <pc:sldMk cId="1687438443" sldId="807"/>
            <ac:spMk id="17" creationId="{480A021A-1C80-4433-B67B-93FE47CDF833}"/>
          </ac:spMkLst>
        </pc:spChg>
        <pc:spChg chg="mod">
          <ac:chgData name="翟 锐" userId="fef11181f709266a" providerId="LiveId" clId="{47C3984C-A884-44FB-A44E-DB4C74737F95}" dt="2020-10-27T05:02:58.677" v="1874" actId="1076"/>
          <ac:spMkLst>
            <pc:docMk/>
            <pc:sldMk cId="1687438443" sldId="807"/>
            <ac:spMk id="18" creationId="{6B27F28B-32D6-4ED2-AD38-6C207CA9EF4F}"/>
          </ac:spMkLst>
        </pc:spChg>
        <pc:spChg chg="mod">
          <ac:chgData name="翟 锐" userId="fef11181f709266a" providerId="LiveId" clId="{47C3984C-A884-44FB-A44E-DB4C74737F95}" dt="2020-10-27T05:02:58.677" v="1874" actId="1076"/>
          <ac:spMkLst>
            <pc:docMk/>
            <pc:sldMk cId="1687438443" sldId="807"/>
            <ac:spMk id="19" creationId="{98C0EC10-822E-4A49-A3AC-D2EF2BB5A0BB}"/>
          </ac:spMkLst>
        </pc:spChg>
        <pc:spChg chg="mod">
          <ac:chgData name="翟 锐" userId="fef11181f709266a" providerId="LiveId" clId="{47C3984C-A884-44FB-A44E-DB4C74737F95}" dt="2020-10-27T05:02:58.677" v="1874" actId="1076"/>
          <ac:spMkLst>
            <pc:docMk/>
            <pc:sldMk cId="1687438443" sldId="807"/>
            <ac:spMk id="20" creationId="{CD9C4EF6-5906-4308-9800-CCE6A00346B4}"/>
          </ac:spMkLst>
        </pc:spChg>
        <pc:spChg chg="mod">
          <ac:chgData name="翟 锐" userId="fef11181f709266a" providerId="LiveId" clId="{47C3984C-A884-44FB-A44E-DB4C74737F95}" dt="2020-10-27T05:02:58.677" v="1874" actId="1076"/>
          <ac:spMkLst>
            <pc:docMk/>
            <pc:sldMk cId="1687438443" sldId="807"/>
            <ac:spMk id="21" creationId="{9E678FB0-B78E-4BC2-B227-0644C45ABC85}"/>
          </ac:spMkLst>
        </pc:spChg>
        <pc:spChg chg="mod">
          <ac:chgData name="翟 锐" userId="fef11181f709266a" providerId="LiveId" clId="{47C3984C-A884-44FB-A44E-DB4C74737F95}" dt="2020-10-27T05:02:58.677" v="1874" actId="1076"/>
          <ac:spMkLst>
            <pc:docMk/>
            <pc:sldMk cId="1687438443" sldId="807"/>
            <ac:spMk id="22" creationId="{80757D95-1971-458E-A42B-29DEEF558CE9}"/>
          </ac:spMkLst>
        </pc:spChg>
        <pc:spChg chg="mod">
          <ac:chgData name="翟 锐" userId="fef11181f709266a" providerId="LiveId" clId="{47C3984C-A884-44FB-A44E-DB4C74737F95}" dt="2020-10-27T05:02:58.677" v="1874" actId="1076"/>
          <ac:spMkLst>
            <pc:docMk/>
            <pc:sldMk cId="1687438443" sldId="807"/>
            <ac:spMk id="23" creationId="{7CAB64FF-ECF3-4213-8AFD-A5F660AA105D}"/>
          </ac:spMkLst>
        </pc:spChg>
        <pc:spChg chg="mod">
          <ac:chgData name="翟 锐" userId="fef11181f709266a" providerId="LiveId" clId="{47C3984C-A884-44FB-A44E-DB4C74737F95}" dt="2020-10-27T05:02:58.677" v="1874" actId="1076"/>
          <ac:spMkLst>
            <pc:docMk/>
            <pc:sldMk cId="1687438443" sldId="807"/>
            <ac:spMk id="24" creationId="{C847FB80-7F9D-4EBE-9AA2-CB87DBF43E0C}"/>
          </ac:spMkLst>
        </pc:spChg>
        <pc:spChg chg="mod">
          <ac:chgData name="翟 锐" userId="fef11181f709266a" providerId="LiveId" clId="{47C3984C-A884-44FB-A44E-DB4C74737F95}" dt="2020-10-27T05:02:58.677" v="1874" actId="1076"/>
          <ac:spMkLst>
            <pc:docMk/>
            <pc:sldMk cId="1687438443" sldId="807"/>
            <ac:spMk id="25" creationId="{E74F9C27-B9B4-461F-B0A2-532F03E6A534}"/>
          </ac:spMkLst>
        </pc:spChg>
        <pc:spChg chg="mod">
          <ac:chgData name="翟 锐" userId="fef11181f709266a" providerId="LiveId" clId="{47C3984C-A884-44FB-A44E-DB4C74737F95}" dt="2020-10-27T05:02:58.677" v="1874" actId="1076"/>
          <ac:spMkLst>
            <pc:docMk/>
            <pc:sldMk cId="1687438443" sldId="807"/>
            <ac:spMk id="26" creationId="{E02DE9B0-4323-46F2-AB74-542F7F9ED905}"/>
          </ac:spMkLst>
        </pc:spChg>
        <pc:spChg chg="mod">
          <ac:chgData name="翟 锐" userId="fef11181f709266a" providerId="LiveId" clId="{47C3984C-A884-44FB-A44E-DB4C74737F95}" dt="2020-10-27T05:02:58.677" v="1874" actId="1076"/>
          <ac:spMkLst>
            <pc:docMk/>
            <pc:sldMk cId="1687438443" sldId="807"/>
            <ac:spMk id="27" creationId="{9CA7CB3E-5682-4E34-8934-9BC4766C1E60}"/>
          </ac:spMkLst>
        </pc:spChg>
        <pc:spChg chg="mod">
          <ac:chgData name="翟 锐" userId="fef11181f709266a" providerId="LiveId" clId="{47C3984C-A884-44FB-A44E-DB4C74737F95}" dt="2020-10-27T05:02:58.677" v="1874" actId="1076"/>
          <ac:spMkLst>
            <pc:docMk/>
            <pc:sldMk cId="1687438443" sldId="807"/>
            <ac:spMk id="28" creationId="{6D075C05-3A80-48CF-A0F4-661247F82888}"/>
          </ac:spMkLst>
        </pc:spChg>
        <pc:spChg chg="mod">
          <ac:chgData name="翟 锐" userId="fef11181f709266a" providerId="LiveId" clId="{47C3984C-A884-44FB-A44E-DB4C74737F95}" dt="2020-10-27T05:02:58.677" v="1874" actId="1076"/>
          <ac:spMkLst>
            <pc:docMk/>
            <pc:sldMk cId="1687438443" sldId="807"/>
            <ac:spMk id="29" creationId="{5EFB484B-54FD-421A-B323-9C3CF7B5AABF}"/>
          </ac:spMkLst>
        </pc:spChg>
        <pc:spChg chg="mod">
          <ac:chgData name="翟 锐" userId="fef11181f709266a" providerId="LiveId" clId="{47C3984C-A884-44FB-A44E-DB4C74737F95}" dt="2020-10-27T05:02:58.677" v="1874" actId="1076"/>
          <ac:spMkLst>
            <pc:docMk/>
            <pc:sldMk cId="1687438443" sldId="807"/>
            <ac:spMk id="30" creationId="{6DE4C1E2-88C3-4607-915C-0AD00664BE1F}"/>
          </ac:spMkLst>
        </pc:spChg>
        <pc:spChg chg="mod">
          <ac:chgData name="翟 锐" userId="fef11181f709266a" providerId="LiveId" clId="{47C3984C-A884-44FB-A44E-DB4C74737F95}" dt="2020-10-27T05:02:58.677" v="1874" actId="1076"/>
          <ac:spMkLst>
            <pc:docMk/>
            <pc:sldMk cId="1687438443" sldId="807"/>
            <ac:spMk id="31" creationId="{07C21467-F281-41D6-82EB-4CB323CA1298}"/>
          </ac:spMkLst>
        </pc:spChg>
        <pc:spChg chg="mod">
          <ac:chgData name="翟 锐" userId="fef11181f709266a" providerId="LiveId" clId="{47C3984C-A884-44FB-A44E-DB4C74737F95}" dt="2020-10-27T05:02:58.677" v="1874" actId="1076"/>
          <ac:spMkLst>
            <pc:docMk/>
            <pc:sldMk cId="1687438443" sldId="807"/>
            <ac:spMk id="32" creationId="{DCD7099F-278E-49D8-B10A-48254610947D}"/>
          </ac:spMkLst>
        </pc:spChg>
        <pc:spChg chg="del">
          <ac:chgData name="翟 锐" userId="fef11181f709266a" providerId="LiveId" clId="{47C3984C-A884-44FB-A44E-DB4C74737F95}" dt="2020-10-27T05:03:02.701" v="1876" actId="478"/>
          <ac:spMkLst>
            <pc:docMk/>
            <pc:sldMk cId="1687438443" sldId="807"/>
            <ac:spMk id="34" creationId="{00000000-0000-0000-0000-000000000000}"/>
          </ac:spMkLst>
        </pc:spChg>
        <pc:spChg chg="del mod">
          <ac:chgData name="翟 锐" userId="fef11181f709266a" providerId="LiveId" clId="{47C3984C-A884-44FB-A44E-DB4C74737F95}" dt="2020-10-27T05:03:02.701" v="1876" actId="478"/>
          <ac:spMkLst>
            <pc:docMk/>
            <pc:sldMk cId="1687438443" sldId="807"/>
            <ac:spMk id="35" creationId="{00000000-0000-0000-0000-000000000000}"/>
          </ac:spMkLst>
        </pc:spChg>
        <pc:spChg chg="mod">
          <ac:chgData name="翟 锐" userId="fef11181f709266a" providerId="LiveId" clId="{47C3984C-A884-44FB-A44E-DB4C74737F95}" dt="2020-10-27T05:02:58.677" v="1874" actId="1076"/>
          <ac:spMkLst>
            <pc:docMk/>
            <pc:sldMk cId="1687438443" sldId="807"/>
            <ac:spMk id="36" creationId="{B247FF59-EEBA-444E-BD8D-A8B507ABEBCA}"/>
          </ac:spMkLst>
        </pc:spChg>
        <pc:spChg chg="mod">
          <ac:chgData name="翟 锐" userId="fef11181f709266a" providerId="LiveId" clId="{47C3984C-A884-44FB-A44E-DB4C74737F95}" dt="2020-10-27T05:02:58.677" v="1874" actId="1076"/>
          <ac:spMkLst>
            <pc:docMk/>
            <pc:sldMk cId="1687438443" sldId="807"/>
            <ac:spMk id="37" creationId="{EE0978B1-0B7D-42C1-9558-BCB74ACFF284}"/>
          </ac:spMkLst>
        </pc:spChg>
        <pc:spChg chg="mod">
          <ac:chgData name="翟 锐" userId="fef11181f709266a" providerId="LiveId" clId="{47C3984C-A884-44FB-A44E-DB4C74737F95}" dt="2020-10-27T05:02:58.677" v="1874" actId="1076"/>
          <ac:spMkLst>
            <pc:docMk/>
            <pc:sldMk cId="1687438443" sldId="807"/>
            <ac:spMk id="38" creationId="{85980267-A60B-440B-B28E-32D0E3292C81}"/>
          </ac:spMkLst>
        </pc:spChg>
        <pc:spChg chg="mod">
          <ac:chgData name="翟 锐" userId="fef11181f709266a" providerId="LiveId" clId="{47C3984C-A884-44FB-A44E-DB4C74737F95}" dt="2020-10-27T05:02:58.677" v="1874" actId="1076"/>
          <ac:spMkLst>
            <pc:docMk/>
            <pc:sldMk cId="1687438443" sldId="807"/>
            <ac:spMk id="39" creationId="{6620D893-FF24-466C-A25A-01CD2A5EE9CF}"/>
          </ac:spMkLst>
        </pc:spChg>
        <pc:spChg chg="mod">
          <ac:chgData name="翟 锐" userId="fef11181f709266a" providerId="LiveId" clId="{47C3984C-A884-44FB-A44E-DB4C74737F95}" dt="2020-10-27T05:02:58.677" v="1874" actId="1076"/>
          <ac:spMkLst>
            <pc:docMk/>
            <pc:sldMk cId="1687438443" sldId="807"/>
            <ac:spMk id="40" creationId="{4EF5E4A0-8528-42B4-A4A8-FE0C00668B4C}"/>
          </ac:spMkLst>
        </pc:spChg>
        <pc:spChg chg="mod">
          <ac:chgData name="翟 锐" userId="fef11181f709266a" providerId="LiveId" clId="{47C3984C-A884-44FB-A44E-DB4C74737F95}" dt="2020-10-27T05:02:58.677" v="1874" actId="1076"/>
          <ac:spMkLst>
            <pc:docMk/>
            <pc:sldMk cId="1687438443" sldId="807"/>
            <ac:spMk id="41" creationId="{29526C23-F033-47E8-87D4-580227FD5DFE}"/>
          </ac:spMkLst>
        </pc:spChg>
        <pc:spChg chg="mod">
          <ac:chgData name="翟 锐" userId="fef11181f709266a" providerId="LiveId" clId="{47C3984C-A884-44FB-A44E-DB4C74737F95}" dt="2020-10-27T05:02:58.677" v="1874" actId="1076"/>
          <ac:spMkLst>
            <pc:docMk/>
            <pc:sldMk cId="1687438443" sldId="807"/>
            <ac:spMk id="42" creationId="{A6A1F9B3-B01C-4513-9CC5-9D9147109778}"/>
          </ac:spMkLst>
        </pc:spChg>
        <pc:spChg chg="mod">
          <ac:chgData name="翟 锐" userId="fef11181f709266a" providerId="LiveId" clId="{47C3984C-A884-44FB-A44E-DB4C74737F95}" dt="2020-10-27T05:02:58.677" v="1874" actId="1076"/>
          <ac:spMkLst>
            <pc:docMk/>
            <pc:sldMk cId="1687438443" sldId="807"/>
            <ac:spMk id="43" creationId="{43E316BB-0764-4234-A9AF-003027BA2780}"/>
          </ac:spMkLst>
        </pc:spChg>
        <pc:spChg chg="mod">
          <ac:chgData name="翟 锐" userId="fef11181f709266a" providerId="LiveId" clId="{47C3984C-A884-44FB-A44E-DB4C74737F95}" dt="2020-10-27T05:02:58.677" v="1874" actId="1076"/>
          <ac:spMkLst>
            <pc:docMk/>
            <pc:sldMk cId="1687438443" sldId="807"/>
            <ac:spMk id="44" creationId="{B01F1DF2-33EA-4C9F-A5F0-BE6B4DEAA83A}"/>
          </ac:spMkLst>
        </pc:spChg>
        <pc:spChg chg="mod">
          <ac:chgData name="翟 锐" userId="fef11181f709266a" providerId="LiveId" clId="{47C3984C-A884-44FB-A44E-DB4C74737F95}" dt="2020-10-27T05:02:58.677" v="1874" actId="1076"/>
          <ac:spMkLst>
            <pc:docMk/>
            <pc:sldMk cId="1687438443" sldId="807"/>
            <ac:spMk id="45" creationId="{9A9F00D8-6FBF-4F85-8A53-79089B7D7B83}"/>
          </ac:spMkLst>
        </pc:spChg>
        <pc:spChg chg="mod">
          <ac:chgData name="翟 锐" userId="fef11181f709266a" providerId="LiveId" clId="{47C3984C-A884-44FB-A44E-DB4C74737F95}" dt="2020-10-27T05:02:58.677" v="1874" actId="1076"/>
          <ac:spMkLst>
            <pc:docMk/>
            <pc:sldMk cId="1687438443" sldId="807"/>
            <ac:spMk id="46" creationId="{E818614D-16EE-4781-8739-3F064629C94E}"/>
          </ac:spMkLst>
        </pc:spChg>
        <pc:spChg chg="mod">
          <ac:chgData name="翟 锐" userId="fef11181f709266a" providerId="LiveId" clId="{47C3984C-A884-44FB-A44E-DB4C74737F95}" dt="2020-10-27T05:02:58.677" v="1874" actId="1076"/>
          <ac:spMkLst>
            <pc:docMk/>
            <pc:sldMk cId="1687438443" sldId="807"/>
            <ac:spMk id="47" creationId="{BE9B331A-2876-48EC-9EFA-51B8E018B68A}"/>
          </ac:spMkLst>
        </pc:spChg>
        <pc:spChg chg="mod">
          <ac:chgData name="翟 锐" userId="fef11181f709266a" providerId="LiveId" clId="{47C3984C-A884-44FB-A44E-DB4C74737F95}" dt="2020-10-27T05:02:58.677" v="1874" actId="1076"/>
          <ac:spMkLst>
            <pc:docMk/>
            <pc:sldMk cId="1687438443" sldId="807"/>
            <ac:spMk id="48" creationId="{AA0A6004-C6CF-42E0-A4C5-957EDDBE6CB9}"/>
          </ac:spMkLst>
        </pc:spChg>
        <pc:spChg chg="mod">
          <ac:chgData name="翟 锐" userId="fef11181f709266a" providerId="LiveId" clId="{47C3984C-A884-44FB-A44E-DB4C74737F95}" dt="2020-10-27T05:02:58.677" v="1874" actId="1076"/>
          <ac:spMkLst>
            <pc:docMk/>
            <pc:sldMk cId="1687438443" sldId="807"/>
            <ac:spMk id="49" creationId="{972C536E-EC4E-4C39-BE23-62AB7CF76219}"/>
          </ac:spMkLst>
        </pc:spChg>
        <pc:spChg chg="mod">
          <ac:chgData name="翟 锐" userId="fef11181f709266a" providerId="LiveId" clId="{47C3984C-A884-44FB-A44E-DB4C74737F95}" dt="2020-10-27T05:02:58.677" v="1874" actId="1076"/>
          <ac:spMkLst>
            <pc:docMk/>
            <pc:sldMk cId="1687438443" sldId="807"/>
            <ac:spMk id="50" creationId="{9F997B5A-C3D9-4DDD-A035-710A836D9406}"/>
          </ac:spMkLst>
        </pc:spChg>
        <pc:spChg chg="mod">
          <ac:chgData name="翟 锐" userId="fef11181f709266a" providerId="LiveId" clId="{47C3984C-A884-44FB-A44E-DB4C74737F95}" dt="2020-10-27T05:02:58.677" v="1874" actId="1076"/>
          <ac:spMkLst>
            <pc:docMk/>
            <pc:sldMk cId="1687438443" sldId="807"/>
            <ac:spMk id="51" creationId="{9C84F0E2-BE9E-46A4-98BA-55362E27C3D2}"/>
          </ac:spMkLst>
        </pc:spChg>
        <pc:spChg chg="mod">
          <ac:chgData name="翟 锐" userId="fef11181f709266a" providerId="LiveId" clId="{47C3984C-A884-44FB-A44E-DB4C74737F95}" dt="2020-10-27T05:02:58.677" v="1874" actId="1076"/>
          <ac:spMkLst>
            <pc:docMk/>
            <pc:sldMk cId="1687438443" sldId="807"/>
            <ac:spMk id="52" creationId="{A7F2AE13-503B-4D00-8863-67BF18E48C8E}"/>
          </ac:spMkLst>
        </pc:spChg>
        <pc:spChg chg="mod">
          <ac:chgData name="翟 锐" userId="fef11181f709266a" providerId="LiveId" clId="{47C3984C-A884-44FB-A44E-DB4C74737F95}" dt="2020-10-27T05:02:58.677" v="1874" actId="1076"/>
          <ac:spMkLst>
            <pc:docMk/>
            <pc:sldMk cId="1687438443" sldId="807"/>
            <ac:spMk id="53" creationId="{B33998B7-521D-4727-B5D3-79FD462D8060}"/>
          </ac:spMkLst>
        </pc:spChg>
        <pc:spChg chg="mod">
          <ac:chgData name="翟 锐" userId="fef11181f709266a" providerId="LiveId" clId="{47C3984C-A884-44FB-A44E-DB4C74737F95}" dt="2020-11-12T08:56:30.651" v="3420" actId="2711"/>
          <ac:spMkLst>
            <pc:docMk/>
            <pc:sldMk cId="1687438443" sldId="807"/>
            <ac:spMk id="55" creationId="{8F3D0103-62B8-46C6-AC90-8808CDB4E4FB}"/>
          </ac:spMkLst>
        </pc:spChg>
        <pc:spChg chg="mod">
          <ac:chgData name="翟 锐" userId="fef11181f709266a" providerId="LiveId" clId="{47C3984C-A884-44FB-A44E-DB4C74737F95}" dt="2020-11-12T08:56:30.651" v="3420" actId="2711"/>
          <ac:spMkLst>
            <pc:docMk/>
            <pc:sldMk cId="1687438443" sldId="807"/>
            <ac:spMk id="56" creationId="{213ADE15-B5A1-4976-8417-59BE5F8D63B6}"/>
          </ac:spMkLst>
        </pc:spChg>
        <pc:spChg chg="mod">
          <ac:chgData name="翟 锐" userId="fef11181f709266a" providerId="LiveId" clId="{47C3984C-A884-44FB-A44E-DB4C74737F95}" dt="2020-11-12T08:56:30.651" v="3420" actId="2711"/>
          <ac:spMkLst>
            <pc:docMk/>
            <pc:sldMk cId="1687438443" sldId="807"/>
            <ac:spMk id="57" creationId="{7FA5984C-8D1F-4D3B-83EE-B9912BE420A8}"/>
          </ac:spMkLst>
        </pc:spChg>
        <pc:spChg chg="mod">
          <ac:chgData name="翟 锐" userId="fef11181f709266a" providerId="LiveId" clId="{47C3984C-A884-44FB-A44E-DB4C74737F95}" dt="2020-11-12T08:56:30.651" v="3420" actId="2711"/>
          <ac:spMkLst>
            <pc:docMk/>
            <pc:sldMk cId="1687438443" sldId="807"/>
            <ac:spMk id="58" creationId="{BC965433-5060-437E-BEBE-820F12082A86}"/>
          </ac:spMkLst>
        </pc:spChg>
        <pc:spChg chg="mod">
          <ac:chgData name="翟 锐" userId="fef11181f709266a" providerId="LiveId" clId="{47C3984C-A884-44FB-A44E-DB4C74737F95}" dt="2020-11-12T08:56:30.651" v="3420" actId="2711"/>
          <ac:spMkLst>
            <pc:docMk/>
            <pc:sldMk cId="1687438443" sldId="807"/>
            <ac:spMk id="59" creationId="{A01DD29B-A73A-4CA2-A119-F5A8641F4C24}"/>
          </ac:spMkLst>
        </pc:spChg>
        <pc:spChg chg="mod">
          <ac:chgData name="翟 锐" userId="fef11181f709266a" providerId="LiveId" clId="{47C3984C-A884-44FB-A44E-DB4C74737F95}" dt="2020-11-12T08:56:30.651" v="3420" actId="2711"/>
          <ac:spMkLst>
            <pc:docMk/>
            <pc:sldMk cId="1687438443" sldId="807"/>
            <ac:spMk id="60" creationId="{BD2CF053-8BE6-49C7-A16D-A9BD0BC86AB5}"/>
          </ac:spMkLst>
        </pc:spChg>
        <pc:spChg chg="mod">
          <ac:chgData name="翟 锐" userId="fef11181f709266a" providerId="LiveId" clId="{47C3984C-A884-44FB-A44E-DB4C74737F95}" dt="2020-11-12T08:56:30.651" v="3420" actId="2711"/>
          <ac:spMkLst>
            <pc:docMk/>
            <pc:sldMk cId="1687438443" sldId="807"/>
            <ac:spMk id="61" creationId="{60DDDE31-266B-4C32-891A-55BFFCE8A1A7}"/>
          </ac:spMkLst>
        </pc:spChg>
        <pc:spChg chg="mod">
          <ac:chgData name="翟 锐" userId="fef11181f709266a" providerId="LiveId" clId="{47C3984C-A884-44FB-A44E-DB4C74737F95}" dt="2020-11-12T08:56:30.651" v="3420" actId="2711"/>
          <ac:spMkLst>
            <pc:docMk/>
            <pc:sldMk cId="1687438443" sldId="807"/>
            <ac:spMk id="62" creationId="{6A4D6ADA-E19A-4DC1-9CBC-BFD09857FDD1}"/>
          </ac:spMkLst>
        </pc:spChg>
        <pc:spChg chg="mod">
          <ac:chgData name="翟 锐" userId="fef11181f709266a" providerId="LiveId" clId="{47C3984C-A884-44FB-A44E-DB4C74737F95}" dt="2020-11-12T08:56:30.651" v="3420" actId="2711"/>
          <ac:spMkLst>
            <pc:docMk/>
            <pc:sldMk cId="1687438443" sldId="807"/>
            <ac:spMk id="63" creationId="{0A319BC7-6A4A-471D-97EB-5D9E14F39B6F}"/>
          </ac:spMkLst>
        </pc:spChg>
        <pc:spChg chg="mod">
          <ac:chgData name="翟 锐" userId="fef11181f709266a" providerId="LiveId" clId="{47C3984C-A884-44FB-A44E-DB4C74737F95}" dt="2020-11-12T08:56:30.651" v="3420" actId="2711"/>
          <ac:spMkLst>
            <pc:docMk/>
            <pc:sldMk cId="1687438443" sldId="807"/>
            <ac:spMk id="64" creationId="{67DB3387-8161-46CF-A2D2-FD293BE29C77}"/>
          </ac:spMkLst>
        </pc:spChg>
        <pc:spChg chg="mod">
          <ac:chgData name="翟 锐" userId="fef11181f709266a" providerId="LiveId" clId="{47C3984C-A884-44FB-A44E-DB4C74737F95}" dt="2020-11-12T08:56:30.651" v="3420" actId="2711"/>
          <ac:spMkLst>
            <pc:docMk/>
            <pc:sldMk cId="1687438443" sldId="807"/>
            <ac:spMk id="65" creationId="{7C4F6BDE-E423-4835-B131-820D12E2B79C}"/>
          </ac:spMkLst>
        </pc:spChg>
        <pc:spChg chg="mod">
          <ac:chgData name="翟 锐" userId="fef11181f709266a" providerId="LiveId" clId="{47C3984C-A884-44FB-A44E-DB4C74737F95}" dt="2020-11-12T08:56:30.651" v="3420" actId="2711"/>
          <ac:spMkLst>
            <pc:docMk/>
            <pc:sldMk cId="1687438443" sldId="807"/>
            <ac:spMk id="66" creationId="{DA469AE2-A03B-4541-BD65-06460EE5C6F4}"/>
          </ac:spMkLst>
        </pc:spChg>
        <pc:spChg chg="mod">
          <ac:chgData name="翟 锐" userId="fef11181f709266a" providerId="LiveId" clId="{47C3984C-A884-44FB-A44E-DB4C74737F95}" dt="2020-11-12T08:56:30.651" v="3420" actId="2711"/>
          <ac:spMkLst>
            <pc:docMk/>
            <pc:sldMk cId="1687438443" sldId="807"/>
            <ac:spMk id="67" creationId="{F11DFACB-B946-4994-9318-4F8497958196}"/>
          </ac:spMkLst>
        </pc:spChg>
        <pc:spChg chg="mod">
          <ac:chgData name="翟 锐" userId="fef11181f709266a" providerId="LiveId" clId="{47C3984C-A884-44FB-A44E-DB4C74737F95}" dt="2020-11-12T08:56:30.651" v="3420" actId="2711"/>
          <ac:spMkLst>
            <pc:docMk/>
            <pc:sldMk cId="1687438443" sldId="807"/>
            <ac:spMk id="68" creationId="{A0152AC7-6DCE-4BE1-BB0C-6CF76850EBBF}"/>
          </ac:spMkLst>
        </pc:spChg>
        <pc:spChg chg="mod">
          <ac:chgData name="翟 锐" userId="fef11181f709266a" providerId="LiveId" clId="{47C3984C-A884-44FB-A44E-DB4C74737F95}" dt="2020-11-12T08:56:30.651" v="3420" actId="2711"/>
          <ac:spMkLst>
            <pc:docMk/>
            <pc:sldMk cId="1687438443" sldId="807"/>
            <ac:spMk id="69" creationId="{A83BF31F-060C-4EAF-8330-9BB73B873AC9}"/>
          </ac:spMkLst>
        </pc:spChg>
        <pc:spChg chg="mod">
          <ac:chgData name="翟 锐" userId="fef11181f709266a" providerId="LiveId" clId="{47C3984C-A884-44FB-A44E-DB4C74737F95}" dt="2020-11-12T08:56:30.651" v="3420" actId="2711"/>
          <ac:spMkLst>
            <pc:docMk/>
            <pc:sldMk cId="1687438443" sldId="807"/>
            <ac:spMk id="70" creationId="{5F541057-C5E2-4C3E-9783-613134747C27}"/>
          </ac:spMkLst>
        </pc:spChg>
        <pc:spChg chg="mod">
          <ac:chgData name="翟 锐" userId="fef11181f709266a" providerId="LiveId" clId="{47C3984C-A884-44FB-A44E-DB4C74737F95}" dt="2020-11-12T08:56:30.651" v="3420" actId="2711"/>
          <ac:spMkLst>
            <pc:docMk/>
            <pc:sldMk cId="1687438443" sldId="807"/>
            <ac:spMk id="71" creationId="{7320FE09-0835-46DE-8167-B0F0098FE3DA}"/>
          </ac:spMkLst>
        </pc:spChg>
        <pc:spChg chg="mod">
          <ac:chgData name="翟 锐" userId="fef11181f709266a" providerId="LiveId" clId="{47C3984C-A884-44FB-A44E-DB4C74737F95}" dt="2020-11-12T08:56:30.651" v="3420" actId="2711"/>
          <ac:spMkLst>
            <pc:docMk/>
            <pc:sldMk cId="1687438443" sldId="807"/>
            <ac:spMk id="72" creationId="{E595A44A-D5D9-4C51-BCBE-76ADBFCAAFFF}"/>
          </ac:spMkLst>
        </pc:spChg>
        <pc:spChg chg="mod">
          <ac:chgData name="翟 锐" userId="fef11181f709266a" providerId="LiveId" clId="{47C3984C-A884-44FB-A44E-DB4C74737F95}" dt="2020-11-12T08:56:30.651" v="3420" actId="2711"/>
          <ac:spMkLst>
            <pc:docMk/>
            <pc:sldMk cId="1687438443" sldId="807"/>
            <ac:spMk id="73" creationId="{8D1A20D3-A63A-43CA-A42C-682B3EAFAAD2}"/>
          </ac:spMkLst>
        </pc:spChg>
        <pc:spChg chg="mod">
          <ac:chgData name="翟 锐" userId="fef11181f709266a" providerId="LiveId" clId="{47C3984C-A884-44FB-A44E-DB4C74737F95}" dt="2020-11-12T08:56:30.651" v="3420" actId="2711"/>
          <ac:spMkLst>
            <pc:docMk/>
            <pc:sldMk cId="1687438443" sldId="807"/>
            <ac:spMk id="74" creationId="{03C6FAB4-DF05-4B4A-9496-8FD1EE635E44}"/>
          </ac:spMkLst>
        </pc:spChg>
        <pc:spChg chg="mod">
          <ac:chgData name="翟 锐" userId="fef11181f709266a" providerId="LiveId" clId="{47C3984C-A884-44FB-A44E-DB4C74737F95}" dt="2020-11-12T08:56:30.651" v="3420" actId="2711"/>
          <ac:spMkLst>
            <pc:docMk/>
            <pc:sldMk cId="1687438443" sldId="807"/>
            <ac:spMk id="75" creationId="{CDDD3F45-9A37-47BC-8D38-0EA698A7794F}"/>
          </ac:spMkLst>
        </pc:spChg>
        <pc:spChg chg="mod">
          <ac:chgData name="翟 锐" userId="fef11181f709266a" providerId="LiveId" clId="{47C3984C-A884-44FB-A44E-DB4C74737F95}" dt="2020-11-12T08:56:30.651" v="3420" actId="2711"/>
          <ac:spMkLst>
            <pc:docMk/>
            <pc:sldMk cId="1687438443" sldId="807"/>
            <ac:spMk id="76" creationId="{FF6E4C50-A5D7-4AD1-9FFD-BB700B7E8122}"/>
          </ac:spMkLst>
        </pc:spChg>
        <pc:spChg chg="mod">
          <ac:chgData name="翟 锐" userId="fef11181f709266a" providerId="LiveId" clId="{47C3984C-A884-44FB-A44E-DB4C74737F95}" dt="2020-11-12T08:56:30.651" v="3420" actId="2711"/>
          <ac:spMkLst>
            <pc:docMk/>
            <pc:sldMk cId="1687438443" sldId="807"/>
            <ac:spMk id="77" creationId="{A6E9D280-54D5-4FF2-AA02-6A4E9B7CA43E}"/>
          </ac:spMkLst>
        </pc:spChg>
        <pc:spChg chg="mod">
          <ac:chgData name="翟 锐" userId="fef11181f709266a" providerId="LiveId" clId="{47C3984C-A884-44FB-A44E-DB4C74737F95}" dt="2020-11-12T08:56:30.651" v="3420" actId="2711"/>
          <ac:spMkLst>
            <pc:docMk/>
            <pc:sldMk cId="1687438443" sldId="807"/>
            <ac:spMk id="78" creationId="{A1FFC166-68BA-425C-BDAB-41E41A9F2C86}"/>
          </ac:spMkLst>
        </pc:spChg>
        <pc:spChg chg="mod">
          <ac:chgData name="翟 锐" userId="fef11181f709266a" providerId="LiveId" clId="{47C3984C-A884-44FB-A44E-DB4C74737F95}" dt="2020-11-12T08:56:30.651" v="3420" actId="2711"/>
          <ac:spMkLst>
            <pc:docMk/>
            <pc:sldMk cId="1687438443" sldId="807"/>
            <ac:spMk id="79" creationId="{2615EB0A-634F-4063-8C45-3945DC02565D}"/>
          </ac:spMkLst>
        </pc:spChg>
        <pc:spChg chg="mod">
          <ac:chgData name="翟 锐" userId="fef11181f709266a" providerId="LiveId" clId="{47C3984C-A884-44FB-A44E-DB4C74737F95}" dt="2020-11-12T08:56:30.651" v="3420" actId="2711"/>
          <ac:spMkLst>
            <pc:docMk/>
            <pc:sldMk cId="1687438443" sldId="807"/>
            <ac:spMk id="80" creationId="{B5BC69B5-4ADA-4B84-B40A-1ED098278C9E}"/>
          </ac:spMkLst>
        </pc:spChg>
        <pc:spChg chg="mod">
          <ac:chgData name="翟 锐" userId="fef11181f709266a" providerId="LiveId" clId="{47C3984C-A884-44FB-A44E-DB4C74737F95}" dt="2020-11-12T08:56:30.651" v="3420" actId="2711"/>
          <ac:spMkLst>
            <pc:docMk/>
            <pc:sldMk cId="1687438443" sldId="807"/>
            <ac:spMk id="81" creationId="{9283A025-51FB-4343-BE6B-288D99946E82}"/>
          </ac:spMkLst>
        </pc:spChg>
        <pc:spChg chg="mod">
          <ac:chgData name="翟 锐" userId="fef11181f709266a" providerId="LiveId" clId="{47C3984C-A884-44FB-A44E-DB4C74737F95}" dt="2020-11-12T08:56:30.651" v="3420" actId="2711"/>
          <ac:spMkLst>
            <pc:docMk/>
            <pc:sldMk cId="1687438443" sldId="807"/>
            <ac:spMk id="82" creationId="{63D14726-AB20-410C-AA3E-2ABBC64DFAD1}"/>
          </ac:spMkLst>
        </pc:spChg>
        <pc:spChg chg="mod">
          <ac:chgData name="翟 锐" userId="fef11181f709266a" providerId="LiveId" clId="{47C3984C-A884-44FB-A44E-DB4C74737F95}" dt="2020-11-12T08:56:30.651" v="3420" actId="2711"/>
          <ac:spMkLst>
            <pc:docMk/>
            <pc:sldMk cId="1687438443" sldId="807"/>
            <ac:spMk id="83" creationId="{B14C19AA-9BE6-4475-B110-28D4FA9C8C35}"/>
          </ac:spMkLst>
        </pc:spChg>
        <pc:spChg chg="mod">
          <ac:chgData name="翟 锐" userId="fef11181f709266a" providerId="LiveId" clId="{47C3984C-A884-44FB-A44E-DB4C74737F95}" dt="2020-11-12T08:56:30.651" v="3420" actId="2711"/>
          <ac:spMkLst>
            <pc:docMk/>
            <pc:sldMk cId="1687438443" sldId="807"/>
            <ac:spMk id="84" creationId="{B6304446-4AD3-48D8-886A-AEEF739F0ED8}"/>
          </ac:spMkLst>
        </pc:spChg>
        <pc:spChg chg="mod">
          <ac:chgData name="翟 锐" userId="fef11181f709266a" providerId="LiveId" clId="{47C3984C-A884-44FB-A44E-DB4C74737F95}" dt="2020-11-12T08:56:30.651" v="3420" actId="2711"/>
          <ac:spMkLst>
            <pc:docMk/>
            <pc:sldMk cId="1687438443" sldId="807"/>
            <ac:spMk id="85" creationId="{ED20D392-F38F-4F69-8493-B417AC203306}"/>
          </ac:spMkLst>
        </pc:spChg>
        <pc:spChg chg="mod">
          <ac:chgData name="翟 锐" userId="fef11181f709266a" providerId="LiveId" clId="{47C3984C-A884-44FB-A44E-DB4C74737F95}" dt="2020-11-12T08:56:30.651" v="3420" actId="2711"/>
          <ac:spMkLst>
            <pc:docMk/>
            <pc:sldMk cId="1687438443" sldId="807"/>
            <ac:spMk id="86" creationId="{54354D43-EB9E-4676-8FA6-E3EFE184B95C}"/>
          </ac:spMkLst>
        </pc:spChg>
        <pc:spChg chg="mod">
          <ac:chgData name="翟 锐" userId="fef11181f709266a" providerId="LiveId" clId="{47C3984C-A884-44FB-A44E-DB4C74737F95}" dt="2020-11-12T08:56:30.651" v="3420" actId="2711"/>
          <ac:spMkLst>
            <pc:docMk/>
            <pc:sldMk cId="1687438443" sldId="807"/>
            <ac:spMk id="87" creationId="{A06A872F-F8F0-4E73-A742-D17EA65A27D9}"/>
          </ac:spMkLst>
        </pc:spChg>
        <pc:spChg chg="mod">
          <ac:chgData name="翟 锐" userId="fef11181f709266a" providerId="LiveId" clId="{47C3984C-A884-44FB-A44E-DB4C74737F95}" dt="2020-11-12T08:56:30.651" v="3420" actId="2711"/>
          <ac:spMkLst>
            <pc:docMk/>
            <pc:sldMk cId="1687438443" sldId="807"/>
            <ac:spMk id="88" creationId="{2479C030-DFD1-4A4A-8371-6517BBC9EADC}"/>
          </ac:spMkLst>
        </pc:spChg>
        <pc:spChg chg="mod">
          <ac:chgData name="翟 锐" userId="fef11181f709266a" providerId="LiveId" clId="{47C3984C-A884-44FB-A44E-DB4C74737F95}" dt="2020-11-12T08:56:30.651" v="3420" actId="2711"/>
          <ac:spMkLst>
            <pc:docMk/>
            <pc:sldMk cId="1687438443" sldId="807"/>
            <ac:spMk id="89" creationId="{57A33136-F4C3-469E-A7FD-7514C5E8E173}"/>
          </ac:spMkLst>
        </pc:spChg>
        <pc:spChg chg="mod">
          <ac:chgData name="翟 锐" userId="fef11181f709266a" providerId="LiveId" clId="{47C3984C-A884-44FB-A44E-DB4C74737F95}" dt="2020-11-12T08:56:30.651" v="3420" actId="2711"/>
          <ac:spMkLst>
            <pc:docMk/>
            <pc:sldMk cId="1687438443" sldId="807"/>
            <ac:spMk id="90" creationId="{EF5F332C-08E2-4023-B93E-2FF5979FD225}"/>
          </ac:spMkLst>
        </pc:spChg>
        <pc:spChg chg="mod">
          <ac:chgData name="翟 锐" userId="fef11181f709266a" providerId="LiveId" clId="{47C3984C-A884-44FB-A44E-DB4C74737F95}" dt="2020-11-12T08:56:30.651" v="3420" actId="2711"/>
          <ac:spMkLst>
            <pc:docMk/>
            <pc:sldMk cId="1687438443" sldId="807"/>
            <ac:spMk id="91" creationId="{2B7588E8-B804-4A50-9C29-B0F7D2BEF7C7}"/>
          </ac:spMkLst>
        </pc:spChg>
        <pc:spChg chg="mod">
          <ac:chgData name="翟 锐" userId="fef11181f709266a" providerId="LiveId" clId="{47C3984C-A884-44FB-A44E-DB4C74737F95}" dt="2020-11-12T08:56:30.651" v="3420" actId="2711"/>
          <ac:spMkLst>
            <pc:docMk/>
            <pc:sldMk cId="1687438443" sldId="807"/>
            <ac:spMk id="92" creationId="{01CCE8B0-DBF5-4D66-8218-B1D3045B30B6}"/>
          </ac:spMkLst>
        </pc:spChg>
        <pc:spChg chg="mod">
          <ac:chgData name="翟 锐" userId="fef11181f709266a" providerId="LiveId" clId="{47C3984C-A884-44FB-A44E-DB4C74737F95}" dt="2020-11-12T08:57:42.365" v="3421" actId="14100"/>
          <ac:spMkLst>
            <pc:docMk/>
            <pc:sldMk cId="1687438443" sldId="807"/>
            <ac:spMk id="93" creationId="{F99174A2-1110-49C8-A794-F6EAE1E3D32A}"/>
          </ac:spMkLst>
        </pc:spChg>
        <pc:spChg chg="mod">
          <ac:chgData name="翟 锐" userId="fef11181f709266a" providerId="LiveId" clId="{47C3984C-A884-44FB-A44E-DB4C74737F95}" dt="2020-11-12T08:56:30.651" v="3420" actId="2711"/>
          <ac:spMkLst>
            <pc:docMk/>
            <pc:sldMk cId="1687438443" sldId="807"/>
            <ac:spMk id="94" creationId="{F3667896-E2C5-4CA6-9937-B3A573CFC30E}"/>
          </ac:spMkLst>
        </pc:spChg>
        <pc:spChg chg="mod">
          <ac:chgData name="翟 锐" userId="fef11181f709266a" providerId="LiveId" clId="{47C3984C-A884-44FB-A44E-DB4C74737F95}" dt="2020-11-12T08:56:30.651" v="3420" actId="2711"/>
          <ac:spMkLst>
            <pc:docMk/>
            <pc:sldMk cId="1687438443" sldId="807"/>
            <ac:spMk id="95" creationId="{FE2DAD13-9BF9-4C22-ADB6-04F4C9197749}"/>
          </ac:spMkLst>
        </pc:spChg>
        <pc:spChg chg="mod">
          <ac:chgData name="翟 锐" userId="fef11181f709266a" providerId="LiveId" clId="{47C3984C-A884-44FB-A44E-DB4C74737F95}" dt="2020-11-12T08:56:30.651" v="3420" actId="2711"/>
          <ac:spMkLst>
            <pc:docMk/>
            <pc:sldMk cId="1687438443" sldId="807"/>
            <ac:spMk id="96" creationId="{8C906EF2-058F-42BA-BA4A-A5AD26C876D1}"/>
          </ac:spMkLst>
        </pc:spChg>
        <pc:spChg chg="mod">
          <ac:chgData name="翟 锐" userId="fef11181f709266a" providerId="LiveId" clId="{47C3984C-A884-44FB-A44E-DB4C74737F95}" dt="2020-11-12T08:56:30.651" v="3420" actId="2711"/>
          <ac:spMkLst>
            <pc:docMk/>
            <pc:sldMk cId="1687438443" sldId="807"/>
            <ac:spMk id="97" creationId="{7F9FFDFC-6DB5-44C9-AFB7-1D5E022EF088}"/>
          </ac:spMkLst>
        </pc:spChg>
        <pc:spChg chg="mod">
          <ac:chgData name="翟 锐" userId="fef11181f709266a" providerId="LiveId" clId="{47C3984C-A884-44FB-A44E-DB4C74737F95}" dt="2020-11-12T08:56:30.651" v="3420" actId="2711"/>
          <ac:spMkLst>
            <pc:docMk/>
            <pc:sldMk cId="1687438443" sldId="807"/>
            <ac:spMk id="98" creationId="{05B63FA6-D3B8-4F92-9F0A-257150189F41}"/>
          </ac:spMkLst>
        </pc:spChg>
        <pc:grpChg chg="add del mod">
          <ac:chgData name="翟 锐" userId="fef11181f709266a" providerId="LiveId" clId="{47C3984C-A884-44FB-A44E-DB4C74737F95}" dt="2020-10-27T05:03:00.473" v="1875" actId="21"/>
          <ac:grpSpMkLst>
            <pc:docMk/>
            <pc:sldMk cId="1687438443" sldId="807"/>
            <ac:grpSpMk id="6" creationId="{8F02A712-08AC-4C85-A984-CCCB8B838856}"/>
          </ac:grpSpMkLst>
        </pc:grpChg>
        <pc:grpChg chg="add mod">
          <ac:chgData name="翟 锐" userId="fef11181f709266a" providerId="LiveId" clId="{47C3984C-A884-44FB-A44E-DB4C74737F95}" dt="2020-11-12T08:56:30.651" v="3420" actId="2711"/>
          <ac:grpSpMkLst>
            <pc:docMk/>
            <pc:sldMk cId="1687438443" sldId="807"/>
            <ac:grpSpMk id="54" creationId="{6892EE94-02C5-4313-8F4D-683D873EEF48}"/>
          </ac:grpSpMkLst>
        </pc:grpChg>
        <pc:cxnChg chg="del">
          <ac:chgData name="翟 锐" userId="fef11181f709266a" providerId="LiveId" clId="{47C3984C-A884-44FB-A44E-DB4C74737F95}" dt="2020-10-27T05:03:02.701" v="1876" actId="478"/>
          <ac:cxnSpMkLst>
            <pc:docMk/>
            <pc:sldMk cId="1687438443" sldId="807"/>
            <ac:cxnSpMk id="33" creationId="{00000000-0000-0000-0000-000000000000}"/>
          </ac:cxnSpMkLst>
        </pc:cxnChg>
      </pc:sldChg>
      <pc:sldChg chg="modSp add mod">
        <pc:chgData name="翟 锐" userId="fef11181f709266a" providerId="LiveId" clId="{47C3984C-A884-44FB-A44E-DB4C74737F95}" dt="2020-10-27T05:04:28.873" v="1890"/>
        <pc:sldMkLst>
          <pc:docMk/>
          <pc:sldMk cId="920349631" sldId="808"/>
        </pc:sldMkLst>
        <pc:spChg chg="mod">
          <ac:chgData name="翟 锐" userId="fef11181f709266a" providerId="LiveId" clId="{47C3984C-A884-44FB-A44E-DB4C74737F95}" dt="2020-10-27T05:04:28.873" v="1890"/>
          <ac:spMkLst>
            <pc:docMk/>
            <pc:sldMk cId="920349631" sldId="808"/>
            <ac:spMk id="2" creationId="{1A343DEC-CFF6-41F5-B87C-0DFC08C67B76}"/>
          </ac:spMkLst>
        </pc:spChg>
      </pc:sldChg>
      <pc:sldChg chg="addSp delSp modSp add mod delAnim">
        <pc:chgData name="翟 锐" userId="fef11181f709266a" providerId="LiveId" clId="{47C3984C-A884-44FB-A44E-DB4C74737F95}" dt="2020-10-27T05:05:00.408" v="1901" actId="1076"/>
        <pc:sldMkLst>
          <pc:docMk/>
          <pc:sldMk cId="1921674009" sldId="809"/>
        </pc:sldMkLst>
        <pc:spChg chg="del">
          <ac:chgData name="翟 锐" userId="fef11181f709266a" providerId="LiveId" clId="{47C3984C-A884-44FB-A44E-DB4C74737F95}" dt="2020-10-27T05:04:39.738" v="1892" actId="478"/>
          <ac:spMkLst>
            <pc:docMk/>
            <pc:sldMk cId="1921674009" sldId="809"/>
            <ac:spMk id="2" creationId="{1A343DEC-CFF6-41F5-B87C-0DFC08C67B76}"/>
          </ac:spMkLst>
        </pc:spChg>
        <pc:spChg chg="del">
          <ac:chgData name="翟 锐" userId="fef11181f709266a" providerId="LiveId" clId="{47C3984C-A884-44FB-A44E-DB4C74737F95}" dt="2020-10-27T05:04:47.998" v="1896" actId="478"/>
          <ac:spMkLst>
            <pc:docMk/>
            <pc:sldMk cId="1921674009" sldId="809"/>
            <ac:spMk id="34" creationId="{00000000-0000-0000-0000-000000000000}"/>
          </ac:spMkLst>
        </pc:spChg>
        <pc:spChg chg="del">
          <ac:chgData name="翟 锐" userId="fef11181f709266a" providerId="LiveId" clId="{47C3984C-A884-44FB-A44E-DB4C74737F95}" dt="2020-10-27T05:04:47.998" v="1896" actId="478"/>
          <ac:spMkLst>
            <pc:docMk/>
            <pc:sldMk cId="1921674009" sldId="809"/>
            <ac:spMk id="35" creationId="{00000000-0000-0000-0000-000000000000}"/>
          </ac:spMkLst>
        </pc:spChg>
        <pc:picChg chg="add mod">
          <ac:chgData name="翟 锐" userId="fef11181f709266a" providerId="LiveId" clId="{47C3984C-A884-44FB-A44E-DB4C74737F95}" dt="2020-10-27T05:05:00.408" v="1901" actId="1076"/>
          <ac:picMkLst>
            <pc:docMk/>
            <pc:sldMk cId="1921674009" sldId="809"/>
            <ac:picMk id="3" creationId="{679C09BE-9671-4EA2-9A3F-1B6525CE1307}"/>
          </ac:picMkLst>
        </pc:picChg>
        <pc:cxnChg chg="del">
          <ac:chgData name="翟 锐" userId="fef11181f709266a" providerId="LiveId" clId="{47C3984C-A884-44FB-A44E-DB4C74737F95}" dt="2020-10-27T05:04:47.998" v="1896" actId="478"/>
          <ac:cxnSpMkLst>
            <pc:docMk/>
            <pc:sldMk cId="1921674009" sldId="809"/>
            <ac:cxnSpMk id="33" creationId="{00000000-0000-0000-0000-000000000000}"/>
          </ac:cxnSpMkLst>
        </pc:cxnChg>
      </pc:sldChg>
      <pc:sldChg chg="addSp modSp add mod">
        <pc:chgData name="翟 锐" userId="fef11181f709266a" providerId="LiveId" clId="{47C3984C-A884-44FB-A44E-DB4C74737F95}" dt="2020-10-27T05:05:49.803" v="1916" actId="1076"/>
        <pc:sldMkLst>
          <pc:docMk/>
          <pc:sldMk cId="2147801400" sldId="810"/>
        </pc:sldMkLst>
        <pc:spChg chg="mod">
          <ac:chgData name="翟 锐" userId="fef11181f709266a" providerId="LiveId" clId="{47C3984C-A884-44FB-A44E-DB4C74737F95}" dt="2020-10-27T05:05:23.408" v="1906"/>
          <ac:spMkLst>
            <pc:docMk/>
            <pc:sldMk cId="2147801400" sldId="810"/>
            <ac:spMk id="2" creationId="{1A343DEC-CFF6-41F5-B87C-0DFC08C67B76}"/>
          </ac:spMkLst>
        </pc:spChg>
        <pc:graphicFrameChg chg="add mod modGraphic">
          <ac:chgData name="翟 锐" userId="fef11181f709266a" providerId="LiveId" clId="{47C3984C-A884-44FB-A44E-DB4C74737F95}" dt="2020-10-27T05:05:49.803" v="1916" actId="1076"/>
          <ac:graphicFrameMkLst>
            <pc:docMk/>
            <pc:sldMk cId="2147801400" sldId="810"/>
            <ac:graphicFrameMk id="3" creationId="{7212B428-CD81-4790-A049-1F63E7E5A8F4}"/>
          </ac:graphicFrameMkLst>
        </pc:graphicFrameChg>
      </pc:sldChg>
      <pc:sldChg chg="add del">
        <pc:chgData name="翟 锐" userId="fef11181f709266a" providerId="LiveId" clId="{47C3984C-A884-44FB-A44E-DB4C74737F95}" dt="2020-10-27T05:05:56.718" v="1917" actId="47"/>
        <pc:sldMkLst>
          <pc:docMk/>
          <pc:sldMk cId="92699588" sldId="811"/>
        </pc:sldMkLst>
      </pc:sldChg>
      <pc:sldChg chg="addSp delSp modSp add mod ord">
        <pc:chgData name="翟 锐" userId="fef11181f709266a" providerId="LiveId" clId="{47C3984C-A884-44FB-A44E-DB4C74737F95}" dt="2020-10-27T05:07:00.723" v="1930"/>
        <pc:sldMkLst>
          <pc:docMk/>
          <pc:sldMk cId="1386818457" sldId="811"/>
        </pc:sldMkLst>
        <pc:spChg chg="del">
          <ac:chgData name="翟 锐" userId="fef11181f709266a" providerId="LiveId" clId="{47C3984C-A884-44FB-A44E-DB4C74737F95}" dt="2020-10-27T05:06:30.999" v="1921" actId="478"/>
          <ac:spMkLst>
            <pc:docMk/>
            <pc:sldMk cId="1386818457" sldId="811"/>
            <ac:spMk id="2" creationId="{1A343DEC-CFF6-41F5-B87C-0DFC08C67B76}"/>
          </ac:spMkLst>
        </pc:spChg>
        <pc:spChg chg="mod">
          <ac:chgData name="翟 锐" userId="fef11181f709266a" providerId="LiveId" clId="{47C3984C-A884-44FB-A44E-DB4C74737F95}" dt="2020-10-27T05:06:43.979" v="1926" actId="1076"/>
          <ac:spMkLst>
            <pc:docMk/>
            <pc:sldMk cId="1386818457" sldId="811"/>
            <ac:spMk id="7" creationId="{2DA1C350-2C11-417B-B2B8-71B7896C3670}"/>
          </ac:spMkLst>
        </pc:spChg>
        <pc:grpChg chg="add mod">
          <ac:chgData name="翟 锐" userId="fef11181f709266a" providerId="LiveId" clId="{47C3984C-A884-44FB-A44E-DB4C74737F95}" dt="2020-10-27T05:06:43.979" v="1926" actId="1076"/>
          <ac:grpSpMkLst>
            <pc:docMk/>
            <pc:sldMk cId="1386818457" sldId="811"/>
            <ac:grpSpMk id="6" creationId="{C5C7E859-CD68-4833-A028-B78A27E52F50}"/>
          </ac:grpSpMkLst>
        </pc:grpChg>
        <pc:picChg chg="mod">
          <ac:chgData name="翟 锐" userId="fef11181f709266a" providerId="LiveId" clId="{47C3984C-A884-44FB-A44E-DB4C74737F95}" dt="2020-10-27T05:06:43.979" v="1926" actId="1076"/>
          <ac:picMkLst>
            <pc:docMk/>
            <pc:sldMk cId="1386818457" sldId="811"/>
            <ac:picMk id="8" creationId="{B860FF65-0625-4F42-950D-34280DB5FDC7}"/>
          </ac:picMkLst>
        </pc:picChg>
      </pc:sldChg>
      <pc:sldChg chg="addSp delSp modSp add mod delAnim">
        <pc:chgData name="翟 锐" userId="fef11181f709266a" providerId="LiveId" clId="{47C3984C-A884-44FB-A44E-DB4C74737F95}" dt="2020-10-27T05:08:14.869" v="1959" actId="122"/>
        <pc:sldMkLst>
          <pc:docMk/>
          <pc:sldMk cId="1816424092" sldId="812"/>
        </pc:sldMkLst>
        <pc:spChg chg="del">
          <ac:chgData name="翟 锐" userId="fef11181f709266a" providerId="LiveId" clId="{47C3984C-A884-44FB-A44E-DB4C74737F95}" dt="2020-10-27T05:07:27.399" v="1932" actId="478"/>
          <ac:spMkLst>
            <pc:docMk/>
            <pc:sldMk cId="1816424092" sldId="812"/>
            <ac:spMk id="2" creationId="{1A343DEC-CFF6-41F5-B87C-0DFC08C67B76}"/>
          </ac:spMkLst>
        </pc:spChg>
        <pc:spChg chg="del">
          <ac:chgData name="翟 锐" userId="fef11181f709266a" providerId="LiveId" clId="{47C3984C-A884-44FB-A44E-DB4C74737F95}" dt="2020-10-27T05:07:27.399" v="1932" actId="478"/>
          <ac:spMkLst>
            <pc:docMk/>
            <pc:sldMk cId="1816424092" sldId="812"/>
            <ac:spMk id="34" creationId="{00000000-0000-0000-0000-000000000000}"/>
          </ac:spMkLst>
        </pc:spChg>
        <pc:spChg chg="del">
          <ac:chgData name="翟 锐" userId="fef11181f709266a" providerId="LiveId" clId="{47C3984C-A884-44FB-A44E-DB4C74737F95}" dt="2020-10-27T05:07:27.399" v="1932" actId="478"/>
          <ac:spMkLst>
            <pc:docMk/>
            <pc:sldMk cId="1816424092" sldId="812"/>
            <ac:spMk id="35" creationId="{00000000-0000-0000-0000-000000000000}"/>
          </ac:spMkLst>
        </pc:spChg>
        <pc:graphicFrameChg chg="add mod modGraphic">
          <ac:chgData name="翟 锐" userId="fef11181f709266a" providerId="LiveId" clId="{47C3984C-A884-44FB-A44E-DB4C74737F95}" dt="2020-10-27T05:08:14.869" v="1959" actId="122"/>
          <ac:graphicFrameMkLst>
            <pc:docMk/>
            <pc:sldMk cId="1816424092" sldId="812"/>
            <ac:graphicFrameMk id="6" creationId="{079F7DA2-E723-46EC-A4CE-AE34F11148A9}"/>
          </ac:graphicFrameMkLst>
        </pc:graphicFrameChg>
        <pc:cxnChg chg="del">
          <ac:chgData name="翟 锐" userId="fef11181f709266a" providerId="LiveId" clId="{47C3984C-A884-44FB-A44E-DB4C74737F95}" dt="2020-10-27T05:07:27.399" v="1932" actId="478"/>
          <ac:cxnSpMkLst>
            <pc:docMk/>
            <pc:sldMk cId="1816424092" sldId="812"/>
            <ac:cxnSpMk id="33" creationId="{00000000-0000-0000-0000-000000000000}"/>
          </ac:cxnSpMkLst>
        </pc:cxnChg>
      </pc:sldChg>
      <pc:sldChg chg="addSp delSp modSp add mod">
        <pc:chgData name="翟 锐" userId="fef11181f709266a" providerId="LiveId" clId="{47C3984C-A884-44FB-A44E-DB4C74737F95}" dt="2020-10-27T05:14:01.761" v="2055" actId="20577"/>
        <pc:sldMkLst>
          <pc:docMk/>
          <pc:sldMk cId="1948885489" sldId="813"/>
        </pc:sldMkLst>
        <pc:spChg chg="mod">
          <ac:chgData name="翟 锐" userId="fef11181f709266a" providerId="LiveId" clId="{47C3984C-A884-44FB-A44E-DB4C74737F95}" dt="2020-10-27T05:10:23.824" v="2007" actId="20577"/>
          <ac:spMkLst>
            <pc:docMk/>
            <pc:sldMk cId="1948885489" sldId="813"/>
            <ac:spMk id="2" creationId="{1A343DEC-CFF6-41F5-B87C-0DFC08C67B76}"/>
          </ac:spMkLst>
        </pc:spChg>
        <pc:spChg chg="add del mod">
          <ac:chgData name="翟 锐" userId="fef11181f709266a" providerId="LiveId" clId="{47C3984C-A884-44FB-A44E-DB4C74737F95}" dt="2020-10-27T05:09:32.077" v="1976" actId="478"/>
          <ac:spMkLst>
            <pc:docMk/>
            <pc:sldMk cId="1948885489" sldId="813"/>
            <ac:spMk id="3" creationId="{6E3FCD4C-BA24-4EF6-BAD4-377D4B519298}"/>
          </ac:spMkLst>
        </pc:spChg>
        <pc:spChg chg="add del mod">
          <ac:chgData name="翟 锐" userId="fef11181f709266a" providerId="LiveId" clId="{47C3984C-A884-44FB-A44E-DB4C74737F95}" dt="2020-10-27T05:09:40.794" v="1982" actId="478"/>
          <ac:spMkLst>
            <pc:docMk/>
            <pc:sldMk cId="1948885489" sldId="813"/>
            <ac:spMk id="7" creationId="{C8E49DE3-DAA3-46B6-91A0-8CE82F2376C0}"/>
          </ac:spMkLst>
        </pc:spChg>
        <pc:spChg chg="add del mod">
          <ac:chgData name="翟 锐" userId="fef11181f709266a" providerId="LiveId" clId="{47C3984C-A884-44FB-A44E-DB4C74737F95}" dt="2020-10-27T05:10:03.043" v="1993" actId="478"/>
          <ac:spMkLst>
            <pc:docMk/>
            <pc:sldMk cId="1948885489" sldId="813"/>
            <ac:spMk id="11" creationId="{37095321-2036-41B2-BA74-6F2943C42DED}"/>
          </ac:spMkLst>
        </pc:spChg>
        <pc:spChg chg="add del mod">
          <ac:chgData name="翟 锐" userId="fef11181f709266a" providerId="LiveId" clId="{47C3984C-A884-44FB-A44E-DB4C74737F95}" dt="2020-10-27T05:10:19.661" v="2003" actId="478"/>
          <ac:spMkLst>
            <pc:docMk/>
            <pc:sldMk cId="1948885489" sldId="813"/>
            <ac:spMk id="15" creationId="{E93A95BF-57FD-4DC2-BC8E-4B4B4147710E}"/>
          </ac:spMkLst>
        </pc:spChg>
        <pc:spChg chg="add mod">
          <ac:chgData name="翟 锐" userId="fef11181f709266a" providerId="LiveId" clId="{47C3984C-A884-44FB-A44E-DB4C74737F95}" dt="2020-10-27T05:12:56.610" v="2012" actId="108"/>
          <ac:spMkLst>
            <pc:docMk/>
            <pc:sldMk cId="1948885489" sldId="813"/>
            <ac:spMk id="19" creationId="{D758428B-1C5D-42CB-8D37-7B543F823790}"/>
          </ac:spMkLst>
        </pc:spChg>
        <pc:spChg chg="mod">
          <ac:chgData name="翟 锐" userId="fef11181f709266a" providerId="LiveId" clId="{47C3984C-A884-44FB-A44E-DB4C74737F95}" dt="2020-10-27T05:14:01.761" v="2055" actId="20577"/>
          <ac:spMkLst>
            <pc:docMk/>
            <pc:sldMk cId="1948885489" sldId="813"/>
            <ac:spMk id="35" creationId="{00000000-0000-0000-0000-000000000000}"/>
          </ac:spMkLst>
        </pc:spChg>
        <pc:graphicFrameChg chg="add del mod replId">
          <ac:chgData name="翟 锐" userId="fef11181f709266a" providerId="LiveId" clId="{47C3984C-A884-44FB-A44E-DB4C74737F95}" dt="2020-10-27T05:09:24.800" v="1972"/>
          <ac:graphicFrameMkLst>
            <pc:docMk/>
            <pc:sldMk cId="1948885489" sldId="813"/>
            <ac:graphicFrameMk id="4" creationId="{6E3FCD4C-BA24-4EF6-BAD4-377D4B519298}"/>
          </ac:graphicFrameMkLst>
        </pc:graphicFrameChg>
        <pc:graphicFrameChg chg="add del mod replId">
          <ac:chgData name="翟 锐" userId="fef11181f709266a" providerId="LiveId" clId="{47C3984C-A884-44FB-A44E-DB4C74737F95}" dt="2020-10-27T05:09:38.489" v="1980"/>
          <ac:graphicFrameMkLst>
            <pc:docMk/>
            <pc:sldMk cId="1948885489" sldId="813"/>
            <ac:graphicFrameMk id="8" creationId="{C8E49DE3-DAA3-46B6-91A0-8CE82F2376C0}"/>
          </ac:graphicFrameMkLst>
        </pc:graphicFrameChg>
        <pc:graphicFrameChg chg="add del mod replId">
          <ac:chgData name="翟 锐" userId="fef11181f709266a" providerId="LiveId" clId="{47C3984C-A884-44FB-A44E-DB4C74737F95}" dt="2020-10-27T05:10:00.113" v="1991"/>
          <ac:graphicFrameMkLst>
            <pc:docMk/>
            <pc:sldMk cId="1948885489" sldId="813"/>
            <ac:graphicFrameMk id="12" creationId="{37095321-2036-41B2-BA74-6F2943C42DED}"/>
          </ac:graphicFrameMkLst>
        </pc:graphicFrameChg>
        <pc:graphicFrameChg chg="add del mod replId">
          <ac:chgData name="翟 锐" userId="fef11181f709266a" providerId="LiveId" clId="{47C3984C-A884-44FB-A44E-DB4C74737F95}" dt="2020-10-27T05:10:15.521" v="2000"/>
          <ac:graphicFrameMkLst>
            <pc:docMk/>
            <pc:sldMk cId="1948885489" sldId="813"/>
            <ac:graphicFrameMk id="16" creationId="{E93A95BF-57FD-4DC2-BC8E-4B4B4147710E}"/>
          </ac:graphicFrameMkLst>
        </pc:graphicFrameChg>
        <pc:graphicFrameChg chg="add mod modGraphic">
          <ac:chgData name="翟 锐" userId="fef11181f709266a" providerId="LiveId" clId="{47C3984C-A884-44FB-A44E-DB4C74737F95}" dt="2020-10-27T05:13:43.476" v="2047"/>
          <ac:graphicFrameMkLst>
            <pc:docMk/>
            <pc:sldMk cId="1948885489" sldId="813"/>
            <ac:graphicFrameMk id="24" creationId="{6E3A6614-DDCB-4CA1-9910-9FA33F8CB690}"/>
          </ac:graphicFrameMkLst>
        </pc:graphicFrameChg>
      </pc:sldChg>
      <pc:sldChg chg="addSp delSp modSp add mod">
        <pc:chgData name="翟 锐" userId="fef11181f709266a" providerId="LiveId" clId="{47C3984C-A884-44FB-A44E-DB4C74737F95}" dt="2020-10-27T05:15:04.632" v="2068" actId="14734"/>
        <pc:sldMkLst>
          <pc:docMk/>
          <pc:sldMk cId="1466345902" sldId="814"/>
        </pc:sldMkLst>
        <pc:spChg chg="del">
          <ac:chgData name="翟 锐" userId="fef11181f709266a" providerId="LiveId" clId="{47C3984C-A884-44FB-A44E-DB4C74737F95}" dt="2020-10-27T05:14:23.359" v="2056" actId="478"/>
          <ac:spMkLst>
            <pc:docMk/>
            <pc:sldMk cId="1466345902" sldId="814"/>
            <ac:spMk id="2" creationId="{1A343DEC-CFF6-41F5-B87C-0DFC08C67B76}"/>
          </ac:spMkLst>
        </pc:spChg>
        <pc:spChg chg="mod">
          <ac:chgData name="翟 锐" userId="fef11181f709266a" providerId="LiveId" clId="{47C3984C-A884-44FB-A44E-DB4C74737F95}" dt="2020-10-27T05:14:45.321" v="2063"/>
          <ac:spMkLst>
            <pc:docMk/>
            <pc:sldMk cId="1466345902" sldId="814"/>
            <ac:spMk id="35" creationId="{00000000-0000-0000-0000-000000000000}"/>
          </ac:spMkLst>
        </pc:spChg>
        <pc:graphicFrameChg chg="add mod modGraphic">
          <ac:chgData name="翟 锐" userId="fef11181f709266a" providerId="LiveId" clId="{47C3984C-A884-44FB-A44E-DB4C74737F95}" dt="2020-10-27T05:15:04.632" v="2068" actId="14734"/>
          <ac:graphicFrameMkLst>
            <pc:docMk/>
            <pc:sldMk cId="1466345902" sldId="814"/>
            <ac:graphicFrameMk id="6" creationId="{D1DCF240-2BD6-4DDF-AA2F-78E45184D934}"/>
          </ac:graphicFrameMkLst>
        </pc:graphicFrameChg>
      </pc:sldChg>
      <pc:sldChg chg="addSp delSp modSp add mod">
        <pc:chgData name="翟 锐" userId="fef11181f709266a" providerId="LiveId" clId="{47C3984C-A884-44FB-A44E-DB4C74737F95}" dt="2020-10-27T05:22:07.319" v="2247"/>
        <pc:sldMkLst>
          <pc:docMk/>
          <pc:sldMk cId="1499506767" sldId="815"/>
        </pc:sldMkLst>
        <pc:spChg chg="mod">
          <ac:chgData name="翟 锐" userId="fef11181f709266a" providerId="LiveId" clId="{47C3984C-A884-44FB-A44E-DB4C74737F95}" dt="2020-10-27T05:17:27.331" v="2139" actId="6549"/>
          <ac:spMkLst>
            <pc:docMk/>
            <pc:sldMk cId="1499506767" sldId="815"/>
            <ac:spMk id="2" creationId="{1A343DEC-CFF6-41F5-B87C-0DFC08C67B76}"/>
          </ac:spMkLst>
        </pc:spChg>
        <pc:spChg chg="add del mod">
          <ac:chgData name="翟 锐" userId="fef11181f709266a" providerId="LiveId" clId="{47C3984C-A884-44FB-A44E-DB4C74737F95}" dt="2020-10-27T05:15:46.832" v="2082" actId="478"/>
          <ac:spMkLst>
            <pc:docMk/>
            <pc:sldMk cId="1499506767" sldId="815"/>
            <ac:spMk id="3" creationId="{EED20BA7-8A63-4B36-9681-BC7FCAAF1006}"/>
          </ac:spMkLst>
        </pc:spChg>
        <pc:spChg chg="add del mod">
          <ac:chgData name="翟 锐" userId="fef11181f709266a" providerId="LiveId" clId="{47C3984C-A884-44FB-A44E-DB4C74737F95}" dt="2020-10-27T05:16:15.975" v="2094" actId="478"/>
          <ac:spMkLst>
            <pc:docMk/>
            <pc:sldMk cId="1499506767" sldId="815"/>
            <ac:spMk id="7" creationId="{35D14D51-D2F4-42E6-A7A7-FAD7AB48BFF3}"/>
          </ac:spMkLst>
        </pc:spChg>
        <pc:spChg chg="add del mod">
          <ac:chgData name="翟 锐" userId="fef11181f709266a" providerId="LiveId" clId="{47C3984C-A884-44FB-A44E-DB4C74737F95}" dt="2020-10-27T05:16:20.665" v="2098" actId="478"/>
          <ac:spMkLst>
            <pc:docMk/>
            <pc:sldMk cId="1499506767" sldId="815"/>
            <ac:spMk id="8" creationId="{EAF53AD3-5C4E-4677-963B-4DA3F22EFEBA}"/>
          </ac:spMkLst>
        </pc:spChg>
        <pc:spChg chg="add del mod">
          <ac:chgData name="翟 锐" userId="fef11181f709266a" providerId="LiveId" clId="{47C3984C-A884-44FB-A44E-DB4C74737F95}" dt="2020-10-27T05:16:31.713" v="2105" actId="478"/>
          <ac:spMkLst>
            <pc:docMk/>
            <pc:sldMk cId="1499506767" sldId="815"/>
            <ac:spMk id="9" creationId="{6D763728-9BD2-4007-8C3F-C2B9E5506C50}"/>
          </ac:spMkLst>
        </pc:spChg>
        <pc:spChg chg="add del mod">
          <ac:chgData name="翟 锐" userId="fef11181f709266a" providerId="LiveId" clId="{47C3984C-A884-44FB-A44E-DB4C74737F95}" dt="2020-10-27T05:16:57.715" v="2119" actId="478"/>
          <ac:spMkLst>
            <pc:docMk/>
            <pc:sldMk cId="1499506767" sldId="815"/>
            <ac:spMk id="19" creationId="{F3682EA9-AB8D-46E9-9B11-83191E0B649E}"/>
          </ac:spMkLst>
        </pc:spChg>
        <pc:spChg chg="add del mod">
          <ac:chgData name="翟 锐" userId="fef11181f709266a" providerId="LiveId" clId="{47C3984C-A884-44FB-A44E-DB4C74737F95}" dt="2020-10-27T05:17:13.749" v="2129" actId="478"/>
          <ac:spMkLst>
            <pc:docMk/>
            <pc:sldMk cId="1499506767" sldId="815"/>
            <ac:spMk id="23" creationId="{1FFA51BD-C747-455D-A3BD-4E33D55D62A3}"/>
          </ac:spMkLst>
        </pc:spChg>
        <pc:spChg chg="add del mod">
          <ac:chgData name="翟 锐" userId="fef11181f709266a" providerId="LiveId" clId="{47C3984C-A884-44FB-A44E-DB4C74737F95}" dt="2020-10-27T05:17:22.747" v="2134" actId="478"/>
          <ac:spMkLst>
            <pc:docMk/>
            <pc:sldMk cId="1499506767" sldId="815"/>
            <ac:spMk id="27" creationId="{7BFA0B37-7288-4852-86B3-EA5EE2B9A34A}"/>
          </ac:spMkLst>
        </pc:spChg>
        <pc:spChg chg="mod">
          <ac:chgData name="翟 锐" userId="fef11181f709266a" providerId="LiveId" clId="{47C3984C-A884-44FB-A44E-DB4C74737F95}" dt="2020-10-27T05:22:07.319" v="2247"/>
          <ac:spMkLst>
            <pc:docMk/>
            <pc:sldMk cId="1499506767" sldId="815"/>
            <ac:spMk id="35" creationId="{00000000-0000-0000-0000-000000000000}"/>
          </ac:spMkLst>
        </pc:spChg>
        <pc:graphicFrameChg chg="add del mod replId">
          <ac:chgData name="翟 锐" userId="fef11181f709266a" providerId="LiveId" clId="{47C3984C-A884-44FB-A44E-DB4C74737F95}" dt="2020-10-27T05:15:44.226" v="2080"/>
          <ac:graphicFrameMkLst>
            <pc:docMk/>
            <pc:sldMk cId="1499506767" sldId="815"/>
            <ac:graphicFrameMk id="4" creationId="{EED20BA7-8A63-4B36-9681-BC7FCAAF1006}"/>
          </ac:graphicFrameMkLst>
        </pc:graphicFrameChg>
        <pc:graphicFrameChg chg="add del mod replId">
          <ac:chgData name="翟 锐" userId="fef11181f709266a" providerId="LiveId" clId="{47C3984C-A884-44FB-A44E-DB4C74737F95}" dt="2020-10-27T05:16:06.728" v="2089"/>
          <ac:graphicFrameMkLst>
            <pc:docMk/>
            <pc:sldMk cId="1499506767" sldId="815"/>
            <ac:graphicFrameMk id="11" creationId="{35D14D51-D2F4-42E6-A7A7-FAD7AB48BFF3}"/>
          </ac:graphicFrameMkLst>
        </pc:graphicFrameChg>
        <pc:graphicFrameChg chg="add del mod replId">
          <ac:chgData name="翟 锐" userId="fef11181f709266a" providerId="LiveId" clId="{47C3984C-A884-44FB-A44E-DB4C74737F95}" dt="2020-10-27T05:16:17.877" v="2096"/>
          <ac:graphicFrameMkLst>
            <pc:docMk/>
            <pc:sldMk cId="1499506767" sldId="815"/>
            <ac:graphicFrameMk id="15" creationId="{EAF53AD3-5C4E-4677-963B-4DA3F22EFEBA}"/>
          </ac:graphicFrameMkLst>
        </pc:graphicFrameChg>
        <pc:graphicFrameChg chg="add del mod replId">
          <ac:chgData name="翟 锐" userId="fef11181f709266a" providerId="LiveId" clId="{47C3984C-A884-44FB-A44E-DB4C74737F95}" dt="2020-10-27T05:16:28.333" v="2103"/>
          <ac:graphicFrameMkLst>
            <pc:docMk/>
            <pc:sldMk cId="1499506767" sldId="815"/>
            <ac:graphicFrameMk id="17" creationId="{6D763728-9BD2-4007-8C3F-C2B9E5506C50}"/>
          </ac:graphicFrameMkLst>
        </pc:graphicFrameChg>
        <pc:graphicFrameChg chg="add del mod replId">
          <ac:chgData name="翟 锐" userId="fef11181f709266a" providerId="LiveId" clId="{47C3984C-A884-44FB-A44E-DB4C74737F95}" dt="2020-10-27T05:16:52.687" v="2117"/>
          <ac:graphicFrameMkLst>
            <pc:docMk/>
            <pc:sldMk cId="1499506767" sldId="815"/>
            <ac:graphicFrameMk id="20" creationId="{F3682EA9-AB8D-46E9-9B11-83191E0B649E}"/>
          </ac:graphicFrameMkLst>
        </pc:graphicFrameChg>
        <pc:graphicFrameChg chg="add del mod replId">
          <ac:chgData name="翟 锐" userId="fef11181f709266a" providerId="LiveId" clId="{47C3984C-A884-44FB-A44E-DB4C74737F95}" dt="2020-10-27T05:17:08.988" v="2125"/>
          <ac:graphicFrameMkLst>
            <pc:docMk/>
            <pc:sldMk cId="1499506767" sldId="815"/>
            <ac:graphicFrameMk id="24" creationId="{1FFA51BD-C747-455D-A3BD-4E33D55D62A3}"/>
          </ac:graphicFrameMkLst>
        </pc:graphicFrameChg>
        <pc:graphicFrameChg chg="add del mod replId">
          <ac:chgData name="翟 锐" userId="fef11181f709266a" providerId="LiveId" clId="{47C3984C-A884-44FB-A44E-DB4C74737F95}" dt="2020-10-27T05:17:20.283" v="2132"/>
          <ac:graphicFrameMkLst>
            <pc:docMk/>
            <pc:sldMk cId="1499506767" sldId="815"/>
            <ac:graphicFrameMk id="28" creationId="{7BFA0B37-7288-4852-86B3-EA5EE2B9A34A}"/>
          </ac:graphicFrameMkLst>
        </pc:graphicFrameChg>
      </pc:sldChg>
      <pc:sldChg chg="addSp delSp modSp add mod">
        <pc:chgData name="翟 锐" userId="fef11181f709266a" providerId="LiveId" clId="{47C3984C-A884-44FB-A44E-DB4C74737F95}" dt="2020-10-27T05:18:55.301" v="2179" actId="20577"/>
        <pc:sldMkLst>
          <pc:docMk/>
          <pc:sldMk cId="3315122360" sldId="816"/>
        </pc:sldMkLst>
        <pc:spChg chg="mod">
          <ac:chgData name="翟 锐" userId="fef11181f709266a" providerId="LiveId" clId="{47C3984C-A884-44FB-A44E-DB4C74737F95}" dt="2020-10-27T05:18:55.301" v="2179" actId="20577"/>
          <ac:spMkLst>
            <pc:docMk/>
            <pc:sldMk cId="3315122360" sldId="816"/>
            <ac:spMk id="2" creationId="{1A343DEC-CFF6-41F5-B87C-0DFC08C67B76}"/>
          </ac:spMkLst>
        </pc:spChg>
        <pc:spChg chg="add del mod">
          <ac:chgData name="翟 锐" userId="fef11181f709266a" providerId="LiveId" clId="{47C3984C-A884-44FB-A44E-DB4C74737F95}" dt="2020-10-27T05:18:09.562" v="2155" actId="33423"/>
          <ac:spMkLst>
            <pc:docMk/>
            <pc:sldMk cId="3315122360" sldId="816"/>
            <ac:spMk id="3" creationId="{FCFEDCDD-FDAC-4DD1-AA7B-57EE044A6002}"/>
          </ac:spMkLst>
        </pc:spChg>
        <pc:spChg chg="add del mod">
          <ac:chgData name="翟 锐" userId="fef11181f709266a" providerId="LiveId" clId="{47C3984C-A884-44FB-A44E-DB4C74737F95}" dt="2020-10-27T05:18:40.168" v="2170" actId="478"/>
          <ac:spMkLst>
            <pc:docMk/>
            <pc:sldMk cId="3315122360" sldId="816"/>
            <ac:spMk id="7" creationId="{E3E1A903-70D9-48B6-B3ED-DC6059AF5B36}"/>
          </ac:spMkLst>
        </pc:spChg>
        <pc:spChg chg="add del mod">
          <ac:chgData name="翟 锐" userId="fef11181f709266a" providerId="LiveId" clId="{47C3984C-A884-44FB-A44E-DB4C74737F95}" dt="2020-10-27T05:18:46.994" v="2175" actId="478"/>
          <ac:spMkLst>
            <pc:docMk/>
            <pc:sldMk cId="3315122360" sldId="816"/>
            <ac:spMk id="8" creationId="{618843A4-5E4D-4CFF-8FF9-E9062DB528D5}"/>
          </ac:spMkLst>
        </pc:spChg>
        <pc:spChg chg="add del mod">
          <ac:chgData name="翟 锐" userId="fef11181f709266a" providerId="LiveId" clId="{47C3984C-A884-44FB-A44E-DB4C74737F95}" dt="2020-10-27T05:18:20.713" v="2160" actId="478"/>
          <ac:spMkLst>
            <pc:docMk/>
            <pc:sldMk cId="3315122360" sldId="816"/>
            <ac:spMk id="10" creationId="{A526F718-65EF-427A-8466-3152A14E6031}"/>
          </ac:spMkLst>
        </pc:spChg>
        <pc:graphicFrameChg chg="add del mod replId">
          <ac:chgData name="翟 锐" userId="fef11181f709266a" providerId="LiveId" clId="{47C3984C-A884-44FB-A44E-DB4C74737F95}" dt="2020-10-27T05:18:10.363" v="2156" actId="22"/>
          <ac:graphicFrameMkLst>
            <pc:docMk/>
            <pc:sldMk cId="3315122360" sldId="816"/>
            <ac:graphicFrameMk id="3" creationId="{FCFEDCDD-FDAC-4DD1-AA7B-57EE044A6002}"/>
          </ac:graphicFrameMkLst>
        </pc:graphicFrameChg>
        <pc:graphicFrameChg chg="add del mod replId">
          <ac:chgData name="翟 锐" userId="fef11181f709266a" providerId="LiveId" clId="{47C3984C-A884-44FB-A44E-DB4C74737F95}" dt="2020-10-27T05:18:35.922" v="2167"/>
          <ac:graphicFrameMkLst>
            <pc:docMk/>
            <pc:sldMk cId="3315122360" sldId="816"/>
            <ac:graphicFrameMk id="9" creationId="{E3E1A903-70D9-48B6-B3ED-DC6059AF5B36}"/>
          </ac:graphicFrameMkLst>
        </pc:graphicFrameChg>
        <pc:graphicFrameChg chg="add del mod replId">
          <ac:chgData name="翟 锐" userId="fef11181f709266a" providerId="LiveId" clId="{47C3984C-A884-44FB-A44E-DB4C74737F95}" dt="2020-10-27T05:18:44.413" v="2173"/>
          <ac:graphicFrameMkLst>
            <pc:docMk/>
            <pc:sldMk cId="3315122360" sldId="816"/>
            <ac:graphicFrameMk id="14" creationId="{618843A4-5E4D-4CFF-8FF9-E9062DB528D5}"/>
          </ac:graphicFrameMkLst>
        </pc:graphicFrameChg>
      </pc:sldChg>
      <pc:sldChg chg="modSp add mod">
        <pc:chgData name="翟 锐" userId="fef11181f709266a" providerId="LiveId" clId="{47C3984C-A884-44FB-A44E-DB4C74737F95}" dt="2020-10-27T05:20:00.513" v="2190"/>
        <pc:sldMkLst>
          <pc:docMk/>
          <pc:sldMk cId="202177852" sldId="817"/>
        </pc:sldMkLst>
        <pc:spChg chg="mod">
          <ac:chgData name="翟 锐" userId="fef11181f709266a" providerId="LiveId" clId="{47C3984C-A884-44FB-A44E-DB4C74737F95}" dt="2020-10-27T05:19:55.973" v="2189" actId="20577"/>
          <ac:spMkLst>
            <pc:docMk/>
            <pc:sldMk cId="202177852" sldId="817"/>
            <ac:spMk id="2" creationId="{1A343DEC-CFF6-41F5-B87C-0DFC08C67B76}"/>
          </ac:spMkLst>
        </pc:spChg>
        <pc:spChg chg="mod">
          <ac:chgData name="翟 锐" userId="fef11181f709266a" providerId="LiveId" clId="{47C3984C-A884-44FB-A44E-DB4C74737F95}" dt="2020-10-27T05:20:00.513" v="2190"/>
          <ac:spMkLst>
            <pc:docMk/>
            <pc:sldMk cId="202177852" sldId="817"/>
            <ac:spMk id="35" creationId="{00000000-0000-0000-0000-000000000000}"/>
          </ac:spMkLst>
        </pc:spChg>
      </pc:sldChg>
      <pc:sldChg chg="modSp add mod">
        <pc:chgData name="翟 锐" userId="fef11181f709266a" providerId="LiveId" clId="{47C3984C-A884-44FB-A44E-DB4C74737F95}" dt="2020-10-27T05:20:33.213" v="2205"/>
        <pc:sldMkLst>
          <pc:docMk/>
          <pc:sldMk cId="3230305235" sldId="818"/>
        </pc:sldMkLst>
        <pc:spChg chg="mod">
          <ac:chgData name="翟 锐" userId="fef11181f709266a" providerId="LiveId" clId="{47C3984C-A884-44FB-A44E-DB4C74737F95}" dt="2020-10-27T05:20:20.643" v="2204" actId="6549"/>
          <ac:spMkLst>
            <pc:docMk/>
            <pc:sldMk cId="3230305235" sldId="818"/>
            <ac:spMk id="2" creationId="{1A343DEC-CFF6-41F5-B87C-0DFC08C67B76}"/>
          </ac:spMkLst>
        </pc:spChg>
        <pc:spChg chg="mod">
          <ac:chgData name="翟 锐" userId="fef11181f709266a" providerId="LiveId" clId="{47C3984C-A884-44FB-A44E-DB4C74737F95}" dt="2020-10-27T05:20:33.213" v="2205"/>
          <ac:spMkLst>
            <pc:docMk/>
            <pc:sldMk cId="3230305235" sldId="818"/>
            <ac:spMk id="35" creationId="{00000000-0000-0000-0000-000000000000}"/>
          </ac:spMkLst>
        </pc:spChg>
      </pc:sldChg>
      <pc:sldChg chg="modSp add mod">
        <pc:chgData name="翟 锐" userId="fef11181f709266a" providerId="LiveId" clId="{47C3984C-A884-44FB-A44E-DB4C74737F95}" dt="2020-10-27T05:21:11.949" v="2231" actId="15"/>
        <pc:sldMkLst>
          <pc:docMk/>
          <pc:sldMk cId="2205156556" sldId="819"/>
        </pc:sldMkLst>
        <pc:spChg chg="mod">
          <ac:chgData name="翟 锐" userId="fef11181f709266a" providerId="LiveId" clId="{47C3984C-A884-44FB-A44E-DB4C74737F95}" dt="2020-10-27T05:21:11.949" v="2231" actId="15"/>
          <ac:spMkLst>
            <pc:docMk/>
            <pc:sldMk cId="2205156556" sldId="819"/>
            <ac:spMk id="2" creationId="{1A343DEC-CFF6-41F5-B87C-0DFC08C67B76}"/>
          </ac:spMkLst>
        </pc:spChg>
        <pc:spChg chg="mod">
          <ac:chgData name="翟 锐" userId="fef11181f709266a" providerId="LiveId" clId="{47C3984C-A884-44FB-A44E-DB4C74737F95}" dt="2020-10-27T05:20:34.848" v="2206"/>
          <ac:spMkLst>
            <pc:docMk/>
            <pc:sldMk cId="2205156556" sldId="819"/>
            <ac:spMk id="35" creationId="{00000000-0000-0000-0000-000000000000}"/>
          </ac:spMkLst>
        </pc:spChg>
      </pc:sldChg>
      <pc:sldChg chg="modSp add mod">
        <pc:chgData name="翟 锐" userId="fef11181f709266a" providerId="LiveId" clId="{47C3984C-A884-44FB-A44E-DB4C74737F95}" dt="2020-10-27T05:22:00.813" v="2246"/>
        <pc:sldMkLst>
          <pc:docMk/>
          <pc:sldMk cId="3876610196" sldId="820"/>
        </pc:sldMkLst>
        <pc:spChg chg="mod">
          <ac:chgData name="翟 锐" userId="fef11181f709266a" providerId="LiveId" clId="{47C3984C-A884-44FB-A44E-DB4C74737F95}" dt="2020-10-27T05:21:30.133" v="2245" actId="15"/>
          <ac:spMkLst>
            <pc:docMk/>
            <pc:sldMk cId="3876610196" sldId="820"/>
            <ac:spMk id="2" creationId="{1A343DEC-CFF6-41F5-B87C-0DFC08C67B76}"/>
          </ac:spMkLst>
        </pc:spChg>
        <pc:spChg chg="mod">
          <ac:chgData name="翟 锐" userId="fef11181f709266a" providerId="LiveId" clId="{47C3984C-A884-44FB-A44E-DB4C74737F95}" dt="2020-10-27T05:22:00.813" v="2246"/>
          <ac:spMkLst>
            <pc:docMk/>
            <pc:sldMk cId="3876610196" sldId="820"/>
            <ac:spMk id="35" creationId="{00000000-0000-0000-0000-000000000000}"/>
          </ac:spMkLst>
        </pc:spChg>
      </pc:sldChg>
      <pc:sldChg chg="modSp mod">
        <pc:chgData name="翟 锐" userId="fef11181f709266a" providerId="LiveId" clId="{47C3984C-A884-44FB-A44E-DB4C74737F95}" dt="2020-11-06T12:08:31.982" v="2274" actId="113"/>
        <pc:sldMkLst>
          <pc:docMk/>
          <pc:sldMk cId="189884868" sldId="825"/>
        </pc:sldMkLst>
        <pc:spChg chg="mod">
          <ac:chgData name="翟 锐" userId="fef11181f709266a" providerId="LiveId" clId="{47C3984C-A884-44FB-A44E-DB4C74737F95}" dt="2020-11-06T12:08:31.982" v="2274" actId="113"/>
          <ac:spMkLst>
            <pc:docMk/>
            <pc:sldMk cId="189884868" sldId="825"/>
            <ac:spMk id="2" creationId="{1A343DEC-CFF6-41F5-B87C-0DFC08C67B76}"/>
          </ac:spMkLst>
        </pc:spChg>
      </pc:sldChg>
      <pc:sldChg chg="addSp delSp modSp add mod">
        <pc:chgData name="翟 锐" userId="fef11181f709266a" providerId="LiveId" clId="{47C3984C-A884-44FB-A44E-DB4C74737F95}" dt="2020-11-06T14:16:03.669" v="3288" actId="14734"/>
        <pc:sldMkLst>
          <pc:docMk/>
          <pc:sldMk cId="2483771078" sldId="832"/>
        </pc:sldMkLst>
        <pc:grpChg chg="del">
          <ac:chgData name="翟 锐" userId="fef11181f709266a" providerId="LiveId" clId="{47C3984C-A884-44FB-A44E-DB4C74737F95}" dt="2020-11-06T13:42:13.121" v="2476" actId="478"/>
          <ac:grpSpMkLst>
            <pc:docMk/>
            <pc:sldMk cId="2483771078" sldId="832"/>
            <ac:grpSpMk id="6" creationId="{905ED5A3-6A2E-42BD-8E91-AB7BC2F062F2}"/>
          </ac:grpSpMkLst>
        </pc:grpChg>
        <pc:graphicFrameChg chg="add mod modGraphic">
          <ac:chgData name="翟 锐" userId="fef11181f709266a" providerId="LiveId" clId="{47C3984C-A884-44FB-A44E-DB4C74737F95}" dt="2020-11-06T14:16:03.669" v="3288" actId="14734"/>
          <ac:graphicFrameMkLst>
            <pc:docMk/>
            <pc:sldMk cId="2483771078" sldId="832"/>
            <ac:graphicFrameMk id="2" creationId="{A89C3FA3-0FAD-4E89-9E54-8FC79A374743}"/>
          </ac:graphicFrameMkLst>
        </pc:graphicFrameChg>
        <pc:graphicFrameChg chg="add mod">
          <ac:chgData name="翟 锐" userId="fef11181f709266a" providerId="LiveId" clId="{47C3984C-A884-44FB-A44E-DB4C74737F95}" dt="2020-11-06T13:50:46.421" v="3279"/>
          <ac:graphicFrameMkLst>
            <pc:docMk/>
            <pc:sldMk cId="2483771078" sldId="832"/>
            <ac:graphicFrameMk id="399" creationId="{6D414836-9C48-42D9-85CC-9D1D8D8D4296}"/>
          </ac:graphicFrameMkLst>
        </pc:graphicFrameChg>
      </pc:sldChg>
      <pc:sldChg chg="addSp modSp new mod ord">
        <pc:chgData name="翟 锐" userId="fef11181f709266a" providerId="LiveId" clId="{47C3984C-A884-44FB-A44E-DB4C74737F95}" dt="2020-11-07T07:24:22.769" v="3317"/>
        <pc:sldMkLst>
          <pc:docMk/>
          <pc:sldMk cId="1506599978" sldId="833"/>
        </pc:sldMkLst>
        <pc:spChg chg="add mod">
          <ac:chgData name="翟 锐" userId="fef11181f709266a" providerId="LiveId" clId="{47C3984C-A884-44FB-A44E-DB4C74737F95}" dt="2020-11-07T03:47:58.951" v="3315" actId="1076"/>
          <ac:spMkLst>
            <pc:docMk/>
            <pc:sldMk cId="1506599978" sldId="833"/>
            <ac:spMk id="3" creationId="{F0F0910E-4935-4B05-BEBA-659FBDBBF974}"/>
          </ac:spMkLst>
        </pc:spChg>
      </pc:sldChg>
      <pc:sldChg chg="new del">
        <pc:chgData name="翟 锐" userId="fef11181f709266a" providerId="LiveId" clId="{47C3984C-A884-44FB-A44E-DB4C74737F95}" dt="2020-11-12T07:33:53.051" v="3370" actId="47"/>
        <pc:sldMkLst>
          <pc:docMk/>
          <pc:sldMk cId="698293729" sldId="837"/>
        </pc:sldMkLst>
      </pc:sldChg>
      <pc:sldChg chg="modSp add mod">
        <pc:chgData name="翟 锐" userId="fef11181f709266a" providerId="LiveId" clId="{47C3984C-A884-44FB-A44E-DB4C74737F95}" dt="2020-11-12T07:37:27.431" v="3405" actId="122"/>
        <pc:sldMkLst>
          <pc:docMk/>
          <pc:sldMk cId="1136975466" sldId="837"/>
        </pc:sldMkLst>
        <pc:spChg chg="mod">
          <ac:chgData name="翟 锐" userId="fef11181f709266a" providerId="LiveId" clId="{47C3984C-A884-44FB-A44E-DB4C74737F95}" dt="2020-11-12T07:37:27.431" v="3405" actId="122"/>
          <ac:spMkLst>
            <pc:docMk/>
            <pc:sldMk cId="1136975466" sldId="837"/>
            <ac:spMk id="2" creationId="{1A343DEC-CFF6-41F5-B87C-0DFC08C67B76}"/>
          </ac:spMkLst>
        </pc:spChg>
      </pc:sldChg>
      <pc:sldChg chg="modSp add mod">
        <pc:chgData name="翟 锐" userId="fef11181f709266a" providerId="LiveId" clId="{47C3984C-A884-44FB-A44E-DB4C74737F95}" dt="2020-11-12T07:43:07.016" v="3415" actId="6549"/>
        <pc:sldMkLst>
          <pc:docMk/>
          <pc:sldMk cId="725457554" sldId="838"/>
        </pc:sldMkLst>
        <pc:spChg chg="mod">
          <ac:chgData name="翟 锐" userId="fef11181f709266a" providerId="LiveId" clId="{47C3984C-A884-44FB-A44E-DB4C74737F95}" dt="2020-11-12T07:43:07.016" v="3415" actId="6549"/>
          <ac:spMkLst>
            <pc:docMk/>
            <pc:sldMk cId="725457554" sldId="838"/>
            <ac:spMk id="2" creationId="{1A343DEC-CFF6-41F5-B87C-0DFC08C67B76}"/>
          </ac:spMkLst>
        </pc:spChg>
      </pc:sldChg>
    </pc:docChg>
  </pc:docChgLst>
  <pc:docChgLst>
    <pc:chgData name="翟 锐" userId="fef11181f709266a" providerId="LiveId" clId="{62C3DDC3-068D-4D5C-AF5E-DEC52467EEF6}"/>
    <pc:docChg chg="undo custSel addSld delSld modSld">
      <pc:chgData name="翟 锐" userId="fef11181f709266a" providerId="LiveId" clId="{62C3DDC3-068D-4D5C-AF5E-DEC52467EEF6}" dt="2021-05-18T01:43:27.952" v="56" actId="20577"/>
      <pc:docMkLst>
        <pc:docMk/>
      </pc:docMkLst>
      <pc:sldChg chg="modSp new del mod">
        <pc:chgData name="翟 锐" userId="fef11181f709266a" providerId="LiveId" clId="{62C3DDC3-068D-4D5C-AF5E-DEC52467EEF6}" dt="2021-05-18T01:39:47.471" v="4" actId="680"/>
        <pc:sldMkLst>
          <pc:docMk/>
          <pc:sldMk cId="1536174616" sldId="839"/>
        </pc:sldMkLst>
        <pc:spChg chg="mod">
          <ac:chgData name="翟 锐" userId="fef11181f709266a" providerId="LiveId" clId="{62C3DDC3-068D-4D5C-AF5E-DEC52467EEF6}" dt="2021-05-18T01:39:47.146" v="3"/>
          <ac:spMkLst>
            <pc:docMk/>
            <pc:sldMk cId="1536174616" sldId="839"/>
            <ac:spMk id="3" creationId="{CEB9F6E0-009B-47A6-ACDD-21A8075CFCDA}"/>
          </ac:spMkLst>
        </pc:spChg>
      </pc:sldChg>
      <pc:sldChg chg="modSp add mod modAnim">
        <pc:chgData name="翟 锐" userId="fef11181f709266a" providerId="LiveId" clId="{62C3DDC3-068D-4D5C-AF5E-DEC52467EEF6}" dt="2021-05-18T01:43:17.508" v="55" actId="20577"/>
        <pc:sldMkLst>
          <pc:docMk/>
          <pc:sldMk cId="4037277974" sldId="839"/>
        </pc:sldMkLst>
        <pc:spChg chg="mod">
          <ac:chgData name="翟 锐" userId="fef11181f709266a" providerId="LiveId" clId="{62C3DDC3-068D-4D5C-AF5E-DEC52467EEF6}" dt="2021-05-18T01:43:17.508" v="55" actId="20577"/>
          <ac:spMkLst>
            <pc:docMk/>
            <pc:sldMk cId="4037277974" sldId="839"/>
            <ac:spMk id="2" creationId="{1A343DEC-CFF6-41F5-B87C-0DFC08C67B76}"/>
          </ac:spMkLst>
        </pc:spChg>
        <pc:spChg chg="mod">
          <ac:chgData name="翟 锐" userId="fef11181f709266a" providerId="LiveId" clId="{62C3DDC3-068D-4D5C-AF5E-DEC52467EEF6}" dt="2021-05-18T01:40:24.749" v="16" actId="20577"/>
          <ac:spMkLst>
            <pc:docMk/>
            <pc:sldMk cId="4037277974" sldId="839"/>
            <ac:spMk id="35" creationId="{00000000-0000-0000-0000-000000000000}"/>
          </ac:spMkLst>
        </pc:spChg>
      </pc:sldChg>
      <pc:sldChg chg="new del">
        <pc:chgData name="翟 锐" userId="fef11181f709266a" providerId="LiveId" clId="{62C3DDC3-068D-4D5C-AF5E-DEC52467EEF6}" dt="2021-05-18T01:41:58.107" v="42" actId="680"/>
        <pc:sldMkLst>
          <pc:docMk/>
          <pc:sldMk cId="1413013324" sldId="840"/>
        </pc:sldMkLst>
      </pc:sldChg>
      <pc:sldChg chg="new del">
        <pc:chgData name="翟 锐" userId="fef11181f709266a" providerId="LiveId" clId="{62C3DDC3-068D-4D5C-AF5E-DEC52467EEF6}" dt="2021-05-18T01:41:51.640" v="40" actId="680"/>
        <pc:sldMkLst>
          <pc:docMk/>
          <pc:sldMk cId="2267444199" sldId="840"/>
        </pc:sldMkLst>
      </pc:sldChg>
      <pc:sldChg chg="modSp add mod">
        <pc:chgData name="翟 锐" userId="fef11181f709266a" providerId="LiveId" clId="{62C3DDC3-068D-4D5C-AF5E-DEC52467EEF6}" dt="2021-05-18T01:42:06.828" v="45" actId="6549"/>
        <pc:sldMkLst>
          <pc:docMk/>
          <pc:sldMk cId="3789512160" sldId="840"/>
        </pc:sldMkLst>
        <pc:spChg chg="mod">
          <ac:chgData name="翟 锐" userId="fef11181f709266a" providerId="LiveId" clId="{62C3DDC3-068D-4D5C-AF5E-DEC52467EEF6}" dt="2021-05-18T01:42:06.828" v="45" actId="6549"/>
          <ac:spMkLst>
            <pc:docMk/>
            <pc:sldMk cId="3789512160" sldId="840"/>
            <ac:spMk id="2" creationId="{1A343DEC-CFF6-41F5-B87C-0DFC08C67B76}"/>
          </ac:spMkLst>
        </pc:spChg>
      </pc:sldChg>
      <pc:sldChg chg="modSp add mod">
        <pc:chgData name="翟 锐" userId="fef11181f709266a" providerId="LiveId" clId="{62C3DDC3-068D-4D5C-AF5E-DEC52467EEF6}" dt="2021-05-18T01:43:27.952" v="56" actId="20577"/>
        <pc:sldMkLst>
          <pc:docMk/>
          <pc:sldMk cId="798346656" sldId="841"/>
        </pc:sldMkLst>
        <pc:spChg chg="mod">
          <ac:chgData name="翟 锐" userId="fef11181f709266a" providerId="LiveId" clId="{62C3DDC3-068D-4D5C-AF5E-DEC52467EEF6}" dt="2021-05-18T01:43:27.952" v="56" actId="20577"/>
          <ac:spMkLst>
            <pc:docMk/>
            <pc:sldMk cId="798346656" sldId="841"/>
            <ac:spMk id="2" creationId="{1A343DEC-CFF6-41F5-B87C-0DFC08C67B76}"/>
          </ac:spMkLst>
        </pc:spChg>
        <pc:spChg chg="mod">
          <ac:chgData name="翟 锐" userId="fef11181f709266a" providerId="LiveId" clId="{62C3DDC3-068D-4D5C-AF5E-DEC52467EEF6}" dt="2021-05-18T01:43:03.536" v="54" actId="20577"/>
          <ac:spMkLst>
            <pc:docMk/>
            <pc:sldMk cId="798346656" sldId="841"/>
            <ac:spMk id="35" creationId="{00000000-0000-0000-0000-000000000000}"/>
          </ac:spMkLst>
        </pc:spChg>
      </pc:sldChg>
    </pc:docChg>
  </pc:docChgLst>
  <pc:docChgLst>
    <pc:chgData name="翟 锐" userId="fef11181f709266a" providerId="LiveId" clId="{0214D428-B43D-48B8-A415-106375A7F957}"/>
    <pc:docChg chg="undo custSel addSld delSld modSld">
      <pc:chgData name="翟 锐" userId="fef11181f709266a" providerId="LiveId" clId="{0214D428-B43D-48B8-A415-106375A7F957}" dt="2020-09-04T09:26:59.411" v="689" actId="11529"/>
      <pc:docMkLst>
        <pc:docMk/>
      </pc:docMkLst>
      <pc:sldChg chg="add del">
        <pc:chgData name="翟 锐" userId="fef11181f709266a" providerId="LiveId" clId="{0214D428-B43D-48B8-A415-106375A7F957}" dt="2020-09-04T08:50:18.169" v="83"/>
        <pc:sldMkLst>
          <pc:docMk/>
          <pc:sldMk cId="0" sldId="325"/>
        </pc:sldMkLst>
      </pc:sldChg>
      <pc:sldChg chg="add del">
        <pc:chgData name="翟 锐" userId="fef11181f709266a" providerId="LiveId" clId="{0214D428-B43D-48B8-A415-106375A7F957}" dt="2020-09-04T08:58:04.885" v="191" actId="47"/>
        <pc:sldMkLst>
          <pc:docMk/>
          <pc:sldMk cId="0" sldId="347"/>
        </pc:sldMkLst>
      </pc:sldChg>
      <pc:sldChg chg="modSp mod">
        <pc:chgData name="翟 锐" userId="fef11181f709266a" providerId="LiveId" clId="{0214D428-B43D-48B8-A415-106375A7F957}" dt="2020-09-04T09:19:00.894" v="315" actId="14100"/>
        <pc:sldMkLst>
          <pc:docMk/>
          <pc:sldMk cId="2981006032" sldId="556"/>
        </pc:sldMkLst>
        <pc:spChg chg="mod">
          <ac:chgData name="翟 锐" userId="fef11181f709266a" providerId="LiveId" clId="{0214D428-B43D-48B8-A415-106375A7F957}" dt="2020-09-04T09:19:00.894" v="315" actId="14100"/>
          <ac:spMkLst>
            <pc:docMk/>
            <pc:sldMk cId="2981006032" sldId="556"/>
            <ac:spMk id="2" creationId="{1A343DEC-CFF6-41F5-B87C-0DFC08C67B76}"/>
          </ac:spMkLst>
        </pc:spChg>
      </pc:sldChg>
      <pc:sldChg chg="modSp mod">
        <pc:chgData name="翟 锐" userId="fef11181f709266a" providerId="LiveId" clId="{0214D428-B43D-48B8-A415-106375A7F957}" dt="2020-09-04T09:18:21.002" v="309" actId="1076"/>
        <pc:sldMkLst>
          <pc:docMk/>
          <pc:sldMk cId="40839046" sldId="560"/>
        </pc:sldMkLst>
        <pc:spChg chg="mod">
          <ac:chgData name="翟 锐" userId="fef11181f709266a" providerId="LiveId" clId="{0214D428-B43D-48B8-A415-106375A7F957}" dt="2020-09-04T09:18:21.002" v="309" actId="1076"/>
          <ac:spMkLst>
            <pc:docMk/>
            <pc:sldMk cId="40839046" sldId="560"/>
            <ac:spMk id="2" creationId="{1A343DEC-CFF6-41F5-B87C-0DFC08C67B76}"/>
          </ac:spMkLst>
        </pc:spChg>
      </pc:sldChg>
      <pc:sldChg chg="modSp mod">
        <pc:chgData name="翟 锐" userId="fef11181f709266a" providerId="LiveId" clId="{0214D428-B43D-48B8-A415-106375A7F957}" dt="2020-09-04T06:22:37.012" v="21" actId="12"/>
        <pc:sldMkLst>
          <pc:docMk/>
          <pc:sldMk cId="3051887953" sldId="563"/>
        </pc:sldMkLst>
        <pc:spChg chg="mod">
          <ac:chgData name="翟 锐" userId="fef11181f709266a" providerId="LiveId" clId="{0214D428-B43D-48B8-A415-106375A7F957}" dt="2020-09-04T06:22:37.012" v="21" actId="12"/>
          <ac:spMkLst>
            <pc:docMk/>
            <pc:sldMk cId="3051887953" sldId="563"/>
            <ac:spMk id="2" creationId="{1A343DEC-CFF6-41F5-B87C-0DFC08C67B76}"/>
          </ac:spMkLst>
        </pc:spChg>
      </pc:sldChg>
      <pc:sldChg chg="modSp mod">
        <pc:chgData name="翟 锐" userId="fef11181f709266a" providerId="LiveId" clId="{0214D428-B43D-48B8-A415-106375A7F957}" dt="2020-09-04T06:22:58.568" v="25" actId="15"/>
        <pc:sldMkLst>
          <pc:docMk/>
          <pc:sldMk cId="3404202409" sldId="564"/>
        </pc:sldMkLst>
        <pc:spChg chg="mod">
          <ac:chgData name="翟 锐" userId="fef11181f709266a" providerId="LiveId" clId="{0214D428-B43D-48B8-A415-106375A7F957}" dt="2020-09-04T06:22:58.568" v="25" actId="15"/>
          <ac:spMkLst>
            <pc:docMk/>
            <pc:sldMk cId="3404202409" sldId="564"/>
            <ac:spMk id="2" creationId="{1A343DEC-CFF6-41F5-B87C-0DFC08C67B76}"/>
          </ac:spMkLst>
        </pc:spChg>
      </pc:sldChg>
      <pc:sldChg chg="modSp mod">
        <pc:chgData name="翟 锐" userId="fef11181f709266a" providerId="LiveId" clId="{0214D428-B43D-48B8-A415-106375A7F957}" dt="2020-09-04T06:23:27.938" v="34" actId="6549"/>
        <pc:sldMkLst>
          <pc:docMk/>
          <pc:sldMk cId="146979102" sldId="565"/>
        </pc:sldMkLst>
        <pc:spChg chg="mod">
          <ac:chgData name="翟 锐" userId="fef11181f709266a" providerId="LiveId" clId="{0214D428-B43D-48B8-A415-106375A7F957}" dt="2020-09-04T06:23:27.938" v="34" actId="6549"/>
          <ac:spMkLst>
            <pc:docMk/>
            <pc:sldMk cId="146979102" sldId="565"/>
            <ac:spMk id="2" creationId="{1A343DEC-CFF6-41F5-B87C-0DFC08C67B76}"/>
          </ac:spMkLst>
        </pc:spChg>
        <pc:picChg chg="mod">
          <ac:chgData name="翟 锐" userId="fef11181f709266a" providerId="LiveId" clId="{0214D428-B43D-48B8-A415-106375A7F957}" dt="2020-09-04T06:23:12.383" v="26" actId="1076"/>
          <ac:picMkLst>
            <pc:docMk/>
            <pc:sldMk cId="146979102" sldId="565"/>
            <ac:picMk id="6" creationId="{CEC16A83-D065-4F47-95B4-63FF26FFD825}"/>
          </ac:picMkLst>
        </pc:picChg>
      </pc:sldChg>
      <pc:sldChg chg="modSp mod">
        <pc:chgData name="翟 锐" userId="fef11181f709266a" providerId="LiveId" clId="{0214D428-B43D-48B8-A415-106375A7F957}" dt="2020-09-04T09:18:13.031" v="306" actId="12"/>
        <pc:sldMkLst>
          <pc:docMk/>
          <pc:sldMk cId="727514361" sldId="566"/>
        </pc:sldMkLst>
        <pc:spChg chg="mod">
          <ac:chgData name="翟 锐" userId="fef11181f709266a" providerId="LiveId" clId="{0214D428-B43D-48B8-A415-106375A7F957}" dt="2020-09-04T09:18:13.031" v="306" actId="12"/>
          <ac:spMkLst>
            <pc:docMk/>
            <pc:sldMk cId="727514361" sldId="566"/>
            <ac:spMk id="2" creationId="{1A343DEC-CFF6-41F5-B87C-0DFC08C67B76}"/>
          </ac:spMkLst>
        </pc:spChg>
      </pc:sldChg>
      <pc:sldChg chg="modSp mod">
        <pc:chgData name="翟 锐" userId="fef11181f709266a" providerId="LiveId" clId="{0214D428-B43D-48B8-A415-106375A7F957}" dt="2020-09-04T06:21:42.030" v="13" actId="12"/>
        <pc:sldMkLst>
          <pc:docMk/>
          <pc:sldMk cId="1385814803" sldId="568"/>
        </pc:sldMkLst>
        <pc:spChg chg="mod">
          <ac:chgData name="翟 锐" userId="fef11181f709266a" providerId="LiveId" clId="{0214D428-B43D-48B8-A415-106375A7F957}" dt="2020-09-04T06:21:42.030" v="13" actId="12"/>
          <ac:spMkLst>
            <pc:docMk/>
            <pc:sldMk cId="1385814803" sldId="568"/>
            <ac:spMk id="2" creationId="{1A343DEC-CFF6-41F5-B87C-0DFC08C67B76}"/>
          </ac:spMkLst>
        </pc:spChg>
      </pc:sldChg>
      <pc:sldChg chg="modSp mod">
        <pc:chgData name="翟 锐" userId="fef11181f709266a" providerId="LiveId" clId="{0214D428-B43D-48B8-A415-106375A7F957}" dt="2020-09-04T06:23:39.038" v="36" actId="12"/>
        <pc:sldMkLst>
          <pc:docMk/>
          <pc:sldMk cId="1248462053" sldId="570"/>
        </pc:sldMkLst>
        <pc:spChg chg="mod">
          <ac:chgData name="翟 锐" userId="fef11181f709266a" providerId="LiveId" clId="{0214D428-B43D-48B8-A415-106375A7F957}" dt="2020-09-04T06:23:39.038" v="36" actId="12"/>
          <ac:spMkLst>
            <pc:docMk/>
            <pc:sldMk cId="1248462053" sldId="570"/>
            <ac:spMk id="2" creationId="{1A343DEC-CFF6-41F5-B87C-0DFC08C67B76}"/>
          </ac:spMkLst>
        </pc:spChg>
      </pc:sldChg>
      <pc:sldChg chg="modSp del mod">
        <pc:chgData name="翟 锐" userId="fef11181f709266a" providerId="LiveId" clId="{0214D428-B43D-48B8-A415-106375A7F957}" dt="2020-09-04T06:26:09.573" v="56" actId="2696"/>
        <pc:sldMkLst>
          <pc:docMk/>
          <pc:sldMk cId="3203680886" sldId="571"/>
        </pc:sldMkLst>
        <pc:picChg chg="mod">
          <ac:chgData name="翟 锐" userId="fef11181f709266a" providerId="LiveId" clId="{0214D428-B43D-48B8-A415-106375A7F957}" dt="2020-09-04T06:26:05.465" v="55" actId="1076"/>
          <ac:picMkLst>
            <pc:docMk/>
            <pc:sldMk cId="3203680886" sldId="571"/>
            <ac:picMk id="4" creationId="{05F69294-5C7E-47CA-AF72-F2B1779893E8}"/>
          </ac:picMkLst>
        </pc:picChg>
      </pc:sldChg>
      <pc:sldChg chg="add">
        <pc:chgData name="翟 锐" userId="fef11181f709266a" providerId="LiveId" clId="{0214D428-B43D-48B8-A415-106375A7F957}" dt="2020-09-04T06:26:18.700" v="57"/>
        <pc:sldMkLst>
          <pc:docMk/>
          <pc:sldMk cId="4135861373" sldId="571"/>
        </pc:sldMkLst>
      </pc:sldChg>
      <pc:sldChg chg="modSp mod">
        <pc:chgData name="翟 锐" userId="fef11181f709266a" providerId="LiveId" clId="{0214D428-B43D-48B8-A415-106375A7F957}" dt="2020-09-04T06:23:49.658" v="38" actId="12"/>
        <pc:sldMkLst>
          <pc:docMk/>
          <pc:sldMk cId="1120019373" sldId="572"/>
        </pc:sldMkLst>
        <pc:spChg chg="mod">
          <ac:chgData name="翟 锐" userId="fef11181f709266a" providerId="LiveId" clId="{0214D428-B43D-48B8-A415-106375A7F957}" dt="2020-09-04T06:23:49.658" v="38" actId="12"/>
          <ac:spMkLst>
            <pc:docMk/>
            <pc:sldMk cId="1120019373" sldId="572"/>
            <ac:spMk id="2" creationId="{1A343DEC-CFF6-41F5-B87C-0DFC08C67B76}"/>
          </ac:spMkLst>
        </pc:spChg>
      </pc:sldChg>
      <pc:sldChg chg="modSp mod">
        <pc:chgData name="翟 锐" userId="fef11181f709266a" providerId="LiveId" clId="{0214D428-B43D-48B8-A415-106375A7F957}" dt="2020-09-04T06:26:58.141" v="59" actId="12"/>
        <pc:sldMkLst>
          <pc:docMk/>
          <pc:sldMk cId="757202342" sldId="573"/>
        </pc:sldMkLst>
        <pc:spChg chg="mod">
          <ac:chgData name="翟 锐" userId="fef11181f709266a" providerId="LiveId" clId="{0214D428-B43D-48B8-A415-106375A7F957}" dt="2020-09-04T06:26:58.141" v="59" actId="12"/>
          <ac:spMkLst>
            <pc:docMk/>
            <pc:sldMk cId="757202342" sldId="573"/>
            <ac:spMk id="2" creationId="{1A343DEC-CFF6-41F5-B87C-0DFC08C67B76}"/>
          </ac:spMkLst>
        </pc:spChg>
      </pc:sldChg>
      <pc:sldChg chg="modSp mod">
        <pc:chgData name="翟 锐" userId="fef11181f709266a" providerId="LiveId" clId="{0214D428-B43D-48B8-A415-106375A7F957}" dt="2020-09-04T06:27:03.825" v="61" actId="12"/>
        <pc:sldMkLst>
          <pc:docMk/>
          <pc:sldMk cId="3813965798" sldId="574"/>
        </pc:sldMkLst>
        <pc:spChg chg="mod">
          <ac:chgData name="翟 锐" userId="fef11181f709266a" providerId="LiveId" clId="{0214D428-B43D-48B8-A415-106375A7F957}" dt="2020-09-04T06:27:03.825" v="61" actId="12"/>
          <ac:spMkLst>
            <pc:docMk/>
            <pc:sldMk cId="3813965798" sldId="574"/>
            <ac:spMk id="2" creationId="{1A343DEC-CFF6-41F5-B87C-0DFC08C67B76}"/>
          </ac:spMkLst>
        </pc:spChg>
      </pc:sldChg>
      <pc:sldChg chg="modSp mod">
        <pc:chgData name="翟 锐" userId="fef11181f709266a" providerId="LiveId" clId="{0214D428-B43D-48B8-A415-106375A7F957}" dt="2020-09-04T06:26:54.703" v="58" actId="12"/>
        <pc:sldMkLst>
          <pc:docMk/>
          <pc:sldMk cId="779357039" sldId="580"/>
        </pc:sldMkLst>
        <pc:spChg chg="mod">
          <ac:chgData name="翟 锐" userId="fef11181f709266a" providerId="LiveId" clId="{0214D428-B43D-48B8-A415-106375A7F957}" dt="2020-09-04T06:26:54.703" v="58" actId="12"/>
          <ac:spMkLst>
            <pc:docMk/>
            <pc:sldMk cId="779357039" sldId="580"/>
            <ac:spMk id="2" creationId="{1A343DEC-CFF6-41F5-B87C-0DFC08C67B76}"/>
          </ac:spMkLst>
        </pc:spChg>
      </pc:sldChg>
      <pc:sldChg chg="modSp mod">
        <pc:chgData name="翟 锐" userId="fef11181f709266a" providerId="LiveId" clId="{0214D428-B43D-48B8-A415-106375A7F957}" dt="2020-09-04T06:19:01.201" v="12" actId="15"/>
        <pc:sldMkLst>
          <pc:docMk/>
          <pc:sldMk cId="2748688468" sldId="586"/>
        </pc:sldMkLst>
        <pc:spChg chg="mod">
          <ac:chgData name="翟 锐" userId="fef11181f709266a" providerId="LiveId" clId="{0214D428-B43D-48B8-A415-106375A7F957}" dt="2020-09-04T06:19:01.201" v="12" actId="15"/>
          <ac:spMkLst>
            <pc:docMk/>
            <pc:sldMk cId="2748688468" sldId="586"/>
            <ac:spMk id="2" creationId="{1A343DEC-CFF6-41F5-B87C-0DFC08C67B76}"/>
          </ac:spMkLst>
        </pc:spChg>
      </pc:sldChg>
      <pc:sldChg chg="modSp">
        <pc:chgData name="翟 锐" userId="fef11181f709266a" providerId="LiveId" clId="{0214D428-B43D-48B8-A415-106375A7F957}" dt="2020-09-04T08:48:35.732" v="77"/>
        <pc:sldMkLst>
          <pc:docMk/>
          <pc:sldMk cId="4205128277" sldId="587"/>
        </pc:sldMkLst>
        <pc:spChg chg="mod">
          <ac:chgData name="翟 锐" userId="fef11181f709266a" providerId="LiveId" clId="{0214D428-B43D-48B8-A415-106375A7F957}" dt="2020-09-04T08:48:35.732" v="77"/>
          <ac:spMkLst>
            <pc:docMk/>
            <pc:sldMk cId="4205128277" sldId="587"/>
            <ac:spMk id="35" creationId="{00000000-0000-0000-0000-000000000000}"/>
          </ac:spMkLst>
        </pc:spChg>
      </pc:sldChg>
      <pc:sldChg chg="modSp modAnim">
        <pc:chgData name="翟 锐" userId="fef11181f709266a" providerId="LiveId" clId="{0214D428-B43D-48B8-A415-106375A7F957}" dt="2020-09-04T08:49:27.907" v="81"/>
        <pc:sldMkLst>
          <pc:docMk/>
          <pc:sldMk cId="850308225" sldId="588"/>
        </pc:sldMkLst>
        <pc:spChg chg="mod">
          <ac:chgData name="翟 锐" userId="fef11181f709266a" providerId="LiveId" clId="{0214D428-B43D-48B8-A415-106375A7F957}" dt="2020-09-04T08:49:27.907" v="81"/>
          <ac:spMkLst>
            <pc:docMk/>
            <pc:sldMk cId="850308225" sldId="588"/>
            <ac:spMk id="35" creationId="{00000000-0000-0000-0000-000000000000}"/>
          </ac:spMkLst>
        </pc:spChg>
      </pc:sldChg>
      <pc:sldChg chg="modSp mod modAnim">
        <pc:chgData name="翟 锐" userId="fef11181f709266a" providerId="LiveId" clId="{0214D428-B43D-48B8-A415-106375A7F957}" dt="2020-09-04T09:01:11.284" v="283" actId="20577"/>
        <pc:sldMkLst>
          <pc:docMk/>
          <pc:sldMk cId="1817544442" sldId="589"/>
        </pc:sldMkLst>
        <pc:spChg chg="mod">
          <ac:chgData name="翟 锐" userId="fef11181f709266a" providerId="LiveId" clId="{0214D428-B43D-48B8-A415-106375A7F957}" dt="2020-09-04T06:27:56.364" v="62" actId="12"/>
          <ac:spMkLst>
            <pc:docMk/>
            <pc:sldMk cId="1817544442" sldId="589"/>
            <ac:spMk id="2" creationId="{1A343DEC-CFF6-41F5-B87C-0DFC08C67B76}"/>
          </ac:spMkLst>
        </pc:spChg>
        <pc:spChg chg="mod">
          <ac:chgData name="翟 锐" userId="fef11181f709266a" providerId="LiveId" clId="{0214D428-B43D-48B8-A415-106375A7F957}" dt="2020-09-04T09:01:11.284" v="283" actId="20577"/>
          <ac:spMkLst>
            <pc:docMk/>
            <pc:sldMk cId="1817544442" sldId="589"/>
            <ac:spMk id="35" creationId="{00000000-0000-0000-0000-000000000000}"/>
          </ac:spMkLst>
        </pc:spChg>
      </pc:sldChg>
      <pc:sldChg chg="modSp mod">
        <pc:chgData name="翟 锐" userId="fef11181f709266a" providerId="LiveId" clId="{0214D428-B43D-48B8-A415-106375A7F957}" dt="2020-09-04T09:02:45.444" v="305" actId="15"/>
        <pc:sldMkLst>
          <pc:docMk/>
          <pc:sldMk cId="685558447" sldId="590"/>
        </pc:sldMkLst>
        <pc:spChg chg="mod">
          <ac:chgData name="翟 锐" userId="fef11181f709266a" providerId="LiveId" clId="{0214D428-B43D-48B8-A415-106375A7F957}" dt="2020-09-04T09:02:45.444" v="305" actId="15"/>
          <ac:spMkLst>
            <pc:docMk/>
            <pc:sldMk cId="685558447" sldId="590"/>
            <ac:spMk id="2" creationId="{1A343DEC-CFF6-41F5-B87C-0DFC08C67B76}"/>
          </ac:spMkLst>
        </pc:spChg>
      </pc:sldChg>
      <pc:sldChg chg="modSp">
        <pc:chgData name="翟 锐" userId="fef11181f709266a" providerId="LiveId" clId="{0214D428-B43D-48B8-A415-106375A7F957}" dt="2020-09-04T08:48:32.273" v="76"/>
        <pc:sldMkLst>
          <pc:docMk/>
          <pc:sldMk cId="2843123516" sldId="593"/>
        </pc:sldMkLst>
        <pc:spChg chg="mod">
          <ac:chgData name="翟 锐" userId="fef11181f709266a" providerId="LiveId" clId="{0214D428-B43D-48B8-A415-106375A7F957}" dt="2020-09-04T08:48:32.273" v="76"/>
          <ac:spMkLst>
            <pc:docMk/>
            <pc:sldMk cId="2843123516" sldId="593"/>
            <ac:spMk id="35" creationId="{00000000-0000-0000-0000-000000000000}"/>
          </ac:spMkLst>
        </pc:spChg>
      </pc:sldChg>
      <pc:sldChg chg="modSp mod modNotesTx">
        <pc:chgData name="翟 锐" userId="fef11181f709266a" providerId="LiveId" clId="{0214D428-B43D-48B8-A415-106375A7F957}" dt="2020-09-04T08:58:28.292" v="202" actId="20577"/>
        <pc:sldMkLst>
          <pc:docMk/>
          <pc:sldMk cId="363145086" sldId="595"/>
        </pc:sldMkLst>
        <pc:spChg chg="mod">
          <ac:chgData name="翟 锐" userId="fef11181f709266a" providerId="LiveId" clId="{0214D428-B43D-48B8-A415-106375A7F957}" dt="2020-09-04T08:55:02.797" v="133"/>
          <ac:spMkLst>
            <pc:docMk/>
            <pc:sldMk cId="363145086" sldId="595"/>
            <ac:spMk id="2" creationId="{1A343DEC-CFF6-41F5-B87C-0DFC08C67B76}"/>
          </ac:spMkLst>
        </pc:spChg>
      </pc:sldChg>
      <pc:sldChg chg="del">
        <pc:chgData name="翟 锐" userId="fef11181f709266a" providerId="LiveId" clId="{0214D428-B43D-48B8-A415-106375A7F957}" dt="2020-09-04T08:55:18.999" v="134" actId="47"/>
        <pc:sldMkLst>
          <pc:docMk/>
          <pc:sldMk cId="3722139504" sldId="596"/>
        </pc:sldMkLst>
      </pc:sldChg>
      <pc:sldChg chg="modSp mod">
        <pc:chgData name="翟 锐" userId="fef11181f709266a" providerId="LiveId" clId="{0214D428-B43D-48B8-A415-106375A7F957}" dt="2020-09-04T06:25:26.823" v="53" actId="20577"/>
        <pc:sldMkLst>
          <pc:docMk/>
          <pc:sldMk cId="3459061754" sldId="604"/>
        </pc:sldMkLst>
        <pc:spChg chg="mod">
          <ac:chgData name="翟 锐" userId="fef11181f709266a" providerId="LiveId" clId="{0214D428-B43D-48B8-A415-106375A7F957}" dt="2020-09-04T06:25:26.823" v="53" actId="20577"/>
          <ac:spMkLst>
            <pc:docMk/>
            <pc:sldMk cId="3459061754" sldId="604"/>
            <ac:spMk id="2" creationId="{1A343DEC-CFF6-41F5-B87C-0DFC08C67B76}"/>
          </ac:spMkLst>
        </pc:spChg>
      </pc:sldChg>
      <pc:sldChg chg="modSp mod">
        <pc:chgData name="翟 锐" userId="fef11181f709266a" providerId="LiveId" clId="{0214D428-B43D-48B8-A415-106375A7F957}" dt="2020-09-04T09:18:16.730" v="307" actId="12"/>
        <pc:sldMkLst>
          <pc:docMk/>
          <pc:sldMk cId="1397344220" sldId="613"/>
        </pc:sldMkLst>
        <pc:spChg chg="mod">
          <ac:chgData name="翟 锐" userId="fef11181f709266a" providerId="LiveId" clId="{0214D428-B43D-48B8-A415-106375A7F957}" dt="2020-09-04T09:18:16.730" v="307" actId="12"/>
          <ac:spMkLst>
            <pc:docMk/>
            <pc:sldMk cId="1397344220" sldId="613"/>
            <ac:spMk id="2" creationId="{1A343DEC-CFF6-41F5-B87C-0DFC08C67B76}"/>
          </ac:spMkLst>
        </pc:spChg>
      </pc:sldChg>
      <pc:sldChg chg="modSp add mod">
        <pc:chgData name="翟 锐" userId="fef11181f709266a" providerId="LiveId" clId="{0214D428-B43D-48B8-A415-106375A7F957}" dt="2020-09-04T06:18:41.347" v="8"/>
        <pc:sldMkLst>
          <pc:docMk/>
          <pc:sldMk cId="2382010412" sldId="614"/>
        </pc:sldMkLst>
        <pc:spChg chg="mod">
          <ac:chgData name="翟 锐" userId="fef11181f709266a" providerId="LiveId" clId="{0214D428-B43D-48B8-A415-106375A7F957}" dt="2020-09-04T06:18:34.427" v="5" actId="6549"/>
          <ac:spMkLst>
            <pc:docMk/>
            <pc:sldMk cId="2382010412" sldId="614"/>
            <ac:spMk id="2" creationId="{1A343DEC-CFF6-41F5-B87C-0DFC08C67B76}"/>
          </ac:spMkLst>
        </pc:spChg>
        <pc:spChg chg="mod">
          <ac:chgData name="翟 锐" userId="fef11181f709266a" providerId="LiveId" clId="{0214D428-B43D-48B8-A415-106375A7F957}" dt="2020-09-04T06:18:41.347" v="8"/>
          <ac:spMkLst>
            <pc:docMk/>
            <pc:sldMk cId="2382010412" sldId="614"/>
            <ac:spMk id="35" creationId="{00000000-0000-0000-0000-000000000000}"/>
          </ac:spMkLst>
        </pc:spChg>
      </pc:sldChg>
      <pc:sldChg chg="addSp delSp modSp add mod">
        <pc:chgData name="翟 锐" userId="fef11181f709266a" providerId="LiveId" clId="{0214D428-B43D-48B8-A415-106375A7F957}" dt="2020-09-04T06:29:29.305" v="73" actId="1076"/>
        <pc:sldMkLst>
          <pc:docMk/>
          <pc:sldMk cId="2504951130" sldId="615"/>
        </pc:sldMkLst>
        <pc:spChg chg="del mod">
          <ac:chgData name="翟 锐" userId="fef11181f709266a" providerId="LiveId" clId="{0214D428-B43D-48B8-A415-106375A7F957}" dt="2020-09-04T06:29:21.083" v="70"/>
          <ac:spMkLst>
            <pc:docMk/>
            <pc:sldMk cId="2504951130" sldId="615"/>
            <ac:spMk id="2" creationId="{1A343DEC-CFF6-41F5-B87C-0DFC08C67B76}"/>
          </ac:spMkLst>
        </pc:spChg>
        <pc:spChg chg="mod">
          <ac:chgData name="翟 锐" userId="fef11181f709266a" providerId="LiveId" clId="{0214D428-B43D-48B8-A415-106375A7F957}" dt="2020-09-04T06:28:59.856" v="67"/>
          <ac:spMkLst>
            <pc:docMk/>
            <pc:sldMk cId="2504951130" sldId="615"/>
            <ac:spMk id="35" creationId="{00000000-0000-0000-0000-000000000000}"/>
          </ac:spMkLst>
        </pc:spChg>
        <pc:picChg chg="add mod">
          <ac:chgData name="翟 锐" userId="fef11181f709266a" providerId="LiveId" clId="{0214D428-B43D-48B8-A415-106375A7F957}" dt="2020-09-04T06:29:29.305" v="73" actId="1076"/>
          <ac:picMkLst>
            <pc:docMk/>
            <pc:sldMk cId="2504951130" sldId="615"/>
            <ac:picMk id="3" creationId="{4513675E-3A4A-4165-88B5-A971D0D6F4F6}"/>
          </ac:picMkLst>
        </pc:picChg>
      </pc:sldChg>
      <pc:sldChg chg="modSp add del mod">
        <pc:chgData name="翟 锐" userId="fef11181f709266a" providerId="LiveId" clId="{0214D428-B43D-48B8-A415-106375A7F957}" dt="2020-09-04T06:25:58.346" v="54" actId="47"/>
        <pc:sldMkLst>
          <pc:docMk/>
          <pc:sldMk cId="4072450728" sldId="615"/>
        </pc:sldMkLst>
        <pc:spChg chg="mod">
          <ac:chgData name="翟 锐" userId="fef11181f709266a" providerId="LiveId" clId="{0214D428-B43D-48B8-A415-106375A7F957}" dt="2020-09-04T06:24:56.992" v="49" actId="6549"/>
          <ac:spMkLst>
            <pc:docMk/>
            <pc:sldMk cId="4072450728" sldId="615"/>
            <ac:spMk id="2" creationId="{1A343DEC-CFF6-41F5-B87C-0DFC08C67B76}"/>
          </ac:spMkLst>
        </pc:spChg>
      </pc:sldChg>
      <pc:sldChg chg="modSp add mod modNotesTx">
        <pc:chgData name="翟 锐" userId="fef11181f709266a" providerId="LiveId" clId="{0214D428-B43D-48B8-A415-106375A7F957}" dt="2020-09-04T08:59:56.294" v="249" actId="20577"/>
        <pc:sldMkLst>
          <pc:docMk/>
          <pc:sldMk cId="3373164738" sldId="616"/>
        </pc:sldMkLst>
        <pc:spChg chg="mod">
          <ac:chgData name="翟 锐" userId="fef11181f709266a" providerId="LiveId" clId="{0214D428-B43D-48B8-A415-106375A7F957}" dt="2020-09-04T08:59:52.916" v="248" actId="20577"/>
          <ac:spMkLst>
            <pc:docMk/>
            <pc:sldMk cId="3373164738" sldId="616"/>
            <ac:spMk id="2" creationId="{1A343DEC-CFF6-41F5-B87C-0DFC08C67B76}"/>
          </ac:spMkLst>
        </pc:spChg>
        <pc:spChg chg="mod">
          <ac:chgData name="翟 锐" userId="fef11181f709266a" providerId="LiveId" clId="{0214D428-B43D-48B8-A415-106375A7F957}" dt="2020-09-04T08:59:03.918" v="227"/>
          <ac:spMkLst>
            <pc:docMk/>
            <pc:sldMk cId="3373164738" sldId="616"/>
            <ac:spMk id="35" creationId="{00000000-0000-0000-0000-000000000000}"/>
          </ac:spMkLst>
        </pc:spChg>
      </pc:sldChg>
      <pc:sldChg chg="modSp add mod">
        <pc:chgData name="翟 锐" userId="fef11181f709266a" providerId="LiveId" clId="{0214D428-B43D-48B8-A415-106375A7F957}" dt="2020-09-04T09:01:46.075" v="300" actId="6549"/>
        <pc:sldMkLst>
          <pc:docMk/>
          <pc:sldMk cId="689349942" sldId="617"/>
        </pc:sldMkLst>
        <pc:spChg chg="mod">
          <ac:chgData name="翟 锐" userId="fef11181f709266a" providerId="LiveId" clId="{0214D428-B43D-48B8-A415-106375A7F957}" dt="2020-09-04T08:55:46.986" v="146" actId="15"/>
          <ac:spMkLst>
            <pc:docMk/>
            <pc:sldMk cId="689349942" sldId="617"/>
            <ac:spMk id="2" creationId="{1A343DEC-CFF6-41F5-B87C-0DFC08C67B76}"/>
          </ac:spMkLst>
        </pc:spChg>
        <pc:spChg chg="mod">
          <ac:chgData name="翟 锐" userId="fef11181f709266a" providerId="LiveId" clId="{0214D428-B43D-48B8-A415-106375A7F957}" dt="2020-09-04T09:01:46.075" v="300" actId="6549"/>
          <ac:spMkLst>
            <pc:docMk/>
            <pc:sldMk cId="689349942" sldId="617"/>
            <ac:spMk id="35" creationId="{00000000-0000-0000-0000-000000000000}"/>
          </ac:spMkLst>
        </pc:spChg>
      </pc:sldChg>
      <pc:sldChg chg="modSp add del mod">
        <pc:chgData name="翟 锐" userId="fef11181f709266a" providerId="LiveId" clId="{0214D428-B43D-48B8-A415-106375A7F957}" dt="2020-09-04T08:54:52.110" v="130" actId="47"/>
        <pc:sldMkLst>
          <pc:docMk/>
          <pc:sldMk cId="2744765377" sldId="617"/>
        </pc:sldMkLst>
        <pc:spChg chg="mod">
          <ac:chgData name="翟 锐" userId="fef11181f709266a" providerId="LiveId" clId="{0214D428-B43D-48B8-A415-106375A7F957}" dt="2020-09-04T08:54:43.896" v="129" actId="6549"/>
          <ac:spMkLst>
            <pc:docMk/>
            <pc:sldMk cId="2744765377" sldId="617"/>
            <ac:spMk id="2" creationId="{1A343DEC-CFF6-41F5-B87C-0DFC08C67B76}"/>
          </ac:spMkLst>
        </pc:spChg>
      </pc:sldChg>
      <pc:sldChg chg="modSp add mod modAnim">
        <pc:chgData name="翟 锐" userId="fef11181f709266a" providerId="LiveId" clId="{0214D428-B43D-48B8-A415-106375A7F957}" dt="2020-09-04T08:57:02.450" v="154" actId="6549"/>
        <pc:sldMkLst>
          <pc:docMk/>
          <pc:sldMk cId="3671413414" sldId="618"/>
        </pc:sldMkLst>
        <pc:spChg chg="mod">
          <ac:chgData name="翟 锐" userId="fef11181f709266a" providerId="LiveId" clId="{0214D428-B43D-48B8-A415-106375A7F957}" dt="2020-09-04T08:57:02.450" v="154" actId="6549"/>
          <ac:spMkLst>
            <pc:docMk/>
            <pc:sldMk cId="3671413414" sldId="618"/>
            <ac:spMk id="2" creationId="{1A343DEC-CFF6-41F5-B87C-0DFC08C67B76}"/>
          </ac:spMkLst>
        </pc:spChg>
        <pc:spChg chg="mod">
          <ac:chgData name="翟 锐" userId="fef11181f709266a" providerId="LiveId" clId="{0214D428-B43D-48B8-A415-106375A7F957}" dt="2020-09-04T08:56:56.221" v="153"/>
          <ac:spMkLst>
            <pc:docMk/>
            <pc:sldMk cId="3671413414" sldId="618"/>
            <ac:spMk id="35" creationId="{00000000-0000-0000-0000-000000000000}"/>
          </ac:spMkLst>
        </pc:spChg>
      </pc:sldChg>
      <pc:sldChg chg="addSp delSp modSp add mod">
        <pc:chgData name="翟 锐" userId="fef11181f709266a" providerId="LiveId" clId="{0214D428-B43D-48B8-A415-106375A7F957}" dt="2020-09-04T08:57:46.335" v="190" actId="1076"/>
        <pc:sldMkLst>
          <pc:docMk/>
          <pc:sldMk cId="2461395264" sldId="619"/>
        </pc:sldMkLst>
        <pc:spChg chg="del">
          <ac:chgData name="翟 锐" userId="fef11181f709266a" providerId="LiveId" clId="{0214D428-B43D-48B8-A415-106375A7F957}" dt="2020-09-04T08:57:24.764" v="157" actId="478"/>
          <ac:spMkLst>
            <pc:docMk/>
            <pc:sldMk cId="2461395264" sldId="619"/>
            <ac:spMk id="2" creationId="{1A343DEC-CFF6-41F5-B87C-0DFC08C67B76}"/>
          </ac:spMkLst>
        </pc:spChg>
        <pc:spChg chg="mod">
          <ac:chgData name="翟 锐" userId="fef11181f709266a" providerId="LiveId" clId="{0214D428-B43D-48B8-A415-106375A7F957}" dt="2020-09-04T08:57:29.741" v="185"/>
          <ac:spMkLst>
            <pc:docMk/>
            <pc:sldMk cId="2461395264" sldId="619"/>
            <ac:spMk id="35" creationId="{00000000-0000-0000-0000-000000000000}"/>
          </ac:spMkLst>
        </pc:spChg>
        <pc:picChg chg="add mod">
          <ac:chgData name="翟 锐" userId="fef11181f709266a" providerId="LiveId" clId="{0214D428-B43D-48B8-A415-106375A7F957}" dt="2020-09-04T08:57:46.335" v="190" actId="1076"/>
          <ac:picMkLst>
            <pc:docMk/>
            <pc:sldMk cId="2461395264" sldId="619"/>
            <ac:picMk id="3" creationId="{D14B6356-0D00-4DA1-A210-FD75F18A9D58}"/>
          </ac:picMkLst>
        </pc:picChg>
      </pc:sldChg>
      <pc:sldChg chg="modSp add mod">
        <pc:chgData name="翟 锐" userId="fef11181f709266a" providerId="LiveId" clId="{0214D428-B43D-48B8-A415-106375A7F957}" dt="2020-09-04T08:59:23.533" v="244" actId="20577"/>
        <pc:sldMkLst>
          <pc:docMk/>
          <pc:sldMk cId="3575552719" sldId="620"/>
        </pc:sldMkLst>
        <pc:spChg chg="mod">
          <ac:chgData name="翟 锐" userId="fef11181f709266a" providerId="LiveId" clId="{0214D428-B43D-48B8-A415-106375A7F957}" dt="2020-09-04T08:59:18.046" v="231" actId="6549"/>
          <ac:spMkLst>
            <pc:docMk/>
            <pc:sldMk cId="3575552719" sldId="620"/>
            <ac:spMk id="2" creationId="{1A343DEC-CFF6-41F5-B87C-0DFC08C67B76}"/>
          </ac:spMkLst>
        </pc:spChg>
        <pc:spChg chg="mod">
          <ac:chgData name="翟 锐" userId="fef11181f709266a" providerId="LiveId" clId="{0214D428-B43D-48B8-A415-106375A7F957}" dt="2020-09-04T08:59:23.533" v="244" actId="20577"/>
          <ac:spMkLst>
            <pc:docMk/>
            <pc:sldMk cId="3575552719" sldId="620"/>
            <ac:spMk id="35" creationId="{00000000-0000-0000-0000-000000000000}"/>
          </ac:spMkLst>
        </pc:spChg>
      </pc:sldChg>
      <pc:sldChg chg="modSp add mod">
        <pc:chgData name="翟 锐" userId="fef11181f709266a" providerId="LiveId" clId="{0214D428-B43D-48B8-A415-106375A7F957}" dt="2020-09-04T09:02:27.231" v="301" actId="404"/>
        <pc:sldMkLst>
          <pc:docMk/>
          <pc:sldMk cId="3989040699" sldId="621"/>
        </pc:sldMkLst>
        <pc:spChg chg="mod">
          <ac:chgData name="翟 锐" userId="fef11181f709266a" providerId="LiveId" clId="{0214D428-B43D-48B8-A415-106375A7F957}" dt="2020-09-04T09:02:27.231" v="301" actId="404"/>
          <ac:spMkLst>
            <pc:docMk/>
            <pc:sldMk cId="3989040699" sldId="621"/>
            <ac:spMk id="2" creationId="{1A343DEC-CFF6-41F5-B87C-0DFC08C67B76}"/>
          </ac:spMkLst>
        </pc:spChg>
        <pc:spChg chg="mod">
          <ac:chgData name="翟 锐" userId="fef11181f709266a" providerId="LiveId" clId="{0214D428-B43D-48B8-A415-106375A7F957}" dt="2020-09-04T09:00:40.312" v="275"/>
          <ac:spMkLst>
            <pc:docMk/>
            <pc:sldMk cId="3989040699" sldId="621"/>
            <ac:spMk id="35" creationId="{00000000-0000-0000-0000-000000000000}"/>
          </ac:spMkLst>
        </pc:spChg>
      </pc:sldChg>
      <pc:sldChg chg="new del">
        <pc:chgData name="翟 锐" userId="fef11181f709266a" providerId="LiveId" clId="{0214D428-B43D-48B8-A415-106375A7F957}" dt="2020-09-04T09:19:05.311" v="317" actId="680"/>
        <pc:sldMkLst>
          <pc:docMk/>
          <pc:sldMk cId="2615486989" sldId="622"/>
        </pc:sldMkLst>
      </pc:sldChg>
      <pc:sldChg chg="addSp delSp modSp add mod">
        <pc:chgData name="翟 锐" userId="fef11181f709266a" providerId="LiveId" clId="{0214D428-B43D-48B8-A415-106375A7F957}" dt="2020-09-04T09:26:59.411" v="689" actId="11529"/>
        <pc:sldMkLst>
          <pc:docMk/>
          <pc:sldMk cId="2773477050" sldId="622"/>
        </pc:sldMkLst>
        <pc:spChg chg="mod">
          <ac:chgData name="翟 锐" userId="fef11181f709266a" providerId="LiveId" clId="{0214D428-B43D-48B8-A415-106375A7F957}" dt="2020-09-04T09:26:02.334" v="665" actId="6549"/>
          <ac:spMkLst>
            <pc:docMk/>
            <pc:sldMk cId="2773477050" sldId="622"/>
            <ac:spMk id="2" creationId="{1A343DEC-CFF6-41F5-B87C-0DFC08C67B76}"/>
          </ac:spMkLst>
        </pc:spChg>
        <pc:spChg chg="add del mod">
          <ac:chgData name="翟 锐" userId="fef11181f709266a" providerId="LiveId" clId="{0214D428-B43D-48B8-A415-106375A7F957}" dt="2020-09-04T09:23:33.196" v="613" actId="478"/>
          <ac:spMkLst>
            <pc:docMk/>
            <pc:sldMk cId="2773477050" sldId="622"/>
            <ac:spMk id="6" creationId="{E7F2375E-3979-482C-9680-C0B64A074F3E}"/>
          </ac:spMkLst>
        </pc:spChg>
        <pc:spChg chg="add del mod">
          <ac:chgData name="翟 锐" userId="fef11181f709266a" providerId="LiveId" clId="{0214D428-B43D-48B8-A415-106375A7F957}" dt="2020-09-04T09:23:31.267" v="611" actId="478"/>
          <ac:spMkLst>
            <pc:docMk/>
            <pc:sldMk cId="2773477050" sldId="622"/>
            <ac:spMk id="7" creationId="{7AAEEF77-F61A-4E61-8C76-7EA4E74FAE02}"/>
          </ac:spMkLst>
        </pc:spChg>
        <pc:spChg chg="add del mod">
          <ac:chgData name="翟 锐" userId="fef11181f709266a" providerId="LiveId" clId="{0214D428-B43D-48B8-A415-106375A7F957}" dt="2020-09-04T09:25:37.911" v="656" actId="478"/>
          <ac:spMkLst>
            <pc:docMk/>
            <pc:sldMk cId="2773477050" sldId="622"/>
            <ac:spMk id="8" creationId="{95A157F9-ADFB-4E6A-A62C-0757BB9F01E8}"/>
          </ac:spMkLst>
        </pc:spChg>
        <pc:spChg chg="add del mod">
          <ac:chgData name="翟 锐" userId="fef11181f709266a" providerId="LiveId" clId="{0214D428-B43D-48B8-A415-106375A7F957}" dt="2020-09-04T09:25:37.173" v="655" actId="478"/>
          <ac:spMkLst>
            <pc:docMk/>
            <pc:sldMk cId="2773477050" sldId="622"/>
            <ac:spMk id="9" creationId="{64687A18-CEEA-44FF-AF3F-B08A5B23F92E}"/>
          </ac:spMkLst>
        </pc:spChg>
        <pc:spChg chg="add del mod">
          <ac:chgData name="翟 锐" userId="fef11181f709266a" providerId="LiveId" clId="{0214D428-B43D-48B8-A415-106375A7F957}" dt="2020-09-04T09:25:54.804" v="663" actId="478"/>
          <ac:spMkLst>
            <pc:docMk/>
            <pc:sldMk cId="2773477050" sldId="622"/>
            <ac:spMk id="11" creationId="{DD425894-C1FE-4329-BE9F-DB0D24B5052A}"/>
          </ac:spMkLst>
        </pc:spChg>
        <pc:spChg chg="add mod">
          <ac:chgData name="翟 锐" userId="fef11181f709266a" providerId="LiveId" clId="{0214D428-B43D-48B8-A415-106375A7F957}" dt="2020-09-04T09:26:38.098" v="670" actId="1076"/>
          <ac:spMkLst>
            <pc:docMk/>
            <pc:sldMk cId="2773477050" sldId="622"/>
            <ac:spMk id="13" creationId="{E4994335-AA39-4752-8CFD-A96B51899648}"/>
          </ac:spMkLst>
        </pc:spChg>
        <pc:spChg chg="add del mod">
          <ac:chgData name="翟 锐" userId="fef11181f709266a" providerId="LiveId" clId="{0214D428-B43D-48B8-A415-106375A7F957}" dt="2020-09-04T09:25:38.969" v="657" actId="478"/>
          <ac:spMkLst>
            <pc:docMk/>
            <pc:sldMk cId="2773477050" sldId="622"/>
            <ac:spMk id="15" creationId="{224B9B61-7D3D-4792-B50B-F52F74C7639B}"/>
          </ac:spMkLst>
        </pc:spChg>
        <pc:spChg chg="add mod">
          <ac:chgData name="翟 锐" userId="fef11181f709266a" providerId="LiveId" clId="{0214D428-B43D-48B8-A415-106375A7F957}" dt="2020-09-04T09:26:38.098" v="670" actId="1076"/>
          <ac:spMkLst>
            <pc:docMk/>
            <pc:sldMk cId="2773477050" sldId="622"/>
            <ac:spMk id="17" creationId="{819086CB-0C63-4563-95C0-0C55043E3D08}"/>
          </ac:spMkLst>
        </pc:spChg>
        <pc:spChg chg="add mod">
          <ac:chgData name="翟 锐" userId="fef11181f709266a" providerId="LiveId" clId="{0214D428-B43D-48B8-A415-106375A7F957}" dt="2020-09-04T09:26:38.098" v="670" actId="1076"/>
          <ac:spMkLst>
            <pc:docMk/>
            <pc:sldMk cId="2773477050" sldId="622"/>
            <ac:spMk id="19" creationId="{6721E054-506A-4B18-8AA2-4F66D34C8149}"/>
          </ac:spMkLst>
        </pc:spChg>
        <pc:spChg chg="add mod">
          <ac:chgData name="翟 锐" userId="fef11181f709266a" providerId="LiveId" clId="{0214D428-B43D-48B8-A415-106375A7F957}" dt="2020-09-04T09:26:38.098" v="670" actId="1076"/>
          <ac:spMkLst>
            <pc:docMk/>
            <pc:sldMk cId="2773477050" sldId="622"/>
            <ac:spMk id="21" creationId="{27D7FD0A-A32A-46B4-8974-19054E93102A}"/>
          </ac:spMkLst>
        </pc:spChg>
        <pc:spChg chg="add mod">
          <ac:chgData name="翟 锐" userId="fef11181f709266a" providerId="LiveId" clId="{0214D428-B43D-48B8-A415-106375A7F957}" dt="2020-09-04T09:26:38.098" v="670" actId="1076"/>
          <ac:spMkLst>
            <pc:docMk/>
            <pc:sldMk cId="2773477050" sldId="622"/>
            <ac:spMk id="23" creationId="{83F9C811-0015-4A5F-BE5B-EB62C3EC59B4}"/>
          </ac:spMkLst>
        </pc:spChg>
        <pc:spChg chg="add mod">
          <ac:chgData name="翟 锐" userId="fef11181f709266a" providerId="LiveId" clId="{0214D428-B43D-48B8-A415-106375A7F957}" dt="2020-09-04T09:26:51.252" v="688"/>
          <ac:spMkLst>
            <pc:docMk/>
            <pc:sldMk cId="2773477050" sldId="622"/>
            <ac:spMk id="25" creationId="{3CCFFB08-24CF-4719-AA6F-90BDD79775F2}"/>
          </ac:spMkLst>
        </pc:spChg>
        <pc:graphicFrameChg chg="add del mod modGraphic">
          <ac:chgData name="翟 锐" userId="fef11181f709266a" providerId="LiveId" clId="{0214D428-B43D-48B8-A415-106375A7F957}" dt="2020-09-04T09:24:25.647" v="632" actId="478"/>
          <ac:graphicFrameMkLst>
            <pc:docMk/>
            <pc:sldMk cId="2773477050" sldId="622"/>
            <ac:graphicFrameMk id="3" creationId="{6A517BA5-7D54-4413-97DE-490EC0F1A027}"/>
          </ac:graphicFrameMkLst>
        </pc:graphicFrameChg>
        <pc:cxnChg chg="add">
          <ac:chgData name="翟 锐" userId="fef11181f709266a" providerId="LiveId" clId="{0214D428-B43D-48B8-A415-106375A7F957}" dt="2020-09-04T09:26:59.411" v="689" actId="11529"/>
          <ac:cxnSpMkLst>
            <pc:docMk/>
            <pc:sldMk cId="2773477050" sldId="622"/>
            <ac:cxnSpMk id="29" creationId="{30AD0D39-DF4C-4C24-A7A0-BB7DD8745745}"/>
          </ac:cxnSpMkLst>
        </pc:cxnChg>
      </pc:sldChg>
    </pc:docChg>
  </pc:docChgLst>
  <pc:docChgLst>
    <pc:chgData name="翟 锐" userId="fef11181f709266a" providerId="LiveId" clId="{2AC6FBE8-9AF2-440D-88F7-E88839877976}"/>
    <pc:docChg chg="undo custSel addSld delSld modSld sldOrd">
      <pc:chgData name="翟 锐" userId="fef11181f709266a" providerId="LiveId" clId="{2AC6FBE8-9AF2-440D-88F7-E88839877976}" dt="2022-11-16T04:02:40.871" v="1142"/>
      <pc:docMkLst>
        <pc:docMk/>
      </pc:docMkLst>
      <pc:sldChg chg="modSp mod">
        <pc:chgData name="翟 锐" userId="fef11181f709266a" providerId="LiveId" clId="{2AC6FBE8-9AF2-440D-88F7-E88839877976}" dt="2022-10-26T06:59:56.659" v="581" actId="1076"/>
        <pc:sldMkLst>
          <pc:docMk/>
          <pc:sldMk cId="0" sldId="301"/>
        </pc:sldMkLst>
        <pc:spChg chg="mod">
          <ac:chgData name="翟 锐" userId="fef11181f709266a" providerId="LiveId" clId="{2AC6FBE8-9AF2-440D-88F7-E88839877976}" dt="2022-10-26T06:59:54.432" v="580" actId="1076"/>
          <ac:spMkLst>
            <pc:docMk/>
            <pc:sldMk cId="0" sldId="301"/>
            <ac:spMk id="10" creationId="{00000000-0000-0000-0000-000000000000}"/>
          </ac:spMkLst>
        </pc:spChg>
        <pc:spChg chg="mod">
          <ac:chgData name="翟 锐" userId="fef11181f709266a" providerId="LiveId" clId="{2AC6FBE8-9AF2-440D-88F7-E88839877976}" dt="2022-10-26T06:59:56.659" v="581" actId="1076"/>
          <ac:spMkLst>
            <pc:docMk/>
            <pc:sldMk cId="0" sldId="301"/>
            <ac:spMk id="69" creationId="{00000000-0000-0000-0000-000000000000}"/>
          </ac:spMkLst>
        </pc:spChg>
      </pc:sldChg>
      <pc:sldChg chg="modSp mod">
        <pc:chgData name="翟 锐" userId="fef11181f709266a" providerId="LiveId" clId="{2AC6FBE8-9AF2-440D-88F7-E88839877976}" dt="2022-10-24T02:58:50.664" v="569" actId="20577"/>
        <pc:sldMkLst>
          <pc:docMk/>
          <pc:sldMk cId="1981665619" sldId="567"/>
        </pc:sldMkLst>
        <pc:spChg chg="mod">
          <ac:chgData name="翟 锐" userId="fef11181f709266a" providerId="LiveId" clId="{2AC6FBE8-9AF2-440D-88F7-E88839877976}" dt="2022-10-24T02:58:50.664" v="569" actId="20577"/>
          <ac:spMkLst>
            <pc:docMk/>
            <pc:sldMk cId="1981665619" sldId="567"/>
            <ac:spMk id="8" creationId="{2A6CB6B8-A007-4326-88B1-FBA187732693}"/>
          </ac:spMkLst>
        </pc:spChg>
      </pc:sldChg>
      <pc:sldChg chg="modSp mod">
        <pc:chgData name="翟 锐" userId="fef11181f709266a" providerId="LiveId" clId="{2AC6FBE8-9AF2-440D-88F7-E88839877976}" dt="2022-10-24T11:21:16.407" v="577" actId="20577"/>
        <pc:sldMkLst>
          <pc:docMk/>
          <pc:sldMk cId="1440985517" sldId="603"/>
        </pc:sldMkLst>
        <pc:graphicFrameChg chg="mod modGraphic">
          <ac:chgData name="翟 锐" userId="fef11181f709266a" providerId="LiveId" clId="{2AC6FBE8-9AF2-440D-88F7-E88839877976}" dt="2022-10-24T11:21:16.407" v="577" actId="20577"/>
          <ac:graphicFrameMkLst>
            <pc:docMk/>
            <pc:sldMk cId="1440985517" sldId="603"/>
            <ac:graphicFrameMk id="4" creationId="{465F6231-5AC8-4733-8BF2-845852BAA501}"/>
          </ac:graphicFrameMkLst>
        </pc:graphicFrameChg>
      </pc:sldChg>
      <pc:sldChg chg="modSp mod">
        <pc:chgData name="翟 锐" userId="fef11181f709266a" providerId="LiveId" clId="{2AC6FBE8-9AF2-440D-88F7-E88839877976}" dt="2022-10-31T11:14:45.266" v="751" actId="20577"/>
        <pc:sldMkLst>
          <pc:docMk/>
          <pc:sldMk cId="2282940426" sldId="660"/>
        </pc:sldMkLst>
        <pc:spChg chg="mod">
          <ac:chgData name="翟 锐" userId="fef11181f709266a" providerId="LiveId" clId="{2AC6FBE8-9AF2-440D-88F7-E88839877976}" dt="2022-10-31T11:14:45.266" v="751" actId="20577"/>
          <ac:spMkLst>
            <pc:docMk/>
            <pc:sldMk cId="2282940426" sldId="660"/>
            <ac:spMk id="2" creationId="{1A343DEC-CFF6-41F5-B87C-0DFC08C67B76}"/>
          </ac:spMkLst>
        </pc:spChg>
      </pc:sldChg>
      <pc:sldChg chg="modSp mod">
        <pc:chgData name="翟 锐" userId="fef11181f709266a" providerId="LiveId" clId="{2AC6FBE8-9AF2-440D-88F7-E88839877976}" dt="2022-10-26T08:14:05.533" v="601" actId="20577"/>
        <pc:sldMkLst>
          <pc:docMk/>
          <pc:sldMk cId="871591210" sldId="671"/>
        </pc:sldMkLst>
        <pc:spChg chg="mod">
          <ac:chgData name="翟 锐" userId="fef11181f709266a" providerId="LiveId" clId="{2AC6FBE8-9AF2-440D-88F7-E88839877976}" dt="2022-10-26T08:14:05.533" v="601" actId="20577"/>
          <ac:spMkLst>
            <pc:docMk/>
            <pc:sldMk cId="871591210" sldId="671"/>
            <ac:spMk id="2" creationId="{1A343DEC-CFF6-41F5-B87C-0DFC08C67B76}"/>
          </ac:spMkLst>
        </pc:spChg>
      </pc:sldChg>
      <pc:sldChg chg="addSp modSp mod">
        <pc:chgData name="翟 锐" userId="fef11181f709266a" providerId="LiveId" clId="{2AC6FBE8-9AF2-440D-88F7-E88839877976}" dt="2022-10-31T11:20:20.335" v="752" actId="11529"/>
        <pc:sldMkLst>
          <pc:docMk/>
          <pc:sldMk cId="2549675838" sldId="674"/>
        </pc:sldMkLst>
        <pc:spChg chg="mod">
          <ac:chgData name="翟 锐" userId="fef11181f709266a" providerId="LiveId" clId="{2AC6FBE8-9AF2-440D-88F7-E88839877976}" dt="2022-10-26T08:18:46.880" v="639" actId="20577"/>
          <ac:spMkLst>
            <pc:docMk/>
            <pc:sldMk cId="2549675838" sldId="674"/>
            <ac:spMk id="2" creationId="{1A343DEC-CFF6-41F5-B87C-0DFC08C67B76}"/>
          </ac:spMkLst>
        </pc:spChg>
        <pc:cxnChg chg="add">
          <ac:chgData name="翟 锐" userId="fef11181f709266a" providerId="LiveId" clId="{2AC6FBE8-9AF2-440D-88F7-E88839877976}" dt="2022-10-26T08:16:29.311" v="602" actId="11529"/>
          <ac:cxnSpMkLst>
            <pc:docMk/>
            <pc:sldMk cId="2549675838" sldId="674"/>
            <ac:cxnSpMk id="4" creationId="{ACA3F9A1-AED9-C414-D299-A829E9C6985A}"/>
          </ac:cxnSpMkLst>
        </pc:cxnChg>
        <pc:cxnChg chg="add">
          <ac:chgData name="翟 锐" userId="fef11181f709266a" providerId="LiveId" clId="{2AC6FBE8-9AF2-440D-88F7-E88839877976}" dt="2022-10-31T11:20:20.335" v="752" actId="11529"/>
          <ac:cxnSpMkLst>
            <pc:docMk/>
            <pc:sldMk cId="2549675838" sldId="674"/>
            <ac:cxnSpMk id="5" creationId="{87584CB4-1124-85BA-9876-C141567C13EA}"/>
          </ac:cxnSpMkLst>
        </pc:cxnChg>
        <pc:cxnChg chg="add">
          <ac:chgData name="翟 锐" userId="fef11181f709266a" providerId="LiveId" clId="{2AC6FBE8-9AF2-440D-88F7-E88839877976}" dt="2022-10-26T08:16:44.304" v="603" actId="11529"/>
          <ac:cxnSpMkLst>
            <pc:docMk/>
            <pc:sldMk cId="2549675838" sldId="674"/>
            <ac:cxnSpMk id="7" creationId="{C6291CA4-F0C4-32F1-79C2-9443008A2E91}"/>
          </ac:cxnSpMkLst>
        </pc:cxnChg>
        <pc:cxnChg chg="add">
          <ac:chgData name="翟 锐" userId="fef11181f709266a" providerId="LiveId" clId="{2AC6FBE8-9AF2-440D-88F7-E88839877976}" dt="2022-10-26T08:17:17.673" v="604" actId="11529"/>
          <ac:cxnSpMkLst>
            <pc:docMk/>
            <pc:sldMk cId="2549675838" sldId="674"/>
            <ac:cxnSpMk id="9" creationId="{C331645A-090F-17AD-370F-B0781EF9C1B4}"/>
          </ac:cxnSpMkLst>
        </pc:cxnChg>
      </pc:sldChg>
      <pc:sldChg chg="modSp mod">
        <pc:chgData name="翟 锐" userId="fef11181f709266a" providerId="LiveId" clId="{2AC6FBE8-9AF2-440D-88F7-E88839877976}" dt="2022-11-02T07:24:27.723" v="847" actId="207"/>
        <pc:sldMkLst>
          <pc:docMk/>
          <pc:sldMk cId="378011854" sldId="686"/>
        </pc:sldMkLst>
        <pc:spChg chg="mod">
          <ac:chgData name="翟 锐" userId="fef11181f709266a" providerId="LiveId" clId="{2AC6FBE8-9AF2-440D-88F7-E88839877976}" dt="2022-11-02T07:24:27.723" v="847" actId="207"/>
          <ac:spMkLst>
            <pc:docMk/>
            <pc:sldMk cId="378011854" sldId="686"/>
            <ac:spMk id="2" creationId="{1A343DEC-CFF6-41F5-B87C-0DFC08C67B76}"/>
          </ac:spMkLst>
        </pc:spChg>
      </pc:sldChg>
      <pc:sldChg chg="modSp mod">
        <pc:chgData name="翟 锐" userId="fef11181f709266a" providerId="LiveId" clId="{2AC6FBE8-9AF2-440D-88F7-E88839877976}" dt="2022-10-31T00:57:46.954" v="653" actId="20577"/>
        <pc:sldMkLst>
          <pc:docMk/>
          <pc:sldMk cId="2590558646" sldId="693"/>
        </pc:sldMkLst>
        <pc:spChg chg="mod">
          <ac:chgData name="翟 锐" userId="fef11181f709266a" providerId="LiveId" clId="{2AC6FBE8-9AF2-440D-88F7-E88839877976}" dt="2022-10-31T00:57:46.954" v="653" actId="20577"/>
          <ac:spMkLst>
            <pc:docMk/>
            <pc:sldMk cId="2590558646" sldId="693"/>
            <ac:spMk id="8" creationId="{F6442236-BA6D-4810-833E-44F0A7009B20}"/>
          </ac:spMkLst>
        </pc:spChg>
      </pc:sldChg>
      <pc:sldChg chg="modSp mod">
        <pc:chgData name="翟 锐" userId="fef11181f709266a" providerId="LiveId" clId="{2AC6FBE8-9AF2-440D-88F7-E88839877976}" dt="2022-10-31T03:26:56.018" v="728" actId="113"/>
        <pc:sldMkLst>
          <pc:docMk/>
          <pc:sldMk cId="1643440564" sldId="704"/>
        </pc:sldMkLst>
        <pc:spChg chg="mod">
          <ac:chgData name="翟 锐" userId="fef11181f709266a" providerId="LiveId" clId="{2AC6FBE8-9AF2-440D-88F7-E88839877976}" dt="2022-10-31T03:26:56.018" v="728" actId="113"/>
          <ac:spMkLst>
            <pc:docMk/>
            <pc:sldMk cId="1643440564" sldId="704"/>
            <ac:spMk id="2" creationId="{1A343DEC-CFF6-41F5-B87C-0DFC08C67B76}"/>
          </ac:spMkLst>
        </pc:spChg>
      </pc:sldChg>
      <pc:sldChg chg="modSp mod">
        <pc:chgData name="翟 锐" userId="fef11181f709266a" providerId="LiveId" clId="{2AC6FBE8-9AF2-440D-88F7-E88839877976}" dt="2022-11-02T08:20:41.907" v="1045" actId="20577"/>
        <pc:sldMkLst>
          <pc:docMk/>
          <pc:sldMk cId="3978542820" sldId="711"/>
        </pc:sldMkLst>
        <pc:spChg chg="mod">
          <ac:chgData name="翟 锐" userId="fef11181f709266a" providerId="LiveId" clId="{2AC6FBE8-9AF2-440D-88F7-E88839877976}" dt="2022-11-02T08:20:41.907" v="1045" actId="20577"/>
          <ac:spMkLst>
            <pc:docMk/>
            <pc:sldMk cId="3978542820" sldId="711"/>
            <ac:spMk id="2" creationId="{1A343DEC-CFF6-41F5-B87C-0DFC08C67B76}"/>
          </ac:spMkLst>
        </pc:spChg>
      </pc:sldChg>
      <pc:sldChg chg="modSp mod">
        <pc:chgData name="翟 锐" userId="fef11181f709266a" providerId="LiveId" clId="{2AC6FBE8-9AF2-440D-88F7-E88839877976}" dt="2022-10-24T02:07:22.015" v="565" actId="1076"/>
        <pc:sldMkLst>
          <pc:docMk/>
          <pc:sldMk cId="3472372958" sldId="728"/>
        </pc:sldMkLst>
        <pc:graphicFrameChg chg="mod modGraphic">
          <ac:chgData name="翟 锐" userId="fef11181f709266a" providerId="LiveId" clId="{2AC6FBE8-9AF2-440D-88F7-E88839877976}" dt="2022-10-24T02:07:22.015" v="565" actId="1076"/>
          <ac:graphicFrameMkLst>
            <pc:docMk/>
            <pc:sldMk cId="3472372958" sldId="728"/>
            <ac:graphicFrameMk id="3" creationId="{EE758452-7637-4C00-9D1F-CE3FCFC0F1C7}"/>
          </ac:graphicFrameMkLst>
        </pc:graphicFrameChg>
      </pc:sldChg>
      <pc:sldChg chg="modSp mod">
        <pc:chgData name="翟 锐" userId="fef11181f709266a" providerId="LiveId" clId="{2AC6FBE8-9AF2-440D-88F7-E88839877976}" dt="2022-10-24T00:21:01.160" v="545" actId="207"/>
        <pc:sldMkLst>
          <pc:docMk/>
          <pc:sldMk cId="1913995393" sldId="735"/>
        </pc:sldMkLst>
        <pc:spChg chg="mod">
          <ac:chgData name="翟 锐" userId="fef11181f709266a" providerId="LiveId" clId="{2AC6FBE8-9AF2-440D-88F7-E88839877976}" dt="2022-10-24T00:21:01.160" v="545" actId="207"/>
          <ac:spMkLst>
            <pc:docMk/>
            <pc:sldMk cId="1913995393" sldId="735"/>
            <ac:spMk id="2" creationId="{1A343DEC-CFF6-41F5-B87C-0DFC08C67B76}"/>
          </ac:spMkLst>
        </pc:spChg>
      </pc:sldChg>
      <pc:sldChg chg="modSp mod">
        <pc:chgData name="翟 锐" userId="fef11181f709266a" providerId="LiveId" clId="{2AC6FBE8-9AF2-440D-88F7-E88839877976}" dt="2022-10-24T00:28:01.114" v="550" actId="14100"/>
        <pc:sldMkLst>
          <pc:docMk/>
          <pc:sldMk cId="512740645" sldId="739"/>
        </pc:sldMkLst>
        <pc:spChg chg="mod">
          <ac:chgData name="翟 锐" userId="fef11181f709266a" providerId="LiveId" clId="{2AC6FBE8-9AF2-440D-88F7-E88839877976}" dt="2022-10-24T00:28:01.114" v="550" actId="14100"/>
          <ac:spMkLst>
            <pc:docMk/>
            <pc:sldMk cId="512740645" sldId="739"/>
            <ac:spMk id="6" creationId="{7E66A559-A69C-4315-8CD1-E8090A635AE5}"/>
          </ac:spMkLst>
        </pc:spChg>
        <pc:spChg chg="mod">
          <ac:chgData name="翟 锐" userId="fef11181f709266a" providerId="LiveId" clId="{2AC6FBE8-9AF2-440D-88F7-E88839877976}" dt="2022-10-24T00:28:01.114" v="550" actId="14100"/>
          <ac:spMkLst>
            <pc:docMk/>
            <pc:sldMk cId="512740645" sldId="739"/>
            <ac:spMk id="7" creationId="{5256E8A0-6F56-4640-A2F4-9639FBFB7CA6}"/>
          </ac:spMkLst>
        </pc:spChg>
        <pc:spChg chg="mod">
          <ac:chgData name="翟 锐" userId="fef11181f709266a" providerId="LiveId" clId="{2AC6FBE8-9AF2-440D-88F7-E88839877976}" dt="2022-10-24T00:28:01.114" v="550" actId="14100"/>
          <ac:spMkLst>
            <pc:docMk/>
            <pc:sldMk cId="512740645" sldId="739"/>
            <ac:spMk id="8" creationId="{E191806A-982D-43C6-8FE9-07243C42EA85}"/>
          </ac:spMkLst>
        </pc:spChg>
        <pc:spChg chg="mod">
          <ac:chgData name="翟 锐" userId="fef11181f709266a" providerId="LiveId" clId="{2AC6FBE8-9AF2-440D-88F7-E88839877976}" dt="2022-10-24T00:28:01.114" v="550" actId="14100"/>
          <ac:spMkLst>
            <pc:docMk/>
            <pc:sldMk cId="512740645" sldId="739"/>
            <ac:spMk id="9" creationId="{B13E11B9-7C6E-4614-A21B-83EE816B240C}"/>
          </ac:spMkLst>
        </pc:spChg>
        <pc:spChg chg="mod">
          <ac:chgData name="翟 锐" userId="fef11181f709266a" providerId="LiveId" clId="{2AC6FBE8-9AF2-440D-88F7-E88839877976}" dt="2022-10-24T00:28:01.114" v="550" actId="14100"/>
          <ac:spMkLst>
            <pc:docMk/>
            <pc:sldMk cId="512740645" sldId="739"/>
            <ac:spMk id="10" creationId="{608B3C9B-D170-420F-9A40-6D633233B4D8}"/>
          </ac:spMkLst>
        </pc:spChg>
        <pc:spChg chg="mod">
          <ac:chgData name="翟 锐" userId="fef11181f709266a" providerId="LiveId" clId="{2AC6FBE8-9AF2-440D-88F7-E88839877976}" dt="2022-10-24T00:28:01.114" v="550" actId="14100"/>
          <ac:spMkLst>
            <pc:docMk/>
            <pc:sldMk cId="512740645" sldId="739"/>
            <ac:spMk id="11" creationId="{496B5560-9D3A-4DF3-91EE-1B78B4650558}"/>
          </ac:spMkLst>
        </pc:spChg>
        <pc:spChg chg="mod">
          <ac:chgData name="翟 锐" userId="fef11181f709266a" providerId="LiveId" clId="{2AC6FBE8-9AF2-440D-88F7-E88839877976}" dt="2022-10-24T00:28:01.114" v="550" actId="14100"/>
          <ac:spMkLst>
            <pc:docMk/>
            <pc:sldMk cId="512740645" sldId="739"/>
            <ac:spMk id="12" creationId="{7091ED74-2D13-45FF-BB22-E2D8A9114683}"/>
          </ac:spMkLst>
        </pc:spChg>
        <pc:spChg chg="mod">
          <ac:chgData name="翟 锐" userId="fef11181f709266a" providerId="LiveId" clId="{2AC6FBE8-9AF2-440D-88F7-E88839877976}" dt="2022-10-24T00:28:01.114" v="550" actId="14100"/>
          <ac:spMkLst>
            <pc:docMk/>
            <pc:sldMk cId="512740645" sldId="739"/>
            <ac:spMk id="13" creationId="{71289242-5FC4-4F5C-94E4-C7D9EFFED0E9}"/>
          </ac:spMkLst>
        </pc:spChg>
        <pc:spChg chg="mod">
          <ac:chgData name="翟 锐" userId="fef11181f709266a" providerId="LiveId" clId="{2AC6FBE8-9AF2-440D-88F7-E88839877976}" dt="2022-10-24T00:28:01.114" v="550" actId="14100"/>
          <ac:spMkLst>
            <pc:docMk/>
            <pc:sldMk cId="512740645" sldId="739"/>
            <ac:spMk id="14" creationId="{05EF955D-393D-4C3E-B155-1D7996519011}"/>
          </ac:spMkLst>
        </pc:spChg>
        <pc:spChg chg="mod">
          <ac:chgData name="翟 锐" userId="fef11181f709266a" providerId="LiveId" clId="{2AC6FBE8-9AF2-440D-88F7-E88839877976}" dt="2022-10-24T00:28:01.114" v="550" actId="14100"/>
          <ac:spMkLst>
            <pc:docMk/>
            <pc:sldMk cId="512740645" sldId="739"/>
            <ac:spMk id="15" creationId="{2177AA1A-DA67-4503-A224-0F11BB2C6861}"/>
          </ac:spMkLst>
        </pc:spChg>
        <pc:spChg chg="mod">
          <ac:chgData name="翟 锐" userId="fef11181f709266a" providerId="LiveId" clId="{2AC6FBE8-9AF2-440D-88F7-E88839877976}" dt="2022-10-24T00:28:01.114" v="550" actId="14100"/>
          <ac:spMkLst>
            <pc:docMk/>
            <pc:sldMk cId="512740645" sldId="739"/>
            <ac:spMk id="16" creationId="{5ADBF590-3D57-47F1-9607-CA1B0B2C5715}"/>
          </ac:spMkLst>
        </pc:spChg>
        <pc:spChg chg="mod">
          <ac:chgData name="翟 锐" userId="fef11181f709266a" providerId="LiveId" clId="{2AC6FBE8-9AF2-440D-88F7-E88839877976}" dt="2022-10-24T00:28:01.114" v="550" actId="14100"/>
          <ac:spMkLst>
            <pc:docMk/>
            <pc:sldMk cId="512740645" sldId="739"/>
            <ac:spMk id="17" creationId="{52F7D8BE-45FE-40A1-B59A-A9DA02A728BC}"/>
          </ac:spMkLst>
        </pc:spChg>
        <pc:spChg chg="mod">
          <ac:chgData name="翟 锐" userId="fef11181f709266a" providerId="LiveId" clId="{2AC6FBE8-9AF2-440D-88F7-E88839877976}" dt="2022-10-24T00:28:01.114" v="550" actId="14100"/>
          <ac:spMkLst>
            <pc:docMk/>
            <pc:sldMk cId="512740645" sldId="739"/>
            <ac:spMk id="18" creationId="{20056440-2BBB-43A6-9448-EB93F2BE197B}"/>
          </ac:spMkLst>
        </pc:spChg>
        <pc:spChg chg="mod">
          <ac:chgData name="翟 锐" userId="fef11181f709266a" providerId="LiveId" clId="{2AC6FBE8-9AF2-440D-88F7-E88839877976}" dt="2022-10-24T00:28:01.114" v="550" actId="14100"/>
          <ac:spMkLst>
            <pc:docMk/>
            <pc:sldMk cId="512740645" sldId="739"/>
            <ac:spMk id="19" creationId="{845BAB6F-9CFE-40C7-A690-0D9C31913FCF}"/>
          </ac:spMkLst>
        </pc:spChg>
        <pc:spChg chg="mod">
          <ac:chgData name="翟 锐" userId="fef11181f709266a" providerId="LiveId" clId="{2AC6FBE8-9AF2-440D-88F7-E88839877976}" dt="2022-10-24T00:28:01.114" v="550" actId="14100"/>
          <ac:spMkLst>
            <pc:docMk/>
            <pc:sldMk cId="512740645" sldId="739"/>
            <ac:spMk id="20" creationId="{6116AC18-AD25-4E50-8430-B96194F2DD24}"/>
          </ac:spMkLst>
        </pc:spChg>
        <pc:spChg chg="mod">
          <ac:chgData name="翟 锐" userId="fef11181f709266a" providerId="LiveId" clId="{2AC6FBE8-9AF2-440D-88F7-E88839877976}" dt="2022-10-24T00:28:01.114" v="550" actId="14100"/>
          <ac:spMkLst>
            <pc:docMk/>
            <pc:sldMk cId="512740645" sldId="739"/>
            <ac:spMk id="21" creationId="{DB05786D-0978-403B-9441-CE22D68EBE32}"/>
          </ac:spMkLst>
        </pc:spChg>
        <pc:spChg chg="mod">
          <ac:chgData name="翟 锐" userId="fef11181f709266a" providerId="LiveId" clId="{2AC6FBE8-9AF2-440D-88F7-E88839877976}" dt="2022-10-24T00:28:01.114" v="550" actId="14100"/>
          <ac:spMkLst>
            <pc:docMk/>
            <pc:sldMk cId="512740645" sldId="739"/>
            <ac:spMk id="22" creationId="{A3372B91-C6D3-4701-B316-3C09285155CE}"/>
          </ac:spMkLst>
        </pc:spChg>
        <pc:spChg chg="mod">
          <ac:chgData name="翟 锐" userId="fef11181f709266a" providerId="LiveId" clId="{2AC6FBE8-9AF2-440D-88F7-E88839877976}" dt="2022-10-24T00:28:01.114" v="550" actId="14100"/>
          <ac:spMkLst>
            <pc:docMk/>
            <pc:sldMk cId="512740645" sldId="739"/>
            <ac:spMk id="23" creationId="{333913D8-AD27-4040-8A09-5C5760A98437}"/>
          </ac:spMkLst>
        </pc:spChg>
        <pc:spChg chg="mod">
          <ac:chgData name="翟 锐" userId="fef11181f709266a" providerId="LiveId" clId="{2AC6FBE8-9AF2-440D-88F7-E88839877976}" dt="2022-10-24T00:28:01.114" v="550" actId="14100"/>
          <ac:spMkLst>
            <pc:docMk/>
            <pc:sldMk cId="512740645" sldId="739"/>
            <ac:spMk id="24" creationId="{1F00D5F6-997E-47AE-A189-832950CDA0A2}"/>
          </ac:spMkLst>
        </pc:spChg>
        <pc:spChg chg="mod">
          <ac:chgData name="翟 锐" userId="fef11181f709266a" providerId="LiveId" clId="{2AC6FBE8-9AF2-440D-88F7-E88839877976}" dt="2022-10-24T00:28:01.114" v="550" actId="14100"/>
          <ac:spMkLst>
            <pc:docMk/>
            <pc:sldMk cId="512740645" sldId="739"/>
            <ac:spMk id="25" creationId="{55581FDC-1493-4F8F-B76F-6E23AD322053}"/>
          </ac:spMkLst>
        </pc:spChg>
        <pc:spChg chg="mod">
          <ac:chgData name="翟 锐" userId="fef11181f709266a" providerId="LiveId" clId="{2AC6FBE8-9AF2-440D-88F7-E88839877976}" dt="2022-10-24T00:28:01.114" v="550" actId="14100"/>
          <ac:spMkLst>
            <pc:docMk/>
            <pc:sldMk cId="512740645" sldId="739"/>
            <ac:spMk id="26" creationId="{79808E4B-A804-4D31-A204-EBA3B947108B}"/>
          </ac:spMkLst>
        </pc:spChg>
        <pc:spChg chg="mod">
          <ac:chgData name="翟 锐" userId="fef11181f709266a" providerId="LiveId" clId="{2AC6FBE8-9AF2-440D-88F7-E88839877976}" dt="2022-10-24T00:28:01.114" v="550" actId="14100"/>
          <ac:spMkLst>
            <pc:docMk/>
            <pc:sldMk cId="512740645" sldId="739"/>
            <ac:spMk id="27" creationId="{1448E95E-26D4-4002-B326-98A300091CCD}"/>
          </ac:spMkLst>
        </pc:spChg>
        <pc:spChg chg="mod">
          <ac:chgData name="翟 锐" userId="fef11181f709266a" providerId="LiveId" clId="{2AC6FBE8-9AF2-440D-88F7-E88839877976}" dt="2022-10-24T00:28:01.114" v="550" actId="14100"/>
          <ac:spMkLst>
            <pc:docMk/>
            <pc:sldMk cId="512740645" sldId="739"/>
            <ac:spMk id="28" creationId="{F3CA57FF-F49D-44CC-B774-6B84D4B62EA3}"/>
          </ac:spMkLst>
        </pc:spChg>
        <pc:spChg chg="mod">
          <ac:chgData name="翟 锐" userId="fef11181f709266a" providerId="LiveId" clId="{2AC6FBE8-9AF2-440D-88F7-E88839877976}" dt="2022-10-24T00:28:01.114" v="550" actId="14100"/>
          <ac:spMkLst>
            <pc:docMk/>
            <pc:sldMk cId="512740645" sldId="739"/>
            <ac:spMk id="29" creationId="{758E18CC-B63C-4ADA-A143-1A0B7A338F7A}"/>
          </ac:spMkLst>
        </pc:spChg>
        <pc:spChg chg="mod">
          <ac:chgData name="翟 锐" userId="fef11181f709266a" providerId="LiveId" clId="{2AC6FBE8-9AF2-440D-88F7-E88839877976}" dt="2022-10-24T00:28:01.114" v="550" actId="14100"/>
          <ac:spMkLst>
            <pc:docMk/>
            <pc:sldMk cId="512740645" sldId="739"/>
            <ac:spMk id="30" creationId="{E0ECC303-29F8-4290-8763-77A906156C65}"/>
          </ac:spMkLst>
        </pc:spChg>
        <pc:spChg chg="mod">
          <ac:chgData name="翟 锐" userId="fef11181f709266a" providerId="LiveId" clId="{2AC6FBE8-9AF2-440D-88F7-E88839877976}" dt="2022-10-24T00:28:01.114" v="550" actId="14100"/>
          <ac:spMkLst>
            <pc:docMk/>
            <pc:sldMk cId="512740645" sldId="739"/>
            <ac:spMk id="31" creationId="{281A5076-A9B0-4EBA-B39B-C7B0484FEC86}"/>
          </ac:spMkLst>
        </pc:spChg>
        <pc:spChg chg="mod">
          <ac:chgData name="翟 锐" userId="fef11181f709266a" providerId="LiveId" clId="{2AC6FBE8-9AF2-440D-88F7-E88839877976}" dt="2022-10-24T00:28:01.114" v="550" actId="14100"/>
          <ac:spMkLst>
            <pc:docMk/>
            <pc:sldMk cId="512740645" sldId="739"/>
            <ac:spMk id="32" creationId="{BE4C4B8E-CC0D-4823-8E37-15EE7BA179AB}"/>
          </ac:spMkLst>
        </pc:spChg>
        <pc:spChg chg="mod">
          <ac:chgData name="翟 锐" userId="fef11181f709266a" providerId="LiveId" clId="{2AC6FBE8-9AF2-440D-88F7-E88839877976}" dt="2022-10-24T00:28:01.114" v="550" actId="14100"/>
          <ac:spMkLst>
            <pc:docMk/>
            <pc:sldMk cId="512740645" sldId="739"/>
            <ac:spMk id="33" creationId="{350B206E-761C-460E-97BB-D5E3C0D24055}"/>
          </ac:spMkLst>
        </pc:spChg>
        <pc:spChg chg="mod">
          <ac:chgData name="翟 锐" userId="fef11181f709266a" providerId="LiveId" clId="{2AC6FBE8-9AF2-440D-88F7-E88839877976}" dt="2022-10-24T00:28:01.114" v="550" actId="14100"/>
          <ac:spMkLst>
            <pc:docMk/>
            <pc:sldMk cId="512740645" sldId="739"/>
            <ac:spMk id="34" creationId="{45A41758-FFDE-48F6-A18F-DB29EE23CF1F}"/>
          </ac:spMkLst>
        </pc:spChg>
        <pc:spChg chg="mod">
          <ac:chgData name="翟 锐" userId="fef11181f709266a" providerId="LiveId" clId="{2AC6FBE8-9AF2-440D-88F7-E88839877976}" dt="2022-10-24T00:28:01.114" v="550" actId="14100"/>
          <ac:spMkLst>
            <pc:docMk/>
            <pc:sldMk cId="512740645" sldId="739"/>
            <ac:spMk id="35" creationId="{C88BE76D-2599-442B-877D-794CB3342932}"/>
          </ac:spMkLst>
        </pc:spChg>
        <pc:spChg chg="mod">
          <ac:chgData name="翟 锐" userId="fef11181f709266a" providerId="LiveId" clId="{2AC6FBE8-9AF2-440D-88F7-E88839877976}" dt="2022-10-24T00:28:01.114" v="550" actId="14100"/>
          <ac:spMkLst>
            <pc:docMk/>
            <pc:sldMk cId="512740645" sldId="739"/>
            <ac:spMk id="36" creationId="{7004EBF4-F44D-436D-AF83-91A29423CC8A}"/>
          </ac:spMkLst>
        </pc:spChg>
        <pc:spChg chg="mod">
          <ac:chgData name="翟 锐" userId="fef11181f709266a" providerId="LiveId" clId="{2AC6FBE8-9AF2-440D-88F7-E88839877976}" dt="2022-10-24T00:28:01.114" v="550" actId="14100"/>
          <ac:spMkLst>
            <pc:docMk/>
            <pc:sldMk cId="512740645" sldId="739"/>
            <ac:spMk id="37" creationId="{0812ADA9-4D73-4B3D-8632-8E5452EFE396}"/>
          </ac:spMkLst>
        </pc:spChg>
        <pc:spChg chg="mod">
          <ac:chgData name="翟 锐" userId="fef11181f709266a" providerId="LiveId" clId="{2AC6FBE8-9AF2-440D-88F7-E88839877976}" dt="2022-10-24T00:28:01.114" v="550" actId="14100"/>
          <ac:spMkLst>
            <pc:docMk/>
            <pc:sldMk cId="512740645" sldId="739"/>
            <ac:spMk id="38" creationId="{6E81DAD5-DB01-4304-BCC5-5484A6AEDD05}"/>
          </ac:spMkLst>
        </pc:spChg>
        <pc:spChg chg="mod">
          <ac:chgData name="翟 锐" userId="fef11181f709266a" providerId="LiveId" clId="{2AC6FBE8-9AF2-440D-88F7-E88839877976}" dt="2022-10-24T00:28:01.114" v="550" actId="14100"/>
          <ac:spMkLst>
            <pc:docMk/>
            <pc:sldMk cId="512740645" sldId="739"/>
            <ac:spMk id="39" creationId="{E13135CB-CE92-4C4B-8AEF-FD1030322ECB}"/>
          </ac:spMkLst>
        </pc:spChg>
        <pc:spChg chg="mod">
          <ac:chgData name="翟 锐" userId="fef11181f709266a" providerId="LiveId" clId="{2AC6FBE8-9AF2-440D-88F7-E88839877976}" dt="2022-10-24T00:28:01.114" v="550" actId="14100"/>
          <ac:spMkLst>
            <pc:docMk/>
            <pc:sldMk cId="512740645" sldId="739"/>
            <ac:spMk id="40" creationId="{ADD5971A-B730-4D90-9A6C-D492CBF5ECC5}"/>
          </ac:spMkLst>
        </pc:spChg>
        <pc:spChg chg="mod">
          <ac:chgData name="翟 锐" userId="fef11181f709266a" providerId="LiveId" clId="{2AC6FBE8-9AF2-440D-88F7-E88839877976}" dt="2022-10-24T00:28:01.114" v="550" actId="14100"/>
          <ac:spMkLst>
            <pc:docMk/>
            <pc:sldMk cId="512740645" sldId="739"/>
            <ac:spMk id="41" creationId="{4003B53B-524C-4492-ACBD-47DBCD5BE084}"/>
          </ac:spMkLst>
        </pc:spChg>
        <pc:spChg chg="mod">
          <ac:chgData name="翟 锐" userId="fef11181f709266a" providerId="LiveId" clId="{2AC6FBE8-9AF2-440D-88F7-E88839877976}" dt="2022-10-24T00:28:01.114" v="550" actId="14100"/>
          <ac:spMkLst>
            <pc:docMk/>
            <pc:sldMk cId="512740645" sldId="739"/>
            <ac:spMk id="42" creationId="{EB3660E1-6B46-488E-89A8-3C831E7013E9}"/>
          </ac:spMkLst>
        </pc:spChg>
        <pc:spChg chg="mod">
          <ac:chgData name="翟 锐" userId="fef11181f709266a" providerId="LiveId" clId="{2AC6FBE8-9AF2-440D-88F7-E88839877976}" dt="2022-10-24T00:28:01.114" v="550" actId="14100"/>
          <ac:spMkLst>
            <pc:docMk/>
            <pc:sldMk cId="512740645" sldId="739"/>
            <ac:spMk id="43" creationId="{BD05A484-9CBB-4863-B51A-0BF17CFBE402}"/>
          </ac:spMkLst>
        </pc:spChg>
        <pc:spChg chg="mod">
          <ac:chgData name="翟 锐" userId="fef11181f709266a" providerId="LiveId" clId="{2AC6FBE8-9AF2-440D-88F7-E88839877976}" dt="2022-10-24T00:28:01.114" v="550" actId="14100"/>
          <ac:spMkLst>
            <pc:docMk/>
            <pc:sldMk cId="512740645" sldId="739"/>
            <ac:spMk id="44" creationId="{BCF493CF-48F6-405B-8FCD-6DB5FDFE62E3}"/>
          </ac:spMkLst>
        </pc:spChg>
        <pc:spChg chg="mod">
          <ac:chgData name="翟 锐" userId="fef11181f709266a" providerId="LiveId" clId="{2AC6FBE8-9AF2-440D-88F7-E88839877976}" dt="2022-10-24T00:28:01.114" v="550" actId="14100"/>
          <ac:spMkLst>
            <pc:docMk/>
            <pc:sldMk cId="512740645" sldId="739"/>
            <ac:spMk id="45" creationId="{DC8FEB78-A8D0-499B-B494-0B7307236461}"/>
          </ac:spMkLst>
        </pc:spChg>
        <pc:spChg chg="mod">
          <ac:chgData name="翟 锐" userId="fef11181f709266a" providerId="LiveId" clId="{2AC6FBE8-9AF2-440D-88F7-E88839877976}" dt="2022-10-24T00:28:01.114" v="550" actId="14100"/>
          <ac:spMkLst>
            <pc:docMk/>
            <pc:sldMk cId="512740645" sldId="739"/>
            <ac:spMk id="46" creationId="{456AA3F2-FDFF-438F-9CB0-36118BCE6DAD}"/>
          </ac:spMkLst>
        </pc:spChg>
        <pc:spChg chg="mod">
          <ac:chgData name="翟 锐" userId="fef11181f709266a" providerId="LiveId" clId="{2AC6FBE8-9AF2-440D-88F7-E88839877976}" dt="2022-10-24T00:28:01.114" v="550" actId="14100"/>
          <ac:spMkLst>
            <pc:docMk/>
            <pc:sldMk cId="512740645" sldId="739"/>
            <ac:spMk id="47" creationId="{583A2D9E-62F2-41AB-9496-85967F21BC42}"/>
          </ac:spMkLst>
        </pc:spChg>
        <pc:spChg chg="mod">
          <ac:chgData name="翟 锐" userId="fef11181f709266a" providerId="LiveId" clId="{2AC6FBE8-9AF2-440D-88F7-E88839877976}" dt="2022-10-24T00:28:01.114" v="550" actId="14100"/>
          <ac:spMkLst>
            <pc:docMk/>
            <pc:sldMk cId="512740645" sldId="739"/>
            <ac:spMk id="48" creationId="{CF12F8F1-75C1-40DF-BC1F-EEDAD64EE5A7}"/>
          </ac:spMkLst>
        </pc:spChg>
        <pc:spChg chg="mod">
          <ac:chgData name="翟 锐" userId="fef11181f709266a" providerId="LiveId" clId="{2AC6FBE8-9AF2-440D-88F7-E88839877976}" dt="2022-10-24T00:28:01.114" v="550" actId="14100"/>
          <ac:spMkLst>
            <pc:docMk/>
            <pc:sldMk cId="512740645" sldId="739"/>
            <ac:spMk id="49" creationId="{745B2AE2-B102-4757-9A2B-20A4361424C2}"/>
          </ac:spMkLst>
        </pc:spChg>
        <pc:spChg chg="mod">
          <ac:chgData name="翟 锐" userId="fef11181f709266a" providerId="LiveId" clId="{2AC6FBE8-9AF2-440D-88F7-E88839877976}" dt="2022-10-24T00:28:01.114" v="550" actId="14100"/>
          <ac:spMkLst>
            <pc:docMk/>
            <pc:sldMk cId="512740645" sldId="739"/>
            <ac:spMk id="50" creationId="{C83790ED-C67B-44C6-BB3D-C8C1ECA688E3}"/>
          </ac:spMkLst>
        </pc:spChg>
        <pc:spChg chg="mod">
          <ac:chgData name="翟 锐" userId="fef11181f709266a" providerId="LiveId" clId="{2AC6FBE8-9AF2-440D-88F7-E88839877976}" dt="2022-10-24T00:28:01.114" v="550" actId="14100"/>
          <ac:spMkLst>
            <pc:docMk/>
            <pc:sldMk cId="512740645" sldId="739"/>
            <ac:spMk id="51" creationId="{73534D44-A1D7-4232-A283-6F1E4030DC5C}"/>
          </ac:spMkLst>
        </pc:spChg>
        <pc:spChg chg="mod">
          <ac:chgData name="翟 锐" userId="fef11181f709266a" providerId="LiveId" clId="{2AC6FBE8-9AF2-440D-88F7-E88839877976}" dt="2022-10-24T00:28:01.114" v="550" actId="14100"/>
          <ac:spMkLst>
            <pc:docMk/>
            <pc:sldMk cId="512740645" sldId="739"/>
            <ac:spMk id="52" creationId="{37F5C356-EDB6-413E-BA73-D6F75715EDC8}"/>
          </ac:spMkLst>
        </pc:spChg>
        <pc:spChg chg="mod">
          <ac:chgData name="翟 锐" userId="fef11181f709266a" providerId="LiveId" clId="{2AC6FBE8-9AF2-440D-88F7-E88839877976}" dt="2022-10-24T00:28:01.114" v="550" actId="14100"/>
          <ac:spMkLst>
            <pc:docMk/>
            <pc:sldMk cId="512740645" sldId="739"/>
            <ac:spMk id="53" creationId="{D6401631-2CE9-4A94-8AF9-26284F224DF7}"/>
          </ac:spMkLst>
        </pc:spChg>
        <pc:spChg chg="mod">
          <ac:chgData name="翟 锐" userId="fef11181f709266a" providerId="LiveId" clId="{2AC6FBE8-9AF2-440D-88F7-E88839877976}" dt="2022-10-24T00:28:01.114" v="550" actId="14100"/>
          <ac:spMkLst>
            <pc:docMk/>
            <pc:sldMk cId="512740645" sldId="739"/>
            <ac:spMk id="54" creationId="{2695D113-EBD3-45EB-A6D2-750324FD9C40}"/>
          </ac:spMkLst>
        </pc:spChg>
        <pc:spChg chg="mod">
          <ac:chgData name="翟 锐" userId="fef11181f709266a" providerId="LiveId" clId="{2AC6FBE8-9AF2-440D-88F7-E88839877976}" dt="2022-10-24T00:28:01.114" v="550" actId="14100"/>
          <ac:spMkLst>
            <pc:docMk/>
            <pc:sldMk cId="512740645" sldId="739"/>
            <ac:spMk id="55" creationId="{5D07A998-15A3-4B4F-99F7-2727C99C641A}"/>
          </ac:spMkLst>
        </pc:spChg>
        <pc:spChg chg="mod">
          <ac:chgData name="翟 锐" userId="fef11181f709266a" providerId="LiveId" clId="{2AC6FBE8-9AF2-440D-88F7-E88839877976}" dt="2022-10-24T00:28:01.114" v="550" actId="14100"/>
          <ac:spMkLst>
            <pc:docMk/>
            <pc:sldMk cId="512740645" sldId="739"/>
            <ac:spMk id="56" creationId="{C910EFC4-FAB3-490E-B828-2CC85916CF7A}"/>
          </ac:spMkLst>
        </pc:spChg>
        <pc:spChg chg="mod">
          <ac:chgData name="翟 锐" userId="fef11181f709266a" providerId="LiveId" clId="{2AC6FBE8-9AF2-440D-88F7-E88839877976}" dt="2022-10-24T00:28:01.114" v="550" actId="14100"/>
          <ac:spMkLst>
            <pc:docMk/>
            <pc:sldMk cId="512740645" sldId="739"/>
            <ac:spMk id="57" creationId="{3C77641E-8F02-45DD-AD17-19CA17BD1D2D}"/>
          </ac:spMkLst>
        </pc:spChg>
        <pc:spChg chg="mod">
          <ac:chgData name="翟 锐" userId="fef11181f709266a" providerId="LiveId" clId="{2AC6FBE8-9AF2-440D-88F7-E88839877976}" dt="2022-10-24T00:28:01.114" v="550" actId="14100"/>
          <ac:spMkLst>
            <pc:docMk/>
            <pc:sldMk cId="512740645" sldId="739"/>
            <ac:spMk id="58" creationId="{1966844A-5A13-4003-925A-582FEB0B4E00}"/>
          </ac:spMkLst>
        </pc:spChg>
        <pc:spChg chg="mod">
          <ac:chgData name="翟 锐" userId="fef11181f709266a" providerId="LiveId" clId="{2AC6FBE8-9AF2-440D-88F7-E88839877976}" dt="2022-10-24T00:28:01.114" v="550" actId="14100"/>
          <ac:spMkLst>
            <pc:docMk/>
            <pc:sldMk cId="512740645" sldId="739"/>
            <ac:spMk id="59" creationId="{91282BBF-45E6-4E42-9CC2-BEFE4BD236AD}"/>
          </ac:spMkLst>
        </pc:spChg>
        <pc:spChg chg="mod">
          <ac:chgData name="翟 锐" userId="fef11181f709266a" providerId="LiveId" clId="{2AC6FBE8-9AF2-440D-88F7-E88839877976}" dt="2022-10-24T00:28:01.114" v="550" actId="14100"/>
          <ac:spMkLst>
            <pc:docMk/>
            <pc:sldMk cId="512740645" sldId="739"/>
            <ac:spMk id="60" creationId="{B2AC1B4A-5C35-422A-8CD5-37CB4F0D9DE6}"/>
          </ac:spMkLst>
        </pc:spChg>
        <pc:spChg chg="mod">
          <ac:chgData name="翟 锐" userId="fef11181f709266a" providerId="LiveId" clId="{2AC6FBE8-9AF2-440D-88F7-E88839877976}" dt="2022-10-24T00:28:01.114" v="550" actId="14100"/>
          <ac:spMkLst>
            <pc:docMk/>
            <pc:sldMk cId="512740645" sldId="739"/>
            <ac:spMk id="61" creationId="{B55392CF-3A10-409B-BEBC-0FEEC220EF1C}"/>
          </ac:spMkLst>
        </pc:spChg>
        <pc:spChg chg="mod">
          <ac:chgData name="翟 锐" userId="fef11181f709266a" providerId="LiveId" clId="{2AC6FBE8-9AF2-440D-88F7-E88839877976}" dt="2022-10-24T00:28:01.114" v="550" actId="14100"/>
          <ac:spMkLst>
            <pc:docMk/>
            <pc:sldMk cId="512740645" sldId="739"/>
            <ac:spMk id="62" creationId="{37D7C632-1FDD-4B91-97DA-4DFEA7295C4E}"/>
          </ac:spMkLst>
        </pc:spChg>
        <pc:spChg chg="mod">
          <ac:chgData name="翟 锐" userId="fef11181f709266a" providerId="LiveId" clId="{2AC6FBE8-9AF2-440D-88F7-E88839877976}" dt="2022-10-24T00:28:01.114" v="550" actId="14100"/>
          <ac:spMkLst>
            <pc:docMk/>
            <pc:sldMk cId="512740645" sldId="739"/>
            <ac:spMk id="63" creationId="{2A470C8F-9EDE-4AF7-A4D3-646F28AEDE2D}"/>
          </ac:spMkLst>
        </pc:spChg>
        <pc:spChg chg="mod">
          <ac:chgData name="翟 锐" userId="fef11181f709266a" providerId="LiveId" clId="{2AC6FBE8-9AF2-440D-88F7-E88839877976}" dt="2022-10-24T00:28:01.114" v="550" actId="14100"/>
          <ac:spMkLst>
            <pc:docMk/>
            <pc:sldMk cId="512740645" sldId="739"/>
            <ac:spMk id="64" creationId="{DAD28868-A84C-4BC9-B13F-FD9CC06FE5C7}"/>
          </ac:spMkLst>
        </pc:spChg>
        <pc:spChg chg="mod">
          <ac:chgData name="翟 锐" userId="fef11181f709266a" providerId="LiveId" clId="{2AC6FBE8-9AF2-440D-88F7-E88839877976}" dt="2022-10-24T00:28:01.114" v="550" actId="14100"/>
          <ac:spMkLst>
            <pc:docMk/>
            <pc:sldMk cId="512740645" sldId="739"/>
            <ac:spMk id="65" creationId="{A1DF072D-5F8C-4627-A9A1-C9D4BC2D9960}"/>
          </ac:spMkLst>
        </pc:spChg>
        <pc:spChg chg="mod">
          <ac:chgData name="翟 锐" userId="fef11181f709266a" providerId="LiveId" clId="{2AC6FBE8-9AF2-440D-88F7-E88839877976}" dt="2022-10-24T00:28:01.114" v="550" actId="14100"/>
          <ac:spMkLst>
            <pc:docMk/>
            <pc:sldMk cId="512740645" sldId="739"/>
            <ac:spMk id="66" creationId="{72FB387C-572B-4F5A-BE2C-8ABD0C9B5B40}"/>
          </ac:spMkLst>
        </pc:spChg>
        <pc:spChg chg="mod">
          <ac:chgData name="翟 锐" userId="fef11181f709266a" providerId="LiveId" clId="{2AC6FBE8-9AF2-440D-88F7-E88839877976}" dt="2022-10-24T00:28:01.114" v="550" actId="14100"/>
          <ac:spMkLst>
            <pc:docMk/>
            <pc:sldMk cId="512740645" sldId="739"/>
            <ac:spMk id="67" creationId="{8D5F695B-F79C-4998-A113-E9D9D8E192C1}"/>
          </ac:spMkLst>
        </pc:spChg>
        <pc:spChg chg="mod">
          <ac:chgData name="翟 锐" userId="fef11181f709266a" providerId="LiveId" clId="{2AC6FBE8-9AF2-440D-88F7-E88839877976}" dt="2022-10-24T00:28:01.114" v="550" actId="14100"/>
          <ac:spMkLst>
            <pc:docMk/>
            <pc:sldMk cId="512740645" sldId="739"/>
            <ac:spMk id="68" creationId="{A2897162-D5A9-4C78-B96E-F731D7E660AF}"/>
          </ac:spMkLst>
        </pc:spChg>
        <pc:spChg chg="mod">
          <ac:chgData name="翟 锐" userId="fef11181f709266a" providerId="LiveId" clId="{2AC6FBE8-9AF2-440D-88F7-E88839877976}" dt="2022-10-24T00:28:01.114" v="550" actId="14100"/>
          <ac:spMkLst>
            <pc:docMk/>
            <pc:sldMk cId="512740645" sldId="739"/>
            <ac:spMk id="69" creationId="{84A2D8E5-FBCC-4704-95B7-E89115BEA9B7}"/>
          </ac:spMkLst>
        </pc:spChg>
        <pc:spChg chg="mod">
          <ac:chgData name="翟 锐" userId="fef11181f709266a" providerId="LiveId" clId="{2AC6FBE8-9AF2-440D-88F7-E88839877976}" dt="2022-10-24T00:28:01.114" v="550" actId="14100"/>
          <ac:spMkLst>
            <pc:docMk/>
            <pc:sldMk cId="512740645" sldId="739"/>
            <ac:spMk id="70" creationId="{D39E37EA-EED7-49F9-8C5C-B5AF31158A3C}"/>
          </ac:spMkLst>
        </pc:spChg>
        <pc:spChg chg="mod">
          <ac:chgData name="翟 锐" userId="fef11181f709266a" providerId="LiveId" clId="{2AC6FBE8-9AF2-440D-88F7-E88839877976}" dt="2022-10-24T00:28:01.114" v="550" actId="14100"/>
          <ac:spMkLst>
            <pc:docMk/>
            <pc:sldMk cId="512740645" sldId="739"/>
            <ac:spMk id="71" creationId="{E9B6AEF8-BC8B-4DE7-91D6-C024D006F578}"/>
          </ac:spMkLst>
        </pc:spChg>
        <pc:spChg chg="mod">
          <ac:chgData name="翟 锐" userId="fef11181f709266a" providerId="LiveId" clId="{2AC6FBE8-9AF2-440D-88F7-E88839877976}" dt="2022-10-24T00:28:01.114" v="550" actId="14100"/>
          <ac:spMkLst>
            <pc:docMk/>
            <pc:sldMk cId="512740645" sldId="739"/>
            <ac:spMk id="72" creationId="{236DFFFC-57C5-4793-A36E-10B36B21306E}"/>
          </ac:spMkLst>
        </pc:spChg>
        <pc:spChg chg="mod">
          <ac:chgData name="翟 锐" userId="fef11181f709266a" providerId="LiveId" clId="{2AC6FBE8-9AF2-440D-88F7-E88839877976}" dt="2022-10-24T00:28:01.114" v="550" actId="14100"/>
          <ac:spMkLst>
            <pc:docMk/>
            <pc:sldMk cId="512740645" sldId="739"/>
            <ac:spMk id="73" creationId="{23761F15-76E6-4536-9A68-59EE5BB81E10}"/>
          </ac:spMkLst>
        </pc:spChg>
        <pc:spChg chg="mod">
          <ac:chgData name="翟 锐" userId="fef11181f709266a" providerId="LiveId" clId="{2AC6FBE8-9AF2-440D-88F7-E88839877976}" dt="2022-10-24T00:28:01.114" v="550" actId="14100"/>
          <ac:spMkLst>
            <pc:docMk/>
            <pc:sldMk cId="512740645" sldId="739"/>
            <ac:spMk id="74" creationId="{331ED09B-8FFA-4498-AEE2-2F247A41B251}"/>
          </ac:spMkLst>
        </pc:spChg>
        <pc:spChg chg="mod">
          <ac:chgData name="翟 锐" userId="fef11181f709266a" providerId="LiveId" clId="{2AC6FBE8-9AF2-440D-88F7-E88839877976}" dt="2022-10-24T00:28:01.114" v="550" actId="14100"/>
          <ac:spMkLst>
            <pc:docMk/>
            <pc:sldMk cId="512740645" sldId="739"/>
            <ac:spMk id="75" creationId="{CE9FD9F3-9F3F-4B17-AFEA-1BC46319E1FB}"/>
          </ac:spMkLst>
        </pc:spChg>
        <pc:spChg chg="mod">
          <ac:chgData name="翟 锐" userId="fef11181f709266a" providerId="LiveId" clId="{2AC6FBE8-9AF2-440D-88F7-E88839877976}" dt="2022-10-24T00:28:01.114" v="550" actId="14100"/>
          <ac:spMkLst>
            <pc:docMk/>
            <pc:sldMk cId="512740645" sldId="739"/>
            <ac:spMk id="76" creationId="{4464F192-9B0D-4FB0-A83C-ECEAEE516AB3}"/>
          </ac:spMkLst>
        </pc:spChg>
        <pc:spChg chg="mod">
          <ac:chgData name="翟 锐" userId="fef11181f709266a" providerId="LiveId" clId="{2AC6FBE8-9AF2-440D-88F7-E88839877976}" dt="2022-10-24T00:28:01.114" v="550" actId="14100"/>
          <ac:spMkLst>
            <pc:docMk/>
            <pc:sldMk cId="512740645" sldId="739"/>
            <ac:spMk id="77" creationId="{A623F79F-0CF2-4BFA-8A69-221D5CB27B4F}"/>
          </ac:spMkLst>
        </pc:spChg>
        <pc:spChg chg="mod">
          <ac:chgData name="翟 锐" userId="fef11181f709266a" providerId="LiveId" clId="{2AC6FBE8-9AF2-440D-88F7-E88839877976}" dt="2022-10-24T00:28:01.114" v="550" actId="14100"/>
          <ac:spMkLst>
            <pc:docMk/>
            <pc:sldMk cId="512740645" sldId="739"/>
            <ac:spMk id="78" creationId="{FF78C86D-7A50-4480-AACB-8D247EF3F689}"/>
          </ac:spMkLst>
        </pc:spChg>
        <pc:spChg chg="mod">
          <ac:chgData name="翟 锐" userId="fef11181f709266a" providerId="LiveId" clId="{2AC6FBE8-9AF2-440D-88F7-E88839877976}" dt="2022-10-24T00:28:01.114" v="550" actId="14100"/>
          <ac:spMkLst>
            <pc:docMk/>
            <pc:sldMk cId="512740645" sldId="739"/>
            <ac:spMk id="79" creationId="{57905046-7BF7-4E6A-BB45-90A88B82E2C4}"/>
          </ac:spMkLst>
        </pc:spChg>
        <pc:spChg chg="mod">
          <ac:chgData name="翟 锐" userId="fef11181f709266a" providerId="LiveId" clId="{2AC6FBE8-9AF2-440D-88F7-E88839877976}" dt="2022-10-24T00:28:01.114" v="550" actId="14100"/>
          <ac:spMkLst>
            <pc:docMk/>
            <pc:sldMk cId="512740645" sldId="739"/>
            <ac:spMk id="80" creationId="{CB10FD19-E242-4CE1-B4F5-A187CD6EA30C}"/>
          </ac:spMkLst>
        </pc:spChg>
        <pc:spChg chg="mod">
          <ac:chgData name="翟 锐" userId="fef11181f709266a" providerId="LiveId" clId="{2AC6FBE8-9AF2-440D-88F7-E88839877976}" dt="2022-10-24T00:28:01.114" v="550" actId="14100"/>
          <ac:spMkLst>
            <pc:docMk/>
            <pc:sldMk cId="512740645" sldId="739"/>
            <ac:spMk id="81" creationId="{E5909427-32FB-4577-9CC7-8798BFA057A8}"/>
          </ac:spMkLst>
        </pc:spChg>
        <pc:spChg chg="mod">
          <ac:chgData name="翟 锐" userId="fef11181f709266a" providerId="LiveId" clId="{2AC6FBE8-9AF2-440D-88F7-E88839877976}" dt="2022-10-24T00:28:01.114" v="550" actId="14100"/>
          <ac:spMkLst>
            <pc:docMk/>
            <pc:sldMk cId="512740645" sldId="739"/>
            <ac:spMk id="82" creationId="{A6FE02F4-3FB0-4C70-8076-2D27E12EEB71}"/>
          </ac:spMkLst>
        </pc:spChg>
        <pc:spChg chg="mod">
          <ac:chgData name="翟 锐" userId="fef11181f709266a" providerId="LiveId" clId="{2AC6FBE8-9AF2-440D-88F7-E88839877976}" dt="2022-10-24T00:28:01.114" v="550" actId="14100"/>
          <ac:spMkLst>
            <pc:docMk/>
            <pc:sldMk cId="512740645" sldId="739"/>
            <ac:spMk id="83" creationId="{2210D005-ECD7-433F-A6A2-09265630C4C3}"/>
          </ac:spMkLst>
        </pc:spChg>
        <pc:spChg chg="mod">
          <ac:chgData name="翟 锐" userId="fef11181f709266a" providerId="LiveId" clId="{2AC6FBE8-9AF2-440D-88F7-E88839877976}" dt="2022-10-24T00:28:01.114" v="550" actId="14100"/>
          <ac:spMkLst>
            <pc:docMk/>
            <pc:sldMk cId="512740645" sldId="739"/>
            <ac:spMk id="84" creationId="{3334F648-AB16-445F-A71D-9D7FA45779BD}"/>
          </ac:spMkLst>
        </pc:spChg>
        <pc:spChg chg="mod">
          <ac:chgData name="翟 锐" userId="fef11181f709266a" providerId="LiveId" clId="{2AC6FBE8-9AF2-440D-88F7-E88839877976}" dt="2022-10-24T00:28:01.114" v="550" actId="14100"/>
          <ac:spMkLst>
            <pc:docMk/>
            <pc:sldMk cId="512740645" sldId="739"/>
            <ac:spMk id="85" creationId="{3E3E19E5-FAD4-4A61-9A6C-7EDA9FBA3E29}"/>
          </ac:spMkLst>
        </pc:spChg>
        <pc:spChg chg="mod">
          <ac:chgData name="翟 锐" userId="fef11181f709266a" providerId="LiveId" clId="{2AC6FBE8-9AF2-440D-88F7-E88839877976}" dt="2022-10-24T00:28:01.114" v="550" actId="14100"/>
          <ac:spMkLst>
            <pc:docMk/>
            <pc:sldMk cId="512740645" sldId="739"/>
            <ac:spMk id="86" creationId="{D73B1EFB-DE1C-4D1D-831F-534A800EFE91}"/>
          </ac:spMkLst>
        </pc:spChg>
        <pc:spChg chg="mod">
          <ac:chgData name="翟 锐" userId="fef11181f709266a" providerId="LiveId" clId="{2AC6FBE8-9AF2-440D-88F7-E88839877976}" dt="2022-10-24T00:28:01.114" v="550" actId="14100"/>
          <ac:spMkLst>
            <pc:docMk/>
            <pc:sldMk cId="512740645" sldId="739"/>
            <ac:spMk id="87" creationId="{1F7A10B1-D212-4756-823C-1D2AFBA5AB18}"/>
          </ac:spMkLst>
        </pc:spChg>
        <pc:spChg chg="mod">
          <ac:chgData name="翟 锐" userId="fef11181f709266a" providerId="LiveId" clId="{2AC6FBE8-9AF2-440D-88F7-E88839877976}" dt="2022-10-24T00:28:01.114" v="550" actId="14100"/>
          <ac:spMkLst>
            <pc:docMk/>
            <pc:sldMk cId="512740645" sldId="739"/>
            <ac:spMk id="88" creationId="{7181C94C-3B68-437C-886D-8E01284CCF3E}"/>
          </ac:spMkLst>
        </pc:spChg>
        <pc:spChg chg="mod">
          <ac:chgData name="翟 锐" userId="fef11181f709266a" providerId="LiveId" clId="{2AC6FBE8-9AF2-440D-88F7-E88839877976}" dt="2022-10-24T00:28:01.114" v="550" actId="14100"/>
          <ac:spMkLst>
            <pc:docMk/>
            <pc:sldMk cId="512740645" sldId="739"/>
            <ac:spMk id="89" creationId="{775E11AA-65A2-46BA-9152-B250173F7B25}"/>
          </ac:spMkLst>
        </pc:spChg>
        <pc:spChg chg="mod">
          <ac:chgData name="翟 锐" userId="fef11181f709266a" providerId="LiveId" clId="{2AC6FBE8-9AF2-440D-88F7-E88839877976}" dt="2022-10-24T00:28:01.114" v="550" actId="14100"/>
          <ac:spMkLst>
            <pc:docMk/>
            <pc:sldMk cId="512740645" sldId="739"/>
            <ac:spMk id="90" creationId="{947E5EE0-07B3-4130-9485-C03DC8B344CD}"/>
          </ac:spMkLst>
        </pc:spChg>
        <pc:spChg chg="mod">
          <ac:chgData name="翟 锐" userId="fef11181f709266a" providerId="LiveId" clId="{2AC6FBE8-9AF2-440D-88F7-E88839877976}" dt="2022-10-24T00:28:01.114" v="550" actId="14100"/>
          <ac:spMkLst>
            <pc:docMk/>
            <pc:sldMk cId="512740645" sldId="739"/>
            <ac:spMk id="91" creationId="{B2B90B65-A6EF-4459-82A1-35629820DA1D}"/>
          </ac:spMkLst>
        </pc:spChg>
        <pc:spChg chg="mod">
          <ac:chgData name="翟 锐" userId="fef11181f709266a" providerId="LiveId" clId="{2AC6FBE8-9AF2-440D-88F7-E88839877976}" dt="2022-10-24T00:28:01.114" v="550" actId="14100"/>
          <ac:spMkLst>
            <pc:docMk/>
            <pc:sldMk cId="512740645" sldId="739"/>
            <ac:spMk id="92" creationId="{F6693FFF-F40C-4273-9BA8-C6257D46D130}"/>
          </ac:spMkLst>
        </pc:spChg>
        <pc:spChg chg="mod">
          <ac:chgData name="翟 锐" userId="fef11181f709266a" providerId="LiveId" clId="{2AC6FBE8-9AF2-440D-88F7-E88839877976}" dt="2022-10-24T00:28:01.114" v="550" actId="14100"/>
          <ac:spMkLst>
            <pc:docMk/>
            <pc:sldMk cId="512740645" sldId="739"/>
            <ac:spMk id="93" creationId="{7F1DFB12-DCD7-435E-BE25-01C242525057}"/>
          </ac:spMkLst>
        </pc:spChg>
        <pc:spChg chg="mod">
          <ac:chgData name="翟 锐" userId="fef11181f709266a" providerId="LiveId" clId="{2AC6FBE8-9AF2-440D-88F7-E88839877976}" dt="2022-10-24T00:28:01.114" v="550" actId="14100"/>
          <ac:spMkLst>
            <pc:docMk/>
            <pc:sldMk cId="512740645" sldId="739"/>
            <ac:spMk id="94" creationId="{2338A929-6A85-4EF4-89CD-FDCB3DCD729D}"/>
          </ac:spMkLst>
        </pc:spChg>
        <pc:grpChg chg="mod">
          <ac:chgData name="翟 锐" userId="fef11181f709266a" providerId="LiveId" clId="{2AC6FBE8-9AF2-440D-88F7-E88839877976}" dt="2022-10-24T00:28:01.114" v="550" actId="14100"/>
          <ac:grpSpMkLst>
            <pc:docMk/>
            <pc:sldMk cId="512740645" sldId="739"/>
            <ac:grpSpMk id="5" creationId="{942E9B99-9049-4780-81EA-625E35E2ED05}"/>
          </ac:grpSpMkLst>
        </pc:grpChg>
      </pc:sldChg>
      <pc:sldChg chg="modSp mod">
        <pc:chgData name="翟 锐" userId="fef11181f709266a" providerId="LiveId" clId="{2AC6FBE8-9AF2-440D-88F7-E88839877976}" dt="2022-10-26T07:34:46.334" v="585" actId="14734"/>
        <pc:sldMkLst>
          <pc:docMk/>
          <pc:sldMk cId="1683162971" sldId="747"/>
        </pc:sldMkLst>
        <pc:graphicFrameChg chg="modGraphic">
          <ac:chgData name="翟 锐" userId="fef11181f709266a" providerId="LiveId" clId="{2AC6FBE8-9AF2-440D-88F7-E88839877976}" dt="2022-10-26T07:34:46.334" v="585" actId="14734"/>
          <ac:graphicFrameMkLst>
            <pc:docMk/>
            <pc:sldMk cId="1683162971" sldId="747"/>
            <ac:graphicFrameMk id="6" creationId="{D16CE49B-5679-4FB7-A3F9-6BAAAF0F0F2B}"/>
          </ac:graphicFrameMkLst>
        </pc:graphicFrameChg>
      </pc:sldChg>
      <pc:sldChg chg="modSp mod">
        <pc:chgData name="翟 锐" userId="fef11181f709266a" providerId="LiveId" clId="{2AC6FBE8-9AF2-440D-88F7-E88839877976}" dt="2022-10-24T00:44:54.711" v="552" actId="113"/>
        <pc:sldMkLst>
          <pc:docMk/>
          <pc:sldMk cId="3171404019" sldId="749"/>
        </pc:sldMkLst>
        <pc:spChg chg="mod">
          <ac:chgData name="翟 锐" userId="fef11181f709266a" providerId="LiveId" clId="{2AC6FBE8-9AF2-440D-88F7-E88839877976}" dt="2022-10-24T00:44:54.711" v="552" actId="113"/>
          <ac:spMkLst>
            <pc:docMk/>
            <pc:sldMk cId="3171404019" sldId="749"/>
            <ac:spMk id="2" creationId="{1A343DEC-CFF6-41F5-B87C-0DFC08C67B76}"/>
          </ac:spMkLst>
        </pc:spChg>
      </pc:sldChg>
      <pc:sldChg chg="modSp">
        <pc:chgData name="翟 锐" userId="fef11181f709266a" providerId="LiveId" clId="{2AC6FBE8-9AF2-440D-88F7-E88839877976}" dt="2022-10-26T07:56:52.667" v="588" actId="58"/>
        <pc:sldMkLst>
          <pc:docMk/>
          <pc:sldMk cId="332877855" sldId="750"/>
        </pc:sldMkLst>
        <pc:spChg chg="mod">
          <ac:chgData name="翟 锐" userId="fef11181f709266a" providerId="LiveId" clId="{2AC6FBE8-9AF2-440D-88F7-E88839877976}" dt="2022-10-26T07:56:52.667" v="588" actId="58"/>
          <ac:spMkLst>
            <pc:docMk/>
            <pc:sldMk cId="332877855" sldId="750"/>
            <ac:spMk id="2" creationId="{1A343DEC-CFF6-41F5-B87C-0DFC08C67B76}"/>
          </ac:spMkLst>
        </pc:spChg>
      </pc:sldChg>
      <pc:sldChg chg="modSp mod">
        <pc:chgData name="翟 锐" userId="fef11181f709266a" providerId="LiveId" clId="{2AC6FBE8-9AF2-440D-88F7-E88839877976}" dt="2022-10-26T07:58:39.378" v="590" actId="113"/>
        <pc:sldMkLst>
          <pc:docMk/>
          <pc:sldMk cId="3187123666" sldId="753"/>
        </pc:sldMkLst>
        <pc:spChg chg="mod">
          <ac:chgData name="翟 锐" userId="fef11181f709266a" providerId="LiveId" clId="{2AC6FBE8-9AF2-440D-88F7-E88839877976}" dt="2022-10-26T07:58:39.378" v="590" actId="113"/>
          <ac:spMkLst>
            <pc:docMk/>
            <pc:sldMk cId="3187123666" sldId="753"/>
            <ac:spMk id="2" creationId="{1A343DEC-CFF6-41F5-B87C-0DFC08C67B76}"/>
          </ac:spMkLst>
        </pc:spChg>
      </pc:sldChg>
      <pc:sldChg chg="modSp mod">
        <pc:chgData name="翟 锐" userId="fef11181f709266a" providerId="LiveId" clId="{2AC6FBE8-9AF2-440D-88F7-E88839877976}" dt="2022-10-26T08:07:09.022" v="591" actId="1076"/>
        <pc:sldMkLst>
          <pc:docMk/>
          <pc:sldMk cId="2749238877" sldId="760"/>
        </pc:sldMkLst>
        <pc:picChg chg="mod">
          <ac:chgData name="翟 锐" userId="fef11181f709266a" providerId="LiveId" clId="{2AC6FBE8-9AF2-440D-88F7-E88839877976}" dt="2022-10-26T08:07:09.022" v="591" actId="1076"/>
          <ac:picMkLst>
            <pc:docMk/>
            <pc:sldMk cId="2749238877" sldId="760"/>
            <ac:picMk id="3" creationId="{C033F6D1-60FC-48CC-A0B8-6CF6010B69FD}"/>
          </ac:picMkLst>
        </pc:picChg>
      </pc:sldChg>
      <pc:sldChg chg="modSp mod">
        <pc:chgData name="翟 锐" userId="fef11181f709266a" providerId="LiveId" clId="{2AC6FBE8-9AF2-440D-88F7-E88839877976}" dt="2022-10-26T08:07:31.805" v="593" actId="58"/>
        <pc:sldMkLst>
          <pc:docMk/>
          <pc:sldMk cId="1749935916" sldId="761"/>
        </pc:sldMkLst>
        <pc:spChg chg="mod">
          <ac:chgData name="翟 锐" userId="fef11181f709266a" providerId="LiveId" clId="{2AC6FBE8-9AF2-440D-88F7-E88839877976}" dt="2022-10-26T08:07:31.805" v="593" actId="58"/>
          <ac:spMkLst>
            <pc:docMk/>
            <pc:sldMk cId="1749935916" sldId="761"/>
            <ac:spMk id="2" creationId="{1A343DEC-CFF6-41F5-B87C-0DFC08C67B76}"/>
          </ac:spMkLst>
        </pc:spChg>
      </pc:sldChg>
      <pc:sldChg chg="modSp">
        <pc:chgData name="翟 锐" userId="fef11181f709266a" providerId="LiveId" clId="{2AC6FBE8-9AF2-440D-88F7-E88839877976}" dt="2022-10-24T12:25:47.339" v="579" actId="207"/>
        <pc:sldMkLst>
          <pc:docMk/>
          <pc:sldMk cId="3295641558" sldId="766"/>
        </pc:sldMkLst>
        <pc:spChg chg="mod">
          <ac:chgData name="翟 锐" userId="fef11181f709266a" providerId="LiveId" clId="{2AC6FBE8-9AF2-440D-88F7-E88839877976}" dt="2022-10-24T12:25:47.339" v="579" actId="207"/>
          <ac:spMkLst>
            <pc:docMk/>
            <pc:sldMk cId="3295641558" sldId="766"/>
            <ac:spMk id="2" creationId="{1A343DEC-CFF6-41F5-B87C-0DFC08C67B76}"/>
          </ac:spMkLst>
        </pc:spChg>
      </pc:sldChg>
      <pc:sldChg chg="ord">
        <pc:chgData name="翟 锐" userId="fef11181f709266a" providerId="LiveId" clId="{2AC6FBE8-9AF2-440D-88F7-E88839877976}" dt="2022-11-01T07:42:15.769" v="840"/>
        <pc:sldMkLst>
          <pc:docMk/>
          <pc:sldMk cId="3269780829" sldId="768"/>
        </pc:sldMkLst>
      </pc:sldChg>
      <pc:sldChg chg="ord">
        <pc:chgData name="翟 锐" userId="fef11181f709266a" providerId="LiveId" clId="{2AC6FBE8-9AF2-440D-88F7-E88839877976}" dt="2022-11-01T07:42:13.925" v="838"/>
        <pc:sldMkLst>
          <pc:docMk/>
          <pc:sldMk cId="2600751661" sldId="769"/>
        </pc:sldMkLst>
      </pc:sldChg>
      <pc:sldChg chg="modSp mod">
        <pc:chgData name="翟 锐" userId="fef11181f709266a" providerId="LiveId" clId="{2AC6FBE8-9AF2-440D-88F7-E88839877976}" dt="2022-10-31T00:10:56.586" v="645" actId="113"/>
        <pc:sldMkLst>
          <pc:docMk/>
          <pc:sldMk cId="3688693202" sldId="771"/>
        </pc:sldMkLst>
        <pc:spChg chg="mod">
          <ac:chgData name="翟 锐" userId="fef11181f709266a" providerId="LiveId" clId="{2AC6FBE8-9AF2-440D-88F7-E88839877976}" dt="2022-10-31T00:10:56.586" v="645" actId="113"/>
          <ac:spMkLst>
            <pc:docMk/>
            <pc:sldMk cId="3688693202" sldId="771"/>
            <ac:spMk id="2" creationId="{1A343DEC-CFF6-41F5-B87C-0DFC08C67B76}"/>
          </ac:spMkLst>
        </pc:spChg>
      </pc:sldChg>
      <pc:sldChg chg="modSp mod">
        <pc:chgData name="翟 锐" userId="fef11181f709266a" providerId="LiveId" clId="{2AC6FBE8-9AF2-440D-88F7-E88839877976}" dt="2022-10-31T00:14:34.995" v="647" actId="1076"/>
        <pc:sldMkLst>
          <pc:docMk/>
          <pc:sldMk cId="945961357" sldId="779"/>
        </pc:sldMkLst>
        <pc:graphicFrameChg chg="mod">
          <ac:chgData name="翟 锐" userId="fef11181f709266a" providerId="LiveId" clId="{2AC6FBE8-9AF2-440D-88F7-E88839877976}" dt="2022-10-31T00:14:31.698" v="646" actId="1076"/>
          <ac:graphicFrameMkLst>
            <pc:docMk/>
            <pc:sldMk cId="945961357" sldId="779"/>
            <ac:graphicFrameMk id="2" creationId="{A8A8B31A-0090-4135-8927-EE9791B2162E}"/>
          </ac:graphicFrameMkLst>
        </pc:graphicFrameChg>
        <pc:picChg chg="mod">
          <ac:chgData name="翟 锐" userId="fef11181f709266a" providerId="LiveId" clId="{2AC6FBE8-9AF2-440D-88F7-E88839877976}" dt="2022-10-31T00:14:34.995" v="647" actId="1076"/>
          <ac:picMkLst>
            <pc:docMk/>
            <pc:sldMk cId="945961357" sldId="779"/>
            <ac:picMk id="3" creationId="{F94E8894-1C73-4ADE-8F2B-35F3E661A436}"/>
          </ac:picMkLst>
        </pc:picChg>
      </pc:sldChg>
      <pc:sldChg chg="modSp">
        <pc:chgData name="翟 锐" userId="fef11181f709266a" providerId="LiveId" clId="{2AC6FBE8-9AF2-440D-88F7-E88839877976}" dt="2022-11-02T07:21:52.782" v="845" actId="207"/>
        <pc:sldMkLst>
          <pc:docMk/>
          <pc:sldMk cId="178453732" sldId="791"/>
        </pc:sldMkLst>
        <pc:spChg chg="mod">
          <ac:chgData name="翟 锐" userId="fef11181f709266a" providerId="LiveId" clId="{2AC6FBE8-9AF2-440D-88F7-E88839877976}" dt="2022-11-02T07:21:52.782" v="845" actId="207"/>
          <ac:spMkLst>
            <pc:docMk/>
            <pc:sldMk cId="178453732" sldId="791"/>
            <ac:spMk id="2" creationId="{1A343DEC-CFF6-41F5-B87C-0DFC08C67B76}"/>
          </ac:spMkLst>
        </pc:spChg>
      </pc:sldChg>
      <pc:sldChg chg="modSp mod">
        <pc:chgData name="翟 锐" userId="fef11181f709266a" providerId="LiveId" clId="{2AC6FBE8-9AF2-440D-88F7-E88839877976}" dt="2022-10-31T12:31:36.132" v="835" actId="20577"/>
        <pc:sldMkLst>
          <pc:docMk/>
          <pc:sldMk cId="920349631" sldId="808"/>
        </pc:sldMkLst>
        <pc:spChg chg="mod">
          <ac:chgData name="翟 锐" userId="fef11181f709266a" providerId="LiveId" clId="{2AC6FBE8-9AF2-440D-88F7-E88839877976}" dt="2022-10-31T12:31:36.132" v="835" actId="20577"/>
          <ac:spMkLst>
            <pc:docMk/>
            <pc:sldMk cId="920349631" sldId="808"/>
            <ac:spMk id="2" creationId="{1A343DEC-CFF6-41F5-B87C-0DFC08C67B76}"/>
          </ac:spMkLst>
        </pc:spChg>
      </pc:sldChg>
      <pc:sldChg chg="addSp delSp modSp mod">
        <pc:chgData name="翟 锐" userId="fef11181f709266a" providerId="LiveId" clId="{2AC6FBE8-9AF2-440D-88F7-E88839877976}" dt="2022-11-16T03:14:43.443" v="1093" actId="20577"/>
        <pc:sldMkLst>
          <pc:docMk/>
          <pc:sldMk cId="202177852" sldId="817"/>
        </pc:sldMkLst>
        <pc:spChg chg="mod">
          <ac:chgData name="翟 锐" userId="fef11181f709266a" providerId="LiveId" clId="{2AC6FBE8-9AF2-440D-88F7-E88839877976}" dt="2022-11-16T03:14:43.443" v="1093" actId="20577"/>
          <ac:spMkLst>
            <pc:docMk/>
            <pc:sldMk cId="202177852" sldId="817"/>
            <ac:spMk id="2" creationId="{1A343DEC-CFF6-41F5-B87C-0DFC08C67B76}"/>
          </ac:spMkLst>
        </pc:spChg>
        <pc:picChg chg="add del">
          <ac:chgData name="翟 锐" userId="fef11181f709266a" providerId="LiveId" clId="{2AC6FBE8-9AF2-440D-88F7-E88839877976}" dt="2022-11-16T03:03:18.773" v="1061" actId="22"/>
          <ac:picMkLst>
            <pc:docMk/>
            <pc:sldMk cId="202177852" sldId="817"/>
            <ac:picMk id="4" creationId="{87148BF2-E2BE-FB8C-3EBF-745A0C798155}"/>
          </ac:picMkLst>
        </pc:picChg>
      </pc:sldChg>
      <pc:sldChg chg="modSp mod">
        <pc:chgData name="翟 锐" userId="fef11181f709266a" providerId="LiveId" clId="{2AC6FBE8-9AF2-440D-88F7-E88839877976}" dt="2022-11-16T03:13:31.956" v="1085" actId="6549"/>
        <pc:sldMkLst>
          <pc:docMk/>
          <pc:sldMk cId="3876610196" sldId="820"/>
        </pc:sldMkLst>
        <pc:spChg chg="mod">
          <ac:chgData name="翟 锐" userId="fef11181f709266a" providerId="LiveId" clId="{2AC6FBE8-9AF2-440D-88F7-E88839877976}" dt="2022-11-16T03:13:31.956" v="1085" actId="6549"/>
          <ac:spMkLst>
            <pc:docMk/>
            <pc:sldMk cId="3876610196" sldId="820"/>
            <ac:spMk id="2" creationId="{1A343DEC-CFF6-41F5-B87C-0DFC08C67B76}"/>
          </ac:spMkLst>
        </pc:spChg>
      </pc:sldChg>
      <pc:sldChg chg="modSp mod">
        <pc:chgData name="翟 锐" userId="fef11181f709266a" providerId="LiveId" clId="{2AC6FBE8-9AF2-440D-88F7-E88839877976}" dt="2022-11-16T04:02:40.871" v="1142"/>
        <pc:sldMkLst>
          <pc:docMk/>
          <pc:sldMk cId="577819409" sldId="827"/>
        </pc:sldMkLst>
        <pc:spChg chg="mod">
          <ac:chgData name="翟 锐" userId="fef11181f709266a" providerId="LiveId" clId="{2AC6FBE8-9AF2-440D-88F7-E88839877976}" dt="2022-11-16T04:02:40.871" v="1142"/>
          <ac:spMkLst>
            <pc:docMk/>
            <pc:sldMk cId="577819409" sldId="827"/>
            <ac:spMk id="2" creationId="{1A343DEC-CFF6-41F5-B87C-0DFC08C67B76}"/>
          </ac:spMkLst>
        </pc:spChg>
      </pc:sldChg>
      <pc:sldChg chg="modSp mod">
        <pc:chgData name="翟 锐" userId="fef11181f709266a" providerId="LiveId" clId="{2AC6FBE8-9AF2-440D-88F7-E88839877976}" dt="2022-10-24T02:25:11.818" v="567" actId="57"/>
        <pc:sldMkLst>
          <pc:docMk/>
          <pc:sldMk cId="4037277974" sldId="839"/>
        </pc:sldMkLst>
        <pc:spChg chg="mod">
          <ac:chgData name="翟 锐" userId="fef11181f709266a" providerId="LiveId" clId="{2AC6FBE8-9AF2-440D-88F7-E88839877976}" dt="2022-10-24T02:25:11.818" v="567" actId="57"/>
          <ac:spMkLst>
            <pc:docMk/>
            <pc:sldMk cId="4037277974" sldId="839"/>
            <ac:spMk id="2" creationId="{1A343DEC-CFF6-41F5-B87C-0DFC08C67B76}"/>
          </ac:spMkLst>
        </pc:spChg>
      </pc:sldChg>
      <pc:sldChg chg="modSp mod">
        <pc:chgData name="翟 锐" userId="fef11181f709266a" providerId="LiveId" clId="{2AC6FBE8-9AF2-440D-88F7-E88839877976}" dt="2022-10-26T07:29:16.516" v="583" actId="113"/>
        <pc:sldMkLst>
          <pc:docMk/>
          <pc:sldMk cId="3789512160" sldId="840"/>
        </pc:sldMkLst>
        <pc:spChg chg="mod">
          <ac:chgData name="翟 锐" userId="fef11181f709266a" providerId="LiveId" clId="{2AC6FBE8-9AF2-440D-88F7-E88839877976}" dt="2022-10-26T07:29:16.516" v="583" actId="113"/>
          <ac:spMkLst>
            <pc:docMk/>
            <pc:sldMk cId="3789512160" sldId="840"/>
            <ac:spMk id="2" creationId="{1A343DEC-CFF6-41F5-B87C-0DFC08C67B76}"/>
          </ac:spMkLst>
        </pc:spChg>
      </pc:sldChg>
      <pc:sldChg chg="new del">
        <pc:chgData name="翟 锐" userId="fef11181f709266a" providerId="LiveId" clId="{2AC6FBE8-9AF2-440D-88F7-E88839877976}" dt="2022-11-01T07:43:02.533" v="842" actId="47"/>
        <pc:sldMkLst>
          <pc:docMk/>
          <pc:sldMk cId="2332053157" sldId="855"/>
        </pc:sldMkLst>
      </pc:sldChg>
      <pc:sldChg chg="new del">
        <pc:chgData name="翟 锐" userId="fef11181f709266a" providerId="LiveId" clId="{2AC6FBE8-9AF2-440D-88F7-E88839877976}" dt="2022-11-01T07:43:03.479" v="843" actId="47"/>
        <pc:sldMkLst>
          <pc:docMk/>
          <pc:sldMk cId="1590101901" sldId="856"/>
        </pc:sldMkLst>
      </pc:sldChg>
      <pc:sldChg chg="modSp add mod">
        <pc:chgData name="翟 锐" userId="fef11181f709266a" providerId="LiveId" clId="{2AC6FBE8-9AF2-440D-88F7-E88839877976}" dt="2022-10-16T12:56:27.277" v="319" actId="20577"/>
        <pc:sldMkLst>
          <pc:docMk/>
          <pc:sldMk cId="1493055670" sldId="857"/>
        </pc:sldMkLst>
        <pc:spChg chg="mod">
          <ac:chgData name="翟 锐" userId="fef11181f709266a" providerId="LiveId" clId="{2AC6FBE8-9AF2-440D-88F7-E88839877976}" dt="2022-10-16T12:56:27.277" v="319" actId="20577"/>
          <ac:spMkLst>
            <pc:docMk/>
            <pc:sldMk cId="1493055670" sldId="857"/>
            <ac:spMk id="2" creationId="{1A343DEC-CFF6-41F5-B87C-0DFC08C67B76}"/>
          </ac:spMkLst>
        </pc:spChg>
        <pc:spChg chg="mod">
          <ac:chgData name="翟 锐" userId="fef11181f709266a" providerId="LiveId" clId="{2AC6FBE8-9AF2-440D-88F7-E88839877976}" dt="2022-10-16T12:34:24.796" v="23" actId="20577"/>
          <ac:spMkLst>
            <pc:docMk/>
            <pc:sldMk cId="1493055670" sldId="857"/>
            <ac:spMk id="35" creationId="{00000000-0000-0000-0000-000000000000}"/>
          </ac:spMkLst>
        </pc:spChg>
      </pc:sldChg>
      <pc:sldChg chg="new del">
        <pc:chgData name="翟 锐" userId="fef11181f709266a" providerId="LiveId" clId="{2AC6FBE8-9AF2-440D-88F7-E88839877976}" dt="2022-10-16T13:02:57.002" v="321" actId="680"/>
        <pc:sldMkLst>
          <pc:docMk/>
          <pc:sldMk cId="2216186133" sldId="858"/>
        </pc:sldMkLst>
      </pc:sldChg>
      <pc:sldChg chg="modSp add mod modAnim">
        <pc:chgData name="翟 锐" userId="fef11181f709266a" providerId="LiveId" clId="{2AC6FBE8-9AF2-440D-88F7-E88839877976}" dt="2022-10-16T13:18:29.877" v="500" actId="404"/>
        <pc:sldMkLst>
          <pc:docMk/>
          <pc:sldMk cId="2271714817" sldId="858"/>
        </pc:sldMkLst>
        <pc:spChg chg="mod">
          <ac:chgData name="翟 锐" userId="fef11181f709266a" providerId="LiveId" clId="{2AC6FBE8-9AF2-440D-88F7-E88839877976}" dt="2022-10-16T13:18:29.877" v="500" actId="404"/>
          <ac:spMkLst>
            <pc:docMk/>
            <pc:sldMk cId="2271714817" sldId="858"/>
            <ac:spMk id="2" creationId="{1A343DEC-CFF6-41F5-B87C-0DFC08C67B76}"/>
          </ac:spMkLst>
        </pc:spChg>
        <pc:spChg chg="mod">
          <ac:chgData name="翟 锐" userId="fef11181f709266a" providerId="LiveId" clId="{2AC6FBE8-9AF2-440D-88F7-E88839877976}" dt="2022-10-16T13:16:58.706" v="421" actId="20577"/>
          <ac:spMkLst>
            <pc:docMk/>
            <pc:sldMk cId="2271714817" sldId="858"/>
            <ac:spMk id="35" creationId="{00000000-0000-0000-0000-000000000000}"/>
          </ac:spMkLst>
        </pc:spChg>
      </pc:sldChg>
      <pc:sldChg chg="new">
        <pc:chgData name="翟 锐" userId="fef11181f709266a" providerId="LiveId" clId="{2AC6FBE8-9AF2-440D-88F7-E88839877976}" dt="2022-11-01T07:42:03.859" v="836" actId="680"/>
        <pc:sldMkLst>
          <pc:docMk/>
          <pc:sldMk cId="4061687405" sldId="859"/>
        </pc:sldMkLst>
      </pc:sldChg>
      <pc:sldChg chg="new">
        <pc:chgData name="翟 锐" userId="fef11181f709266a" providerId="LiveId" clId="{2AC6FBE8-9AF2-440D-88F7-E88839877976}" dt="2022-11-01T07:42:43.265" v="841" actId="680"/>
        <pc:sldMkLst>
          <pc:docMk/>
          <pc:sldMk cId="1958723523" sldId="860"/>
        </pc:sldMkLst>
      </pc:sldChg>
      <pc:sldChg chg="modSp add mod">
        <pc:chgData name="翟 锐" userId="fef11181f709266a" providerId="LiveId" clId="{2AC6FBE8-9AF2-440D-88F7-E88839877976}" dt="2022-11-03T08:39:20.918" v="1059" actId="20577"/>
        <pc:sldMkLst>
          <pc:docMk/>
          <pc:sldMk cId="1741939063" sldId="861"/>
        </pc:sldMkLst>
        <pc:spChg chg="mod">
          <ac:chgData name="翟 锐" userId="fef11181f709266a" providerId="LiveId" clId="{2AC6FBE8-9AF2-440D-88F7-E88839877976}" dt="2022-11-03T08:39:20.918" v="1059" actId="20577"/>
          <ac:spMkLst>
            <pc:docMk/>
            <pc:sldMk cId="1741939063" sldId="861"/>
            <ac:spMk id="2" creationId="{1A343DEC-CFF6-41F5-B87C-0DFC08C67B76}"/>
          </ac:spMkLst>
        </pc:spChg>
      </pc:sldChg>
      <pc:sldChg chg="delSp modSp add del mod">
        <pc:chgData name="翟 锐" userId="fef11181f709266a" providerId="LiveId" clId="{2AC6FBE8-9AF2-440D-88F7-E88839877976}" dt="2022-11-16T03:15:33.428" v="1095" actId="47"/>
        <pc:sldMkLst>
          <pc:docMk/>
          <pc:sldMk cId="3442473950" sldId="862"/>
        </pc:sldMkLst>
        <pc:spChg chg="del mod">
          <ac:chgData name="翟 锐" userId="fef11181f709266a" providerId="LiveId" clId="{2AC6FBE8-9AF2-440D-88F7-E88839877976}" dt="2022-11-16T03:07:39.189" v="1065"/>
          <ac:spMkLst>
            <pc:docMk/>
            <pc:sldMk cId="3442473950" sldId="862"/>
            <ac:spMk id="2" creationId="{1A343DEC-CFF6-41F5-B87C-0DFC08C67B76}"/>
          </ac:spMkLst>
        </pc:spChg>
      </pc:sldChg>
      <pc:sldChg chg="addSp delSp modSp add mod">
        <pc:chgData name="翟 锐" userId="fef11181f709266a" providerId="LiveId" clId="{2AC6FBE8-9AF2-440D-88F7-E88839877976}" dt="2022-11-16T03:10:22.352" v="1084" actId="1076"/>
        <pc:sldMkLst>
          <pc:docMk/>
          <pc:sldMk cId="2419304202" sldId="863"/>
        </pc:sldMkLst>
        <pc:picChg chg="add mod">
          <ac:chgData name="翟 锐" userId="fef11181f709266a" providerId="LiveId" clId="{2AC6FBE8-9AF2-440D-88F7-E88839877976}" dt="2022-11-16T03:10:20.221" v="1083" actId="1076"/>
          <ac:picMkLst>
            <pc:docMk/>
            <pc:sldMk cId="2419304202" sldId="863"/>
            <ac:picMk id="3" creationId="{1AC728FB-13D9-0D90-3231-40CB179F964A}"/>
          </ac:picMkLst>
        </pc:picChg>
        <pc:picChg chg="add del mod">
          <ac:chgData name="翟 锐" userId="fef11181f709266a" providerId="LiveId" clId="{2AC6FBE8-9AF2-440D-88F7-E88839877976}" dt="2022-11-16T03:10:00.114" v="1075" actId="478"/>
          <ac:picMkLst>
            <pc:docMk/>
            <pc:sldMk cId="2419304202" sldId="863"/>
            <ac:picMk id="5" creationId="{8BFD51AF-E9F1-033E-D3F1-6656854CA03A}"/>
          </ac:picMkLst>
        </pc:picChg>
        <pc:picChg chg="add mod">
          <ac:chgData name="翟 锐" userId="fef11181f709266a" providerId="LiveId" clId="{2AC6FBE8-9AF2-440D-88F7-E88839877976}" dt="2022-11-16T03:10:22.352" v="1084" actId="1076"/>
          <ac:picMkLst>
            <pc:docMk/>
            <pc:sldMk cId="2419304202" sldId="863"/>
            <ac:picMk id="7" creationId="{386B2F6D-91C7-0905-4F6C-28C8E9D6CD15}"/>
          </ac:picMkLst>
        </pc:picChg>
      </pc:sldChg>
      <pc:sldChg chg="addSp delSp modSp add mod">
        <pc:chgData name="翟 锐" userId="fef11181f709266a" providerId="LiveId" clId="{2AC6FBE8-9AF2-440D-88F7-E88839877976}" dt="2022-11-16T03:16:27.804" v="1136" actId="1076"/>
        <pc:sldMkLst>
          <pc:docMk/>
          <pc:sldMk cId="4082425993" sldId="864"/>
        </pc:sldMkLst>
        <pc:spChg chg="mod">
          <ac:chgData name="翟 锐" userId="fef11181f709266a" providerId="LiveId" clId="{2AC6FBE8-9AF2-440D-88F7-E88839877976}" dt="2022-11-16T03:16:27.804" v="1136" actId="1076"/>
          <ac:spMkLst>
            <pc:docMk/>
            <pc:sldMk cId="4082425993" sldId="864"/>
            <ac:spMk id="2" creationId="{1A343DEC-CFF6-41F5-B87C-0DFC08C67B76}"/>
          </ac:spMkLst>
        </pc:spChg>
        <pc:spChg chg="add del">
          <ac:chgData name="翟 锐" userId="fef11181f709266a" providerId="LiveId" clId="{2AC6FBE8-9AF2-440D-88F7-E88839877976}" dt="2022-11-16T03:15:44.981" v="1098"/>
          <ac:spMkLst>
            <pc:docMk/>
            <pc:sldMk cId="4082425993" sldId="864"/>
            <ac:spMk id="3" creationId="{990A3063-FFA5-C705-633E-AC7AFBFA984D}"/>
          </ac:spMkLst>
        </pc:spChg>
        <pc:spChg chg="add del">
          <ac:chgData name="翟 锐" userId="fef11181f709266a" providerId="LiveId" clId="{2AC6FBE8-9AF2-440D-88F7-E88839877976}" dt="2022-11-16T03:15:48.404" v="1100"/>
          <ac:spMkLst>
            <pc:docMk/>
            <pc:sldMk cId="4082425993" sldId="864"/>
            <ac:spMk id="4" creationId="{B26696EB-D4AB-D90F-967B-F86CB727D954}"/>
          </ac:spMkLst>
        </pc:spChg>
        <pc:spChg chg="add del">
          <ac:chgData name="翟 锐" userId="fef11181f709266a" providerId="LiveId" clId="{2AC6FBE8-9AF2-440D-88F7-E88839877976}" dt="2022-11-16T03:15:55.283" v="1104"/>
          <ac:spMkLst>
            <pc:docMk/>
            <pc:sldMk cId="4082425993" sldId="864"/>
            <ac:spMk id="5" creationId="{7DC58C8B-D94B-520C-45FE-10E9C9BEC34F}"/>
          </ac:spMkLst>
        </pc:spChg>
      </pc:sldChg>
    </pc:docChg>
  </pc:docChgLst>
  <pc:docChgLst>
    <pc:chgData name="翟 锐" userId="fef11181f709266a" providerId="LiveId" clId="{9186E0CD-109D-47DE-8883-49F901FD74B3}"/>
    <pc:docChg chg="undo redo custSel addSld delSld modSld sldOrd">
      <pc:chgData name="翟 锐" userId="fef11181f709266a" providerId="LiveId" clId="{9186E0CD-109D-47DE-8883-49F901FD74B3}" dt="2020-08-12T03:48:41.643" v="3108"/>
      <pc:docMkLst>
        <pc:docMk/>
      </pc:docMkLst>
      <pc:sldChg chg="addSp delSp modSp add mod addAnim delAnim modAnim">
        <pc:chgData name="翟 锐" userId="fef11181f709266a" providerId="LiveId" clId="{9186E0CD-109D-47DE-8883-49F901FD74B3}" dt="2020-08-11T07:42:40.751" v="623" actId="1076"/>
        <pc:sldMkLst>
          <pc:docMk/>
          <pc:sldMk cId="0" sldId="290"/>
        </pc:sldMkLst>
        <pc:spChg chg="add mod">
          <ac:chgData name="翟 锐" userId="fef11181f709266a" providerId="LiveId" clId="{9186E0CD-109D-47DE-8883-49F901FD74B3}" dt="2020-08-11T07:42:35.467" v="622" actId="113"/>
          <ac:spMkLst>
            <pc:docMk/>
            <pc:sldMk cId="0" sldId="290"/>
            <ac:spMk id="7" creationId="{3DB91AC8-EECE-4251-BCB3-636A753BE9E6}"/>
          </ac:spMkLst>
        </pc:spChg>
        <pc:spChg chg="mod">
          <ac:chgData name="翟 锐" userId="fef11181f709266a" providerId="LiveId" clId="{9186E0CD-109D-47DE-8883-49F901FD74B3}" dt="2020-08-11T07:35:24.905" v="217"/>
          <ac:spMkLst>
            <pc:docMk/>
            <pc:sldMk cId="0" sldId="290"/>
            <ac:spMk id="35" creationId="{00000000-0000-0000-0000-000000000000}"/>
          </ac:spMkLst>
        </pc:spChg>
        <pc:spChg chg="mod">
          <ac:chgData name="翟 锐" userId="fef11181f709266a" providerId="LiveId" clId="{9186E0CD-109D-47DE-8883-49F901FD74B3}" dt="2020-08-11T07:42:40.751" v="623" actId="1076"/>
          <ac:spMkLst>
            <pc:docMk/>
            <pc:sldMk cId="0" sldId="290"/>
            <ac:spMk id="6153" creationId="{00000000-0000-0000-0000-000000000000}"/>
          </ac:spMkLst>
        </pc:spChg>
        <pc:graphicFrameChg chg="add del">
          <ac:chgData name="翟 锐" userId="fef11181f709266a" providerId="LiveId" clId="{9186E0CD-109D-47DE-8883-49F901FD74B3}" dt="2020-08-11T07:42:01.537" v="611" actId="478"/>
          <ac:graphicFrameMkLst>
            <pc:docMk/>
            <pc:sldMk cId="0" sldId="290"/>
            <ac:graphicFrameMk id="3" creationId="{00000000-0000-0000-0000-000000000000}"/>
          </ac:graphicFrameMkLst>
        </pc:graphicFrameChg>
      </pc:sldChg>
      <pc:sldChg chg="del">
        <pc:chgData name="翟 锐" userId="fef11181f709266a" providerId="LiveId" clId="{9186E0CD-109D-47DE-8883-49F901FD74B3}" dt="2020-08-11T07:33:48.345" v="106" actId="47"/>
        <pc:sldMkLst>
          <pc:docMk/>
          <pc:sldMk cId="0" sldId="295"/>
        </pc:sldMkLst>
      </pc:sldChg>
      <pc:sldChg chg="modSp">
        <pc:chgData name="翟 锐" userId="fef11181f709266a" providerId="LiveId" clId="{9186E0CD-109D-47DE-8883-49F901FD74B3}" dt="2020-08-11T16:18:56.006" v="1175" actId="121"/>
        <pc:sldMkLst>
          <pc:docMk/>
          <pc:sldMk cId="0" sldId="301"/>
        </pc:sldMkLst>
        <pc:spChg chg="mod">
          <ac:chgData name="翟 锐" userId="fef11181f709266a" providerId="LiveId" clId="{9186E0CD-109D-47DE-8883-49F901FD74B3}" dt="2020-08-11T16:18:56.006" v="1175" actId="121"/>
          <ac:spMkLst>
            <pc:docMk/>
            <pc:sldMk cId="0" sldId="301"/>
            <ac:spMk id="14" creationId="{00000000-0000-0000-0000-000000000000}"/>
          </ac:spMkLst>
        </pc:spChg>
      </pc:sldChg>
      <pc:sldChg chg="del ord">
        <pc:chgData name="翟 锐" userId="fef11181f709266a" providerId="LiveId" clId="{9186E0CD-109D-47DE-8883-49F901FD74B3}" dt="2020-08-11T07:37:42.924" v="536" actId="47"/>
        <pc:sldMkLst>
          <pc:docMk/>
          <pc:sldMk cId="3866902672" sldId="437"/>
        </pc:sldMkLst>
      </pc:sldChg>
      <pc:sldChg chg="add del">
        <pc:chgData name="翟 锐" userId="fef11181f709266a" providerId="LiveId" clId="{9186E0CD-109D-47DE-8883-49F901FD74B3}" dt="2020-08-11T07:40:38.052" v="595" actId="47"/>
        <pc:sldMkLst>
          <pc:docMk/>
          <pc:sldMk cId="1600677709" sldId="439"/>
        </pc:sldMkLst>
      </pc:sldChg>
      <pc:sldChg chg="addSp delSp modSp del mod modAnim">
        <pc:chgData name="翟 锐" userId="fef11181f709266a" providerId="LiveId" clId="{9186E0CD-109D-47DE-8883-49F901FD74B3}" dt="2020-08-11T07:40:26.394" v="592" actId="47"/>
        <pc:sldMkLst>
          <pc:docMk/>
          <pc:sldMk cId="57447324" sldId="440"/>
        </pc:sldMkLst>
        <pc:spChg chg="add del">
          <ac:chgData name="翟 锐" userId="fef11181f709266a" providerId="LiveId" clId="{9186E0CD-109D-47DE-8883-49F901FD74B3}" dt="2020-08-11T07:40:00.868" v="587" actId="478"/>
          <ac:spMkLst>
            <pc:docMk/>
            <pc:sldMk cId="57447324" sldId="440"/>
            <ac:spMk id="2" creationId="{00000000-0000-0000-0000-000000000000}"/>
          </ac:spMkLst>
        </pc:spChg>
        <pc:spChg chg="add del mod">
          <ac:chgData name="翟 锐" userId="fef11181f709266a" providerId="LiveId" clId="{9186E0CD-109D-47DE-8883-49F901FD74B3}" dt="2020-08-11T07:40:01.386" v="588" actId="478"/>
          <ac:spMkLst>
            <pc:docMk/>
            <pc:sldMk cId="57447324" sldId="440"/>
            <ac:spMk id="3" creationId="{00000000-0000-0000-0000-000000000000}"/>
          </ac:spMkLst>
        </pc:spChg>
        <pc:spChg chg="mod">
          <ac:chgData name="翟 锐" userId="fef11181f709266a" providerId="LiveId" clId="{9186E0CD-109D-47DE-8883-49F901FD74B3}" dt="2020-08-11T07:40:00.419" v="586" actId="164"/>
          <ac:spMkLst>
            <pc:docMk/>
            <pc:sldMk cId="57447324" sldId="440"/>
            <ac:spMk id="6" creationId="{00000000-0000-0000-0000-000000000000}"/>
          </ac:spMkLst>
        </pc:spChg>
        <pc:spChg chg="mod">
          <ac:chgData name="翟 锐" userId="fef11181f709266a" providerId="LiveId" clId="{9186E0CD-109D-47DE-8883-49F901FD74B3}" dt="2020-08-11T07:40:00.419" v="586" actId="164"/>
          <ac:spMkLst>
            <pc:docMk/>
            <pc:sldMk cId="57447324" sldId="440"/>
            <ac:spMk id="9" creationId="{00000000-0000-0000-0000-000000000000}"/>
          </ac:spMkLst>
        </pc:spChg>
        <pc:spChg chg="mod">
          <ac:chgData name="翟 锐" userId="fef11181f709266a" providerId="LiveId" clId="{9186E0CD-109D-47DE-8883-49F901FD74B3}" dt="2020-08-11T07:40:00.419" v="586" actId="164"/>
          <ac:spMkLst>
            <pc:docMk/>
            <pc:sldMk cId="57447324" sldId="440"/>
            <ac:spMk id="12" creationId="{00000000-0000-0000-0000-000000000000}"/>
          </ac:spMkLst>
        </pc:spChg>
        <pc:spChg chg="mod">
          <ac:chgData name="翟 锐" userId="fef11181f709266a" providerId="LiveId" clId="{9186E0CD-109D-47DE-8883-49F901FD74B3}" dt="2020-08-11T07:40:00.419" v="586" actId="164"/>
          <ac:spMkLst>
            <pc:docMk/>
            <pc:sldMk cId="57447324" sldId="440"/>
            <ac:spMk id="23" creationId="{00000000-0000-0000-0000-000000000000}"/>
          </ac:spMkLst>
        </pc:spChg>
        <pc:grpChg chg="add del mod">
          <ac:chgData name="翟 锐" userId="fef11181f709266a" providerId="LiveId" clId="{9186E0CD-109D-47DE-8883-49F901FD74B3}" dt="2020-08-11T07:39:19.110" v="564" actId="164"/>
          <ac:grpSpMkLst>
            <pc:docMk/>
            <pc:sldMk cId="57447324" sldId="440"/>
            <ac:grpSpMk id="4" creationId="{300052F8-726D-48F3-970F-01C9BF14162B}"/>
          </ac:grpSpMkLst>
        </pc:grpChg>
        <pc:grpChg chg="add mod">
          <ac:chgData name="翟 锐" userId="fef11181f709266a" providerId="LiveId" clId="{9186E0CD-109D-47DE-8883-49F901FD74B3}" dt="2020-08-11T07:40:00.419" v="586" actId="164"/>
          <ac:grpSpMkLst>
            <pc:docMk/>
            <pc:sldMk cId="57447324" sldId="440"/>
            <ac:grpSpMk id="5" creationId="{D41FE99B-C493-4B3F-97D4-7BC8A548AEFB}"/>
          </ac:grpSpMkLst>
        </pc:grpChg>
        <pc:cxnChg chg="mod">
          <ac:chgData name="翟 锐" userId="fef11181f709266a" providerId="LiveId" clId="{9186E0CD-109D-47DE-8883-49F901FD74B3}" dt="2020-08-11T07:40:00.419" v="586" actId="164"/>
          <ac:cxnSpMkLst>
            <pc:docMk/>
            <pc:sldMk cId="57447324" sldId="440"/>
            <ac:cxnSpMk id="11" creationId="{00000000-0000-0000-0000-000000000000}"/>
          </ac:cxnSpMkLst>
        </pc:cxnChg>
        <pc:cxnChg chg="mod">
          <ac:chgData name="翟 锐" userId="fef11181f709266a" providerId="LiveId" clId="{9186E0CD-109D-47DE-8883-49F901FD74B3}" dt="2020-08-11T07:40:00.419" v="586" actId="164"/>
          <ac:cxnSpMkLst>
            <pc:docMk/>
            <pc:sldMk cId="57447324" sldId="440"/>
            <ac:cxnSpMk id="27" creationId="{00000000-0000-0000-0000-000000000000}"/>
          </ac:cxnSpMkLst>
        </pc:cxnChg>
        <pc:cxnChg chg="mod">
          <ac:chgData name="翟 锐" userId="fef11181f709266a" providerId="LiveId" clId="{9186E0CD-109D-47DE-8883-49F901FD74B3}" dt="2020-08-11T07:40:00.419" v="586" actId="164"/>
          <ac:cxnSpMkLst>
            <pc:docMk/>
            <pc:sldMk cId="57447324" sldId="440"/>
            <ac:cxnSpMk id="34" creationId="{00000000-0000-0000-0000-000000000000}"/>
          </ac:cxnSpMkLst>
        </pc:cxnChg>
        <pc:cxnChg chg="mod">
          <ac:chgData name="翟 锐" userId="fef11181f709266a" providerId="LiveId" clId="{9186E0CD-109D-47DE-8883-49F901FD74B3}" dt="2020-08-11T07:40:00.419" v="586" actId="164"/>
          <ac:cxnSpMkLst>
            <pc:docMk/>
            <pc:sldMk cId="57447324" sldId="440"/>
            <ac:cxnSpMk id="36" creationId="{00000000-0000-0000-0000-000000000000}"/>
          </ac:cxnSpMkLst>
        </pc:cxnChg>
      </pc:sldChg>
      <pc:sldChg chg="delSp del mod">
        <pc:chgData name="翟 锐" userId="fef11181f709266a" providerId="LiveId" clId="{9186E0CD-109D-47DE-8883-49F901FD74B3}" dt="2020-08-11T15:49:30.113" v="683" actId="47"/>
        <pc:sldMkLst>
          <pc:docMk/>
          <pc:sldMk cId="3489604609" sldId="442"/>
        </pc:sldMkLst>
        <pc:spChg chg="del">
          <ac:chgData name="翟 锐" userId="fef11181f709266a" providerId="LiveId" clId="{9186E0CD-109D-47DE-8883-49F901FD74B3}" dt="2020-08-11T15:49:13.566" v="679" actId="478"/>
          <ac:spMkLst>
            <pc:docMk/>
            <pc:sldMk cId="3489604609" sldId="442"/>
            <ac:spMk id="2" creationId="{00000000-0000-0000-0000-000000000000}"/>
          </ac:spMkLst>
        </pc:spChg>
      </pc:sldChg>
      <pc:sldChg chg="delSp del mod delAnim">
        <pc:chgData name="翟 锐" userId="fef11181f709266a" providerId="LiveId" clId="{9186E0CD-109D-47DE-8883-49F901FD74B3}" dt="2020-08-11T15:49:56.390" v="693" actId="47"/>
        <pc:sldMkLst>
          <pc:docMk/>
          <pc:sldMk cId="1981903711" sldId="443"/>
        </pc:sldMkLst>
        <pc:spChg chg="del">
          <ac:chgData name="翟 锐" userId="fef11181f709266a" providerId="LiveId" clId="{9186E0CD-109D-47DE-8883-49F901FD74B3}" dt="2020-08-11T15:49:47.496" v="689" actId="478"/>
          <ac:spMkLst>
            <pc:docMk/>
            <pc:sldMk cId="1981903711" sldId="443"/>
            <ac:spMk id="2" creationId="{00000000-0000-0000-0000-000000000000}"/>
          </ac:spMkLst>
        </pc:spChg>
        <pc:spChg chg="del">
          <ac:chgData name="翟 锐" userId="fef11181f709266a" providerId="LiveId" clId="{9186E0CD-109D-47DE-8883-49F901FD74B3}" dt="2020-08-11T15:49:49.348" v="690" actId="21"/>
          <ac:spMkLst>
            <pc:docMk/>
            <pc:sldMk cId="1981903711" sldId="443"/>
            <ac:spMk id="3" creationId="{00000000-0000-0000-0000-000000000000}"/>
          </ac:spMkLst>
        </pc:spChg>
        <pc:spChg chg="del">
          <ac:chgData name="翟 锐" userId="fef11181f709266a" providerId="LiveId" clId="{9186E0CD-109D-47DE-8883-49F901FD74B3}" dt="2020-08-11T15:49:49.348" v="690" actId="21"/>
          <ac:spMkLst>
            <pc:docMk/>
            <pc:sldMk cId="1981903711" sldId="443"/>
            <ac:spMk id="7" creationId="{00000000-0000-0000-0000-000000000000}"/>
          </ac:spMkLst>
        </pc:spChg>
        <pc:spChg chg="del">
          <ac:chgData name="翟 锐" userId="fef11181f709266a" providerId="LiveId" clId="{9186E0CD-109D-47DE-8883-49F901FD74B3}" dt="2020-08-11T15:49:49.348" v="690" actId="21"/>
          <ac:spMkLst>
            <pc:docMk/>
            <pc:sldMk cId="1981903711" sldId="443"/>
            <ac:spMk id="10" creationId="{00000000-0000-0000-0000-000000000000}"/>
          </ac:spMkLst>
        </pc:spChg>
        <pc:spChg chg="del">
          <ac:chgData name="翟 锐" userId="fef11181f709266a" providerId="LiveId" clId="{9186E0CD-109D-47DE-8883-49F901FD74B3}" dt="2020-08-11T15:49:49.348" v="690" actId="21"/>
          <ac:spMkLst>
            <pc:docMk/>
            <pc:sldMk cId="1981903711" sldId="443"/>
            <ac:spMk id="11" creationId="{00000000-0000-0000-0000-000000000000}"/>
          </ac:spMkLst>
        </pc:spChg>
        <pc:spChg chg="del">
          <ac:chgData name="翟 锐" userId="fef11181f709266a" providerId="LiveId" clId="{9186E0CD-109D-47DE-8883-49F901FD74B3}" dt="2020-08-11T15:49:49.348" v="690" actId="21"/>
          <ac:spMkLst>
            <pc:docMk/>
            <pc:sldMk cId="1981903711" sldId="443"/>
            <ac:spMk id="18" creationId="{00000000-0000-0000-0000-000000000000}"/>
          </ac:spMkLst>
        </pc:spChg>
        <pc:spChg chg="del">
          <ac:chgData name="翟 锐" userId="fef11181f709266a" providerId="LiveId" clId="{9186E0CD-109D-47DE-8883-49F901FD74B3}" dt="2020-08-11T15:49:49.348" v="690" actId="21"/>
          <ac:spMkLst>
            <pc:docMk/>
            <pc:sldMk cId="1981903711" sldId="443"/>
            <ac:spMk id="39" creationId="{00000000-0000-0000-0000-000000000000}"/>
          </ac:spMkLst>
        </pc:spChg>
        <pc:spChg chg="del">
          <ac:chgData name="翟 锐" userId="fef11181f709266a" providerId="LiveId" clId="{9186E0CD-109D-47DE-8883-49F901FD74B3}" dt="2020-08-11T15:49:49.348" v="690" actId="21"/>
          <ac:spMkLst>
            <pc:docMk/>
            <pc:sldMk cId="1981903711" sldId="443"/>
            <ac:spMk id="40" creationId="{00000000-0000-0000-0000-000000000000}"/>
          </ac:spMkLst>
        </pc:spChg>
        <pc:cxnChg chg="del">
          <ac:chgData name="翟 锐" userId="fef11181f709266a" providerId="LiveId" clId="{9186E0CD-109D-47DE-8883-49F901FD74B3}" dt="2020-08-11T15:49:49.348" v="690" actId="21"/>
          <ac:cxnSpMkLst>
            <pc:docMk/>
            <pc:sldMk cId="1981903711" sldId="443"/>
            <ac:cxnSpMk id="8" creationId="{00000000-0000-0000-0000-000000000000}"/>
          </ac:cxnSpMkLst>
        </pc:cxnChg>
        <pc:cxnChg chg="del">
          <ac:chgData name="翟 锐" userId="fef11181f709266a" providerId="LiveId" clId="{9186E0CD-109D-47DE-8883-49F901FD74B3}" dt="2020-08-11T15:49:49.348" v="690" actId="21"/>
          <ac:cxnSpMkLst>
            <pc:docMk/>
            <pc:sldMk cId="1981903711" sldId="443"/>
            <ac:cxnSpMk id="15" creationId="{00000000-0000-0000-0000-000000000000}"/>
          </ac:cxnSpMkLst>
        </pc:cxnChg>
      </pc:sldChg>
      <pc:sldChg chg="del">
        <pc:chgData name="翟 锐" userId="fef11181f709266a" providerId="LiveId" clId="{9186E0CD-109D-47DE-8883-49F901FD74B3}" dt="2020-08-11T15:51:04.680" v="714" actId="47"/>
        <pc:sldMkLst>
          <pc:docMk/>
          <pc:sldMk cId="2642754931" sldId="444"/>
        </pc:sldMkLst>
      </pc:sldChg>
      <pc:sldChg chg="delSp del mod delAnim">
        <pc:chgData name="翟 锐" userId="fef11181f709266a" providerId="LiveId" clId="{9186E0CD-109D-47DE-8883-49F901FD74B3}" dt="2020-08-11T15:51:00.471" v="713" actId="47"/>
        <pc:sldMkLst>
          <pc:docMk/>
          <pc:sldMk cId="1163326110" sldId="445"/>
        </pc:sldMkLst>
        <pc:spChg chg="del">
          <ac:chgData name="翟 锐" userId="fef11181f709266a" providerId="LiveId" clId="{9186E0CD-109D-47DE-8883-49F901FD74B3}" dt="2020-08-11T15:50:50.948" v="709" actId="478"/>
          <ac:spMkLst>
            <pc:docMk/>
            <pc:sldMk cId="1163326110" sldId="445"/>
            <ac:spMk id="2" creationId="{00000000-0000-0000-0000-000000000000}"/>
          </ac:spMkLst>
        </pc:spChg>
        <pc:spChg chg="del">
          <ac:chgData name="翟 锐" userId="fef11181f709266a" providerId="LiveId" clId="{9186E0CD-109D-47DE-8883-49F901FD74B3}" dt="2020-08-11T15:50:52.930" v="710" actId="21"/>
          <ac:spMkLst>
            <pc:docMk/>
            <pc:sldMk cId="1163326110" sldId="445"/>
            <ac:spMk id="4" creationId="{4BCB4C9D-B4DF-4A6D-9A40-5334545A8735}"/>
          </ac:spMkLst>
        </pc:spChg>
        <pc:spChg chg="del">
          <ac:chgData name="翟 锐" userId="fef11181f709266a" providerId="LiveId" clId="{9186E0CD-109D-47DE-8883-49F901FD74B3}" dt="2020-08-11T15:50:52.930" v="710" actId="21"/>
          <ac:spMkLst>
            <pc:docMk/>
            <pc:sldMk cId="1163326110" sldId="445"/>
            <ac:spMk id="7" creationId="{0E001466-A501-4973-B0FD-8610D4A03F54}"/>
          </ac:spMkLst>
        </pc:spChg>
        <pc:spChg chg="del">
          <ac:chgData name="翟 锐" userId="fef11181f709266a" providerId="LiveId" clId="{9186E0CD-109D-47DE-8883-49F901FD74B3}" dt="2020-08-11T15:50:52.930" v="710" actId="21"/>
          <ac:spMkLst>
            <pc:docMk/>
            <pc:sldMk cId="1163326110" sldId="445"/>
            <ac:spMk id="14" creationId="{00000000-0000-0000-0000-000000000000}"/>
          </ac:spMkLst>
        </pc:spChg>
      </pc:sldChg>
      <pc:sldChg chg="delSp del mod delAnim">
        <pc:chgData name="翟 锐" userId="fef11181f709266a" providerId="LiveId" clId="{9186E0CD-109D-47DE-8883-49F901FD74B3}" dt="2020-08-11T15:51:38.631" v="729" actId="47"/>
        <pc:sldMkLst>
          <pc:docMk/>
          <pc:sldMk cId="426447162" sldId="446"/>
        </pc:sldMkLst>
        <pc:spChg chg="del">
          <ac:chgData name="翟 锐" userId="fef11181f709266a" providerId="LiveId" clId="{9186E0CD-109D-47DE-8883-49F901FD74B3}" dt="2020-08-11T15:51:29.783" v="725" actId="478"/>
          <ac:spMkLst>
            <pc:docMk/>
            <pc:sldMk cId="426447162" sldId="446"/>
            <ac:spMk id="2" creationId="{00000000-0000-0000-0000-000000000000}"/>
          </ac:spMkLst>
        </pc:spChg>
        <pc:spChg chg="del">
          <ac:chgData name="翟 锐" userId="fef11181f709266a" providerId="LiveId" clId="{9186E0CD-109D-47DE-8883-49F901FD74B3}" dt="2020-08-11T15:51:31.653" v="726" actId="21"/>
          <ac:spMkLst>
            <pc:docMk/>
            <pc:sldMk cId="426447162" sldId="446"/>
            <ac:spMk id="3" creationId="{00000000-0000-0000-0000-000000000000}"/>
          </ac:spMkLst>
        </pc:spChg>
        <pc:spChg chg="del">
          <ac:chgData name="翟 锐" userId="fef11181f709266a" providerId="LiveId" clId="{9186E0CD-109D-47DE-8883-49F901FD74B3}" dt="2020-08-11T15:51:31.653" v="726" actId="21"/>
          <ac:spMkLst>
            <pc:docMk/>
            <pc:sldMk cId="426447162" sldId="446"/>
            <ac:spMk id="6" creationId="{00000000-0000-0000-0000-000000000000}"/>
          </ac:spMkLst>
        </pc:spChg>
        <pc:spChg chg="del">
          <ac:chgData name="翟 锐" userId="fef11181f709266a" providerId="LiveId" clId="{9186E0CD-109D-47DE-8883-49F901FD74B3}" dt="2020-08-11T15:51:31.653" v="726" actId="21"/>
          <ac:spMkLst>
            <pc:docMk/>
            <pc:sldMk cId="426447162" sldId="446"/>
            <ac:spMk id="7" creationId="{00000000-0000-0000-0000-000000000000}"/>
          </ac:spMkLst>
        </pc:spChg>
        <pc:spChg chg="del">
          <ac:chgData name="翟 锐" userId="fef11181f709266a" providerId="LiveId" clId="{9186E0CD-109D-47DE-8883-49F901FD74B3}" dt="2020-08-11T15:51:31.653" v="726" actId="21"/>
          <ac:spMkLst>
            <pc:docMk/>
            <pc:sldMk cId="426447162" sldId="446"/>
            <ac:spMk id="14" creationId="{00000000-0000-0000-0000-000000000000}"/>
          </ac:spMkLst>
        </pc:spChg>
      </pc:sldChg>
      <pc:sldChg chg="delSp del mod">
        <pc:chgData name="翟 锐" userId="fef11181f709266a" providerId="LiveId" clId="{9186E0CD-109D-47DE-8883-49F901FD74B3}" dt="2020-08-11T16:21:28.592" v="1231" actId="47"/>
        <pc:sldMkLst>
          <pc:docMk/>
          <pc:sldMk cId="3935069937" sldId="449"/>
        </pc:sldMkLst>
        <pc:spChg chg="del">
          <ac:chgData name="翟 锐" userId="fef11181f709266a" providerId="LiveId" clId="{9186E0CD-109D-47DE-8883-49F901FD74B3}" dt="2020-08-11T16:21:11.031" v="1212" actId="478"/>
          <ac:spMkLst>
            <pc:docMk/>
            <pc:sldMk cId="3935069937" sldId="449"/>
            <ac:spMk id="2" creationId="{00000000-0000-0000-0000-000000000000}"/>
          </ac:spMkLst>
        </pc:spChg>
        <pc:spChg chg="del">
          <ac:chgData name="翟 锐" userId="fef11181f709266a" providerId="LiveId" clId="{9186E0CD-109D-47DE-8883-49F901FD74B3}" dt="2020-08-11T16:21:12.947" v="1213" actId="21"/>
          <ac:spMkLst>
            <pc:docMk/>
            <pc:sldMk cId="3935069937" sldId="449"/>
            <ac:spMk id="3" creationId="{00000000-0000-0000-0000-000000000000}"/>
          </ac:spMkLst>
        </pc:spChg>
        <pc:spChg chg="del">
          <ac:chgData name="翟 锐" userId="fef11181f709266a" providerId="LiveId" clId="{9186E0CD-109D-47DE-8883-49F901FD74B3}" dt="2020-08-11T16:21:12.947" v="1213" actId="21"/>
          <ac:spMkLst>
            <pc:docMk/>
            <pc:sldMk cId="3935069937" sldId="449"/>
            <ac:spMk id="6" creationId="{00000000-0000-0000-0000-000000000000}"/>
          </ac:spMkLst>
        </pc:spChg>
        <pc:spChg chg="del">
          <ac:chgData name="翟 锐" userId="fef11181f709266a" providerId="LiveId" clId="{9186E0CD-109D-47DE-8883-49F901FD74B3}" dt="2020-08-11T16:21:12.947" v="1213" actId="21"/>
          <ac:spMkLst>
            <pc:docMk/>
            <pc:sldMk cId="3935069937" sldId="449"/>
            <ac:spMk id="7" creationId="{00000000-0000-0000-0000-000000000000}"/>
          </ac:spMkLst>
        </pc:spChg>
      </pc:sldChg>
      <pc:sldChg chg="delSp modSp del mod">
        <pc:chgData name="翟 锐" userId="fef11181f709266a" providerId="LiveId" clId="{9186E0CD-109D-47DE-8883-49F901FD74B3}" dt="2020-08-11T16:12:48.840" v="1061" actId="47"/>
        <pc:sldMkLst>
          <pc:docMk/>
          <pc:sldMk cId="3704659470" sldId="450"/>
        </pc:sldMkLst>
        <pc:spChg chg="del">
          <ac:chgData name="翟 锐" userId="fef11181f709266a" providerId="LiveId" clId="{9186E0CD-109D-47DE-8883-49F901FD74B3}" dt="2020-08-11T16:12:38.750" v="1057" actId="21"/>
          <ac:spMkLst>
            <pc:docMk/>
            <pc:sldMk cId="3704659470" sldId="450"/>
            <ac:spMk id="3" creationId="{00000000-0000-0000-0000-000000000000}"/>
          </ac:spMkLst>
        </pc:spChg>
        <pc:spChg chg="del">
          <ac:chgData name="翟 锐" userId="fef11181f709266a" providerId="LiveId" clId="{9186E0CD-109D-47DE-8883-49F901FD74B3}" dt="2020-08-11T16:12:38.750" v="1057" actId="21"/>
          <ac:spMkLst>
            <pc:docMk/>
            <pc:sldMk cId="3704659470" sldId="450"/>
            <ac:spMk id="6" creationId="{00000000-0000-0000-0000-000000000000}"/>
          </ac:spMkLst>
        </pc:spChg>
        <pc:spChg chg="mod">
          <ac:chgData name="翟 锐" userId="fef11181f709266a" providerId="LiveId" clId="{9186E0CD-109D-47DE-8883-49F901FD74B3}" dt="2020-08-11T16:12:25.834" v="1053" actId="21"/>
          <ac:spMkLst>
            <pc:docMk/>
            <pc:sldMk cId="3704659470" sldId="450"/>
            <ac:spMk id="7" creationId="{00000000-0000-0000-0000-000000000000}"/>
          </ac:spMkLst>
        </pc:spChg>
        <pc:spChg chg="del">
          <ac:chgData name="翟 锐" userId="fef11181f709266a" providerId="LiveId" clId="{9186E0CD-109D-47DE-8883-49F901FD74B3}" dt="2020-08-11T16:12:38.750" v="1057" actId="21"/>
          <ac:spMkLst>
            <pc:docMk/>
            <pc:sldMk cId="3704659470" sldId="450"/>
            <ac:spMk id="8" creationId="{00000000-0000-0000-0000-000000000000}"/>
          </ac:spMkLst>
        </pc:spChg>
      </pc:sldChg>
      <pc:sldChg chg="delSp modSp del mod">
        <pc:chgData name="翟 锐" userId="fef11181f709266a" providerId="LiveId" clId="{9186E0CD-109D-47DE-8883-49F901FD74B3}" dt="2020-08-11T16:13:27.747" v="1073" actId="47"/>
        <pc:sldMkLst>
          <pc:docMk/>
          <pc:sldMk cId="2992108541" sldId="451"/>
        </pc:sldMkLst>
        <pc:spChg chg="del">
          <ac:chgData name="翟 锐" userId="fef11181f709266a" providerId="LiveId" clId="{9186E0CD-109D-47DE-8883-49F901FD74B3}" dt="2020-08-11T16:13:08.778" v="1070" actId="21"/>
          <ac:spMkLst>
            <pc:docMk/>
            <pc:sldMk cId="2992108541" sldId="451"/>
            <ac:spMk id="2" creationId="{00000000-0000-0000-0000-000000000000}"/>
          </ac:spMkLst>
        </pc:spChg>
        <pc:spChg chg="del">
          <ac:chgData name="翟 锐" userId="fef11181f709266a" providerId="LiveId" clId="{9186E0CD-109D-47DE-8883-49F901FD74B3}" dt="2020-08-11T16:13:08.778" v="1070" actId="21"/>
          <ac:spMkLst>
            <pc:docMk/>
            <pc:sldMk cId="2992108541" sldId="451"/>
            <ac:spMk id="3" creationId="{00000000-0000-0000-0000-000000000000}"/>
          </ac:spMkLst>
        </pc:spChg>
        <pc:spChg chg="del">
          <ac:chgData name="翟 锐" userId="fef11181f709266a" providerId="LiveId" clId="{9186E0CD-109D-47DE-8883-49F901FD74B3}" dt="2020-08-11T16:13:08.778" v="1070" actId="21"/>
          <ac:spMkLst>
            <pc:docMk/>
            <pc:sldMk cId="2992108541" sldId="451"/>
            <ac:spMk id="6" creationId="{00000000-0000-0000-0000-000000000000}"/>
          </ac:spMkLst>
        </pc:spChg>
        <pc:spChg chg="mod">
          <ac:chgData name="翟 锐" userId="fef11181f709266a" providerId="LiveId" clId="{9186E0CD-109D-47DE-8883-49F901FD74B3}" dt="2020-08-11T16:12:56.728" v="1063" actId="21"/>
          <ac:spMkLst>
            <pc:docMk/>
            <pc:sldMk cId="2992108541" sldId="451"/>
            <ac:spMk id="7" creationId="{00000000-0000-0000-0000-000000000000}"/>
          </ac:spMkLst>
        </pc:spChg>
        <pc:spChg chg="del">
          <ac:chgData name="翟 锐" userId="fef11181f709266a" providerId="LiveId" clId="{9186E0CD-109D-47DE-8883-49F901FD74B3}" dt="2020-08-11T16:13:08.778" v="1070" actId="21"/>
          <ac:spMkLst>
            <pc:docMk/>
            <pc:sldMk cId="2992108541" sldId="451"/>
            <ac:spMk id="8" creationId="{00000000-0000-0000-0000-000000000000}"/>
          </ac:spMkLst>
        </pc:spChg>
        <pc:spChg chg="del">
          <ac:chgData name="翟 锐" userId="fef11181f709266a" providerId="LiveId" clId="{9186E0CD-109D-47DE-8883-49F901FD74B3}" dt="2020-08-11T16:13:08.778" v="1070" actId="21"/>
          <ac:spMkLst>
            <pc:docMk/>
            <pc:sldMk cId="2992108541" sldId="451"/>
            <ac:spMk id="9" creationId="{00000000-0000-0000-0000-000000000000}"/>
          </ac:spMkLst>
        </pc:spChg>
        <pc:spChg chg="del">
          <ac:chgData name="翟 锐" userId="fef11181f709266a" providerId="LiveId" clId="{9186E0CD-109D-47DE-8883-49F901FD74B3}" dt="2020-08-11T16:13:08.778" v="1070" actId="21"/>
          <ac:spMkLst>
            <pc:docMk/>
            <pc:sldMk cId="2992108541" sldId="451"/>
            <ac:spMk id="10" creationId="{00000000-0000-0000-0000-000000000000}"/>
          </ac:spMkLst>
        </pc:spChg>
        <pc:cxnChg chg="del mod">
          <ac:chgData name="翟 锐" userId="fef11181f709266a" providerId="LiveId" clId="{9186E0CD-109D-47DE-8883-49F901FD74B3}" dt="2020-08-11T16:13:08.778" v="1070" actId="21"/>
          <ac:cxnSpMkLst>
            <pc:docMk/>
            <pc:sldMk cId="2992108541" sldId="451"/>
            <ac:cxnSpMk id="12" creationId="{00000000-0000-0000-0000-000000000000}"/>
          </ac:cxnSpMkLst>
        </pc:cxnChg>
        <pc:cxnChg chg="del mod">
          <ac:chgData name="翟 锐" userId="fef11181f709266a" providerId="LiveId" clId="{9186E0CD-109D-47DE-8883-49F901FD74B3}" dt="2020-08-11T16:13:08.778" v="1070" actId="21"/>
          <ac:cxnSpMkLst>
            <pc:docMk/>
            <pc:sldMk cId="2992108541" sldId="451"/>
            <ac:cxnSpMk id="13" creationId="{00000000-0000-0000-0000-000000000000}"/>
          </ac:cxnSpMkLst>
        </pc:cxnChg>
      </pc:sldChg>
      <pc:sldChg chg="add del">
        <pc:chgData name="翟 锐" userId="fef11181f709266a" providerId="LiveId" clId="{9186E0CD-109D-47DE-8883-49F901FD74B3}" dt="2020-08-12T03:38:04.210" v="2734" actId="2696"/>
        <pc:sldMkLst>
          <pc:docMk/>
          <pc:sldMk cId="1023191131" sldId="452"/>
        </pc:sldMkLst>
      </pc:sldChg>
      <pc:sldChg chg="delSp add del mod delAnim">
        <pc:chgData name="翟 锐" userId="fef11181f709266a" providerId="LiveId" clId="{9186E0CD-109D-47DE-8883-49F901FD74B3}" dt="2020-08-12T03:39:06.457" v="2749" actId="47"/>
        <pc:sldMkLst>
          <pc:docMk/>
          <pc:sldMk cId="1278328428" sldId="452"/>
        </pc:sldMkLst>
        <pc:spChg chg="del">
          <ac:chgData name="翟 锐" userId="fef11181f709266a" providerId="LiveId" clId="{9186E0CD-109D-47DE-8883-49F901FD74B3}" dt="2020-08-12T03:38:40.729" v="2741" actId="478"/>
          <ac:spMkLst>
            <pc:docMk/>
            <pc:sldMk cId="1278328428" sldId="452"/>
            <ac:spMk id="2" creationId="{00000000-0000-0000-0000-000000000000}"/>
          </ac:spMkLst>
        </pc:spChg>
        <pc:spChg chg="del">
          <ac:chgData name="翟 锐" userId="fef11181f709266a" providerId="LiveId" clId="{9186E0CD-109D-47DE-8883-49F901FD74B3}" dt="2020-08-12T03:38:46.094" v="2743" actId="21"/>
          <ac:spMkLst>
            <pc:docMk/>
            <pc:sldMk cId="1278328428" sldId="452"/>
            <ac:spMk id="3" creationId="{00000000-0000-0000-0000-000000000000}"/>
          </ac:spMkLst>
        </pc:spChg>
        <pc:spChg chg="del">
          <ac:chgData name="翟 锐" userId="fef11181f709266a" providerId="LiveId" clId="{9186E0CD-109D-47DE-8883-49F901FD74B3}" dt="2020-08-12T03:38:46.094" v="2743" actId="21"/>
          <ac:spMkLst>
            <pc:docMk/>
            <pc:sldMk cId="1278328428" sldId="452"/>
            <ac:spMk id="6" creationId="{00000000-0000-0000-0000-000000000000}"/>
          </ac:spMkLst>
        </pc:spChg>
        <pc:spChg chg="del">
          <ac:chgData name="翟 锐" userId="fef11181f709266a" providerId="LiveId" clId="{9186E0CD-109D-47DE-8883-49F901FD74B3}" dt="2020-08-12T03:38:46.094" v="2743" actId="21"/>
          <ac:spMkLst>
            <pc:docMk/>
            <pc:sldMk cId="1278328428" sldId="452"/>
            <ac:spMk id="9" creationId="{00000000-0000-0000-0000-000000000000}"/>
          </ac:spMkLst>
        </pc:spChg>
        <pc:spChg chg="del">
          <ac:chgData name="翟 锐" userId="fef11181f709266a" providerId="LiveId" clId="{9186E0CD-109D-47DE-8883-49F901FD74B3}" dt="2020-08-12T03:38:46.094" v="2743" actId="21"/>
          <ac:spMkLst>
            <pc:docMk/>
            <pc:sldMk cId="1278328428" sldId="452"/>
            <ac:spMk id="10" creationId="{00000000-0000-0000-0000-000000000000}"/>
          </ac:spMkLst>
        </pc:spChg>
        <pc:spChg chg="del">
          <ac:chgData name="翟 锐" userId="fef11181f709266a" providerId="LiveId" clId="{9186E0CD-109D-47DE-8883-49F901FD74B3}" dt="2020-08-12T03:38:46.094" v="2743" actId="21"/>
          <ac:spMkLst>
            <pc:docMk/>
            <pc:sldMk cId="1278328428" sldId="452"/>
            <ac:spMk id="11" creationId="{00000000-0000-0000-0000-000000000000}"/>
          </ac:spMkLst>
        </pc:spChg>
        <pc:spChg chg="del">
          <ac:chgData name="翟 锐" userId="fef11181f709266a" providerId="LiveId" clId="{9186E0CD-109D-47DE-8883-49F901FD74B3}" dt="2020-08-12T03:38:46.094" v="2743" actId="21"/>
          <ac:spMkLst>
            <pc:docMk/>
            <pc:sldMk cId="1278328428" sldId="452"/>
            <ac:spMk id="12" creationId="{00000000-0000-0000-0000-000000000000}"/>
          </ac:spMkLst>
        </pc:spChg>
        <pc:spChg chg="del">
          <ac:chgData name="翟 锐" userId="fef11181f709266a" providerId="LiveId" clId="{9186E0CD-109D-47DE-8883-49F901FD74B3}" dt="2020-08-12T03:38:43.722" v="2742" actId="478"/>
          <ac:spMkLst>
            <pc:docMk/>
            <pc:sldMk cId="1278328428" sldId="452"/>
            <ac:spMk id="14" creationId="{00000000-0000-0000-0000-000000000000}"/>
          </ac:spMkLst>
        </pc:spChg>
        <pc:cxnChg chg="del">
          <ac:chgData name="翟 锐" userId="fef11181f709266a" providerId="LiveId" clId="{9186E0CD-109D-47DE-8883-49F901FD74B3}" dt="2020-08-12T03:38:46.094" v="2743" actId="21"/>
          <ac:cxnSpMkLst>
            <pc:docMk/>
            <pc:sldMk cId="1278328428" sldId="452"/>
            <ac:cxnSpMk id="13" creationId="{00000000-0000-0000-0000-000000000000}"/>
          </ac:cxnSpMkLst>
        </pc:cxnChg>
        <pc:cxnChg chg="del">
          <ac:chgData name="翟 锐" userId="fef11181f709266a" providerId="LiveId" clId="{9186E0CD-109D-47DE-8883-49F901FD74B3}" dt="2020-08-12T03:38:46.094" v="2743" actId="21"/>
          <ac:cxnSpMkLst>
            <pc:docMk/>
            <pc:sldMk cId="1278328428" sldId="452"/>
            <ac:cxnSpMk id="15" creationId="{00000000-0000-0000-0000-000000000000}"/>
          </ac:cxnSpMkLst>
        </pc:cxnChg>
      </pc:sldChg>
      <pc:sldChg chg="add del">
        <pc:chgData name="翟 锐" userId="fef11181f709266a" providerId="LiveId" clId="{9186E0CD-109D-47DE-8883-49F901FD74B3}" dt="2020-08-12T03:40:50.469" v="2763"/>
        <pc:sldMkLst>
          <pc:docMk/>
          <pc:sldMk cId="1492706189" sldId="453"/>
        </pc:sldMkLst>
      </pc:sldChg>
      <pc:sldChg chg="delSp add del mod delAnim">
        <pc:chgData name="翟 锐" userId="fef11181f709266a" providerId="LiveId" clId="{9186E0CD-109D-47DE-8883-49F901FD74B3}" dt="2020-08-12T03:42:03.935" v="2774" actId="47"/>
        <pc:sldMkLst>
          <pc:docMk/>
          <pc:sldMk cId="2640597370" sldId="453"/>
        </pc:sldMkLst>
        <pc:spChg chg="del">
          <ac:chgData name="翟 锐" userId="fef11181f709266a" providerId="LiveId" clId="{9186E0CD-109D-47DE-8883-49F901FD74B3}" dt="2020-08-12T03:41:49.358" v="2770" actId="21"/>
          <ac:spMkLst>
            <pc:docMk/>
            <pc:sldMk cId="2640597370" sldId="453"/>
            <ac:spMk id="3" creationId="{00000000-0000-0000-0000-000000000000}"/>
          </ac:spMkLst>
        </pc:spChg>
        <pc:spChg chg="del">
          <ac:chgData name="翟 锐" userId="fef11181f709266a" providerId="LiveId" clId="{9186E0CD-109D-47DE-8883-49F901FD74B3}" dt="2020-08-12T03:41:49.358" v="2770" actId="21"/>
          <ac:spMkLst>
            <pc:docMk/>
            <pc:sldMk cId="2640597370" sldId="453"/>
            <ac:spMk id="6" creationId="{00000000-0000-0000-0000-000000000000}"/>
          </ac:spMkLst>
        </pc:spChg>
        <pc:spChg chg="del">
          <ac:chgData name="翟 锐" userId="fef11181f709266a" providerId="LiveId" clId="{9186E0CD-109D-47DE-8883-49F901FD74B3}" dt="2020-08-12T03:41:49.358" v="2770" actId="21"/>
          <ac:spMkLst>
            <pc:docMk/>
            <pc:sldMk cId="2640597370" sldId="453"/>
            <ac:spMk id="9" creationId="{00000000-0000-0000-0000-000000000000}"/>
          </ac:spMkLst>
        </pc:spChg>
        <pc:spChg chg="del">
          <ac:chgData name="翟 锐" userId="fef11181f709266a" providerId="LiveId" clId="{9186E0CD-109D-47DE-8883-49F901FD74B3}" dt="2020-08-12T03:41:49.358" v="2770" actId="21"/>
          <ac:spMkLst>
            <pc:docMk/>
            <pc:sldMk cId="2640597370" sldId="453"/>
            <ac:spMk id="10" creationId="{00000000-0000-0000-0000-000000000000}"/>
          </ac:spMkLst>
        </pc:spChg>
        <pc:spChg chg="del">
          <ac:chgData name="翟 锐" userId="fef11181f709266a" providerId="LiveId" clId="{9186E0CD-109D-47DE-8883-49F901FD74B3}" dt="2020-08-12T03:41:49.358" v="2770" actId="21"/>
          <ac:spMkLst>
            <pc:docMk/>
            <pc:sldMk cId="2640597370" sldId="453"/>
            <ac:spMk id="12" creationId="{00000000-0000-0000-0000-000000000000}"/>
          </ac:spMkLst>
        </pc:spChg>
        <pc:spChg chg="del">
          <ac:chgData name="翟 锐" userId="fef11181f709266a" providerId="LiveId" clId="{9186E0CD-109D-47DE-8883-49F901FD74B3}" dt="2020-08-12T03:41:49.358" v="2770" actId="21"/>
          <ac:spMkLst>
            <pc:docMk/>
            <pc:sldMk cId="2640597370" sldId="453"/>
            <ac:spMk id="14" creationId="{00000000-0000-0000-0000-000000000000}"/>
          </ac:spMkLst>
        </pc:spChg>
        <pc:spChg chg="del">
          <ac:chgData name="翟 锐" userId="fef11181f709266a" providerId="LiveId" clId="{9186E0CD-109D-47DE-8883-49F901FD74B3}" dt="2020-08-12T03:41:49.358" v="2770" actId="21"/>
          <ac:spMkLst>
            <pc:docMk/>
            <pc:sldMk cId="2640597370" sldId="453"/>
            <ac:spMk id="19" creationId="{00000000-0000-0000-0000-000000000000}"/>
          </ac:spMkLst>
        </pc:spChg>
        <pc:cxnChg chg="del">
          <ac:chgData name="翟 锐" userId="fef11181f709266a" providerId="LiveId" clId="{9186E0CD-109D-47DE-8883-49F901FD74B3}" dt="2020-08-12T03:41:49.358" v="2770" actId="21"/>
          <ac:cxnSpMkLst>
            <pc:docMk/>
            <pc:sldMk cId="2640597370" sldId="453"/>
            <ac:cxnSpMk id="13" creationId="{00000000-0000-0000-0000-000000000000}"/>
          </ac:cxnSpMkLst>
        </pc:cxnChg>
        <pc:cxnChg chg="del">
          <ac:chgData name="翟 锐" userId="fef11181f709266a" providerId="LiveId" clId="{9186E0CD-109D-47DE-8883-49F901FD74B3}" dt="2020-08-12T03:41:49.358" v="2770" actId="21"/>
          <ac:cxnSpMkLst>
            <pc:docMk/>
            <pc:sldMk cId="2640597370" sldId="453"/>
            <ac:cxnSpMk id="15" creationId="{00000000-0000-0000-0000-000000000000}"/>
          </ac:cxnSpMkLst>
        </pc:cxnChg>
      </pc:sldChg>
      <pc:sldChg chg="del">
        <pc:chgData name="翟 锐" userId="fef11181f709266a" providerId="LiveId" clId="{9186E0CD-109D-47DE-8883-49F901FD74B3}" dt="2020-08-11T07:22:31.895" v="1" actId="47"/>
        <pc:sldMkLst>
          <pc:docMk/>
          <pc:sldMk cId="1966385023" sldId="456"/>
        </pc:sldMkLst>
      </pc:sldChg>
      <pc:sldChg chg="del">
        <pc:chgData name="翟 锐" userId="fef11181f709266a" providerId="LiveId" clId="{9186E0CD-109D-47DE-8883-49F901FD74B3}" dt="2020-08-12T03:34:13.436" v="2580" actId="47"/>
        <pc:sldMkLst>
          <pc:docMk/>
          <pc:sldMk cId="0" sldId="462"/>
        </pc:sldMkLst>
      </pc:sldChg>
      <pc:sldChg chg="delSp modSp del mod">
        <pc:chgData name="翟 锐" userId="fef11181f709266a" providerId="LiveId" clId="{9186E0CD-109D-47DE-8883-49F901FD74B3}" dt="2020-08-11T16:16:34.711" v="1111" actId="47"/>
        <pc:sldMkLst>
          <pc:docMk/>
          <pc:sldMk cId="3200528070" sldId="464"/>
        </pc:sldMkLst>
        <pc:spChg chg="del mod">
          <ac:chgData name="翟 锐" userId="fef11181f709266a" providerId="LiveId" clId="{9186E0CD-109D-47DE-8883-49F901FD74B3}" dt="2020-08-11T16:15:57.243" v="1093"/>
          <ac:spMkLst>
            <pc:docMk/>
            <pc:sldMk cId="3200528070" sldId="464"/>
            <ac:spMk id="2" creationId="{00000000-0000-0000-0000-000000000000}"/>
          </ac:spMkLst>
        </pc:spChg>
        <pc:spChg chg="del">
          <ac:chgData name="翟 锐" userId="fef11181f709266a" providerId="LiveId" clId="{9186E0CD-109D-47DE-8883-49F901FD74B3}" dt="2020-08-11T16:16:28.432" v="1108" actId="21"/>
          <ac:spMkLst>
            <pc:docMk/>
            <pc:sldMk cId="3200528070" sldId="464"/>
            <ac:spMk id="3" creationId="{00000000-0000-0000-0000-000000000000}"/>
          </ac:spMkLst>
        </pc:spChg>
        <pc:spChg chg="del">
          <ac:chgData name="翟 锐" userId="fef11181f709266a" providerId="LiveId" clId="{9186E0CD-109D-47DE-8883-49F901FD74B3}" dt="2020-08-11T16:16:28.432" v="1108" actId="21"/>
          <ac:spMkLst>
            <pc:docMk/>
            <pc:sldMk cId="3200528070" sldId="464"/>
            <ac:spMk id="9" creationId="{00000000-0000-0000-0000-000000000000}"/>
          </ac:spMkLst>
        </pc:spChg>
        <pc:spChg chg="del">
          <ac:chgData name="翟 锐" userId="fef11181f709266a" providerId="LiveId" clId="{9186E0CD-109D-47DE-8883-49F901FD74B3}" dt="2020-08-11T16:16:28.432" v="1108" actId="21"/>
          <ac:spMkLst>
            <pc:docMk/>
            <pc:sldMk cId="3200528070" sldId="464"/>
            <ac:spMk id="10" creationId="{00000000-0000-0000-0000-000000000000}"/>
          </ac:spMkLst>
        </pc:spChg>
        <pc:spChg chg="del">
          <ac:chgData name="翟 锐" userId="fef11181f709266a" providerId="LiveId" clId="{9186E0CD-109D-47DE-8883-49F901FD74B3}" dt="2020-08-11T16:16:28.432" v="1108" actId="21"/>
          <ac:spMkLst>
            <pc:docMk/>
            <pc:sldMk cId="3200528070" sldId="464"/>
            <ac:spMk id="14" creationId="{00000000-0000-0000-0000-000000000000}"/>
          </ac:spMkLst>
        </pc:spChg>
        <pc:spChg chg="del">
          <ac:chgData name="翟 锐" userId="fef11181f709266a" providerId="LiveId" clId="{9186E0CD-109D-47DE-8883-49F901FD74B3}" dt="2020-08-11T16:16:28.432" v="1108" actId="21"/>
          <ac:spMkLst>
            <pc:docMk/>
            <pc:sldMk cId="3200528070" sldId="464"/>
            <ac:spMk id="15" creationId="{00000000-0000-0000-0000-000000000000}"/>
          </ac:spMkLst>
        </pc:spChg>
        <pc:cxnChg chg="del mod">
          <ac:chgData name="翟 锐" userId="fef11181f709266a" providerId="LiveId" clId="{9186E0CD-109D-47DE-8883-49F901FD74B3}" dt="2020-08-11T16:16:28.432" v="1108" actId="21"/>
          <ac:cxnSpMkLst>
            <pc:docMk/>
            <pc:sldMk cId="3200528070" sldId="464"/>
            <ac:cxnSpMk id="12" creationId="{00000000-0000-0000-0000-000000000000}"/>
          </ac:cxnSpMkLst>
        </pc:cxnChg>
      </pc:sldChg>
      <pc:sldChg chg="delSp del mod delAnim">
        <pc:chgData name="翟 锐" userId="fef11181f709266a" providerId="LiveId" clId="{9186E0CD-109D-47DE-8883-49F901FD74B3}" dt="2020-08-11T16:16:51.114" v="1123" actId="47"/>
        <pc:sldMkLst>
          <pc:docMk/>
          <pc:sldMk cId="3937177273" sldId="466"/>
        </pc:sldMkLst>
        <pc:spChg chg="del">
          <ac:chgData name="翟 锐" userId="fef11181f709266a" providerId="LiveId" clId="{9186E0CD-109D-47DE-8883-49F901FD74B3}" dt="2020-08-11T16:16:38.531" v="1112" actId="478"/>
          <ac:spMkLst>
            <pc:docMk/>
            <pc:sldMk cId="3937177273" sldId="466"/>
            <ac:spMk id="2" creationId="{00000000-0000-0000-0000-000000000000}"/>
          </ac:spMkLst>
        </pc:spChg>
        <pc:spChg chg="del">
          <ac:chgData name="翟 锐" userId="fef11181f709266a" providerId="LiveId" clId="{9186E0CD-109D-47DE-8883-49F901FD74B3}" dt="2020-08-11T16:16:40.742" v="1113" actId="21"/>
          <ac:spMkLst>
            <pc:docMk/>
            <pc:sldMk cId="3937177273" sldId="466"/>
            <ac:spMk id="3" creationId="{00000000-0000-0000-0000-000000000000}"/>
          </ac:spMkLst>
        </pc:spChg>
        <pc:spChg chg="del">
          <ac:chgData name="翟 锐" userId="fef11181f709266a" providerId="LiveId" clId="{9186E0CD-109D-47DE-8883-49F901FD74B3}" dt="2020-08-11T16:16:40.742" v="1113" actId="21"/>
          <ac:spMkLst>
            <pc:docMk/>
            <pc:sldMk cId="3937177273" sldId="466"/>
            <ac:spMk id="11" creationId="{00000000-0000-0000-0000-000000000000}"/>
          </ac:spMkLst>
        </pc:spChg>
        <pc:spChg chg="del">
          <ac:chgData name="翟 锐" userId="fef11181f709266a" providerId="LiveId" clId="{9186E0CD-109D-47DE-8883-49F901FD74B3}" dt="2020-08-11T16:16:40.742" v="1113" actId="21"/>
          <ac:spMkLst>
            <pc:docMk/>
            <pc:sldMk cId="3937177273" sldId="466"/>
            <ac:spMk id="13" creationId="{00000000-0000-0000-0000-000000000000}"/>
          </ac:spMkLst>
        </pc:spChg>
        <pc:spChg chg="del">
          <ac:chgData name="翟 锐" userId="fef11181f709266a" providerId="LiveId" clId="{9186E0CD-109D-47DE-8883-49F901FD74B3}" dt="2020-08-11T16:16:40.742" v="1113" actId="21"/>
          <ac:spMkLst>
            <pc:docMk/>
            <pc:sldMk cId="3937177273" sldId="466"/>
            <ac:spMk id="14" creationId="{00000000-0000-0000-0000-000000000000}"/>
          </ac:spMkLst>
        </pc:spChg>
        <pc:spChg chg="del">
          <ac:chgData name="翟 锐" userId="fef11181f709266a" providerId="LiveId" clId="{9186E0CD-109D-47DE-8883-49F901FD74B3}" dt="2020-08-11T16:16:40.742" v="1113" actId="21"/>
          <ac:spMkLst>
            <pc:docMk/>
            <pc:sldMk cId="3937177273" sldId="466"/>
            <ac:spMk id="15" creationId="{00000000-0000-0000-0000-000000000000}"/>
          </ac:spMkLst>
        </pc:spChg>
        <pc:spChg chg="del">
          <ac:chgData name="翟 锐" userId="fef11181f709266a" providerId="LiveId" clId="{9186E0CD-109D-47DE-8883-49F901FD74B3}" dt="2020-08-11T16:16:40.742" v="1113" actId="21"/>
          <ac:spMkLst>
            <pc:docMk/>
            <pc:sldMk cId="3937177273" sldId="466"/>
            <ac:spMk id="17" creationId="{00000000-0000-0000-0000-000000000000}"/>
          </ac:spMkLst>
        </pc:spChg>
      </pc:sldChg>
      <pc:sldChg chg="delSp del mod delAnim">
        <pc:chgData name="翟 锐" userId="fef11181f709266a" providerId="LiveId" clId="{9186E0CD-109D-47DE-8883-49F901FD74B3}" dt="2020-08-11T16:18:31.062" v="1174" actId="47"/>
        <pc:sldMkLst>
          <pc:docMk/>
          <pc:sldMk cId="541948652" sldId="467"/>
        </pc:sldMkLst>
        <pc:spChg chg="del">
          <ac:chgData name="翟 锐" userId="fef11181f709266a" providerId="LiveId" clId="{9186E0CD-109D-47DE-8883-49F901FD74B3}" dt="2020-08-11T16:18:17.558" v="1159" actId="21"/>
          <ac:spMkLst>
            <pc:docMk/>
            <pc:sldMk cId="541948652" sldId="467"/>
            <ac:spMk id="3" creationId="{00000000-0000-0000-0000-000000000000}"/>
          </ac:spMkLst>
        </pc:spChg>
        <pc:spChg chg="del">
          <ac:chgData name="翟 锐" userId="fef11181f709266a" providerId="LiveId" clId="{9186E0CD-109D-47DE-8883-49F901FD74B3}" dt="2020-08-11T16:18:17.558" v="1159" actId="21"/>
          <ac:spMkLst>
            <pc:docMk/>
            <pc:sldMk cId="541948652" sldId="467"/>
            <ac:spMk id="6" creationId="{00000000-0000-0000-0000-000000000000}"/>
          </ac:spMkLst>
        </pc:spChg>
        <pc:spChg chg="del">
          <ac:chgData name="翟 锐" userId="fef11181f709266a" providerId="LiveId" clId="{9186E0CD-109D-47DE-8883-49F901FD74B3}" dt="2020-08-11T16:18:17.558" v="1159" actId="21"/>
          <ac:spMkLst>
            <pc:docMk/>
            <pc:sldMk cId="541948652" sldId="467"/>
            <ac:spMk id="13" creationId="{00000000-0000-0000-0000-000000000000}"/>
          </ac:spMkLst>
        </pc:spChg>
        <pc:spChg chg="del">
          <ac:chgData name="翟 锐" userId="fef11181f709266a" providerId="LiveId" clId="{9186E0CD-109D-47DE-8883-49F901FD74B3}" dt="2020-08-11T16:18:17.558" v="1159" actId="21"/>
          <ac:spMkLst>
            <pc:docMk/>
            <pc:sldMk cId="541948652" sldId="467"/>
            <ac:spMk id="15" creationId="{00000000-0000-0000-0000-000000000000}"/>
          </ac:spMkLst>
        </pc:spChg>
      </pc:sldChg>
      <pc:sldChg chg="del">
        <pc:chgData name="翟 锐" userId="fef11181f709266a" providerId="LiveId" clId="{9186E0CD-109D-47DE-8883-49F901FD74B3}" dt="2020-08-12T03:34:30.535" v="2581" actId="47"/>
        <pc:sldMkLst>
          <pc:docMk/>
          <pc:sldMk cId="4231987543" sldId="472"/>
        </pc:sldMkLst>
      </pc:sldChg>
      <pc:sldChg chg="del">
        <pc:chgData name="翟 锐" userId="fef11181f709266a" providerId="LiveId" clId="{9186E0CD-109D-47DE-8883-49F901FD74B3}" dt="2020-08-12T03:34:35.757" v="2585" actId="47"/>
        <pc:sldMkLst>
          <pc:docMk/>
          <pc:sldMk cId="149415386" sldId="473"/>
        </pc:sldMkLst>
      </pc:sldChg>
      <pc:sldChg chg="modSp mod">
        <pc:chgData name="翟 锐" userId="fef11181f709266a" providerId="LiveId" clId="{9186E0CD-109D-47DE-8883-49F901FD74B3}" dt="2020-08-12T03:48:41.643" v="3108"/>
        <pc:sldMkLst>
          <pc:docMk/>
          <pc:sldMk cId="4285362779" sldId="474"/>
        </pc:sldMkLst>
        <pc:spChg chg="mod">
          <ac:chgData name="翟 锐" userId="fef11181f709266a" providerId="LiveId" clId="{9186E0CD-109D-47DE-8883-49F901FD74B3}" dt="2020-08-12T03:48:41.643" v="3108"/>
          <ac:spMkLst>
            <pc:docMk/>
            <pc:sldMk cId="4285362779" sldId="474"/>
            <ac:spMk id="9" creationId="{00000000-0000-0000-0000-000000000000}"/>
          </ac:spMkLst>
        </pc:spChg>
      </pc:sldChg>
      <pc:sldChg chg="del">
        <pc:chgData name="翟 锐" userId="fef11181f709266a" providerId="LiveId" clId="{9186E0CD-109D-47DE-8883-49F901FD74B3}" dt="2020-08-11T07:22:30.844" v="0" actId="47"/>
        <pc:sldMkLst>
          <pc:docMk/>
          <pc:sldMk cId="1612486967" sldId="475"/>
        </pc:sldMkLst>
      </pc:sldChg>
      <pc:sldChg chg="del">
        <pc:chgData name="翟 锐" userId="fef11181f709266a" providerId="LiveId" clId="{9186E0CD-109D-47DE-8883-49F901FD74B3}" dt="2020-08-11T07:35:37.037" v="219" actId="47"/>
        <pc:sldMkLst>
          <pc:docMk/>
          <pc:sldMk cId="3602030309" sldId="491"/>
        </pc:sldMkLst>
      </pc:sldChg>
      <pc:sldChg chg="del">
        <pc:chgData name="翟 锐" userId="fef11181f709266a" providerId="LiveId" clId="{9186E0CD-109D-47DE-8883-49F901FD74B3}" dt="2020-08-11T07:41:20.008" v="604" actId="47"/>
        <pc:sldMkLst>
          <pc:docMk/>
          <pc:sldMk cId="2639902532" sldId="492"/>
        </pc:sldMkLst>
      </pc:sldChg>
      <pc:sldChg chg="del">
        <pc:chgData name="翟 锐" userId="fef11181f709266a" providerId="LiveId" clId="{9186E0CD-109D-47DE-8883-49F901FD74B3}" dt="2020-08-11T07:41:40.482" v="609" actId="47"/>
        <pc:sldMkLst>
          <pc:docMk/>
          <pc:sldMk cId="3586408686" sldId="493"/>
        </pc:sldMkLst>
      </pc:sldChg>
      <pc:sldChg chg="delSp del mod delAnim">
        <pc:chgData name="翟 锐" userId="fef11181f709266a" providerId="LiveId" clId="{9186E0CD-109D-47DE-8883-49F901FD74B3}" dt="2020-08-11T15:51:59.017" v="740" actId="47"/>
        <pc:sldMkLst>
          <pc:docMk/>
          <pc:sldMk cId="3232551177" sldId="494"/>
        </pc:sldMkLst>
        <pc:spChg chg="del">
          <ac:chgData name="翟 锐" userId="fef11181f709266a" providerId="LiveId" clId="{9186E0CD-109D-47DE-8883-49F901FD74B3}" dt="2020-08-11T15:51:51.405" v="736" actId="478"/>
          <ac:spMkLst>
            <pc:docMk/>
            <pc:sldMk cId="3232551177" sldId="494"/>
            <ac:spMk id="2" creationId="{00000000-0000-0000-0000-000000000000}"/>
          </ac:spMkLst>
        </pc:spChg>
        <pc:spChg chg="del">
          <ac:chgData name="翟 锐" userId="fef11181f709266a" providerId="LiveId" clId="{9186E0CD-109D-47DE-8883-49F901FD74B3}" dt="2020-08-11T15:51:53.008" v="737" actId="21"/>
          <ac:spMkLst>
            <pc:docMk/>
            <pc:sldMk cId="3232551177" sldId="494"/>
            <ac:spMk id="3" creationId="{00000000-0000-0000-0000-000000000000}"/>
          </ac:spMkLst>
        </pc:spChg>
        <pc:spChg chg="del">
          <ac:chgData name="翟 锐" userId="fef11181f709266a" providerId="LiveId" clId="{9186E0CD-109D-47DE-8883-49F901FD74B3}" dt="2020-08-11T15:51:53.008" v="737" actId="21"/>
          <ac:spMkLst>
            <pc:docMk/>
            <pc:sldMk cId="3232551177" sldId="494"/>
            <ac:spMk id="4" creationId="{BEF1B442-CA1F-478E-A386-B8EFCB3276BF}"/>
          </ac:spMkLst>
        </pc:spChg>
        <pc:spChg chg="del">
          <ac:chgData name="翟 锐" userId="fef11181f709266a" providerId="LiveId" clId="{9186E0CD-109D-47DE-8883-49F901FD74B3}" dt="2020-08-11T15:51:53.008" v="737" actId="21"/>
          <ac:spMkLst>
            <pc:docMk/>
            <pc:sldMk cId="3232551177" sldId="494"/>
            <ac:spMk id="5" creationId="{7109F57B-57E8-417A-83E9-1B91292C605A}"/>
          </ac:spMkLst>
        </pc:spChg>
        <pc:spChg chg="del">
          <ac:chgData name="翟 锐" userId="fef11181f709266a" providerId="LiveId" clId="{9186E0CD-109D-47DE-8883-49F901FD74B3}" dt="2020-08-11T15:51:53.008" v="737" actId="21"/>
          <ac:spMkLst>
            <pc:docMk/>
            <pc:sldMk cId="3232551177" sldId="494"/>
            <ac:spMk id="6" creationId="{8D311B06-70B6-401E-823E-2723DEA81A10}"/>
          </ac:spMkLst>
        </pc:spChg>
      </pc:sldChg>
      <pc:sldChg chg="delSp modSp del mod delAnim">
        <pc:chgData name="翟 锐" userId="fef11181f709266a" providerId="LiveId" clId="{9186E0CD-109D-47DE-8883-49F901FD74B3}" dt="2020-08-11T15:52:17.917" v="751" actId="47"/>
        <pc:sldMkLst>
          <pc:docMk/>
          <pc:sldMk cId="2740630796" sldId="495"/>
        </pc:sldMkLst>
        <pc:spChg chg="del mod">
          <ac:chgData name="翟 锐" userId="fef11181f709266a" providerId="LiveId" clId="{9186E0CD-109D-47DE-8883-49F901FD74B3}" dt="2020-08-11T15:52:04.156" v="743"/>
          <ac:spMkLst>
            <pc:docMk/>
            <pc:sldMk cId="2740630796" sldId="495"/>
            <ac:spMk id="2" creationId="{00000000-0000-0000-0000-000000000000}"/>
          </ac:spMkLst>
        </pc:spChg>
        <pc:spChg chg="del">
          <ac:chgData name="翟 锐" userId="fef11181f709266a" providerId="LiveId" clId="{9186E0CD-109D-47DE-8883-49F901FD74B3}" dt="2020-08-11T15:52:11.659" v="748" actId="21"/>
          <ac:spMkLst>
            <pc:docMk/>
            <pc:sldMk cId="2740630796" sldId="495"/>
            <ac:spMk id="3" creationId="{00000000-0000-0000-0000-000000000000}"/>
          </ac:spMkLst>
        </pc:spChg>
        <pc:spChg chg="del">
          <ac:chgData name="翟 锐" userId="fef11181f709266a" providerId="LiveId" clId="{9186E0CD-109D-47DE-8883-49F901FD74B3}" dt="2020-08-11T15:52:11.659" v="748" actId="21"/>
          <ac:spMkLst>
            <pc:docMk/>
            <pc:sldMk cId="2740630796" sldId="495"/>
            <ac:spMk id="4" creationId="{EC87776E-A0B3-43F8-9484-1F6BC98FE699}"/>
          </ac:spMkLst>
        </pc:spChg>
        <pc:spChg chg="del">
          <ac:chgData name="翟 锐" userId="fef11181f709266a" providerId="LiveId" clId="{9186E0CD-109D-47DE-8883-49F901FD74B3}" dt="2020-08-11T15:52:11.659" v="748" actId="21"/>
          <ac:spMkLst>
            <pc:docMk/>
            <pc:sldMk cId="2740630796" sldId="495"/>
            <ac:spMk id="5" creationId="{E4AD9AB5-AB47-48FE-80CA-2560630719F4}"/>
          </ac:spMkLst>
        </pc:spChg>
      </pc:sldChg>
      <pc:sldChg chg="addSp delSp modSp del mod delAnim">
        <pc:chgData name="翟 锐" userId="fef11181f709266a" providerId="LiveId" clId="{9186E0CD-109D-47DE-8883-49F901FD74B3}" dt="2020-08-11T15:52:51.712" v="768" actId="47"/>
        <pc:sldMkLst>
          <pc:docMk/>
          <pc:sldMk cId="3984893673" sldId="497"/>
        </pc:sldMkLst>
        <pc:spChg chg="add del mod">
          <ac:chgData name="翟 锐" userId="fef11181f709266a" providerId="LiveId" clId="{9186E0CD-109D-47DE-8883-49F901FD74B3}" dt="2020-08-11T15:52:32.582" v="761" actId="47"/>
          <ac:spMkLst>
            <pc:docMk/>
            <pc:sldMk cId="3984893673" sldId="497"/>
            <ac:spMk id="2" creationId="{00000000-0000-0000-0000-000000000000}"/>
          </ac:spMkLst>
        </pc:spChg>
        <pc:spChg chg="del">
          <ac:chgData name="翟 锐" userId="fef11181f709266a" providerId="LiveId" clId="{9186E0CD-109D-47DE-8883-49F901FD74B3}" dt="2020-08-11T15:52:44.577" v="765" actId="21"/>
          <ac:spMkLst>
            <pc:docMk/>
            <pc:sldMk cId="3984893673" sldId="497"/>
            <ac:spMk id="3" creationId="{00000000-0000-0000-0000-000000000000}"/>
          </ac:spMkLst>
        </pc:spChg>
        <pc:spChg chg="del">
          <ac:chgData name="翟 锐" userId="fef11181f709266a" providerId="LiveId" clId="{9186E0CD-109D-47DE-8883-49F901FD74B3}" dt="2020-08-11T15:52:44.577" v="765" actId="21"/>
          <ac:spMkLst>
            <pc:docMk/>
            <pc:sldMk cId="3984893673" sldId="497"/>
            <ac:spMk id="5" creationId="{EDBD2158-FEC8-4AA6-96B7-CB94FC444380}"/>
          </ac:spMkLst>
        </pc:spChg>
        <pc:spChg chg="del">
          <ac:chgData name="翟 锐" userId="fef11181f709266a" providerId="LiveId" clId="{9186E0CD-109D-47DE-8883-49F901FD74B3}" dt="2020-08-11T15:52:44.577" v="765" actId="21"/>
          <ac:spMkLst>
            <pc:docMk/>
            <pc:sldMk cId="3984893673" sldId="497"/>
            <ac:spMk id="7" creationId="{9198A1D4-4C50-42B0-8835-5E0106B43D99}"/>
          </ac:spMkLst>
        </pc:spChg>
        <pc:spChg chg="del">
          <ac:chgData name="翟 锐" userId="fef11181f709266a" providerId="LiveId" clId="{9186E0CD-109D-47DE-8883-49F901FD74B3}" dt="2020-08-11T15:52:44.577" v="765" actId="21"/>
          <ac:spMkLst>
            <pc:docMk/>
            <pc:sldMk cId="3984893673" sldId="497"/>
            <ac:spMk id="8" creationId="{BC05352D-EC79-4112-A339-2DFDAC29EEA3}"/>
          </ac:spMkLst>
        </pc:spChg>
      </pc:sldChg>
      <pc:sldChg chg="del">
        <pc:chgData name="翟 锐" userId="fef11181f709266a" providerId="LiveId" clId="{9186E0CD-109D-47DE-8883-49F901FD74B3}" dt="2020-08-11T07:22:32.794" v="2" actId="47"/>
        <pc:sldMkLst>
          <pc:docMk/>
          <pc:sldMk cId="2829706521" sldId="503"/>
        </pc:sldMkLst>
      </pc:sldChg>
      <pc:sldChg chg="del">
        <pc:chgData name="翟 锐" userId="fef11181f709266a" providerId="LiveId" clId="{9186E0CD-109D-47DE-8883-49F901FD74B3}" dt="2020-08-11T07:22:33.468" v="3" actId="47"/>
        <pc:sldMkLst>
          <pc:docMk/>
          <pc:sldMk cId="1816336317" sldId="504"/>
        </pc:sldMkLst>
      </pc:sldChg>
      <pc:sldChg chg="del">
        <pc:chgData name="翟 锐" userId="fef11181f709266a" providerId="LiveId" clId="{9186E0CD-109D-47DE-8883-49F901FD74B3}" dt="2020-08-11T07:22:55.017" v="7" actId="47"/>
        <pc:sldMkLst>
          <pc:docMk/>
          <pc:sldMk cId="1036179725" sldId="505"/>
        </pc:sldMkLst>
      </pc:sldChg>
      <pc:sldChg chg="del">
        <pc:chgData name="翟 锐" userId="fef11181f709266a" providerId="LiveId" clId="{9186E0CD-109D-47DE-8883-49F901FD74B3}" dt="2020-08-11T07:22:39.814" v="4" actId="47"/>
        <pc:sldMkLst>
          <pc:docMk/>
          <pc:sldMk cId="2929138714" sldId="506"/>
        </pc:sldMkLst>
      </pc:sldChg>
      <pc:sldChg chg="del">
        <pc:chgData name="翟 锐" userId="fef11181f709266a" providerId="LiveId" clId="{9186E0CD-109D-47DE-8883-49F901FD74B3}" dt="2020-08-11T07:22:43.241" v="5" actId="47"/>
        <pc:sldMkLst>
          <pc:docMk/>
          <pc:sldMk cId="2674372511" sldId="507"/>
        </pc:sldMkLst>
      </pc:sldChg>
      <pc:sldChg chg="del">
        <pc:chgData name="翟 锐" userId="fef11181f709266a" providerId="LiveId" clId="{9186E0CD-109D-47DE-8883-49F901FD74B3}" dt="2020-08-11T07:22:44.741" v="6" actId="47"/>
        <pc:sldMkLst>
          <pc:docMk/>
          <pc:sldMk cId="3182313076" sldId="508"/>
        </pc:sldMkLst>
      </pc:sldChg>
      <pc:sldChg chg="del">
        <pc:chgData name="翟 锐" userId="fef11181f709266a" providerId="LiveId" clId="{9186E0CD-109D-47DE-8883-49F901FD74B3}" dt="2020-08-12T03:34:31.571" v="2582" actId="47"/>
        <pc:sldMkLst>
          <pc:docMk/>
          <pc:sldMk cId="2593722063" sldId="509"/>
        </pc:sldMkLst>
      </pc:sldChg>
      <pc:sldChg chg="del">
        <pc:chgData name="翟 锐" userId="fef11181f709266a" providerId="LiveId" clId="{9186E0CD-109D-47DE-8883-49F901FD74B3}" dt="2020-08-12T03:34:32.516" v="2583" actId="47"/>
        <pc:sldMkLst>
          <pc:docMk/>
          <pc:sldMk cId="1371977030" sldId="510"/>
        </pc:sldMkLst>
      </pc:sldChg>
      <pc:sldChg chg="del">
        <pc:chgData name="翟 锐" userId="fef11181f709266a" providerId="LiveId" clId="{9186E0CD-109D-47DE-8883-49F901FD74B3}" dt="2020-08-12T03:34:33.238" v="2584" actId="47"/>
        <pc:sldMkLst>
          <pc:docMk/>
          <pc:sldMk cId="229977306" sldId="511"/>
        </pc:sldMkLst>
      </pc:sldChg>
      <pc:sldChg chg="modSp mod">
        <pc:chgData name="翟 锐" userId="fef11181f709266a" providerId="LiveId" clId="{9186E0CD-109D-47DE-8883-49F901FD74B3}" dt="2020-08-12T03:37:06.297" v="2733"/>
        <pc:sldMkLst>
          <pc:docMk/>
          <pc:sldMk cId="2435764834" sldId="512"/>
        </pc:sldMkLst>
        <pc:spChg chg="mod">
          <ac:chgData name="翟 锐" userId="fef11181f709266a" providerId="LiveId" clId="{9186E0CD-109D-47DE-8883-49F901FD74B3}" dt="2020-08-12T03:37:06.297" v="2733"/>
          <ac:spMkLst>
            <pc:docMk/>
            <pc:sldMk cId="2435764834" sldId="512"/>
            <ac:spMk id="3" creationId="{00000000-0000-0000-0000-000000000000}"/>
          </ac:spMkLst>
        </pc:spChg>
      </pc:sldChg>
      <pc:sldChg chg="del">
        <pc:chgData name="翟 锐" userId="fef11181f709266a" providerId="LiveId" clId="{9186E0CD-109D-47DE-8883-49F901FD74B3}" dt="2020-08-11T07:33:49.443" v="107" actId="47"/>
        <pc:sldMkLst>
          <pc:docMk/>
          <pc:sldMk cId="2379099515" sldId="513"/>
        </pc:sldMkLst>
      </pc:sldChg>
      <pc:sldChg chg="modSp">
        <pc:chgData name="翟 锐" userId="fef11181f709266a" providerId="LiveId" clId="{9186E0CD-109D-47DE-8883-49F901FD74B3}" dt="2020-08-12T03:36:28.159" v="2663" actId="20577"/>
        <pc:sldMkLst>
          <pc:docMk/>
          <pc:sldMk cId="3977796518" sldId="515"/>
        </pc:sldMkLst>
        <pc:spChg chg="mod">
          <ac:chgData name="翟 锐" userId="fef11181f709266a" providerId="LiveId" clId="{9186E0CD-109D-47DE-8883-49F901FD74B3}" dt="2020-08-12T03:36:28.159" v="2663" actId="20577"/>
          <ac:spMkLst>
            <pc:docMk/>
            <pc:sldMk cId="3977796518" sldId="515"/>
            <ac:spMk id="16" creationId="{00000000-0000-0000-0000-000000000000}"/>
          </ac:spMkLst>
        </pc:spChg>
      </pc:sldChg>
      <pc:sldChg chg="delSp del mod">
        <pc:chgData name="翟 锐" userId="fef11181f709266a" providerId="LiveId" clId="{9186E0CD-109D-47DE-8883-49F901FD74B3}" dt="2020-08-11T16:15:44.316" v="1089" actId="47"/>
        <pc:sldMkLst>
          <pc:docMk/>
          <pc:sldMk cId="2983132817" sldId="516"/>
        </pc:sldMkLst>
        <pc:spChg chg="del">
          <ac:chgData name="翟 锐" userId="fef11181f709266a" providerId="LiveId" clId="{9186E0CD-109D-47DE-8883-49F901FD74B3}" dt="2020-08-11T16:15:25.159" v="1082" actId="478"/>
          <ac:spMkLst>
            <pc:docMk/>
            <pc:sldMk cId="2983132817" sldId="516"/>
            <ac:spMk id="2" creationId="{00000000-0000-0000-0000-000000000000}"/>
          </ac:spMkLst>
        </pc:spChg>
        <pc:spChg chg="del">
          <ac:chgData name="翟 锐" userId="fef11181f709266a" providerId="LiveId" clId="{9186E0CD-109D-47DE-8883-49F901FD74B3}" dt="2020-08-11T16:15:27.343" v="1083" actId="21"/>
          <ac:spMkLst>
            <pc:docMk/>
            <pc:sldMk cId="2983132817" sldId="516"/>
            <ac:spMk id="3" creationId="{00000000-0000-0000-0000-000000000000}"/>
          </ac:spMkLst>
        </pc:spChg>
        <pc:spChg chg="del">
          <ac:chgData name="翟 锐" userId="fef11181f709266a" providerId="LiveId" clId="{9186E0CD-109D-47DE-8883-49F901FD74B3}" dt="2020-08-11T16:15:27.343" v="1083" actId="21"/>
          <ac:spMkLst>
            <pc:docMk/>
            <pc:sldMk cId="2983132817" sldId="516"/>
            <ac:spMk id="6" creationId="{00000000-0000-0000-0000-000000000000}"/>
          </ac:spMkLst>
        </pc:spChg>
        <pc:spChg chg="del">
          <ac:chgData name="翟 锐" userId="fef11181f709266a" providerId="LiveId" clId="{9186E0CD-109D-47DE-8883-49F901FD74B3}" dt="2020-08-11T16:15:27.343" v="1083" actId="21"/>
          <ac:spMkLst>
            <pc:docMk/>
            <pc:sldMk cId="2983132817" sldId="516"/>
            <ac:spMk id="7" creationId="{00000000-0000-0000-0000-000000000000}"/>
          </ac:spMkLst>
        </pc:spChg>
        <pc:spChg chg="del">
          <ac:chgData name="翟 锐" userId="fef11181f709266a" providerId="LiveId" clId="{9186E0CD-109D-47DE-8883-49F901FD74B3}" dt="2020-08-11T16:15:27.343" v="1083" actId="21"/>
          <ac:spMkLst>
            <pc:docMk/>
            <pc:sldMk cId="2983132817" sldId="516"/>
            <ac:spMk id="8" creationId="{00000000-0000-0000-0000-000000000000}"/>
          </ac:spMkLst>
        </pc:spChg>
      </pc:sldChg>
      <pc:sldChg chg="addSp delSp modSp del mod">
        <pc:chgData name="翟 锐" userId="fef11181f709266a" providerId="LiveId" clId="{9186E0CD-109D-47DE-8883-49F901FD74B3}" dt="2020-08-11T16:17:56.971" v="1155" actId="47"/>
        <pc:sldMkLst>
          <pc:docMk/>
          <pc:sldMk cId="4076829908" sldId="517"/>
        </pc:sldMkLst>
        <pc:spChg chg="add del mod">
          <ac:chgData name="翟 锐" userId="fef11181f709266a" providerId="LiveId" clId="{9186E0CD-109D-47DE-8883-49F901FD74B3}" dt="2020-08-11T16:17:51.682" v="1152" actId="21"/>
          <ac:spMkLst>
            <pc:docMk/>
            <pc:sldMk cId="4076829908" sldId="517"/>
            <ac:spMk id="3" creationId="{00000000-0000-0000-0000-000000000000}"/>
          </ac:spMkLst>
        </pc:spChg>
      </pc:sldChg>
      <pc:sldChg chg="delSp modSp del mod delAnim">
        <pc:chgData name="翟 锐" userId="fef11181f709266a" providerId="LiveId" clId="{9186E0CD-109D-47DE-8883-49F901FD74B3}" dt="2020-08-11T15:53:10.769" v="779" actId="47"/>
        <pc:sldMkLst>
          <pc:docMk/>
          <pc:sldMk cId="1254149623" sldId="518"/>
        </pc:sldMkLst>
        <pc:spChg chg="del mod">
          <ac:chgData name="翟 锐" userId="fef11181f709266a" providerId="LiveId" clId="{9186E0CD-109D-47DE-8883-49F901FD74B3}" dt="2020-08-11T15:52:56.392" v="771"/>
          <ac:spMkLst>
            <pc:docMk/>
            <pc:sldMk cId="1254149623" sldId="518"/>
            <ac:spMk id="2" creationId="{00000000-0000-0000-0000-000000000000}"/>
          </ac:spMkLst>
        </pc:spChg>
        <pc:spChg chg="del">
          <ac:chgData name="翟 锐" userId="fef11181f709266a" providerId="LiveId" clId="{9186E0CD-109D-47DE-8883-49F901FD74B3}" dt="2020-08-11T15:53:04.446" v="776" actId="21"/>
          <ac:spMkLst>
            <pc:docMk/>
            <pc:sldMk cId="1254149623" sldId="518"/>
            <ac:spMk id="3" creationId="{00000000-0000-0000-0000-000000000000}"/>
          </ac:spMkLst>
        </pc:spChg>
        <pc:spChg chg="del">
          <ac:chgData name="翟 锐" userId="fef11181f709266a" providerId="LiveId" clId="{9186E0CD-109D-47DE-8883-49F901FD74B3}" dt="2020-08-11T15:53:04.446" v="776" actId="21"/>
          <ac:spMkLst>
            <pc:docMk/>
            <pc:sldMk cId="1254149623" sldId="518"/>
            <ac:spMk id="4" creationId="{08A48A48-ACC2-4E57-8F30-01764BB918B2}"/>
          </ac:spMkLst>
        </pc:spChg>
        <pc:spChg chg="del">
          <ac:chgData name="翟 锐" userId="fef11181f709266a" providerId="LiveId" clId="{9186E0CD-109D-47DE-8883-49F901FD74B3}" dt="2020-08-11T15:53:04.446" v="776" actId="21"/>
          <ac:spMkLst>
            <pc:docMk/>
            <pc:sldMk cId="1254149623" sldId="518"/>
            <ac:spMk id="5" creationId="{EDBD2158-FEC8-4AA6-96B7-CB94FC444380}"/>
          </ac:spMkLst>
        </pc:spChg>
        <pc:spChg chg="del">
          <ac:chgData name="翟 锐" userId="fef11181f709266a" providerId="LiveId" clId="{9186E0CD-109D-47DE-8883-49F901FD74B3}" dt="2020-08-11T15:53:04.446" v="776" actId="21"/>
          <ac:spMkLst>
            <pc:docMk/>
            <pc:sldMk cId="1254149623" sldId="518"/>
            <ac:spMk id="8" creationId="{BC05352D-EC79-4112-A339-2DFDAC29EEA3}"/>
          </ac:spMkLst>
        </pc:spChg>
        <pc:spChg chg="del">
          <ac:chgData name="翟 锐" userId="fef11181f709266a" providerId="LiveId" clId="{9186E0CD-109D-47DE-8883-49F901FD74B3}" dt="2020-08-11T15:53:04.446" v="776" actId="21"/>
          <ac:spMkLst>
            <pc:docMk/>
            <pc:sldMk cId="1254149623" sldId="518"/>
            <ac:spMk id="10" creationId="{93B511C8-004C-4F03-8147-DC54884DA99C}"/>
          </ac:spMkLst>
        </pc:spChg>
      </pc:sldChg>
      <pc:sldChg chg="delSp modSp del mod delAnim">
        <pc:chgData name="翟 锐" userId="fef11181f709266a" providerId="LiveId" clId="{9186E0CD-109D-47DE-8883-49F901FD74B3}" dt="2020-08-11T16:17:10.530" v="1131" actId="47"/>
        <pc:sldMkLst>
          <pc:docMk/>
          <pc:sldMk cId="518264446" sldId="519"/>
        </pc:sldMkLst>
        <pc:spChg chg="del">
          <ac:chgData name="翟 锐" userId="fef11181f709266a" providerId="LiveId" clId="{9186E0CD-109D-47DE-8883-49F901FD74B3}" dt="2020-08-11T16:17:00.987" v="1127" actId="478"/>
          <ac:spMkLst>
            <pc:docMk/>
            <pc:sldMk cId="518264446" sldId="519"/>
            <ac:spMk id="2" creationId="{00000000-0000-0000-0000-000000000000}"/>
          </ac:spMkLst>
        </pc:spChg>
        <pc:spChg chg="del">
          <ac:chgData name="翟 锐" userId="fef11181f709266a" providerId="LiveId" clId="{9186E0CD-109D-47DE-8883-49F901FD74B3}" dt="2020-08-11T16:17:03.151" v="1128" actId="21"/>
          <ac:spMkLst>
            <pc:docMk/>
            <pc:sldMk cId="518264446" sldId="519"/>
            <ac:spMk id="3" creationId="{00000000-0000-0000-0000-000000000000}"/>
          </ac:spMkLst>
        </pc:spChg>
        <pc:spChg chg="del">
          <ac:chgData name="翟 锐" userId="fef11181f709266a" providerId="LiveId" clId="{9186E0CD-109D-47DE-8883-49F901FD74B3}" dt="2020-08-11T16:17:03.151" v="1128" actId="21"/>
          <ac:spMkLst>
            <pc:docMk/>
            <pc:sldMk cId="518264446" sldId="519"/>
            <ac:spMk id="11" creationId="{00000000-0000-0000-0000-000000000000}"/>
          </ac:spMkLst>
        </pc:spChg>
        <pc:spChg chg="del">
          <ac:chgData name="翟 锐" userId="fef11181f709266a" providerId="LiveId" clId="{9186E0CD-109D-47DE-8883-49F901FD74B3}" dt="2020-08-11T16:17:03.151" v="1128" actId="21"/>
          <ac:spMkLst>
            <pc:docMk/>
            <pc:sldMk cId="518264446" sldId="519"/>
            <ac:spMk id="14" creationId="{00000000-0000-0000-0000-000000000000}"/>
          </ac:spMkLst>
        </pc:spChg>
        <pc:spChg chg="del mod">
          <ac:chgData name="翟 锐" userId="fef11181f709266a" providerId="LiveId" clId="{9186E0CD-109D-47DE-8883-49F901FD74B3}" dt="2020-08-11T16:17:03.151" v="1128" actId="21"/>
          <ac:spMkLst>
            <pc:docMk/>
            <pc:sldMk cId="518264446" sldId="519"/>
            <ac:spMk id="15" creationId="{00000000-0000-0000-0000-000000000000}"/>
          </ac:spMkLst>
        </pc:spChg>
        <pc:spChg chg="del">
          <ac:chgData name="翟 锐" userId="fef11181f709266a" providerId="LiveId" clId="{9186E0CD-109D-47DE-8883-49F901FD74B3}" dt="2020-08-11T16:17:03.151" v="1128" actId="21"/>
          <ac:spMkLst>
            <pc:docMk/>
            <pc:sldMk cId="518264446" sldId="519"/>
            <ac:spMk id="17" creationId="{00000000-0000-0000-0000-000000000000}"/>
          </ac:spMkLst>
        </pc:spChg>
      </pc:sldChg>
      <pc:sldChg chg="delSp modSp del mod delAnim">
        <pc:chgData name="翟 锐" userId="fef11181f709266a" providerId="LiveId" clId="{9186E0CD-109D-47DE-8883-49F901FD74B3}" dt="2020-08-11T16:17:33.098" v="1143" actId="47"/>
        <pc:sldMkLst>
          <pc:docMk/>
          <pc:sldMk cId="692279094" sldId="520"/>
        </pc:sldMkLst>
        <pc:spChg chg="del mod">
          <ac:chgData name="翟 锐" userId="fef11181f709266a" providerId="LiveId" clId="{9186E0CD-109D-47DE-8883-49F901FD74B3}" dt="2020-08-11T16:17:13.926" v="1134"/>
          <ac:spMkLst>
            <pc:docMk/>
            <pc:sldMk cId="692279094" sldId="520"/>
            <ac:spMk id="2" creationId="{00000000-0000-0000-0000-000000000000}"/>
          </ac:spMkLst>
        </pc:spChg>
        <pc:spChg chg="del">
          <ac:chgData name="翟 锐" userId="fef11181f709266a" providerId="LiveId" clId="{9186E0CD-109D-47DE-8883-49F901FD74B3}" dt="2020-08-11T16:17:27.248" v="1140" actId="21"/>
          <ac:spMkLst>
            <pc:docMk/>
            <pc:sldMk cId="692279094" sldId="520"/>
            <ac:spMk id="3" creationId="{00000000-0000-0000-0000-000000000000}"/>
          </ac:spMkLst>
        </pc:spChg>
        <pc:spChg chg="del">
          <ac:chgData name="翟 锐" userId="fef11181f709266a" providerId="LiveId" clId="{9186E0CD-109D-47DE-8883-49F901FD74B3}" dt="2020-08-11T16:17:27.248" v="1140" actId="21"/>
          <ac:spMkLst>
            <pc:docMk/>
            <pc:sldMk cId="692279094" sldId="520"/>
            <ac:spMk id="14" creationId="{00000000-0000-0000-0000-000000000000}"/>
          </ac:spMkLst>
        </pc:spChg>
        <pc:spChg chg="del mod">
          <ac:chgData name="翟 锐" userId="fef11181f709266a" providerId="LiveId" clId="{9186E0CD-109D-47DE-8883-49F901FD74B3}" dt="2020-08-11T16:17:27.248" v="1140" actId="21"/>
          <ac:spMkLst>
            <pc:docMk/>
            <pc:sldMk cId="692279094" sldId="520"/>
            <ac:spMk id="15" creationId="{00000000-0000-0000-0000-000000000000}"/>
          </ac:spMkLst>
        </pc:spChg>
      </pc:sldChg>
      <pc:sldChg chg="delSp modSp add mod delAnim modAnim">
        <pc:chgData name="翟 锐" userId="fef11181f709266a" providerId="LiveId" clId="{9186E0CD-109D-47DE-8883-49F901FD74B3}" dt="2020-08-11T07:43:06.476" v="649"/>
        <pc:sldMkLst>
          <pc:docMk/>
          <pc:sldMk cId="126446515" sldId="521"/>
        </pc:sldMkLst>
        <pc:spChg chg="mod">
          <ac:chgData name="翟 锐" userId="fef11181f709266a" providerId="LiveId" clId="{9186E0CD-109D-47DE-8883-49F901FD74B3}" dt="2020-08-11T07:43:06.476" v="649"/>
          <ac:spMkLst>
            <pc:docMk/>
            <pc:sldMk cId="126446515" sldId="521"/>
            <ac:spMk id="2" creationId="{00000000-0000-0000-0000-000000000000}"/>
          </ac:spMkLst>
        </pc:spChg>
        <pc:spChg chg="del">
          <ac:chgData name="翟 锐" userId="fef11181f709266a" providerId="LiveId" clId="{9186E0CD-109D-47DE-8883-49F901FD74B3}" dt="2020-08-11T07:33:53.759" v="108" actId="478"/>
          <ac:spMkLst>
            <pc:docMk/>
            <pc:sldMk cId="126446515" sldId="521"/>
            <ac:spMk id="15" creationId="{00000000-0000-0000-0000-000000000000}"/>
          </ac:spMkLst>
        </pc:spChg>
        <pc:spChg chg="del">
          <ac:chgData name="翟 锐" userId="fef11181f709266a" providerId="LiveId" clId="{9186E0CD-109D-47DE-8883-49F901FD74B3}" dt="2020-08-11T07:33:53.759" v="108" actId="478"/>
          <ac:spMkLst>
            <pc:docMk/>
            <pc:sldMk cId="126446515" sldId="521"/>
            <ac:spMk id="16" creationId="{00000000-0000-0000-0000-000000000000}"/>
          </ac:spMkLst>
        </pc:spChg>
        <pc:spChg chg="del">
          <ac:chgData name="翟 锐" userId="fef11181f709266a" providerId="LiveId" clId="{9186E0CD-109D-47DE-8883-49F901FD74B3}" dt="2020-08-11T07:33:53.759" v="108" actId="478"/>
          <ac:spMkLst>
            <pc:docMk/>
            <pc:sldMk cId="126446515" sldId="521"/>
            <ac:spMk id="17" creationId="{00000000-0000-0000-0000-000000000000}"/>
          </ac:spMkLst>
        </pc:spChg>
        <pc:spChg chg="del">
          <ac:chgData name="翟 锐" userId="fef11181f709266a" providerId="LiveId" clId="{9186E0CD-109D-47DE-8883-49F901FD74B3}" dt="2020-08-11T07:33:53.759" v="108" actId="478"/>
          <ac:spMkLst>
            <pc:docMk/>
            <pc:sldMk cId="126446515" sldId="521"/>
            <ac:spMk id="18" creationId="{00000000-0000-0000-0000-000000000000}"/>
          </ac:spMkLst>
        </pc:spChg>
        <pc:spChg chg="del">
          <ac:chgData name="翟 锐" userId="fef11181f709266a" providerId="LiveId" clId="{9186E0CD-109D-47DE-8883-49F901FD74B3}" dt="2020-08-11T07:33:53.759" v="108" actId="478"/>
          <ac:spMkLst>
            <pc:docMk/>
            <pc:sldMk cId="126446515" sldId="521"/>
            <ac:spMk id="24" creationId="{00000000-0000-0000-0000-000000000000}"/>
          </ac:spMkLst>
        </pc:spChg>
        <pc:spChg chg="del">
          <ac:chgData name="翟 锐" userId="fef11181f709266a" providerId="LiveId" clId="{9186E0CD-109D-47DE-8883-49F901FD74B3}" dt="2020-08-11T07:33:53.759" v="108" actId="478"/>
          <ac:spMkLst>
            <pc:docMk/>
            <pc:sldMk cId="126446515" sldId="521"/>
            <ac:spMk id="25" creationId="{00000000-0000-0000-0000-000000000000}"/>
          </ac:spMkLst>
        </pc:spChg>
        <pc:spChg chg="del">
          <ac:chgData name="翟 锐" userId="fef11181f709266a" providerId="LiveId" clId="{9186E0CD-109D-47DE-8883-49F901FD74B3}" dt="2020-08-11T07:33:53.759" v="108" actId="478"/>
          <ac:spMkLst>
            <pc:docMk/>
            <pc:sldMk cId="126446515" sldId="521"/>
            <ac:spMk id="26" creationId="{00000000-0000-0000-0000-000000000000}"/>
          </ac:spMkLst>
        </pc:spChg>
        <pc:spChg chg="del">
          <ac:chgData name="翟 锐" userId="fef11181f709266a" providerId="LiveId" clId="{9186E0CD-109D-47DE-8883-49F901FD74B3}" dt="2020-08-11T07:33:53.759" v="108" actId="478"/>
          <ac:spMkLst>
            <pc:docMk/>
            <pc:sldMk cId="126446515" sldId="521"/>
            <ac:spMk id="27" creationId="{00000000-0000-0000-0000-000000000000}"/>
          </ac:spMkLst>
        </pc:spChg>
        <pc:spChg chg="del">
          <ac:chgData name="翟 锐" userId="fef11181f709266a" providerId="LiveId" clId="{9186E0CD-109D-47DE-8883-49F901FD74B3}" dt="2020-08-11T07:33:53.759" v="108" actId="478"/>
          <ac:spMkLst>
            <pc:docMk/>
            <pc:sldMk cId="126446515" sldId="521"/>
            <ac:spMk id="28" creationId="{00000000-0000-0000-0000-000000000000}"/>
          </ac:spMkLst>
        </pc:spChg>
        <pc:spChg chg="del">
          <ac:chgData name="翟 锐" userId="fef11181f709266a" providerId="LiveId" clId="{9186E0CD-109D-47DE-8883-49F901FD74B3}" dt="2020-08-11T07:33:53.759" v="108" actId="478"/>
          <ac:spMkLst>
            <pc:docMk/>
            <pc:sldMk cId="126446515" sldId="521"/>
            <ac:spMk id="30" creationId="{00000000-0000-0000-0000-000000000000}"/>
          </ac:spMkLst>
        </pc:spChg>
      </pc:sldChg>
      <pc:sldChg chg="delSp modSp add del mod addAnim delAnim modAnim">
        <pc:chgData name="翟 锐" userId="fef11181f709266a" providerId="LiveId" clId="{9186E0CD-109D-47DE-8883-49F901FD74B3}" dt="2020-08-11T07:42:29.985" v="620" actId="47"/>
        <pc:sldMkLst>
          <pc:docMk/>
          <pc:sldMk cId="2471176566" sldId="522"/>
        </pc:sldMkLst>
        <pc:spChg chg="mod">
          <ac:chgData name="翟 锐" userId="fef11181f709266a" providerId="LiveId" clId="{9186E0CD-109D-47DE-8883-49F901FD74B3}" dt="2020-08-11T07:37:10.814" v="517"/>
          <ac:spMkLst>
            <pc:docMk/>
            <pc:sldMk cId="2471176566" sldId="522"/>
            <ac:spMk id="35" creationId="{00000000-0000-0000-0000-000000000000}"/>
          </ac:spMkLst>
        </pc:spChg>
        <pc:spChg chg="del mod">
          <ac:chgData name="翟 锐" userId="fef11181f709266a" providerId="LiveId" clId="{9186E0CD-109D-47DE-8883-49F901FD74B3}" dt="2020-08-11T07:42:16.051" v="616" actId="21"/>
          <ac:spMkLst>
            <pc:docMk/>
            <pc:sldMk cId="2471176566" sldId="522"/>
            <ac:spMk id="6153" creationId="{00000000-0000-0000-0000-000000000000}"/>
          </ac:spMkLst>
        </pc:spChg>
        <pc:graphicFrameChg chg="del">
          <ac:chgData name="翟 锐" userId="fef11181f709266a" providerId="LiveId" clId="{9186E0CD-109D-47DE-8883-49F901FD74B3}" dt="2020-08-11T07:37:32.952" v="535" actId="478"/>
          <ac:graphicFrameMkLst>
            <pc:docMk/>
            <pc:sldMk cId="2471176566" sldId="522"/>
            <ac:graphicFrameMk id="3" creationId="{00000000-0000-0000-0000-000000000000}"/>
          </ac:graphicFrameMkLst>
        </pc:graphicFrameChg>
      </pc:sldChg>
      <pc:sldChg chg="addSp delSp modSp add mod delAnim modAnim">
        <pc:chgData name="翟 锐" userId="fef11181f709266a" providerId="LiveId" clId="{9186E0CD-109D-47DE-8883-49F901FD74B3}" dt="2020-08-11T07:40:43.255" v="596" actId="1076"/>
        <pc:sldMkLst>
          <pc:docMk/>
          <pc:sldMk cId="2564856266" sldId="523"/>
        </pc:sldMkLst>
        <pc:spChg chg="mod">
          <ac:chgData name="翟 锐" userId="fef11181f709266a" providerId="LiveId" clId="{9186E0CD-109D-47DE-8883-49F901FD74B3}" dt="2020-08-11T07:37:51.204" v="538"/>
          <ac:spMkLst>
            <pc:docMk/>
            <pc:sldMk cId="2564856266" sldId="523"/>
            <ac:spMk id="7" creationId="{E28CD7F7-A868-41BE-A1AC-FFF14407A8AC}"/>
          </ac:spMkLst>
        </pc:spChg>
        <pc:spChg chg="mod">
          <ac:chgData name="翟 锐" userId="fef11181f709266a" providerId="LiveId" clId="{9186E0CD-109D-47DE-8883-49F901FD74B3}" dt="2020-08-11T07:37:51.204" v="538"/>
          <ac:spMkLst>
            <pc:docMk/>
            <pc:sldMk cId="2564856266" sldId="523"/>
            <ac:spMk id="8" creationId="{3873F4C8-A015-4D56-8BD3-76F99AE0CCFB}"/>
          </ac:spMkLst>
        </pc:spChg>
        <pc:spChg chg="mod">
          <ac:chgData name="翟 锐" userId="fef11181f709266a" providerId="LiveId" clId="{9186E0CD-109D-47DE-8883-49F901FD74B3}" dt="2020-08-11T07:37:51.204" v="538"/>
          <ac:spMkLst>
            <pc:docMk/>
            <pc:sldMk cId="2564856266" sldId="523"/>
            <ac:spMk id="9" creationId="{3C146FE2-C339-444D-AE2A-0D2BABCA7752}"/>
          </ac:spMkLst>
        </pc:spChg>
        <pc:spChg chg="mod">
          <ac:chgData name="翟 锐" userId="fef11181f709266a" providerId="LiveId" clId="{9186E0CD-109D-47DE-8883-49F901FD74B3}" dt="2020-08-11T07:37:51.204" v="538"/>
          <ac:spMkLst>
            <pc:docMk/>
            <pc:sldMk cId="2564856266" sldId="523"/>
            <ac:spMk id="12" creationId="{6C3CB73F-B902-4C06-A93D-8FCAE8E9677D}"/>
          </ac:spMkLst>
        </pc:spChg>
        <pc:spChg chg="mod">
          <ac:chgData name="翟 锐" userId="fef11181f709266a" providerId="LiveId" clId="{9186E0CD-109D-47DE-8883-49F901FD74B3}" dt="2020-08-11T07:37:53.769" v="541"/>
          <ac:spMkLst>
            <pc:docMk/>
            <pc:sldMk cId="2564856266" sldId="523"/>
            <ac:spMk id="15" creationId="{334BB652-AB0A-4959-9F8B-DAD5AC0EDE24}"/>
          </ac:spMkLst>
        </pc:spChg>
        <pc:spChg chg="mod">
          <ac:chgData name="翟 锐" userId="fef11181f709266a" providerId="LiveId" clId="{9186E0CD-109D-47DE-8883-49F901FD74B3}" dt="2020-08-11T07:37:53.769" v="541"/>
          <ac:spMkLst>
            <pc:docMk/>
            <pc:sldMk cId="2564856266" sldId="523"/>
            <ac:spMk id="16" creationId="{BCDF4F6C-FFC6-46EA-8FF3-14C3713113A0}"/>
          </ac:spMkLst>
        </pc:spChg>
        <pc:spChg chg="mod">
          <ac:chgData name="翟 锐" userId="fef11181f709266a" providerId="LiveId" clId="{9186E0CD-109D-47DE-8883-49F901FD74B3}" dt="2020-08-11T07:37:53.769" v="541"/>
          <ac:spMkLst>
            <pc:docMk/>
            <pc:sldMk cId="2564856266" sldId="523"/>
            <ac:spMk id="17" creationId="{A804A3E9-AD7C-4C88-B6C2-3AD00EA6D66F}"/>
          </ac:spMkLst>
        </pc:spChg>
        <pc:spChg chg="mod">
          <ac:chgData name="翟 锐" userId="fef11181f709266a" providerId="LiveId" clId="{9186E0CD-109D-47DE-8883-49F901FD74B3}" dt="2020-08-11T07:37:53.769" v="541"/>
          <ac:spMkLst>
            <pc:docMk/>
            <pc:sldMk cId="2564856266" sldId="523"/>
            <ac:spMk id="20" creationId="{48D4DAC0-3FFA-40C1-AD0B-F854C5F6B1D6}"/>
          </ac:spMkLst>
        </pc:spChg>
        <pc:spChg chg="mod">
          <ac:chgData name="翟 锐" userId="fef11181f709266a" providerId="LiveId" clId="{9186E0CD-109D-47DE-8883-49F901FD74B3}" dt="2020-08-11T07:38:03.553" v="544" actId="6549"/>
          <ac:spMkLst>
            <pc:docMk/>
            <pc:sldMk cId="2564856266" sldId="523"/>
            <ac:spMk id="35" creationId="{00000000-0000-0000-0000-000000000000}"/>
          </ac:spMkLst>
        </pc:spChg>
        <pc:spChg chg="del mod">
          <ac:chgData name="翟 锐" userId="fef11181f709266a" providerId="LiveId" clId="{9186E0CD-109D-47DE-8883-49F901FD74B3}" dt="2020-08-11T07:37:57.962" v="543"/>
          <ac:spMkLst>
            <pc:docMk/>
            <pc:sldMk cId="2564856266" sldId="523"/>
            <ac:spMk id="6153" creationId="{00000000-0000-0000-0000-000000000000}"/>
          </ac:spMkLst>
        </pc:spChg>
        <pc:grpChg chg="add del mod">
          <ac:chgData name="翟 锐" userId="fef11181f709266a" providerId="LiveId" clId="{9186E0CD-109D-47DE-8883-49F901FD74B3}" dt="2020-08-11T07:37:51.853" v="539"/>
          <ac:grpSpMkLst>
            <pc:docMk/>
            <pc:sldMk cId="2564856266" sldId="523"/>
            <ac:grpSpMk id="6" creationId="{F487AD8D-F3A4-4FD4-98A3-ED14E1283FFC}"/>
          </ac:grpSpMkLst>
        </pc:grpChg>
        <pc:grpChg chg="add mod">
          <ac:chgData name="翟 锐" userId="fef11181f709266a" providerId="LiveId" clId="{9186E0CD-109D-47DE-8883-49F901FD74B3}" dt="2020-08-11T07:40:43.255" v="596" actId="1076"/>
          <ac:grpSpMkLst>
            <pc:docMk/>
            <pc:sldMk cId="2564856266" sldId="523"/>
            <ac:grpSpMk id="14" creationId="{558E8959-AC0F-4CE1-8976-5871DE6269FA}"/>
          </ac:grpSpMkLst>
        </pc:grpChg>
        <pc:cxnChg chg="mod">
          <ac:chgData name="翟 锐" userId="fef11181f709266a" providerId="LiveId" clId="{9186E0CD-109D-47DE-8883-49F901FD74B3}" dt="2020-08-11T07:37:51.204" v="538"/>
          <ac:cxnSpMkLst>
            <pc:docMk/>
            <pc:sldMk cId="2564856266" sldId="523"/>
            <ac:cxnSpMk id="10" creationId="{69CF98D1-118F-4512-8355-4B64FBBE5C55}"/>
          </ac:cxnSpMkLst>
        </pc:cxnChg>
        <pc:cxnChg chg="mod">
          <ac:chgData name="翟 锐" userId="fef11181f709266a" providerId="LiveId" clId="{9186E0CD-109D-47DE-8883-49F901FD74B3}" dt="2020-08-11T07:37:51.204" v="538"/>
          <ac:cxnSpMkLst>
            <pc:docMk/>
            <pc:sldMk cId="2564856266" sldId="523"/>
            <ac:cxnSpMk id="11" creationId="{A5773B09-E267-4B4E-8B89-2BD735AA8F9E}"/>
          </ac:cxnSpMkLst>
        </pc:cxnChg>
        <pc:cxnChg chg="mod">
          <ac:chgData name="翟 锐" userId="fef11181f709266a" providerId="LiveId" clId="{9186E0CD-109D-47DE-8883-49F901FD74B3}" dt="2020-08-11T07:37:51.204" v="538"/>
          <ac:cxnSpMkLst>
            <pc:docMk/>
            <pc:sldMk cId="2564856266" sldId="523"/>
            <ac:cxnSpMk id="13" creationId="{4E08240E-CE52-4136-89F0-1357A916BBDD}"/>
          </ac:cxnSpMkLst>
        </pc:cxnChg>
        <pc:cxnChg chg="mod">
          <ac:chgData name="翟 锐" userId="fef11181f709266a" providerId="LiveId" clId="{9186E0CD-109D-47DE-8883-49F901FD74B3}" dt="2020-08-11T07:37:53.769" v="541"/>
          <ac:cxnSpMkLst>
            <pc:docMk/>
            <pc:sldMk cId="2564856266" sldId="523"/>
            <ac:cxnSpMk id="18" creationId="{6E124403-DBE0-4CDF-86CA-0FC3AFD1DA30}"/>
          </ac:cxnSpMkLst>
        </pc:cxnChg>
        <pc:cxnChg chg="mod">
          <ac:chgData name="翟 锐" userId="fef11181f709266a" providerId="LiveId" clId="{9186E0CD-109D-47DE-8883-49F901FD74B3}" dt="2020-08-11T07:37:53.769" v="541"/>
          <ac:cxnSpMkLst>
            <pc:docMk/>
            <pc:sldMk cId="2564856266" sldId="523"/>
            <ac:cxnSpMk id="19" creationId="{27C8ADA0-7DFC-486A-BE74-AAD0C58753C9}"/>
          </ac:cxnSpMkLst>
        </pc:cxnChg>
        <pc:cxnChg chg="mod">
          <ac:chgData name="翟 锐" userId="fef11181f709266a" providerId="LiveId" clId="{9186E0CD-109D-47DE-8883-49F901FD74B3}" dt="2020-08-11T07:37:53.769" v="541"/>
          <ac:cxnSpMkLst>
            <pc:docMk/>
            <pc:sldMk cId="2564856266" sldId="523"/>
            <ac:cxnSpMk id="21" creationId="{F3B89A50-462D-43A6-919B-FD134E0EBD82}"/>
          </ac:cxnSpMkLst>
        </pc:cxnChg>
      </pc:sldChg>
      <pc:sldChg chg="add del">
        <pc:chgData name="翟 锐" userId="fef11181f709266a" providerId="LiveId" clId="{9186E0CD-109D-47DE-8883-49F901FD74B3}" dt="2020-08-11T07:38:20.585" v="546"/>
        <pc:sldMkLst>
          <pc:docMk/>
          <pc:sldMk cId="750536598" sldId="524"/>
        </pc:sldMkLst>
      </pc:sldChg>
      <pc:sldChg chg="addSp delSp modSp add mod modAnim">
        <pc:chgData name="翟 锐" userId="fef11181f709266a" providerId="LiveId" clId="{9186E0CD-109D-47DE-8883-49F901FD74B3}" dt="2020-08-11T07:40:48.885" v="597" actId="6549"/>
        <pc:sldMkLst>
          <pc:docMk/>
          <pc:sldMk cId="3798856873" sldId="524"/>
        </pc:sldMkLst>
        <pc:spChg chg="mod">
          <ac:chgData name="翟 锐" userId="fef11181f709266a" providerId="LiveId" clId="{9186E0CD-109D-47DE-8883-49F901FD74B3}" dt="2020-08-11T07:39:07.344" v="559"/>
          <ac:spMkLst>
            <pc:docMk/>
            <pc:sldMk cId="3798856873" sldId="524"/>
            <ac:spMk id="7" creationId="{08FDA424-B7C1-476F-A0A8-02F5CB984DC0}"/>
          </ac:spMkLst>
        </pc:spChg>
        <pc:spChg chg="mod">
          <ac:chgData name="翟 锐" userId="fef11181f709266a" providerId="LiveId" clId="{9186E0CD-109D-47DE-8883-49F901FD74B3}" dt="2020-08-11T07:39:07.344" v="559"/>
          <ac:spMkLst>
            <pc:docMk/>
            <pc:sldMk cId="3798856873" sldId="524"/>
            <ac:spMk id="8" creationId="{88BEED62-C89E-404B-AF35-5BC1112D830D}"/>
          </ac:spMkLst>
        </pc:spChg>
        <pc:spChg chg="mod">
          <ac:chgData name="翟 锐" userId="fef11181f709266a" providerId="LiveId" clId="{9186E0CD-109D-47DE-8883-49F901FD74B3}" dt="2020-08-11T07:39:07.344" v="559"/>
          <ac:spMkLst>
            <pc:docMk/>
            <pc:sldMk cId="3798856873" sldId="524"/>
            <ac:spMk id="9" creationId="{34E6B9C3-A04B-4E48-ABEF-F98F1101248C}"/>
          </ac:spMkLst>
        </pc:spChg>
        <pc:spChg chg="mod">
          <ac:chgData name="翟 锐" userId="fef11181f709266a" providerId="LiveId" clId="{9186E0CD-109D-47DE-8883-49F901FD74B3}" dt="2020-08-11T07:39:07.344" v="559"/>
          <ac:spMkLst>
            <pc:docMk/>
            <pc:sldMk cId="3798856873" sldId="524"/>
            <ac:spMk id="10" creationId="{F6133837-92C2-4BD2-B22B-DBAFD818DC1E}"/>
          </ac:spMkLst>
        </pc:spChg>
        <pc:spChg chg="add mod">
          <ac:chgData name="翟 锐" userId="fef11181f709266a" providerId="LiveId" clId="{9186E0CD-109D-47DE-8883-49F901FD74B3}" dt="2020-08-11T07:40:22.137" v="591" actId="1076"/>
          <ac:spMkLst>
            <pc:docMk/>
            <pc:sldMk cId="3798856873" sldId="524"/>
            <ac:spMk id="15" creationId="{96E4F941-CE12-4333-8AD6-F91BEA25ACDA}"/>
          </ac:spMkLst>
        </pc:spChg>
        <pc:spChg chg="add mod">
          <ac:chgData name="翟 锐" userId="fef11181f709266a" providerId="LiveId" clId="{9186E0CD-109D-47DE-8883-49F901FD74B3}" dt="2020-08-11T07:40:22.137" v="591" actId="1076"/>
          <ac:spMkLst>
            <pc:docMk/>
            <pc:sldMk cId="3798856873" sldId="524"/>
            <ac:spMk id="16" creationId="{09BEF1F9-707F-46CB-8BDD-5A5E76AC182A}"/>
          </ac:spMkLst>
        </pc:spChg>
        <pc:spChg chg="add mod">
          <ac:chgData name="翟 锐" userId="fef11181f709266a" providerId="LiveId" clId="{9186E0CD-109D-47DE-8883-49F901FD74B3}" dt="2020-08-11T07:40:22.137" v="591" actId="1076"/>
          <ac:spMkLst>
            <pc:docMk/>
            <pc:sldMk cId="3798856873" sldId="524"/>
            <ac:spMk id="17" creationId="{3ACED74C-0CC1-49B4-BC2C-5F25B8E1CD7C}"/>
          </ac:spMkLst>
        </pc:spChg>
        <pc:spChg chg="add mod">
          <ac:chgData name="翟 锐" userId="fef11181f709266a" providerId="LiveId" clId="{9186E0CD-109D-47DE-8883-49F901FD74B3}" dt="2020-08-11T07:40:22.137" v="591" actId="1076"/>
          <ac:spMkLst>
            <pc:docMk/>
            <pc:sldMk cId="3798856873" sldId="524"/>
            <ac:spMk id="18" creationId="{A48981F7-B92E-446F-964D-C7C718E6EFA3}"/>
          </ac:spMkLst>
        </pc:spChg>
        <pc:spChg chg="add mod">
          <ac:chgData name="翟 锐" userId="fef11181f709266a" providerId="LiveId" clId="{9186E0CD-109D-47DE-8883-49F901FD74B3}" dt="2020-08-11T07:40:22.137" v="591" actId="1076"/>
          <ac:spMkLst>
            <pc:docMk/>
            <pc:sldMk cId="3798856873" sldId="524"/>
            <ac:spMk id="19" creationId="{A530C506-9AB1-4C20-A5B2-130AE912ED15}"/>
          </ac:spMkLst>
        </pc:spChg>
        <pc:spChg chg="mod">
          <ac:chgData name="翟 锐" userId="fef11181f709266a" providerId="LiveId" clId="{9186E0CD-109D-47DE-8883-49F901FD74B3}" dt="2020-08-11T07:40:48.885" v="597" actId="6549"/>
          <ac:spMkLst>
            <pc:docMk/>
            <pc:sldMk cId="3798856873" sldId="524"/>
            <ac:spMk id="35" creationId="{00000000-0000-0000-0000-000000000000}"/>
          </ac:spMkLst>
        </pc:spChg>
        <pc:spChg chg="del mod">
          <ac:chgData name="翟 锐" userId="fef11181f709266a" providerId="LiveId" clId="{9186E0CD-109D-47DE-8883-49F901FD74B3}" dt="2020-08-11T07:40:09.868" v="589" actId="478"/>
          <ac:spMkLst>
            <pc:docMk/>
            <pc:sldMk cId="3798856873" sldId="524"/>
            <ac:spMk id="6153" creationId="{00000000-0000-0000-0000-000000000000}"/>
          </ac:spMkLst>
        </pc:spChg>
        <pc:grpChg chg="add del mod">
          <ac:chgData name="翟 锐" userId="fef11181f709266a" providerId="LiveId" clId="{9186E0CD-109D-47DE-8883-49F901FD74B3}" dt="2020-08-11T07:39:17.400" v="562"/>
          <ac:grpSpMkLst>
            <pc:docMk/>
            <pc:sldMk cId="3798856873" sldId="524"/>
            <ac:grpSpMk id="6" creationId="{79AA6AB5-92B6-4521-A976-AF329DD293AC}"/>
          </ac:grpSpMkLst>
        </pc:grpChg>
        <pc:cxnChg chg="mod">
          <ac:chgData name="翟 锐" userId="fef11181f709266a" providerId="LiveId" clId="{9186E0CD-109D-47DE-8883-49F901FD74B3}" dt="2020-08-11T07:39:07.344" v="559"/>
          <ac:cxnSpMkLst>
            <pc:docMk/>
            <pc:sldMk cId="3798856873" sldId="524"/>
            <ac:cxnSpMk id="11" creationId="{DFF15780-E6C0-4ED6-8690-89276B6B5C46}"/>
          </ac:cxnSpMkLst>
        </pc:cxnChg>
        <pc:cxnChg chg="mod">
          <ac:chgData name="翟 锐" userId="fef11181f709266a" providerId="LiveId" clId="{9186E0CD-109D-47DE-8883-49F901FD74B3}" dt="2020-08-11T07:39:07.344" v="559"/>
          <ac:cxnSpMkLst>
            <pc:docMk/>
            <pc:sldMk cId="3798856873" sldId="524"/>
            <ac:cxnSpMk id="12" creationId="{BF7F1788-37DA-4B65-BCAF-6A02368C7961}"/>
          </ac:cxnSpMkLst>
        </pc:cxnChg>
        <pc:cxnChg chg="mod">
          <ac:chgData name="翟 锐" userId="fef11181f709266a" providerId="LiveId" clId="{9186E0CD-109D-47DE-8883-49F901FD74B3}" dt="2020-08-11T07:39:07.344" v="559"/>
          <ac:cxnSpMkLst>
            <pc:docMk/>
            <pc:sldMk cId="3798856873" sldId="524"/>
            <ac:cxnSpMk id="13" creationId="{FA0375B3-BC5E-4CC3-B3A1-AA60ACE2AD3E}"/>
          </ac:cxnSpMkLst>
        </pc:cxnChg>
        <pc:cxnChg chg="mod">
          <ac:chgData name="翟 锐" userId="fef11181f709266a" providerId="LiveId" clId="{9186E0CD-109D-47DE-8883-49F901FD74B3}" dt="2020-08-11T07:39:07.344" v="559"/>
          <ac:cxnSpMkLst>
            <pc:docMk/>
            <pc:sldMk cId="3798856873" sldId="524"/>
            <ac:cxnSpMk id="14" creationId="{B017B143-68B2-410D-BFAC-3A3E127F3ADD}"/>
          </ac:cxnSpMkLst>
        </pc:cxnChg>
        <pc:cxnChg chg="add mod">
          <ac:chgData name="翟 锐" userId="fef11181f709266a" providerId="LiveId" clId="{9186E0CD-109D-47DE-8883-49F901FD74B3}" dt="2020-08-11T07:40:22.137" v="591" actId="1076"/>
          <ac:cxnSpMkLst>
            <pc:docMk/>
            <pc:sldMk cId="3798856873" sldId="524"/>
            <ac:cxnSpMk id="20" creationId="{91B42AB8-2222-40AA-BD9A-F88ACE31A017}"/>
          </ac:cxnSpMkLst>
        </pc:cxnChg>
        <pc:cxnChg chg="add mod">
          <ac:chgData name="翟 锐" userId="fef11181f709266a" providerId="LiveId" clId="{9186E0CD-109D-47DE-8883-49F901FD74B3}" dt="2020-08-11T07:40:22.137" v="591" actId="1076"/>
          <ac:cxnSpMkLst>
            <pc:docMk/>
            <pc:sldMk cId="3798856873" sldId="524"/>
            <ac:cxnSpMk id="21" creationId="{337A3DC7-4B5F-4CB1-84F6-94979CF4F5F4}"/>
          </ac:cxnSpMkLst>
        </pc:cxnChg>
        <pc:cxnChg chg="add mod">
          <ac:chgData name="翟 锐" userId="fef11181f709266a" providerId="LiveId" clId="{9186E0CD-109D-47DE-8883-49F901FD74B3}" dt="2020-08-11T07:40:22.137" v="591" actId="1076"/>
          <ac:cxnSpMkLst>
            <pc:docMk/>
            <pc:sldMk cId="3798856873" sldId="524"/>
            <ac:cxnSpMk id="22" creationId="{A6655F0C-8171-4497-BA04-3C7E85F3DC52}"/>
          </ac:cxnSpMkLst>
        </pc:cxnChg>
        <pc:cxnChg chg="add mod">
          <ac:chgData name="翟 锐" userId="fef11181f709266a" providerId="LiveId" clId="{9186E0CD-109D-47DE-8883-49F901FD74B3}" dt="2020-08-11T07:40:22.137" v="591" actId="1076"/>
          <ac:cxnSpMkLst>
            <pc:docMk/>
            <pc:sldMk cId="3798856873" sldId="524"/>
            <ac:cxnSpMk id="23" creationId="{6E9DCE12-9FFF-4B17-B4F0-0A17088C1FC1}"/>
          </ac:cxnSpMkLst>
        </pc:cxnChg>
      </pc:sldChg>
      <pc:sldChg chg="addSp delSp modSp add del mod">
        <pc:chgData name="翟 锐" userId="fef11181f709266a" providerId="LiveId" clId="{9186E0CD-109D-47DE-8883-49F901FD74B3}" dt="2020-08-11T07:40:00.196" v="585"/>
        <pc:sldMkLst>
          <pc:docMk/>
          <pc:sldMk cId="318237467" sldId="525"/>
        </pc:sldMkLst>
        <pc:spChg chg="mod">
          <ac:chgData name="翟 锐" userId="fef11181f709266a" providerId="LiveId" clId="{9186E0CD-109D-47DE-8883-49F901FD74B3}" dt="2020-08-11T07:39:42.196" v="572"/>
          <ac:spMkLst>
            <pc:docMk/>
            <pc:sldMk cId="318237467" sldId="525"/>
            <ac:spMk id="22" creationId="{D7121ADF-5639-4611-B9BC-192C2E9976DA}"/>
          </ac:spMkLst>
        </pc:spChg>
        <pc:spChg chg="mod">
          <ac:chgData name="翟 锐" userId="fef11181f709266a" providerId="LiveId" clId="{9186E0CD-109D-47DE-8883-49F901FD74B3}" dt="2020-08-11T07:39:42.196" v="572"/>
          <ac:spMkLst>
            <pc:docMk/>
            <pc:sldMk cId="318237467" sldId="525"/>
            <ac:spMk id="23" creationId="{CC93C28A-AFFE-4753-8AF3-1BAA0BB31C25}"/>
          </ac:spMkLst>
        </pc:spChg>
        <pc:spChg chg="mod">
          <ac:chgData name="翟 锐" userId="fef11181f709266a" providerId="LiveId" clId="{9186E0CD-109D-47DE-8883-49F901FD74B3}" dt="2020-08-11T07:39:42.196" v="572"/>
          <ac:spMkLst>
            <pc:docMk/>
            <pc:sldMk cId="318237467" sldId="525"/>
            <ac:spMk id="24" creationId="{9DFED259-BAD8-45DC-95EE-D3092EFBC75B}"/>
          </ac:spMkLst>
        </pc:spChg>
        <pc:spChg chg="mod">
          <ac:chgData name="翟 锐" userId="fef11181f709266a" providerId="LiveId" clId="{9186E0CD-109D-47DE-8883-49F901FD74B3}" dt="2020-08-11T07:39:42.196" v="572"/>
          <ac:spMkLst>
            <pc:docMk/>
            <pc:sldMk cId="318237467" sldId="525"/>
            <ac:spMk id="25" creationId="{AF05B0A9-CBC6-4A91-A8AE-3F9149C9B2A7}"/>
          </ac:spMkLst>
        </pc:spChg>
        <pc:grpChg chg="add del mod">
          <ac:chgData name="翟 锐" userId="fef11181f709266a" providerId="LiveId" clId="{9186E0CD-109D-47DE-8883-49F901FD74B3}" dt="2020-08-11T07:39:59.632" v="583"/>
          <ac:grpSpMkLst>
            <pc:docMk/>
            <pc:sldMk cId="318237467" sldId="525"/>
            <ac:grpSpMk id="13" creationId="{23469F8E-C99B-47BB-BBD9-9EB2F05F701D}"/>
          </ac:grpSpMkLst>
        </pc:grpChg>
        <pc:grpChg chg="add del">
          <ac:chgData name="翟 锐" userId="fef11181f709266a" providerId="LiveId" clId="{9186E0CD-109D-47DE-8883-49F901FD74B3}" dt="2020-08-11T07:39:59.879" v="584" actId="478"/>
          <ac:grpSpMkLst>
            <pc:docMk/>
            <pc:sldMk cId="318237467" sldId="525"/>
            <ac:grpSpMk id="14" creationId="{558E8959-AC0F-4CE1-8976-5871DE6269FA}"/>
          </ac:grpSpMkLst>
        </pc:grpChg>
        <pc:cxnChg chg="mod">
          <ac:chgData name="翟 锐" userId="fef11181f709266a" providerId="LiveId" clId="{9186E0CD-109D-47DE-8883-49F901FD74B3}" dt="2020-08-11T07:39:59.879" v="584" actId="478"/>
          <ac:cxnSpMkLst>
            <pc:docMk/>
            <pc:sldMk cId="318237467" sldId="525"/>
            <ac:cxnSpMk id="18" creationId="{6E124403-DBE0-4CDF-86CA-0FC3AFD1DA30}"/>
          </ac:cxnSpMkLst>
        </pc:cxnChg>
        <pc:cxnChg chg="mod">
          <ac:chgData name="翟 锐" userId="fef11181f709266a" providerId="LiveId" clId="{9186E0CD-109D-47DE-8883-49F901FD74B3}" dt="2020-08-11T07:39:59.879" v="584" actId="478"/>
          <ac:cxnSpMkLst>
            <pc:docMk/>
            <pc:sldMk cId="318237467" sldId="525"/>
            <ac:cxnSpMk id="19" creationId="{27C8ADA0-7DFC-486A-BE74-AAD0C58753C9}"/>
          </ac:cxnSpMkLst>
        </pc:cxnChg>
        <pc:cxnChg chg="mod">
          <ac:chgData name="翟 锐" userId="fef11181f709266a" providerId="LiveId" clId="{9186E0CD-109D-47DE-8883-49F901FD74B3}" dt="2020-08-11T07:39:59.879" v="584" actId="478"/>
          <ac:cxnSpMkLst>
            <pc:docMk/>
            <pc:sldMk cId="318237467" sldId="525"/>
            <ac:cxnSpMk id="21" creationId="{F3B89A50-462D-43A6-919B-FD134E0EBD82}"/>
          </ac:cxnSpMkLst>
        </pc:cxnChg>
        <pc:cxnChg chg="mod">
          <ac:chgData name="翟 锐" userId="fef11181f709266a" providerId="LiveId" clId="{9186E0CD-109D-47DE-8883-49F901FD74B3}" dt="2020-08-11T07:39:42.196" v="572"/>
          <ac:cxnSpMkLst>
            <pc:docMk/>
            <pc:sldMk cId="318237467" sldId="525"/>
            <ac:cxnSpMk id="26" creationId="{B4B09451-5DD2-4CDB-817A-D83BB3374921}"/>
          </ac:cxnSpMkLst>
        </pc:cxnChg>
        <pc:cxnChg chg="mod">
          <ac:chgData name="翟 锐" userId="fef11181f709266a" providerId="LiveId" clId="{9186E0CD-109D-47DE-8883-49F901FD74B3}" dt="2020-08-11T07:39:42.196" v="572"/>
          <ac:cxnSpMkLst>
            <pc:docMk/>
            <pc:sldMk cId="318237467" sldId="525"/>
            <ac:cxnSpMk id="27" creationId="{D3AF86A8-CDBE-47A0-BE72-97AC10BE8ADC}"/>
          </ac:cxnSpMkLst>
        </pc:cxnChg>
        <pc:cxnChg chg="mod">
          <ac:chgData name="翟 锐" userId="fef11181f709266a" providerId="LiveId" clId="{9186E0CD-109D-47DE-8883-49F901FD74B3}" dt="2020-08-11T07:39:42.196" v="572"/>
          <ac:cxnSpMkLst>
            <pc:docMk/>
            <pc:sldMk cId="318237467" sldId="525"/>
            <ac:cxnSpMk id="28" creationId="{34FDD286-8A18-45EB-B9A2-EC8BABED16F2}"/>
          </ac:cxnSpMkLst>
        </pc:cxnChg>
        <pc:cxnChg chg="mod">
          <ac:chgData name="翟 锐" userId="fef11181f709266a" providerId="LiveId" clId="{9186E0CD-109D-47DE-8883-49F901FD74B3}" dt="2020-08-11T07:39:42.196" v="572"/>
          <ac:cxnSpMkLst>
            <pc:docMk/>
            <pc:sldMk cId="318237467" sldId="525"/>
            <ac:cxnSpMk id="29" creationId="{8A23BFF7-6685-4E88-AB91-92B552012AFC}"/>
          </ac:cxnSpMkLst>
        </pc:cxnChg>
      </pc:sldChg>
      <pc:sldChg chg="addSp delSp modSp add mod modAnim">
        <pc:chgData name="翟 锐" userId="fef11181f709266a" providerId="LiveId" clId="{9186E0CD-109D-47DE-8883-49F901FD74B3}" dt="2020-08-11T07:41:17.006" v="603" actId="1076"/>
        <pc:sldMkLst>
          <pc:docMk/>
          <pc:sldMk cId="1863681333" sldId="525"/>
        </pc:sldMkLst>
        <pc:spChg chg="add mod">
          <ac:chgData name="翟 锐" userId="fef11181f709266a" providerId="LiveId" clId="{9186E0CD-109D-47DE-8883-49F901FD74B3}" dt="2020-08-11T07:41:17.006" v="603" actId="1076"/>
          <ac:spMkLst>
            <pc:docMk/>
            <pc:sldMk cId="1863681333" sldId="525"/>
            <ac:spMk id="2" creationId="{6A7D786C-40D4-49E1-A7F1-0369C4779513}"/>
          </ac:spMkLst>
        </pc:spChg>
        <pc:spChg chg="del mod">
          <ac:chgData name="翟 锐" userId="fef11181f709266a" providerId="LiveId" clId="{9186E0CD-109D-47DE-8883-49F901FD74B3}" dt="2020-08-11T07:41:09.584" v="601" actId="478"/>
          <ac:spMkLst>
            <pc:docMk/>
            <pc:sldMk cId="1863681333" sldId="525"/>
            <ac:spMk id="6153" creationId="{00000000-0000-0000-0000-000000000000}"/>
          </ac:spMkLst>
        </pc:spChg>
      </pc:sldChg>
      <pc:sldChg chg="addSp delSp modSp add mod">
        <pc:chgData name="翟 锐" userId="fef11181f709266a" providerId="LiveId" clId="{9186E0CD-109D-47DE-8883-49F901FD74B3}" dt="2020-08-11T07:41:36.192" v="608" actId="1076"/>
        <pc:sldMkLst>
          <pc:docMk/>
          <pc:sldMk cId="213587464" sldId="526"/>
        </pc:sldMkLst>
        <pc:spChg chg="del">
          <ac:chgData name="翟 锐" userId="fef11181f709266a" providerId="LiveId" clId="{9186E0CD-109D-47DE-8883-49F901FD74B3}" dt="2020-08-11T07:41:28.371" v="606" actId="478"/>
          <ac:spMkLst>
            <pc:docMk/>
            <pc:sldMk cId="213587464" sldId="526"/>
            <ac:spMk id="2" creationId="{6A7D786C-40D4-49E1-A7F1-0369C4779513}"/>
          </ac:spMkLst>
        </pc:spChg>
        <pc:spChg chg="add mod">
          <ac:chgData name="翟 锐" userId="fef11181f709266a" providerId="LiveId" clId="{9186E0CD-109D-47DE-8883-49F901FD74B3}" dt="2020-08-11T07:41:36.192" v="608" actId="1076"/>
          <ac:spMkLst>
            <pc:docMk/>
            <pc:sldMk cId="213587464" sldId="526"/>
            <ac:spMk id="3" creationId="{7BA17B83-B821-4799-9D76-DA8D0C88DE96}"/>
          </ac:spMkLst>
        </pc:spChg>
      </pc:sldChg>
      <pc:sldChg chg="modSp add">
        <pc:chgData name="翟 锐" userId="fef11181f709266a" providerId="LiveId" clId="{9186E0CD-109D-47DE-8883-49F901FD74B3}" dt="2020-08-11T16:08:27.353" v="978" actId="20577"/>
        <pc:sldMkLst>
          <pc:docMk/>
          <pc:sldMk cId="3377042063" sldId="527"/>
        </pc:sldMkLst>
        <pc:spChg chg="mod">
          <ac:chgData name="翟 锐" userId="fef11181f709266a" providerId="LiveId" clId="{9186E0CD-109D-47DE-8883-49F901FD74B3}" dt="2020-08-11T16:08:27.353" v="978" actId="20577"/>
          <ac:spMkLst>
            <pc:docMk/>
            <pc:sldMk cId="3377042063" sldId="527"/>
            <ac:spMk id="2" creationId="{00000000-0000-0000-0000-000000000000}"/>
          </ac:spMkLst>
        </pc:spChg>
      </pc:sldChg>
      <pc:sldChg chg="addSp delSp modSp add mod modAnim">
        <pc:chgData name="翟 锐" userId="fef11181f709266a" providerId="LiveId" clId="{9186E0CD-109D-47DE-8883-49F901FD74B3}" dt="2020-08-11T15:49:25.061" v="682" actId="1076"/>
        <pc:sldMkLst>
          <pc:docMk/>
          <pc:sldMk cId="2247187880" sldId="528"/>
        </pc:sldMkLst>
        <pc:spChg chg="del">
          <ac:chgData name="翟 锐" userId="fef11181f709266a" providerId="LiveId" clId="{9186E0CD-109D-47DE-8883-49F901FD74B3}" dt="2020-08-11T15:49:19.034" v="680" actId="478"/>
          <ac:spMkLst>
            <pc:docMk/>
            <pc:sldMk cId="2247187880" sldId="528"/>
            <ac:spMk id="3" creationId="{7BA17B83-B821-4799-9D76-DA8D0C88DE96}"/>
          </ac:spMkLst>
        </pc:spChg>
        <pc:spChg chg="add mod">
          <ac:chgData name="翟 锐" userId="fef11181f709266a" providerId="LiveId" clId="{9186E0CD-109D-47DE-8883-49F901FD74B3}" dt="2020-08-11T15:49:25.061" v="682" actId="1076"/>
          <ac:spMkLst>
            <pc:docMk/>
            <pc:sldMk cId="2247187880" sldId="528"/>
            <ac:spMk id="6" creationId="{776CD6C9-EBB3-4DA3-BA09-2AA57E5AAEEB}"/>
          </ac:spMkLst>
        </pc:spChg>
        <pc:spChg chg="add mod">
          <ac:chgData name="翟 锐" userId="fef11181f709266a" providerId="LiveId" clId="{9186E0CD-109D-47DE-8883-49F901FD74B3}" dt="2020-08-11T15:49:25.061" v="682" actId="1076"/>
          <ac:spMkLst>
            <pc:docMk/>
            <pc:sldMk cId="2247187880" sldId="528"/>
            <ac:spMk id="7" creationId="{B4791DBE-7EA5-47B0-ADB8-F4FD53D23FBC}"/>
          </ac:spMkLst>
        </pc:spChg>
        <pc:spChg chg="add mod">
          <ac:chgData name="翟 锐" userId="fef11181f709266a" providerId="LiveId" clId="{9186E0CD-109D-47DE-8883-49F901FD74B3}" dt="2020-08-11T15:49:25.061" v="682" actId="1076"/>
          <ac:spMkLst>
            <pc:docMk/>
            <pc:sldMk cId="2247187880" sldId="528"/>
            <ac:spMk id="8" creationId="{6931FF21-8552-451C-8496-03221D36F3A0}"/>
          </ac:spMkLst>
        </pc:spChg>
        <pc:spChg chg="add mod">
          <ac:chgData name="翟 锐" userId="fef11181f709266a" providerId="LiveId" clId="{9186E0CD-109D-47DE-8883-49F901FD74B3}" dt="2020-08-11T15:49:25.061" v="682" actId="1076"/>
          <ac:spMkLst>
            <pc:docMk/>
            <pc:sldMk cId="2247187880" sldId="528"/>
            <ac:spMk id="9" creationId="{36F55687-19FD-45D9-B3AA-5A0EBCB190BF}"/>
          </ac:spMkLst>
        </pc:spChg>
        <pc:spChg chg="mod">
          <ac:chgData name="翟 锐" userId="fef11181f709266a" providerId="LiveId" clId="{9186E0CD-109D-47DE-8883-49F901FD74B3}" dt="2020-08-11T15:49:09.490" v="678"/>
          <ac:spMkLst>
            <pc:docMk/>
            <pc:sldMk cId="2247187880" sldId="528"/>
            <ac:spMk id="35" creationId="{00000000-0000-0000-0000-000000000000}"/>
          </ac:spMkLst>
        </pc:spChg>
      </pc:sldChg>
      <pc:sldChg chg="addSp delSp modSp add mod modAnim">
        <pc:chgData name="翟 锐" userId="fef11181f709266a" providerId="LiveId" clId="{9186E0CD-109D-47DE-8883-49F901FD74B3}" dt="2020-08-11T15:49:54.409" v="692" actId="1076"/>
        <pc:sldMkLst>
          <pc:docMk/>
          <pc:sldMk cId="2327867712" sldId="529"/>
        </pc:sldMkLst>
        <pc:spChg chg="del">
          <ac:chgData name="翟 锐" userId="fef11181f709266a" providerId="LiveId" clId="{9186E0CD-109D-47DE-8883-49F901FD74B3}" dt="2020-08-11T15:49:44.279" v="688" actId="478"/>
          <ac:spMkLst>
            <pc:docMk/>
            <pc:sldMk cId="2327867712" sldId="529"/>
            <ac:spMk id="3" creationId="{7BA17B83-B821-4799-9D76-DA8D0C88DE96}"/>
          </ac:spMkLst>
        </pc:spChg>
        <pc:spChg chg="add mod">
          <ac:chgData name="翟 锐" userId="fef11181f709266a" providerId="LiveId" clId="{9186E0CD-109D-47DE-8883-49F901FD74B3}" dt="2020-08-11T15:49:54.409" v="692" actId="1076"/>
          <ac:spMkLst>
            <pc:docMk/>
            <pc:sldMk cId="2327867712" sldId="529"/>
            <ac:spMk id="6" creationId="{5C76E53A-6861-4E3C-A61E-EB5C9423E41E}"/>
          </ac:spMkLst>
        </pc:spChg>
        <pc:spChg chg="add mod">
          <ac:chgData name="翟 锐" userId="fef11181f709266a" providerId="LiveId" clId="{9186E0CD-109D-47DE-8883-49F901FD74B3}" dt="2020-08-11T15:49:54.409" v="692" actId="1076"/>
          <ac:spMkLst>
            <pc:docMk/>
            <pc:sldMk cId="2327867712" sldId="529"/>
            <ac:spMk id="7" creationId="{CD2904B8-E61D-4508-9F7F-CBE57BAFBBE4}"/>
          </ac:spMkLst>
        </pc:spChg>
        <pc:spChg chg="add mod">
          <ac:chgData name="翟 锐" userId="fef11181f709266a" providerId="LiveId" clId="{9186E0CD-109D-47DE-8883-49F901FD74B3}" dt="2020-08-11T15:49:54.409" v="692" actId="1076"/>
          <ac:spMkLst>
            <pc:docMk/>
            <pc:sldMk cId="2327867712" sldId="529"/>
            <ac:spMk id="8" creationId="{846C1D5C-B505-4C4F-985F-877222C67FB7}"/>
          </ac:spMkLst>
        </pc:spChg>
        <pc:spChg chg="add mod">
          <ac:chgData name="翟 锐" userId="fef11181f709266a" providerId="LiveId" clId="{9186E0CD-109D-47DE-8883-49F901FD74B3}" dt="2020-08-11T15:49:54.409" v="692" actId="1076"/>
          <ac:spMkLst>
            <pc:docMk/>
            <pc:sldMk cId="2327867712" sldId="529"/>
            <ac:spMk id="9" creationId="{E408ECC0-2E74-4495-94DB-0CD14F6962D0}"/>
          </ac:spMkLst>
        </pc:spChg>
        <pc:spChg chg="add mod">
          <ac:chgData name="翟 锐" userId="fef11181f709266a" providerId="LiveId" clId="{9186E0CD-109D-47DE-8883-49F901FD74B3}" dt="2020-08-11T15:49:54.409" v="692" actId="1076"/>
          <ac:spMkLst>
            <pc:docMk/>
            <pc:sldMk cId="2327867712" sldId="529"/>
            <ac:spMk id="10" creationId="{7D296D20-42DB-49C0-A851-EE25272E381E}"/>
          </ac:spMkLst>
        </pc:spChg>
        <pc:spChg chg="add mod">
          <ac:chgData name="翟 锐" userId="fef11181f709266a" providerId="LiveId" clId="{9186E0CD-109D-47DE-8883-49F901FD74B3}" dt="2020-08-11T15:49:54.409" v="692" actId="1076"/>
          <ac:spMkLst>
            <pc:docMk/>
            <pc:sldMk cId="2327867712" sldId="529"/>
            <ac:spMk id="11" creationId="{9578F846-3589-46EB-A61D-A14F6F1096DE}"/>
          </ac:spMkLst>
        </pc:spChg>
        <pc:spChg chg="add mod">
          <ac:chgData name="翟 锐" userId="fef11181f709266a" providerId="LiveId" clId="{9186E0CD-109D-47DE-8883-49F901FD74B3}" dt="2020-08-11T15:49:54.409" v="692" actId="1076"/>
          <ac:spMkLst>
            <pc:docMk/>
            <pc:sldMk cId="2327867712" sldId="529"/>
            <ac:spMk id="14" creationId="{70CD2A27-77ED-4D72-9BE0-3381A6CB4470}"/>
          </ac:spMkLst>
        </pc:spChg>
        <pc:spChg chg="mod">
          <ac:chgData name="翟 锐" userId="fef11181f709266a" providerId="LiveId" clId="{9186E0CD-109D-47DE-8883-49F901FD74B3}" dt="2020-08-11T15:49:42.124" v="687"/>
          <ac:spMkLst>
            <pc:docMk/>
            <pc:sldMk cId="2327867712" sldId="529"/>
            <ac:spMk id="35" creationId="{00000000-0000-0000-0000-000000000000}"/>
          </ac:spMkLst>
        </pc:spChg>
        <pc:cxnChg chg="add mod">
          <ac:chgData name="翟 锐" userId="fef11181f709266a" providerId="LiveId" clId="{9186E0CD-109D-47DE-8883-49F901FD74B3}" dt="2020-08-11T15:49:54.409" v="692" actId="1076"/>
          <ac:cxnSpMkLst>
            <pc:docMk/>
            <pc:sldMk cId="2327867712" sldId="529"/>
            <ac:cxnSpMk id="12" creationId="{614A42F8-603E-4F8B-8095-8DE8AEF70D26}"/>
          </ac:cxnSpMkLst>
        </pc:cxnChg>
        <pc:cxnChg chg="add mod">
          <ac:chgData name="翟 锐" userId="fef11181f709266a" providerId="LiveId" clId="{9186E0CD-109D-47DE-8883-49F901FD74B3}" dt="2020-08-11T15:49:54.409" v="692" actId="1076"/>
          <ac:cxnSpMkLst>
            <pc:docMk/>
            <pc:sldMk cId="2327867712" sldId="529"/>
            <ac:cxnSpMk id="13" creationId="{3479E6DC-1036-4975-9D14-23D9822C1B0A}"/>
          </ac:cxnSpMkLst>
        </pc:cxnChg>
      </pc:sldChg>
      <pc:sldChg chg="add del ord">
        <pc:chgData name="翟 锐" userId="fef11181f709266a" providerId="LiveId" clId="{9186E0CD-109D-47DE-8883-49F901FD74B3}" dt="2020-08-11T15:51:05.987" v="715" actId="47"/>
        <pc:sldMkLst>
          <pc:docMk/>
          <pc:sldMk cId="1726397910" sldId="530"/>
        </pc:sldMkLst>
      </pc:sldChg>
      <pc:sldChg chg="addSp delSp modSp add mod modAnim">
        <pc:chgData name="翟 锐" userId="fef11181f709266a" providerId="LiveId" clId="{9186E0CD-109D-47DE-8883-49F901FD74B3}" dt="2020-08-12T03:48:02.268" v="3103" actId="6549"/>
        <pc:sldMkLst>
          <pc:docMk/>
          <pc:sldMk cId="1634610131" sldId="531"/>
        </pc:sldMkLst>
        <pc:spChg chg="del">
          <ac:chgData name="翟 锐" userId="fef11181f709266a" providerId="LiveId" clId="{9186E0CD-109D-47DE-8883-49F901FD74B3}" dt="2020-08-11T15:50:47.482" v="708" actId="478"/>
          <ac:spMkLst>
            <pc:docMk/>
            <pc:sldMk cId="1634610131" sldId="531"/>
            <ac:spMk id="3" creationId="{7BA17B83-B821-4799-9D76-DA8D0C88DE96}"/>
          </ac:spMkLst>
        </pc:spChg>
        <pc:spChg chg="add mod">
          <ac:chgData name="翟 锐" userId="fef11181f709266a" providerId="LiveId" clId="{9186E0CD-109D-47DE-8883-49F901FD74B3}" dt="2020-08-11T15:50:58.925" v="712" actId="1076"/>
          <ac:spMkLst>
            <pc:docMk/>
            <pc:sldMk cId="1634610131" sldId="531"/>
            <ac:spMk id="6" creationId="{B68C979F-5215-4F49-B08D-00F83E44D1A2}"/>
          </ac:spMkLst>
        </pc:spChg>
        <pc:spChg chg="add mod">
          <ac:chgData name="翟 锐" userId="fef11181f709266a" providerId="LiveId" clId="{9186E0CD-109D-47DE-8883-49F901FD74B3}" dt="2020-08-12T03:48:02.268" v="3103" actId="6549"/>
          <ac:spMkLst>
            <pc:docMk/>
            <pc:sldMk cId="1634610131" sldId="531"/>
            <ac:spMk id="7" creationId="{1F480A2A-6C0A-476E-AB79-2917C392269E}"/>
          </ac:spMkLst>
        </pc:spChg>
        <pc:spChg chg="add mod">
          <ac:chgData name="翟 锐" userId="fef11181f709266a" providerId="LiveId" clId="{9186E0CD-109D-47DE-8883-49F901FD74B3}" dt="2020-08-11T15:50:58.925" v="712" actId="1076"/>
          <ac:spMkLst>
            <pc:docMk/>
            <pc:sldMk cId="1634610131" sldId="531"/>
            <ac:spMk id="8" creationId="{FBEF0283-EE7B-4BBA-B4D2-DC5282CBDC61}"/>
          </ac:spMkLst>
        </pc:spChg>
        <pc:spChg chg="mod">
          <ac:chgData name="翟 锐" userId="fef11181f709266a" providerId="LiveId" clId="{9186E0CD-109D-47DE-8883-49F901FD74B3}" dt="2020-08-11T15:50:45.306" v="707"/>
          <ac:spMkLst>
            <pc:docMk/>
            <pc:sldMk cId="1634610131" sldId="531"/>
            <ac:spMk id="35" creationId="{00000000-0000-0000-0000-000000000000}"/>
          </ac:spMkLst>
        </pc:spChg>
      </pc:sldChg>
      <pc:sldChg chg="addSp delSp modSp add del mod modAnim">
        <pc:chgData name="翟 锐" userId="fef11181f709266a" providerId="LiveId" clId="{9186E0CD-109D-47DE-8883-49F901FD74B3}" dt="2020-08-12T03:40:47.077" v="2760" actId="47"/>
        <pc:sldMkLst>
          <pc:docMk/>
          <pc:sldMk cId="3658105287" sldId="532"/>
        </pc:sldMkLst>
        <pc:spChg chg="del">
          <ac:chgData name="翟 锐" userId="fef11181f709266a" providerId="LiveId" clId="{9186E0CD-109D-47DE-8883-49F901FD74B3}" dt="2020-08-11T15:51:26.407" v="724" actId="478"/>
          <ac:spMkLst>
            <pc:docMk/>
            <pc:sldMk cId="3658105287" sldId="532"/>
            <ac:spMk id="3" creationId="{7BA17B83-B821-4799-9D76-DA8D0C88DE96}"/>
          </ac:spMkLst>
        </pc:spChg>
        <pc:spChg chg="add del mod">
          <ac:chgData name="翟 锐" userId="fef11181f709266a" providerId="LiveId" clId="{9186E0CD-109D-47DE-8883-49F901FD74B3}" dt="2020-08-12T03:39:22.492" v="2750" actId="21"/>
          <ac:spMkLst>
            <pc:docMk/>
            <pc:sldMk cId="3658105287" sldId="532"/>
            <ac:spMk id="6" creationId="{F21C6068-9856-443C-8F0B-88A1EE474CD3}"/>
          </ac:spMkLst>
        </pc:spChg>
        <pc:spChg chg="add mod">
          <ac:chgData name="翟 锐" userId="fef11181f709266a" providerId="LiveId" clId="{9186E0CD-109D-47DE-8883-49F901FD74B3}" dt="2020-08-11T15:51:36.597" v="728" actId="1076"/>
          <ac:spMkLst>
            <pc:docMk/>
            <pc:sldMk cId="3658105287" sldId="532"/>
            <ac:spMk id="7" creationId="{11E25BCB-4ED2-4EA9-A31C-1CFE971ED4C4}"/>
          </ac:spMkLst>
        </pc:spChg>
        <pc:spChg chg="add mod">
          <ac:chgData name="翟 锐" userId="fef11181f709266a" providerId="LiveId" clId="{9186E0CD-109D-47DE-8883-49F901FD74B3}" dt="2020-08-11T15:51:36.597" v="728" actId="1076"/>
          <ac:spMkLst>
            <pc:docMk/>
            <pc:sldMk cId="3658105287" sldId="532"/>
            <ac:spMk id="8" creationId="{DF039C8A-D6DF-44EE-BFE8-368F5334D4C9}"/>
          </ac:spMkLst>
        </pc:spChg>
        <pc:spChg chg="add mod">
          <ac:chgData name="翟 锐" userId="fef11181f709266a" providerId="LiveId" clId="{9186E0CD-109D-47DE-8883-49F901FD74B3}" dt="2020-08-11T15:51:36.597" v="728" actId="1076"/>
          <ac:spMkLst>
            <pc:docMk/>
            <pc:sldMk cId="3658105287" sldId="532"/>
            <ac:spMk id="9" creationId="{18B81E8F-2611-4A3B-858D-0DF2979F9146}"/>
          </ac:spMkLst>
        </pc:spChg>
        <pc:spChg chg="mod">
          <ac:chgData name="翟 锐" userId="fef11181f709266a" providerId="LiveId" clId="{9186E0CD-109D-47DE-8883-49F901FD74B3}" dt="2020-08-11T15:51:23.641" v="723"/>
          <ac:spMkLst>
            <pc:docMk/>
            <pc:sldMk cId="3658105287" sldId="532"/>
            <ac:spMk id="35" creationId="{00000000-0000-0000-0000-000000000000}"/>
          </ac:spMkLst>
        </pc:spChg>
      </pc:sldChg>
      <pc:sldChg chg="addSp delSp modSp add mod modAnim">
        <pc:chgData name="翟 锐" userId="fef11181f709266a" providerId="LiveId" clId="{9186E0CD-109D-47DE-8883-49F901FD74B3}" dt="2020-08-11T16:05:19.054" v="974" actId="14100"/>
        <pc:sldMkLst>
          <pc:docMk/>
          <pc:sldMk cId="3864182188" sldId="533"/>
        </pc:sldMkLst>
        <pc:spChg chg="del">
          <ac:chgData name="翟 锐" userId="fef11181f709266a" providerId="LiveId" clId="{9186E0CD-109D-47DE-8883-49F901FD74B3}" dt="2020-08-11T15:51:48.683" v="735" actId="478"/>
          <ac:spMkLst>
            <pc:docMk/>
            <pc:sldMk cId="3864182188" sldId="533"/>
            <ac:spMk id="3" creationId="{7BA17B83-B821-4799-9D76-DA8D0C88DE96}"/>
          </ac:spMkLst>
        </pc:spChg>
        <pc:spChg chg="add mod">
          <ac:chgData name="翟 锐" userId="fef11181f709266a" providerId="LiveId" clId="{9186E0CD-109D-47DE-8883-49F901FD74B3}" dt="2020-08-11T15:51:56.818" v="739" actId="1076"/>
          <ac:spMkLst>
            <pc:docMk/>
            <pc:sldMk cId="3864182188" sldId="533"/>
            <ac:spMk id="6" creationId="{9B790479-D21A-466A-9654-798F8801F837}"/>
          </ac:spMkLst>
        </pc:spChg>
        <pc:spChg chg="add mod">
          <ac:chgData name="翟 锐" userId="fef11181f709266a" providerId="LiveId" clId="{9186E0CD-109D-47DE-8883-49F901FD74B3}" dt="2020-08-11T15:51:56.818" v="739" actId="1076"/>
          <ac:spMkLst>
            <pc:docMk/>
            <pc:sldMk cId="3864182188" sldId="533"/>
            <ac:spMk id="7" creationId="{020279B8-69FA-4B4F-9A29-CC79F25855E9}"/>
          </ac:spMkLst>
        </pc:spChg>
        <pc:spChg chg="add mod">
          <ac:chgData name="翟 锐" userId="fef11181f709266a" providerId="LiveId" clId="{9186E0CD-109D-47DE-8883-49F901FD74B3}" dt="2020-08-11T15:58:27.881" v="822" actId="20577"/>
          <ac:spMkLst>
            <pc:docMk/>
            <pc:sldMk cId="3864182188" sldId="533"/>
            <ac:spMk id="8" creationId="{F5773808-7CB1-4579-8751-E7C2CCF2B509}"/>
          </ac:spMkLst>
        </pc:spChg>
        <pc:spChg chg="add mod">
          <ac:chgData name="翟 锐" userId="fef11181f709266a" providerId="LiveId" clId="{9186E0CD-109D-47DE-8883-49F901FD74B3}" dt="2020-08-11T16:05:19.054" v="974" actId="14100"/>
          <ac:spMkLst>
            <pc:docMk/>
            <pc:sldMk cId="3864182188" sldId="533"/>
            <ac:spMk id="9" creationId="{D47B091D-52EB-4E3B-B183-6CAFF0EBBEEA}"/>
          </ac:spMkLst>
        </pc:spChg>
        <pc:spChg chg="mod">
          <ac:chgData name="翟 锐" userId="fef11181f709266a" providerId="LiveId" clId="{9186E0CD-109D-47DE-8883-49F901FD74B3}" dt="2020-08-11T15:51:46.205" v="734"/>
          <ac:spMkLst>
            <pc:docMk/>
            <pc:sldMk cId="3864182188" sldId="533"/>
            <ac:spMk id="35" creationId="{00000000-0000-0000-0000-000000000000}"/>
          </ac:spMkLst>
        </pc:spChg>
      </pc:sldChg>
      <pc:sldChg chg="addSp delSp modSp add mod modAnim">
        <pc:chgData name="翟 锐" userId="fef11181f709266a" providerId="LiveId" clId="{9186E0CD-109D-47DE-8883-49F901FD74B3}" dt="2020-08-11T15:52:15.140" v="750" actId="1076"/>
        <pc:sldMkLst>
          <pc:docMk/>
          <pc:sldMk cId="3907438085" sldId="534"/>
        </pc:sldMkLst>
        <pc:spChg chg="del">
          <ac:chgData name="翟 锐" userId="fef11181f709266a" providerId="LiveId" clId="{9186E0CD-109D-47DE-8883-49F901FD74B3}" dt="2020-08-11T15:52:09.833" v="747" actId="478"/>
          <ac:spMkLst>
            <pc:docMk/>
            <pc:sldMk cId="3907438085" sldId="534"/>
            <ac:spMk id="3" creationId="{7BA17B83-B821-4799-9D76-DA8D0C88DE96}"/>
          </ac:spMkLst>
        </pc:spChg>
        <pc:spChg chg="add mod">
          <ac:chgData name="翟 锐" userId="fef11181f709266a" providerId="LiveId" clId="{9186E0CD-109D-47DE-8883-49F901FD74B3}" dt="2020-08-11T15:52:15.140" v="750" actId="1076"/>
          <ac:spMkLst>
            <pc:docMk/>
            <pc:sldMk cId="3907438085" sldId="534"/>
            <ac:spMk id="6" creationId="{ED8AFB14-ED48-4EAA-8CD6-EFF507597DAA}"/>
          </ac:spMkLst>
        </pc:spChg>
        <pc:spChg chg="add mod">
          <ac:chgData name="翟 锐" userId="fef11181f709266a" providerId="LiveId" clId="{9186E0CD-109D-47DE-8883-49F901FD74B3}" dt="2020-08-11T15:52:15.140" v="750" actId="1076"/>
          <ac:spMkLst>
            <pc:docMk/>
            <pc:sldMk cId="3907438085" sldId="534"/>
            <ac:spMk id="7" creationId="{67CCC5E9-29B3-4636-819D-B71F86E61955}"/>
          </ac:spMkLst>
        </pc:spChg>
        <pc:spChg chg="add mod">
          <ac:chgData name="翟 锐" userId="fef11181f709266a" providerId="LiveId" clId="{9186E0CD-109D-47DE-8883-49F901FD74B3}" dt="2020-08-11T15:52:15.140" v="750" actId="1076"/>
          <ac:spMkLst>
            <pc:docMk/>
            <pc:sldMk cId="3907438085" sldId="534"/>
            <ac:spMk id="8" creationId="{6C11F4DD-BA98-45BC-B79C-E752ED5C688F}"/>
          </ac:spMkLst>
        </pc:spChg>
        <pc:spChg chg="mod">
          <ac:chgData name="翟 锐" userId="fef11181f709266a" providerId="LiveId" clId="{9186E0CD-109D-47DE-8883-49F901FD74B3}" dt="2020-08-11T15:52:07.776" v="746"/>
          <ac:spMkLst>
            <pc:docMk/>
            <pc:sldMk cId="3907438085" sldId="534"/>
            <ac:spMk id="35" creationId="{00000000-0000-0000-0000-000000000000}"/>
          </ac:spMkLst>
        </pc:spChg>
      </pc:sldChg>
      <pc:sldChg chg="addSp delSp modSp add mod modAnim">
        <pc:chgData name="翟 锐" userId="fef11181f709266a" providerId="LiveId" clId="{9186E0CD-109D-47DE-8883-49F901FD74B3}" dt="2020-08-11T15:53:42.557" v="782"/>
        <pc:sldMkLst>
          <pc:docMk/>
          <pc:sldMk cId="3785464556" sldId="535"/>
        </pc:sldMkLst>
        <pc:spChg chg="del">
          <ac:chgData name="翟 锐" userId="fef11181f709266a" providerId="LiveId" clId="{9186E0CD-109D-47DE-8883-49F901FD74B3}" dt="2020-08-11T15:52:19.733" v="752" actId="478"/>
          <ac:spMkLst>
            <pc:docMk/>
            <pc:sldMk cId="3785464556" sldId="535"/>
            <ac:spMk id="3" creationId="{7BA17B83-B821-4799-9D76-DA8D0C88DE96}"/>
          </ac:spMkLst>
        </pc:spChg>
        <pc:spChg chg="add mod">
          <ac:chgData name="翟 锐" userId="fef11181f709266a" providerId="LiveId" clId="{9186E0CD-109D-47DE-8883-49F901FD74B3}" dt="2020-08-11T15:52:48.516" v="767" actId="1076"/>
          <ac:spMkLst>
            <pc:docMk/>
            <pc:sldMk cId="3785464556" sldId="535"/>
            <ac:spMk id="6" creationId="{FAE3AF9A-097B-4976-90BA-0242EDA4D826}"/>
          </ac:spMkLst>
        </pc:spChg>
        <pc:spChg chg="add mod">
          <ac:chgData name="翟 锐" userId="fef11181f709266a" providerId="LiveId" clId="{9186E0CD-109D-47DE-8883-49F901FD74B3}" dt="2020-08-11T15:52:48.516" v="767" actId="1076"/>
          <ac:spMkLst>
            <pc:docMk/>
            <pc:sldMk cId="3785464556" sldId="535"/>
            <ac:spMk id="7" creationId="{11100265-53B5-42E1-98DF-6CED20244887}"/>
          </ac:spMkLst>
        </pc:spChg>
        <pc:spChg chg="add mod">
          <ac:chgData name="翟 锐" userId="fef11181f709266a" providerId="LiveId" clId="{9186E0CD-109D-47DE-8883-49F901FD74B3}" dt="2020-08-11T15:52:48.516" v="767" actId="1076"/>
          <ac:spMkLst>
            <pc:docMk/>
            <pc:sldMk cId="3785464556" sldId="535"/>
            <ac:spMk id="8" creationId="{AEA7E9DF-8964-4FAB-839B-00CAE06634AD}"/>
          </ac:spMkLst>
        </pc:spChg>
        <pc:spChg chg="add mod">
          <ac:chgData name="翟 锐" userId="fef11181f709266a" providerId="LiveId" clId="{9186E0CD-109D-47DE-8883-49F901FD74B3}" dt="2020-08-11T15:52:48.516" v="767" actId="1076"/>
          <ac:spMkLst>
            <pc:docMk/>
            <pc:sldMk cId="3785464556" sldId="535"/>
            <ac:spMk id="9" creationId="{9D78C6E6-E7D6-4883-9E69-35AA5C4CFB22}"/>
          </ac:spMkLst>
        </pc:spChg>
        <pc:spChg chg="add del mod">
          <ac:chgData name="翟 锐" userId="fef11181f709266a" providerId="LiveId" clId="{9186E0CD-109D-47DE-8883-49F901FD74B3}" dt="2020-08-11T15:53:42.557" v="782"/>
          <ac:spMkLst>
            <pc:docMk/>
            <pc:sldMk cId="3785464556" sldId="535"/>
            <ac:spMk id="10" creationId="{1DA9E054-4FAD-4B41-B97E-B7B1891FAF65}"/>
          </ac:spMkLst>
        </pc:spChg>
        <pc:spChg chg="add del mod">
          <ac:chgData name="翟 锐" userId="fef11181f709266a" providerId="LiveId" clId="{9186E0CD-109D-47DE-8883-49F901FD74B3}" dt="2020-08-11T15:53:42.557" v="782"/>
          <ac:spMkLst>
            <pc:docMk/>
            <pc:sldMk cId="3785464556" sldId="535"/>
            <ac:spMk id="11" creationId="{0693F9B1-97E3-41F9-A400-E502A3C3B9BC}"/>
          </ac:spMkLst>
        </pc:spChg>
        <pc:spChg chg="add del mod">
          <ac:chgData name="翟 锐" userId="fef11181f709266a" providerId="LiveId" clId="{9186E0CD-109D-47DE-8883-49F901FD74B3}" dt="2020-08-11T15:53:42.557" v="782"/>
          <ac:spMkLst>
            <pc:docMk/>
            <pc:sldMk cId="3785464556" sldId="535"/>
            <ac:spMk id="12" creationId="{A7A8C3F3-41F1-46F9-A7DB-C854850C5017}"/>
          </ac:spMkLst>
        </pc:spChg>
        <pc:spChg chg="add del mod">
          <ac:chgData name="翟 锐" userId="fef11181f709266a" providerId="LiveId" clId="{9186E0CD-109D-47DE-8883-49F901FD74B3}" dt="2020-08-11T15:53:42.557" v="782"/>
          <ac:spMkLst>
            <pc:docMk/>
            <pc:sldMk cId="3785464556" sldId="535"/>
            <ac:spMk id="13" creationId="{DD94E2CD-50B2-4A5C-890F-C09AEBCC9300}"/>
          </ac:spMkLst>
        </pc:spChg>
        <pc:spChg chg="add del mod">
          <ac:chgData name="翟 锐" userId="fef11181f709266a" providerId="LiveId" clId="{9186E0CD-109D-47DE-8883-49F901FD74B3}" dt="2020-08-11T15:53:42.557" v="782"/>
          <ac:spMkLst>
            <pc:docMk/>
            <pc:sldMk cId="3785464556" sldId="535"/>
            <ac:spMk id="14" creationId="{59BF94F7-0ED7-4BE9-91AC-75E5C9ADAA02}"/>
          </ac:spMkLst>
        </pc:spChg>
        <pc:spChg chg="mod">
          <ac:chgData name="翟 锐" userId="fef11181f709266a" providerId="LiveId" clId="{9186E0CD-109D-47DE-8883-49F901FD74B3}" dt="2020-08-11T15:52:35.917" v="764"/>
          <ac:spMkLst>
            <pc:docMk/>
            <pc:sldMk cId="3785464556" sldId="535"/>
            <ac:spMk id="35" creationId="{00000000-0000-0000-0000-000000000000}"/>
          </ac:spMkLst>
        </pc:spChg>
      </pc:sldChg>
      <pc:sldChg chg="addSp delSp modSp add mod modAnim">
        <pc:chgData name="翟 锐" userId="fef11181f709266a" providerId="LiveId" clId="{9186E0CD-109D-47DE-8883-49F901FD74B3}" dt="2020-08-11T15:53:19.214" v="780" actId="1076"/>
        <pc:sldMkLst>
          <pc:docMk/>
          <pc:sldMk cId="206735584" sldId="536"/>
        </pc:sldMkLst>
        <pc:spChg chg="del">
          <ac:chgData name="翟 锐" userId="fef11181f709266a" providerId="LiveId" clId="{9186E0CD-109D-47DE-8883-49F901FD74B3}" dt="2020-08-11T15:53:02.124" v="775" actId="478"/>
          <ac:spMkLst>
            <pc:docMk/>
            <pc:sldMk cId="206735584" sldId="536"/>
            <ac:spMk id="3" creationId="{7BA17B83-B821-4799-9D76-DA8D0C88DE96}"/>
          </ac:spMkLst>
        </pc:spChg>
        <pc:spChg chg="add mod">
          <ac:chgData name="翟 锐" userId="fef11181f709266a" providerId="LiveId" clId="{9186E0CD-109D-47DE-8883-49F901FD74B3}" dt="2020-08-11T15:53:19.214" v="780" actId="1076"/>
          <ac:spMkLst>
            <pc:docMk/>
            <pc:sldMk cId="206735584" sldId="536"/>
            <ac:spMk id="6" creationId="{AC6576D4-8946-49F2-ADDB-D4CE1D6F112A}"/>
          </ac:spMkLst>
        </pc:spChg>
        <pc:spChg chg="add mod">
          <ac:chgData name="翟 锐" userId="fef11181f709266a" providerId="LiveId" clId="{9186E0CD-109D-47DE-8883-49F901FD74B3}" dt="2020-08-11T15:53:19.214" v="780" actId="1076"/>
          <ac:spMkLst>
            <pc:docMk/>
            <pc:sldMk cId="206735584" sldId="536"/>
            <ac:spMk id="7" creationId="{F31B9959-AFCB-4974-BAFD-1B4C19488142}"/>
          </ac:spMkLst>
        </pc:spChg>
        <pc:spChg chg="add mod">
          <ac:chgData name="翟 锐" userId="fef11181f709266a" providerId="LiveId" clId="{9186E0CD-109D-47DE-8883-49F901FD74B3}" dt="2020-08-11T15:53:19.214" v="780" actId="1076"/>
          <ac:spMkLst>
            <pc:docMk/>
            <pc:sldMk cId="206735584" sldId="536"/>
            <ac:spMk id="8" creationId="{11CCA640-20A0-4404-B5F7-C19439A1F79F}"/>
          </ac:spMkLst>
        </pc:spChg>
        <pc:spChg chg="add mod">
          <ac:chgData name="翟 锐" userId="fef11181f709266a" providerId="LiveId" clId="{9186E0CD-109D-47DE-8883-49F901FD74B3}" dt="2020-08-11T15:53:19.214" v="780" actId="1076"/>
          <ac:spMkLst>
            <pc:docMk/>
            <pc:sldMk cId="206735584" sldId="536"/>
            <ac:spMk id="9" creationId="{B23FA237-F380-486C-9124-9708B7FA93EF}"/>
          </ac:spMkLst>
        </pc:spChg>
        <pc:spChg chg="add mod">
          <ac:chgData name="翟 锐" userId="fef11181f709266a" providerId="LiveId" clId="{9186E0CD-109D-47DE-8883-49F901FD74B3}" dt="2020-08-11T15:53:19.214" v="780" actId="1076"/>
          <ac:spMkLst>
            <pc:docMk/>
            <pc:sldMk cId="206735584" sldId="536"/>
            <ac:spMk id="10" creationId="{8B46310E-2818-4E6F-83BA-A22F9E6D66C9}"/>
          </ac:spMkLst>
        </pc:spChg>
        <pc:spChg chg="mod">
          <ac:chgData name="翟 锐" userId="fef11181f709266a" providerId="LiveId" clId="{9186E0CD-109D-47DE-8883-49F901FD74B3}" dt="2020-08-11T15:52:59.956" v="774"/>
          <ac:spMkLst>
            <pc:docMk/>
            <pc:sldMk cId="206735584" sldId="536"/>
            <ac:spMk id="35" creationId="{00000000-0000-0000-0000-000000000000}"/>
          </ac:spMkLst>
        </pc:spChg>
      </pc:sldChg>
      <pc:sldChg chg="addSp delSp modSp add mod">
        <pc:chgData name="翟 锐" userId="fef11181f709266a" providerId="LiveId" clId="{9186E0CD-109D-47DE-8883-49F901FD74B3}" dt="2020-08-11T16:21:24.376" v="1230"/>
        <pc:sldMkLst>
          <pc:docMk/>
          <pc:sldMk cId="2309830086" sldId="537"/>
        </pc:sldMkLst>
        <pc:spChg chg="add mod">
          <ac:chgData name="翟 锐" userId="fef11181f709266a" providerId="LiveId" clId="{9186E0CD-109D-47DE-8883-49F901FD74B3}" dt="2020-08-11T16:21:20.240" v="1216" actId="1076"/>
          <ac:spMkLst>
            <pc:docMk/>
            <pc:sldMk cId="2309830086" sldId="537"/>
            <ac:spMk id="2" creationId="{1215988B-83C3-4465-A309-D267D7C66C3A}"/>
          </ac:spMkLst>
        </pc:spChg>
        <pc:spChg chg="del">
          <ac:chgData name="翟 锐" userId="fef11181f709266a" providerId="LiveId" clId="{9186E0CD-109D-47DE-8883-49F901FD74B3}" dt="2020-08-11T16:21:15.937" v="1214" actId="478"/>
          <ac:spMkLst>
            <pc:docMk/>
            <pc:sldMk cId="2309830086" sldId="537"/>
            <ac:spMk id="3" creationId="{7BA17B83-B821-4799-9D76-DA8D0C88DE96}"/>
          </ac:spMkLst>
        </pc:spChg>
        <pc:spChg chg="add mod">
          <ac:chgData name="翟 锐" userId="fef11181f709266a" providerId="LiveId" clId="{9186E0CD-109D-47DE-8883-49F901FD74B3}" dt="2020-08-11T16:21:20.240" v="1216" actId="1076"/>
          <ac:spMkLst>
            <pc:docMk/>
            <pc:sldMk cId="2309830086" sldId="537"/>
            <ac:spMk id="4" creationId="{1D2972CE-4351-4730-A89C-4A7DD529054A}"/>
          </ac:spMkLst>
        </pc:spChg>
        <pc:spChg chg="add mod">
          <ac:chgData name="翟 锐" userId="fef11181f709266a" providerId="LiveId" clId="{9186E0CD-109D-47DE-8883-49F901FD74B3}" dt="2020-08-11T16:21:20.240" v="1216" actId="1076"/>
          <ac:spMkLst>
            <pc:docMk/>
            <pc:sldMk cId="2309830086" sldId="537"/>
            <ac:spMk id="5" creationId="{2DF2F8AB-C689-459F-B1A2-2FB71221E0AE}"/>
          </ac:spMkLst>
        </pc:spChg>
        <pc:spChg chg="mod">
          <ac:chgData name="翟 锐" userId="fef11181f709266a" providerId="LiveId" clId="{9186E0CD-109D-47DE-8883-49F901FD74B3}" dt="2020-08-11T16:21:24.376" v="1230"/>
          <ac:spMkLst>
            <pc:docMk/>
            <pc:sldMk cId="2309830086" sldId="537"/>
            <ac:spMk id="35" creationId="{00000000-0000-0000-0000-000000000000}"/>
          </ac:spMkLst>
        </pc:spChg>
      </pc:sldChg>
      <pc:sldChg chg="addSp delSp modSp add mod modAnim">
        <pc:chgData name="翟 锐" userId="fef11181f709266a" providerId="LiveId" clId="{9186E0CD-109D-47DE-8883-49F901FD74B3}" dt="2020-08-12T03:36:10.553" v="2625" actId="108"/>
        <pc:sldMkLst>
          <pc:docMk/>
          <pc:sldMk cId="876786150" sldId="538"/>
        </pc:sldMkLst>
        <pc:spChg chg="add mod">
          <ac:chgData name="翟 锐" userId="fef11181f709266a" providerId="LiveId" clId="{9186E0CD-109D-47DE-8883-49F901FD74B3}" dt="2020-08-11T16:12:45.029" v="1060" actId="1076"/>
          <ac:spMkLst>
            <pc:docMk/>
            <pc:sldMk cId="876786150" sldId="538"/>
            <ac:spMk id="2" creationId="{68BE803F-4276-4627-98A0-2E55678B4FBF}"/>
          </ac:spMkLst>
        </pc:spChg>
        <pc:spChg chg="del">
          <ac:chgData name="翟 锐" userId="fef11181f709266a" providerId="LiveId" clId="{9186E0CD-109D-47DE-8883-49F901FD74B3}" dt="2020-08-11T16:12:41.020" v="1058" actId="478"/>
          <ac:spMkLst>
            <pc:docMk/>
            <pc:sldMk cId="876786150" sldId="538"/>
            <ac:spMk id="3" creationId="{7BA17B83-B821-4799-9D76-DA8D0C88DE96}"/>
          </ac:spMkLst>
        </pc:spChg>
        <pc:spChg chg="add mod">
          <ac:chgData name="翟 锐" userId="fef11181f709266a" providerId="LiveId" clId="{9186E0CD-109D-47DE-8883-49F901FD74B3}" dt="2020-08-11T16:12:45.029" v="1060" actId="1076"/>
          <ac:spMkLst>
            <pc:docMk/>
            <pc:sldMk cId="876786150" sldId="538"/>
            <ac:spMk id="4" creationId="{60772012-02DA-4046-8B29-070025C1F626}"/>
          </ac:spMkLst>
        </pc:spChg>
        <pc:spChg chg="add mod">
          <ac:chgData name="翟 锐" userId="fef11181f709266a" providerId="LiveId" clId="{9186E0CD-109D-47DE-8883-49F901FD74B3}" dt="2020-08-12T03:36:10.553" v="2625" actId="108"/>
          <ac:spMkLst>
            <pc:docMk/>
            <pc:sldMk cId="876786150" sldId="538"/>
            <ac:spMk id="5" creationId="{4F7ABC7F-BE55-4D56-A893-AC3B05A98D1F}"/>
          </ac:spMkLst>
        </pc:spChg>
        <pc:spChg chg="mod">
          <ac:chgData name="翟 锐" userId="fef11181f709266a" providerId="LiveId" clId="{9186E0CD-109D-47DE-8883-49F901FD74B3}" dt="2020-08-11T16:12:29.962" v="1056"/>
          <ac:spMkLst>
            <pc:docMk/>
            <pc:sldMk cId="876786150" sldId="538"/>
            <ac:spMk id="35" creationId="{00000000-0000-0000-0000-000000000000}"/>
          </ac:spMkLst>
        </pc:spChg>
      </pc:sldChg>
      <pc:sldChg chg="add del">
        <pc:chgData name="翟 锐" userId="fef11181f709266a" providerId="LiveId" clId="{9186E0CD-109D-47DE-8883-49F901FD74B3}" dt="2020-08-11T15:53:52.160" v="784" actId="2696"/>
        <pc:sldMkLst>
          <pc:docMk/>
          <pc:sldMk cId="1186161642" sldId="539"/>
        </pc:sldMkLst>
      </pc:sldChg>
      <pc:sldChg chg="addSp delSp modSp add del mod delAnim modAnim">
        <pc:chgData name="翟 锐" userId="fef11181f709266a" providerId="LiveId" clId="{9186E0CD-109D-47DE-8883-49F901FD74B3}" dt="2020-08-12T03:43:34.145" v="2784" actId="47"/>
        <pc:sldMkLst>
          <pc:docMk/>
          <pc:sldMk cId="3474094625" sldId="539"/>
        </pc:sldMkLst>
        <pc:spChg chg="add del mod">
          <ac:chgData name="翟 锐" userId="fef11181f709266a" providerId="LiveId" clId="{9186E0CD-109D-47DE-8883-49F901FD74B3}" dt="2020-08-11T16:01:32.900" v="914" actId="478"/>
          <ac:spMkLst>
            <pc:docMk/>
            <pc:sldMk cId="3474094625" sldId="539"/>
            <ac:spMk id="6" creationId="{AC6576D4-8946-49F2-ADDB-D4CE1D6F112A}"/>
          </ac:spMkLst>
        </pc:spChg>
        <pc:spChg chg="del">
          <ac:chgData name="翟 锐" userId="fef11181f709266a" providerId="LiveId" clId="{9186E0CD-109D-47DE-8883-49F901FD74B3}" dt="2020-08-11T15:59:19.047" v="823" actId="478"/>
          <ac:spMkLst>
            <pc:docMk/>
            <pc:sldMk cId="3474094625" sldId="539"/>
            <ac:spMk id="7" creationId="{F31B9959-AFCB-4974-BAFD-1B4C19488142}"/>
          </ac:spMkLst>
        </pc:spChg>
        <pc:spChg chg="mod">
          <ac:chgData name="翟 锐" userId="fef11181f709266a" providerId="LiveId" clId="{9186E0CD-109D-47DE-8883-49F901FD74B3}" dt="2020-08-12T03:42:30.213" v="2777" actId="1076"/>
          <ac:spMkLst>
            <pc:docMk/>
            <pc:sldMk cId="3474094625" sldId="539"/>
            <ac:spMk id="8" creationId="{11CCA640-20A0-4404-B5F7-C19439A1F79F}"/>
          </ac:spMkLst>
        </pc:spChg>
        <pc:spChg chg="del">
          <ac:chgData name="翟 锐" userId="fef11181f709266a" providerId="LiveId" clId="{9186E0CD-109D-47DE-8883-49F901FD74B3}" dt="2020-08-11T16:01:27.297" v="912" actId="478"/>
          <ac:spMkLst>
            <pc:docMk/>
            <pc:sldMk cId="3474094625" sldId="539"/>
            <ac:spMk id="9" creationId="{B23FA237-F380-486C-9124-9708B7FA93EF}"/>
          </ac:spMkLst>
        </pc:spChg>
        <pc:spChg chg="del">
          <ac:chgData name="翟 锐" userId="fef11181f709266a" providerId="LiveId" clId="{9186E0CD-109D-47DE-8883-49F901FD74B3}" dt="2020-08-11T16:01:25.744" v="911" actId="478"/>
          <ac:spMkLst>
            <pc:docMk/>
            <pc:sldMk cId="3474094625" sldId="539"/>
            <ac:spMk id="10" creationId="{8B46310E-2818-4E6F-83BA-A22F9E6D66C9}"/>
          </ac:spMkLst>
        </pc:spChg>
        <pc:spChg chg="add mod">
          <ac:chgData name="翟 锐" userId="fef11181f709266a" providerId="LiveId" clId="{9186E0CD-109D-47DE-8883-49F901FD74B3}" dt="2020-08-12T03:42:28.721" v="2776" actId="1076"/>
          <ac:spMkLst>
            <pc:docMk/>
            <pc:sldMk cId="3474094625" sldId="539"/>
            <ac:spMk id="11" creationId="{09B55336-ABC4-4797-A4B0-AB6AE0590745}"/>
          </ac:spMkLst>
        </pc:spChg>
        <pc:spChg chg="mod">
          <ac:chgData name="翟 锐" userId="fef11181f709266a" providerId="LiveId" clId="{9186E0CD-109D-47DE-8883-49F901FD74B3}" dt="2020-08-11T15:54:00.379" v="806"/>
          <ac:spMkLst>
            <pc:docMk/>
            <pc:sldMk cId="3474094625" sldId="539"/>
            <ac:spMk id="35" creationId="{00000000-0000-0000-0000-000000000000}"/>
          </ac:spMkLst>
        </pc:spChg>
      </pc:sldChg>
      <pc:sldChg chg="delSp modSp add mod delAnim">
        <pc:chgData name="翟 锐" userId="fef11181f709266a" providerId="LiveId" clId="{9186E0CD-109D-47DE-8883-49F901FD74B3}" dt="2020-08-11T16:07:56.690" v="976" actId="1076"/>
        <pc:sldMkLst>
          <pc:docMk/>
          <pc:sldMk cId="3866439698" sldId="540"/>
        </pc:sldMkLst>
        <pc:spChg chg="del">
          <ac:chgData name="翟 锐" userId="fef11181f709266a" providerId="LiveId" clId="{9186E0CD-109D-47DE-8883-49F901FD74B3}" dt="2020-08-11T16:04:57.135" v="970" actId="478"/>
          <ac:spMkLst>
            <pc:docMk/>
            <pc:sldMk cId="3866439698" sldId="540"/>
            <ac:spMk id="6" creationId="{AC6576D4-8946-49F2-ADDB-D4CE1D6F112A}"/>
          </ac:spMkLst>
        </pc:spChg>
        <pc:spChg chg="mod">
          <ac:chgData name="翟 锐" userId="fef11181f709266a" providerId="LiveId" clId="{9186E0CD-109D-47DE-8883-49F901FD74B3}" dt="2020-08-11T16:07:56.690" v="976" actId="1076"/>
          <ac:spMkLst>
            <pc:docMk/>
            <pc:sldMk cId="3866439698" sldId="540"/>
            <ac:spMk id="7" creationId="{F31B9959-AFCB-4974-BAFD-1B4C19488142}"/>
          </ac:spMkLst>
        </pc:spChg>
        <pc:spChg chg="mod">
          <ac:chgData name="翟 锐" userId="fef11181f709266a" providerId="LiveId" clId="{9186E0CD-109D-47DE-8883-49F901FD74B3}" dt="2020-08-11T16:05:01.534" v="972" actId="1076"/>
          <ac:spMkLst>
            <pc:docMk/>
            <pc:sldMk cId="3866439698" sldId="540"/>
            <ac:spMk id="8" creationId="{11CCA640-20A0-4404-B5F7-C19439A1F79F}"/>
          </ac:spMkLst>
        </pc:spChg>
        <pc:spChg chg="del">
          <ac:chgData name="翟 锐" userId="fef11181f709266a" providerId="LiveId" clId="{9186E0CD-109D-47DE-8883-49F901FD74B3}" dt="2020-08-11T16:04:54.141" v="968" actId="478"/>
          <ac:spMkLst>
            <pc:docMk/>
            <pc:sldMk cId="3866439698" sldId="540"/>
            <ac:spMk id="9" creationId="{B23FA237-F380-486C-9124-9708B7FA93EF}"/>
          </ac:spMkLst>
        </pc:spChg>
        <pc:spChg chg="del">
          <ac:chgData name="翟 锐" userId="fef11181f709266a" providerId="LiveId" clId="{9186E0CD-109D-47DE-8883-49F901FD74B3}" dt="2020-08-11T16:04:55.559" v="969" actId="478"/>
          <ac:spMkLst>
            <pc:docMk/>
            <pc:sldMk cId="3866439698" sldId="540"/>
            <ac:spMk id="10" creationId="{8B46310E-2818-4E6F-83BA-A22F9E6D66C9}"/>
          </ac:spMkLst>
        </pc:spChg>
        <pc:spChg chg="mod">
          <ac:chgData name="翟 锐" userId="fef11181f709266a" providerId="LiveId" clId="{9186E0CD-109D-47DE-8883-49F901FD74B3}" dt="2020-08-11T15:54:09.313" v="821"/>
          <ac:spMkLst>
            <pc:docMk/>
            <pc:sldMk cId="3866439698" sldId="540"/>
            <ac:spMk id="35" creationId="{00000000-0000-0000-0000-000000000000}"/>
          </ac:spMkLst>
        </pc:spChg>
      </pc:sldChg>
      <pc:sldChg chg="modSp add modAnim">
        <pc:chgData name="翟 锐" userId="fef11181f709266a" providerId="LiveId" clId="{9186E0CD-109D-47DE-8883-49F901FD74B3}" dt="2020-08-11T16:11:20.565" v="1052"/>
        <pc:sldMkLst>
          <pc:docMk/>
          <pc:sldMk cId="2187263885" sldId="541"/>
        </pc:sldMkLst>
        <pc:spChg chg="mod">
          <ac:chgData name="翟 锐" userId="fef11181f709266a" providerId="LiveId" clId="{9186E0CD-109D-47DE-8883-49F901FD74B3}" dt="2020-08-11T16:11:20.565" v="1052"/>
          <ac:spMkLst>
            <pc:docMk/>
            <pc:sldMk cId="2187263885" sldId="541"/>
            <ac:spMk id="2" creationId="{00000000-0000-0000-0000-000000000000}"/>
          </ac:spMkLst>
        </pc:spChg>
      </pc:sldChg>
      <pc:sldChg chg="addSp delSp modSp add mod modAnim">
        <pc:chgData name="翟 锐" userId="fef11181f709266a" providerId="LiveId" clId="{9186E0CD-109D-47DE-8883-49F901FD74B3}" dt="2020-08-11T16:13:11.843" v="1072" actId="1076"/>
        <pc:sldMkLst>
          <pc:docMk/>
          <pc:sldMk cId="4268977075" sldId="542"/>
        </pc:sldMkLst>
        <pc:spChg chg="del">
          <ac:chgData name="翟 锐" userId="fef11181f709266a" providerId="LiveId" clId="{9186E0CD-109D-47DE-8883-49F901FD74B3}" dt="2020-08-11T16:13:04.150" v="1068" actId="478"/>
          <ac:spMkLst>
            <pc:docMk/>
            <pc:sldMk cId="4268977075" sldId="542"/>
            <ac:spMk id="2" creationId="{68BE803F-4276-4627-98A0-2E55678B4FBF}"/>
          </ac:spMkLst>
        </pc:spChg>
        <pc:spChg chg="del">
          <ac:chgData name="翟 锐" userId="fef11181f709266a" providerId="LiveId" clId="{9186E0CD-109D-47DE-8883-49F901FD74B3}" dt="2020-08-11T16:13:05.230" v="1069" actId="478"/>
          <ac:spMkLst>
            <pc:docMk/>
            <pc:sldMk cId="4268977075" sldId="542"/>
            <ac:spMk id="4" creationId="{60772012-02DA-4046-8B29-070025C1F626}"/>
          </ac:spMkLst>
        </pc:spChg>
        <pc:spChg chg="del">
          <ac:chgData name="翟 锐" userId="fef11181f709266a" providerId="LiveId" clId="{9186E0CD-109D-47DE-8883-49F901FD74B3}" dt="2020-08-11T16:13:02.956" v="1067" actId="478"/>
          <ac:spMkLst>
            <pc:docMk/>
            <pc:sldMk cId="4268977075" sldId="542"/>
            <ac:spMk id="5" creationId="{4F7ABC7F-BE55-4D56-A893-AC3B05A98D1F}"/>
          </ac:spMkLst>
        </pc:spChg>
        <pc:spChg chg="add mod">
          <ac:chgData name="翟 锐" userId="fef11181f709266a" providerId="LiveId" clId="{9186E0CD-109D-47DE-8883-49F901FD74B3}" dt="2020-08-11T16:13:11.843" v="1072" actId="1076"/>
          <ac:spMkLst>
            <pc:docMk/>
            <pc:sldMk cId="4268977075" sldId="542"/>
            <ac:spMk id="8" creationId="{B9966E90-DCB1-45A5-AC53-E13C134C1324}"/>
          </ac:spMkLst>
        </pc:spChg>
        <pc:spChg chg="add mod">
          <ac:chgData name="翟 锐" userId="fef11181f709266a" providerId="LiveId" clId="{9186E0CD-109D-47DE-8883-49F901FD74B3}" dt="2020-08-11T16:13:11.843" v="1072" actId="1076"/>
          <ac:spMkLst>
            <pc:docMk/>
            <pc:sldMk cId="4268977075" sldId="542"/>
            <ac:spMk id="9" creationId="{94F80E5C-5EB9-4133-AC17-07AEF773870C}"/>
          </ac:spMkLst>
        </pc:spChg>
        <pc:spChg chg="add mod">
          <ac:chgData name="翟 锐" userId="fef11181f709266a" providerId="LiveId" clId="{9186E0CD-109D-47DE-8883-49F901FD74B3}" dt="2020-08-11T16:13:11.843" v="1072" actId="1076"/>
          <ac:spMkLst>
            <pc:docMk/>
            <pc:sldMk cId="4268977075" sldId="542"/>
            <ac:spMk id="10" creationId="{611A3FE5-2FB1-4CAD-B589-0B8FDCB9304B}"/>
          </ac:spMkLst>
        </pc:spChg>
        <pc:spChg chg="add mod">
          <ac:chgData name="翟 锐" userId="fef11181f709266a" providerId="LiveId" clId="{9186E0CD-109D-47DE-8883-49F901FD74B3}" dt="2020-08-11T16:13:11.843" v="1072" actId="1076"/>
          <ac:spMkLst>
            <pc:docMk/>
            <pc:sldMk cId="4268977075" sldId="542"/>
            <ac:spMk id="11" creationId="{0874FFC6-E1C8-43DC-A9CC-F11F4F3D3CCF}"/>
          </ac:spMkLst>
        </pc:spChg>
        <pc:spChg chg="add mod">
          <ac:chgData name="翟 锐" userId="fef11181f709266a" providerId="LiveId" clId="{9186E0CD-109D-47DE-8883-49F901FD74B3}" dt="2020-08-11T16:13:11.843" v="1072" actId="1076"/>
          <ac:spMkLst>
            <pc:docMk/>
            <pc:sldMk cId="4268977075" sldId="542"/>
            <ac:spMk id="12" creationId="{BCD1AE5C-4EF4-4279-BE21-01A4A1C67C6B}"/>
          </ac:spMkLst>
        </pc:spChg>
        <pc:spChg chg="add mod">
          <ac:chgData name="翟 锐" userId="fef11181f709266a" providerId="LiveId" clId="{9186E0CD-109D-47DE-8883-49F901FD74B3}" dt="2020-08-11T16:13:11.843" v="1072" actId="1076"/>
          <ac:spMkLst>
            <pc:docMk/>
            <pc:sldMk cId="4268977075" sldId="542"/>
            <ac:spMk id="13" creationId="{47EC0052-FB41-4EE7-96FA-F317C98D5BF9}"/>
          </ac:spMkLst>
        </pc:spChg>
        <pc:spChg chg="mod">
          <ac:chgData name="翟 锐" userId="fef11181f709266a" providerId="LiveId" clId="{9186E0CD-109D-47DE-8883-49F901FD74B3}" dt="2020-08-11T16:13:00.850" v="1066"/>
          <ac:spMkLst>
            <pc:docMk/>
            <pc:sldMk cId="4268977075" sldId="542"/>
            <ac:spMk id="35" creationId="{00000000-0000-0000-0000-000000000000}"/>
          </ac:spMkLst>
        </pc:spChg>
        <pc:cxnChg chg="add mod">
          <ac:chgData name="翟 锐" userId="fef11181f709266a" providerId="LiveId" clId="{9186E0CD-109D-47DE-8883-49F901FD74B3}" dt="2020-08-11T16:13:11.843" v="1072" actId="1076"/>
          <ac:cxnSpMkLst>
            <pc:docMk/>
            <pc:sldMk cId="4268977075" sldId="542"/>
            <ac:cxnSpMk id="14" creationId="{7AD93645-58EE-4513-9EE1-15867E854D2D}"/>
          </ac:cxnSpMkLst>
        </pc:cxnChg>
        <pc:cxnChg chg="add mod">
          <ac:chgData name="翟 锐" userId="fef11181f709266a" providerId="LiveId" clId="{9186E0CD-109D-47DE-8883-49F901FD74B3}" dt="2020-08-11T16:13:11.843" v="1072" actId="1076"/>
          <ac:cxnSpMkLst>
            <pc:docMk/>
            <pc:sldMk cId="4268977075" sldId="542"/>
            <ac:cxnSpMk id="15" creationId="{27519793-2C99-46A8-8EA3-9A419AE25087}"/>
          </ac:cxnSpMkLst>
        </pc:cxnChg>
      </pc:sldChg>
      <pc:sldChg chg="addSp delSp modSp add mod modAnim">
        <pc:chgData name="翟 锐" userId="fef11181f709266a" providerId="LiveId" clId="{9186E0CD-109D-47DE-8883-49F901FD74B3}" dt="2020-08-11T16:15:40.254" v="1088" actId="1076"/>
        <pc:sldMkLst>
          <pc:docMk/>
          <pc:sldMk cId="3066006978" sldId="543"/>
        </pc:sldMkLst>
        <pc:spChg chg="del">
          <ac:chgData name="翟 锐" userId="fef11181f709266a" providerId="LiveId" clId="{9186E0CD-109D-47DE-8883-49F901FD74B3}" dt="2020-08-11T16:15:34.856" v="1086" actId="478"/>
          <ac:spMkLst>
            <pc:docMk/>
            <pc:sldMk cId="3066006978" sldId="543"/>
            <ac:spMk id="2" creationId="{68BE803F-4276-4627-98A0-2E55678B4FBF}"/>
          </ac:spMkLst>
        </pc:spChg>
        <pc:spChg chg="add mod">
          <ac:chgData name="翟 锐" userId="fef11181f709266a" providerId="LiveId" clId="{9186E0CD-109D-47DE-8883-49F901FD74B3}" dt="2020-08-11T16:15:40.254" v="1088" actId="1076"/>
          <ac:spMkLst>
            <pc:docMk/>
            <pc:sldMk cId="3066006978" sldId="543"/>
            <ac:spMk id="3" creationId="{E21F5563-FCCC-4E4C-BDFB-F27A5A744F9E}"/>
          </ac:spMkLst>
        </pc:spChg>
        <pc:spChg chg="del">
          <ac:chgData name="翟 锐" userId="fef11181f709266a" providerId="LiveId" clId="{9186E0CD-109D-47DE-8883-49F901FD74B3}" dt="2020-08-11T16:15:33.011" v="1085" actId="478"/>
          <ac:spMkLst>
            <pc:docMk/>
            <pc:sldMk cId="3066006978" sldId="543"/>
            <ac:spMk id="4" creationId="{60772012-02DA-4046-8B29-070025C1F626}"/>
          </ac:spMkLst>
        </pc:spChg>
        <pc:spChg chg="del">
          <ac:chgData name="翟 锐" userId="fef11181f709266a" providerId="LiveId" clId="{9186E0CD-109D-47DE-8883-49F901FD74B3}" dt="2020-08-11T16:15:31.188" v="1084" actId="478"/>
          <ac:spMkLst>
            <pc:docMk/>
            <pc:sldMk cId="3066006978" sldId="543"/>
            <ac:spMk id="5" creationId="{4F7ABC7F-BE55-4D56-A893-AC3B05A98D1F}"/>
          </ac:spMkLst>
        </pc:spChg>
        <pc:spChg chg="add mod">
          <ac:chgData name="翟 锐" userId="fef11181f709266a" providerId="LiveId" clId="{9186E0CD-109D-47DE-8883-49F901FD74B3}" dt="2020-08-11T16:15:40.254" v="1088" actId="1076"/>
          <ac:spMkLst>
            <pc:docMk/>
            <pc:sldMk cId="3066006978" sldId="543"/>
            <ac:spMk id="6" creationId="{9F148DB5-8D89-4207-846E-0A0466D822D2}"/>
          </ac:spMkLst>
        </pc:spChg>
        <pc:spChg chg="add mod">
          <ac:chgData name="翟 锐" userId="fef11181f709266a" providerId="LiveId" clId="{9186E0CD-109D-47DE-8883-49F901FD74B3}" dt="2020-08-11T16:15:40.254" v="1088" actId="1076"/>
          <ac:spMkLst>
            <pc:docMk/>
            <pc:sldMk cId="3066006978" sldId="543"/>
            <ac:spMk id="7" creationId="{B116A3EF-8751-4392-8C10-71C9A2F7FE3E}"/>
          </ac:spMkLst>
        </pc:spChg>
        <pc:spChg chg="add mod">
          <ac:chgData name="翟 锐" userId="fef11181f709266a" providerId="LiveId" clId="{9186E0CD-109D-47DE-8883-49F901FD74B3}" dt="2020-08-11T16:15:40.254" v="1088" actId="1076"/>
          <ac:spMkLst>
            <pc:docMk/>
            <pc:sldMk cId="3066006978" sldId="543"/>
            <ac:spMk id="9" creationId="{E3E5F65A-FA0E-4F98-9F48-7149AE6E362D}"/>
          </ac:spMkLst>
        </pc:spChg>
        <pc:spChg chg="mod">
          <ac:chgData name="翟 锐" userId="fef11181f709266a" providerId="LiveId" clId="{9186E0CD-109D-47DE-8883-49F901FD74B3}" dt="2020-08-11T16:15:20.958" v="1081"/>
          <ac:spMkLst>
            <pc:docMk/>
            <pc:sldMk cId="3066006978" sldId="543"/>
            <ac:spMk id="35" creationId="{00000000-0000-0000-0000-000000000000}"/>
          </ac:spMkLst>
        </pc:spChg>
      </pc:sldChg>
      <pc:sldChg chg="addSp delSp modSp add mod modAnim">
        <pc:chgData name="翟 锐" userId="fef11181f709266a" providerId="LiveId" clId="{9186E0CD-109D-47DE-8883-49F901FD74B3}" dt="2020-08-11T16:16:32.506" v="1110" actId="1076"/>
        <pc:sldMkLst>
          <pc:docMk/>
          <pc:sldMk cId="2121332260" sldId="544"/>
        </pc:sldMkLst>
        <pc:spChg chg="del">
          <ac:chgData name="翟 锐" userId="fef11181f709266a" providerId="LiveId" clId="{9186E0CD-109D-47DE-8883-49F901FD74B3}" dt="2020-08-11T16:16:07.594" v="1101" actId="478"/>
          <ac:spMkLst>
            <pc:docMk/>
            <pc:sldMk cId="2121332260" sldId="544"/>
            <ac:spMk id="3" creationId="{E21F5563-FCCC-4E4C-BDFB-F27A5A744F9E}"/>
          </ac:spMkLst>
        </pc:spChg>
        <pc:spChg chg="del">
          <ac:chgData name="翟 锐" userId="fef11181f709266a" providerId="LiveId" clId="{9186E0CD-109D-47DE-8883-49F901FD74B3}" dt="2020-08-11T16:16:05.051" v="1099" actId="478"/>
          <ac:spMkLst>
            <pc:docMk/>
            <pc:sldMk cId="2121332260" sldId="544"/>
            <ac:spMk id="6" creationId="{9F148DB5-8D89-4207-846E-0A0466D822D2}"/>
          </ac:spMkLst>
        </pc:spChg>
        <pc:spChg chg="del">
          <ac:chgData name="翟 锐" userId="fef11181f709266a" providerId="LiveId" clId="{9186E0CD-109D-47DE-8883-49F901FD74B3}" dt="2020-08-11T16:16:05.051" v="1099" actId="478"/>
          <ac:spMkLst>
            <pc:docMk/>
            <pc:sldMk cId="2121332260" sldId="544"/>
            <ac:spMk id="7" creationId="{B116A3EF-8751-4392-8C10-71C9A2F7FE3E}"/>
          </ac:spMkLst>
        </pc:spChg>
        <pc:spChg chg="del">
          <ac:chgData name="翟 锐" userId="fef11181f709266a" providerId="LiveId" clId="{9186E0CD-109D-47DE-8883-49F901FD74B3}" dt="2020-08-11T16:16:06.356" v="1100" actId="478"/>
          <ac:spMkLst>
            <pc:docMk/>
            <pc:sldMk cId="2121332260" sldId="544"/>
            <ac:spMk id="9" creationId="{E3E5F65A-FA0E-4F98-9F48-7149AE6E362D}"/>
          </ac:spMkLst>
        </pc:spChg>
        <pc:spChg chg="add mod">
          <ac:chgData name="翟 锐" userId="fef11181f709266a" providerId="LiveId" clId="{9186E0CD-109D-47DE-8883-49F901FD74B3}" dt="2020-08-11T16:16:32.506" v="1110" actId="1076"/>
          <ac:spMkLst>
            <pc:docMk/>
            <pc:sldMk cId="2121332260" sldId="544"/>
            <ac:spMk id="10" creationId="{E79B9740-F0DF-41EA-9681-F12A24B281E2}"/>
          </ac:spMkLst>
        </pc:spChg>
        <pc:spChg chg="add mod">
          <ac:chgData name="翟 锐" userId="fef11181f709266a" providerId="LiveId" clId="{9186E0CD-109D-47DE-8883-49F901FD74B3}" dt="2020-08-11T16:16:32.506" v="1110" actId="1076"/>
          <ac:spMkLst>
            <pc:docMk/>
            <pc:sldMk cId="2121332260" sldId="544"/>
            <ac:spMk id="11" creationId="{0369D167-7506-4ECF-A75D-705C1677F1F8}"/>
          </ac:spMkLst>
        </pc:spChg>
        <pc:spChg chg="add mod">
          <ac:chgData name="翟 锐" userId="fef11181f709266a" providerId="LiveId" clId="{9186E0CD-109D-47DE-8883-49F901FD74B3}" dt="2020-08-11T16:16:32.506" v="1110" actId="1076"/>
          <ac:spMkLst>
            <pc:docMk/>
            <pc:sldMk cId="2121332260" sldId="544"/>
            <ac:spMk id="12" creationId="{87296FD4-1AEC-4E62-BE88-611A56A6F716}"/>
          </ac:spMkLst>
        </pc:spChg>
        <pc:spChg chg="add mod">
          <ac:chgData name="翟 锐" userId="fef11181f709266a" providerId="LiveId" clId="{9186E0CD-109D-47DE-8883-49F901FD74B3}" dt="2020-08-11T16:16:32.506" v="1110" actId="1076"/>
          <ac:spMkLst>
            <pc:docMk/>
            <pc:sldMk cId="2121332260" sldId="544"/>
            <ac:spMk id="14" creationId="{A566D956-C5C7-465D-9AAA-B7F86AA589DA}"/>
          </ac:spMkLst>
        </pc:spChg>
        <pc:spChg chg="add mod">
          <ac:chgData name="翟 锐" userId="fef11181f709266a" providerId="LiveId" clId="{9186E0CD-109D-47DE-8883-49F901FD74B3}" dt="2020-08-11T16:16:32.506" v="1110" actId="1076"/>
          <ac:spMkLst>
            <pc:docMk/>
            <pc:sldMk cId="2121332260" sldId="544"/>
            <ac:spMk id="15" creationId="{9454641A-75DA-45D4-AB39-F1F647A1EF11}"/>
          </ac:spMkLst>
        </pc:spChg>
        <pc:spChg chg="mod">
          <ac:chgData name="翟 锐" userId="fef11181f709266a" providerId="LiveId" clId="{9186E0CD-109D-47DE-8883-49F901FD74B3}" dt="2020-08-11T16:16:00.437" v="1098"/>
          <ac:spMkLst>
            <pc:docMk/>
            <pc:sldMk cId="2121332260" sldId="544"/>
            <ac:spMk id="35" creationId="{00000000-0000-0000-0000-000000000000}"/>
          </ac:spMkLst>
        </pc:spChg>
        <pc:cxnChg chg="add mod">
          <ac:chgData name="翟 锐" userId="fef11181f709266a" providerId="LiveId" clId="{9186E0CD-109D-47DE-8883-49F901FD74B3}" dt="2020-08-11T16:16:32.506" v="1110" actId="1076"/>
          <ac:cxnSpMkLst>
            <pc:docMk/>
            <pc:sldMk cId="2121332260" sldId="544"/>
            <ac:cxnSpMk id="13" creationId="{CF9939AD-5135-4374-A6C1-CE29A48660E0}"/>
          </ac:cxnSpMkLst>
        </pc:cxnChg>
      </pc:sldChg>
      <pc:sldChg chg="addSp modSp add mod modAnim">
        <pc:chgData name="翟 锐" userId="fef11181f709266a" providerId="LiveId" clId="{9186E0CD-109D-47DE-8883-49F901FD74B3}" dt="2020-08-11T16:22:05.261" v="1303"/>
        <pc:sldMkLst>
          <pc:docMk/>
          <pc:sldMk cId="3001398310" sldId="545"/>
        </pc:sldMkLst>
        <pc:spChg chg="add mod">
          <ac:chgData name="翟 锐" userId="fef11181f709266a" providerId="LiveId" clId="{9186E0CD-109D-47DE-8883-49F901FD74B3}" dt="2020-08-11T16:16:44.746" v="1115" actId="1076"/>
          <ac:spMkLst>
            <pc:docMk/>
            <pc:sldMk cId="3001398310" sldId="545"/>
            <ac:spMk id="5" creationId="{06499A1F-617F-4BAB-AE6B-78C9C018460D}"/>
          </ac:spMkLst>
        </pc:spChg>
        <pc:spChg chg="add mod">
          <ac:chgData name="翟 锐" userId="fef11181f709266a" providerId="LiveId" clId="{9186E0CD-109D-47DE-8883-49F901FD74B3}" dt="2020-08-11T16:16:44.746" v="1115" actId="1076"/>
          <ac:spMkLst>
            <pc:docMk/>
            <pc:sldMk cId="3001398310" sldId="545"/>
            <ac:spMk id="6" creationId="{95F545C0-D769-4A57-A763-661F06894B1F}"/>
          </ac:spMkLst>
        </pc:spChg>
        <pc:spChg chg="add mod">
          <ac:chgData name="翟 锐" userId="fef11181f709266a" providerId="LiveId" clId="{9186E0CD-109D-47DE-8883-49F901FD74B3}" dt="2020-08-11T16:16:44.746" v="1115" actId="1076"/>
          <ac:spMkLst>
            <pc:docMk/>
            <pc:sldMk cId="3001398310" sldId="545"/>
            <ac:spMk id="7" creationId="{AEBD75B0-9006-4C44-B767-0D58657E35DE}"/>
          </ac:spMkLst>
        </pc:spChg>
        <pc:spChg chg="add mod">
          <ac:chgData name="翟 锐" userId="fef11181f709266a" providerId="LiveId" clId="{9186E0CD-109D-47DE-8883-49F901FD74B3}" dt="2020-08-11T16:16:44.746" v="1115" actId="1076"/>
          <ac:spMkLst>
            <pc:docMk/>
            <pc:sldMk cId="3001398310" sldId="545"/>
            <ac:spMk id="8" creationId="{E9C8FAEA-4B2D-478D-A650-CBDBBF4AB720}"/>
          </ac:spMkLst>
        </pc:spChg>
        <pc:spChg chg="add mod">
          <ac:chgData name="翟 锐" userId="fef11181f709266a" providerId="LiveId" clId="{9186E0CD-109D-47DE-8883-49F901FD74B3}" dt="2020-08-11T16:22:05.261" v="1303"/>
          <ac:spMkLst>
            <pc:docMk/>
            <pc:sldMk cId="3001398310" sldId="545"/>
            <ac:spMk id="9" creationId="{D9B1C74C-D0DD-4F94-949E-4E84CB46013B}"/>
          </ac:spMkLst>
        </pc:spChg>
        <pc:spChg chg="add mod">
          <ac:chgData name="翟 锐" userId="fef11181f709266a" providerId="LiveId" clId="{9186E0CD-109D-47DE-8883-49F901FD74B3}" dt="2020-08-11T16:16:44.746" v="1115" actId="1076"/>
          <ac:spMkLst>
            <pc:docMk/>
            <pc:sldMk cId="3001398310" sldId="545"/>
            <ac:spMk id="10" creationId="{DB033CE5-D1BD-4E56-83F2-1CBD8F7EDC46}"/>
          </ac:spMkLst>
        </pc:spChg>
        <pc:spChg chg="mod">
          <ac:chgData name="翟 锐" userId="fef11181f709266a" providerId="LiveId" clId="{9186E0CD-109D-47DE-8883-49F901FD74B3}" dt="2020-08-11T16:16:47.895" v="1122"/>
          <ac:spMkLst>
            <pc:docMk/>
            <pc:sldMk cId="3001398310" sldId="545"/>
            <ac:spMk id="35" creationId="{00000000-0000-0000-0000-000000000000}"/>
          </ac:spMkLst>
        </pc:spChg>
      </pc:sldChg>
      <pc:sldChg chg="addSp modSp add mod modAnim">
        <pc:chgData name="翟 锐" userId="fef11181f709266a" providerId="LiveId" clId="{9186E0CD-109D-47DE-8883-49F901FD74B3}" dt="2020-08-11T16:22:00.601" v="1302"/>
        <pc:sldMkLst>
          <pc:docMk/>
          <pc:sldMk cId="1302138740" sldId="546"/>
        </pc:sldMkLst>
        <pc:spChg chg="add mod">
          <ac:chgData name="翟 锐" userId="fef11181f709266a" providerId="LiveId" clId="{9186E0CD-109D-47DE-8883-49F901FD74B3}" dt="2020-08-11T16:17:08.327" v="1130" actId="1076"/>
          <ac:spMkLst>
            <pc:docMk/>
            <pc:sldMk cId="1302138740" sldId="546"/>
            <ac:spMk id="5" creationId="{DB562953-BF9D-493D-AE05-D66346D0C909}"/>
          </ac:spMkLst>
        </pc:spChg>
        <pc:spChg chg="add mod">
          <ac:chgData name="翟 锐" userId="fef11181f709266a" providerId="LiveId" clId="{9186E0CD-109D-47DE-8883-49F901FD74B3}" dt="2020-08-11T16:17:08.327" v="1130" actId="1076"/>
          <ac:spMkLst>
            <pc:docMk/>
            <pc:sldMk cId="1302138740" sldId="546"/>
            <ac:spMk id="6" creationId="{1BFC8A6E-FE92-4841-929E-D7EBDB8D6B01}"/>
          </ac:spMkLst>
        </pc:spChg>
        <pc:spChg chg="add mod">
          <ac:chgData name="翟 锐" userId="fef11181f709266a" providerId="LiveId" clId="{9186E0CD-109D-47DE-8883-49F901FD74B3}" dt="2020-08-11T16:17:08.327" v="1130" actId="1076"/>
          <ac:spMkLst>
            <pc:docMk/>
            <pc:sldMk cId="1302138740" sldId="546"/>
            <ac:spMk id="7" creationId="{48869B14-C5C2-4273-A72C-9EAECC6688A0}"/>
          </ac:spMkLst>
        </pc:spChg>
        <pc:spChg chg="add mod">
          <ac:chgData name="翟 锐" userId="fef11181f709266a" providerId="LiveId" clId="{9186E0CD-109D-47DE-8883-49F901FD74B3}" dt="2020-08-11T16:17:08.327" v="1130" actId="1076"/>
          <ac:spMkLst>
            <pc:docMk/>
            <pc:sldMk cId="1302138740" sldId="546"/>
            <ac:spMk id="8" creationId="{D88F7F40-8D27-4E6A-B09D-6A75F5476B23}"/>
          </ac:spMkLst>
        </pc:spChg>
        <pc:spChg chg="add mod">
          <ac:chgData name="翟 锐" userId="fef11181f709266a" providerId="LiveId" clId="{9186E0CD-109D-47DE-8883-49F901FD74B3}" dt="2020-08-11T16:22:00.601" v="1302"/>
          <ac:spMkLst>
            <pc:docMk/>
            <pc:sldMk cId="1302138740" sldId="546"/>
            <ac:spMk id="9" creationId="{73DF9912-213D-4362-91BB-2E652C442CED}"/>
          </ac:spMkLst>
        </pc:spChg>
        <pc:spChg chg="mod">
          <ac:chgData name="翟 锐" userId="fef11181f709266a" providerId="LiveId" clId="{9186E0CD-109D-47DE-8883-49F901FD74B3}" dt="2020-08-11T16:16:58.371" v="1126"/>
          <ac:spMkLst>
            <pc:docMk/>
            <pc:sldMk cId="1302138740" sldId="546"/>
            <ac:spMk id="35" creationId="{00000000-0000-0000-0000-000000000000}"/>
          </ac:spMkLst>
        </pc:spChg>
      </pc:sldChg>
      <pc:sldChg chg="addSp modSp add mod modAnim">
        <pc:chgData name="翟 锐" userId="fef11181f709266a" providerId="LiveId" clId="{9186E0CD-109D-47DE-8883-49F901FD74B3}" dt="2020-08-11T16:17:31.300" v="1142" actId="1076"/>
        <pc:sldMkLst>
          <pc:docMk/>
          <pc:sldMk cId="1402210149" sldId="547"/>
        </pc:sldMkLst>
        <pc:spChg chg="add mod">
          <ac:chgData name="翟 锐" userId="fef11181f709266a" providerId="LiveId" clId="{9186E0CD-109D-47DE-8883-49F901FD74B3}" dt="2020-08-11T16:17:31.300" v="1142" actId="1076"/>
          <ac:spMkLst>
            <pc:docMk/>
            <pc:sldMk cId="1402210149" sldId="547"/>
            <ac:spMk id="5" creationId="{D44D78F8-BF0F-4FC8-9A17-6AD1BFDFD7E6}"/>
          </ac:spMkLst>
        </pc:spChg>
        <pc:spChg chg="add mod">
          <ac:chgData name="翟 锐" userId="fef11181f709266a" providerId="LiveId" clId="{9186E0CD-109D-47DE-8883-49F901FD74B3}" dt="2020-08-11T16:17:31.300" v="1142" actId="1076"/>
          <ac:spMkLst>
            <pc:docMk/>
            <pc:sldMk cId="1402210149" sldId="547"/>
            <ac:spMk id="6" creationId="{12D631DF-3ED9-4C6B-9817-6C251BD453CE}"/>
          </ac:spMkLst>
        </pc:spChg>
        <pc:spChg chg="add mod">
          <ac:chgData name="翟 锐" userId="fef11181f709266a" providerId="LiveId" clId="{9186E0CD-109D-47DE-8883-49F901FD74B3}" dt="2020-08-11T16:17:31.300" v="1142" actId="1076"/>
          <ac:spMkLst>
            <pc:docMk/>
            <pc:sldMk cId="1402210149" sldId="547"/>
            <ac:spMk id="7" creationId="{8C4FE580-18DF-4EB2-B2ED-C00139D1D41F}"/>
          </ac:spMkLst>
        </pc:spChg>
        <pc:spChg chg="mod">
          <ac:chgData name="翟 锐" userId="fef11181f709266a" providerId="LiveId" clId="{9186E0CD-109D-47DE-8883-49F901FD74B3}" dt="2020-08-11T16:17:17.490" v="1139"/>
          <ac:spMkLst>
            <pc:docMk/>
            <pc:sldMk cId="1402210149" sldId="547"/>
            <ac:spMk id="35" creationId="{00000000-0000-0000-0000-000000000000}"/>
          </ac:spMkLst>
        </pc:spChg>
      </pc:sldChg>
      <pc:sldChg chg="addSp delSp modSp add mod">
        <pc:chgData name="翟 锐" userId="fef11181f709266a" providerId="LiveId" clId="{9186E0CD-109D-47DE-8883-49F901FD74B3}" dt="2020-08-11T16:17:55.225" v="1154" actId="1076"/>
        <pc:sldMkLst>
          <pc:docMk/>
          <pc:sldMk cId="1131462340" sldId="548"/>
        </pc:sldMkLst>
        <pc:spChg chg="add mod">
          <ac:chgData name="翟 锐" userId="fef11181f709266a" providerId="LiveId" clId="{9186E0CD-109D-47DE-8883-49F901FD74B3}" dt="2020-08-11T16:17:55.225" v="1154" actId="1076"/>
          <ac:spMkLst>
            <pc:docMk/>
            <pc:sldMk cId="1131462340" sldId="548"/>
            <ac:spMk id="3" creationId="{E7B1E7AC-41C9-4730-B250-19F6BFF1524A}"/>
          </ac:spMkLst>
        </pc:spChg>
        <pc:spChg chg="add del">
          <ac:chgData name="翟 锐" userId="fef11181f709266a" providerId="LiveId" clId="{9186E0CD-109D-47DE-8883-49F901FD74B3}" dt="2020-08-11T16:17:38.790" v="1148" actId="22"/>
          <ac:spMkLst>
            <pc:docMk/>
            <pc:sldMk cId="1131462340" sldId="548"/>
            <ac:spMk id="6" creationId="{CDF02331-1BFD-4A07-90FA-94607652ACA5}"/>
          </ac:spMkLst>
        </pc:spChg>
        <pc:spChg chg="mod">
          <ac:chgData name="翟 锐" userId="fef11181f709266a" providerId="LiveId" clId="{9186E0CD-109D-47DE-8883-49F901FD74B3}" dt="2020-08-11T16:17:48.127" v="1151" actId="6549"/>
          <ac:spMkLst>
            <pc:docMk/>
            <pc:sldMk cId="1131462340" sldId="548"/>
            <ac:spMk id="35" creationId="{00000000-0000-0000-0000-000000000000}"/>
          </ac:spMkLst>
        </pc:spChg>
      </pc:sldChg>
      <pc:sldChg chg="add del">
        <pc:chgData name="翟 锐" userId="fef11181f709266a" providerId="LiveId" clId="{9186E0CD-109D-47DE-8883-49F901FD74B3}" dt="2020-08-11T16:17:57.922" v="1156" actId="47"/>
        <pc:sldMkLst>
          <pc:docMk/>
          <pc:sldMk cId="1616690941" sldId="549"/>
        </pc:sldMkLst>
      </pc:sldChg>
      <pc:sldChg chg="addSp modSp add del mod ord modAnim">
        <pc:chgData name="翟 锐" userId="fef11181f709266a" providerId="LiveId" clId="{9186E0CD-109D-47DE-8883-49F901FD74B3}" dt="2020-08-12T03:35:12.364" v="2622" actId="47"/>
        <pc:sldMkLst>
          <pc:docMk/>
          <pc:sldMk cId="2631393082" sldId="550"/>
        </pc:sldMkLst>
        <pc:spChg chg="add mod">
          <ac:chgData name="翟 锐" userId="fef11181f709266a" providerId="LiveId" clId="{9186E0CD-109D-47DE-8883-49F901FD74B3}" dt="2020-08-11T16:18:22.571" v="1161" actId="1076"/>
          <ac:spMkLst>
            <pc:docMk/>
            <pc:sldMk cId="2631393082" sldId="550"/>
            <ac:spMk id="5" creationId="{7E34BA87-904A-45C5-90E6-1953BEB49875}"/>
          </ac:spMkLst>
        </pc:spChg>
        <pc:spChg chg="add mod">
          <ac:chgData name="翟 锐" userId="fef11181f709266a" providerId="LiveId" clId="{9186E0CD-109D-47DE-8883-49F901FD74B3}" dt="2020-08-11T16:18:22.571" v="1161" actId="1076"/>
          <ac:spMkLst>
            <pc:docMk/>
            <pc:sldMk cId="2631393082" sldId="550"/>
            <ac:spMk id="6" creationId="{5F488491-9A01-464F-82F7-DC6FA59A5CF1}"/>
          </ac:spMkLst>
        </pc:spChg>
        <pc:spChg chg="add mod">
          <ac:chgData name="翟 锐" userId="fef11181f709266a" providerId="LiveId" clId="{9186E0CD-109D-47DE-8883-49F901FD74B3}" dt="2020-08-11T16:18:22.571" v="1161" actId="1076"/>
          <ac:spMkLst>
            <pc:docMk/>
            <pc:sldMk cId="2631393082" sldId="550"/>
            <ac:spMk id="7" creationId="{BBFDCC0E-CF4C-42E3-B9E4-930154E1D9B3}"/>
          </ac:spMkLst>
        </pc:spChg>
        <pc:spChg chg="add mod">
          <ac:chgData name="翟 锐" userId="fef11181f709266a" providerId="LiveId" clId="{9186E0CD-109D-47DE-8883-49F901FD74B3}" dt="2020-08-11T16:18:22.571" v="1161" actId="1076"/>
          <ac:spMkLst>
            <pc:docMk/>
            <pc:sldMk cId="2631393082" sldId="550"/>
            <ac:spMk id="8" creationId="{5C3175BB-AED5-4753-A0CA-0F9E1E6D88EE}"/>
          </ac:spMkLst>
        </pc:spChg>
        <pc:spChg chg="mod">
          <ac:chgData name="翟 锐" userId="fef11181f709266a" providerId="LiveId" clId="{9186E0CD-109D-47DE-8883-49F901FD74B3}" dt="2020-08-11T16:18:27.639" v="1173"/>
          <ac:spMkLst>
            <pc:docMk/>
            <pc:sldMk cId="2631393082" sldId="550"/>
            <ac:spMk id="35" creationId="{00000000-0000-0000-0000-000000000000}"/>
          </ac:spMkLst>
        </pc:spChg>
      </pc:sldChg>
      <pc:sldChg chg="new del">
        <pc:chgData name="翟 锐" userId="fef11181f709266a" providerId="LiveId" clId="{9186E0CD-109D-47DE-8883-49F901FD74B3}" dt="2020-08-11T16:59:53.122" v="1307" actId="47"/>
        <pc:sldMkLst>
          <pc:docMk/>
          <pc:sldMk cId="2641076861" sldId="551"/>
        </pc:sldMkLst>
      </pc:sldChg>
      <pc:sldChg chg="addSp delSp modSp add mod addAnim delAnim modAnim">
        <pc:chgData name="翟 锐" userId="fef11181f709266a" providerId="LiveId" clId="{9186E0CD-109D-47DE-8883-49F901FD74B3}" dt="2020-08-12T03:11:35.970" v="1589"/>
        <pc:sldMkLst>
          <pc:docMk/>
          <pc:sldMk cId="2698599430" sldId="551"/>
        </pc:sldMkLst>
        <pc:spChg chg="add del">
          <ac:chgData name="翟 锐" userId="fef11181f709266a" providerId="LiveId" clId="{9186E0CD-109D-47DE-8883-49F901FD74B3}" dt="2020-08-12T03:04:31.864" v="1330" actId="22"/>
          <ac:spMkLst>
            <pc:docMk/>
            <pc:sldMk cId="2698599430" sldId="551"/>
            <ac:spMk id="2" creationId="{F3AEA15A-20CF-4266-86D1-5EBF1DB2C5E1}"/>
          </ac:spMkLst>
        </pc:spChg>
        <pc:spChg chg="add mod">
          <ac:chgData name="翟 锐" userId="fef11181f709266a" providerId="LiveId" clId="{9186E0CD-109D-47DE-8883-49F901FD74B3}" dt="2020-08-12T03:11:35.970" v="1589"/>
          <ac:spMkLst>
            <pc:docMk/>
            <pc:sldMk cId="2698599430" sldId="551"/>
            <ac:spMk id="3" creationId="{AC6161EA-6216-4628-BF76-23CC3008F797}"/>
          </ac:spMkLst>
        </pc:spChg>
        <pc:spChg chg="add del">
          <ac:chgData name="翟 锐" userId="fef11181f709266a" providerId="LiveId" clId="{9186E0CD-109D-47DE-8883-49F901FD74B3}" dt="2020-08-12T03:10:52.704" v="1578"/>
          <ac:spMkLst>
            <pc:docMk/>
            <pc:sldMk cId="2698599430" sldId="551"/>
            <ac:spMk id="4" creationId="{B380DB9A-6C1C-4962-B888-4B61B4734261}"/>
          </ac:spMkLst>
        </pc:spChg>
        <pc:spChg chg="del">
          <ac:chgData name="翟 锐" userId="fef11181f709266a" providerId="LiveId" clId="{9186E0CD-109D-47DE-8883-49F901FD74B3}" dt="2020-08-11T17:02:56.218" v="1320" actId="478"/>
          <ac:spMkLst>
            <pc:docMk/>
            <pc:sldMk cId="2698599430" sldId="551"/>
            <ac:spMk id="5" creationId="{7E34BA87-904A-45C5-90E6-1953BEB49875}"/>
          </ac:spMkLst>
        </pc:spChg>
        <pc:spChg chg="del">
          <ac:chgData name="翟 锐" userId="fef11181f709266a" providerId="LiveId" clId="{9186E0CD-109D-47DE-8883-49F901FD74B3}" dt="2020-08-11T17:02:57.839" v="1321" actId="478"/>
          <ac:spMkLst>
            <pc:docMk/>
            <pc:sldMk cId="2698599430" sldId="551"/>
            <ac:spMk id="6" creationId="{5F488491-9A01-464F-82F7-DC6FA59A5CF1}"/>
          </ac:spMkLst>
        </pc:spChg>
        <pc:spChg chg="add del mod">
          <ac:chgData name="翟 锐" userId="fef11181f709266a" providerId="LiveId" clId="{9186E0CD-109D-47DE-8883-49F901FD74B3}" dt="2020-08-12T03:05:56.711" v="1424" actId="478"/>
          <ac:spMkLst>
            <pc:docMk/>
            <pc:sldMk cId="2698599430" sldId="551"/>
            <ac:spMk id="7" creationId="{BBFDCC0E-CF4C-42E3-B9E4-930154E1D9B3}"/>
          </ac:spMkLst>
        </pc:spChg>
        <pc:spChg chg="del">
          <ac:chgData name="翟 锐" userId="fef11181f709266a" providerId="LiveId" clId="{9186E0CD-109D-47DE-8883-49F901FD74B3}" dt="2020-08-11T17:02:53.745" v="1319" actId="478"/>
          <ac:spMkLst>
            <pc:docMk/>
            <pc:sldMk cId="2698599430" sldId="551"/>
            <ac:spMk id="8" creationId="{5C3175BB-AED5-4753-A0CA-0F9E1E6D88EE}"/>
          </ac:spMkLst>
        </pc:spChg>
        <pc:spChg chg="add del">
          <ac:chgData name="翟 锐" userId="fef11181f709266a" providerId="LiveId" clId="{9186E0CD-109D-47DE-8883-49F901FD74B3}" dt="2020-08-12T03:10:54.030" v="1580"/>
          <ac:spMkLst>
            <pc:docMk/>
            <pc:sldMk cId="2698599430" sldId="551"/>
            <ac:spMk id="10" creationId="{429064F2-19EA-456F-8EA6-1EE65503EFB1}"/>
          </ac:spMkLst>
        </pc:spChg>
      </pc:sldChg>
      <pc:sldChg chg="new del">
        <pc:chgData name="翟 锐" userId="fef11181f709266a" providerId="LiveId" clId="{9186E0CD-109D-47DE-8883-49F901FD74B3}" dt="2020-08-12T03:10:07.368" v="1567" actId="47"/>
        <pc:sldMkLst>
          <pc:docMk/>
          <pc:sldMk cId="1187509460" sldId="552"/>
        </pc:sldMkLst>
      </pc:sldChg>
      <pc:sldChg chg="addSp delSp modSp add mod addAnim delAnim modAnim">
        <pc:chgData name="翟 锐" userId="fef11181f709266a" providerId="LiveId" clId="{9186E0CD-109D-47DE-8883-49F901FD74B3}" dt="2020-08-12T03:33:48.735" v="2579" actId="1076"/>
        <pc:sldMkLst>
          <pc:docMk/>
          <pc:sldMk cId="4057853856" sldId="552"/>
        </pc:sldMkLst>
        <pc:spChg chg="add del">
          <ac:chgData name="翟 锐" userId="fef11181f709266a" providerId="LiveId" clId="{9186E0CD-109D-47DE-8883-49F901FD74B3}" dt="2020-08-12T03:15:32.963" v="1806"/>
          <ac:spMkLst>
            <pc:docMk/>
            <pc:sldMk cId="4057853856" sldId="552"/>
            <ac:spMk id="2" creationId="{4C3C63B0-F2D8-498A-89F1-19226BD9B45B}"/>
          </ac:spMkLst>
        </pc:spChg>
        <pc:spChg chg="del">
          <ac:chgData name="翟 锐" userId="fef11181f709266a" providerId="LiveId" clId="{9186E0CD-109D-47DE-8883-49F901FD74B3}" dt="2020-08-12T03:12:07.896" v="1590" actId="478"/>
          <ac:spMkLst>
            <pc:docMk/>
            <pc:sldMk cId="4057853856" sldId="552"/>
            <ac:spMk id="3" creationId="{E7B1E7AC-41C9-4730-B250-19F6BFF1524A}"/>
          </ac:spMkLst>
        </pc:spChg>
        <pc:spChg chg="add mod">
          <ac:chgData name="翟 锐" userId="fef11181f709266a" providerId="LiveId" clId="{9186E0CD-109D-47DE-8883-49F901FD74B3}" dt="2020-08-12T03:33:48.735" v="2579" actId="1076"/>
          <ac:spMkLst>
            <pc:docMk/>
            <pc:sldMk cId="4057853856" sldId="552"/>
            <ac:spMk id="4" creationId="{97B310AD-FF3D-4686-A7E0-B3FEF148CCB9}"/>
          </ac:spMkLst>
        </pc:spChg>
        <pc:spChg chg="add mod">
          <ac:chgData name="翟 锐" userId="fef11181f709266a" providerId="LiveId" clId="{9186E0CD-109D-47DE-8883-49F901FD74B3}" dt="2020-08-12T03:18:54.081" v="1847" actId="164"/>
          <ac:spMkLst>
            <pc:docMk/>
            <pc:sldMk cId="4057853856" sldId="552"/>
            <ac:spMk id="5" creationId="{ADD5EE36-762B-4418-BC5E-C4CC7E579FFE}"/>
          </ac:spMkLst>
        </pc:spChg>
        <pc:spChg chg="add del mod">
          <ac:chgData name="翟 锐" userId="fef11181f709266a" providerId="LiveId" clId="{9186E0CD-109D-47DE-8883-49F901FD74B3}" dt="2020-08-12T03:16:56.866" v="1814" actId="478"/>
          <ac:spMkLst>
            <pc:docMk/>
            <pc:sldMk cId="4057853856" sldId="552"/>
            <ac:spMk id="6" creationId="{6C109422-B3F4-4C40-9F02-10FE6425DB35}"/>
          </ac:spMkLst>
        </pc:spChg>
        <pc:spChg chg="add mod">
          <ac:chgData name="翟 锐" userId="fef11181f709266a" providerId="LiveId" clId="{9186E0CD-109D-47DE-8883-49F901FD74B3}" dt="2020-08-12T03:18:54.081" v="1847" actId="164"/>
          <ac:spMkLst>
            <pc:docMk/>
            <pc:sldMk cId="4057853856" sldId="552"/>
            <ac:spMk id="7" creationId="{0F77B9A7-C4F8-42FF-9BAA-69A2C0C88382}"/>
          </ac:spMkLst>
        </pc:spChg>
        <pc:spChg chg="add del mod">
          <ac:chgData name="翟 锐" userId="fef11181f709266a" providerId="LiveId" clId="{9186E0CD-109D-47DE-8883-49F901FD74B3}" dt="2020-08-12T03:16:45.774" v="1811" actId="478"/>
          <ac:spMkLst>
            <pc:docMk/>
            <pc:sldMk cId="4057853856" sldId="552"/>
            <ac:spMk id="8" creationId="{8DBDFA32-731E-4A5A-A512-291C9579CA61}"/>
          </ac:spMkLst>
        </pc:spChg>
        <pc:spChg chg="add mod">
          <ac:chgData name="翟 锐" userId="fef11181f709266a" providerId="LiveId" clId="{9186E0CD-109D-47DE-8883-49F901FD74B3}" dt="2020-08-12T03:18:54.081" v="1847" actId="164"/>
          <ac:spMkLst>
            <pc:docMk/>
            <pc:sldMk cId="4057853856" sldId="552"/>
            <ac:spMk id="10" creationId="{75BFE876-6AC0-4B95-80DD-6017DC75920C}"/>
          </ac:spMkLst>
        </pc:spChg>
        <pc:spChg chg="add mod">
          <ac:chgData name="翟 锐" userId="fef11181f709266a" providerId="LiveId" clId="{9186E0CD-109D-47DE-8883-49F901FD74B3}" dt="2020-08-12T03:18:54.081" v="1847" actId="164"/>
          <ac:spMkLst>
            <pc:docMk/>
            <pc:sldMk cId="4057853856" sldId="552"/>
            <ac:spMk id="11" creationId="{3D1FBD4F-3224-4907-A1DF-E40046F52CEB}"/>
          </ac:spMkLst>
        </pc:spChg>
        <pc:spChg chg="add mod">
          <ac:chgData name="翟 锐" userId="fef11181f709266a" providerId="LiveId" clId="{9186E0CD-109D-47DE-8883-49F901FD74B3}" dt="2020-08-12T03:23:58.044" v="2032" actId="1076"/>
          <ac:spMkLst>
            <pc:docMk/>
            <pc:sldMk cId="4057853856" sldId="552"/>
            <ac:spMk id="23" creationId="{776E72F7-3EC7-493A-A138-D656D9301D10}"/>
          </ac:spMkLst>
        </pc:spChg>
        <pc:spChg chg="add mod">
          <ac:chgData name="翟 锐" userId="fef11181f709266a" providerId="LiveId" clId="{9186E0CD-109D-47DE-8883-49F901FD74B3}" dt="2020-08-12T03:24:00.977" v="2033" actId="1076"/>
          <ac:spMkLst>
            <pc:docMk/>
            <pc:sldMk cId="4057853856" sldId="552"/>
            <ac:spMk id="24" creationId="{F354ACFF-74F5-48F1-9893-81478564557B}"/>
          </ac:spMkLst>
        </pc:spChg>
        <pc:spChg chg="add del mod">
          <ac:chgData name="翟 锐" userId="fef11181f709266a" providerId="LiveId" clId="{9186E0CD-109D-47DE-8883-49F901FD74B3}" dt="2020-08-12T03:18:40.074" v="1845" actId="478"/>
          <ac:spMkLst>
            <pc:docMk/>
            <pc:sldMk cId="4057853856" sldId="552"/>
            <ac:spMk id="25" creationId="{BD427355-54ED-4A3A-8EC1-633131512E82}"/>
          </ac:spMkLst>
        </pc:spChg>
        <pc:spChg chg="add del mod">
          <ac:chgData name="翟 锐" userId="fef11181f709266a" providerId="LiveId" clId="{9186E0CD-109D-47DE-8883-49F901FD74B3}" dt="2020-08-12T03:18:40.074" v="1845" actId="478"/>
          <ac:spMkLst>
            <pc:docMk/>
            <pc:sldMk cId="4057853856" sldId="552"/>
            <ac:spMk id="26" creationId="{D7E49683-A1B1-42F5-8B32-4AC8E51FF776}"/>
          </ac:spMkLst>
        </pc:spChg>
        <pc:spChg chg="add del mod">
          <ac:chgData name="翟 锐" userId="fef11181f709266a" providerId="LiveId" clId="{9186E0CD-109D-47DE-8883-49F901FD74B3}" dt="2020-08-12T03:18:40.074" v="1845" actId="478"/>
          <ac:spMkLst>
            <pc:docMk/>
            <pc:sldMk cId="4057853856" sldId="552"/>
            <ac:spMk id="27" creationId="{23546A7A-3DAF-4033-A296-AFF89ABBC08E}"/>
          </ac:spMkLst>
        </pc:spChg>
        <pc:spChg chg="add del mod">
          <ac:chgData name="翟 锐" userId="fef11181f709266a" providerId="LiveId" clId="{9186E0CD-109D-47DE-8883-49F901FD74B3}" dt="2020-08-12T03:18:40.074" v="1845" actId="478"/>
          <ac:spMkLst>
            <pc:docMk/>
            <pc:sldMk cId="4057853856" sldId="552"/>
            <ac:spMk id="28" creationId="{62A52728-0A38-4E44-9597-64C277EF3DAD}"/>
          </ac:spMkLst>
        </pc:spChg>
        <pc:spChg chg="add mod">
          <ac:chgData name="翟 锐" userId="fef11181f709266a" providerId="LiveId" clId="{9186E0CD-109D-47DE-8883-49F901FD74B3}" dt="2020-08-12T03:22:16.202" v="1999" actId="164"/>
          <ac:spMkLst>
            <pc:docMk/>
            <pc:sldMk cId="4057853856" sldId="552"/>
            <ac:spMk id="32" creationId="{3CB3EFF4-8ACE-44C1-9940-EA9BA6760C81}"/>
          </ac:spMkLst>
        </pc:spChg>
        <pc:spChg chg="mod">
          <ac:chgData name="翟 锐" userId="fef11181f709266a" providerId="LiveId" clId="{9186E0CD-109D-47DE-8883-49F901FD74B3}" dt="2020-08-12T03:10:19.413" v="1571"/>
          <ac:spMkLst>
            <pc:docMk/>
            <pc:sldMk cId="4057853856" sldId="552"/>
            <ac:spMk id="35" creationId="{00000000-0000-0000-0000-000000000000}"/>
          </ac:spMkLst>
        </pc:spChg>
        <pc:spChg chg="mod">
          <ac:chgData name="翟 锐" userId="fef11181f709266a" providerId="LiveId" clId="{9186E0CD-109D-47DE-8883-49F901FD74B3}" dt="2020-08-12T03:24:48.223" v="2116" actId="20577"/>
          <ac:spMkLst>
            <pc:docMk/>
            <pc:sldMk cId="4057853856" sldId="552"/>
            <ac:spMk id="37" creationId="{64E756A6-DE35-46BD-89AD-D7D7929E6586}"/>
          </ac:spMkLst>
        </pc:spChg>
        <pc:spChg chg="mod">
          <ac:chgData name="翟 锐" userId="fef11181f709266a" providerId="LiveId" clId="{9186E0CD-109D-47DE-8883-49F901FD74B3}" dt="2020-08-12T03:24:51.148" v="2119" actId="20577"/>
          <ac:spMkLst>
            <pc:docMk/>
            <pc:sldMk cId="4057853856" sldId="552"/>
            <ac:spMk id="38" creationId="{1694AF57-961B-4BEF-BA67-4A189CBDBD19}"/>
          </ac:spMkLst>
        </pc:spChg>
        <pc:spChg chg="mod">
          <ac:chgData name="翟 锐" userId="fef11181f709266a" providerId="LiveId" clId="{9186E0CD-109D-47DE-8883-49F901FD74B3}" dt="2020-08-12T03:21:56.887" v="1996" actId="2711"/>
          <ac:spMkLst>
            <pc:docMk/>
            <pc:sldMk cId="4057853856" sldId="552"/>
            <ac:spMk id="39" creationId="{1913FD13-CCBF-4257-9D8B-2072047504B7}"/>
          </ac:spMkLst>
        </pc:spChg>
        <pc:spChg chg="mod">
          <ac:chgData name="翟 锐" userId="fef11181f709266a" providerId="LiveId" clId="{9186E0CD-109D-47DE-8883-49F901FD74B3}" dt="2020-08-12T03:21:56.887" v="1996" actId="2711"/>
          <ac:spMkLst>
            <pc:docMk/>
            <pc:sldMk cId="4057853856" sldId="552"/>
            <ac:spMk id="40" creationId="{70AF0528-6D92-4E30-8998-B66DA705D54C}"/>
          </ac:spMkLst>
        </pc:spChg>
        <pc:spChg chg="mod">
          <ac:chgData name="翟 锐" userId="fef11181f709266a" providerId="LiveId" clId="{9186E0CD-109D-47DE-8883-49F901FD74B3}" dt="2020-08-12T03:23:48.901" v="2031" actId="1076"/>
          <ac:spMkLst>
            <pc:docMk/>
            <pc:sldMk cId="4057853856" sldId="552"/>
            <ac:spMk id="49" creationId="{A03A41D6-4893-4521-8565-A3EC08A2DB2A}"/>
          </ac:spMkLst>
        </pc:spChg>
        <pc:spChg chg="mod">
          <ac:chgData name="翟 锐" userId="fef11181f709266a" providerId="LiveId" clId="{9186E0CD-109D-47DE-8883-49F901FD74B3}" dt="2020-08-12T03:23:44.806" v="2030" actId="1076"/>
          <ac:spMkLst>
            <pc:docMk/>
            <pc:sldMk cId="4057853856" sldId="552"/>
            <ac:spMk id="50" creationId="{EAA5DDCA-CA81-4E71-A72A-72F5A005F3F2}"/>
          </ac:spMkLst>
        </pc:spChg>
        <pc:spChg chg="mod">
          <ac:chgData name="翟 锐" userId="fef11181f709266a" providerId="LiveId" clId="{9186E0CD-109D-47DE-8883-49F901FD74B3}" dt="2020-08-12T03:22:29.509" v="2004" actId="20577"/>
          <ac:spMkLst>
            <pc:docMk/>
            <pc:sldMk cId="4057853856" sldId="552"/>
            <ac:spMk id="51" creationId="{A7FA0134-98FF-47A9-9158-2425D235D273}"/>
          </ac:spMkLst>
        </pc:spChg>
        <pc:spChg chg="mod">
          <ac:chgData name="翟 锐" userId="fef11181f709266a" providerId="LiveId" clId="{9186E0CD-109D-47DE-8883-49F901FD74B3}" dt="2020-08-12T03:24:55.287" v="2124" actId="20577"/>
          <ac:spMkLst>
            <pc:docMk/>
            <pc:sldMk cId="4057853856" sldId="552"/>
            <ac:spMk id="52" creationId="{243B03AD-39F7-4B8E-8E68-3261160D71B6}"/>
          </ac:spMkLst>
        </pc:spChg>
        <pc:spChg chg="mod">
          <ac:chgData name="翟 锐" userId="fef11181f709266a" providerId="LiveId" clId="{9186E0CD-109D-47DE-8883-49F901FD74B3}" dt="2020-08-12T03:24:59.270" v="2130" actId="20577"/>
          <ac:spMkLst>
            <pc:docMk/>
            <pc:sldMk cId="4057853856" sldId="552"/>
            <ac:spMk id="53" creationId="{20A8EB1E-A69B-45CF-AC3D-EE59D9C8C9C9}"/>
          </ac:spMkLst>
        </pc:spChg>
        <pc:spChg chg="mod">
          <ac:chgData name="翟 锐" userId="fef11181f709266a" providerId="LiveId" clId="{9186E0CD-109D-47DE-8883-49F901FD74B3}" dt="2020-08-12T03:22:19.748" v="2000"/>
          <ac:spMkLst>
            <pc:docMk/>
            <pc:sldMk cId="4057853856" sldId="552"/>
            <ac:spMk id="54" creationId="{0E1EB0E6-5E7A-46AC-9EDD-03CCC87A0230}"/>
          </ac:spMkLst>
        </pc:spChg>
        <pc:spChg chg="mod">
          <ac:chgData name="翟 锐" userId="fef11181f709266a" providerId="LiveId" clId="{9186E0CD-109D-47DE-8883-49F901FD74B3}" dt="2020-08-12T03:22:19.748" v="2000"/>
          <ac:spMkLst>
            <pc:docMk/>
            <pc:sldMk cId="4057853856" sldId="552"/>
            <ac:spMk id="55" creationId="{3712565E-7C56-48D6-9837-317F52FB2881}"/>
          </ac:spMkLst>
        </pc:spChg>
        <pc:spChg chg="add mod">
          <ac:chgData name="翟 锐" userId="fef11181f709266a" providerId="LiveId" clId="{9186E0CD-109D-47DE-8883-49F901FD74B3}" dt="2020-08-12T03:29:13.911" v="2473" actId="164"/>
          <ac:spMkLst>
            <pc:docMk/>
            <pc:sldMk cId="4057853856" sldId="552"/>
            <ac:spMk id="60" creationId="{C1145530-5424-49FA-AC97-FC8713152BBA}"/>
          </ac:spMkLst>
        </pc:spChg>
        <pc:spChg chg="add mod">
          <ac:chgData name="翟 锐" userId="fef11181f709266a" providerId="LiveId" clId="{9186E0CD-109D-47DE-8883-49F901FD74B3}" dt="2020-08-12T03:29:06.163" v="2471" actId="164"/>
          <ac:spMkLst>
            <pc:docMk/>
            <pc:sldMk cId="4057853856" sldId="552"/>
            <ac:spMk id="62" creationId="{CAD9EA94-51DD-4BC4-8410-2F4C24849E76}"/>
          </ac:spMkLst>
        </pc:spChg>
        <pc:spChg chg="add mod">
          <ac:chgData name="翟 锐" userId="fef11181f709266a" providerId="LiveId" clId="{9186E0CD-109D-47DE-8883-49F901FD74B3}" dt="2020-08-12T03:33:45.261" v="2578" actId="1076"/>
          <ac:spMkLst>
            <pc:docMk/>
            <pc:sldMk cId="4057853856" sldId="552"/>
            <ac:spMk id="65" creationId="{B9DE5641-7436-41BD-B302-62FCCAFD689B}"/>
          </ac:spMkLst>
        </pc:spChg>
        <pc:grpChg chg="add del mod">
          <ac:chgData name="翟 锐" userId="fef11181f709266a" providerId="LiveId" clId="{9186E0CD-109D-47DE-8883-49F901FD74B3}" dt="2020-08-12T03:25:55.407" v="2348" actId="478"/>
          <ac:grpSpMkLst>
            <pc:docMk/>
            <pc:sldMk cId="4057853856" sldId="552"/>
            <ac:grpSpMk id="22" creationId="{EE0C9B0C-60F3-4FB8-B92E-AF4E63C3A06B}"/>
          </ac:grpSpMkLst>
        </pc:grpChg>
        <pc:grpChg chg="add mod">
          <ac:chgData name="翟 锐" userId="fef11181f709266a" providerId="LiveId" clId="{9186E0CD-109D-47DE-8883-49F901FD74B3}" dt="2020-08-12T03:22:16.202" v="1999" actId="164"/>
          <ac:grpSpMkLst>
            <pc:docMk/>
            <pc:sldMk cId="4057853856" sldId="552"/>
            <ac:grpSpMk id="36" creationId="{8F81C30E-1DF4-49FD-8C84-4F869E9DA678}"/>
          </ac:grpSpMkLst>
        </pc:grpChg>
        <pc:grpChg chg="add mod">
          <ac:chgData name="翟 锐" userId="fef11181f709266a" providerId="LiveId" clId="{9186E0CD-109D-47DE-8883-49F901FD74B3}" dt="2020-08-12T03:29:13.911" v="2473" actId="164"/>
          <ac:grpSpMkLst>
            <pc:docMk/>
            <pc:sldMk cId="4057853856" sldId="552"/>
            <ac:grpSpMk id="46" creationId="{CD0D5B43-B11C-4DC2-9B8F-BF99E78C8C5F}"/>
          </ac:grpSpMkLst>
        </pc:grpChg>
        <pc:grpChg chg="add mod">
          <ac:chgData name="翟 锐" userId="fef11181f709266a" providerId="LiveId" clId="{9186E0CD-109D-47DE-8883-49F901FD74B3}" dt="2020-08-12T03:29:06.163" v="2471" actId="164"/>
          <ac:grpSpMkLst>
            <pc:docMk/>
            <pc:sldMk cId="4057853856" sldId="552"/>
            <ac:grpSpMk id="47" creationId="{216CC1E6-A7B9-4470-ADAB-0C97BE3559A1}"/>
          </ac:grpSpMkLst>
        </pc:grpChg>
        <pc:grpChg chg="mod">
          <ac:chgData name="翟 锐" userId="fef11181f709266a" providerId="LiveId" clId="{9186E0CD-109D-47DE-8883-49F901FD74B3}" dt="2020-08-12T03:22:19.748" v="2000"/>
          <ac:grpSpMkLst>
            <pc:docMk/>
            <pc:sldMk cId="4057853856" sldId="552"/>
            <ac:grpSpMk id="48" creationId="{E75B8D0F-9348-4142-BA40-FB2D1EED742B}"/>
          </ac:grpSpMkLst>
        </pc:grpChg>
        <pc:grpChg chg="add mod">
          <ac:chgData name="翟 锐" userId="fef11181f709266a" providerId="LiveId" clId="{9186E0CD-109D-47DE-8883-49F901FD74B3}" dt="2020-08-12T03:29:08.585" v="2472" actId="1076"/>
          <ac:grpSpMkLst>
            <pc:docMk/>
            <pc:sldMk cId="4057853856" sldId="552"/>
            <ac:grpSpMk id="66" creationId="{7DCBA655-590B-4F54-9E39-A727F7BEF953}"/>
          </ac:grpSpMkLst>
        </pc:grpChg>
        <pc:grpChg chg="add mod">
          <ac:chgData name="翟 锐" userId="fef11181f709266a" providerId="LiveId" clId="{9186E0CD-109D-47DE-8883-49F901FD74B3}" dt="2020-08-12T03:29:16.813" v="2474" actId="1076"/>
          <ac:grpSpMkLst>
            <pc:docMk/>
            <pc:sldMk cId="4057853856" sldId="552"/>
            <ac:grpSpMk id="67" creationId="{8C562CA2-AD0A-4C80-A333-143AF175D77F}"/>
          </ac:grpSpMkLst>
        </pc:grpChg>
        <pc:cxnChg chg="add mod">
          <ac:chgData name="翟 锐" userId="fef11181f709266a" providerId="LiveId" clId="{9186E0CD-109D-47DE-8883-49F901FD74B3}" dt="2020-08-12T03:25:55.407" v="2348" actId="478"/>
          <ac:cxnSpMkLst>
            <pc:docMk/>
            <pc:sldMk cId="4057853856" sldId="552"/>
            <ac:cxnSpMk id="15" creationId="{7FECCD82-C174-454F-998C-3E07E95B8962}"/>
          </ac:cxnSpMkLst>
        </pc:cxnChg>
        <pc:cxnChg chg="add mod">
          <ac:chgData name="翟 锐" userId="fef11181f709266a" providerId="LiveId" clId="{9186E0CD-109D-47DE-8883-49F901FD74B3}" dt="2020-08-12T03:25:55.407" v="2348" actId="478"/>
          <ac:cxnSpMkLst>
            <pc:docMk/>
            <pc:sldMk cId="4057853856" sldId="552"/>
            <ac:cxnSpMk id="18" creationId="{97AEC86C-338B-4CBA-A951-B47E4FE443F6}"/>
          </ac:cxnSpMkLst>
        </pc:cxnChg>
        <pc:cxnChg chg="add mod">
          <ac:chgData name="翟 锐" userId="fef11181f709266a" providerId="LiveId" clId="{9186E0CD-109D-47DE-8883-49F901FD74B3}" dt="2020-08-12T03:25:55.407" v="2348" actId="478"/>
          <ac:cxnSpMkLst>
            <pc:docMk/>
            <pc:sldMk cId="4057853856" sldId="552"/>
            <ac:cxnSpMk id="20" creationId="{3B2C9127-4073-45CA-BD09-29CFF92FC375}"/>
          </ac:cxnSpMkLst>
        </pc:cxnChg>
        <pc:cxnChg chg="add del mod">
          <ac:chgData name="翟 锐" userId="fef11181f709266a" providerId="LiveId" clId="{9186E0CD-109D-47DE-8883-49F901FD74B3}" dt="2020-08-12T03:18:40.074" v="1845" actId="478"/>
          <ac:cxnSpMkLst>
            <pc:docMk/>
            <pc:sldMk cId="4057853856" sldId="552"/>
            <ac:cxnSpMk id="29" creationId="{D6BED9F2-4BBB-45DD-8D09-263DF366E178}"/>
          </ac:cxnSpMkLst>
        </pc:cxnChg>
        <pc:cxnChg chg="add del mod">
          <ac:chgData name="翟 锐" userId="fef11181f709266a" providerId="LiveId" clId="{9186E0CD-109D-47DE-8883-49F901FD74B3}" dt="2020-08-12T03:18:40.074" v="1845" actId="478"/>
          <ac:cxnSpMkLst>
            <pc:docMk/>
            <pc:sldMk cId="4057853856" sldId="552"/>
            <ac:cxnSpMk id="30" creationId="{CB7CE003-52D8-430D-AFAA-2C7B7E05F9AB}"/>
          </ac:cxnSpMkLst>
        </pc:cxnChg>
        <pc:cxnChg chg="add del mod">
          <ac:chgData name="翟 锐" userId="fef11181f709266a" providerId="LiveId" clId="{9186E0CD-109D-47DE-8883-49F901FD74B3}" dt="2020-08-12T03:18:40.074" v="1845" actId="478"/>
          <ac:cxnSpMkLst>
            <pc:docMk/>
            <pc:sldMk cId="4057853856" sldId="552"/>
            <ac:cxnSpMk id="31" creationId="{493062AC-A818-4F07-AEA9-6F202A025DBA}"/>
          </ac:cxnSpMkLst>
        </pc:cxnChg>
        <pc:cxnChg chg="mod">
          <ac:chgData name="翟 锐" userId="fef11181f709266a" providerId="LiveId" clId="{9186E0CD-109D-47DE-8883-49F901FD74B3}" dt="2020-08-12T03:21:04.957" v="1982" actId="962"/>
          <ac:cxnSpMkLst>
            <pc:docMk/>
            <pc:sldMk cId="4057853856" sldId="552"/>
            <ac:cxnSpMk id="41" creationId="{74DB90BF-EBCE-49DE-B9E5-DD8200F9549F}"/>
          </ac:cxnSpMkLst>
        </pc:cxnChg>
        <pc:cxnChg chg="mod">
          <ac:chgData name="翟 锐" userId="fef11181f709266a" providerId="LiveId" clId="{9186E0CD-109D-47DE-8883-49F901FD74B3}" dt="2020-08-12T03:20:41.332" v="1979"/>
          <ac:cxnSpMkLst>
            <pc:docMk/>
            <pc:sldMk cId="4057853856" sldId="552"/>
            <ac:cxnSpMk id="42" creationId="{51226A56-457B-47D6-8508-E949657557C0}"/>
          </ac:cxnSpMkLst>
        </pc:cxnChg>
        <pc:cxnChg chg="mod">
          <ac:chgData name="翟 锐" userId="fef11181f709266a" providerId="LiveId" clId="{9186E0CD-109D-47DE-8883-49F901FD74B3}" dt="2020-08-12T03:20:41.332" v="1979"/>
          <ac:cxnSpMkLst>
            <pc:docMk/>
            <pc:sldMk cId="4057853856" sldId="552"/>
            <ac:cxnSpMk id="43" creationId="{C6C4AC16-5BC8-4CDE-9160-E91A486A17FE}"/>
          </ac:cxnSpMkLst>
        </pc:cxnChg>
        <pc:cxnChg chg="mod">
          <ac:chgData name="翟 锐" userId="fef11181f709266a" providerId="LiveId" clId="{9186E0CD-109D-47DE-8883-49F901FD74B3}" dt="2020-08-12T03:22:19.748" v="2000"/>
          <ac:cxnSpMkLst>
            <pc:docMk/>
            <pc:sldMk cId="4057853856" sldId="552"/>
            <ac:cxnSpMk id="56" creationId="{B126196A-9CCF-4736-A596-360D59BAD179}"/>
          </ac:cxnSpMkLst>
        </pc:cxnChg>
        <pc:cxnChg chg="mod">
          <ac:chgData name="翟 锐" userId="fef11181f709266a" providerId="LiveId" clId="{9186E0CD-109D-47DE-8883-49F901FD74B3}" dt="2020-08-12T03:23:41.589" v="2029" actId="14100"/>
          <ac:cxnSpMkLst>
            <pc:docMk/>
            <pc:sldMk cId="4057853856" sldId="552"/>
            <ac:cxnSpMk id="57" creationId="{3422CF53-E067-4827-96AB-82C8362865AF}"/>
          </ac:cxnSpMkLst>
        </pc:cxnChg>
        <pc:cxnChg chg="mod">
          <ac:chgData name="翟 锐" userId="fef11181f709266a" providerId="LiveId" clId="{9186E0CD-109D-47DE-8883-49F901FD74B3}" dt="2020-08-12T03:22:19.748" v="2000"/>
          <ac:cxnSpMkLst>
            <pc:docMk/>
            <pc:sldMk cId="4057853856" sldId="552"/>
            <ac:cxnSpMk id="58" creationId="{D8A52B64-7055-4861-AF64-BAD0924D8BC9}"/>
          </ac:cxnSpMkLst>
        </pc:cxnChg>
      </pc:sldChg>
      <pc:sldChg chg="modSp add mod modAnim">
        <pc:chgData name="翟 锐" userId="fef11181f709266a" providerId="LiveId" clId="{9186E0CD-109D-47DE-8883-49F901FD74B3}" dt="2020-08-12T03:28:35.498" v="2464" actId="20577"/>
        <pc:sldMkLst>
          <pc:docMk/>
          <pc:sldMk cId="75201204" sldId="553"/>
        </pc:sldMkLst>
        <pc:spChg chg="mod">
          <ac:chgData name="翟 锐" userId="fef11181f709266a" providerId="LiveId" clId="{9186E0CD-109D-47DE-8883-49F901FD74B3}" dt="2020-08-12T03:28:06.157" v="2425" actId="20577"/>
          <ac:spMkLst>
            <pc:docMk/>
            <pc:sldMk cId="75201204" sldId="553"/>
            <ac:spMk id="6" creationId="{12D631DF-3ED9-4C6B-9817-6C251BD453CE}"/>
          </ac:spMkLst>
        </pc:spChg>
        <pc:spChg chg="mod">
          <ac:chgData name="翟 锐" userId="fef11181f709266a" providerId="LiveId" clId="{9186E0CD-109D-47DE-8883-49F901FD74B3}" dt="2020-08-12T03:28:18.622" v="2445" actId="20577"/>
          <ac:spMkLst>
            <pc:docMk/>
            <pc:sldMk cId="75201204" sldId="553"/>
            <ac:spMk id="7" creationId="{8C4FE580-18DF-4EB2-B2ED-C00139D1D41F}"/>
          </ac:spMkLst>
        </pc:spChg>
        <pc:spChg chg="mod">
          <ac:chgData name="翟 锐" userId="fef11181f709266a" providerId="LiveId" clId="{9186E0CD-109D-47DE-8883-49F901FD74B3}" dt="2020-08-12T03:28:35.498" v="2464" actId="20577"/>
          <ac:spMkLst>
            <pc:docMk/>
            <pc:sldMk cId="75201204" sldId="553"/>
            <ac:spMk id="35" creationId="{00000000-0000-0000-0000-000000000000}"/>
          </ac:spMkLst>
        </pc:spChg>
      </pc:sldChg>
      <pc:sldChg chg="addSp delSp modSp add del mod addAnim delAnim modAnim">
        <pc:chgData name="翟 锐" userId="fef11181f709266a" providerId="LiveId" clId="{9186E0CD-109D-47DE-8883-49F901FD74B3}" dt="2020-08-12T03:43:20.232" v="2783"/>
        <pc:sldMkLst>
          <pc:docMk/>
          <pc:sldMk cId="2309812882" sldId="554"/>
        </pc:sldMkLst>
        <pc:spChg chg="add">
          <ac:chgData name="翟 锐" userId="fef11181f709266a" providerId="LiveId" clId="{9186E0CD-109D-47DE-8883-49F901FD74B3}" dt="2020-08-12T03:39:23.349" v="2751" actId="22"/>
          <ac:spMkLst>
            <pc:docMk/>
            <pc:sldMk cId="2309812882" sldId="554"/>
            <ac:spMk id="2" creationId="{3703C073-336E-4F59-ACE0-BDA81B438DD0}"/>
          </ac:spMkLst>
        </pc:spChg>
        <pc:spChg chg="add del">
          <ac:chgData name="翟 锐" userId="fef11181f709266a" providerId="LiveId" clId="{9186E0CD-109D-47DE-8883-49F901FD74B3}" dt="2020-08-12T03:38:57.696" v="2746" actId="478"/>
          <ac:spMkLst>
            <pc:docMk/>
            <pc:sldMk cId="2309812882" sldId="554"/>
            <ac:spMk id="6" creationId="{B68C979F-5215-4F49-B08D-00F83E44D1A2}"/>
          </ac:spMkLst>
        </pc:spChg>
        <pc:spChg chg="add del">
          <ac:chgData name="翟 锐" userId="fef11181f709266a" providerId="LiveId" clId="{9186E0CD-109D-47DE-8883-49F901FD74B3}" dt="2020-08-12T03:38:57.696" v="2746" actId="478"/>
          <ac:spMkLst>
            <pc:docMk/>
            <pc:sldMk cId="2309812882" sldId="554"/>
            <ac:spMk id="7" creationId="{1F480A2A-6C0A-476E-AB79-2917C392269E}"/>
          </ac:spMkLst>
        </pc:spChg>
        <pc:spChg chg="add del">
          <ac:chgData name="翟 锐" userId="fef11181f709266a" providerId="LiveId" clId="{9186E0CD-109D-47DE-8883-49F901FD74B3}" dt="2020-08-12T03:38:57.696" v="2746" actId="478"/>
          <ac:spMkLst>
            <pc:docMk/>
            <pc:sldMk cId="2309812882" sldId="554"/>
            <ac:spMk id="8" creationId="{FBEF0283-EE7B-4BBA-B4D2-DC5282CBDC61}"/>
          </ac:spMkLst>
        </pc:spChg>
        <pc:spChg chg="add mod">
          <ac:chgData name="翟 锐" userId="fef11181f709266a" providerId="LiveId" clId="{9186E0CD-109D-47DE-8883-49F901FD74B3}" dt="2020-08-12T03:39:30.100" v="2752" actId="1076"/>
          <ac:spMkLst>
            <pc:docMk/>
            <pc:sldMk cId="2309812882" sldId="554"/>
            <ac:spMk id="9" creationId="{9FC2F258-F34E-443C-A6EA-2729C80D7220}"/>
          </ac:spMkLst>
        </pc:spChg>
        <pc:spChg chg="add mod">
          <ac:chgData name="翟 锐" userId="fef11181f709266a" providerId="LiveId" clId="{9186E0CD-109D-47DE-8883-49F901FD74B3}" dt="2020-08-12T03:39:30.100" v="2752" actId="1076"/>
          <ac:spMkLst>
            <pc:docMk/>
            <pc:sldMk cId="2309812882" sldId="554"/>
            <ac:spMk id="10" creationId="{E00A2AB8-B299-4858-B647-8E93B56D2958}"/>
          </ac:spMkLst>
        </pc:spChg>
        <pc:spChg chg="add mod">
          <ac:chgData name="翟 锐" userId="fef11181f709266a" providerId="LiveId" clId="{9186E0CD-109D-47DE-8883-49F901FD74B3}" dt="2020-08-12T03:39:30.100" v="2752" actId="1076"/>
          <ac:spMkLst>
            <pc:docMk/>
            <pc:sldMk cId="2309812882" sldId="554"/>
            <ac:spMk id="11" creationId="{F3EDE739-6720-4B67-A66F-29710DAB5361}"/>
          </ac:spMkLst>
        </pc:spChg>
        <pc:spChg chg="add mod">
          <ac:chgData name="翟 锐" userId="fef11181f709266a" providerId="LiveId" clId="{9186E0CD-109D-47DE-8883-49F901FD74B3}" dt="2020-08-12T03:39:30.100" v="2752" actId="1076"/>
          <ac:spMkLst>
            <pc:docMk/>
            <pc:sldMk cId="2309812882" sldId="554"/>
            <ac:spMk id="12" creationId="{A2A7F328-320C-46AB-BD92-DEA7C1E33CF8}"/>
          </ac:spMkLst>
        </pc:spChg>
        <pc:spChg chg="add mod">
          <ac:chgData name="翟 锐" userId="fef11181f709266a" providerId="LiveId" clId="{9186E0CD-109D-47DE-8883-49F901FD74B3}" dt="2020-08-12T03:39:30.100" v="2752" actId="1076"/>
          <ac:spMkLst>
            <pc:docMk/>
            <pc:sldMk cId="2309812882" sldId="554"/>
            <ac:spMk id="13" creationId="{69B09C82-F0D9-4782-B12D-0DDF1F59D885}"/>
          </ac:spMkLst>
        </pc:spChg>
        <pc:spChg chg="add mod">
          <ac:chgData name="翟 锐" userId="fef11181f709266a" providerId="LiveId" clId="{9186E0CD-109D-47DE-8883-49F901FD74B3}" dt="2020-08-12T03:39:32.207" v="2753" actId="1076"/>
          <ac:spMkLst>
            <pc:docMk/>
            <pc:sldMk cId="2309812882" sldId="554"/>
            <ac:spMk id="14" creationId="{52849215-1773-4FB8-9999-E596D6C4CC45}"/>
          </ac:spMkLst>
        </pc:spChg>
        <pc:spChg chg="mod">
          <ac:chgData name="翟 锐" userId="fef11181f709266a" providerId="LiveId" clId="{9186E0CD-109D-47DE-8883-49F901FD74B3}" dt="2020-08-12T03:43:20.232" v="2783"/>
          <ac:spMkLst>
            <pc:docMk/>
            <pc:sldMk cId="2309812882" sldId="554"/>
            <ac:spMk id="35" creationId="{00000000-0000-0000-0000-000000000000}"/>
          </ac:spMkLst>
        </pc:spChg>
        <pc:cxnChg chg="add mod">
          <ac:chgData name="翟 锐" userId="fef11181f709266a" providerId="LiveId" clId="{9186E0CD-109D-47DE-8883-49F901FD74B3}" dt="2020-08-12T03:39:30.100" v="2752" actId="1076"/>
          <ac:cxnSpMkLst>
            <pc:docMk/>
            <pc:sldMk cId="2309812882" sldId="554"/>
            <ac:cxnSpMk id="15" creationId="{58E68725-BC5A-45BA-A9CB-C2E5B427F975}"/>
          </ac:cxnSpMkLst>
        </pc:cxnChg>
        <pc:cxnChg chg="add mod">
          <ac:chgData name="翟 锐" userId="fef11181f709266a" providerId="LiveId" clId="{9186E0CD-109D-47DE-8883-49F901FD74B3}" dt="2020-08-12T03:39:30.100" v="2752" actId="1076"/>
          <ac:cxnSpMkLst>
            <pc:docMk/>
            <pc:sldMk cId="2309812882" sldId="554"/>
            <ac:cxnSpMk id="16" creationId="{6A0A6C6D-C62C-42A9-86C4-AF2F26595261}"/>
          </ac:cxnSpMkLst>
        </pc:cxnChg>
        <pc:cxnChg chg="add del">
          <ac:chgData name="翟 锐" userId="fef11181f709266a" providerId="LiveId" clId="{9186E0CD-109D-47DE-8883-49F901FD74B3}" dt="2020-08-12T03:38:55.292" v="2745" actId="478"/>
          <ac:cxnSpMkLst>
            <pc:docMk/>
            <pc:sldMk cId="2309812882" sldId="554"/>
            <ac:cxnSpMk id="33" creationId="{00000000-0000-0000-0000-000000000000}"/>
          </ac:cxnSpMkLst>
        </pc:cxnChg>
      </pc:sldChg>
      <pc:sldChg chg="add del">
        <pc:chgData name="翟 锐" userId="fef11181f709266a" providerId="LiveId" clId="{9186E0CD-109D-47DE-8883-49F901FD74B3}" dt="2020-08-12T03:42:38.830" v="2779"/>
        <pc:sldMkLst>
          <pc:docMk/>
          <pc:sldMk cId="723649130" sldId="555"/>
        </pc:sldMkLst>
      </pc:sldChg>
      <pc:sldChg chg="addSp delSp modSp add del mod modAnim">
        <pc:chgData name="翟 锐" userId="fef11181f709266a" providerId="LiveId" clId="{9186E0CD-109D-47DE-8883-49F901FD74B3}" dt="2020-08-12T03:42:12.377" v="2775" actId="2696"/>
        <pc:sldMkLst>
          <pc:docMk/>
          <pc:sldMk cId="2384802814" sldId="555"/>
        </pc:sldMkLst>
        <pc:spChg chg="del">
          <ac:chgData name="翟 锐" userId="fef11181f709266a" providerId="LiveId" clId="{9186E0CD-109D-47DE-8883-49F901FD74B3}" dt="2020-08-12T03:41:52.769" v="2771" actId="478"/>
          <ac:spMkLst>
            <pc:docMk/>
            <pc:sldMk cId="2384802814" sldId="555"/>
            <ac:spMk id="8" creationId="{B9966E90-DCB1-45A5-AC53-E13C134C1324}"/>
          </ac:spMkLst>
        </pc:spChg>
        <pc:spChg chg="del">
          <ac:chgData name="翟 锐" userId="fef11181f709266a" providerId="LiveId" clId="{9186E0CD-109D-47DE-8883-49F901FD74B3}" dt="2020-08-12T03:41:52.769" v="2771" actId="478"/>
          <ac:spMkLst>
            <pc:docMk/>
            <pc:sldMk cId="2384802814" sldId="555"/>
            <ac:spMk id="9" creationId="{94F80E5C-5EB9-4133-AC17-07AEF773870C}"/>
          </ac:spMkLst>
        </pc:spChg>
        <pc:spChg chg="del">
          <ac:chgData name="翟 锐" userId="fef11181f709266a" providerId="LiveId" clId="{9186E0CD-109D-47DE-8883-49F901FD74B3}" dt="2020-08-12T03:41:52.769" v="2771" actId="478"/>
          <ac:spMkLst>
            <pc:docMk/>
            <pc:sldMk cId="2384802814" sldId="555"/>
            <ac:spMk id="10" creationId="{611A3FE5-2FB1-4CAD-B589-0B8FDCB9304B}"/>
          </ac:spMkLst>
        </pc:spChg>
        <pc:spChg chg="del">
          <ac:chgData name="翟 锐" userId="fef11181f709266a" providerId="LiveId" clId="{9186E0CD-109D-47DE-8883-49F901FD74B3}" dt="2020-08-12T03:41:52.769" v="2771" actId="478"/>
          <ac:spMkLst>
            <pc:docMk/>
            <pc:sldMk cId="2384802814" sldId="555"/>
            <ac:spMk id="11" creationId="{0874FFC6-E1C8-43DC-A9CC-F11F4F3D3CCF}"/>
          </ac:spMkLst>
        </pc:spChg>
        <pc:spChg chg="del">
          <ac:chgData name="翟 锐" userId="fef11181f709266a" providerId="LiveId" clId="{9186E0CD-109D-47DE-8883-49F901FD74B3}" dt="2020-08-12T03:41:52.769" v="2771" actId="478"/>
          <ac:spMkLst>
            <pc:docMk/>
            <pc:sldMk cId="2384802814" sldId="555"/>
            <ac:spMk id="12" creationId="{BCD1AE5C-4EF4-4279-BE21-01A4A1C67C6B}"/>
          </ac:spMkLst>
        </pc:spChg>
        <pc:spChg chg="del">
          <ac:chgData name="翟 锐" userId="fef11181f709266a" providerId="LiveId" clId="{9186E0CD-109D-47DE-8883-49F901FD74B3}" dt="2020-08-12T03:41:52.769" v="2771" actId="478"/>
          <ac:spMkLst>
            <pc:docMk/>
            <pc:sldMk cId="2384802814" sldId="555"/>
            <ac:spMk id="13" creationId="{47EC0052-FB41-4EE7-96FA-F317C98D5BF9}"/>
          </ac:spMkLst>
        </pc:spChg>
        <pc:spChg chg="add mod">
          <ac:chgData name="翟 锐" userId="fef11181f709266a" providerId="LiveId" clId="{9186E0CD-109D-47DE-8883-49F901FD74B3}" dt="2020-08-12T03:41:57.935" v="2773" actId="1076"/>
          <ac:spMkLst>
            <pc:docMk/>
            <pc:sldMk cId="2384802814" sldId="555"/>
            <ac:spMk id="16" creationId="{BFA505CB-70DD-421D-828C-E4D3723AAFCD}"/>
          </ac:spMkLst>
        </pc:spChg>
        <pc:spChg chg="add mod">
          <ac:chgData name="翟 锐" userId="fef11181f709266a" providerId="LiveId" clId="{9186E0CD-109D-47DE-8883-49F901FD74B3}" dt="2020-08-12T03:41:57.935" v="2773" actId="1076"/>
          <ac:spMkLst>
            <pc:docMk/>
            <pc:sldMk cId="2384802814" sldId="555"/>
            <ac:spMk id="17" creationId="{9671B5E4-3973-4590-AD69-17EFB40D1D91}"/>
          </ac:spMkLst>
        </pc:spChg>
        <pc:spChg chg="add mod">
          <ac:chgData name="翟 锐" userId="fef11181f709266a" providerId="LiveId" clId="{9186E0CD-109D-47DE-8883-49F901FD74B3}" dt="2020-08-12T03:41:57.935" v="2773" actId="1076"/>
          <ac:spMkLst>
            <pc:docMk/>
            <pc:sldMk cId="2384802814" sldId="555"/>
            <ac:spMk id="18" creationId="{D411205A-D070-419E-A5D5-5B50FDB68E6B}"/>
          </ac:spMkLst>
        </pc:spChg>
        <pc:spChg chg="add mod">
          <ac:chgData name="翟 锐" userId="fef11181f709266a" providerId="LiveId" clId="{9186E0CD-109D-47DE-8883-49F901FD74B3}" dt="2020-08-12T03:41:57.935" v="2773" actId="1076"/>
          <ac:spMkLst>
            <pc:docMk/>
            <pc:sldMk cId="2384802814" sldId="555"/>
            <ac:spMk id="19" creationId="{F8C49BEB-6863-44DE-8A56-F4F9459DF0F9}"/>
          </ac:spMkLst>
        </pc:spChg>
        <pc:spChg chg="add mod">
          <ac:chgData name="翟 锐" userId="fef11181f709266a" providerId="LiveId" clId="{9186E0CD-109D-47DE-8883-49F901FD74B3}" dt="2020-08-12T03:41:57.935" v="2773" actId="1076"/>
          <ac:spMkLst>
            <pc:docMk/>
            <pc:sldMk cId="2384802814" sldId="555"/>
            <ac:spMk id="20" creationId="{3F405EF0-21DE-4B31-B401-E722495BFC15}"/>
          </ac:spMkLst>
        </pc:spChg>
        <pc:spChg chg="add mod">
          <ac:chgData name="翟 锐" userId="fef11181f709266a" providerId="LiveId" clId="{9186E0CD-109D-47DE-8883-49F901FD74B3}" dt="2020-08-12T03:41:57.935" v="2773" actId="1076"/>
          <ac:spMkLst>
            <pc:docMk/>
            <pc:sldMk cId="2384802814" sldId="555"/>
            <ac:spMk id="23" creationId="{7EF5A79B-1FD3-485C-AF69-82D34C526541}"/>
          </ac:spMkLst>
        </pc:spChg>
        <pc:spChg chg="add mod">
          <ac:chgData name="翟 锐" userId="fef11181f709266a" providerId="LiveId" clId="{9186E0CD-109D-47DE-8883-49F901FD74B3}" dt="2020-08-12T03:41:57.935" v="2773" actId="1076"/>
          <ac:spMkLst>
            <pc:docMk/>
            <pc:sldMk cId="2384802814" sldId="555"/>
            <ac:spMk id="24" creationId="{8EE21EC9-A4B7-4967-9742-F9DC1C4AECAA}"/>
          </ac:spMkLst>
        </pc:spChg>
        <pc:spChg chg="mod">
          <ac:chgData name="翟 锐" userId="fef11181f709266a" providerId="LiveId" clId="{9186E0CD-109D-47DE-8883-49F901FD74B3}" dt="2020-08-12T03:41:13.531" v="2769" actId="20577"/>
          <ac:spMkLst>
            <pc:docMk/>
            <pc:sldMk cId="2384802814" sldId="555"/>
            <ac:spMk id="35" creationId="{00000000-0000-0000-0000-000000000000}"/>
          </ac:spMkLst>
        </pc:spChg>
        <pc:cxnChg chg="del mod">
          <ac:chgData name="翟 锐" userId="fef11181f709266a" providerId="LiveId" clId="{9186E0CD-109D-47DE-8883-49F901FD74B3}" dt="2020-08-12T03:41:52.769" v="2771" actId="478"/>
          <ac:cxnSpMkLst>
            <pc:docMk/>
            <pc:sldMk cId="2384802814" sldId="555"/>
            <ac:cxnSpMk id="14" creationId="{7AD93645-58EE-4513-9EE1-15867E854D2D}"/>
          </ac:cxnSpMkLst>
        </pc:cxnChg>
        <pc:cxnChg chg="del mod">
          <ac:chgData name="翟 锐" userId="fef11181f709266a" providerId="LiveId" clId="{9186E0CD-109D-47DE-8883-49F901FD74B3}" dt="2020-08-12T03:41:52.769" v="2771" actId="478"/>
          <ac:cxnSpMkLst>
            <pc:docMk/>
            <pc:sldMk cId="2384802814" sldId="555"/>
            <ac:cxnSpMk id="15" creationId="{27519793-2C99-46A8-8EA3-9A419AE25087}"/>
          </ac:cxnSpMkLst>
        </pc:cxnChg>
        <pc:cxnChg chg="add mod">
          <ac:chgData name="翟 锐" userId="fef11181f709266a" providerId="LiveId" clId="{9186E0CD-109D-47DE-8883-49F901FD74B3}" dt="2020-08-12T03:41:57.935" v="2773" actId="1076"/>
          <ac:cxnSpMkLst>
            <pc:docMk/>
            <pc:sldMk cId="2384802814" sldId="555"/>
            <ac:cxnSpMk id="21" creationId="{998FF890-5D8E-443D-BD53-59F76C03181C}"/>
          </ac:cxnSpMkLst>
        </pc:cxnChg>
        <pc:cxnChg chg="add mod">
          <ac:chgData name="翟 锐" userId="fef11181f709266a" providerId="LiveId" clId="{9186E0CD-109D-47DE-8883-49F901FD74B3}" dt="2020-08-12T03:41:57.935" v="2773" actId="1076"/>
          <ac:cxnSpMkLst>
            <pc:docMk/>
            <pc:sldMk cId="2384802814" sldId="555"/>
            <ac:cxnSpMk id="22" creationId="{40DFFCCE-40F8-41F5-BBB6-8111C73D069A}"/>
          </ac:cxnSpMkLst>
        </pc:cxnChg>
      </pc:sldChg>
      <pc:sldChg chg="modSp add">
        <pc:chgData name="翟 锐" userId="fef11181f709266a" providerId="LiveId" clId="{9186E0CD-109D-47DE-8883-49F901FD74B3}" dt="2020-08-12T03:44:13.823" v="2808" actId="20577"/>
        <pc:sldMkLst>
          <pc:docMk/>
          <pc:sldMk cId="3563826412" sldId="555"/>
        </pc:sldMkLst>
        <pc:spChg chg="mod">
          <ac:chgData name="翟 锐" userId="fef11181f709266a" providerId="LiveId" clId="{9186E0CD-109D-47DE-8883-49F901FD74B3}" dt="2020-08-12T03:44:13.823" v="2808" actId="20577"/>
          <ac:spMkLst>
            <pc:docMk/>
            <pc:sldMk cId="3563826412" sldId="555"/>
            <ac:spMk id="18" creationId="{D411205A-D070-419E-A5D5-5B50FDB68E6B}"/>
          </ac:spMkLst>
        </pc:spChg>
        <pc:spChg chg="mod">
          <ac:chgData name="翟 锐" userId="fef11181f709266a" providerId="LiveId" clId="{9186E0CD-109D-47DE-8883-49F901FD74B3}" dt="2020-08-12T03:43:40.412" v="2798"/>
          <ac:spMkLst>
            <pc:docMk/>
            <pc:sldMk cId="3563826412" sldId="555"/>
            <ac:spMk id="35" creationId="{00000000-0000-0000-0000-000000000000}"/>
          </ac:spMkLst>
        </pc:spChg>
      </pc:sldChg>
      <pc:sldChg chg="delSp modSp add del mod">
        <pc:chgData name="翟 锐" userId="fef11181f709266a" providerId="LiveId" clId="{9186E0CD-109D-47DE-8883-49F901FD74B3}" dt="2020-08-12T03:48:05.094" v="3104" actId="47"/>
        <pc:sldMkLst>
          <pc:docMk/>
          <pc:sldMk cId="1492243033" sldId="556"/>
        </pc:sldMkLst>
        <pc:spChg chg="del mod">
          <ac:chgData name="翟 锐" userId="fef11181f709266a" providerId="LiveId" clId="{9186E0CD-109D-47DE-8883-49F901FD74B3}" dt="2020-08-12T03:47:38.835" v="3087"/>
          <ac:spMkLst>
            <pc:docMk/>
            <pc:sldMk cId="1492243033" sldId="556"/>
            <ac:spMk id="2" creationId="{3703C073-336E-4F59-ACE0-BDA81B438DD0}"/>
          </ac:spMkLst>
        </pc:spChg>
      </pc:sldChg>
      <pc:sldChg chg="modSp add del mod">
        <pc:chgData name="翟 锐" userId="fef11181f709266a" providerId="LiveId" clId="{9186E0CD-109D-47DE-8883-49F901FD74B3}" dt="2020-08-12T03:47:18.815" v="3083" actId="2696"/>
        <pc:sldMkLst>
          <pc:docMk/>
          <pc:sldMk cId="4256149976" sldId="556"/>
        </pc:sldMkLst>
        <pc:spChg chg="mod">
          <ac:chgData name="翟 锐" userId="fef11181f709266a" providerId="LiveId" clId="{9186E0CD-109D-47DE-8883-49F901FD74B3}" dt="2020-08-12T03:47:04.847" v="3082" actId="20577"/>
          <ac:spMkLst>
            <pc:docMk/>
            <pc:sldMk cId="4256149976" sldId="556"/>
            <ac:spMk id="2" creationId="{3703C073-336E-4F59-ACE0-BDA81B438DD0}"/>
          </ac:spMkLst>
        </pc:spChg>
        <pc:spChg chg="mod">
          <ac:chgData name="翟 锐" userId="fef11181f709266a" providerId="LiveId" clId="{9186E0CD-109D-47DE-8883-49F901FD74B3}" dt="2020-08-12T03:45:26.680" v="2844"/>
          <ac:spMkLst>
            <pc:docMk/>
            <pc:sldMk cId="4256149976" sldId="556"/>
            <ac:spMk id="35" creationId="{00000000-0000-0000-0000-000000000000}"/>
          </ac:spMkLst>
        </pc:spChg>
      </pc:sldChg>
    </pc:docChg>
  </pc:docChgLst>
  <pc:docChgLst>
    <pc:chgData name="翟 锐" userId="fef11181f709266a" providerId="LiveId" clId="{EDEDE80D-F21A-4B95-9D33-D23DF6CDE02B}"/>
    <pc:docChg chg="undo custSel addSld delSld modSld sldOrd">
      <pc:chgData name="翟 锐" userId="fef11181f709266a" providerId="LiveId" clId="{EDEDE80D-F21A-4B95-9D33-D23DF6CDE02B}" dt="2020-08-11T08:15:08.272" v="166" actId="20577"/>
      <pc:docMkLst>
        <pc:docMk/>
      </pc:docMkLst>
      <pc:sldChg chg="modSp mod">
        <pc:chgData name="翟 锐" userId="fef11181f709266a" providerId="LiveId" clId="{EDEDE80D-F21A-4B95-9D33-D23DF6CDE02B}" dt="2020-08-11T08:01:43.420" v="23" actId="1038"/>
        <pc:sldMkLst>
          <pc:docMk/>
          <pc:sldMk cId="0" sldId="257"/>
        </pc:sldMkLst>
        <pc:spChg chg="mod">
          <ac:chgData name="翟 锐" userId="fef11181f709266a" providerId="LiveId" clId="{EDEDE80D-F21A-4B95-9D33-D23DF6CDE02B}" dt="2020-08-11T08:01:43.420" v="23" actId="1038"/>
          <ac:spMkLst>
            <pc:docMk/>
            <pc:sldMk cId="0" sldId="257"/>
            <ac:spMk id="144" creationId="{00000000-0000-0000-0000-000000000000}"/>
          </ac:spMkLst>
        </pc:spChg>
      </pc:sldChg>
      <pc:sldChg chg="modSp modAnim">
        <pc:chgData name="翟 锐" userId="fef11181f709266a" providerId="LiveId" clId="{EDEDE80D-F21A-4B95-9D33-D23DF6CDE02B}" dt="2020-08-11T08:07:58.862" v="41" actId="20577"/>
        <pc:sldMkLst>
          <pc:docMk/>
          <pc:sldMk cId="0" sldId="290"/>
        </pc:sldMkLst>
        <pc:spChg chg="mod">
          <ac:chgData name="翟 锐" userId="fef11181f709266a" providerId="LiveId" clId="{EDEDE80D-F21A-4B95-9D33-D23DF6CDE02B}" dt="2020-08-11T08:07:58.862" v="41" actId="20577"/>
          <ac:spMkLst>
            <pc:docMk/>
            <pc:sldMk cId="0" sldId="290"/>
            <ac:spMk id="7" creationId="{3DB91AC8-EECE-4251-BCB3-636A753BE9E6}"/>
          </ac:spMkLst>
        </pc:spChg>
      </pc:sldChg>
      <pc:sldChg chg="modSp mod modAnim">
        <pc:chgData name="翟 锐" userId="fef11181f709266a" providerId="LiveId" clId="{EDEDE80D-F21A-4B95-9D33-D23DF6CDE02B}" dt="2020-08-11T08:15:08.272" v="166" actId="20577"/>
        <pc:sldMkLst>
          <pc:docMk/>
          <pc:sldMk cId="3489604609" sldId="442"/>
        </pc:sldMkLst>
        <pc:spChg chg="mod">
          <ac:chgData name="翟 锐" userId="fef11181f709266a" providerId="LiveId" clId="{EDEDE80D-F21A-4B95-9D33-D23DF6CDE02B}" dt="2020-08-11T08:09:29.813" v="53" actId="1036"/>
          <ac:spMkLst>
            <pc:docMk/>
            <pc:sldMk cId="3489604609" sldId="442"/>
            <ac:spMk id="7" creationId="{00000000-0000-0000-0000-000000000000}"/>
          </ac:spMkLst>
        </pc:spChg>
        <pc:spChg chg="mod">
          <ac:chgData name="翟 锐" userId="fef11181f709266a" providerId="LiveId" clId="{EDEDE80D-F21A-4B95-9D33-D23DF6CDE02B}" dt="2020-08-11T08:14:58.978" v="162" actId="20577"/>
          <ac:spMkLst>
            <pc:docMk/>
            <pc:sldMk cId="3489604609" sldId="442"/>
            <ac:spMk id="40" creationId="{00000000-0000-0000-0000-000000000000}"/>
          </ac:spMkLst>
        </pc:spChg>
      </pc:sldChg>
      <pc:sldChg chg="modSp">
        <pc:chgData name="翟 锐" userId="fef11181f709266a" providerId="LiveId" clId="{EDEDE80D-F21A-4B95-9D33-D23DF6CDE02B}" dt="2020-08-11T08:10:32.164" v="72" actId="20577"/>
        <pc:sldMkLst>
          <pc:docMk/>
          <pc:sldMk cId="1981903711" sldId="443"/>
        </pc:sldMkLst>
        <pc:spChg chg="mod">
          <ac:chgData name="翟 锐" userId="fef11181f709266a" providerId="LiveId" clId="{EDEDE80D-F21A-4B95-9D33-D23DF6CDE02B}" dt="2020-08-11T08:10:32.164" v="72" actId="20577"/>
          <ac:spMkLst>
            <pc:docMk/>
            <pc:sldMk cId="1981903711" sldId="443"/>
            <ac:spMk id="40" creationId="{00000000-0000-0000-0000-000000000000}"/>
          </ac:spMkLst>
        </pc:spChg>
      </pc:sldChg>
      <pc:sldChg chg="addSp delSp modSp mod ord delAnim modAnim">
        <pc:chgData name="翟 锐" userId="fef11181f709266a" providerId="LiveId" clId="{EDEDE80D-F21A-4B95-9D33-D23DF6CDE02B}" dt="2020-08-11T08:14:04.975" v="134" actId="21"/>
        <pc:sldMkLst>
          <pc:docMk/>
          <pc:sldMk cId="2642754931" sldId="444"/>
        </pc:sldMkLst>
        <pc:spChg chg="add del mod">
          <ac:chgData name="翟 锐" userId="fef11181f709266a" providerId="LiveId" clId="{EDEDE80D-F21A-4B95-9D33-D23DF6CDE02B}" dt="2020-08-11T08:14:04.975" v="134" actId="21"/>
          <ac:spMkLst>
            <pc:docMk/>
            <pc:sldMk cId="2642754931" sldId="444"/>
            <ac:spMk id="4" creationId="{DD52267C-2B48-407E-B3C7-5F0EE5D7DDFB}"/>
          </ac:spMkLst>
        </pc:spChg>
        <pc:spChg chg="mod">
          <ac:chgData name="翟 锐" userId="fef11181f709266a" providerId="LiveId" clId="{EDEDE80D-F21A-4B95-9D33-D23DF6CDE02B}" dt="2020-08-11T08:11:46.261" v="84" actId="14100"/>
          <ac:spMkLst>
            <pc:docMk/>
            <pc:sldMk cId="2642754931" sldId="444"/>
            <ac:spMk id="14" creationId="{00000000-0000-0000-0000-000000000000}"/>
          </ac:spMkLst>
        </pc:spChg>
      </pc:sldChg>
      <pc:sldChg chg="add del">
        <pc:chgData name="翟 锐" userId="fef11181f709266a" providerId="LiveId" clId="{EDEDE80D-F21A-4B95-9D33-D23DF6CDE02B}" dt="2020-08-11T08:11:12.338" v="77"/>
        <pc:sldMkLst>
          <pc:docMk/>
          <pc:sldMk cId="1129535462" sldId="445"/>
        </pc:sldMkLst>
      </pc:sldChg>
      <pc:sldChg chg="addSp delSp modSp add del mod modAnim">
        <pc:chgData name="翟 锐" userId="fef11181f709266a" providerId="LiveId" clId="{EDEDE80D-F21A-4B95-9D33-D23DF6CDE02B}" dt="2020-08-11T08:14:30.486" v="149"/>
        <pc:sldMkLst>
          <pc:docMk/>
          <pc:sldMk cId="1163326110" sldId="445"/>
        </pc:sldMkLst>
        <pc:spChg chg="mod">
          <ac:chgData name="翟 锐" userId="fef11181f709266a" providerId="LiveId" clId="{EDEDE80D-F21A-4B95-9D33-D23DF6CDE02B}" dt="2020-08-11T08:13:43.077" v="87" actId="6549"/>
          <ac:spMkLst>
            <pc:docMk/>
            <pc:sldMk cId="1163326110" sldId="445"/>
            <ac:spMk id="2" creationId="{00000000-0000-0000-0000-000000000000}"/>
          </ac:spMkLst>
        </pc:spChg>
        <pc:spChg chg="del">
          <ac:chgData name="翟 锐" userId="fef11181f709266a" providerId="LiveId" clId="{EDEDE80D-F21A-4B95-9D33-D23DF6CDE02B}" dt="2020-08-11T08:13:59.618" v="133" actId="478"/>
          <ac:spMkLst>
            <pc:docMk/>
            <pc:sldMk cId="1163326110" sldId="445"/>
            <ac:spMk id="6" creationId="{00000000-0000-0000-0000-000000000000}"/>
          </ac:spMkLst>
        </pc:spChg>
        <pc:spChg chg="add mod">
          <ac:chgData name="翟 锐" userId="fef11181f709266a" providerId="LiveId" clId="{EDEDE80D-F21A-4B95-9D33-D23DF6CDE02B}" dt="2020-08-11T08:14:30.486" v="149"/>
          <ac:spMkLst>
            <pc:docMk/>
            <pc:sldMk cId="1163326110" sldId="445"/>
            <ac:spMk id="7" creationId="{0E001466-A501-4973-B0FD-8610D4A03F54}"/>
          </ac:spMkLst>
        </pc:spChg>
        <pc:spChg chg="mod">
          <ac:chgData name="翟 锐" userId="fef11181f709266a" providerId="LiveId" clId="{EDEDE80D-F21A-4B95-9D33-D23DF6CDE02B}" dt="2020-08-11T08:13:56.914" v="132" actId="1035"/>
          <ac:spMkLst>
            <pc:docMk/>
            <pc:sldMk cId="1163326110" sldId="445"/>
            <ac:spMk id="14" creationId="{00000000-0000-0000-0000-000000000000}"/>
          </ac:spMkLst>
        </pc:spChg>
      </pc:sldChg>
      <pc:sldChg chg="modSp mod">
        <pc:chgData name="翟 锐" userId="fef11181f709266a" providerId="LiveId" clId="{EDEDE80D-F21A-4B95-9D33-D23DF6CDE02B}" dt="2020-08-11T08:07:54.312" v="37" actId="1036"/>
        <pc:sldMkLst>
          <pc:docMk/>
          <pc:sldMk cId="2113831009" sldId="514"/>
        </pc:sldMkLst>
        <pc:spChg chg="mod">
          <ac:chgData name="翟 锐" userId="fef11181f709266a" providerId="LiveId" clId="{EDEDE80D-F21A-4B95-9D33-D23DF6CDE02B}" dt="2020-08-11T08:07:54.312" v="37" actId="1036"/>
          <ac:spMkLst>
            <pc:docMk/>
            <pc:sldMk cId="2113831009" sldId="514"/>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37FD7A-F41B-4FED-8E35-F78DB9F4D037}" type="datetimeFigureOut">
              <a:rPr lang="zh-CN" altLang="en-US" smtClean="0"/>
              <a:t>2023/12/20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537CBA-0E44-4282-A4F0-C3BCC1A4C2D1}" type="slidenum">
              <a:rPr lang="zh-CN" altLang="en-US" smtClean="0"/>
              <a:t>‹#›</a:t>
            </a:fld>
            <a:endParaRPr lang="zh-CN" altLang="en-US"/>
          </a:p>
        </p:txBody>
      </p:sp>
    </p:spTree>
    <p:extLst>
      <p:ext uri="{BB962C8B-B14F-4D97-AF65-F5344CB8AC3E}">
        <p14:creationId xmlns:p14="http://schemas.microsoft.com/office/powerpoint/2010/main" val="2839293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0DEAE63-D6C4-437F-B8DA-DA689F991AA7}" type="slidenum">
              <a:rPr lang="zh-CN" altLang="en-US" smtClean="0"/>
              <a:t>1</a:t>
            </a:fld>
            <a:endParaRPr lang="en-US" altLang="zh-CN"/>
          </a:p>
        </p:txBody>
      </p:sp>
    </p:spTree>
    <p:extLst>
      <p:ext uri="{BB962C8B-B14F-4D97-AF65-F5344CB8AC3E}">
        <p14:creationId xmlns:p14="http://schemas.microsoft.com/office/powerpoint/2010/main" val="32170371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a:t>
            </a:fld>
            <a:endParaRPr lang="zh-CN" altLang="en-US" sz="1200"/>
          </a:p>
        </p:txBody>
      </p:sp>
    </p:spTree>
    <p:extLst>
      <p:ext uri="{BB962C8B-B14F-4D97-AF65-F5344CB8AC3E}">
        <p14:creationId xmlns:p14="http://schemas.microsoft.com/office/powerpoint/2010/main" val="1976892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a:t>
            </a:fld>
            <a:endParaRPr lang="zh-CN" altLang="en-US" sz="1200"/>
          </a:p>
        </p:txBody>
      </p:sp>
    </p:spTree>
    <p:extLst>
      <p:ext uri="{BB962C8B-B14F-4D97-AF65-F5344CB8AC3E}">
        <p14:creationId xmlns:p14="http://schemas.microsoft.com/office/powerpoint/2010/main" val="25604336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a:t>
            </a:fld>
            <a:endParaRPr lang="zh-CN" altLang="en-US" sz="1200"/>
          </a:p>
        </p:txBody>
      </p:sp>
    </p:spTree>
    <p:extLst>
      <p:ext uri="{BB962C8B-B14F-4D97-AF65-F5344CB8AC3E}">
        <p14:creationId xmlns:p14="http://schemas.microsoft.com/office/powerpoint/2010/main" val="23759886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a:t>
            </a:fld>
            <a:endParaRPr lang="zh-CN" altLang="en-US" sz="1200"/>
          </a:p>
        </p:txBody>
      </p:sp>
    </p:spTree>
    <p:extLst>
      <p:ext uri="{BB962C8B-B14F-4D97-AF65-F5344CB8AC3E}">
        <p14:creationId xmlns:p14="http://schemas.microsoft.com/office/powerpoint/2010/main" val="37093496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a:t>
            </a:fld>
            <a:endParaRPr lang="zh-CN" altLang="en-US" sz="1200"/>
          </a:p>
        </p:txBody>
      </p:sp>
    </p:spTree>
    <p:extLst>
      <p:ext uri="{BB962C8B-B14F-4D97-AF65-F5344CB8AC3E}">
        <p14:creationId xmlns:p14="http://schemas.microsoft.com/office/powerpoint/2010/main" val="37832268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a:t>
            </a:fld>
            <a:endParaRPr lang="zh-CN" altLang="en-US" sz="1200"/>
          </a:p>
        </p:txBody>
      </p:sp>
    </p:spTree>
    <p:extLst>
      <p:ext uri="{BB962C8B-B14F-4D97-AF65-F5344CB8AC3E}">
        <p14:creationId xmlns:p14="http://schemas.microsoft.com/office/powerpoint/2010/main" val="24544782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9</a:t>
            </a:fld>
            <a:endParaRPr lang="zh-CN" altLang="en-US" sz="1200"/>
          </a:p>
        </p:txBody>
      </p:sp>
    </p:spTree>
    <p:extLst>
      <p:ext uri="{BB962C8B-B14F-4D97-AF65-F5344CB8AC3E}">
        <p14:creationId xmlns:p14="http://schemas.microsoft.com/office/powerpoint/2010/main" val="5166117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a:t>
            </a:fld>
            <a:endParaRPr lang="zh-CN" altLang="en-US" sz="1200"/>
          </a:p>
        </p:txBody>
      </p:sp>
    </p:spTree>
    <p:extLst>
      <p:ext uri="{BB962C8B-B14F-4D97-AF65-F5344CB8AC3E}">
        <p14:creationId xmlns:p14="http://schemas.microsoft.com/office/powerpoint/2010/main" val="37985034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a:t>
            </a:fld>
            <a:endParaRPr lang="zh-CN" altLang="en-US" sz="1200"/>
          </a:p>
        </p:txBody>
      </p:sp>
    </p:spTree>
    <p:extLst>
      <p:ext uri="{BB962C8B-B14F-4D97-AF65-F5344CB8AC3E}">
        <p14:creationId xmlns:p14="http://schemas.microsoft.com/office/powerpoint/2010/main" val="20580850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a:t>
            </a:fld>
            <a:endParaRPr lang="zh-CN" altLang="en-US" sz="1200"/>
          </a:p>
        </p:txBody>
      </p:sp>
    </p:spTree>
    <p:extLst>
      <p:ext uri="{BB962C8B-B14F-4D97-AF65-F5344CB8AC3E}">
        <p14:creationId xmlns:p14="http://schemas.microsoft.com/office/powerpoint/2010/main" val="7684057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13</a:t>
            </a:fld>
            <a:endParaRPr lang="zh-CN" altLang="en-US" sz="1200"/>
          </a:p>
        </p:txBody>
      </p:sp>
    </p:spTree>
    <p:extLst>
      <p:ext uri="{BB962C8B-B14F-4D97-AF65-F5344CB8AC3E}">
        <p14:creationId xmlns:p14="http://schemas.microsoft.com/office/powerpoint/2010/main" val="11024495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14</a:t>
            </a:fld>
            <a:endParaRPr lang="zh-CN" altLang="en-US" sz="1200"/>
          </a:p>
        </p:txBody>
      </p:sp>
    </p:spTree>
    <p:extLst>
      <p:ext uri="{BB962C8B-B14F-4D97-AF65-F5344CB8AC3E}">
        <p14:creationId xmlns:p14="http://schemas.microsoft.com/office/powerpoint/2010/main" val="26702368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15</a:t>
            </a:fld>
            <a:endParaRPr lang="zh-CN" altLang="en-US" sz="1200"/>
          </a:p>
        </p:txBody>
      </p:sp>
    </p:spTree>
    <p:extLst>
      <p:ext uri="{BB962C8B-B14F-4D97-AF65-F5344CB8AC3E}">
        <p14:creationId xmlns:p14="http://schemas.microsoft.com/office/powerpoint/2010/main" val="24252717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16</a:t>
            </a:fld>
            <a:endParaRPr lang="zh-CN" altLang="en-US" sz="1200"/>
          </a:p>
        </p:txBody>
      </p:sp>
    </p:spTree>
    <p:extLst>
      <p:ext uri="{BB962C8B-B14F-4D97-AF65-F5344CB8AC3E}">
        <p14:creationId xmlns:p14="http://schemas.microsoft.com/office/powerpoint/2010/main" val="38006409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a:t>
            </a:fld>
            <a:endParaRPr lang="zh-CN" altLang="en-US" sz="1200"/>
          </a:p>
        </p:txBody>
      </p:sp>
    </p:spTree>
    <p:extLst>
      <p:ext uri="{BB962C8B-B14F-4D97-AF65-F5344CB8AC3E}">
        <p14:creationId xmlns:p14="http://schemas.microsoft.com/office/powerpoint/2010/main" val="29271198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a:t>
            </a:fld>
            <a:endParaRPr lang="zh-CN" altLang="en-US" sz="1200"/>
          </a:p>
        </p:txBody>
      </p:sp>
    </p:spTree>
    <p:extLst>
      <p:ext uri="{BB962C8B-B14F-4D97-AF65-F5344CB8AC3E}">
        <p14:creationId xmlns:p14="http://schemas.microsoft.com/office/powerpoint/2010/main" val="33018785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a:t>
            </a:fld>
            <a:endParaRPr lang="zh-CN" altLang="en-US" sz="1200"/>
          </a:p>
        </p:txBody>
      </p:sp>
    </p:spTree>
    <p:extLst>
      <p:ext uri="{BB962C8B-B14F-4D97-AF65-F5344CB8AC3E}">
        <p14:creationId xmlns:p14="http://schemas.microsoft.com/office/powerpoint/2010/main" val="17590594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20</a:t>
            </a:fld>
            <a:endParaRPr lang="zh-CN" altLang="en-US" sz="1200"/>
          </a:p>
        </p:txBody>
      </p:sp>
    </p:spTree>
    <p:extLst>
      <p:ext uri="{BB962C8B-B14F-4D97-AF65-F5344CB8AC3E}">
        <p14:creationId xmlns:p14="http://schemas.microsoft.com/office/powerpoint/2010/main" val="19625923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21</a:t>
            </a:fld>
            <a:endParaRPr lang="zh-CN" altLang="en-US" sz="1200"/>
          </a:p>
        </p:txBody>
      </p:sp>
    </p:spTree>
    <p:extLst>
      <p:ext uri="{BB962C8B-B14F-4D97-AF65-F5344CB8AC3E}">
        <p14:creationId xmlns:p14="http://schemas.microsoft.com/office/powerpoint/2010/main" val="23337055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22</a:t>
            </a:fld>
            <a:endParaRPr lang="zh-CN" altLang="en-US" sz="1200"/>
          </a:p>
        </p:txBody>
      </p:sp>
    </p:spTree>
    <p:extLst>
      <p:ext uri="{BB962C8B-B14F-4D97-AF65-F5344CB8AC3E}">
        <p14:creationId xmlns:p14="http://schemas.microsoft.com/office/powerpoint/2010/main" val="11361548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23</a:t>
            </a:fld>
            <a:endParaRPr lang="zh-CN" altLang="en-US" sz="1200"/>
          </a:p>
        </p:txBody>
      </p:sp>
    </p:spTree>
    <p:extLst>
      <p:ext uri="{BB962C8B-B14F-4D97-AF65-F5344CB8AC3E}">
        <p14:creationId xmlns:p14="http://schemas.microsoft.com/office/powerpoint/2010/main" val="33509575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24</a:t>
            </a:fld>
            <a:endParaRPr lang="zh-CN" altLang="en-US" sz="1200"/>
          </a:p>
        </p:txBody>
      </p:sp>
    </p:spTree>
    <p:extLst>
      <p:ext uri="{BB962C8B-B14F-4D97-AF65-F5344CB8AC3E}">
        <p14:creationId xmlns:p14="http://schemas.microsoft.com/office/powerpoint/2010/main" val="15628504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25</a:t>
            </a:fld>
            <a:endParaRPr lang="zh-CN" altLang="en-US" sz="1200"/>
          </a:p>
        </p:txBody>
      </p:sp>
    </p:spTree>
    <p:extLst>
      <p:ext uri="{BB962C8B-B14F-4D97-AF65-F5344CB8AC3E}">
        <p14:creationId xmlns:p14="http://schemas.microsoft.com/office/powerpoint/2010/main" val="3496371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26</a:t>
            </a:fld>
            <a:endParaRPr lang="zh-CN" altLang="en-US" sz="1200"/>
          </a:p>
        </p:txBody>
      </p:sp>
    </p:spTree>
    <p:extLst>
      <p:ext uri="{BB962C8B-B14F-4D97-AF65-F5344CB8AC3E}">
        <p14:creationId xmlns:p14="http://schemas.microsoft.com/office/powerpoint/2010/main" val="124573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27</a:t>
            </a:fld>
            <a:endParaRPr lang="zh-CN" altLang="en-US" sz="1200"/>
          </a:p>
        </p:txBody>
      </p:sp>
    </p:spTree>
    <p:extLst>
      <p:ext uri="{BB962C8B-B14F-4D97-AF65-F5344CB8AC3E}">
        <p14:creationId xmlns:p14="http://schemas.microsoft.com/office/powerpoint/2010/main" val="11026344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28</a:t>
            </a:fld>
            <a:endParaRPr lang="zh-CN" altLang="en-US" sz="1200"/>
          </a:p>
        </p:txBody>
      </p:sp>
    </p:spTree>
    <p:extLst>
      <p:ext uri="{BB962C8B-B14F-4D97-AF65-F5344CB8AC3E}">
        <p14:creationId xmlns:p14="http://schemas.microsoft.com/office/powerpoint/2010/main" val="15208074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29</a:t>
            </a:fld>
            <a:endParaRPr lang="zh-CN" altLang="en-US" sz="1200"/>
          </a:p>
        </p:txBody>
      </p:sp>
    </p:spTree>
    <p:extLst>
      <p:ext uri="{BB962C8B-B14F-4D97-AF65-F5344CB8AC3E}">
        <p14:creationId xmlns:p14="http://schemas.microsoft.com/office/powerpoint/2010/main" val="42368904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30</a:t>
            </a:fld>
            <a:endParaRPr lang="zh-CN" altLang="en-US" sz="1200"/>
          </a:p>
        </p:txBody>
      </p:sp>
    </p:spTree>
    <p:extLst>
      <p:ext uri="{BB962C8B-B14F-4D97-AF65-F5344CB8AC3E}">
        <p14:creationId xmlns:p14="http://schemas.microsoft.com/office/powerpoint/2010/main" val="3920902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31</a:t>
            </a:fld>
            <a:endParaRPr lang="zh-CN" altLang="en-US" sz="1200"/>
          </a:p>
        </p:txBody>
      </p:sp>
    </p:spTree>
    <p:extLst>
      <p:ext uri="{BB962C8B-B14F-4D97-AF65-F5344CB8AC3E}">
        <p14:creationId xmlns:p14="http://schemas.microsoft.com/office/powerpoint/2010/main" val="18853979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32</a:t>
            </a:fld>
            <a:endParaRPr lang="zh-CN" altLang="en-US" sz="1200"/>
          </a:p>
        </p:txBody>
      </p:sp>
    </p:spTree>
    <p:extLst>
      <p:ext uri="{BB962C8B-B14F-4D97-AF65-F5344CB8AC3E}">
        <p14:creationId xmlns:p14="http://schemas.microsoft.com/office/powerpoint/2010/main" val="33631121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33</a:t>
            </a:fld>
            <a:endParaRPr lang="zh-CN" altLang="en-US" sz="1200"/>
          </a:p>
        </p:txBody>
      </p:sp>
    </p:spTree>
    <p:extLst>
      <p:ext uri="{BB962C8B-B14F-4D97-AF65-F5344CB8AC3E}">
        <p14:creationId xmlns:p14="http://schemas.microsoft.com/office/powerpoint/2010/main" val="5671463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34</a:t>
            </a:fld>
            <a:endParaRPr lang="zh-CN" altLang="en-US" sz="1200"/>
          </a:p>
        </p:txBody>
      </p:sp>
    </p:spTree>
    <p:extLst>
      <p:ext uri="{BB962C8B-B14F-4D97-AF65-F5344CB8AC3E}">
        <p14:creationId xmlns:p14="http://schemas.microsoft.com/office/powerpoint/2010/main" val="42696531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35</a:t>
            </a:fld>
            <a:endParaRPr lang="zh-CN" altLang="en-US" sz="1200"/>
          </a:p>
        </p:txBody>
      </p:sp>
    </p:spTree>
    <p:extLst>
      <p:ext uri="{BB962C8B-B14F-4D97-AF65-F5344CB8AC3E}">
        <p14:creationId xmlns:p14="http://schemas.microsoft.com/office/powerpoint/2010/main" val="23018246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36</a:t>
            </a:fld>
            <a:endParaRPr lang="zh-CN" altLang="en-US" sz="1200"/>
          </a:p>
        </p:txBody>
      </p:sp>
    </p:spTree>
    <p:extLst>
      <p:ext uri="{BB962C8B-B14F-4D97-AF65-F5344CB8AC3E}">
        <p14:creationId xmlns:p14="http://schemas.microsoft.com/office/powerpoint/2010/main" val="17141795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37</a:t>
            </a:fld>
            <a:endParaRPr lang="zh-CN" altLang="en-US" sz="1200"/>
          </a:p>
        </p:txBody>
      </p:sp>
    </p:spTree>
    <p:extLst>
      <p:ext uri="{BB962C8B-B14F-4D97-AF65-F5344CB8AC3E}">
        <p14:creationId xmlns:p14="http://schemas.microsoft.com/office/powerpoint/2010/main" val="1992040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38</a:t>
            </a:fld>
            <a:endParaRPr lang="zh-CN" altLang="en-US" sz="1200"/>
          </a:p>
        </p:txBody>
      </p:sp>
    </p:spTree>
    <p:extLst>
      <p:ext uri="{BB962C8B-B14F-4D97-AF65-F5344CB8AC3E}">
        <p14:creationId xmlns:p14="http://schemas.microsoft.com/office/powerpoint/2010/main" val="9894246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39</a:t>
            </a:fld>
            <a:endParaRPr lang="zh-CN" altLang="en-US" sz="1200"/>
          </a:p>
        </p:txBody>
      </p:sp>
    </p:spTree>
    <p:extLst>
      <p:ext uri="{BB962C8B-B14F-4D97-AF65-F5344CB8AC3E}">
        <p14:creationId xmlns:p14="http://schemas.microsoft.com/office/powerpoint/2010/main" val="3815710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40</a:t>
            </a:fld>
            <a:endParaRPr lang="zh-CN" altLang="en-US" sz="1200"/>
          </a:p>
        </p:txBody>
      </p:sp>
    </p:spTree>
    <p:extLst>
      <p:ext uri="{BB962C8B-B14F-4D97-AF65-F5344CB8AC3E}">
        <p14:creationId xmlns:p14="http://schemas.microsoft.com/office/powerpoint/2010/main" val="23220660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2023/12/20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0559747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42</a:t>
            </a:fld>
            <a:endParaRPr lang="zh-CN" altLang="en-US" sz="1200"/>
          </a:p>
        </p:txBody>
      </p:sp>
    </p:spTree>
    <p:extLst>
      <p:ext uri="{BB962C8B-B14F-4D97-AF65-F5344CB8AC3E}">
        <p14:creationId xmlns:p14="http://schemas.microsoft.com/office/powerpoint/2010/main" val="950782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43</a:t>
            </a:fld>
            <a:endParaRPr lang="zh-CN" altLang="en-US" sz="1200"/>
          </a:p>
        </p:txBody>
      </p:sp>
    </p:spTree>
    <p:extLst>
      <p:ext uri="{BB962C8B-B14F-4D97-AF65-F5344CB8AC3E}">
        <p14:creationId xmlns:p14="http://schemas.microsoft.com/office/powerpoint/2010/main" val="21828475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44</a:t>
            </a:fld>
            <a:endParaRPr lang="zh-CN" altLang="en-US" sz="1200"/>
          </a:p>
        </p:txBody>
      </p:sp>
    </p:spTree>
    <p:extLst>
      <p:ext uri="{BB962C8B-B14F-4D97-AF65-F5344CB8AC3E}">
        <p14:creationId xmlns:p14="http://schemas.microsoft.com/office/powerpoint/2010/main" val="415725257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45</a:t>
            </a:fld>
            <a:endParaRPr lang="zh-CN" altLang="en-US" sz="1200"/>
          </a:p>
        </p:txBody>
      </p:sp>
    </p:spTree>
    <p:extLst>
      <p:ext uri="{BB962C8B-B14F-4D97-AF65-F5344CB8AC3E}">
        <p14:creationId xmlns:p14="http://schemas.microsoft.com/office/powerpoint/2010/main" val="216148659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46</a:t>
            </a:fld>
            <a:endParaRPr lang="zh-CN" altLang="en-US" sz="1200"/>
          </a:p>
        </p:txBody>
      </p:sp>
    </p:spTree>
    <p:extLst>
      <p:ext uri="{BB962C8B-B14F-4D97-AF65-F5344CB8AC3E}">
        <p14:creationId xmlns:p14="http://schemas.microsoft.com/office/powerpoint/2010/main" val="9857894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47</a:t>
            </a:fld>
            <a:endParaRPr lang="zh-CN" altLang="en-US" sz="1200"/>
          </a:p>
        </p:txBody>
      </p:sp>
    </p:spTree>
    <p:extLst>
      <p:ext uri="{BB962C8B-B14F-4D97-AF65-F5344CB8AC3E}">
        <p14:creationId xmlns:p14="http://schemas.microsoft.com/office/powerpoint/2010/main" val="16806863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48</a:t>
            </a:fld>
            <a:endParaRPr lang="zh-CN" altLang="en-US" sz="1200"/>
          </a:p>
        </p:txBody>
      </p:sp>
    </p:spTree>
    <p:extLst>
      <p:ext uri="{BB962C8B-B14F-4D97-AF65-F5344CB8AC3E}">
        <p14:creationId xmlns:p14="http://schemas.microsoft.com/office/powerpoint/2010/main" val="8068008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49</a:t>
            </a:fld>
            <a:endParaRPr lang="zh-CN" altLang="en-US" sz="1200"/>
          </a:p>
        </p:txBody>
      </p:sp>
    </p:spTree>
    <p:extLst>
      <p:ext uri="{BB962C8B-B14F-4D97-AF65-F5344CB8AC3E}">
        <p14:creationId xmlns:p14="http://schemas.microsoft.com/office/powerpoint/2010/main" val="28479778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50</a:t>
            </a:fld>
            <a:endParaRPr lang="zh-CN" altLang="en-US" sz="1200"/>
          </a:p>
        </p:txBody>
      </p:sp>
    </p:spTree>
    <p:extLst>
      <p:ext uri="{BB962C8B-B14F-4D97-AF65-F5344CB8AC3E}">
        <p14:creationId xmlns:p14="http://schemas.microsoft.com/office/powerpoint/2010/main" val="327859854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51</a:t>
            </a:fld>
            <a:endParaRPr lang="zh-CN" altLang="en-US" sz="1200"/>
          </a:p>
        </p:txBody>
      </p:sp>
    </p:spTree>
    <p:extLst>
      <p:ext uri="{BB962C8B-B14F-4D97-AF65-F5344CB8AC3E}">
        <p14:creationId xmlns:p14="http://schemas.microsoft.com/office/powerpoint/2010/main" val="376338105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52</a:t>
            </a:fld>
            <a:endParaRPr lang="zh-CN" altLang="en-US" sz="1200"/>
          </a:p>
        </p:txBody>
      </p:sp>
    </p:spTree>
    <p:extLst>
      <p:ext uri="{BB962C8B-B14F-4D97-AF65-F5344CB8AC3E}">
        <p14:creationId xmlns:p14="http://schemas.microsoft.com/office/powerpoint/2010/main" val="140218424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53</a:t>
            </a:fld>
            <a:endParaRPr lang="zh-CN" altLang="en-US" sz="1200"/>
          </a:p>
        </p:txBody>
      </p:sp>
    </p:spTree>
    <p:extLst>
      <p:ext uri="{BB962C8B-B14F-4D97-AF65-F5344CB8AC3E}">
        <p14:creationId xmlns:p14="http://schemas.microsoft.com/office/powerpoint/2010/main" val="312277992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54</a:t>
            </a:fld>
            <a:endParaRPr lang="zh-CN" altLang="en-US" sz="1200"/>
          </a:p>
        </p:txBody>
      </p:sp>
    </p:spTree>
    <p:extLst>
      <p:ext uri="{BB962C8B-B14F-4D97-AF65-F5344CB8AC3E}">
        <p14:creationId xmlns:p14="http://schemas.microsoft.com/office/powerpoint/2010/main" val="179369821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55</a:t>
            </a:fld>
            <a:endParaRPr lang="zh-CN" altLang="en-US" sz="1200"/>
          </a:p>
        </p:txBody>
      </p:sp>
    </p:spTree>
    <p:extLst>
      <p:ext uri="{BB962C8B-B14F-4D97-AF65-F5344CB8AC3E}">
        <p14:creationId xmlns:p14="http://schemas.microsoft.com/office/powerpoint/2010/main" val="116775365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56</a:t>
            </a:fld>
            <a:endParaRPr lang="zh-CN" altLang="en-US" sz="1200"/>
          </a:p>
        </p:txBody>
      </p:sp>
    </p:spTree>
    <p:extLst>
      <p:ext uri="{BB962C8B-B14F-4D97-AF65-F5344CB8AC3E}">
        <p14:creationId xmlns:p14="http://schemas.microsoft.com/office/powerpoint/2010/main" val="151388354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57</a:t>
            </a:fld>
            <a:endParaRPr lang="zh-CN" altLang="en-US" sz="1200"/>
          </a:p>
        </p:txBody>
      </p:sp>
    </p:spTree>
    <p:extLst>
      <p:ext uri="{BB962C8B-B14F-4D97-AF65-F5344CB8AC3E}">
        <p14:creationId xmlns:p14="http://schemas.microsoft.com/office/powerpoint/2010/main" val="294706440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58</a:t>
            </a:fld>
            <a:endParaRPr lang="zh-CN" altLang="en-US" sz="1200"/>
          </a:p>
        </p:txBody>
      </p:sp>
    </p:spTree>
    <p:extLst>
      <p:ext uri="{BB962C8B-B14F-4D97-AF65-F5344CB8AC3E}">
        <p14:creationId xmlns:p14="http://schemas.microsoft.com/office/powerpoint/2010/main" val="244539422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59</a:t>
            </a:fld>
            <a:endParaRPr lang="zh-CN" altLang="en-US" sz="1200"/>
          </a:p>
        </p:txBody>
      </p:sp>
    </p:spTree>
    <p:extLst>
      <p:ext uri="{BB962C8B-B14F-4D97-AF65-F5344CB8AC3E}">
        <p14:creationId xmlns:p14="http://schemas.microsoft.com/office/powerpoint/2010/main" val="292413731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60</a:t>
            </a:fld>
            <a:endParaRPr lang="zh-CN" altLang="en-US" sz="1200"/>
          </a:p>
        </p:txBody>
      </p:sp>
    </p:spTree>
    <p:extLst>
      <p:ext uri="{BB962C8B-B14F-4D97-AF65-F5344CB8AC3E}">
        <p14:creationId xmlns:p14="http://schemas.microsoft.com/office/powerpoint/2010/main" val="304927583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61</a:t>
            </a:fld>
            <a:endParaRPr lang="zh-CN" altLang="en-US" sz="1200"/>
          </a:p>
        </p:txBody>
      </p:sp>
    </p:spTree>
    <p:extLst>
      <p:ext uri="{BB962C8B-B14F-4D97-AF65-F5344CB8AC3E}">
        <p14:creationId xmlns:p14="http://schemas.microsoft.com/office/powerpoint/2010/main" val="156588215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64</a:t>
            </a:fld>
            <a:endParaRPr lang="zh-CN" altLang="en-US" sz="1200"/>
          </a:p>
        </p:txBody>
      </p:sp>
    </p:spTree>
    <p:extLst>
      <p:ext uri="{BB962C8B-B14F-4D97-AF65-F5344CB8AC3E}">
        <p14:creationId xmlns:p14="http://schemas.microsoft.com/office/powerpoint/2010/main" val="427186791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65</a:t>
            </a:fld>
            <a:endParaRPr lang="zh-CN" altLang="en-US" sz="1200"/>
          </a:p>
        </p:txBody>
      </p:sp>
    </p:spTree>
    <p:extLst>
      <p:ext uri="{BB962C8B-B14F-4D97-AF65-F5344CB8AC3E}">
        <p14:creationId xmlns:p14="http://schemas.microsoft.com/office/powerpoint/2010/main" val="209111680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66</a:t>
            </a:fld>
            <a:endParaRPr lang="zh-CN" altLang="en-US" sz="1200"/>
          </a:p>
        </p:txBody>
      </p:sp>
    </p:spTree>
    <p:extLst>
      <p:ext uri="{BB962C8B-B14F-4D97-AF65-F5344CB8AC3E}">
        <p14:creationId xmlns:p14="http://schemas.microsoft.com/office/powerpoint/2010/main" val="223168210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67</a:t>
            </a:fld>
            <a:endParaRPr lang="zh-CN" altLang="en-US" sz="1200"/>
          </a:p>
        </p:txBody>
      </p:sp>
    </p:spTree>
    <p:extLst>
      <p:ext uri="{BB962C8B-B14F-4D97-AF65-F5344CB8AC3E}">
        <p14:creationId xmlns:p14="http://schemas.microsoft.com/office/powerpoint/2010/main" val="294936185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68</a:t>
            </a:fld>
            <a:endParaRPr lang="zh-CN" altLang="en-US" sz="1200"/>
          </a:p>
        </p:txBody>
      </p:sp>
    </p:spTree>
    <p:extLst>
      <p:ext uri="{BB962C8B-B14F-4D97-AF65-F5344CB8AC3E}">
        <p14:creationId xmlns:p14="http://schemas.microsoft.com/office/powerpoint/2010/main" val="305944011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69</a:t>
            </a:fld>
            <a:endParaRPr lang="zh-CN" altLang="en-US" sz="1200"/>
          </a:p>
        </p:txBody>
      </p:sp>
    </p:spTree>
    <p:extLst>
      <p:ext uri="{BB962C8B-B14F-4D97-AF65-F5344CB8AC3E}">
        <p14:creationId xmlns:p14="http://schemas.microsoft.com/office/powerpoint/2010/main" val="54018909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70</a:t>
            </a:fld>
            <a:endParaRPr lang="zh-CN" altLang="en-US" sz="1200"/>
          </a:p>
        </p:txBody>
      </p:sp>
    </p:spTree>
    <p:extLst>
      <p:ext uri="{BB962C8B-B14F-4D97-AF65-F5344CB8AC3E}">
        <p14:creationId xmlns:p14="http://schemas.microsoft.com/office/powerpoint/2010/main" val="184716359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71</a:t>
            </a:fld>
            <a:endParaRPr lang="zh-CN" altLang="en-US" sz="1200"/>
          </a:p>
        </p:txBody>
      </p:sp>
    </p:spTree>
    <p:extLst>
      <p:ext uri="{BB962C8B-B14F-4D97-AF65-F5344CB8AC3E}">
        <p14:creationId xmlns:p14="http://schemas.microsoft.com/office/powerpoint/2010/main" val="424374253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72</a:t>
            </a:fld>
            <a:endParaRPr lang="zh-CN" altLang="en-US" sz="1200"/>
          </a:p>
        </p:txBody>
      </p:sp>
    </p:spTree>
    <p:extLst>
      <p:ext uri="{BB962C8B-B14F-4D97-AF65-F5344CB8AC3E}">
        <p14:creationId xmlns:p14="http://schemas.microsoft.com/office/powerpoint/2010/main" val="104751855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73</a:t>
            </a:fld>
            <a:endParaRPr lang="zh-CN" altLang="en-US" sz="1200"/>
          </a:p>
        </p:txBody>
      </p:sp>
    </p:spTree>
    <p:extLst>
      <p:ext uri="{BB962C8B-B14F-4D97-AF65-F5344CB8AC3E}">
        <p14:creationId xmlns:p14="http://schemas.microsoft.com/office/powerpoint/2010/main" val="350738061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74</a:t>
            </a:fld>
            <a:endParaRPr lang="zh-CN" altLang="en-US" sz="1200"/>
          </a:p>
        </p:txBody>
      </p:sp>
    </p:spTree>
    <p:extLst>
      <p:ext uri="{BB962C8B-B14F-4D97-AF65-F5344CB8AC3E}">
        <p14:creationId xmlns:p14="http://schemas.microsoft.com/office/powerpoint/2010/main" val="279779595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75</a:t>
            </a:fld>
            <a:endParaRPr lang="zh-CN" altLang="en-US" sz="1200"/>
          </a:p>
        </p:txBody>
      </p:sp>
    </p:spTree>
    <p:extLst>
      <p:ext uri="{BB962C8B-B14F-4D97-AF65-F5344CB8AC3E}">
        <p14:creationId xmlns:p14="http://schemas.microsoft.com/office/powerpoint/2010/main" val="190861051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76</a:t>
            </a:fld>
            <a:endParaRPr lang="zh-CN" altLang="en-US" sz="1200"/>
          </a:p>
        </p:txBody>
      </p:sp>
    </p:spTree>
    <p:extLst>
      <p:ext uri="{BB962C8B-B14F-4D97-AF65-F5344CB8AC3E}">
        <p14:creationId xmlns:p14="http://schemas.microsoft.com/office/powerpoint/2010/main" val="131684443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77</a:t>
            </a:fld>
            <a:endParaRPr lang="zh-CN" altLang="en-US" sz="1200"/>
          </a:p>
        </p:txBody>
      </p:sp>
    </p:spTree>
    <p:extLst>
      <p:ext uri="{BB962C8B-B14F-4D97-AF65-F5344CB8AC3E}">
        <p14:creationId xmlns:p14="http://schemas.microsoft.com/office/powerpoint/2010/main" val="175364415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78</a:t>
            </a:fld>
            <a:endParaRPr lang="zh-CN" altLang="en-US" sz="1200"/>
          </a:p>
        </p:txBody>
      </p:sp>
    </p:spTree>
    <p:extLst>
      <p:ext uri="{BB962C8B-B14F-4D97-AF65-F5344CB8AC3E}">
        <p14:creationId xmlns:p14="http://schemas.microsoft.com/office/powerpoint/2010/main" val="263615868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79</a:t>
            </a:fld>
            <a:endParaRPr lang="zh-CN" altLang="en-US" sz="1200"/>
          </a:p>
        </p:txBody>
      </p:sp>
    </p:spTree>
    <p:extLst>
      <p:ext uri="{BB962C8B-B14F-4D97-AF65-F5344CB8AC3E}">
        <p14:creationId xmlns:p14="http://schemas.microsoft.com/office/powerpoint/2010/main" val="197154840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80</a:t>
            </a:fld>
            <a:endParaRPr lang="zh-CN" altLang="en-US" sz="1200"/>
          </a:p>
        </p:txBody>
      </p:sp>
    </p:spTree>
    <p:extLst>
      <p:ext uri="{BB962C8B-B14F-4D97-AF65-F5344CB8AC3E}">
        <p14:creationId xmlns:p14="http://schemas.microsoft.com/office/powerpoint/2010/main" val="41571117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81</a:t>
            </a:fld>
            <a:endParaRPr lang="zh-CN" altLang="en-US" sz="1200"/>
          </a:p>
        </p:txBody>
      </p:sp>
    </p:spTree>
    <p:extLst>
      <p:ext uri="{BB962C8B-B14F-4D97-AF65-F5344CB8AC3E}">
        <p14:creationId xmlns:p14="http://schemas.microsoft.com/office/powerpoint/2010/main" val="4604189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82</a:t>
            </a:fld>
            <a:endParaRPr lang="zh-CN" altLang="en-US" sz="1200"/>
          </a:p>
        </p:txBody>
      </p:sp>
    </p:spTree>
    <p:extLst>
      <p:ext uri="{BB962C8B-B14F-4D97-AF65-F5344CB8AC3E}">
        <p14:creationId xmlns:p14="http://schemas.microsoft.com/office/powerpoint/2010/main" val="241109152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83</a:t>
            </a:fld>
            <a:endParaRPr lang="zh-CN" altLang="en-US" sz="1200"/>
          </a:p>
        </p:txBody>
      </p:sp>
    </p:spTree>
    <p:extLst>
      <p:ext uri="{BB962C8B-B14F-4D97-AF65-F5344CB8AC3E}">
        <p14:creationId xmlns:p14="http://schemas.microsoft.com/office/powerpoint/2010/main" val="291893244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84</a:t>
            </a:fld>
            <a:endParaRPr lang="zh-CN" altLang="en-US" sz="1200"/>
          </a:p>
        </p:txBody>
      </p:sp>
    </p:spTree>
    <p:extLst>
      <p:ext uri="{BB962C8B-B14F-4D97-AF65-F5344CB8AC3E}">
        <p14:creationId xmlns:p14="http://schemas.microsoft.com/office/powerpoint/2010/main" val="9672212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85</a:t>
            </a:fld>
            <a:endParaRPr lang="zh-CN" altLang="en-US" sz="1200"/>
          </a:p>
        </p:txBody>
      </p:sp>
    </p:spTree>
    <p:extLst>
      <p:ext uri="{BB962C8B-B14F-4D97-AF65-F5344CB8AC3E}">
        <p14:creationId xmlns:p14="http://schemas.microsoft.com/office/powerpoint/2010/main" val="419376772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86</a:t>
            </a:fld>
            <a:endParaRPr lang="zh-CN" altLang="en-US" sz="1200"/>
          </a:p>
        </p:txBody>
      </p:sp>
    </p:spTree>
    <p:extLst>
      <p:ext uri="{BB962C8B-B14F-4D97-AF65-F5344CB8AC3E}">
        <p14:creationId xmlns:p14="http://schemas.microsoft.com/office/powerpoint/2010/main" val="266909107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88</a:t>
            </a:fld>
            <a:endParaRPr lang="zh-CN" altLang="en-US" sz="1200"/>
          </a:p>
        </p:txBody>
      </p:sp>
    </p:spTree>
    <p:extLst>
      <p:ext uri="{BB962C8B-B14F-4D97-AF65-F5344CB8AC3E}">
        <p14:creationId xmlns:p14="http://schemas.microsoft.com/office/powerpoint/2010/main" val="421677267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89</a:t>
            </a:fld>
            <a:endParaRPr lang="zh-CN" altLang="en-US" sz="1200"/>
          </a:p>
        </p:txBody>
      </p:sp>
    </p:spTree>
    <p:extLst>
      <p:ext uri="{BB962C8B-B14F-4D97-AF65-F5344CB8AC3E}">
        <p14:creationId xmlns:p14="http://schemas.microsoft.com/office/powerpoint/2010/main" val="382479062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90</a:t>
            </a:fld>
            <a:endParaRPr lang="zh-CN" altLang="en-US" sz="1200"/>
          </a:p>
        </p:txBody>
      </p:sp>
    </p:spTree>
    <p:extLst>
      <p:ext uri="{BB962C8B-B14F-4D97-AF65-F5344CB8AC3E}">
        <p14:creationId xmlns:p14="http://schemas.microsoft.com/office/powerpoint/2010/main" val="119297663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91</a:t>
            </a:fld>
            <a:endParaRPr lang="zh-CN" altLang="en-US" sz="1200"/>
          </a:p>
        </p:txBody>
      </p:sp>
    </p:spTree>
    <p:extLst>
      <p:ext uri="{BB962C8B-B14F-4D97-AF65-F5344CB8AC3E}">
        <p14:creationId xmlns:p14="http://schemas.microsoft.com/office/powerpoint/2010/main" val="370294342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92</a:t>
            </a:fld>
            <a:endParaRPr lang="zh-CN" altLang="en-US" sz="1200"/>
          </a:p>
        </p:txBody>
      </p:sp>
    </p:spTree>
    <p:extLst>
      <p:ext uri="{BB962C8B-B14F-4D97-AF65-F5344CB8AC3E}">
        <p14:creationId xmlns:p14="http://schemas.microsoft.com/office/powerpoint/2010/main" val="255351147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93</a:t>
            </a:fld>
            <a:endParaRPr lang="zh-CN" altLang="en-US" sz="1200"/>
          </a:p>
        </p:txBody>
      </p:sp>
    </p:spTree>
    <p:extLst>
      <p:ext uri="{BB962C8B-B14F-4D97-AF65-F5344CB8AC3E}">
        <p14:creationId xmlns:p14="http://schemas.microsoft.com/office/powerpoint/2010/main" val="299151398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94</a:t>
            </a:fld>
            <a:endParaRPr lang="zh-CN" altLang="en-US" sz="1200"/>
          </a:p>
        </p:txBody>
      </p:sp>
    </p:spTree>
    <p:extLst>
      <p:ext uri="{BB962C8B-B14F-4D97-AF65-F5344CB8AC3E}">
        <p14:creationId xmlns:p14="http://schemas.microsoft.com/office/powerpoint/2010/main" val="211899190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95</a:t>
            </a:fld>
            <a:endParaRPr lang="zh-CN" altLang="en-US" sz="1200"/>
          </a:p>
        </p:txBody>
      </p:sp>
    </p:spTree>
    <p:extLst>
      <p:ext uri="{BB962C8B-B14F-4D97-AF65-F5344CB8AC3E}">
        <p14:creationId xmlns:p14="http://schemas.microsoft.com/office/powerpoint/2010/main" val="33245702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96</a:t>
            </a:fld>
            <a:endParaRPr lang="zh-CN" altLang="en-US" sz="1200"/>
          </a:p>
        </p:txBody>
      </p:sp>
    </p:spTree>
    <p:extLst>
      <p:ext uri="{BB962C8B-B14F-4D97-AF65-F5344CB8AC3E}">
        <p14:creationId xmlns:p14="http://schemas.microsoft.com/office/powerpoint/2010/main" val="367335060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97</a:t>
            </a:fld>
            <a:endParaRPr lang="zh-CN" altLang="en-US" sz="1200"/>
          </a:p>
        </p:txBody>
      </p:sp>
    </p:spTree>
    <p:extLst>
      <p:ext uri="{BB962C8B-B14F-4D97-AF65-F5344CB8AC3E}">
        <p14:creationId xmlns:p14="http://schemas.microsoft.com/office/powerpoint/2010/main" val="1238543622"/>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98</a:t>
            </a:fld>
            <a:endParaRPr lang="zh-CN" altLang="en-US" sz="1200"/>
          </a:p>
        </p:txBody>
      </p:sp>
    </p:spTree>
    <p:extLst>
      <p:ext uri="{BB962C8B-B14F-4D97-AF65-F5344CB8AC3E}">
        <p14:creationId xmlns:p14="http://schemas.microsoft.com/office/powerpoint/2010/main" val="101520539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99</a:t>
            </a:fld>
            <a:endParaRPr lang="zh-CN" altLang="en-US" sz="1200"/>
          </a:p>
        </p:txBody>
      </p:sp>
    </p:spTree>
    <p:extLst>
      <p:ext uri="{BB962C8B-B14F-4D97-AF65-F5344CB8AC3E}">
        <p14:creationId xmlns:p14="http://schemas.microsoft.com/office/powerpoint/2010/main" val="421042170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100</a:t>
            </a:fld>
            <a:endParaRPr lang="zh-CN" altLang="en-US" sz="1200"/>
          </a:p>
        </p:txBody>
      </p:sp>
    </p:spTree>
    <p:extLst>
      <p:ext uri="{BB962C8B-B14F-4D97-AF65-F5344CB8AC3E}">
        <p14:creationId xmlns:p14="http://schemas.microsoft.com/office/powerpoint/2010/main" val="362381516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101</a:t>
            </a:fld>
            <a:endParaRPr lang="zh-CN" altLang="en-US" sz="1200"/>
          </a:p>
        </p:txBody>
      </p:sp>
    </p:spTree>
    <p:extLst>
      <p:ext uri="{BB962C8B-B14F-4D97-AF65-F5344CB8AC3E}">
        <p14:creationId xmlns:p14="http://schemas.microsoft.com/office/powerpoint/2010/main" val="316800527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102</a:t>
            </a:fld>
            <a:endParaRPr lang="zh-CN" altLang="en-US" sz="1200"/>
          </a:p>
        </p:txBody>
      </p:sp>
    </p:spTree>
    <p:extLst>
      <p:ext uri="{BB962C8B-B14F-4D97-AF65-F5344CB8AC3E}">
        <p14:creationId xmlns:p14="http://schemas.microsoft.com/office/powerpoint/2010/main" val="99454314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103</a:t>
            </a:fld>
            <a:endParaRPr lang="zh-CN" altLang="en-US" sz="1200"/>
          </a:p>
        </p:txBody>
      </p:sp>
    </p:spTree>
    <p:extLst>
      <p:ext uri="{BB962C8B-B14F-4D97-AF65-F5344CB8AC3E}">
        <p14:creationId xmlns:p14="http://schemas.microsoft.com/office/powerpoint/2010/main" val="226649469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104</a:t>
            </a:fld>
            <a:endParaRPr lang="zh-CN" altLang="en-US" sz="1200"/>
          </a:p>
        </p:txBody>
      </p:sp>
    </p:spTree>
    <p:extLst>
      <p:ext uri="{BB962C8B-B14F-4D97-AF65-F5344CB8AC3E}">
        <p14:creationId xmlns:p14="http://schemas.microsoft.com/office/powerpoint/2010/main" val="121869310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105</a:t>
            </a:fld>
            <a:endParaRPr lang="zh-CN" altLang="en-US" sz="1200"/>
          </a:p>
        </p:txBody>
      </p:sp>
    </p:spTree>
    <p:extLst>
      <p:ext uri="{BB962C8B-B14F-4D97-AF65-F5344CB8AC3E}">
        <p14:creationId xmlns:p14="http://schemas.microsoft.com/office/powerpoint/2010/main" val="2084124220"/>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106</a:t>
            </a:fld>
            <a:endParaRPr lang="zh-CN" altLang="en-US" sz="1200"/>
          </a:p>
        </p:txBody>
      </p:sp>
    </p:spTree>
    <p:extLst>
      <p:ext uri="{BB962C8B-B14F-4D97-AF65-F5344CB8AC3E}">
        <p14:creationId xmlns:p14="http://schemas.microsoft.com/office/powerpoint/2010/main" val="34365894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107</a:t>
            </a:fld>
            <a:endParaRPr lang="zh-CN" altLang="en-US" sz="1200"/>
          </a:p>
        </p:txBody>
      </p:sp>
    </p:spTree>
    <p:extLst>
      <p:ext uri="{BB962C8B-B14F-4D97-AF65-F5344CB8AC3E}">
        <p14:creationId xmlns:p14="http://schemas.microsoft.com/office/powerpoint/2010/main" val="115353305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108</a:t>
            </a:fld>
            <a:endParaRPr lang="zh-CN" altLang="en-US" sz="1200"/>
          </a:p>
        </p:txBody>
      </p:sp>
    </p:spTree>
    <p:extLst>
      <p:ext uri="{BB962C8B-B14F-4D97-AF65-F5344CB8AC3E}">
        <p14:creationId xmlns:p14="http://schemas.microsoft.com/office/powerpoint/2010/main" val="70888121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109</a:t>
            </a:fld>
            <a:endParaRPr lang="zh-CN" altLang="en-US" sz="1200"/>
          </a:p>
        </p:txBody>
      </p:sp>
    </p:spTree>
    <p:extLst>
      <p:ext uri="{BB962C8B-B14F-4D97-AF65-F5344CB8AC3E}">
        <p14:creationId xmlns:p14="http://schemas.microsoft.com/office/powerpoint/2010/main" val="131348860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110</a:t>
            </a:fld>
            <a:endParaRPr lang="zh-CN" altLang="en-US" sz="1200"/>
          </a:p>
        </p:txBody>
      </p:sp>
    </p:spTree>
    <p:extLst>
      <p:ext uri="{BB962C8B-B14F-4D97-AF65-F5344CB8AC3E}">
        <p14:creationId xmlns:p14="http://schemas.microsoft.com/office/powerpoint/2010/main" val="101285185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111</a:t>
            </a:fld>
            <a:endParaRPr lang="zh-CN" altLang="en-US" sz="1200"/>
          </a:p>
        </p:txBody>
      </p:sp>
    </p:spTree>
    <p:extLst>
      <p:ext uri="{BB962C8B-B14F-4D97-AF65-F5344CB8AC3E}">
        <p14:creationId xmlns:p14="http://schemas.microsoft.com/office/powerpoint/2010/main" val="171655265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112</a:t>
            </a:fld>
            <a:endParaRPr lang="zh-CN" altLang="en-US" sz="1200"/>
          </a:p>
        </p:txBody>
      </p:sp>
    </p:spTree>
    <p:extLst>
      <p:ext uri="{BB962C8B-B14F-4D97-AF65-F5344CB8AC3E}">
        <p14:creationId xmlns:p14="http://schemas.microsoft.com/office/powerpoint/2010/main" val="20030710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113</a:t>
            </a:fld>
            <a:endParaRPr lang="zh-CN" altLang="en-US" sz="1200"/>
          </a:p>
        </p:txBody>
      </p:sp>
    </p:spTree>
    <p:extLst>
      <p:ext uri="{BB962C8B-B14F-4D97-AF65-F5344CB8AC3E}">
        <p14:creationId xmlns:p14="http://schemas.microsoft.com/office/powerpoint/2010/main" val="136698468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114</a:t>
            </a:fld>
            <a:endParaRPr lang="zh-CN" altLang="en-US" sz="1200"/>
          </a:p>
        </p:txBody>
      </p:sp>
    </p:spTree>
    <p:extLst>
      <p:ext uri="{BB962C8B-B14F-4D97-AF65-F5344CB8AC3E}">
        <p14:creationId xmlns:p14="http://schemas.microsoft.com/office/powerpoint/2010/main" val="2354433755"/>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115</a:t>
            </a:fld>
            <a:endParaRPr lang="zh-CN" altLang="en-US" sz="1200"/>
          </a:p>
        </p:txBody>
      </p:sp>
    </p:spTree>
    <p:extLst>
      <p:ext uri="{BB962C8B-B14F-4D97-AF65-F5344CB8AC3E}">
        <p14:creationId xmlns:p14="http://schemas.microsoft.com/office/powerpoint/2010/main" val="375635360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116</a:t>
            </a:fld>
            <a:endParaRPr lang="zh-CN" altLang="en-US" sz="1200"/>
          </a:p>
        </p:txBody>
      </p:sp>
    </p:spTree>
    <p:extLst>
      <p:ext uri="{BB962C8B-B14F-4D97-AF65-F5344CB8AC3E}">
        <p14:creationId xmlns:p14="http://schemas.microsoft.com/office/powerpoint/2010/main" val="96032578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117</a:t>
            </a:fld>
            <a:endParaRPr lang="zh-CN" altLang="en-US" sz="1200"/>
          </a:p>
        </p:txBody>
      </p:sp>
    </p:spTree>
    <p:extLst>
      <p:ext uri="{BB962C8B-B14F-4D97-AF65-F5344CB8AC3E}">
        <p14:creationId xmlns:p14="http://schemas.microsoft.com/office/powerpoint/2010/main" val="1369341597"/>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118</a:t>
            </a:fld>
            <a:endParaRPr lang="zh-CN" altLang="en-US" sz="1200"/>
          </a:p>
        </p:txBody>
      </p:sp>
    </p:spTree>
    <p:extLst>
      <p:ext uri="{BB962C8B-B14F-4D97-AF65-F5344CB8AC3E}">
        <p14:creationId xmlns:p14="http://schemas.microsoft.com/office/powerpoint/2010/main" val="1259971036"/>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119</a:t>
            </a:fld>
            <a:endParaRPr lang="zh-CN" altLang="en-US" sz="1200"/>
          </a:p>
        </p:txBody>
      </p:sp>
    </p:spTree>
    <p:extLst>
      <p:ext uri="{BB962C8B-B14F-4D97-AF65-F5344CB8AC3E}">
        <p14:creationId xmlns:p14="http://schemas.microsoft.com/office/powerpoint/2010/main" val="17219399"/>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120</a:t>
            </a:fld>
            <a:endParaRPr lang="zh-CN" altLang="en-US" sz="1200"/>
          </a:p>
        </p:txBody>
      </p:sp>
    </p:spTree>
    <p:extLst>
      <p:ext uri="{BB962C8B-B14F-4D97-AF65-F5344CB8AC3E}">
        <p14:creationId xmlns:p14="http://schemas.microsoft.com/office/powerpoint/2010/main" val="66699491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121</a:t>
            </a:fld>
            <a:endParaRPr lang="zh-CN" altLang="en-US" sz="1200"/>
          </a:p>
        </p:txBody>
      </p:sp>
    </p:spTree>
    <p:extLst>
      <p:ext uri="{BB962C8B-B14F-4D97-AF65-F5344CB8AC3E}">
        <p14:creationId xmlns:p14="http://schemas.microsoft.com/office/powerpoint/2010/main" val="659800172"/>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122</a:t>
            </a:fld>
            <a:endParaRPr lang="zh-CN" altLang="en-US" sz="1200"/>
          </a:p>
        </p:txBody>
      </p:sp>
    </p:spTree>
    <p:extLst>
      <p:ext uri="{BB962C8B-B14F-4D97-AF65-F5344CB8AC3E}">
        <p14:creationId xmlns:p14="http://schemas.microsoft.com/office/powerpoint/2010/main" val="1154281115"/>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123</a:t>
            </a:fld>
            <a:endParaRPr lang="zh-CN" altLang="en-US" sz="1200"/>
          </a:p>
        </p:txBody>
      </p:sp>
    </p:spTree>
    <p:extLst>
      <p:ext uri="{BB962C8B-B14F-4D97-AF65-F5344CB8AC3E}">
        <p14:creationId xmlns:p14="http://schemas.microsoft.com/office/powerpoint/2010/main" val="3475772457"/>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124</a:t>
            </a:fld>
            <a:endParaRPr lang="zh-CN" altLang="en-US" sz="1200"/>
          </a:p>
        </p:txBody>
      </p:sp>
    </p:spTree>
    <p:extLst>
      <p:ext uri="{BB962C8B-B14F-4D97-AF65-F5344CB8AC3E}">
        <p14:creationId xmlns:p14="http://schemas.microsoft.com/office/powerpoint/2010/main" val="385789170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125</a:t>
            </a:fld>
            <a:endParaRPr lang="zh-CN" altLang="en-US" sz="1200"/>
          </a:p>
        </p:txBody>
      </p:sp>
    </p:spTree>
    <p:extLst>
      <p:ext uri="{BB962C8B-B14F-4D97-AF65-F5344CB8AC3E}">
        <p14:creationId xmlns:p14="http://schemas.microsoft.com/office/powerpoint/2010/main" val="564999618"/>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126</a:t>
            </a:fld>
            <a:endParaRPr lang="zh-CN" altLang="en-US" sz="1200"/>
          </a:p>
        </p:txBody>
      </p:sp>
    </p:spTree>
    <p:extLst>
      <p:ext uri="{BB962C8B-B14F-4D97-AF65-F5344CB8AC3E}">
        <p14:creationId xmlns:p14="http://schemas.microsoft.com/office/powerpoint/2010/main" val="3420153244"/>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127</a:t>
            </a:fld>
            <a:endParaRPr lang="zh-CN" altLang="en-US" sz="1200"/>
          </a:p>
        </p:txBody>
      </p:sp>
    </p:spTree>
    <p:extLst>
      <p:ext uri="{BB962C8B-B14F-4D97-AF65-F5344CB8AC3E}">
        <p14:creationId xmlns:p14="http://schemas.microsoft.com/office/powerpoint/2010/main" val="2631729286"/>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128</a:t>
            </a:fld>
            <a:endParaRPr lang="zh-CN" altLang="en-US" sz="1200"/>
          </a:p>
        </p:txBody>
      </p:sp>
    </p:spTree>
    <p:extLst>
      <p:ext uri="{BB962C8B-B14F-4D97-AF65-F5344CB8AC3E}">
        <p14:creationId xmlns:p14="http://schemas.microsoft.com/office/powerpoint/2010/main" val="3041723435"/>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129</a:t>
            </a:fld>
            <a:endParaRPr lang="zh-CN" altLang="en-US" sz="1200"/>
          </a:p>
        </p:txBody>
      </p:sp>
    </p:spTree>
    <p:extLst>
      <p:ext uri="{BB962C8B-B14F-4D97-AF65-F5344CB8AC3E}">
        <p14:creationId xmlns:p14="http://schemas.microsoft.com/office/powerpoint/2010/main" val="2867697690"/>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130</a:t>
            </a:fld>
            <a:endParaRPr lang="zh-CN" altLang="en-US" sz="1200"/>
          </a:p>
        </p:txBody>
      </p:sp>
    </p:spTree>
    <p:extLst>
      <p:ext uri="{BB962C8B-B14F-4D97-AF65-F5344CB8AC3E}">
        <p14:creationId xmlns:p14="http://schemas.microsoft.com/office/powerpoint/2010/main" val="1209925214"/>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131</a:t>
            </a:fld>
            <a:endParaRPr lang="zh-CN" altLang="en-US" sz="1200"/>
          </a:p>
        </p:txBody>
      </p:sp>
    </p:spTree>
    <p:extLst>
      <p:ext uri="{BB962C8B-B14F-4D97-AF65-F5344CB8AC3E}">
        <p14:creationId xmlns:p14="http://schemas.microsoft.com/office/powerpoint/2010/main" val="13356354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132</a:t>
            </a:fld>
            <a:endParaRPr lang="zh-CN" altLang="en-US" sz="1200"/>
          </a:p>
        </p:txBody>
      </p:sp>
    </p:spTree>
    <p:extLst>
      <p:ext uri="{BB962C8B-B14F-4D97-AF65-F5344CB8AC3E}">
        <p14:creationId xmlns:p14="http://schemas.microsoft.com/office/powerpoint/2010/main" val="444588854"/>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133</a:t>
            </a:fld>
            <a:endParaRPr lang="zh-CN" altLang="en-US" sz="1200"/>
          </a:p>
        </p:txBody>
      </p:sp>
    </p:spTree>
    <p:extLst>
      <p:ext uri="{BB962C8B-B14F-4D97-AF65-F5344CB8AC3E}">
        <p14:creationId xmlns:p14="http://schemas.microsoft.com/office/powerpoint/2010/main" val="2628799933"/>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134</a:t>
            </a:fld>
            <a:endParaRPr lang="zh-CN" altLang="en-US" sz="1200"/>
          </a:p>
        </p:txBody>
      </p:sp>
    </p:spTree>
    <p:extLst>
      <p:ext uri="{BB962C8B-B14F-4D97-AF65-F5344CB8AC3E}">
        <p14:creationId xmlns:p14="http://schemas.microsoft.com/office/powerpoint/2010/main" val="3050897057"/>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135</a:t>
            </a:fld>
            <a:endParaRPr lang="zh-CN" altLang="en-US" sz="1200"/>
          </a:p>
        </p:txBody>
      </p:sp>
    </p:spTree>
    <p:extLst>
      <p:ext uri="{BB962C8B-B14F-4D97-AF65-F5344CB8AC3E}">
        <p14:creationId xmlns:p14="http://schemas.microsoft.com/office/powerpoint/2010/main" val="1571437318"/>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136</a:t>
            </a:fld>
            <a:endParaRPr lang="zh-CN" altLang="en-US" sz="1200"/>
          </a:p>
        </p:txBody>
      </p:sp>
    </p:spTree>
    <p:extLst>
      <p:ext uri="{BB962C8B-B14F-4D97-AF65-F5344CB8AC3E}">
        <p14:creationId xmlns:p14="http://schemas.microsoft.com/office/powerpoint/2010/main" val="4555087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137</a:t>
            </a:fld>
            <a:endParaRPr lang="zh-CN" altLang="en-US" sz="1200"/>
          </a:p>
        </p:txBody>
      </p:sp>
    </p:spTree>
    <p:extLst>
      <p:ext uri="{BB962C8B-B14F-4D97-AF65-F5344CB8AC3E}">
        <p14:creationId xmlns:p14="http://schemas.microsoft.com/office/powerpoint/2010/main" val="2105521093"/>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138</a:t>
            </a:fld>
            <a:endParaRPr lang="zh-CN" altLang="en-US" sz="1200"/>
          </a:p>
        </p:txBody>
      </p:sp>
    </p:spTree>
    <p:extLst>
      <p:ext uri="{BB962C8B-B14F-4D97-AF65-F5344CB8AC3E}">
        <p14:creationId xmlns:p14="http://schemas.microsoft.com/office/powerpoint/2010/main" val="762876167"/>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139</a:t>
            </a:fld>
            <a:endParaRPr lang="zh-CN" altLang="en-US" sz="1200"/>
          </a:p>
        </p:txBody>
      </p:sp>
    </p:spTree>
    <p:extLst>
      <p:ext uri="{BB962C8B-B14F-4D97-AF65-F5344CB8AC3E}">
        <p14:creationId xmlns:p14="http://schemas.microsoft.com/office/powerpoint/2010/main" val="3911284825"/>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140</a:t>
            </a:fld>
            <a:endParaRPr lang="zh-CN" altLang="en-US" sz="1200"/>
          </a:p>
        </p:txBody>
      </p:sp>
    </p:spTree>
    <p:extLst>
      <p:ext uri="{BB962C8B-B14F-4D97-AF65-F5344CB8AC3E}">
        <p14:creationId xmlns:p14="http://schemas.microsoft.com/office/powerpoint/2010/main" val="343299734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141</a:t>
            </a:fld>
            <a:endParaRPr lang="zh-CN" altLang="en-US" sz="1200"/>
          </a:p>
        </p:txBody>
      </p:sp>
    </p:spTree>
    <p:extLst>
      <p:ext uri="{BB962C8B-B14F-4D97-AF65-F5344CB8AC3E}">
        <p14:creationId xmlns:p14="http://schemas.microsoft.com/office/powerpoint/2010/main" val="4265705089"/>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142</a:t>
            </a:fld>
            <a:endParaRPr lang="zh-CN" altLang="en-US" sz="1200"/>
          </a:p>
        </p:txBody>
      </p:sp>
    </p:spTree>
    <p:extLst>
      <p:ext uri="{BB962C8B-B14F-4D97-AF65-F5344CB8AC3E}">
        <p14:creationId xmlns:p14="http://schemas.microsoft.com/office/powerpoint/2010/main" val="944612393"/>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2023/12/20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065357925"/>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144</a:t>
            </a:fld>
            <a:endParaRPr lang="zh-CN" altLang="en-US" sz="1200"/>
          </a:p>
        </p:txBody>
      </p:sp>
    </p:spTree>
    <p:extLst>
      <p:ext uri="{BB962C8B-B14F-4D97-AF65-F5344CB8AC3E}">
        <p14:creationId xmlns:p14="http://schemas.microsoft.com/office/powerpoint/2010/main" val="2123927412"/>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145</a:t>
            </a:fld>
            <a:endParaRPr lang="zh-CN" altLang="en-US" sz="1200"/>
          </a:p>
        </p:txBody>
      </p:sp>
    </p:spTree>
    <p:extLst>
      <p:ext uri="{BB962C8B-B14F-4D97-AF65-F5344CB8AC3E}">
        <p14:creationId xmlns:p14="http://schemas.microsoft.com/office/powerpoint/2010/main" val="3134913165"/>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146</a:t>
            </a:fld>
            <a:endParaRPr lang="zh-CN" altLang="en-US" sz="1200"/>
          </a:p>
        </p:txBody>
      </p:sp>
    </p:spTree>
    <p:extLst>
      <p:ext uri="{BB962C8B-B14F-4D97-AF65-F5344CB8AC3E}">
        <p14:creationId xmlns:p14="http://schemas.microsoft.com/office/powerpoint/2010/main" val="3129358630"/>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147</a:t>
            </a:fld>
            <a:endParaRPr lang="zh-CN" altLang="en-US" sz="1200"/>
          </a:p>
        </p:txBody>
      </p:sp>
    </p:spTree>
    <p:extLst>
      <p:ext uri="{BB962C8B-B14F-4D97-AF65-F5344CB8AC3E}">
        <p14:creationId xmlns:p14="http://schemas.microsoft.com/office/powerpoint/2010/main" val="3295927722"/>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148</a:t>
            </a:fld>
            <a:endParaRPr lang="zh-CN" altLang="en-US" sz="1200"/>
          </a:p>
        </p:txBody>
      </p:sp>
    </p:spTree>
    <p:extLst>
      <p:ext uri="{BB962C8B-B14F-4D97-AF65-F5344CB8AC3E}">
        <p14:creationId xmlns:p14="http://schemas.microsoft.com/office/powerpoint/2010/main" val="4134976564"/>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2023/12/20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374488444"/>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2023/12/20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479961737"/>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2023/12/20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45670848"/>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2023/12/20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23959898"/>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2023/12/20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71762060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154</a:t>
            </a:fld>
            <a:endParaRPr lang="en-US">
              <a:solidFill>
                <a:prstClr val="black"/>
              </a:solidFill>
            </a:endParaRPr>
          </a:p>
        </p:txBody>
      </p:sp>
    </p:spTree>
    <p:extLst>
      <p:ext uri="{BB962C8B-B14F-4D97-AF65-F5344CB8AC3E}">
        <p14:creationId xmlns:p14="http://schemas.microsoft.com/office/powerpoint/2010/main" val="1471747570"/>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155</a:t>
            </a:fld>
            <a:endParaRPr lang="en-US">
              <a:solidFill>
                <a:prstClr val="black"/>
              </a:solidFill>
            </a:endParaRPr>
          </a:p>
        </p:txBody>
      </p:sp>
    </p:spTree>
    <p:extLst>
      <p:ext uri="{BB962C8B-B14F-4D97-AF65-F5344CB8AC3E}">
        <p14:creationId xmlns:p14="http://schemas.microsoft.com/office/powerpoint/2010/main" val="2435375262"/>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2023/12/20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838762947"/>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2023/12/20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429593567"/>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2023/12/20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69287067"/>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2023/12/20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772855870"/>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2023/12/20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22444188"/>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161</a:t>
            </a:fld>
            <a:endParaRPr lang="en-US">
              <a:solidFill>
                <a:prstClr val="black"/>
              </a:solidFill>
            </a:endParaRPr>
          </a:p>
        </p:txBody>
      </p:sp>
    </p:spTree>
    <p:extLst>
      <p:ext uri="{BB962C8B-B14F-4D97-AF65-F5344CB8AC3E}">
        <p14:creationId xmlns:p14="http://schemas.microsoft.com/office/powerpoint/2010/main" val="97315330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2023/12/20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946600934"/>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163</a:t>
            </a:fld>
            <a:endParaRPr lang="en-US">
              <a:solidFill>
                <a:prstClr val="black"/>
              </a:solidFill>
            </a:endParaRPr>
          </a:p>
        </p:txBody>
      </p:sp>
    </p:spTree>
    <p:extLst>
      <p:ext uri="{BB962C8B-B14F-4D97-AF65-F5344CB8AC3E}">
        <p14:creationId xmlns:p14="http://schemas.microsoft.com/office/powerpoint/2010/main" val="77946307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164</a:t>
            </a:fld>
            <a:endParaRPr lang="en-US">
              <a:solidFill>
                <a:prstClr val="black"/>
              </a:solidFill>
            </a:endParaRPr>
          </a:p>
        </p:txBody>
      </p:sp>
    </p:spTree>
    <p:extLst>
      <p:ext uri="{BB962C8B-B14F-4D97-AF65-F5344CB8AC3E}">
        <p14:creationId xmlns:p14="http://schemas.microsoft.com/office/powerpoint/2010/main" val="1565295123"/>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165</a:t>
            </a:fld>
            <a:endParaRPr lang="en-US">
              <a:solidFill>
                <a:prstClr val="black"/>
              </a:solidFill>
            </a:endParaRPr>
          </a:p>
        </p:txBody>
      </p:sp>
    </p:spTree>
    <p:extLst>
      <p:ext uri="{BB962C8B-B14F-4D97-AF65-F5344CB8AC3E}">
        <p14:creationId xmlns:p14="http://schemas.microsoft.com/office/powerpoint/2010/main" val="3394662275"/>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166</a:t>
            </a:fld>
            <a:endParaRPr lang="en-US">
              <a:solidFill>
                <a:prstClr val="black"/>
              </a:solidFill>
            </a:endParaRPr>
          </a:p>
        </p:txBody>
      </p:sp>
    </p:spTree>
    <p:extLst>
      <p:ext uri="{BB962C8B-B14F-4D97-AF65-F5344CB8AC3E}">
        <p14:creationId xmlns:p14="http://schemas.microsoft.com/office/powerpoint/2010/main" val="952673896"/>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167</a:t>
            </a:fld>
            <a:endParaRPr lang="zh-CN" altLang="en-US" sz="1200"/>
          </a:p>
        </p:txBody>
      </p:sp>
    </p:spTree>
    <p:extLst>
      <p:ext uri="{BB962C8B-B14F-4D97-AF65-F5344CB8AC3E}">
        <p14:creationId xmlns:p14="http://schemas.microsoft.com/office/powerpoint/2010/main" val="2265747088"/>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168</a:t>
            </a:fld>
            <a:endParaRPr lang="zh-CN" altLang="en-US" sz="1200"/>
          </a:p>
        </p:txBody>
      </p:sp>
    </p:spTree>
    <p:extLst>
      <p:ext uri="{BB962C8B-B14F-4D97-AF65-F5344CB8AC3E}">
        <p14:creationId xmlns:p14="http://schemas.microsoft.com/office/powerpoint/2010/main" val="3114947883"/>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169</a:t>
            </a:fld>
            <a:endParaRPr lang="zh-CN" altLang="en-US" sz="1200"/>
          </a:p>
        </p:txBody>
      </p:sp>
    </p:spTree>
    <p:extLst>
      <p:ext uri="{BB962C8B-B14F-4D97-AF65-F5344CB8AC3E}">
        <p14:creationId xmlns:p14="http://schemas.microsoft.com/office/powerpoint/2010/main" val="448938992"/>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170</a:t>
            </a:fld>
            <a:endParaRPr lang="zh-CN" altLang="en-US" sz="1200"/>
          </a:p>
        </p:txBody>
      </p:sp>
    </p:spTree>
    <p:extLst>
      <p:ext uri="{BB962C8B-B14F-4D97-AF65-F5344CB8AC3E}">
        <p14:creationId xmlns:p14="http://schemas.microsoft.com/office/powerpoint/2010/main" val="2364476847"/>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171</a:t>
            </a:fld>
            <a:endParaRPr lang="zh-CN" altLang="en-US" sz="1200"/>
          </a:p>
        </p:txBody>
      </p:sp>
    </p:spTree>
    <p:extLst>
      <p:ext uri="{BB962C8B-B14F-4D97-AF65-F5344CB8AC3E}">
        <p14:creationId xmlns:p14="http://schemas.microsoft.com/office/powerpoint/2010/main" val="3202004562"/>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172</a:t>
            </a:fld>
            <a:endParaRPr lang="zh-CN" altLang="en-US" sz="1200"/>
          </a:p>
        </p:txBody>
      </p:sp>
    </p:spTree>
    <p:extLst>
      <p:ext uri="{BB962C8B-B14F-4D97-AF65-F5344CB8AC3E}">
        <p14:creationId xmlns:p14="http://schemas.microsoft.com/office/powerpoint/2010/main" val="1756576829"/>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173</a:t>
            </a:fld>
            <a:endParaRPr lang="zh-CN" altLang="en-US" sz="1200"/>
          </a:p>
        </p:txBody>
      </p:sp>
    </p:spTree>
    <p:extLst>
      <p:ext uri="{BB962C8B-B14F-4D97-AF65-F5344CB8AC3E}">
        <p14:creationId xmlns:p14="http://schemas.microsoft.com/office/powerpoint/2010/main" val="2979014802"/>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174</a:t>
            </a:fld>
            <a:endParaRPr lang="zh-CN" altLang="en-US" sz="1200"/>
          </a:p>
        </p:txBody>
      </p:sp>
    </p:spTree>
    <p:extLst>
      <p:ext uri="{BB962C8B-B14F-4D97-AF65-F5344CB8AC3E}">
        <p14:creationId xmlns:p14="http://schemas.microsoft.com/office/powerpoint/2010/main" val="17519443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175</a:t>
            </a:fld>
            <a:endParaRPr lang="zh-CN" altLang="en-US" sz="1200"/>
          </a:p>
        </p:txBody>
      </p:sp>
    </p:spTree>
    <p:extLst>
      <p:ext uri="{BB962C8B-B14F-4D97-AF65-F5344CB8AC3E}">
        <p14:creationId xmlns:p14="http://schemas.microsoft.com/office/powerpoint/2010/main" val="646219552"/>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176</a:t>
            </a:fld>
            <a:endParaRPr lang="zh-CN" altLang="en-US" sz="1200"/>
          </a:p>
        </p:txBody>
      </p:sp>
    </p:spTree>
    <p:extLst>
      <p:ext uri="{BB962C8B-B14F-4D97-AF65-F5344CB8AC3E}">
        <p14:creationId xmlns:p14="http://schemas.microsoft.com/office/powerpoint/2010/main" val="529000257"/>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177</a:t>
            </a:fld>
            <a:endParaRPr lang="zh-CN" altLang="en-US" sz="1200"/>
          </a:p>
        </p:txBody>
      </p:sp>
    </p:spTree>
    <p:extLst>
      <p:ext uri="{BB962C8B-B14F-4D97-AF65-F5344CB8AC3E}">
        <p14:creationId xmlns:p14="http://schemas.microsoft.com/office/powerpoint/2010/main" val="4161618075"/>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178</a:t>
            </a:fld>
            <a:endParaRPr lang="zh-CN" altLang="en-US" sz="1200"/>
          </a:p>
        </p:txBody>
      </p:sp>
    </p:spTree>
    <p:extLst>
      <p:ext uri="{BB962C8B-B14F-4D97-AF65-F5344CB8AC3E}">
        <p14:creationId xmlns:p14="http://schemas.microsoft.com/office/powerpoint/2010/main" val="3598690178"/>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179</a:t>
            </a:fld>
            <a:endParaRPr lang="zh-CN" altLang="en-US" sz="1200"/>
          </a:p>
        </p:txBody>
      </p:sp>
    </p:spTree>
    <p:extLst>
      <p:ext uri="{BB962C8B-B14F-4D97-AF65-F5344CB8AC3E}">
        <p14:creationId xmlns:p14="http://schemas.microsoft.com/office/powerpoint/2010/main" val="325591855"/>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180</a:t>
            </a:fld>
            <a:endParaRPr lang="zh-CN" altLang="en-US" sz="1200"/>
          </a:p>
        </p:txBody>
      </p:sp>
    </p:spTree>
    <p:extLst>
      <p:ext uri="{BB962C8B-B14F-4D97-AF65-F5344CB8AC3E}">
        <p14:creationId xmlns:p14="http://schemas.microsoft.com/office/powerpoint/2010/main" val="3614628757"/>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181</a:t>
            </a:fld>
            <a:endParaRPr lang="zh-CN" altLang="en-US" sz="1200"/>
          </a:p>
        </p:txBody>
      </p:sp>
    </p:spTree>
    <p:extLst>
      <p:ext uri="{BB962C8B-B14F-4D97-AF65-F5344CB8AC3E}">
        <p14:creationId xmlns:p14="http://schemas.microsoft.com/office/powerpoint/2010/main" val="288506400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182</a:t>
            </a:fld>
            <a:endParaRPr lang="zh-CN" altLang="en-US" sz="1200"/>
          </a:p>
        </p:txBody>
      </p:sp>
    </p:spTree>
    <p:extLst>
      <p:ext uri="{BB962C8B-B14F-4D97-AF65-F5344CB8AC3E}">
        <p14:creationId xmlns:p14="http://schemas.microsoft.com/office/powerpoint/2010/main" val="3310019939"/>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183</a:t>
            </a:fld>
            <a:endParaRPr lang="zh-CN" altLang="en-US" sz="1200"/>
          </a:p>
        </p:txBody>
      </p:sp>
    </p:spTree>
    <p:extLst>
      <p:ext uri="{BB962C8B-B14F-4D97-AF65-F5344CB8AC3E}">
        <p14:creationId xmlns:p14="http://schemas.microsoft.com/office/powerpoint/2010/main" val="3564558404"/>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184</a:t>
            </a:fld>
            <a:endParaRPr lang="zh-CN" altLang="en-US" sz="1200"/>
          </a:p>
        </p:txBody>
      </p:sp>
    </p:spTree>
    <p:extLst>
      <p:ext uri="{BB962C8B-B14F-4D97-AF65-F5344CB8AC3E}">
        <p14:creationId xmlns:p14="http://schemas.microsoft.com/office/powerpoint/2010/main" val="1609928506"/>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dirty="0"/>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185</a:t>
            </a:fld>
            <a:endParaRPr lang="zh-CN" altLang="en-US" sz="1200"/>
          </a:p>
        </p:txBody>
      </p:sp>
    </p:spTree>
    <p:extLst>
      <p:ext uri="{BB962C8B-B14F-4D97-AF65-F5344CB8AC3E}">
        <p14:creationId xmlns:p14="http://schemas.microsoft.com/office/powerpoint/2010/main" val="46777687"/>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186</a:t>
            </a:fld>
            <a:endParaRPr lang="zh-CN" altLang="en-US" sz="1200"/>
          </a:p>
        </p:txBody>
      </p:sp>
    </p:spTree>
    <p:extLst>
      <p:ext uri="{BB962C8B-B14F-4D97-AF65-F5344CB8AC3E}">
        <p14:creationId xmlns:p14="http://schemas.microsoft.com/office/powerpoint/2010/main" val="3840499626"/>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187</a:t>
            </a:fld>
            <a:endParaRPr lang="zh-CN" altLang="en-US" sz="1200"/>
          </a:p>
        </p:txBody>
      </p:sp>
    </p:spTree>
    <p:extLst>
      <p:ext uri="{BB962C8B-B14F-4D97-AF65-F5344CB8AC3E}">
        <p14:creationId xmlns:p14="http://schemas.microsoft.com/office/powerpoint/2010/main" val="2699114455"/>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188</a:t>
            </a:fld>
            <a:endParaRPr lang="zh-CN" altLang="en-US" sz="1200"/>
          </a:p>
        </p:txBody>
      </p:sp>
    </p:spTree>
    <p:extLst>
      <p:ext uri="{BB962C8B-B14F-4D97-AF65-F5344CB8AC3E}">
        <p14:creationId xmlns:p14="http://schemas.microsoft.com/office/powerpoint/2010/main" val="1592912660"/>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189</a:t>
            </a:fld>
            <a:endParaRPr lang="zh-CN" altLang="en-US" sz="1200"/>
          </a:p>
        </p:txBody>
      </p:sp>
    </p:spTree>
    <p:extLst>
      <p:ext uri="{BB962C8B-B14F-4D97-AF65-F5344CB8AC3E}">
        <p14:creationId xmlns:p14="http://schemas.microsoft.com/office/powerpoint/2010/main" val="3095953708"/>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190</a:t>
            </a:fld>
            <a:endParaRPr lang="zh-CN" altLang="en-US" sz="1200"/>
          </a:p>
        </p:txBody>
      </p:sp>
    </p:spTree>
    <p:extLst>
      <p:ext uri="{BB962C8B-B14F-4D97-AF65-F5344CB8AC3E}">
        <p14:creationId xmlns:p14="http://schemas.microsoft.com/office/powerpoint/2010/main" val="4175963456"/>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191</a:t>
            </a:fld>
            <a:endParaRPr lang="zh-CN" altLang="en-US" sz="1200"/>
          </a:p>
        </p:txBody>
      </p:sp>
    </p:spTree>
    <p:extLst>
      <p:ext uri="{BB962C8B-B14F-4D97-AF65-F5344CB8AC3E}">
        <p14:creationId xmlns:p14="http://schemas.microsoft.com/office/powerpoint/2010/main" val="2622416868"/>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192</a:t>
            </a:fld>
            <a:endParaRPr lang="zh-CN" altLang="en-US" sz="1200"/>
          </a:p>
        </p:txBody>
      </p:sp>
    </p:spTree>
    <p:extLst>
      <p:ext uri="{BB962C8B-B14F-4D97-AF65-F5344CB8AC3E}">
        <p14:creationId xmlns:p14="http://schemas.microsoft.com/office/powerpoint/2010/main" val="195314092"/>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193</a:t>
            </a:fld>
            <a:endParaRPr lang="zh-CN" altLang="en-US" sz="1200"/>
          </a:p>
        </p:txBody>
      </p:sp>
    </p:spTree>
    <p:extLst>
      <p:ext uri="{BB962C8B-B14F-4D97-AF65-F5344CB8AC3E}">
        <p14:creationId xmlns:p14="http://schemas.microsoft.com/office/powerpoint/2010/main" val="231100926"/>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194</a:t>
            </a:fld>
            <a:endParaRPr lang="zh-CN" altLang="en-US" sz="1200"/>
          </a:p>
        </p:txBody>
      </p:sp>
    </p:spTree>
    <p:extLst>
      <p:ext uri="{BB962C8B-B14F-4D97-AF65-F5344CB8AC3E}">
        <p14:creationId xmlns:p14="http://schemas.microsoft.com/office/powerpoint/2010/main" val="1486053595"/>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195</a:t>
            </a:fld>
            <a:endParaRPr lang="zh-CN" altLang="en-US" sz="1200"/>
          </a:p>
        </p:txBody>
      </p:sp>
    </p:spTree>
    <p:extLst>
      <p:ext uri="{BB962C8B-B14F-4D97-AF65-F5344CB8AC3E}">
        <p14:creationId xmlns:p14="http://schemas.microsoft.com/office/powerpoint/2010/main" val="3443052162"/>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196</a:t>
            </a:fld>
            <a:endParaRPr lang="zh-CN" altLang="en-US" sz="1200"/>
          </a:p>
        </p:txBody>
      </p:sp>
    </p:spTree>
    <p:extLst>
      <p:ext uri="{BB962C8B-B14F-4D97-AF65-F5344CB8AC3E}">
        <p14:creationId xmlns:p14="http://schemas.microsoft.com/office/powerpoint/2010/main" val="735357960"/>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197</a:t>
            </a:fld>
            <a:endParaRPr lang="zh-CN" altLang="en-US" sz="1200"/>
          </a:p>
        </p:txBody>
      </p:sp>
    </p:spTree>
    <p:extLst>
      <p:ext uri="{BB962C8B-B14F-4D97-AF65-F5344CB8AC3E}">
        <p14:creationId xmlns:p14="http://schemas.microsoft.com/office/powerpoint/2010/main" val="1742437888"/>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198</a:t>
            </a:fld>
            <a:endParaRPr lang="zh-CN" altLang="en-US" sz="1200"/>
          </a:p>
        </p:txBody>
      </p:sp>
    </p:spTree>
    <p:extLst>
      <p:ext uri="{BB962C8B-B14F-4D97-AF65-F5344CB8AC3E}">
        <p14:creationId xmlns:p14="http://schemas.microsoft.com/office/powerpoint/2010/main" val="121441116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199</a:t>
            </a:fld>
            <a:endParaRPr lang="zh-CN" altLang="en-US" sz="1200"/>
          </a:p>
        </p:txBody>
      </p:sp>
    </p:spTree>
    <p:extLst>
      <p:ext uri="{BB962C8B-B14F-4D97-AF65-F5344CB8AC3E}">
        <p14:creationId xmlns:p14="http://schemas.microsoft.com/office/powerpoint/2010/main" val="786618662"/>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201</a:t>
            </a:fld>
            <a:endParaRPr lang="zh-CN" altLang="en-US" sz="1200"/>
          </a:p>
        </p:txBody>
      </p:sp>
    </p:spTree>
    <p:extLst>
      <p:ext uri="{BB962C8B-B14F-4D97-AF65-F5344CB8AC3E}">
        <p14:creationId xmlns:p14="http://schemas.microsoft.com/office/powerpoint/2010/main" val="95053654"/>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2023/12/20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965698434"/>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2023/12/20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758706307"/>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2023/12/20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3186275"/>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2023/12/20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918425265"/>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206</a:t>
            </a:fld>
            <a:endParaRPr lang="zh-CN" altLang="en-US" sz="1200"/>
          </a:p>
        </p:txBody>
      </p:sp>
    </p:spTree>
    <p:extLst>
      <p:ext uri="{BB962C8B-B14F-4D97-AF65-F5344CB8AC3E}">
        <p14:creationId xmlns:p14="http://schemas.microsoft.com/office/powerpoint/2010/main" val="2400362489"/>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207</a:t>
            </a:fld>
            <a:endParaRPr lang="zh-CN" altLang="en-US" sz="1200"/>
          </a:p>
        </p:txBody>
      </p:sp>
    </p:spTree>
    <p:extLst>
      <p:ext uri="{BB962C8B-B14F-4D97-AF65-F5344CB8AC3E}">
        <p14:creationId xmlns:p14="http://schemas.microsoft.com/office/powerpoint/2010/main" val="1300014604"/>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208</a:t>
            </a:fld>
            <a:endParaRPr lang="zh-CN" altLang="en-US" sz="1200"/>
          </a:p>
        </p:txBody>
      </p:sp>
    </p:spTree>
    <p:extLst>
      <p:ext uri="{BB962C8B-B14F-4D97-AF65-F5344CB8AC3E}">
        <p14:creationId xmlns:p14="http://schemas.microsoft.com/office/powerpoint/2010/main" val="1138852805"/>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2023/12/20</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209</a:t>
            </a:fld>
            <a:endParaRPr lang="zh-CN" altLang="en-US" sz="1200"/>
          </a:p>
        </p:txBody>
      </p:sp>
    </p:spTree>
    <p:extLst>
      <p:ext uri="{BB962C8B-B14F-4D97-AF65-F5344CB8AC3E}">
        <p14:creationId xmlns:p14="http://schemas.microsoft.com/office/powerpoint/2010/main" val="20434608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2023/12/20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21E9E4D-0BE1-4AAA-A57B-DA425863F4AF}" type="datetimeFigureOut">
              <a:rPr lang="zh-CN" altLang="en-US" smtClean="0"/>
              <a:t>2023/12/20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21E9E4D-0BE1-4AAA-A57B-DA425863F4AF}" type="datetimeFigureOut">
              <a:rPr lang="zh-CN" altLang="en-US" smtClean="0"/>
              <a:t>2023/12/20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21E9E4D-0BE1-4AAA-A57B-DA425863F4AF}" type="datetimeFigureOut">
              <a:rPr lang="zh-CN" altLang="en-US" smtClean="0"/>
              <a:t>2023/12/20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2023/12/20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2023/12/20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2023/12/20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3" name="直接连接符 2"/>
          <p:cNvCxnSpPr/>
          <p:nvPr userDrawn="1"/>
        </p:nvCxnSpPr>
        <p:spPr>
          <a:xfrm>
            <a:off x="515257" y="624114"/>
            <a:ext cx="3192647" cy="523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5436096" y="629351"/>
            <a:ext cx="3264655"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ll/>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
        <p:nvSpPr>
          <p:cNvPr id="7" name="矩形 6"/>
          <p:cNvSpPr/>
          <p:nvPr userDrawn="1"/>
        </p:nvSpPr>
        <p:spPr>
          <a:xfrm>
            <a:off x="0" y="1"/>
            <a:ext cx="9144000" cy="699542"/>
          </a:xfrm>
          <a:prstGeom prst="rect">
            <a:avLst/>
          </a:prstGeom>
          <a:solidFill>
            <a:srgbClr val="568D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9513" y="-20538"/>
            <a:ext cx="1704311" cy="720080"/>
          </a:xfrm>
          <a:prstGeom prst="rect">
            <a:avLst/>
          </a:prstGeom>
        </p:spPr>
      </p:pic>
    </p:spTree>
  </p:cSld>
  <p:clrMapOvr>
    <a:masterClrMapping/>
  </p:clrMapOvr>
  <p:transition spd="slow">
    <p:pull/>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740"/>
            <a:ext cx="8229600" cy="857250"/>
          </a:xfrm>
          <a:prstGeom prst="rect">
            <a:avLst/>
          </a:prstGeom>
        </p:spPr>
        <p:txBody>
          <a:bodyPr/>
          <a:lstStyle/>
          <a:p>
            <a:r>
              <a:rPr lang="zh-CN" altLang="en-US"/>
              <a:t>单击此处编辑母版标题样式</a:t>
            </a:r>
          </a:p>
        </p:txBody>
      </p:sp>
    </p:spTree>
  </p:cSld>
  <p:clrMapOvr>
    <a:masterClrMapping/>
  </p:clrMapOvr>
  <p:transition spd="slow">
    <p:pull/>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cSld name="1_标题幻灯片">
    <p:bg>
      <p:bgPr>
        <a:pattFill prst="ltUpDiag">
          <a:fgClr>
            <a:schemeClr val="accent6">
              <a:lumMod val="85000"/>
            </a:schemeClr>
          </a:fgClr>
          <a:bgClr>
            <a:schemeClr val="bg1"/>
          </a:bgClr>
        </a:pattFill>
        <a:effectLst/>
      </p:bgPr>
    </p:bg>
    <p:spTree>
      <p:nvGrpSpPr>
        <p:cNvPr id="1" name=""/>
        <p:cNvGrpSpPr/>
        <p:nvPr/>
      </p:nvGrpSpPr>
      <p:grpSpPr>
        <a:xfrm>
          <a:off x="0" y="0"/>
          <a:ext cx="0" cy="0"/>
          <a:chOff x="0" y="0"/>
          <a:chExt cx="0" cy="0"/>
        </a:xfrm>
      </p:grpSpPr>
    </p:spTree>
  </p:cSld>
  <p:clrMapOvr>
    <a:masterClrMapping/>
  </p:clrMapOvr>
  <p:transition spd="slow">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421E9E4D-0BE1-4AAA-A57B-DA425863F4AF}" type="datetimeFigureOut">
              <a:rPr lang="zh-CN" altLang="en-US" smtClean="0"/>
              <a:t>2023/12/20</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9" r:id="rId15"/>
  </p:sldLayoutIdLst>
  <p:transition spd="slow">
    <p:pull/>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8" Type="http://schemas.openxmlformats.org/officeDocument/2006/relationships/image" Target="../media/image17.emf"/><Relationship Id="rId13" Type="http://schemas.openxmlformats.org/officeDocument/2006/relationships/oleObject" Target="../embeddings/oleObject4.bin"/><Relationship Id="rId18" Type="http://schemas.openxmlformats.org/officeDocument/2006/relationships/image" Target="../media/image22.emf"/><Relationship Id="rId26" Type="http://schemas.openxmlformats.org/officeDocument/2006/relationships/image" Target="../media/image26.emf"/><Relationship Id="rId3" Type="http://schemas.openxmlformats.org/officeDocument/2006/relationships/image" Target="../media/image13.emf"/><Relationship Id="rId21" Type="http://schemas.openxmlformats.org/officeDocument/2006/relationships/oleObject" Target="../embeddings/oleObject8.bin"/><Relationship Id="rId7" Type="http://schemas.openxmlformats.org/officeDocument/2006/relationships/oleObject" Target="../embeddings/oleObject1.bin"/><Relationship Id="rId12" Type="http://schemas.openxmlformats.org/officeDocument/2006/relationships/image" Target="../media/image19.emf"/><Relationship Id="rId17" Type="http://schemas.openxmlformats.org/officeDocument/2006/relationships/oleObject" Target="../embeddings/oleObject6.bin"/><Relationship Id="rId25" Type="http://schemas.openxmlformats.org/officeDocument/2006/relationships/oleObject" Target="../embeddings/oleObject10.bin"/><Relationship Id="rId2" Type="http://schemas.openxmlformats.org/officeDocument/2006/relationships/notesSlide" Target="../notesSlides/notesSlide48.xml"/><Relationship Id="rId16" Type="http://schemas.openxmlformats.org/officeDocument/2006/relationships/image" Target="../media/image21.emf"/><Relationship Id="rId20" Type="http://schemas.openxmlformats.org/officeDocument/2006/relationships/image" Target="../media/image23.emf"/><Relationship Id="rId29" Type="http://schemas.openxmlformats.org/officeDocument/2006/relationships/oleObject" Target="../embeddings/oleObject12.bin"/><Relationship Id="rId1" Type="http://schemas.openxmlformats.org/officeDocument/2006/relationships/slideLayout" Target="../slideLayouts/slideLayout7.xml"/><Relationship Id="rId6" Type="http://schemas.openxmlformats.org/officeDocument/2006/relationships/image" Target="../media/image16.emf"/><Relationship Id="rId11" Type="http://schemas.openxmlformats.org/officeDocument/2006/relationships/oleObject" Target="../embeddings/oleObject3.bin"/><Relationship Id="rId24" Type="http://schemas.openxmlformats.org/officeDocument/2006/relationships/image" Target="../media/image25.emf"/><Relationship Id="rId5" Type="http://schemas.openxmlformats.org/officeDocument/2006/relationships/image" Target="../media/image15.emf"/><Relationship Id="rId15" Type="http://schemas.openxmlformats.org/officeDocument/2006/relationships/oleObject" Target="../embeddings/oleObject5.bin"/><Relationship Id="rId23" Type="http://schemas.openxmlformats.org/officeDocument/2006/relationships/oleObject" Target="../embeddings/oleObject9.bin"/><Relationship Id="rId28" Type="http://schemas.openxmlformats.org/officeDocument/2006/relationships/image" Target="../media/image27.emf"/><Relationship Id="rId10" Type="http://schemas.openxmlformats.org/officeDocument/2006/relationships/image" Target="../media/image18.emf"/><Relationship Id="rId19" Type="http://schemas.openxmlformats.org/officeDocument/2006/relationships/oleObject" Target="../embeddings/oleObject7.bin"/><Relationship Id="rId4" Type="http://schemas.openxmlformats.org/officeDocument/2006/relationships/image" Target="../media/image14.emf"/><Relationship Id="rId9" Type="http://schemas.openxmlformats.org/officeDocument/2006/relationships/oleObject" Target="../embeddings/oleObject2.bin"/><Relationship Id="rId14" Type="http://schemas.openxmlformats.org/officeDocument/2006/relationships/image" Target="../media/image20.emf"/><Relationship Id="rId22" Type="http://schemas.openxmlformats.org/officeDocument/2006/relationships/image" Target="../media/image24.emf"/><Relationship Id="rId27" Type="http://schemas.openxmlformats.org/officeDocument/2006/relationships/oleObject" Target="../embeddings/oleObject11.bin"/><Relationship Id="rId30" Type="http://schemas.openxmlformats.org/officeDocument/2006/relationships/image" Target="../media/image28.emf"/></Relationships>
</file>

<file path=ppt/slides/_rels/slide50.xml.rels><?xml version="1.0" encoding="UTF-8" standalone="yes"?>
<Relationships xmlns="http://schemas.openxmlformats.org/package/2006/relationships"><Relationship Id="rId8" Type="http://schemas.openxmlformats.org/officeDocument/2006/relationships/image" Target="../media/image31.emf"/><Relationship Id="rId13" Type="http://schemas.openxmlformats.org/officeDocument/2006/relationships/oleObject" Target="../embeddings/oleObject18.bin"/><Relationship Id="rId18" Type="http://schemas.openxmlformats.org/officeDocument/2006/relationships/image" Target="../media/image36.emf"/><Relationship Id="rId26" Type="http://schemas.openxmlformats.org/officeDocument/2006/relationships/image" Target="../media/image40.emf"/><Relationship Id="rId3" Type="http://schemas.openxmlformats.org/officeDocument/2006/relationships/oleObject" Target="../embeddings/oleObject13.bin"/><Relationship Id="rId21" Type="http://schemas.openxmlformats.org/officeDocument/2006/relationships/oleObject" Target="../embeddings/oleObject22.bin"/><Relationship Id="rId7" Type="http://schemas.openxmlformats.org/officeDocument/2006/relationships/oleObject" Target="../embeddings/oleObject15.bin"/><Relationship Id="rId12" Type="http://schemas.openxmlformats.org/officeDocument/2006/relationships/image" Target="../media/image33.emf"/><Relationship Id="rId17" Type="http://schemas.openxmlformats.org/officeDocument/2006/relationships/oleObject" Target="../embeddings/oleObject20.bin"/><Relationship Id="rId25" Type="http://schemas.openxmlformats.org/officeDocument/2006/relationships/oleObject" Target="../embeddings/oleObject24.bin"/><Relationship Id="rId2" Type="http://schemas.openxmlformats.org/officeDocument/2006/relationships/notesSlide" Target="../notesSlides/notesSlide49.xml"/><Relationship Id="rId16" Type="http://schemas.openxmlformats.org/officeDocument/2006/relationships/image" Target="../media/image35.emf"/><Relationship Id="rId20" Type="http://schemas.openxmlformats.org/officeDocument/2006/relationships/image" Target="../media/image37.emf"/><Relationship Id="rId1" Type="http://schemas.openxmlformats.org/officeDocument/2006/relationships/slideLayout" Target="../slideLayouts/slideLayout7.xml"/><Relationship Id="rId6" Type="http://schemas.openxmlformats.org/officeDocument/2006/relationships/image" Target="../media/image30.emf"/><Relationship Id="rId11" Type="http://schemas.openxmlformats.org/officeDocument/2006/relationships/oleObject" Target="../embeddings/oleObject17.bin"/><Relationship Id="rId24" Type="http://schemas.openxmlformats.org/officeDocument/2006/relationships/image" Target="../media/image39.emf"/><Relationship Id="rId5" Type="http://schemas.openxmlformats.org/officeDocument/2006/relationships/oleObject" Target="../embeddings/oleObject14.bin"/><Relationship Id="rId15" Type="http://schemas.openxmlformats.org/officeDocument/2006/relationships/oleObject" Target="../embeddings/oleObject19.bin"/><Relationship Id="rId23" Type="http://schemas.openxmlformats.org/officeDocument/2006/relationships/oleObject" Target="../embeddings/oleObject23.bin"/><Relationship Id="rId10" Type="http://schemas.openxmlformats.org/officeDocument/2006/relationships/image" Target="../media/image32.emf"/><Relationship Id="rId19" Type="http://schemas.openxmlformats.org/officeDocument/2006/relationships/oleObject" Target="../embeddings/oleObject21.bin"/><Relationship Id="rId4" Type="http://schemas.openxmlformats.org/officeDocument/2006/relationships/image" Target="../media/image29.emf"/><Relationship Id="rId9" Type="http://schemas.openxmlformats.org/officeDocument/2006/relationships/oleObject" Target="../embeddings/oleObject16.bin"/><Relationship Id="rId14" Type="http://schemas.openxmlformats.org/officeDocument/2006/relationships/image" Target="../media/image34.emf"/><Relationship Id="rId22" Type="http://schemas.openxmlformats.org/officeDocument/2006/relationships/image" Target="../media/image38.emf"/></Relationships>
</file>

<file path=ppt/slides/_rels/slide51.xml.rels><?xml version="1.0" encoding="UTF-8" standalone="yes"?>
<Relationships xmlns="http://schemas.openxmlformats.org/package/2006/relationships"><Relationship Id="rId8" Type="http://schemas.openxmlformats.org/officeDocument/2006/relationships/image" Target="../media/image45.emf"/><Relationship Id="rId13" Type="http://schemas.openxmlformats.org/officeDocument/2006/relationships/image" Target="../media/image50.emf"/><Relationship Id="rId3" Type="http://schemas.openxmlformats.org/officeDocument/2006/relationships/image" Target="../media/image41.emf"/><Relationship Id="rId7" Type="http://schemas.openxmlformats.org/officeDocument/2006/relationships/image" Target="../media/image44.emf"/><Relationship Id="rId12" Type="http://schemas.openxmlformats.org/officeDocument/2006/relationships/image" Target="../media/image49.emf"/><Relationship Id="rId2" Type="http://schemas.openxmlformats.org/officeDocument/2006/relationships/notesSlide" Target="../notesSlides/notesSlide50.xml"/><Relationship Id="rId1" Type="http://schemas.openxmlformats.org/officeDocument/2006/relationships/slideLayout" Target="../slideLayouts/slideLayout7.xml"/><Relationship Id="rId6" Type="http://schemas.openxmlformats.org/officeDocument/2006/relationships/oleObject" Target="../embeddings/oleObject25.bin"/><Relationship Id="rId11" Type="http://schemas.openxmlformats.org/officeDocument/2006/relationships/image" Target="../media/image48.emf"/><Relationship Id="rId5" Type="http://schemas.openxmlformats.org/officeDocument/2006/relationships/image" Target="../media/image43.emf"/><Relationship Id="rId15" Type="http://schemas.openxmlformats.org/officeDocument/2006/relationships/image" Target="../media/image51.emf"/><Relationship Id="rId10" Type="http://schemas.openxmlformats.org/officeDocument/2006/relationships/image" Target="../media/image47.emf"/><Relationship Id="rId4" Type="http://schemas.openxmlformats.org/officeDocument/2006/relationships/image" Target="../media/image42.emf"/><Relationship Id="rId9" Type="http://schemas.openxmlformats.org/officeDocument/2006/relationships/image" Target="../media/image46.emf"/><Relationship Id="rId14" Type="http://schemas.openxmlformats.org/officeDocument/2006/relationships/oleObject" Target="../embeddings/oleObject26.bin"/></Relationships>
</file>

<file path=ppt/slides/_rels/slide5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52.emf"/><Relationship Id="rId7" Type="http://schemas.openxmlformats.org/officeDocument/2006/relationships/image" Target="../media/image56.emf"/><Relationship Id="rId2" Type="http://schemas.openxmlformats.org/officeDocument/2006/relationships/notesSlide" Target="../notesSlides/notesSlide54.xml"/><Relationship Id="rId1" Type="http://schemas.openxmlformats.org/officeDocument/2006/relationships/slideLayout" Target="../slideLayouts/slideLayout7.xml"/><Relationship Id="rId6" Type="http://schemas.openxmlformats.org/officeDocument/2006/relationships/image" Target="../media/image55.emf"/><Relationship Id="rId5" Type="http://schemas.openxmlformats.org/officeDocument/2006/relationships/image" Target="../media/image54.emf"/><Relationship Id="rId4" Type="http://schemas.openxmlformats.org/officeDocument/2006/relationships/image" Target="../media/image53.emf"/></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8" Type="http://schemas.openxmlformats.org/officeDocument/2006/relationships/image" Target="../media/image65.emf"/><Relationship Id="rId3" Type="http://schemas.openxmlformats.org/officeDocument/2006/relationships/image" Target="../media/image60.emf"/><Relationship Id="rId7" Type="http://schemas.openxmlformats.org/officeDocument/2006/relationships/image" Target="../media/image64.emf"/><Relationship Id="rId2" Type="http://schemas.openxmlformats.org/officeDocument/2006/relationships/notesSlide" Target="../notesSlides/notesSlide59.xml"/><Relationship Id="rId1" Type="http://schemas.openxmlformats.org/officeDocument/2006/relationships/slideLayout" Target="../slideLayouts/slideLayout7.xml"/><Relationship Id="rId6" Type="http://schemas.openxmlformats.org/officeDocument/2006/relationships/image" Target="../media/image63.emf"/><Relationship Id="rId5" Type="http://schemas.openxmlformats.org/officeDocument/2006/relationships/image" Target="../media/image62.emf"/><Relationship Id="rId4" Type="http://schemas.openxmlformats.org/officeDocument/2006/relationships/image" Target="../media/image61.emf"/></Relationships>
</file>

<file path=ppt/slides/_rels/slide6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0.xml"/><Relationship Id="rId1" Type="http://schemas.openxmlformats.org/officeDocument/2006/relationships/slideLayout" Target="../slideLayouts/slideLayout7.xml"/><Relationship Id="rId5" Type="http://schemas.openxmlformats.org/officeDocument/2006/relationships/image" Target="../media/image65.emf"/><Relationship Id="rId4" Type="http://schemas.openxmlformats.org/officeDocument/2006/relationships/image" Target="../media/image67.png"/></Relationships>
</file>

<file path=ppt/slides/_rels/slide62.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image" Target="../media/image66.jpg"/><Relationship Id="rId1" Type="http://schemas.openxmlformats.org/officeDocument/2006/relationships/slideLayout" Target="../slideLayouts/slideLayout7.xml"/><Relationship Id="rId4" Type="http://schemas.openxmlformats.org/officeDocument/2006/relationships/image" Target="../media/image68.gif"/></Relationships>
</file>

<file path=ppt/slides/_rels/slide63.xml.rels><?xml version="1.0" encoding="UTF-8" standalone="yes"?>
<Relationships xmlns="http://schemas.openxmlformats.org/package/2006/relationships"><Relationship Id="rId3" Type="http://schemas.openxmlformats.org/officeDocument/2006/relationships/hyperlink" Target="https://blog.csdn.net/weixin_38278993/article/details/100556051" TargetMode="External"/><Relationship Id="rId2" Type="http://schemas.openxmlformats.org/officeDocument/2006/relationships/hyperlink" Target="https://www.zhihu.com/question/37031188" TargetMode="Externa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notesSlide" Target="../notesSlides/notesSlide61.xml"/><Relationship Id="rId1" Type="http://schemas.openxmlformats.org/officeDocument/2006/relationships/slideLayout" Target="../slideLayouts/slideLayout7.xml"/><Relationship Id="rId4" Type="http://schemas.openxmlformats.org/officeDocument/2006/relationships/image" Target="../media/image70.emf"/></Relationships>
</file>

<file path=ppt/slides/_rels/slide65.xml.rels><?xml version="1.0" encoding="UTF-8" standalone="yes"?>
<Relationships xmlns="http://schemas.openxmlformats.org/package/2006/relationships"><Relationship Id="rId3" Type="http://schemas.openxmlformats.org/officeDocument/2006/relationships/image" Target="../media/image71.emf"/><Relationship Id="rId2" Type="http://schemas.openxmlformats.org/officeDocument/2006/relationships/notesSlide" Target="../notesSlides/notesSlide62.xml"/><Relationship Id="rId1" Type="http://schemas.openxmlformats.org/officeDocument/2006/relationships/slideLayout" Target="../slideLayouts/slideLayout7.xml"/><Relationship Id="rId5" Type="http://schemas.openxmlformats.org/officeDocument/2006/relationships/image" Target="../media/image73.emf"/><Relationship Id="rId4" Type="http://schemas.openxmlformats.org/officeDocument/2006/relationships/image" Target="../media/image72.emf"/></Relationships>
</file>

<file path=ppt/slides/_rels/slide6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66.xml"/><Relationship Id="rId1" Type="http://schemas.openxmlformats.org/officeDocument/2006/relationships/slideLayout" Target="../slideLayouts/slideLayout7.xml"/><Relationship Id="rId4" Type="http://schemas.openxmlformats.org/officeDocument/2006/relationships/image" Target="../media/image75.png"/></Relationships>
</file>

<file path=ppt/slides/_rels/slide70.xml.rels><?xml version="1.0" encoding="UTF-8" standalone="yes"?>
<Relationships xmlns="http://schemas.openxmlformats.org/package/2006/relationships"><Relationship Id="rId3" Type="http://schemas.openxmlformats.org/officeDocument/2006/relationships/image" Target="../media/image800.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notesSlide" Target="../notesSlides/notesSlide79.xml"/><Relationship Id="rId1" Type="http://schemas.openxmlformats.org/officeDocument/2006/relationships/slideLayout" Target="../slideLayouts/slideLayout7.xml"/><Relationship Id="rId4" Type="http://schemas.openxmlformats.org/officeDocument/2006/relationships/image" Target="../media/image79.emf"/></Relationships>
</file>

<file path=ppt/slides/_rels/slide8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860.pn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81.emf"/><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82.emf"/><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84.emf"/><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85.emf"/><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notesSlide" Target="../notesSlides/notesSlide95.xml"/><Relationship Id="rId1" Type="http://schemas.openxmlformats.org/officeDocument/2006/relationships/slideLayout" Target="../slideLayouts/slideLayout7.xml"/><Relationship Id="rId5" Type="http://schemas.openxmlformats.org/officeDocument/2006/relationships/image" Target="../media/image79.emf"/><Relationship Id="rId4" Type="http://schemas.openxmlformats.org/officeDocument/2006/relationships/oleObject" Target="../embeddings/oleObject28.bin"/></Relationships>
</file>

<file path=ppt/slides/_rels/slide100.x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notesSlide" Target="../notesSlides/notesSlide96.xml"/><Relationship Id="rId1" Type="http://schemas.openxmlformats.org/officeDocument/2006/relationships/slideLayout" Target="../slideLayouts/slideLayout7.xml"/><Relationship Id="rId4" Type="http://schemas.openxmlformats.org/officeDocument/2006/relationships/image" Target="../media/image88.png"/></Relationships>
</file>

<file path=ppt/slides/_rels/slide101.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image" Target="../media/image90.emf"/><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92.emf"/><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notesSlide" Target="../notesSlides/notesSlide110.xml"/><Relationship Id="rId1" Type="http://schemas.openxmlformats.org/officeDocument/2006/relationships/slideLayout" Target="../slideLayouts/slideLayout7.xml"/><Relationship Id="rId4" Type="http://schemas.openxmlformats.org/officeDocument/2006/relationships/image" Target="../media/image93.emf"/></Relationships>
</file>

<file path=ppt/slides/_rels/slide115.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notesSlide" Target="../notesSlides/notesSlide111.xml"/><Relationship Id="rId1" Type="http://schemas.openxmlformats.org/officeDocument/2006/relationships/slideLayout" Target="../slideLayouts/slideLayout7.xml"/><Relationship Id="rId4" Type="http://schemas.openxmlformats.org/officeDocument/2006/relationships/image" Target="../media/image94.emf"/></Relationships>
</file>

<file path=ppt/slides/_rels/slide11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112.xml"/><Relationship Id="rId1" Type="http://schemas.openxmlformats.org/officeDocument/2006/relationships/slideLayout" Target="../slideLayouts/slideLayout7.xml"/><Relationship Id="rId4" Type="http://schemas.openxmlformats.org/officeDocument/2006/relationships/image" Target="../media/image95.png"/></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3" Type="http://schemas.openxmlformats.org/officeDocument/2006/relationships/image" Target="../media/image96.emf"/><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notesSlide" Target="../notesSlides/notesSlide123.xml"/><Relationship Id="rId1" Type="http://schemas.openxmlformats.org/officeDocument/2006/relationships/slideLayout" Target="../slideLayouts/slideLayout7.xml"/><Relationship Id="rId4" Type="http://schemas.openxmlformats.org/officeDocument/2006/relationships/image" Target="../media/image97.emf"/></Relationships>
</file>

<file path=ppt/slides/_rels/slide12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3" Type="http://schemas.openxmlformats.org/officeDocument/2006/relationships/image" Target="../media/image99.emf"/><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3" Type="http://schemas.openxmlformats.org/officeDocument/2006/relationships/image" Target="../media/image100.emf"/><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3" Type="http://schemas.openxmlformats.org/officeDocument/2006/relationships/image" Target="../media/image101.emf"/><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3" Type="http://schemas.openxmlformats.org/officeDocument/2006/relationships/image" Target="../media/image102.emf"/><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3" Type="http://schemas.openxmlformats.org/officeDocument/2006/relationships/image" Target="../media/image103.emf"/><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3" Type="http://schemas.openxmlformats.org/officeDocument/2006/relationships/image" Target="../media/image105.emf"/><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3" Type="http://schemas.openxmlformats.org/officeDocument/2006/relationships/image" Target="../media/image106.emf"/><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3" Type="http://schemas.openxmlformats.org/officeDocument/2006/relationships/image" Target="../media/image107.emf"/><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3" Type="http://schemas.openxmlformats.org/officeDocument/2006/relationships/image" Target="../media/image108.emf"/><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3" Type="http://schemas.openxmlformats.org/officeDocument/2006/relationships/image" Target="../media/image109.emf"/><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50.xml"/><Relationship Id="rId1" Type="http://schemas.openxmlformats.org/officeDocument/2006/relationships/slideLayout" Target="../slideLayouts/slideLayout2.xml"/><Relationship Id="rId4" Type="http://schemas.openxmlformats.org/officeDocument/2006/relationships/image" Target="../media/image111.png"/></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3" Type="http://schemas.openxmlformats.org/officeDocument/2006/relationships/image" Target="../media/image114.emf"/><Relationship Id="rId2" Type="http://schemas.openxmlformats.org/officeDocument/2006/relationships/notesSlide" Target="../notesSlides/notesSlide164.xml"/><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3" Type="http://schemas.openxmlformats.org/officeDocument/2006/relationships/image" Target="../media/image115.emf"/><Relationship Id="rId2" Type="http://schemas.openxmlformats.org/officeDocument/2006/relationships/notesSlide" Target="../notesSlides/notesSlide173.xml"/><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76.xml"/><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3" Type="http://schemas.openxmlformats.org/officeDocument/2006/relationships/image" Target="../media/image117.emf"/><Relationship Id="rId2" Type="http://schemas.openxmlformats.org/officeDocument/2006/relationships/notesSlide" Target="../notesSlides/notesSlide177.xml"/><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78.xml"/><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3" Type="http://schemas.openxmlformats.org/officeDocument/2006/relationships/image" Target="../media/image1190.png"/><Relationship Id="rId2" Type="http://schemas.openxmlformats.org/officeDocument/2006/relationships/notesSlide" Target="../notesSlides/notesSlide180.xml"/><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3" Type="http://schemas.openxmlformats.org/officeDocument/2006/relationships/image" Target="../media/image1160.png"/><Relationship Id="rId2" Type="http://schemas.openxmlformats.org/officeDocument/2006/relationships/notesSlide" Target="../notesSlides/notesSlide181.xml"/><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86.xml"/><Relationship Id="rId1" Type="http://schemas.openxmlformats.org/officeDocument/2006/relationships/slideLayout" Target="../slideLayouts/slideLayout7.xml"/><Relationship Id="rId4" Type="http://schemas.openxmlformats.org/officeDocument/2006/relationships/image" Target="../media/image119.jpeg"/></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197.xml"/><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198.xml"/><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199.xml"/><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200.xml"/><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202.xml"/><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28"/>
          <p:cNvSpPr txBox="1"/>
          <p:nvPr/>
        </p:nvSpPr>
        <p:spPr>
          <a:xfrm>
            <a:off x="3676932" y="1177303"/>
            <a:ext cx="1699504" cy="577081"/>
          </a:xfrm>
          <a:prstGeom prst="rect">
            <a:avLst/>
          </a:prstGeom>
          <a:noFill/>
        </p:spPr>
        <p:txBody>
          <a:bodyPr wrap="none" rtlCol="0">
            <a:spAutoFit/>
          </a:bodyPr>
          <a:lstStyle/>
          <a:p>
            <a:pPr algn="ctr"/>
            <a:r>
              <a:rPr lang="zh-CN" altLang="en-US" b="1" dirty="0">
                <a:solidFill>
                  <a:srgbClr val="414455"/>
                </a:solidFill>
                <a:latin typeface="微软雅黑" panose="020B0503020204020204" pitchFamily="34" charset="-122"/>
                <a:ea typeface="微软雅黑" panose="020B0503020204020204" pitchFamily="34" charset="-122"/>
              </a:rPr>
              <a:t>河南大学</a:t>
            </a:r>
            <a:endParaRPr lang="en-US" altLang="zh-CN" b="1" dirty="0">
              <a:solidFill>
                <a:srgbClr val="414455"/>
              </a:solidFill>
              <a:latin typeface="微软雅黑" panose="020B0503020204020204" pitchFamily="34" charset="-122"/>
              <a:ea typeface="微软雅黑" panose="020B0503020204020204" pitchFamily="34" charset="-122"/>
            </a:endParaRPr>
          </a:p>
          <a:p>
            <a:pPr algn="ctr"/>
            <a:r>
              <a:rPr lang="zh-CN" altLang="en-US" sz="1350" b="1" dirty="0">
                <a:solidFill>
                  <a:srgbClr val="414455"/>
                </a:solidFill>
                <a:latin typeface="微软雅黑" panose="020B0503020204020204" pitchFamily="34" charset="-122"/>
                <a:ea typeface="微软雅黑" panose="020B0503020204020204" pitchFamily="34" charset="-122"/>
              </a:rPr>
              <a:t>软件学院  软件工程</a:t>
            </a:r>
            <a:endParaRPr lang="en-US" altLang="zh-CN" sz="1350" b="1" dirty="0">
              <a:solidFill>
                <a:srgbClr val="414455"/>
              </a:solidFill>
              <a:latin typeface="微软雅黑" panose="020B0503020204020204" pitchFamily="34" charset="-122"/>
              <a:ea typeface="微软雅黑" panose="020B0503020204020204" pitchFamily="34" charset="-122"/>
            </a:endParaRPr>
          </a:p>
        </p:txBody>
      </p:sp>
      <p:sp>
        <p:nvSpPr>
          <p:cNvPr id="9" name="矩形 8"/>
          <p:cNvSpPr/>
          <p:nvPr/>
        </p:nvSpPr>
        <p:spPr>
          <a:xfrm>
            <a:off x="-7620" y="2194560"/>
            <a:ext cx="9157335" cy="294894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TextBox 7"/>
          <p:cNvSpPr>
            <a:spLocks noChangeArrowheads="1"/>
          </p:cNvSpPr>
          <p:nvPr/>
        </p:nvSpPr>
        <p:spPr bwMode="auto">
          <a:xfrm>
            <a:off x="2277880" y="2415224"/>
            <a:ext cx="446793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zh-CN" altLang="en-US" sz="3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工程经济学 第三章</a:t>
            </a:r>
          </a:p>
        </p:txBody>
      </p:sp>
      <p:cxnSp>
        <p:nvCxnSpPr>
          <p:cNvPr id="11" name="直接连接符 10"/>
          <p:cNvCxnSpPr/>
          <p:nvPr/>
        </p:nvCxnSpPr>
        <p:spPr>
          <a:xfrm>
            <a:off x="2682282" y="2973656"/>
            <a:ext cx="3731256" cy="0"/>
          </a:xfrm>
          <a:prstGeom prst="line">
            <a:avLst/>
          </a:prstGeom>
          <a:ln w="19050">
            <a:solidFill>
              <a:schemeClr val="bg1"/>
            </a:solidFill>
            <a:prstDash val="sysDash"/>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3006233" y="3428961"/>
            <a:ext cx="502789" cy="453321"/>
            <a:chOff x="5424755" y="1340768"/>
            <a:chExt cx="670560" cy="604586"/>
          </a:xfrm>
        </p:grpSpPr>
        <p:grpSp>
          <p:nvGrpSpPr>
            <p:cNvPr id="16" name="组合 15"/>
            <p:cNvGrpSpPr/>
            <p:nvPr/>
          </p:nvGrpSpPr>
          <p:grpSpPr>
            <a:xfrm>
              <a:off x="5424755" y="1340768"/>
              <a:ext cx="670560" cy="604586"/>
              <a:chOff x="3720691" y="2824413"/>
              <a:chExt cx="1341120" cy="1209172"/>
            </a:xfrm>
          </p:grpSpPr>
          <p:sp>
            <p:nvSpPr>
              <p:cNvPr id="17"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18"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19"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20" name="Freeform 126"/>
          <p:cNvSpPr>
            <a:spLocks noChangeAspect="1" noEditPoints="1"/>
          </p:cNvSpPr>
          <p:nvPr/>
        </p:nvSpPr>
        <p:spPr bwMode="auto">
          <a:xfrm>
            <a:off x="3156085" y="3534947"/>
            <a:ext cx="200874" cy="251355"/>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latin typeface="Arial" panose="020B0604020202020204" pitchFamily="34" charset="0"/>
              <a:cs typeface="Arial" panose="020B0604020202020204" pitchFamily="34" charset="0"/>
            </a:endParaRPr>
          </a:p>
        </p:txBody>
      </p:sp>
      <p:grpSp>
        <p:nvGrpSpPr>
          <p:cNvPr id="21" name="组合 20"/>
          <p:cNvGrpSpPr/>
          <p:nvPr/>
        </p:nvGrpSpPr>
        <p:grpSpPr>
          <a:xfrm>
            <a:off x="3663929" y="3416377"/>
            <a:ext cx="502789" cy="453321"/>
            <a:chOff x="5424755" y="1340768"/>
            <a:chExt cx="670560" cy="604586"/>
          </a:xfrm>
        </p:grpSpPr>
        <p:grpSp>
          <p:nvGrpSpPr>
            <p:cNvPr id="22" name="组合 21"/>
            <p:cNvGrpSpPr/>
            <p:nvPr/>
          </p:nvGrpSpPr>
          <p:grpSpPr>
            <a:xfrm>
              <a:off x="5424755" y="1340768"/>
              <a:ext cx="670560" cy="604586"/>
              <a:chOff x="3720691" y="2824413"/>
              <a:chExt cx="1341120" cy="1209172"/>
            </a:xfrm>
          </p:grpSpPr>
          <p:sp>
            <p:nvSpPr>
              <p:cNvPr id="36"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37"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38"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39" name="Freeform 261"/>
          <p:cNvSpPr/>
          <p:nvPr/>
        </p:nvSpPr>
        <p:spPr bwMode="auto">
          <a:xfrm>
            <a:off x="3792046" y="3545061"/>
            <a:ext cx="244343" cy="244343"/>
          </a:xfrm>
          <a:custGeom>
            <a:avLst/>
            <a:gdLst>
              <a:gd name="T0" fmla="*/ 84 w 86"/>
              <a:gd name="T1" fmla="*/ 13 h 86"/>
              <a:gd name="T2" fmla="*/ 74 w 86"/>
              <a:gd name="T3" fmla="*/ 1 h 86"/>
              <a:gd name="T4" fmla="*/ 72 w 86"/>
              <a:gd name="T5" fmla="*/ 1 h 86"/>
              <a:gd name="T6" fmla="*/ 71 w 86"/>
              <a:gd name="T7" fmla="*/ 1 h 86"/>
              <a:gd name="T8" fmla="*/ 69 w 86"/>
              <a:gd name="T9" fmla="*/ 4 h 86"/>
              <a:gd name="T10" fmla="*/ 69 w 86"/>
              <a:gd name="T11" fmla="*/ 10 h 86"/>
              <a:gd name="T12" fmla="*/ 59 w 86"/>
              <a:gd name="T13" fmla="*/ 10 h 86"/>
              <a:gd name="T14" fmla="*/ 59 w 86"/>
              <a:gd name="T15" fmla="*/ 1 h 86"/>
              <a:gd name="T16" fmla="*/ 58 w 86"/>
              <a:gd name="T17" fmla="*/ 0 h 86"/>
              <a:gd name="T18" fmla="*/ 46 w 86"/>
              <a:gd name="T19" fmla="*/ 0 h 86"/>
              <a:gd name="T20" fmla="*/ 45 w 86"/>
              <a:gd name="T21" fmla="*/ 1 h 86"/>
              <a:gd name="T22" fmla="*/ 45 w 86"/>
              <a:gd name="T23" fmla="*/ 10 h 86"/>
              <a:gd name="T24" fmla="*/ 44 w 86"/>
              <a:gd name="T25" fmla="*/ 13 h 86"/>
              <a:gd name="T26" fmla="*/ 44 w 86"/>
              <a:gd name="T27" fmla="*/ 21 h 86"/>
              <a:gd name="T28" fmla="*/ 45 w 86"/>
              <a:gd name="T29" fmla="*/ 24 h 86"/>
              <a:gd name="T30" fmla="*/ 45 w 86"/>
              <a:gd name="T31" fmla="*/ 27 h 86"/>
              <a:gd name="T32" fmla="*/ 37 w 86"/>
              <a:gd name="T33" fmla="*/ 27 h 86"/>
              <a:gd name="T34" fmla="*/ 37 w 86"/>
              <a:gd name="T35" fmla="*/ 21 h 86"/>
              <a:gd name="T36" fmla="*/ 34 w 86"/>
              <a:gd name="T37" fmla="*/ 18 h 86"/>
              <a:gd name="T38" fmla="*/ 32 w 86"/>
              <a:gd name="T39" fmla="*/ 18 h 86"/>
              <a:gd name="T40" fmla="*/ 29 w 86"/>
              <a:gd name="T41" fmla="*/ 18 h 86"/>
              <a:gd name="T42" fmla="*/ 3 w 86"/>
              <a:gd name="T43" fmla="*/ 30 h 86"/>
              <a:gd name="T44" fmla="*/ 0 w 86"/>
              <a:gd name="T45" fmla="*/ 34 h 86"/>
              <a:gd name="T46" fmla="*/ 3 w 86"/>
              <a:gd name="T47" fmla="*/ 38 h 86"/>
              <a:gd name="T48" fmla="*/ 29 w 86"/>
              <a:gd name="T49" fmla="*/ 50 h 86"/>
              <a:gd name="T50" fmla="*/ 31 w 86"/>
              <a:gd name="T51" fmla="*/ 51 h 86"/>
              <a:gd name="T52" fmla="*/ 34 w 86"/>
              <a:gd name="T53" fmla="*/ 50 h 86"/>
              <a:gd name="T54" fmla="*/ 37 w 86"/>
              <a:gd name="T55" fmla="*/ 47 h 86"/>
              <a:gd name="T56" fmla="*/ 37 w 86"/>
              <a:gd name="T57" fmla="*/ 42 h 86"/>
              <a:gd name="T58" fmla="*/ 45 w 86"/>
              <a:gd name="T59" fmla="*/ 42 h 86"/>
              <a:gd name="T60" fmla="*/ 45 w 86"/>
              <a:gd name="T61" fmla="*/ 85 h 86"/>
              <a:gd name="T62" fmla="*/ 46 w 86"/>
              <a:gd name="T63" fmla="*/ 86 h 86"/>
              <a:gd name="T64" fmla="*/ 58 w 86"/>
              <a:gd name="T65" fmla="*/ 86 h 86"/>
              <a:gd name="T66" fmla="*/ 59 w 86"/>
              <a:gd name="T67" fmla="*/ 85 h 86"/>
              <a:gd name="T68" fmla="*/ 59 w 86"/>
              <a:gd name="T69" fmla="*/ 41 h 86"/>
              <a:gd name="T70" fmla="*/ 62 w 86"/>
              <a:gd name="T71" fmla="*/ 38 h 86"/>
              <a:gd name="T72" fmla="*/ 62 w 86"/>
              <a:gd name="T73" fmla="*/ 30 h 86"/>
              <a:gd name="T74" fmla="*/ 59 w 86"/>
              <a:gd name="T75" fmla="*/ 27 h 86"/>
              <a:gd name="T76" fmla="*/ 59 w 86"/>
              <a:gd name="T77" fmla="*/ 25 h 86"/>
              <a:gd name="T78" fmla="*/ 69 w 86"/>
              <a:gd name="T79" fmla="*/ 25 h 86"/>
              <a:gd name="T80" fmla="*/ 69 w 86"/>
              <a:gd name="T81" fmla="*/ 30 h 86"/>
              <a:gd name="T82" fmla="*/ 71 w 86"/>
              <a:gd name="T83" fmla="*/ 33 h 86"/>
              <a:gd name="T84" fmla="*/ 73 w 86"/>
              <a:gd name="T85" fmla="*/ 34 h 86"/>
              <a:gd name="T86" fmla="*/ 74 w 86"/>
              <a:gd name="T87" fmla="*/ 33 h 86"/>
              <a:gd name="T88" fmla="*/ 84 w 86"/>
              <a:gd name="T89" fmla="*/ 21 h 86"/>
              <a:gd name="T90" fmla="*/ 86 w 86"/>
              <a:gd name="T91" fmla="*/ 17 h 86"/>
              <a:gd name="T92" fmla="*/ 84 w 86"/>
              <a:gd name="T93" fmla="*/ 1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6" h="86">
                <a:moveTo>
                  <a:pt x="84" y="13"/>
                </a:moveTo>
                <a:cubicBezTo>
                  <a:pt x="74" y="1"/>
                  <a:pt x="74" y="1"/>
                  <a:pt x="74" y="1"/>
                </a:cubicBezTo>
                <a:cubicBezTo>
                  <a:pt x="73" y="1"/>
                  <a:pt x="73" y="1"/>
                  <a:pt x="72" y="1"/>
                </a:cubicBezTo>
                <a:cubicBezTo>
                  <a:pt x="72" y="1"/>
                  <a:pt x="71" y="1"/>
                  <a:pt x="71" y="1"/>
                </a:cubicBezTo>
                <a:cubicBezTo>
                  <a:pt x="70" y="2"/>
                  <a:pt x="69" y="3"/>
                  <a:pt x="69" y="4"/>
                </a:cubicBezTo>
                <a:cubicBezTo>
                  <a:pt x="69" y="10"/>
                  <a:pt x="69" y="10"/>
                  <a:pt x="69" y="10"/>
                </a:cubicBezTo>
                <a:cubicBezTo>
                  <a:pt x="59" y="10"/>
                  <a:pt x="59" y="10"/>
                  <a:pt x="59" y="10"/>
                </a:cubicBezTo>
                <a:cubicBezTo>
                  <a:pt x="59" y="1"/>
                  <a:pt x="59" y="1"/>
                  <a:pt x="59" y="1"/>
                </a:cubicBezTo>
                <a:cubicBezTo>
                  <a:pt x="59" y="1"/>
                  <a:pt x="59" y="0"/>
                  <a:pt x="58" y="0"/>
                </a:cubicBezTo>
                <a:cubicBezTo>
                  <a:pt x="46" y="0"/>
                  <a:pt x="46" y="0"/>
                  <a:pt x="46" y="0"/>
                </a:cubicBezTo>
                <a:cubicBezTo>
                  <a:pt x="45" y="0"/>
                  <a:pt x="45" y="1"/>
                  <a:pt x="45" y="1"/>
                </a:cubicBezTo>
                <a:cubicBezTo>
                  <a:pt x="45" y="10"/>
                  <a:pt x="45" y="10"/>
                  <a:pt x="45" y="10"/>
                </a:cubicBezTo>
                <a:cubicBezTo>
                  <a:pt x="44" y="11"/>
                  <a:pt x="44" y="12"/>
                  <a:pt x="44" y="13"/>
                </a:cubicBezTo>
                <a:cubicBezTo>
                  <a:pt x="44" y="21"/>
                  <a:pt x="44" y="21"/>
                  <a:pt x="44" y="21"/>
                </a:cubicBezTo>
                <a:cubicBezTo>
                  <a:pt x="44" y="22"/>
                  <a:pt x="44" y="23"/>
                  <a:pt x="45" y="24"/>
                </a:cubicBezTo>
                <a:cubicBezTo>
                  <a:pt x="45" y="27"/>
                  <a:pt x="45" y="27"/>
                  <a:pt x="45" y="27"/>
                </a:cubicBezTo>
                <a:cubicBezTo>
                  <a:pt x="37" y="27"/>
                  <a:pt x="37" y="27"/>
                  <a:pt x="37" y="27"/>
                </a:cubicBezTo>
                <a:cubicBezTo>
                  <a:pt x="37" y="21"/>
                  <a:pt x="37" y="21"/>
                  <a:pt x="37" y="21"/>
                </a:cubicBezTo>
                <a:cubicBezTo>
                  <a:pt x="37" y="20"/>
                  <a:pt x="36" y="19"/>
                  <a:pt x="34" y="18"/>
                </a:cubicBezTo>
                <a:cubicBezTo>
                  <a:pt x="34" y="18"/>
                  <a:pt x="33" y="18"/>
                  <a:pt x="32" y="18"/>
                </a:cubicBezTo>
                <a:cubicBezTo>
                  <a:pt x="31" y="18"/>
                  <a:pt x="30" y="18"/>
                  <a:pt x="29" y="18"/>
                </a:cubicBezTo>
                <a:cubicBezTo>
                  <a:pt x="3" y="30"/>
                  <a:pt x="3" y="30"/>
                  <a:pt x="3" y="30"/>
                </a:cubicBezTo>
                <a:cubicBezTo>
                  <a:pt x="1" y="31"/>
                  <a:pt x="0" y="33"/>
                  <a:pt x="0" y="34"/>
                </a:cubicBezTo>
                <a:cubicBezTo>
                  <a:pt x="0" y="36"/>
                  <a:pt x="1" y="38"/>
                  <a:pt x="3" y="38"/>
                </a:cubicBezTo>
                <a:cubicBezTo>
                  <a:pt x="29" y="50"/>
                  <a:pt x="29" y="50"/>
                  <a:pt x="29" y="50"/>
                </a:cubicBezTo>
                <a:cubicBezTo>
                  <a:pt x="29" y="51"/>
                  <a:pt x="30" y="51"/>
                  <a:pt x="31" y="51"/>
                </a:cubicBezTo>
                <a:cubicBezTo>
                  <a:pt x="32" y="51"/>
                  <a:pt x="33" y="51"/>
                  <a:pt x="34" y="50"/>
                </a:cubicBezTo>
                <a:cubicBezTo>
                  <a:pt x="36" y="50"/>
                  <a:pt x="37" y="48"/>
                  <a:pt x="37" y="47"/>
                </a:cubicBezTo>
                <a:cubicBezTo>
                  <a:pt x="37" y="42"/>
                  <a:pt x="37" y="42"/>
                  <a:pt x="37" y="42"/>
                </a:cubicBezTo>
                <a:cubicBezTo>
                  <a:pt x="45" y="42"/>
                  <a:pt x="45" y="42"/>
                  <a:pt x="45" y="42"/>
                </a:cubicBezTo>
                <a:cubicBezTo>
                  <a:pt x="45" y="85"/>
                  <a:pt x="45" y="85"/>
                  <a:pt x="45" y="85"/>
                </a:cubicBezTo>
                <a:cubicBezTo>
                  <a:pt x="45" y="86"/>
                  <a:pt x="45" y="86"/>
                  <a:pt x="46" y="86"/>
                </a:cubicBezTo>
                <a:cubicBezTo>
                  <a:pt x="58" y="86"/>
                  <a:pt x="58" y="86"/>
                  <a:pt x="58" y="86"/>
                </a:cubicBezTo>
                <a:cubicBezTo>
                  <a:pt x="59" y="86"/>
                  <a:pt x="59" y="86"/>
                  <a:pt x="59" y="85"/>
                </a:cubicBezTo>
                <a:cubicBezTo>
                  <a:pt x="59" y="41"/>
                  <a:pt x="59" y="41"/>
                  <a:pt x="59" y="41"/>
                </a:cubicBezTo>
                <a:cubicBezTo>
                  <a:pt x="61" y="41"/>
                  <a:pt x="62" y="40"/>
                  <a:pt x="62" y="38"/>
                </a:cubicBezTo>
                <a:cubicBezTo>
                  <a:pt x="62" y="30"/>
                  <a:pt x="62" y="30"/>
                  <a:pt x="62" y="30"/>
                </a:cubicBezTo>
                <a:cubicBezTo>
                  <a:pt x="62" y="29"/>
                  <a:pt x="61" y="28"/>
                  <a:pt x="59" y="27"/>
                </a:cubicBezTo>
                <a:cubicBezTo>
                  <a:pt x="59" y="25"/>
                  <a:pt x="59" y="25"/>
                  <a:pt x="59" y="25"/>
                </a:cubicBezTo>
                <a:cubicBezTo>
                  <a:pt x="69" y="25"/>
                  <a:pt x="69" y="25"/>
                  <a:pt x="69" y="25"/>
                </a:cubicBezTo>
                <a:cubicBezTo>
                  <a:pt x="69" y="30"/>
                  <a:pt x="69" y="30"/>
                  <a:pt x="69" y="30"/>
                </a:cubicBezTo>
                <a:cubicBezTo>
                  <a:pt x="69" y="31"/>
                  <a:pt x="70" y="33"/>
                  <a:pt x="71" y="33"/>
                </a:cubicBezTo>
                <a:cubicBezTo>
                  <a:pt x="71" y="34"/>
                  <a:pt x="72" y="34"/>
                  <a:pt x="73" y="34"/>
                </a:cubicBezTo>
                <a:cubicBezTo>
                  <a:pt x="73" y="34"/>
                  <a:pt x="74" y="34"/>
                  <a:pt x="74" y="33"/>
                </a:cubicBezTo>
                <a:cubicBezTo>
                  <a:pt x="84" y="21"/>
                  <a:pt x="84" y="21"/>
                  <a:pt x="84" y="21"/>
                </a:cubicBezTo>
                <a:cubicBezTo>
                  <a:pt x="85" y="21"/>
                  <a:pt x="86" y="19"/>
                  <a:pt x="86" y="17"/>
                </a:cubicBezTo>
                <a:cubicBezTo>
                  <a:pt x="86" y="16"/>
                  <a:pt x="85" y="14"/>
                  <a:pt x="84" y="13"/>
                </a:cubicBez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endParaRPr>
          </a:p>
        </p:txBody>
      </p:sp>
      <p:grpSp>
        <p:nvGrpSpPr>
          <p:cNvPr id="40" name="组合 39"/>
          <p:cNvGrpSpPr/>
          <p:nvPr/>
        </p:nvGrpSpPr>
        <p:grpSpPr>
          <a:xfrm>
            <a:off x="4346239" y="3416377"/>
            <a:ext cx="502789" cy="453321"/>
            <a:chOff x="5424755" y="1340768"/>
            <a:chExt cx="670560" cy="604586"/>
          </a:xfrm>
        </p:grpSpPr>
        <p:grpSp>
          <p:nvGrpSpPr>
            <p:cNvPr id="41" name="组合 40"/>
            <p:cNvGrpSpPr/>
            <p:nvPr/>
          </p:nvGrpSpPr>
          <p:grpSpPr>
            <a:xfrm>
              <a:off x="5424755" y="1340768"/>
              <a:ext cx="670560" cy="604586"/>
              <a:chOff x="3720691" y="2824413"/>
              <a:chExt cx="1341120" cy="1209172"/>
            </a:xfrm>
          </p:grpSpPr>
          <p:sp>
            <p:nvSpPr>
              <p:cNvPr id="42"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43"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44"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45" name="组合 44"/>
          <p:cNvGrpSpPr/>
          <p:nvPr/>
        </p:nvGrpSpPr>
        <p:grpSpPr>
          <a:xfrm>
            <a:off x="5011004" y="3437763"/>
            <a:ext cx="502789" cy="453321"/>
            <a:chOff x="5424755" y="1340768"/>
            <a:chExt cx="670560" cy="604586"/>
          </a:xfrm>
        </p:grpSpPr>
        <p:grpSp>
          <p:nvGrpSpPr>
            <p:cNvPr id="46" name="组合 45"/>
            <p:cNvGrpSpPr/>
            <p:nvPr/>
          </p:nvGrpSpPr>
          <p:grpSpPr>
            <a:xfrm>
              <a:off x="5424755" y="1340768"/>
              <a:ext cx="670560" cy="604586"/>
              <a:chOff x="3720691" y="2824413"/>
              <a:chExt cx="1341120" cy="1209172"/>
            </a:xfrm>
          </p:grpSpPr>
          <p:sp>
            <p:nvSpPr>
              <p:cNvPr id="47"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53"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54"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55" name="组合 54"/>
          <p:cNvGrpSpPr/>
          <p:nvPr/>
        </p:nvGrpSpPr>
        <p:grpSpPr>
          <a:xfrm>
            <a:off x="5696038" y="3416377"/>
            <a:ext cx="502789" cy="453321"/>
            <a:chOff x="5424755" y="1340768"/>
            <a:chExt cx="670560" cy="604586"/>
          </a:xfrm>
        </p:grpSpPr>
        <p:grpSp>
          <p:nvGrpSpPr>
            <p:cNvPr id="56" name="组合 55"/>
            <p:cNvGrpSpPr/>
            <p:nvPr/>
          </p:nvGrpSpPr>
          <p:grpSpPr>
            <a:xfrm>
              <a:off x="5424755" y="1340768"/>
              <a:ext cx="670560" cy="604586"/>
              <a:chOff x="3720691" y="2824413"/>
              <a:chExt cx="1341120" cy="1209172"/>
            </a:xfrm>
          </p:grpSpPr>
          <p:sp>
            <p:nvSpPr>
              <p:cNvPr id="57"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58"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59"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60" name="组合 59"/>
          <p:cNvGrpSpPr>
            <a:grpSpLocks noChangeAspect="1"/>
          </p:cNvGrpSpPr>
          <p:nvPr/>
        </p:nvGrpSpPr>
        <p:grpSpPr>
          <a:xfrm>
            <a:off x="4466925" y="3536186"/>
            <a:ext cx="265649" cy="227877"/>
            <a:chOff x="5084763" y="971548"/>
            <a:chExt cx="323865" cy="277813"/>
          </a:xfrm>
          <a:solidFill>
            <a:srgbClr val="414455"/>
          </a:solidFill>
        </p:grpSpPr>
        <p:sp>
          <p:nvSpPr>
            <p:cNvPr id="61" name="Freeform 301"/>
            <p:cNvSpPr>
              <a:spLocks noEditPoints="1"/>
            </p:cNvSpPr>
            <p:nvPr/>
          </p:nvSpPr>
          <p:spPr bwMode="auto">
            <a:xfrm>
              <a:off x="5191140" y="1031873"/>
              <a:ext cx="217488" cy="217488"/>
            </a:xfrm>
            <a:custGeom>
              <a:avLst/>
              <a:gdLst>
                <a:gd name="T0" fmla="*/ 6 w 58"/>
                <a:gd name="T1" fmla="*/ 14 h 58"/>
                <a:gd name="T2" fmla="*/ 7 w 58"/>
                <a:gd name="T3" fmla="*/ 19 h 58"/>
                <a:gd name="T4" fmla="*/ 4 w 58"/>
                <a:gd name="T5" fmla="*/ 20 h 58"/>
                <a:gd name="T6" fmla="*/ 0 w 58"/>
                <a:gd name="T7" fmla="*/ 23 h 58"/>
                <a:gd name="T8" fmla="*/ 2 w 58"/>
                <a:gd name="T9" fmla="*/ 27 h 58"/>
                <a:gd name="T10" fmla="*/ 5 w 58"/>
                <a:gd name="T11" fmla="*/ 31 h 58"/>
                <a:gd name="T12" fmla="*/ 2 w 58"/>
                <a:gd name="T13" fmla="*/ 34 h 58"/>
                <a:gd name="T14" fmla="*/ 1 w 58"/>
                <a:gd name="T15" fmla="*/ 38 h 58"/>
                <a:gd name="T16" fmla="*/ 5 w 58"/>
                <a:gd name="T17" fmla="*/ 41 h 58"/>
                <a:gd name="T18" fmla="*/ 8 w 58"/>
                <a:gd name="T19" fmla="*/ 42 h 58"/>
                <a:gd name="T20" fmla="*/ 8 w 58"/>
                <a:gd name="T21" fmla="*/ 46 h 58"/>
                <a:gd name="T22" fmla="*/ 9 w 58"/>
                <a:gd name="T23" fmla="*/ 51 h 58"/>
                <a:gd name="T24" fmla="*/ 14 w 58"/>
                <a:gd name="T25" fmla="*/ 51 h 58"/>
                <a:gd name="T26" fmla="*/ 18 w 58"/>
                <a:gd name="T27" fmla="*/ 51 h 58"/>
                <a:gd name="T28" fmla="*/ 19 w 58"/>
                <a:gd name="T29" fmla="*/ 54 h 58"/>
                <a:gd name="T30" fmla="*/ 22 w 58"/>
                <a:gd name="T31" fmla="*/ 58 h 58"/>
                <a:gd name="T32" fmla="*/ 27 w 58"/>
                <a:gd name="T33" fmla="*/ 56 h 58"/>
                <a:gd name="T34" fmla="*/ 31 w 58"/>
                <a:gd name="T35" fmla="*/ 53 h 58"/>
                <a:gd name="T36" fmla="*/ 33 w 58"/>
                <a:gd name="T37" fmla="*/ 56 h 58"/>
                <a:gd name="T38" fmla="*/ 38 w 58"/>
                <a:gd name="T39" fmla="*/ 57 h 58"/>
                <a:gd name="T40" fmla="*/ 40 w 58"/>
                <a:gd name="T41" fmla="*/ 53 h 58"/>
                <a:gd name="T42" fmla="*/ 42 w 58"/>
                <a:gd name="T43" fmla="*/ 49 h 58"/>
                <a:gd name="T44" fmla="*/ 46 w 58"/>
                <a:gd name="T45" fmla="*/ 50 h 58"/>
                <a:gd name="T46" fmla="*/ 50 w 58"/>
                <a:gd name="T47" fmla="*/ 49 h 58"/>
                <a:gd name="T48" fmla="*/ 51 w 58"/>
                <a:gd name="T49" fmla="*/ 44 h 58"/>
                <a:gd name="T50" fmla="*/ 50 w 58"/>
                <a:gd name="T51" fmla="*/ 40 h 58"/>
                <a:gd name="T52" fmla="*/ 54 w 58"/>
                <a:gd name="T53" fmla="*/ 39 h 58"/>
                <a:gd name="T54" fmla="*/ 57 w 58"/>
                <a:gd name="T55" fmla="*/ 35 h 58"/>
                <a:gd name="T56" fmla="*/ 55 w 58"/>
                <a:gd name="T57" fmla="*/ 31 h 58"/>
                <a:gd name="T58" fmla="*/ 52 w 58"/>
                <a:gd name="T59" fmla="*/ 27 h 58"/>
                <a:gd name="T60" fmla="*/ 55 w 58"/>
                <a:gd name="T61" fmla="*/ 25 h 58"/>
                <a:gd name="T62" fmla="*/ 56 w 58"/>
                <a:gd name="T63" fmla="*/ 20 h 58"/>
                <a:gd name="T64" fmla="*/ 53 w 58"/>
                <a:gd name="T65" fmla="*/ 18 h 58"/>
                <a:gd name="T66" fmla="*/ 48 w 58"/>
                <a:gd name="T67" fmla="*/ 16 h 58"/>
                <a:gd name="T68" fmla="*/ 49 w 58"/>
                <a:gd name="T69" fmla="*/ 12 h 58"/>
                <a:gd name="T70" fmla="*/ 48 w 58"/>
                <a:gd name="T71" fmla="*/ 8 h 58"/>
                <a:gd name="T72" fmla="*/ 44 w 58"/>
                <a:gd name="T73" fmla="*/ 7 h 58"/>
                <a:gd name="T74" fmla="*/ 39 w 58"/>
                <a:gd name="T75" fmla="*/ 8 h 58"/>
                <a:gd name="T76" fmla="*/ 38 w 58"/>
                <a:gd name="T77" fmla="*/ 4 h 58"/>
                <a:gd name="T78" fmla="*/ 35 w 58"/>
                <a:gd name="T79" fmla="*/ 1 h 58"/>
                <a:gd name="T80" fmla="*/ 30 w 58"/>
                <a:gd name="T81" fmla="*/ 3 h 58"/>
                <a:gd name="T82" fmla="*/ 27 w 58"/>
                <a:gd name="T83" fmla="*/ 5 h 58"/>
                <a:gd name="T84" fmla="*/ 24 w 58"/>
                <a:gd name="T85" fmla="*/ 3 h 58"/>
                <a:gd name="T86" fmla="*/ 20 w 58"/>
                <a:gd name="T87" fmla="*/ 1 h 58"/>
                <a:gd name="T88" fmla="*/ 17 w 58"/>
                <a:gd name="T89" fmla="*/ 5 h 58"/>
                <a:gd name="T90" fmla="*/ 15 w 58"/>
                <a:gd name="T91" fmla="*/ 10 h 58"/>
                <a:gd name="T92" fmla="*/ 12 w 58"/>
                <a:gd name="T93" fmla="*/ 9 h 58"/>
                <a:gd name="T94" fmla="*/ 7 w 58"/>
                <a:gd name="T95" fmla="*/ 10 h 58"/>
                <a:gd name="T96" fmla="*/ 6 w 58"/>
                <a:gd name="T97" fmla="*/ 14 h 58"/>
                <a:gd name="T98" fmla="*/ 23 w 58"/>
                <a:gd name="T99" fmla="*/ 13 h 58"/>
                <a:gd name="T100" fmla="*/ 45 w 58"/>
                <a:gd name="T101" fmla="*/ 24 h 58"/>
                <a:gd name="T102" fmla="*/ 34 w 58"/>
                <a:gd name="T103" fmla="*/ 45 h 58"/>
                <a:gd name="T104" fmla="*/ 13 w 58"/>
                <a:gd name="T105" fmla="*/ 34 h 58"/>
                <a:gd name="T106" fmla="*/ 23 w 58"/>
                <a:gd name="T107" fmla="*/ 1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8" h="58">
                  <a:moveTo>
                    <a:pt x="6" y="14"/>
                  </a:moveTo>
                  <a:cubicBezTo>
                    <a:pt x="8" y="15"/>
                    <a:pt x="7" y="18"/>
                    <a:pt x="7" y="19"/>
                  </a:cubicBezTo>
                  <a:cubicBezTo>
                    <a:pt x="7" y="20"/>
                    <a:pt x="5" y="20"/>
                    <a:pt x="4" y="20"/>
                  </a:cubicBezTo>
                  <a:cubicBezTo>
                    <a:pt x="2" y="20"/>
                    <a:pt x="0" y="21"/>
                    <a:pt x="0" y="23"/>
                  </a:cubicBezTo>
                  <a:cubicBezTo>
                    <a:pt x="0" y="25"/>
                    <a:pt x="0" y="27"/>
                    <a:pt x="2" y="27"/>
                  </a:cubicBezTo>
                  <a:cubicBezTo>
                    <a:pt x="3" y="28"/>
                    <a:pt x="5" y="30"/>
                    <a:pt x="5" y="31"/>
                  </a:cubicBezTo>
                  <a:cubicBezTo>
                    <a:pt x="5" y="32"/>
                    <a:pt x="4" y="33"/>
                    <a:pt x="2" y="34"/>
                  </a:cubicBezTo>
                  <a:cubicBezTo>
                    <a:pt x="1" y="34"/>
                    <a:pt x="0" y="36"/>
                    <a:pt x="1" y="38"/>
                  </a:cubicBezTo>
                  <a:cubicBezTo>
                    <a:pt x="1" y="40"/>
                    <a:pt x="3" y="42"/>
                    <a:pt x="5" y="41"/>
                  </a:cubicBezTo>
                  <a:cubicBezTo>
                    <a:pt x="6" y="41"/>
                    <a:pt x="8" y="41"/>
                    <a:pt x="8" y="42"/>
                  </a:cubicBezTo>
                  <a:cubicBezTo>
                    <a:pt x="9" y="42"/>
                    <a:pt x="9" y="45"/>
                    <a:pt x="8" y="46"/>
                  </a:cubicBezTo>
                  <a:cubicBezTo>
                    <a:pt x="7" y="47"/>
                    <a:pt x="7" y="50"/>
                    <a:pt x="9" y="51"/>
                  </a:cubicBezTo>
                  <a:cubicBezTo>
                    <a:pt x="11" y="52"/>
                    <a:pt x="13" y="53"/>
                    <a:pt x="14" y="51"/>
                  </a:cubicBezTo>
                  <a:cubicBezTo>
                    <a:pt x="15" y="50"/>
                    <a:pt x="18" y="51"/>
                    <a:pt x="18" y="51"/>
                  </a:cubicBezTo>
                  <a:cubicBezTo>
                    <a:pt x="19" y="51"/>
                    <a:pt x="20" y="53"/>
                    <a:pt x="19" y="54"/>
                  </a:cubicBezTo>
                  <a:cubicBezTo>
                    <a:pt x="19" y="56"/>
                    <a:pt x="20" y="57"/>
                    <a:pt x="22" y="58"/>
                  </a:cubicBezTo>
                  <a:cubicBezTo>
                    <a:pt x="25" y="58"/>
                    <a:pt x="26" y="57"/>
                    <a:pt x="27" y="56"/>
                  </a:cubicBezTo>
                  <a:cubicBezTo>
                    <a:pt x="27" y="54"/>
                    <a:pt x="30" y="53"/>
                    <a:pt x="31" y="53"/>
                  </a:cubicBezTo>
                  <a:cubicBezTo>
                    <a:pt x="31" y="53"/>
                    <a:pt x="33" y="54"/>
                    <a:pt x="33" y="56"/>
                  </a:cubicBezTo>
                  <a:cubicBezTo>
                    <a:pt x="34" y="57"/>
                    <a:pt x="36" y="58"/>
                    <a:pt x="38" y="57"/>
                  </a:cubicBezTo>
                  <a:cubicBezTo>
                    <a:pt x="40" y="57"/>
                    <a:pt x="41" y="55"/>
                    <a:pt x="40" y="53"/>
                  </a:cubicBezTo>
                  <a:cubicBezTo>
                    <a:pt x="40" y="52"/>
                    <a:pt x="42" y="49"/>
                    <a:pt x="42" y="49"/>
                  </a:cubicBezTo>
                  <a:cubicBezTo>
                    <a:pt x="43" y="48"/>
                    <a:pt x="44" y="49"/>
                    <a:pt x="46" y="50"/>
                  </a:cubicBezTo>
                  <a:cubicBezTo>
                    <a:pt x="47" y="51"/>
                    <a:pt x="49" y="51"/>
                    <a:pt x="50" y="49"/>
                  </a:cubicBezTo>
                  <a:cubicBezTo>
                    <a:pt x="52" y="47"/>
                    <a:pt x="52" y="45"/>
                    <a:pt x="51" y="44"/>
                  </a:cubicBezTo>
                  <a:cubicBezTo>
                    <a:pt x="50" y="43"/>
                    <a:pt x="50" y="40"/>
                    <a:pt x="50" y="40"/>
                  </a:cubicBezTo>
                  <a:cubicBezTo>
                    <a:pt x="51" y="39"/>
                    <a:pt x="52" y="38"/>
                    <a:pt x="54" y="39"/>
                  </a:cubicBezTo>
                  <a:cubicBezTo>
                    <a:pt x="55" y="39"/>
                    <a:pt x="57" y="38"/>
                    <a:pt x="57" y="35"/>
                  </a:cubicBezTo>
                  <a:cubicBezTo>
                    <a:pt x="58" y="33"/>
                    <a:pt x="57" y="31"/>
                    <a:pt x="55" y="31"/>
                  </a:cubicBezTo>
                  <a:cubicBezTo>
                    <a:pt x="54" y="31"/>
                    <a:pt x="53" y="28"/>
                    <a:pt x="52" y="27"/>
                  </a:cubicBezTo>
                  <a:cubicBezTo>
                    <a:pt x="52" y="26"/>
                    <a:pt x="54" y="25"/>
                    <a:pt x="55" y="25"/>
                  </a:cubicBezTo>
                  <a:cubicBezTo>
                    <a:pt x="56" y="24"/>
                    <a:pt x="57" y="22"/>
                    <a:pt x="56" y="20"/>
                  </a:cubicBezTo>
                  <a:cubicBezTo>
                    <a:pt x="56" y="18"/>
                    <a:pt x="54" y="17"/>
                    <a:pt x="53" y="18"/>
                  </a:cubicBezTo>
                  <a:cubicBezTo>
                    <a:pt x="51" y="18"/>
                    <a:pt x="49" y="16"/>
                    <a:pt x="48" y="16"/>
                  </a:cubicBezTo>
                  <a:cubicBezTo>
                    <a:pt x="48" y="15"/>
                    <a:pt x="48" y="13"/>
                    <a:pt x="49" y="12"/>
                  </a:cubicBezTo>
                  <a:cubicBezTo>
                    <a:pt x="50" y="11"/>
                    <a:pt x="50" y="9"/>
                    <a:pt x="48" y="8"/>
                  </a:cubicBezTo>
                  <a:cubicBezTo>
                    <a:pt x="47" y="6"/>
                    <a:pt x="45" y="6"/>
                    <a:pt x="44" y="7"/>
                  </a:cubicBezTo>
                  <a:cubicBezTo>
                    <a:pt x="42" y="8"/>
                    <a:pt x="40" y="8"/>
                    <a:pt x="39" y="8"/>
                  </a:cubicBezTo>
                  <a:cubicBezTo>
                    <a:pt x="38" y="7"/>
                    <a:pt x="38" y="6"/>
                    <a:pt x="38" y="4"/>
                  </a:cubicBezTo>
                  <a:cubicBezTo>
                    <a:pt x="38" y="3"/>
                    <a:pt x="37" y="1"/>
                    <a:pt x="35" y="1"/>
                  </a:cubicBezTo>
                  <a:cubicBezTo>
                    <a:pt x="33" y="0"/>
                    <a:pt x="31" y="1"/>
                    <a:pt x="30" y="3"/>
                  </a:cubicBezTo>
                  <a:cubicBezTo>
                    <a:pt x="30" y="4"/>
                    <a:pt x="28" y="5"/>
                    <a:pt x="27" y="5"/>
                  </a:cubicBezTo>
                  <a:cubicBezTo>
                    <a:pt x="26" y="6"/>
                    <a:pt x="25" y="4"/>
                    <a:pt x="24" y="3"/>
                  </a:cubicBezTo>
                  <a:cubicBezTo>
                    <a:pt x="24" y="1"/>
                    <a:pt x="22" y="1"/>
                    <a:pt x="20" y="1"/>
                  </a:cubicBezTo>
                  <a:cubicBezTo>
                    <a:pt x="18" y="2"/>
                    <a:pt x="16" y="4"/>
                    <a:pt x="17" y="5"/>
                  </a:cubicBezTo>
                  <a:cubicBezTo>
                    <a:pt x="17" y="7"/>
                    <a:pt x="16" y="9"/>
                    <a:pt x="15" y="10"/>
                  </a:cubicBezTo>
                  <a:cubicBezTo>
                    <a:pt x="14" y="10"/>
                    <a:pt x="13" y="10"/>
                    <a:pt x="12" y="9"/>
                  </a:cubicBezTo>
                  <a:cubicBezTo>
                    <a:pt x="10" y="8"/>
                    <a:pt x="8" y="8"/>
                    <a:pt x="7" y="10"/>
                  </a:cubicBezTo>
                  <a:cubicBezTo>
                    <a:pt x="6" y="11"/>
                    <a:pt x="5" y="13"/>
                    <a:pt x="6" y="14"/>
                  </a:cubicBezTo>
                  <a:close/>
                  <a:moveTo>
                    <a:pt x="23" y="13"/>
                  </a:moveTo>
                  <a:cubicBezTo>
                    <a:pt x="32" y="10"/>
                    <a:pt x="42" y="15"/>
                    <a:pt x="45" y="24"/>
                  </a:cubicBezTo>
                  <a:cubicBezTo>
                    <a:pt x="47" y="33"/>
                    <a:pt x="43" y="42"/>
                    <a:pt x="34" y="45"/>
                  </a:cubicBezTo>
                  <a:cubicBezTo>
                    <a:pt x="25" y="48"/>
                    <a:pt x="15" y="43"/>
                    <a:pt x="13" y="34"/>
                  </a:cubicBezTo>
                  <a:cubicBezTo>
                    <a:pt x="10" y="26"/>
                    <a:pt x="15" y="16"/>
                    <a:pt x="23" y="1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62" name="Freeform 302"/>
            <p:cNvSpPr>
              <a:spLocks noEditPoints="1"/>
            </p:cNvSpPr>
            <p:nvPr/>
          </p:nvSpPr>
          <p:spPr bwMode="auto">
            <a:xfrm>
              <a:off x="5084781" y="971548"/>
              <a:ext cx="139701" cy="139700"/>
            </a:xfrm>
            <a:custGeom>
              <a:avLst/>
              <a:gdLst>
                <a:gd name="T0" fmla="*/ 4 w 37"/>
                <a:gd name="T1" fmla="*/ 9 h 37"/>
                <a:gd name="T2" fmla="*/ 5 w 37"/>
                <a:gd name="T3" fmla="*/ 12 h 37"/>
                <a:gd name="T4" fmla="*/ 2 w 37"/>
                <a:gd name="T5" fmla="*/ 12 h 37"/>
                <a:gd name="T6" fmla="*/ 0 w 37"/>
                <a:gd name="T7" fmla="*/ 14 h 37"/>
                <a:gd name="T8" fmla="*/ 1 w 37"/>
                <a:gd name="T9" fmla="*/ 17 h 37"/>
                <a:gd name="T10" fmla="*/ 3 w 37"/>
                <a:gd name="T11" fmla="*/ 20 h 37"/>
                <a:gd name="T12" fmla="*/ 2 w 37"/>
                <a:gd name="T13" fmla="*/ 21 h 37"/>
                <a:gd name="T14" fmla="*/ 1 w 37"/>
                <a:gd name="T15" fmla="*/ 24 h 37"/>
                <a:gd name="T16" fmla="*/ 3 w 37"/>
                <a:gd name="T17" fmla="*/ 26 h 37"/>
                <a:gd name="T18" fmla="*/ 5 w 37"/>
                <a:gd name="T19" fmla="*/ 26 h 37"/>
                <a:gd name="T20" fmla="*/ 5 w 37"/>
                <a:gd name="T21" fmla="*/ 29 h 37"/>
                <a:gd name="T22" fmla="*/ 6 w 37"/>
                <a:gd name="T23" fmla="*/ 32 h 37"/>
                <a:gd name="T24" fmla="*/ 9 w 37"/>
                <a:gd name="T25" fmla="*/ 33 h 37"/>
                <a:gd name="T26" fmla="*/ 12 w 37"/>
                <a:gd name="T27" fmla="*/ 32 h 37"/>
                <a:gd name="T28" fmla="*/ 12 w 37"/>
                <a:gd name="T29" fmla="*/ 34 h 37"/>
                <a:gd name="T30" fmla="*/ 15 w 37"/>
                <a:gd name="T31" fmla="*/ 37 h 37"/>
                <a:gd name="T32" fmla="*/ 17 w 37"/>
                <a:gd name="T33" fmla="*/ 35 h 37"/>
                <a:gd name="T34" fmla="*/ 20 w 37"/>
                <a:gd name="T35" fmla="*/ 34 h 37"/>
                <a:gd name="T36" fmla="*/ 21 w 37"/>
                <a:gd name="T37" fmla="*/ 35 h 37"/>
                <a:gd name="T38" fmla="*/ 24 w 37"/>
                <a:gd name="T39" fmla="*/ 36 h 37"/>
                <a:gd name="T40" fmla="*/ 26 w 37"/>
                <a:gd name="T41" fmla="*/ 34 h 37"/>
                <a:gd name="T42" fmla="*/ 27 w 37"/>
                <a:gd name="T43" fmla="*/ 31 h 37"/>
                <a:gd name="T44" fmla="*/ 29 w 37"/>
                <a:gd name="T45" fmla="*/ 32 h 37"/>
                <a:gd name="T46" fmla="*/ 32 w 37"/>
                <a:gd name="T47" fmla="*/ 31 h 37"/>
                <a:gd name="T48" fmla="*/ 33 w 37"/>
                <a:gd name="T49" fmla="*/ 28 h 37"/>
                <a:gd name="T50" fmla="*/ 32 w 37"/>
                <a:gd name="T51" fmla="*/ 25 h 37"/>
                <a:gd name="T52" fmla="*/ 35 w 37"/>
                <a:gd name="T53" fmla="*/ 24 h 37"/>
                <a:gd name="T54" fmla="*/ 37 w 37"/>
                <a:gd name="T55" fmla="*/ 22 h 37"/>
                <a:gd name="T56" fmla="*/ 36 w 37"/>
                <a:gd name="T57" fmla="*/ 19 h 37"/>
                <a:gd name="T58" fmla="*/ 34 w 37"/>
                <a:gd name="T59" fmla="*/ 17 h 37"/>
                <a:gd name="T60" fmla="*/ 35 w 37"/>
                <a:gd name="T61" fmla="*/ 15 h 37"/>
                <a:gd name="T62" fmla="*/ 36 w 37"/>
                <a:gd name="T63" fmla="*/ 12 h 37"/>
                <a:gd name="T64" fmla="*/ 34 w 37"/>
                <a:gd name="T65" fmla="*/ 11 h 37"/>
                <a:gd name="T66" fmla="*/ 31 w 37"/>
                <a:gd name="T67" fmla="*/ 9 h 37"/>
                <a:gd name="T68" fmla="*/ 32 w 37"/>
                <a:gd name="T69" fmla="*/ 7 h 37"/>
                <a:gd name="T70" fmla="*/ 31 w 37"/>
                <a:gd name="T71" fmla="*/ 4 h 37"/>
                <a:gd name="T72" fmla="*/ 28 w 37"/>
                <a:gd name="T73" fmla="*/ 4 h 37"/>
                <a:gd name="T74" fmla="*/ 25 w 37"/>
                <a:gd name="T75" fmla="*/ 4 h 37"/>
                <a:gd name="T76" fmla="*/ 25 w 37"/>
                <a:gd name="T77" fmla="*/ 2 h 37"/>
                <a:gd name="T78" fmla="*/ 22 w 37"/>
                <a:gd name="T79" fmla="*/ 0 h 37"/>
                <a:gd name="T80" fmla="*/ 20 w 37"/>
                <a:gd name="T81" fmla="*/ 1 h 37"/>
                <a:gd name="T82" fmla="*/ 17 w 37"/>
                <a:gd name="T83" fmla="*/ 3 h 37"/>
                <a:gd name="T84" fmla="*/ 16 w 37"/>
                <a:gd name="T85" fmla="*/ 1 h 37"/>
                <a:gd name="T86" fmla="*/ 13 w 37"/>
                <a:gd name="T87" fmla="*/ 0 h 37"/>
                <a:gd name="T88" fmla="*/ 11 w 37"/>
                <a:gd name="T89" fmla="*/ 3 h 37"/>
                <a:gd name="T90" fmla="*/ 10 w 37"/>
                <a:gd name="T91" fmla="*/ 6 h 37"/>
                <a:gd name="T92" fmla="*/ 8 w 37"/>
                <a:gd name="T93" fmla="*/ 5 h 37"/>
                <a:gd name="T94" fmla="*/ 5 w 37"/>
                <a:gd name="T95" fmla="*/ 6 h 37"/>
                <a:gd name="T96" fmla="*/ 4 w 37"/>
                <a:gd name="T97" fmla="*/ 9 h 37"/>
                <a:gd name="T98" fmla="*/ 15 w 37"/>
                <a:gd name="T99" fmla="*/ 8 h 37"/>
                <a:gd name="T100" fmla="*/ 29 w 37"/>
                <a:gd name="T101" fmla="*/ 15 h 37"/>
                <a:gd name="T102" fmla="*/ 22 w 37"/>
                <a:gd name="T103" fmla="*/ 29 h 37"/>
                <a:gd name="T104" fmla="*/ 8 w 37"/>
                <a:gd name="T105" fmla="*/ 22 h 37"/>
                <a:gd name="T106" fmla="*/ 15 w 37"/>
                <a:gd name="T107" fmla="*/ 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 h="37">
                  <a:moveTo>
                    <a:pt x="4" y="9"/>
                  </a:moveTo>
                  <a:cubicBezTo>
                    <a:pt x="5" y="9"/>
                    <a:pt x="5" y="11"/>
                    <a:pt x="5" y="12"/>
                  </a:cubicBezTo>
                  <a:cubicBezTo>
                    <a:pt x="4" y="12"/>
                    <a:pt x="3" y="12"/>
                    <a:pt x="2" y="12"/>
                  </a:cubicBezTo>
                  <a:cubicBezTo>
                    <a:pt x="1" y="12"/>
                    <a:pt x="0" y="13"/>
                    <a:pt x="0" y="14"/>
                  </a:cubicBezTo>
                  <a:cubicBezTo>
                    <a:pt x="0" y="16"/>
                    <a:pt x="0" y="17"/>
                    <a:pt x="1" y="17"/>
                  </a:cubicBezTo>
                  <a:cubicBezTo>
                    <a:pt x="2" y="17"/>
                    <a:pt x="3" y="19"/>
                    <a:pt x="3" y="20"/>
                  </a:cubicBezTo>
                  <a:cubicBezTo>
                    <a:pt x="3" y="20"/>
                    <a:pt x="2" y="21"/>
                    <a:pt x="2" y="21"/>
                  </a:cubicBezTo>
                  <a:cubicBezTo>
                    <a:pt x="1" y="21"/>
                    <a:pt x="0" y="23"/>
                    <a:pt x="1" y="24"/>
                  </a:cubicBezTo>
                  <a:cubicBezTo>
                    <a:pt x="1" y="25"/>
                    <a:pt x="2" y="26"/>
                    <a:pt x="3" y="26"/>
                  </a:cubicBezTo>
                  <a:cubicBezTo>
                    <a:pt x="4" y="26"/>
                    <a:pt x="5" y="26"/>
                    <a:pt x="5" y="26"/>
                  </a:cubicBezTo>
                  <a:cubicBezTo>
                    <a:pt x="6" y="27"/>
                    <a:pt x="6" y="28"/>
                    <a:pt x="5" y="29"/>
                  </a:cubicBezTo>
                  <a:cubicBezTo>
                    <a:pt x="5" y="30"/>
                    <a:pt x="5" y="31"/>
                    <a:pt x="6" y="32"/>
                  </a:cubicBezTo>
                  <a:cubicBezTo>
                    <a:pt x="7" y="33"/>
                    <a:pt x="8" y="33"/>
                    <a:pt x="9" y="33"/>
                  </a:cubicBezTo>
                  <a:cubicBezTo>
                    <a:pt x="10" y="32"/>
                    <a:pt x="11" y="32"/>
                    <a:pt x="12" y="32"/>
                  </a:cubicBezTo>
                  <a:cubicBezTo>
                    <a:pt x="12" y="32"/>
                    <a:pt x="13" y="33"/>
                    <a:pt x="12" y="34"/>
                  </a:cubicBezTo>
                  <a:cubicBezTo>
                    <a:pt x="12" y="35"/>
                    <a:pt x="13" y="36"/>
                    <a:pt x="15" y="37"/>
                  </a:cubicBezTo>
                  <a:cubicBezTo>
                    <a:pt x="16" y="37"/>
                    <a:pt x="17" y="36"/>
                    <a:pt x="17" y="35"/>
                  </a:cubicBezTo>
                  <a:cubicBezTo>
                    <a:pt x="18" y="34"/>
                    <a:pt x="19" y="34"/>
                    <a:pt x="20" y="34"/>
                  </a:cubicBezTo>
                  <a:cubicBezTo>
                    <a:pt x="20" y="34"/>
                    <a:pt x="21" y="34"/>
                    <a:pt x="21" y="35"/>
                  </a:cubicBezTo>
                  <a:cubicBezTo>
                    <a:pt x="22" y="36"/>
                    <a:pt x="23" y="37"/>
                    <a:pt x="24" y="36"/>
                  </a:cubicBezTo>
                  <a:cubicBezTo>
                    <a:pt x="26" y="36"/>
                    <a:pt x="26" y="35"/>
                    <a:pt x="26" y="34"/>
                  </a:cubicBezTo>
                  <a:cubicBezTo>
                    <a:pt x="26" y="33"/>
                    <a:pt x="27" y="31"/>
                    <a:pt x="27" y="31"/>
                  </a:cubicBezTo>
                  <a:cubicBezTo>
                    <a:pt x="28" y="31"/>
                    <a:pt x="29" y="31"/>
                    <a:pt x="29" y="32"/>
                  </a:cubicBezTo>
                  <a:cubicBezTo>
                    <a:pt x="30" y="32"/>
                    <a:pt x="32" y="32"/>
                    <a:pt x="32" y="31"/>
                  </a:cubicBezTo>
                  <a:cubicBezTo>
                    <a:pt x="33" y="30"/>
                    <a:pt x="34" y="28"/>
                    <a:pt x="33" y="28"/>
                  </a:cubicBezTo>
                  <a:cubicBezTo>
                    <a:pt x="32" y="27"/>
                    <a:pt x="32" y="25"/>
                    <a:pt x="32" y="25"/>
                  </a:cubicBezTo>
                  <a:cubicBezTo>
                    <a:pt x="33" y="24"/>
                    <a:pt x="34" y="24"/>
                    <a:pt x="35" y="24"/>
                  </a:cubicBezTo>
                  <a:cubicBezTo>
                    <a:pt x="36" y="24"/>
                    <a:pt x="37" y="24"/>
                    <a:pt x="37" y="22"/>
                  </a:cubicBezTo>
                  <a:cubicBezTo>
                    <a:pt x="37" y="21"/>
                    <a:pt x="37" y="20"/>
                    <a:pt x="36" y="19"/>
                  </a:cubicBezTo>
                  <a:cubicBezTo>
                    <a:pt x="35" y="19"/>
                    <a:pt x="34" y="18"/>
                    <a:pt x="34" y="17"/>
                  </a:cubicBezTo>
                  <a:cubicBezTo>
                    <a:pt x="34" y="16"/>
                    <a:pt x="35" y="16"/>
                    <a:pt x="35" y="15"/>
                  </a:cubicBezTo>
                  <a:cubicBezTo>
                    <a:pt x="36" y="15"/>
                    <a:pt x="37" y="14"/>
                    <a:pt x="36" y="12"/>
                  </a:cubicBezTo>
                  <a:cubicBezTo>
                    <a:pt x="36" y="11"/>
                    <a:pt x="35" y="10"/>
                    <a:pt x="34" y="11"/>
                  </a:cubicBezTo>
                  <a:cubicBezTo>
                    <a:pt x="33" y="11"/>
                    <a:pt x="31" y="10"/>
                    <a:pt x="31" y="9"/>
                  </a:cubicBezTo>
                  <a:cubicBezTo>
                    <a:pt x="31" y="9"/>
                    <a:pt x="31" y="8"/>
                    <a:pt x="32" y="7"/>
                  </a:cubicBezTo>
                  <a:cubicBezTo>
                    <a:pt x="32" y="7"/>
                    <a:pt x="32" y="5"/>
                    <a:pt x="31" y="4"/>
                  </a:cubicBezTo>
                  <a:cubicBezTo>
                    <a:pt x="30" y="3"/>
                    <a:pt x="29" y="3"/>
                    <a:pt x="28" y="4"/>
                  </a:cubicBezTo>
                  <a:cubicBezTo>
                    <a:pt x="27" y="5"/>
                    <a:pt x="26" y="5"/>
                    <a:pt x="25" y="4"/>
                  </a:cubicBezTo>
                  <a:cubicBezTo>
                    <a:pt x="25" y="4"/>
                    <a:pt x="24" y="3"/>
                    <a:pt x="25" y="2"/>
                  </a:cubicBezTo>
                  <a:cubicBezTo>
                    <a:pt x="25" y="1"/>
                    <a:pt x="24" y="0"/>
                    <a:pt x="22" y="0"/>
                  </a:cubicBezTo>
                  <a:cubicBezTo>
                    <a:pt x="21" y="0"/>
                    <a:pt x="20" y="0"/>
                    <a:pt x="20" y="1"/>
                  </a:cubicBezTo>
                  <a:cubicBezTo>
                    <a:pt x="19" y="2"/>
                    <a:pt x="18" y="3"/>
                    <a:pt x="17" y="3"/>
                  </a:cubicBezTo>
                  <a:cubicBezTo>
                    <a:pt x="17" y="3"/>
                    <a:pt x="16" y="2"/>
                    <a:pt x="16" y="1"/>
                  </a:cubicBezTo>
                  <a:cubicBezTo>
                    <a:pt x="15" y="0"/>
                    <a:pt x="14" y="0"/>
                    <a:pt x="13" y="0"/>
                  </a:cubicBezTo>
                  <a:cubicBezTo>
                    <a:pt x="11" y="1"/>
                    <a:pt x="11" y="2"/>
                    <a:pt x="11" y="3"/>
                  </a:cubicBezTo>
                  <a:cubicBezTo>
                    <a:pt x="11" y="4"/>
                    <a:pt x="10" y="5"/>
                    <a:pt x="10" y="6"/>
                  </a:cubicBezTo>
                  <a:cubicBezTo>
                    <a:pt x="9" y="6"/>
                    <a:pt x="8" y="6"/>
                    <a:pt x="8" y="5"/>
                  </a:cubicBezTo>
                  <a:cubicBezTo>
                    <a:pt x="7" y="4"/>
                    <a:pt x="5" y="5"/>
                    <a:pt x="5" y="6"/>
                  </a:cubicBezTo>
                  <a:cubicBezTo>
                    <a:pt x="4" y="7"/>
                    <a:pt x="3" y="8"/>
                    <a:pt x="4" y="9"/>
                  </a:cubicBezTo>
                  <a:close/>
                  <a:moveTo>
                    <a:pt x="15" y="8"/>
                  </a:moveTo>
                  <a:cubicBezTo>
                    <a:pt x="21" y="6"/>
                    <a:pt x="27" y="9"/>
                    <a:pt x="29" y="15"/>
                  </a:cubicBezTo>
                  <a:cubicBezTo>
                    <a:pt x="31" y="21"/>
                    <a:pt x="27" y="27"/>
                    <a:pt x="22" y="29"/>
                  </a:cubicBezTo>
                  <a:cubicBezTo>
                    <a:pt x="16" y="30"/>
                    <a:pt x="10" y="27"/>
                    <a:pt x="8" y="22"/>
                  </a:cubicBezTo>
                  <a:cubicBezTo>
                    <a:pt x="6" y="16"/>
                    <a:pt x="10" y="10"/>
                    <a:pt x="15" y="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63" name="Freeform 303"/>
            <p:cNvSpPr>
              <a:spLocks noEditPoints="1"/>
            </p:cNvSpPr>
            <p:nvPr/>
          </p:nvSpPr>
          <p:spPr bwMode="auto">
            <a:xfrm>
              <a:off x="5084763" y="1111250"/>
              <a:ext cx="109538" cy="104775"/>
            </a:xfrm>
            <a:custGeom>
              <a:avLst/>
              <a:gdLst>
                <a:gd name="T0" fmla="*/ 3 w 29"/>
                <a:gd name="T1" fmla="*/ 7 h 28"/>
                <a:gd name="T2" fmla="*/ 4 w 29"/>
                <a:gd name="T3" fmla="*/ 9 h 28"/>
                <a:gd name="T4" fmla="*/ 2 w 29"/>
                <a:gd name="T5" fmla="*/ 9 h 28"/>
                <a:gd name="T6" fmla="*/ 0 w 29"/>
                <a:gd name="T7" fmla="*/ 11 h 28"/>
                <a:gd name="T8" fmla="*/ 1 w 29"/>
                <a:gd name="T9" fmla="*/ 13 h 28"/>
                <a:gd name="T10" fmla="*/ 3 w 29"/>
                <a:gd name="T11" fmla="*/ 15 h 28"/>
                <a:gd name="T12" fmla="*/ 1 w 29"/>
                <a:gd name="T13" fmla="*/ 16 h 28"/>
                <a:gd name="T14" fmla="*/ 1 w 29"/>
                <a:gd name="T15" fmla="*/ 19 h 28"/>
                <a:gd name="T16" fmla="*/ 3 w 29"/>
                <a:gd name="T17" fmla="*/ 20 h 28"/>
                <a:gd name="T18" fmla="*/ 4 w 29"/>
                <a:gd name="T19" fmla="*/ 20 h 28"/>
                <a:gd name="T20" fmla="*/ 4 w 29"/>
                <a:gd name="T21" fmla="*/ 23 h 28"/>
                <a:gd name="T22" fmla="*/ 5 w 29"/>
                <a:gd name="T23" fmla="*/ 25 h 28"/>
                <a:gd name="T24" fmla="*/ 7 w 29"/>
                <a:gd name="T25" fmla="*/ 25 h 28"/>
                <a:gd name="T26" fmla="*/ 9 w 29"/>
                <a:gd name="T27" fmla="*/ 25 h 28"/>
                <a:gd name="T28" fmla="*/ 10 w 29"/>
                <a:gd name="T29" fmla="*/ 27 h 28"/>
                <a:gd name="T30" fmla="*/ 11 w 29"/>
                <a:gd name="T31" fmla="*/ 28 h 28"/>
                <a:gd name="T32" fmla="*/ 13 w 29"/>
                <a:gd name="T33" fmla="*/ 27 h 28"/>
                <a:gd name="T34" fmla="*/ 15 w 29"/>
                <a:gd name="T35" fmla="*/ 26 h 28"/>
                <a:gd name="T36" fmla="*/ 17 w 29"/>
                <a:gd name="T37" fmla="*/ 27 h 28"/>
                <a:gd name="T38" fmla="*/ 19 w 29"/>
                <a:gd name="T39" fmla="*/ 28 h 28"/>
                <a:gd name="T40" fmla="*/ 20 w 29"/>
                <a:gd name="T41" fmla="*/ 26 h 28"/>
                <a:gd name="T42" fmla="*/ 21 w 29"/>
                <a:gd name="T43" fmla="*/ 24 h 28"/>
                <a:gd name="T44" fmla="*/ 23 w 29"/>
                <a:gd name="T45" fmla="*/ 24 h 28"/>
                <a:gd name="T46" fmla="*/ 25 w 29"/>
                <a:gd name="T47" fmla="*/ 24 h 28"/>
                <a:gd name="T48" fmla="*/ 25 w 29"/>
                <a:gd name="T49" fmla="*/ 21 h 28"/>
                <a:gd name="T50" fmla="*/ 25 w 29"/>
                <a:gd name="T51" fmla="*/ 19 h 28"/>
                <a:gd name="T52" fmla="*/ 27 w 29"/>
                <a:gd name="T53" fmla="*/ 19 h 28"/>
                <a:gd name="T54" fmla="*/ 29 w 29"/>
                <a:gd name="T55" fmla="*/ 17 h 28"/>
                <a:gd name="T56" fmla="*/ 28 w 29"/>
                <a:gd name="T57" fmla="*/ 15 h 28"/>
                <a:gd name="T58" fmla="*/ 26 w 29"/>
                <a:gd name="T59" fmla="*/ 13 h 28"/>
                <a:gd name="T60" fmla="*/ 27 w 29"/>
                <a:gd name="T61" fmla="*/ 12 h 28"/>
                <a:gd name="T62" fmla="*/ 28 w 29"/>
                <a:gd name="T63" fmla="*/ 10 h 28"/>
                <a:gd name="T64" fmla="*/ 26 w 29"/>
                <a:gd name="T65" fmla="*/ 8 h 28"/>
                <a:gd name="T66" fmla="*/ 24 w 29"/>
                <a:gd name="T67" fmla="*/ 7 h 28"/>
                <a:gd name="T68" fmla="*/ 25 w 29"/>
                <a:gd name="T69" fmla="*/ 6 h 28"/>
                <a:gd name="T70" fmla="*/ 24 w 29"/>
                <a:gd name="T71" fmla="*/ 3 h 28"/>
                <a:gd name="T72" fmla="*/ 22 w 29"/>
                <a:gd name="T73" fmla="*/ 3 h 28"/>
                <a:gd name="T74" fmla="*/ 19 w 29"/>
                <a:gd name="T75" fmla="*/ 3 h 28"/>
                <a:gd name="T76" fmla="*/ 19 w 29"/>
                <a:gd name="T77" fmla="*/ 2 h 28"/>
                <a:gd name="T78" fmla="*/ 17 w 29"/>
                <a:gd name="T79" fmla="*/ 0 h 28"/>
                <a:gd name="T80" fmla="*/ 15 w 29"/>
                <a:gd name="T81" fmla="*/ 1 h 28"/>
                <a:gd name="T82" fmla="*/ 13 w 29"/>
                <a:gd name="T83" fmla="*/ 2 h 28"/>
                <a:gd name="T84" fmla="*/ 12 w 29"/>
                <a:gd name="T85" fmla="*/ 1 h 28"/>
                <a:gd name="T86" fmla="*/ 10 w 29"/>
                <a:gd name="T87" fmla="*/ 0 h 28"/>
                <a:gd name="T88" fmla="*/ 9 w 29"/>
                <a:gd name="T89" fmla="*/ 2 h 28"/>
                <a:gd name="T90" fmla="*/ 8 w 29"/>
                <a:gd name="T91" fmla="*/ 4 h 28"/>
                <a:gd name="T92" fmla="*/ 6 w 29"/>
                <a:gd name="T93" fmla="*/ 4 h 28"/>
                <a:gd name="T94" fmla="*/ 4 w 29"/>
                <a:gd name="T95" fmla="*/ 4 h 28"/>
                <a:gd name="T96" fmla="*/ 3 w 29"/>
                <a:gd name="T97" fmla="*/ 7 h 28"/>
                <a:gd name="T98" fmla="*/ 12 w 29"/>
                <a:gd name="T99" fmla="*/ 6 h 28"/>
                <a:gd name="T100" fmla="*/ 22 w 29"/>
                <a:gd name="T101" fmla="*/ 12 h 28"/>
                <a:gd name="T102" fmla="*/ 17 w 29"/>
                <a:gd name="T103" fmla="*/ 22 h 28"/>
                <a:gd name="T104" fmla="*/ 6 w 29"/>
                <a:gd name="T105" fmla="*/ 17 h 28"/>
                <a:gd name="T106" fmla="*/ 12 w 29"/>
                <a:gd name="T10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9" h="28">
                  <a:moveTo>
                    <a:pt x="3" y="7"/>
                  </a:moveTo>
                  <a:cubicBezTo>
                    <a:pt x="4" y="7"/>
                    <a:pt x="4" y="9"/>
                    <a:pt x="4" y="9"/>
                  </a:cubicBezTo>
                  <a:cubicBezTo>
                    <a:pt x="4" y="9"/>
                    <a:pt x="3" y="10"/>
                    <a:pt x="2" y="9"/>
                  </a:cubicBezTo>
                  <a:cubicBezTo>
                    <a:pt x="1" y="9"/>
                    <a:pt x="0" y="10"/>
                    <a:pt x="0" y="11"/>
                  </a:cubicBezTo>
                  <a:cubicBezTo>
                    <a:pt x="0" y="12"/>
                    <a:pt x="0" y="13"/>
                    <a:pt x="1" y="13"/>
                  </a:cubicBezTo>
                  <a:cubicBezTo>
                    <a:pt x="2" y="13"/>
                    <a:pt x="3" y="15"/>
                    <a:pt x="3" y="15"/>
                  </a:cubicBezTo>
                  <a:cubicBezTo>
                    <a:pt x="3" y="16"/>
                    <a:pt x="2" y="16"/>
                    <a:pt x="1" y="16"/>
                  </a:cubicBezTo>
                  <a:cubicBezTo>
                    <a:pt x="1" y="17"/>
                    <a:pt x="0" y="18"/>
                    <a:pt x="1" y="19"/>
                  </a:cubicBezTo>
                  <a:cubicBezTo>
                    <a:pt x="1" y="20"/>
                    <a:pt x="2" y="20"/>
                    <a:pt x="3" y="20"/>
                  </a:cubicBezTo>
                  <a:cubicBezTo>
                    <a:pt x="3" y="20"/>
                    <a:pt x="4" y="20"/>
                    <a:pt x="4" y="20"/>
                  </a:cubicBezTo>
                  <a:cubicBezTo>
                    <a:pt x="4" y="21"/>
                    <a:pt x="5" y="22"/>
                    <a:pt x="4" y="23"/>
                  </a:cubicBezTo>
                  <a:cubicBezTo>
                    <a:pt x="4" y="23"/>
                    <a:pt x="4" y="24"/>
                    <a:pt x="5" y="25"/>
                  </a:cubicBezTo>
                  <a:cubicBezTo>
                    <a:pt x="5" y="26"/>
                    <a:pt x="7" y="26"/>
                    <a:pt x="7" y="25"/>
                  </a:cubicBezTo>
                  <a:cubicBezTo>
                    <a:pt x="8" y="25"/>
                    <a:pt x="9" y="25"/>
                    <a:pt x="9" y="25"/>
                  </a:cubicBezTo>
                  <a:cubicBezTo>
                    <a:pt x="10" y="25"/>
                    <a:pt x="10" y="26"/>
                    <a:pt x="10" y="27"/>
                  </a:cubicBezTo>
                  <a:cubicBezTo>
                    <a:pt x="10" y="27"/>
                    <a:pt x="10" y="28"/>
                    <a:pt x="11" y="28"/>
                  </a:cubicBezTo>
                  <a:cubicBezTo>
                    <a:pt x="12" y="28"/>
                    <a:pt x="13" y="28"/>
                    <a:pt x="13" y="27"/>
                  </a:cubicBezTo>
                  <a:cubicBezTo>
                    <a:pt x="14" y="27"/>
                    <a:pt x="15" y="26"/>
                    <a:pt x="15" y="26"/>
                  </a:cubicBezTo>
                  <a:cubicBezTo>
                    <a:pt x="16" y="26"/>
                    <a:pt x="16" y="26"/>
                    <a:pt x="17" y="27"/>
                  </a:cubicBezTo>
                  <a:cubicBezTo>
                    <a:pt x="17" y="28"/>
                    <a:pt x="18" y="28"/>
                    <a:pt x="19" y="28"/>
                  </a:cubicBezTo>
                  <a:cubicBezTo>
                    <a:pt x="20" y="28"/>
                    <a:pt x="20" y="27"/>
                    <a:pt x="20" y="26"/>
                  </a:cubicBezTo>
                  <a:cubicBezTo>
                    <a:pt x="20" y="25"/>
                    <a:pt x="21" y="24"/>
                    <a:pt x="21" y="24"/>
                  </a:cubicBezTo>
                  <a:cubicBezTo>
                    <a:pt x="21" y="24"/>
                    <a:pt x="22" y="24"/>
                    <a:pt x="23" y="24"/>
                  </a:cubicBezTo>
                  <a:cubicBezTo>
                    <a:pt x="23" y="25"/>
                    <a:pt x="24" y="25"/>
                    <a:pt x="25" y="24"/>
                  </a:cubicBezTo>
                  <a:cubicBezTo>
                    <a:pt x="26" y="23"/>
                    <a:pt x="26" y="22"/>
                    <a:pt x="25" y="21"/>
                  </a:cubicBezTo>
                  <a:cubicBezTo>
                    <a:pt x="25" y="21"/>
                    <a:pt x="25" y="20"/>
                    <a:pt x="25" y="19"/>
                  </a:cubicBezTo>
                  <a:cubicBezTo>
                    <a:pt x="25" y="19"/>
                    <a:pt x="26" y="19"/>
                    <a:pt x="27" y="19"/>
                  </a:cubicBezTo>
                  <a:cubicBezTo>
                    <a:pt x="28" y="19"/>
                    <a:pt x="28" y="18"/>
                    <a:pt x="29" y="17"/>
                  </a:cubicBezTo>
                  <a:cubicBezTo>
                    <a:pt x="29" y="16"/>
                    <a:pt x="28" y="15"/>
                    <a:pt x="28" y="15"/>
                  </a:cubicBezTo>
                  <a:cubicBezTo>
                    <a:pt x="27" y="15"/>
                    <a:pt x="26" y="14"/>
                    <a:pt x="26" y="13"/>
                  </a:cubicBezTo>
                  <a:cubicBezTo>
                    <a:pt x="26" y="13"/>
                    <a:pt x="27" y="12"/>
                    <a:pt x="27" y="12"/>
                  </a:cubicBezTo>
                  <a:cubicBezTo>
                    <a:pt x="28" y="12"/>
                    <a:pt x="28" y="11"/>
                    <a:pt x="28" y="10"/>
                  </a:cubicBezTo>
                  <a:cubicBezTo>
                    <a:pt x="28" y="9"/>
                    <a:pt x="27" y="8"/>
                    <a:pt x="26" y="8"/>
                  </a:cubicBezTo>
                  <a:cubicBezTo>
                    <a:pt x="26" y="9"/>
                    <a:pt x="24" y="8"/>
                    <a:pt x="24" y="7"/>
                  </a:cubicBezTo>
                  <a:cubicBezTo>
                    <a:pt x="24" y="7"/>
                    <a:pt x="24" y="6"/>
                    <a:pt x="25" y="6"/>
                  </a:cubicBezTo>
                  <a:cubicBezTo>
                    <a:pt x="25" y="5"/>
                    <a:pt x="25" y="4"/>
                    <a:pt x="24" y="3"/>
                  </a:cubicBezTo>
                  <a:cubicBezTo>
                    <a:pt x="23" y="3"/>
                    <a:pt x="22" y="3"/>
                    <a:pt x="22" y="3"/>
                  </a:cubicBezTo>
                  <a:cubicBezTo>
                    <a:pt x="21" y="4"/>
                    <a:pt x="20" y="4"/>
                    <a:pt x="19" y="3"/>
                  </a:cubicBezTo>
                  <a:cubicBezTo>
                    <a:pt x="19" y="3"/>
                    <a:pt x="19" y="2"/>
                    <a:pt x="19" y="2"/>
                  </a:cubicBezTo>
                  <a:cubicBezTo>
                    <a:pt x="19" y="1"/>
                    <a:pt x="18" y="0"/>
                    <a:pt x="17" y="0"/>
                  </a:cubicBezTo>
                  <a:cubicBezTo>
                    <a:pt x="16" y="0"/>
                    <a:pt x="15" y="0"/>
                    <a:pt x="15" y="1"/>
                  </a:cubicBezTo>
                  <a:cubicBezTo>
                    <a:pt x="15" y="2"/>
                    <a:pt x="14" y="2"/>
                    <a:pt x="13" y="2"/>
                  </a:cubicBezTo>
                  <a:cubicBezTo>
                    <a:pt x="13" y="2"/>
                    <a:pt x="12" y="2"/>
                    <a:pt x="12" y="1"/>
                  </a:cubicBezTo>
                  <a:cubicBezTo>
                    <a:pt x="12" y="0"/>
                    <a:pt x="11" y="0"/>
                    <a:pt x="10" y="0"/>
                  </a:cubicBezTo>
                  <a:cubicBezTo>
                    <a:pt x="9" y="1"/>
                    <a:pt x="8" y="2"/>
                    <a:pt x="9" y="2"/>
                  </a:cubicBezTo>
                  <a:cubicBezTo>
                    <a:pt x="9" y="3"/>
                    <a:pt x="8" y="4"/>
                    <a:pt x="8" y="4"/>
                  </a:cubicBezTo>
                  <a:cubicBezTo>
                    <a:pt x="7" y="5"/>
                    <a:pt x="7" y="4"/>
                    <a:pt x="6" y="4"/>
                  </a:cubicBezTo>
                  <a:cubicBezTo>
                    <a:pt x="5" y="3"/>
                    <a:pt x="4" y="4"/>
                    <a:pt x="4" y="4"/>
                  </a:cubicBezTo>
                  <a:cubicBezTo>
                    <a:pt x="3" y="5"/>
                    <a:pt x="3" y="6"/>
                    <a:pt x="3" y="7"/>
                  </a:cubicBezTo>
                  <a:close/>
                  <a:moveTo>
                    <a:pt x="12" y="6"/>
                  </a:moveTo>
                  <a:cubicBezTo>
                    <a:pt x="16" y="5"/>
                    <a:pt x="21" y="7"/>
                    <a:pt x="22" y="12"/>
                  </a:cubicBezTo>
                  <a:cubicBezTo>
                    <a:pt x="24" y="16"/>
                    <a:pt x="21" y="21"/>
                    <a:pt x="17" y="22"/>
                  </a:cubicBezTo>
                  <a:cubicBezTo>
                    <a:pt x="13" y="23"/>
                    <a:pt x="8" y="21"/>
                    <a:pt x="6" y="17"/>
                  </a:cubicBezTo>
                  <a:cubicBezTo>
                    <a:pt x="5" y="12"/>
                    <a:pt x="7" y="8"/>
                    <a:pt x="12" y="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grpSp>
      <p:sp>
        <p:nvSpPr>
          <p:cNvPr id="64" name="Freeform 9"/>
          <p:cNvSpPr>
            <a:spLocks noEditPoints="1"/>
          </p:cNvSpPr>
          <p:nvPr/>
        </p:nvSpPr>
        <p:spPr bwMode="auto">
          <a:xfrm rot="19469485">
            <a:off x="5116446" y="3513271"/>
            <a:ext cx="283701" cy="302301"/>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endParaRPr>
          </a:p>
        </p:txBody>
      </p:sp>
      <p:sp>
        <p:nvSpPr>
          <p:cNvPr id="65" name="Freeform 206"/>
          <p:cNvSpPr>
            <a:spLocks noChangeAspect="1" noEditPoints="1"/>
          </p:cNvSpPr>
          <p:nvPr/>
        </p:nvSpPr>
        <p:spPr bwMode="auto">
          <a:xfrm>
            <a:off x="5835345" y="3507513"/>
            <a:ext cx="228407" cy="276096"/>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latin typeface="Arial" panose="020B0604020202020204" pitchFamily="34" charset="0"/>
              <a:cs typeface="Arial" panose="020B0604020202020204" pitchFamily="34" charset="0"/>
            </a:endParaRPr>
          </a:p>
        </p:txBody>
      </p:sp>
      <p:grpSp>
        <p:nvGrpSpPr>
          <p:cNvPr id="66" name="组合 65"/>
          <p:cNvGrpSpPr/>
          <p:nvPr/>
        </p:nvGrpSpPr>
        <p:grpSpPr>
          <a:xfrm>
            <a:off x="4131357" y="198391"/>
            <a:ext cx="896855" cy="808616"/>
            <a:chOff x="3720691" y="2824413"/>
            <a:chExt cx="1341120" cy="1209172"/>
          </a:xfrm>
        </p:grpSpPr>
        <p:sp>
          <p:nvSpPr>
            <p:cNvPr id="67"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p>
          </p:txBody>
        </p:sp>
        <p:sp>
          <p:nvSpPr>
            <p:cNvPr id="68"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p>
          </p:txBody>
        </p:sp>
      </p:grpSp>
      <p:sp>
        <p:nvSpPr>
          <p:cNvPr id="69" name="Freeform 89"/>
          <p:cNvSpPr>
            <a:spLocks noEditPoints="1"/>
          </p:cNvSpPr>
          <p:nvPr/>
        </p:nvSpPr>
        <p:spPr bwMode="auto">
          <a:xfrm>
            <a:off x="4452455" y="427016"/>
            <a:ext cx="237184" cy="382013"/>
          </a:xfrm>
          <a:custGeom>
            <a:avLst/>
            <a:gdLst>
              <a:gd name="T0" fmla="*/ 70 w 124"/>
              <a:gd name="T1" fmla="*/ 160 h 200"/>
              <a:gd name="T2" fmla="*/ 70 w 124"/>
              <a:gd name="T3" fmla="*/ 184 h 200"/>
              <a:gd name="T4" fmla="*/ 97 w 124"/>
              <a:gd name="T5" fmla="*/ 184 h 200"/>
              <a:gd name="T6" fmla="*/ 97 w 124"/>
              <a:gd name="T7" fmla="*/ 200 h 200"/>
              <a:gd name="T8" fmla="*/ 25 w 124"/>
              <a:gd name="T9" fmla="*/ 200 h 200"/>
              <a:gd name="T10" fmla="*/ 25 w 124"/>
              <a:gd name="T11" fmla="*/ 184 h 200"/>
              <a:gd name="T12" fmla="*/ 53 w 124"/>
              <a:gd name="T13" fmla="*/ 184 h 200"/>
              <a:gd name="T14" fmla="*/ 53 w 124"/>
              <a:gd name="T15" fmla="*/ 160 h 200"/>
              <a:gd name="T16" fmla="*/ 0 w 124"/>
              <a:gd name="T17" fmla="*/ 98 h 200"/>
              <a:gd name="T18" fmla="*/ 0 w 124"/>
              <a:gd name="T19" fmla="*/ 76 h 200"/>
              <a:gd name="T20" fmla="*/ 17 w 124"/>
              <a:gd name="T21" fmla="*/ 76 h 200"/>
              <a:gd name="T22" fmla="*/ 17 w 124"/>
              <a:gd name="T23" fmla="*/ 98 h 200"/>
              <a:gd name="T24" fmla="*/ 30 w 124"/>
              <a:gd name="T25" fmla="*/ 130 h 200"/>
              <a:gd name="T26" fmla="*/ 62 w 124"/>
              <a:gd name="T27" fmla="*/ 144 h 200"/>
              <a:gd name="T28" fmla="*/ 94 w 124"/>
              <a:gd name="T29" fmla="*/ 130 h 200"/>
              <a:gd name="T30" fmla="*/ 105 w 124"/>
              <a:gd name="T31" fmla="*/ 98 h 200"/>
              <a:gd name="T32" fmla="*/ 105 w 124"/>
              <a:gd name="T33" fmla="*/ 76 h 200"/>
              <a:gd name="T34" fmla="*/ 124 w 124"/>
              <a:gd name="T35" fmla="*/ 76 h 200"/>
              <a:gd name="T36" fmla="*/ 124 w 124"/>
              <a:gd name="T37" fmla="*/ 98 h 200"/>
              <a:gd name="T38" fmla="*/ 70 w 124"/>
              <a:gd name="T39" fmla="*/ 160 h 200"/>
              <a:gd name="T40" fmla="*/ 63 w 124"/>
              <a:gd name="T41" fmla="*/ 132 h 200"/>
              <a:gd name="T42" fmla="*/ 29 w 124"/>
              <a:gd name="T43" fmla="*/ 97 h 200"/>
              <a:gd name="T44" fmla="*/ 29 w 124"/>
              <a:gd name="T45" fmla="*/ 88 h 200"/>
              <a:gd name="T46" fmla="*/ 77 w 124"/>
              <a:gd name="T47" fmla="*/ 88 h 200"/>
              <a:gd name="T48" fmla="*/ 77 w 124"/>
              <a:gd name="T49" fmla="*/ 80 h 200"/>
              <a:gd name="T50" fmla="*/ 29 w 124"/>
              <a:gd name="T51" fmla="*/ 80 h 200"/>
              <a:gd name="T52" fmla="*/ 29 w 124"/>
              <a:gd name="T53" fmla="*/ 64 h 200"/>
              <a:gd name="T54" fmla="*/ 77 w 124"/>
              <a:gd name="T55" fmla="*/ 64 h 200"/>
              <a:gd name="T56" fmla="*/ 77 w 124"/>
              <a:gd name="T57" fmla="*/ 56 h 200"/>
              <a:gd name="T58" fmla="*/ 29 w 124"/>
              <a:gd name="T59" fmla="*/ 56 h 200"/>
              <a:gd name="T60" fmla="*/ 29 w 124"/>
              <a:gd name="T61" fmla="*/ 44 h 200"/>
              <a:gd name="T62" fmla="*/ 77 w 124"/>
              <a:gd name="T63" fmla="*/ 44 h 200"/>
              <a:gd name="T64" fmla="*/ 77 w 124"/>
              <a:gd name="T65" fmla="*/ 36 h 200"/>
              <a:gd name="T66" fmla="*/ 29 w 124"/>
              <a:gd name="T67" fmla="*/ 36 h 200"/>
              <a:gd name="T68" fmla="*/ 63 w 124"/>
              <a:gd name="T69" fmla="*/ 0 h 200"/>
              <a:gd name="T70" fmla="*/ 97 w 124"/>
              <a:gd name="T71" fmla="*/ 36 h 200"/>
              <a:gd name="T72" fmla="*/ 97 w 124"/>
              <a:gd name="T73" fmla="*/ 97 h 200"/>
              <a:gd name="T74" fmla="*/ 63 w 124"/>
              <a:gd name="T75" fmla="*/ 13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200">
                <a:moveTo>
                  <a:pt x="70" y="160"/>
                </a:moveTo>
                <a:cubicBezTo>
                  <a:pt x="70" y="184"/>
                  <a:pt x="70" y="184"/>
                  <a:pt x="70" y="184"/>
                </a:cubicBezTo>
                <a:cubicBezTo>
                  <a:pt x="97" y="184"/>
                  <a:pt x="97" y="184"/>
                  <a:pt x="97" y="184"/>
                </a:cubicBezTo>
                <a:cubicBezTo>
                  <a:pt x="97" y="200"/>
                  <a:pt x="97" y="200"/>
                  <a:pt x="97" y="200"/>
                </a:cubicBezTo>
                <a:cubicBezTo>
                  <a:pt x="25" y="200"/>
                  <a:pt x="25" y="200"/>
                  <a:pt x="25" y="200"/>
                </a:cubicBezTo>
                <a:cubicBezTo>
                  <a:pt x="25" y="184"/>
                  <a:pt x="25" y="184"/>
                  <a:pt x="25" y="184"/>
                </a:cubicBezTo>
                <a:cubicBezTo>
                  <a:pt x="53" y="184"/>
                  <a:pt x="53" y="184"/>
                  <a:pt x="53" y="184"/>
                </a:cubicBezTo>
                <a:cubicBezTo>
                  <a:pt x="53" y="160"/>
                  <a:pt x="53" y="160"/>
                  <a:pt x="53" y="160"/>
                </a:cubicBezTo>
                <a:cubicBezTo>
                  <a:pt x="23" y="156"/>
                  <a:pt x="0" y="130"/>
                  <a:pt x="0" y="98"/>
                </a:cubicBezTo>
                <a:cubicBezTo>
                  <a:pt x="0" y="76"/>
                  <a:pt x="0" y="76"/>
                  <a:pt x="0" y="76"/>
                </a:cubicBezTo>
                <a:cubicBezTo>
                  <a:pt x="17" y="76"/>
                  <a:pt x="17" y="76"/>
                  <a:pt x="17" y="76"/>
                </a:cubicBezTo>
                <a:cubicBezTo>
                  <a:pt x="17" y="98"/>
                  <a:pt x="17" y="98"/>
                  <a:pt x="17" y="98"/>
                </a:cubicBezTo>
                <a:cubicBezTo>
                  <a:pt x="17" y="111"/>
                  <a:pt x="22" y="122"/>
                  <a:pt x="30" y="130"/>
                </a:cubicBezTo>
                <a:cubicBezTo>
                  <a:pt x="38" y="139"/>
                  <a:pt x="49" y="144"/>
                  <a:pt x="62" y="144"/>
                </a:cubicBezTo>
                <a:cubicBezTo>
                  <a:pt x="75" y="144"/>
                  <a:pt x="86" y="139"/>
                  <a:pt x="94" y="130"/>
                </a:cubicBezTo>
                <a:cubicBezTo>
                  <a:pt x="102" y="122"/>
                  <a:pt x="105" y="111"/>
                  <a:pt x="105" y="98"/>
                </a:cubicBezTo>
                <a:cubicBezTo>
                  <a:pt x="105" y="76"/>
                  <a:pt x="105" y="76"/>
                  <a:pt x="105" y="76"/>
                </a:cubicBezTo>
                <a:cubicBezTo>
                  <a:pt x="124" y="76"/>
                  <a:pt x="124" y="76"/>
                  <a:pt x="124" y="76"/>
                </a:cubicBezTo>
                <a:cubicBezTo>
                  <a:pt x="124" y="98"/>
                  <a:pt x="124" y="98"/>
                  <a:pt x="124" y="98"/>
                </a:cubicBezTo>
                <a:cubicBezTo>
                  <a:pt x="124" y="130"/>
                  <a:pt x="100" y="156"/>
                  <a:pt x="70" y="160"/>
                </a:cubicBezTo>
                <a:close/>
                <a:moveTo>
                  <a:pt x="63" y="132"/>
                </a:moveTo>
                <a:cubicBezTo>
                  <a:pt x="45" y="132"/>
                  <a:pt x="29" y="116"/>
                  <a:pt x="29" y="97"/>
                </a:cubicBezTo>
                <a:cubicBezTo>
                  <a:pt x="29" y="88"/>
                  <a:pt x="29" y="88"/>
                  <a:pt x="29" y="88"/>
                </a:cubicBezTo>
                <a:cubicBezTo>
                  <a:pt x="77" y="88"/>
                  <a:pt x="77" y="88"/>
                  <a:pt x="77" y="88"/>
                </a:cubicBezTo>
                <a:cubicBezTo>
                  <a:pt x="77" y="80"/>
                  <a:pt x="77" y="80"/>
                  <a:pt x="77" y="80"/>
                </a:cubicBezTo>
                <a:cubicBezTo>
                  <a:pt x="29" y="80"/>
                  <a:pt x="29" y="80"/>
                  <a:pt x="29" y="80"/>
                </a:cubicBezTo>
                <a:cubicBezTo>
                  <a:pt x="29" y="64"/>
                  <a:pt x="29" y="64"/>
                  <a:pt x="29" y="64"/>
                </a:cubicBezTo>
                <a:cubicBezTo>
                  <a:pt x="77" y="64"/>
                  <a:pt x="77" y="64"/>
                  <a:pt x="77" y="64"/>
                </a:cubicBezTo>
                <a:cubicBezTo>
                  <a:pt x="77" y="56"/>
                  <a:pt x="77" y="56"/>
                  <a:pt x="77" y="56"/>
                </a:cubicBezTo>
                <a:cubicBezTo>
                  <a:pt x="29" y="56"/>
                  <a:pt x="29" y="56"/>
                  <a:pt x="29" y="56"/>
                </a:cubicBezTo>
                <a:cubicBezTo>
                  <a:pt x="29" y="44"/>
                  <a:pt x="29" y="44"/>
                  <a:pt x="29" y="44"/>
                </a:cubicBezTo>
                <a:cubicBezTo>
                  <a:pt x="77" y="44"/>
                  <a:pt x="77" y="44"/>
                  <a:pt x="77" y="44"/>
                </a:cubicBezTo>
                <a:cubicBezTo>
                  <a:pt x="77" y="36"/>
                  <a:pt x="77" y="36"/>
                  <a:pt x="77" y="36"/>
                </a:cubicBezTo>
                <a:cubicBezTo>
                  <a:pt x="29" y="36"/>
                  <a:pt x="29" y="36"/>
                  <a:pt x="29" y="36"/>
                </a:cubicBezTo>
                <a:cubicBezTo>
                  <a:pt x="30" y="17"/>
                  <a:pt x="46" y="0"/>
                  <a:pt x="63" y="0"/>
                </a:cubicBezTo>
                <a:cubicBezTo>
                  <a:pt x="82" y="0"/>
                  <a:pt x="97" y="16"/>
                  <a:pt x="97" y="36"/>
                </a:cubicBezTo>
                <a:cubicBezTo>
                  <a:pt x="97" y="97"/>
                  <a:pt x="97" y="97"/>
                  <a:pt x="97" y="97"/>
                </a:cubicBezTo>
                <a:cubicBezTo>
                  <a:pt x="97" y="116"/>
                  <a:pt x="82" y="132"/>
                  <a:pt x="63" y="132"/>
                </a:cubicBezTo>
                <a:close/>
              </a:path>
            </a:pathLst>
          </a:custGeom>
          <a:solidFill>
            <a:srgbClr val="414455"/>
          </a:solidFill>
          <a:ln>
            <a:noFill/>
          </a:ln>
        </p:spPr>
        <p:txBody>
          <a:bodyPr vert="horz" wrap="square" lIns="68562" tIns="34281" rIns="68562" bIns="34281" numCol="1" anchor="t" anchorCtr="0" compatLnSpc="1"/>
          <a:lstStyle/>
          <a:p>
            <a:endParaRPr lang="zh-CN" altLang="en-US" sz="1350"/>
          </a:p>
        </p:txBody>
      </p:sp>
      <p:sp>
        <p:nvSpPr>
          <p:cNvPr id="70" name="Freeform 5"/>
          <p:cNvSpPr/>
          <p:nvPr/>
        </p:nvSpPr>
        <p:spPr bwMode="auto">
          <a:xfrm rot="1855731">
            <a:off x="4217889" y="276408"/>
            <a:ext cx="723793" cy="65258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66"/>
                                        </p:tgtEl>
                                        <p:attrNameLst>
                                          <p:attrName>style.visibility</p:attrName>
                                        </p:attrNameLst>
                                      </p:cBhvr>
                                      <p:to>
                                        <p:strVal val="visible"/>
                                      </p:to>
                                    </p:set>
                                    <p:anim calcmode="lin" valueType="num">
                                      <p:cBhvr>
                                        <p:cTn id="7" dur="500" fill="hold"/>
                                        <p:tgtEl>
                                          <p:spTgt spid="66"/>
                                        </p:tgtEl>
                                        <p:attrNameLst>
                                          <p:attrName>ppt_w</p:attrName>
                                        </p:attrNameLst>
                                      </p:cBhvr>
                                      <p:tavLst>
                                        <p:tav tm="0">
                                          <p:val>
                                            <p:fltVal val="0"/>
                                          </p:val>
                                        </p:tav>
                                        <p:tav tm="100000">
                                          <p:val>
                                            <p:strVal val="#ppt_w"/>
                                          </p:val>
                                        </p:tav>
                                      </p:tavLst>
                                    </p:anim>
                                    <p:anim calcmode="lin" valueType="num">
                                      <p:cBhvr>
                                        <p:cTn id="8" dur="500" fill="hold"/>
                                        <p:tgtEl>
                                          <p:spTgt spid="66"/>
                                        </p:tgtEl>
                                        <p:attrNameLst>
                                          <p:attrName>ppt_h</p:attrName>
                                        </p:attrNameLst>
                                      </p:cBhvr>
                                      <p:tavLst>
                                        <p:tav tm="0">
                                          <p:val>
                                            <p:fltVal val="0"/>
                                          </p:val>
                                        </p:tav>
                                        <p:tav tm="100000">
                                          <p:val>
                                            <p:strVal val="#ppt_h"/>
                                          </p:val>
                                        </p:tav>
                                      </p:tavLst>
                                    </p:anim>
                                    <p:animEffect transition="in" filter="fade">
                                      <p:cBhvr>
                                        <p:cTn id="9" dur="500"/>
                                        <p:tgtEl>
                                          <p:spTgt spid="6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0"/>
                                        </p:tgtEl>
                                        <p:attrNameLst>
                                          <p:attrName>style.visibility</p:attrName>
                                        </p:attrNameLst>
                                      </p:cBhvr>
                                      <p:to>
                                        <p:strVal val="visible"/>
                                      </p:to>
                                    </p:set>
                                    <p:anim calcmode="lin" valueType="num">
                                      <p:cBhvr>
                                        <p:cTn id="12" dur="500" fill="hold"/>
                                        <p:tgtEl>
                                          <p:spTgt spid="70"/>
                                        </p:tgtEl>
                                        <p:attrNameLst>
                                          <p:attrName>ppt_w</p:attrName>
                                        </p:attrNameLst>
                                      </p:cBhvr>
                                      <p:tavLst>
                                        <p:tav tm="0">
                                          <p:val>
                                            <p:fltVal val="0"/>
                                          </p:val>
                                        </p:tav>
                                        <p:tav tm="100000">
                                          <p:val>
                                            <p:strVal val="#ppt_w"/>
                                          </p:val>
                                        </p:tav>
                                      </p:tavLst>
                                    </p:anim>
                                    <p:anim calcmode="lin" valueType="num">
                                      <p:cBhvr>
                                        <p:cTn id="13" dur="500" fill="hold"/>
                                        <p:tgtEl>
                                          <p:spTgt spid="70"/>
                                        </p:tgtEl>
                                        <p:attrNameLst>
                                          <p:attrName>ppt_h</p:attrName>
                                        </p:attrNameLst>
                                      </p:cBhvr>
                                      <p:tavLst>
                                        <p:tav tm="0">
                                          <p:val>
                                            <p:fltVal val="0"/>
                                          </p:val>
                                        </p:tav>
                                        <p:tav tm="100000">
                                          <p:val>
                                            <p:strVal val="#ppt_h"/>
                                          </p:val>
                                        </p:tav>
                                      </p:tavLst>
                                    </p:anim>
                                    <p:animEffect transition="in" filter="fade">
                                      <p:cBhvr>
                                        <p:cTn id="14" dur="500"/>
                                        <p:tgtEl>
                                          <p:spTgt spid="7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9"/>
                                        </p:tgtEl>
                                        <p:attrNameLst>
                                          <p:attrName>style.visibility</p:attrName>
                                        </p:attrNameLst>
                                      </p:cBhvr>
                                      <p:to>
                                        <p:strVal val="visible"/>
                                      </p:to>
                                    </p:set>
                                    <p:anim calcmode="lin" valueType="num">
                                      <p:cBhvr>
                                        <p:cTn id="17" dur="500" fill="hold"/>
                                        <p:tgtEl>
                                          <p:spTgt spid="69"/>
                                        </p:tgtEl>
                                        <p:attrNameLst>
                                          <p:attrName>ppt_w</p:attrName>
                                        </p:attrNameLst>
                                      </p:cBhvr>
                                      <p:tavLst>
                                        <p:tav tm="0">
                                          <p:val>
                                            <p:fltVal val="0"/>
                                          </p:val>
                                        </p:tav>
                                        <p:tav tm="100000">
                                          <p:val>
                                            <p:strVal val="#ppt_w"/>
                                          </p:val>
                                        </p:tav>
                                      </p:tavLst>
                                    </p:anim>
                                    <p:anim calcmode="lin" valueType="num">
                                      <p:cBhvr>
                                        <p:cTn id="18" dur="500" fill="hold"/>
                                        <p:tgtEl>
                                          <p:spTgt spid="69"/>
                                        </p:tgtEl>
                                        <p:attrNameLst>
                                          <p:attrName>ppt_h</p:attrName>
                                        </p:attrNameLst>
                                      </p:cBhvr>
                                      <p:tavLst>
                                        <p:tav tm="0">
                                          <p:val>
                                            <p:fltVal val="0"/>
                                          </p:val>
                                        </p:tav>
                                        <p:tav tm="100000">
                                          <p:val>
                                            <p:strVal val="#ppt_h"/>
                                          </p:val>
                                        </p:tav>
                                      </p:tavLst>
                                    </p:anim>
                                    <p:animEffect transition="in" filter="fade">
                                      <p:cBhvr>
                                        <p:cTn id="19" dur="500"/>
                                        <p:tgtEl>
                                          <p:spTgt spid="69"/>
                                        </p:tgtEl>
                                      </p:cBhvr>
                                    </p:animEffect>
                                  </p:childTnLst>
                                </p:cTn>
                              </p:par>
                            </p:childTnLst>
                          </p:cTn>
                        </p:par>
                        <p:par>
                          <p:cTn id="20" fill="hold">
                            <p:stCondLst>
                              <p:cond delay="500"/>
                            </p:stCondLst>
                            <p:childTnLst>
                              <p:par>
                                <p:cTn id="21" presetID="16" presetClass="entr" presetSubtype="37"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arn(outVertical)">
                                      <p:cBhvr>
                                        <p:cTn id="23" dur="500"/>
                                        <p:tgtEl>
                                          <p:spTgt spid="8"/>
                                        </p:tgtEl>
                                      </p:cBhvr>
                                    </p:animEffect>
                                  </p:childTnLst>
                                </p:cTn>
                              </p:par>
                            </p:childTnLst>
                          </p:cTn>
                        </p:par>
                        <p:par>
                          <p:cTn id="24" fill="hold">
                            <p:stCondLst>
                              <p:cond delay="1000"/>
                            </p:stCondLst>
                            <p:childTnLst>
                              <p:par>
                                <p:cTn id="25" presetID="2" presetClass="entr" presetSubtype="4"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52" presetClass="entr" presetSubtype="0" fill="hold" grpId="0" nodeType="withEffect">
                                  <p:stCondLst>
                                    <p:cond delay="500"/>
                                  </p:stCondLst>
                                  <p:iterate type="lt">
                                    <p:tmPct val="10000"/>
                                  </p:iterate>
                                  <p:childTnLst>
                                    <p:set>
                                      <p:cBhvr>
                                        <p:cTn id="30" dur="1" fill="hold">
                                          <p:stCondLst>
                                            <p:cond delay="0"/>
                                          </p:stCondLst>
                                        </p:cTn>
                                        <p:tgtEl>
                                          <p:spTgt spid="10"/>
                                        </p:tgtEl>
                                        <p:attrNameLst>
                                          <p:attrName>style.visibility</p:attrName>
                                        </p:attrNameLst>
                                      </p:cBhvr>
                                      <p:to>
                                        <p:strVal val="visible"/>
                                      </p:to>
                                    </p:set>
                                    <p:animScale>
                                      <p:cBhvr>
                                        <p:cTn id="31" dur="1000" decel="50000" fill="hold">
                                          <p:stCondLst>
                                            <p:cond delay="0"/>
                                          </p:stCondLst>
                                        </p:cTn>
                                        <p:tgtEl>
                                          <p:spTgt spid="1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2" dur="1000" decel="50000" fill="hold">
                                          <p:stCondLst>
                                            <p:cond delay="0"/>
                                          </p:stCondLst>
                                        </p:cTn>
                                        <p:tgtEl>
                                          <p:spTgt spid="10"/>
                                        </p:tgtEl>
                                        <p:attrNameLst>
                                          <p:attrName>ppt_x</p:attrName>
                                          <p:attrName>ppt_y</p:attrName>
                                        </p:attrNameLst>
                                      </p:cBhvr>
                                    </p:animMotion>
                                    <p:animEffect transition="in" filter="fade">
                                      <p:cBhvr>
                                        <p:cTn id="33" dur="1000"/>
                                        <p:tgtEl>
                                          <p:spTgt spid="10"/>
                                        </p:tgtEl>
                                      </p:cBhvr>
                                    </p:animEffect>
                                  </p:childTnLst>
                                </p:cTn>
                              </p:par>
                              <p:par>
                                <p:cTn id="34" presetID="22" presetClass="entr" presetSubtype="8" fill="hold" nodeType="withEffect">
                                  <p:stCondLst>
                                    <p:cond delay="100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par>
                                <p:cTn id="37" presetID="2" presetClass="entr" presetSubtype="12" fill="hold" nodeType="withEffect">
                                  <p:stCondLst>
                                    <p:cond delay="50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0-#ppt_w/2"/>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par>
                                <p:cTn id="41" presetID="45" presetClass="entr" presetSubtype="0" fill="hold" grpId="0" nodeType="withEffect">
                                  <p:stCondLst>
                                    <p:cond delay="100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2000"/>
                                        <p:tgtEl>
                                          <p:spTgt spid="20"/>
                                        </p:tgtEl>
                                      </p:cBhvr>
                                    </p:animEffect>
                                    <p:anim calcmode="lin" valueType="num">
                                      <p:cBhvr>
                                        <p:cTn id="44" dur="2000" fill="hold"/>
                                        <p:tgtEl>
                                          <p:spTgt spid="20"/>
                                        </p:tgtEl>
                                        <p:attrNameLst>
                                          <p:attrName>ppt_w</p:attrName>
                                        </p:attrNameLst>
                                      </p:cBhvr>
                                      <p:tavLst>
                                        <p:tav tm="0" fmla="#ppt_w*sin(2.5*pi*$)">
                                          <p:val>
                                            <p:fltVal val="0"/>
                                          </p:val>
                                        </p:tav>
                                        <p:tav tm="100000">
                                          <p:val>
                                            <p:fltVal val="1"/>
                                          </p:val>
                                        </p:tav>
                                      </p:tavLst>
                                    </p:anim>
                                    <p:anim calcmode="lin" valueType="num">
                                      <p:cBhvr>
                                        <p:cTn id="45" dur="2000" fill="hold"/>
                                        <p:tgtEl>
                                          <p:spTgt spid="20"/>
                                        </p:tgtEl>
                                        <p:attrNameLst>
                                          <p:attrName>ppt_h</p:attrName>
                                        </p:attrNameLst>
                                      </p:cBhvr>
                                      <p:tavLst>
                                        <p:tav tm="0">
                                          <p:val>
                                            <p:strVal val="#ppt_h"/>
                                          </p:val>
                                        </p:tav>
                                        <p:tav tm="100000">
                                          <p:val>
                                            <p:strVal val="#ppt_h"/>
                                          </p:val>
                                        </p:tav>
                                      </p:tavLst>
                                    </p:anim>
                                  </p:childTnLst>
                                </p:cTn>
                              </p:par>
                              <p:par>
                                <p:cTn id="46" presetID="2" presetClass="entr" presetSubtype="12" fill="hold" nodeType="withEffect">
                                  <p:stCondLst>
                                    <p:cond delay="500"/>
                                  </p:stCondLst>
                                  <p:childTnLst>
                                    <p:set>
                                      <p:cBhvr>
                                        <p:cTn id="47" dur="1" fill="hold">
                                          <p:stCondLst>
                                            <p:cond delay="0"/>
                                          </p:stCondLst>
                                        </p:cTn>
                                        <p:tgtEl>
                                          <p:spTgt spid="21"/>
                                        </p:tgtEl>
                                        <p:attrNameLst>
                                          <p:attrName>style.visibility</p:attrName>
                                        </p:attrNameLst>
                                      </p:cBhvr>
                                      <p:to>
                                        <p:strVal val="visible"/>
                                      </p:to>
                                    </p:set>
                                    <p:anim calcmode="lin" valueType="num">
                                      <p:cBhvr additive="base">
                                        <p:cTn id="48" dur="500" fill="hold"/>
                                        <p:tgtEl>
                                          <p:spTgt spid="21"/>
                                        </p:tgtEl>
                                        <p:attrNameLst>
                                          <p:attrName>ppt_x</p:attrName>
                                        </p:attrNameLst>
                                      </p:cBhvr>
                                      <p:tavLst>
                                        <p:tav tm="0">
                                          <p:val>
                                            <p:strVal val="0-#ppt_w/2"/>
                                          </p:val>
                                        </p:tav>
                                        <p:tav tm="100000">
                                          <p:val>
                                            <p:strVal val="#ppt_x"/>
                                          </p:val>
                                        </p:tav>
                                      </p:tavLst>
                                    </p:anim>
                                    <p:anim calcmode="lin" valueType="num">
                                      <p:cBhvr additive="base">
                                        <p:cTn id="49" dur="500" fill="hold"/>
                                        <p:tgtEl>
                                          <p:spTgt spid="21"/>
                                        </p:tgtEl>
                                        <p:attrNameLst>
                                          <p:attrName>ppt_y</p:attrName>
                                        </p:attrNameLst>
                                      </p:cBhvr>
                                      <p:tavLst>
                                        <p:tav tm="0">
                                          <p:val>
                                            <p:strVal val="1+#ppt_h/2"/>
                                          </p:val>
                                        </p:tav>
                                        <p:tav tm="100000">
                                          <p:val>
                                            <p:strVal val="#ppt_y"/>
                                          </p:val>
                                        </p:tav>
                                      </p:tavLst>
                                    </p:anim>
                                  </p:childTnLst>
                                </p:cTn>
                              </p:par>
                              <p:par>
                                <p:cTn id="50" presetID="45" presetClass="entr" presetSubtype="0" fill="hold" grpId="0" nodeType="withEffect">
                                  <p:stCondLst>
                                    <p:cond delay="1000"/>
                                  </p:stCondLst>
                                  <p:childTnLst>
                                    <p:set>
                                      <p:cBhvr>
                                        <p:cTn id="51" dur="1" fill="hold">
                                          <p:stCondLst>
                                            <p:cond delay="0"/>
                                          </p:stCondLst>
                                        </p:cTn>
                                        <p:tgtEl>
                                          <p:spTgt spid="39"/>
                                        </p:tgtEl>
                                        <p:attrNameLst>
                                          <p:attrName>style.visibility</p:attrName>
                                        </p:attrNameLst>
                                      </p:cBhvr>
                                      <p:to>
                                        <p:strVal val="visible"/>
                                      </p:to>
                                    </p:set>
                                    <p:animEffect transition="in" filter="fade">
                                      <p:cBhvr>
                                        <p:cTn id="52" dur="2000"/>
                                        <p:tgtEl>
                                          <p:spTgt spid="39"/>
                                        </p:tgtEl>
                                      </p:cBhvr>
                                    </p:animEffect>
                                    <p:anim calcmode="lin" valueType="num">
                                      <p:cBhvr>
                                        <p:cTn id="53" dur="2000" fill="hold"/>
                                        <p:tgtEl>
                                          <p:spTgt spid="39"/>
                                        </p:tgtEl>
                                        <p:attrNameLst>
                                          <p:attrName>ppt_w</p:attrName>
                                        </p:attrNameLst>
                                      </p:cBhvr>
                                      <p:tavLst>
                                        <p:tav tm="0" fmla="#ppt_w*sin(2.5*pi*$)">
                                          <p:val>
                                            <p:fltVal val="0"/>
                                          </p:val>
                                        </p:tav>
                                        <p:tav tm="100000">
                                          <p:val>
                                            <p:fltVal val="1"/>
                                          </p:val>
                                        </p:tav>
                                      </p:tavLst>
                                    </p:anim>
                                    <p:anim calcmode="lin" valueType="num">
                                      <p:cBhvr>
                                        <p:cTn id="54" dur="2000" fill="hold"/>
                                        <p:tgtEl>
                                          <p:spTgt spid="39"/>
                                        </p:tgtEl>
                                        <p:attrNameLst>
                                          <p:attrName>ppt_h</p:attrName>
                                        </p:attrNameLst>
                                      </p:cBhvr>
                                      <p:tavLst>
                                        <p:tav tm="0">
                                          <p:val>
                                            <p:strVal val="#ppt_h"/>
                                          </p:val>
                                        </p:tav>
                                        <p:tav tm="100000">
                                          <p:val>
                                            <p:strVal val="#ppt_h"/>
                                          </p:val>
                                        </p:tav>
                                      </p:tavLst>
                                    </p:anim>
                                  </p:childTnLst>
                                </p:cTn>
                              </p:par>
                              <p:par>
                                <p:cTn id="55" presetID="2" presetClass="entr" presetSubtype="12" fill="hold" nodeType="withEffect">
                                  <p:stCondLst>
                                    <p:cond delay="500"/>
                                  </p:stCondLst>
                                  <p:childTnLst>
                                    <p:set>
                                      <p:cBhvr>
                                        <p:cTn id="56" dur="1" fill="hold">
                                          <p:stCondLst>
                                            <p:cond delay="0"/>
                                          </p:stCondLst>
                                        </p:cTn>
                                        <p:tgtEl>
                                          <p:spTgt spid="40"/>
                                        </p:tgtEl>
                                        <p:attrNameLst>
                                          <p:attrName>style.visibility</p:attrName>
                                        </p:attrNameLst>
                                      </p:cBhvr>
                                      <p:to>
                                        <p:strVal val="visible"/>
                                      </p:to>
                                    </p:set>
                                    <p:anim calcmode="lin" valueType="num">
                                      <p:cBhvr additive="base">
                                        <p:cTn id="57" dur="500" fill="hold"/>
                                        <p:tgtEl>
                                          <p:spTgt spid="40"/>
                                        </p:tgtEl>
                                        <p:attrNameLst>
                                          <p:attrName>ppt_x</p:attrName>
                                        </p:attrNameLst>
                                      </p:cBhvr>
                                      <p:tavLst>
                                        <p:tav tm="0">
                                          <p:val>
                                            <p:strVal val="0-#ppt_w/2"/>
                                          </p:val>
                                        </p:tav>
                                        <p:tav tm="100000">
                                          <p:val>
                                            <p:strVal val="#ppt_x"/>
                                          </p:val>
                                        </p:tav>
                                      </p:tavLst>
                                    </p:anim>
                                    <p:anim calcmode="lin" valueType="num">
                                      <p:cBhvr additive="base">
                                        <p:cTn id="58" dur="500" fill="hold"/>
                                        <p:tgtEl>
                                          <p:spTgt spid="40"/>
                                        </p:tgtEl>
                                        <p:attrNameLst>
                                          <p:attrName>ppt_y</p:attrName>
                                        </p:attrNameLst>
                                      </p:cBhvr>
                                      <p:tavLst>
                                        <p:tav tm="0">
                                          <p:val>
                                            <p:strVal val="1+#ppt_h/2"/>
                                          </p:val>
                                        </p:tav>
                                        <p:tav tm="100000">
                                          <p:val>
                                            <p:strVal val="#ppt_y"/>
                                          </p:val>
                                        </p:tav>
                                      </p:tavLst>
                                    </p:anim>
                                  </p:childTnLst>
                                </p:cTn>
                              </p:par>
                              <p:par>
                                <p:cTn id="59" presetID="2" presetClass="entr" presetSubtype="12" fill="hold" nodeType="withEffect">
                                  <p:stCondLst>
                                    <p:cond delay="500"/>
                                  </p:stCondLst>
                                  <p:childTnLst>
                                    <p:set>
                                      <p:cBhvr>
                                        <p:cTn id="60" dur="1" fill="hold">
                                          <p:stCondLst>
                                            <p:cond delay="0"/>
                                          </p:stCondLst>
                                        </p:cTn>
                                        <p:tgtEl>
                                          <p:spTgt spid="45"/>
                                        </p:tgtEl>
                                        <p:attrNameLst>
                                          <p:attrName>style.visibility</p:attrName>
                                        </p:attrNameLst>
                                      </p:cBhvr>
                                      <p:to>
                                        <p:strVal val="visible"/>
                                      </p:to>
                                    </p:set>
                                    <p:anim calcmode="lin" valueType="num">
                                      <p:cBhvr additive="base">
                                        <p:cTn id="61" dur="500" fill="hold"/>
                                        <p:tgtEl>
                                          <p:spTgt spid="45"/>
                                        </p:tgtEl>
                                        <p:attrNameLst>
                                          <p:attrName>ppt_x</p:attrName>
                                        </p:attrNameLst>
                                      </p:cBhvr>
                                      <p:tavLst>
                                        <p:tav tm="0">
                                          <p:val>
                                            <p:strVal val="0-#ppt_w/2"/>
                                          </p:val>
                                        </p:tav>
                                        <p:tav tm="100000">
                                          <p:val>
                                            <p:strVal val="#ppt_x"/>
                                          </p:val>
                                        </p:tav>
                                      </p:tavLst>
                                    </p:anim>
                                    <p:anim calcmode="lin" valueType="num">
                                      <p:cBhvr additive="base">
                                        <p:cTn id="62" dur="500" fill="hold"/>
                                        <p:tgtEl>
                                          <p:spTgt spid="45"/>
                                        </p:tgtEl>
                                        <p:attrNameLst>
                                          <p:attrName>ppt_y</p:attrName>
                                        </p:attrNameLst>
                                      </p:cBhvr>
                                      <p:tavLst>
                                        <p:tav tm="0">
                                          <p:val>
                                            <p:strVal val="1+#ppt_h/2"/>
                                          </p:val>
                                        </p:tav>
                                        <p:tav tm="100000">
                                          <p:val>
                                            <p:strVal val="#ppt_y"/>
                                          </p:val>
                                        </p:tav>
                                      </p:tavLst>
                                    </p:anim>
                                  </p:childTnLst>
                                </p:cTn>
                              </p:par>
                              <p:par>
                                <p:cTn id="63" presetID="2" presetClass="entr" presetSubtype="12" fill="hold" nodeType="withEffect">
                                  <p:stCondLst>
                                    <p:cond delay="500"/>
                                  </p:stCondLst>
                                  <p:childTnLst>
                                    <p:set>
                                      <p:cBhvr>
                                        <p:cTn id="64" dur="1" fill="hold">
                                          <p:stCondLst>
                                            <p:cond delay="0"/>
                                          </p:stCondLst>
                                        </p:cTn>
                                        <p:tgtEl>
                                          <p:spTgt spid="55"/>
                                        </p:tgtEl>
                                        <p:attrNameLst>
                                          <p:attrName>style.visibility</p:attrName>
                                        </p:attrNameLst>
                                      </p:cBhvr>
                                      <p:to>
                                        <p:strVal val="visible"/>
                                      </p:to>
                                    </p:set>
                                    <p:anim calcmode="lin" valueType="num">
                                      <p:cBhvr additive="base">
                                        <p:cTn id="65" dur="500" fill="hold"/>
                                        <p:tgtEl>
                                          <p:spTgt spid="55"/>
                                        </p:tgtEl>
                                        <p:attrNameLst>
                                          <p:attrName>ppt_x</p:attrName>
                                        </p:attrNameLst>
                                      </p:cBhvr>
                                      <p:tavLst>
                                        <p:tav tm="0">
                                          <p:val>
                                            <p:strVal val="0-#ppt_w/2"/>
                                          </p:val>
                                        </p:tav>
                                        <p:tav tm="100000">
                                          <p:val>
                                            <p:strVal val="#ppt_x"/>
                                          </p:val>
                                        </p:tav>
                                      </p:tavLst>
                                    </p:anim>
                                    <p:anim calcmode="lin" valueType="num">
                                      <p:cBhvr additive="base">
                                        <p:cTn id="66" dur="500" fill="hold"/>
                                        <p:tgtEl>
                                          <p:spTgt spid="55"/>
                                        </p:tgtEl>
                                        <p:attrNameLst>
                                          <p:attrName>ppt_y</p:attrName>
                                        </p:attrNameLst>
                                      </p:cBhvr>
                                      <p:tavLst>
                                        <p:tav tm="0">
                                          <p:val>
                                            <p:strVal val="1+#ppt_h/2"/>
                                          </p:val>
                                        </p:tav>
                                        <p:tav tm="100000">
                                          <p:val>
                                            <p:strVal val="#ppt_y"/>
                                          </p:val>
                                        </p:tav>
                                      </p:tavLst>
                                    </p:anim>
                                  </p:childTnLst>
                                </p:cTn>
                              </p:par>
                              <p:par>
                                <p:cTn id="67" presetID="45" presetClass="entr" presetSubtype="0" fill="hold" nodeType="withEffect">
                                  <p:stCondLst>
                                    <p:cond delay="1000"/>
                                  </p:stCondLst>
                                  <p:childTnLst>
                                    <p:set>
                                      <p:cBhvr>
                                        <p:cTn id="68" dur="1" fill="hold">
                                          <p:stCondLst>
                                            <p:cond delay="0"/>
                                          </p:stCondLst>
                                        </p:cTn>
                                        <p:tgtEl>
                                          <p:spTgt spid="60"/>
                                        </p:tgtEl>
                                        <p:attrNameLst>
                                          <p:attrName>style.visibility</p:attrName>
                                        </p:attrNameLst>
                                      </p:cBhvr>
                                      <p:to>
                                        <p:strVal val="visible"/>
                                      </p:to>
                                    </p:set>
                                    <p:animEffect transition="in" filter="fade">
                                      <p:cBhvr>
                                        <p:cTn id="69" dur="2000"/>
                                        <p:tgtEl>
                                          <p:spTgt spid="60"/>
                                        </p:tgtEl>
                                      </p:cBhvr>
                                    </p:animEffect>
                                    <p:anim calcmode="lin" valueType="num">
                                      <p:cBhvr>
                                        <p:cTn id="70" dur="2000" fill="hold"/>
                                        <p:tgtEl>
                                          <p:spTgt spid="60"/>
                                        </p:tgtEl>
                                        <p:attrNameLst>
                                          <p:attrName>ppt_w</p:attrName>
                                        </p:attrNameLst>
                                      </p:cBhvr>
                                      <p:tavLst>
                                        <p:tav tm="0" fmla="#ppt_w*sin(2.5*pi*$)">
                                          <p:val>
                                            <p:fltVal val="0"/>
                                          </p:val>
                                        </p:tav>
                                        <p:tav tm="100000">
                                          <p:val>
                                            <p:fltVal val="1"/>
                                          </p:val>
                                        </p:tav>
                                      </p:tavLst>
                                    </p:anim>
                                    <p:anim calcmode="lin" valueType="num">
                                      <p:cBhvr>
                                        <p:cTn id="71" dur="2000" fill="hold"/>
                                        <p:tgtEl>
                                          <p:spTgt spid="60"/>
                                        </p:tgtEl>
                                        <p:attrNameLst>
                                          <p:attrName>ppt_h</p:attrName>
                                        </p:attrNameLst>
                                      </p:cBhvr>
                                      <p:tavLst>
                                        <p:tav tm="0">
                                          <p:val>
                                            <p:strVal val="#ppt_h"/>
                                          </p:val>
                                        </p:tav>
                                        <p:tav tm="100000">
                                          <p:val>
                                            <p:strVal val="#ppt_h"/>
                                          </p:val>
                                        </p:tav>
                                      </p:tavLst>
                                    </p:anim>
                                  </p:childTnLst>
                                </p:cTn>
                              </p:par>
                              <p:par>
                                <p:cTn id="72" presetID="45" presetClass="entr" presetSubtype="0" fill="hold" grpId="0" nodeType="withEffect">
                                  <p:stCondLst>
                                    <p:cond delay="1000"/>
                                  </p:stCondLst>
                                  <p:childTnLst>
                                    <p:set>
                                      <p:cBhvr>
                                        <p:cTn id="73" dur="1" fill="hold">
                                          <p:stCondLst>
                                            <p:cond delay="0"/>
                                          </p:stCondLst>
                                        </p:cTn>
                                        <p:tgtEl>
                                          <p:spTgt spid="64"/>
                                        </p:tgtEl>
                                        <p:attrNameLst>
                                          <p:attrName>style.visibility</p:attrName>
                                        </p:attrNameLst>
                                      </p:cBhvr>
                                      <p:to>
                                        <p:strVal val="visible"/>
                                      </p:to>
                                    </p:set>
                                    <p:animEffect transition="in" filter="fade">
                                      <p:cBhvr>
                                        <p:cTn id="74" dur="2000"/>
                                        <p:tgtEl>
                                          <p:spTgt spid="64"/>
                                        </p:tgtEl>
                                      </p:cBhvr>
                                    </p:animEffect>
                                    <p:anim calcmode="lin" valueType="num">
                                      <p:cBhvr>
                                        <p:cTn id="75" dur="2000" fill="hold"/>
                                        <p:tgtEl>
                                          <p:spTgt spid="64"/>
                                        </p:tgtEl>
                                        <p:attrNameLst>
                                          <p:attrName>ppt_w</p:attrName>
                                        </p:attrNameLst>
                                      </p:cBhvr>
                                      <p:tavLst>
                                        <p:tav tm="0" fmla="#ppt_w*sin(2.5*pi*$)">
                                          <p:val>
                                            <p:fltVal val="0"/>
                                          </p:val>
                                        </p:tav>
                                        <p:tav tm="100000">
                                          <p:val>
                                            <p:fltVal val="1"/>
                                          </p:val>
                                        </p:tav>
                                      </p:tavLst>
                                    </p:anim>
                                    <p:anim calcmode="lin" valueType="num">
                                      <p:cBhvr>
                                        <p:cTn id="76" dur="2000" fill="hold"/>
                                        <p:tgtEl>
                                          <p:spTgt spid="64"/>
                                        </p:tgtEl>
                                        <p:attrNameLst>
                                          <p:attrName>ppt_h</p:attrName>
                                        </p:attrNameLst>
                                      </p:cBhvr>
                                      <p:tavLst>
                                        <p:tav tm="0">
                                          <p:val>
                                            <p:strVal val="#ppt_h"/>
                                          </p:val>
                                        </p:tav>
                                        <p:tav tm="100000">
                                          <p:val>
                                            <p:strVal val="#ppt_h"/>
                                          </p:val>
                                        </p:tav>
                                      </p:tavLst>
                                    </p:anim>
                                  </p:childTnLst>
                                </p:cTn>
                              </p:par>
                              <p:par>
                                <p:cTn id="77" presetID="45" presetClass="entr" presetSubtype="0" fill="hold" grpId="0" nodeType="withEffect">
                                  <p:stCondLst>
                                    <p:cond delay="1000"/>
                                  </p:stCondLst>
                                  <p:childTnLst>
                                    <p:set>
                                      <p:cBhvr>
                                        <p:cTn id="78" dur="1" fill="hold">
                                          <p:stCondLst>
                                            <p:cond delay="0"/>
                                          </p:stCondLst>
                                        </p:cTn>
                                        <p:tgtEl>
                                          <p:spTgt spid="65"/>
                                        </p:tgtEl>
                                        <p:attrNameLst>
                                          <p:attrName>style.visibility</p:attrName>
                                        </p:attrNameLst>
                                      </p:cBhvr>
                                      <p:to>
                                        <p:strVal val="visible"/>
                                      </p:to>
                                    </p:set>
                                    <p:animEffect transition="in" filter="fade">
                                      <p:cBhvr>
                                        <p:cTn id="79" dur="2000"/>
                                        <p:tgtEl>
                                          <p:spTgt spid="65"/>
                                        </p:tgtEl>
                                      </p:cBhvr>
                                    </p:animEffect>
                                    <p:anim calcmode="lin" valueType="num">
                                      <p:cBhvr>
                                        <p:cTn id="80" dur="2000" fill="hold"/>
                                        <p:tgtEl>
                                          <p:spTgt spid="65"/>
                                        </p:tgtEl>
                                        <p:attrNameLst>
                                          <p:attrName>ppt_w</p:attrName>
                                        </p:attrNameLst>
                                      </p:cBhvr>
                                      <p:tavLst>
                                        <p:tav tm="0" fmla="#ppt_w*sin(2.5*pi*$)">
                                          <p:val>
                                            <p:fltVal val="0"/>
                                          </p:val>
                                        </p:tav>
                                        <p:tav tm="100000">
                                          <p:val>
                                            <p:fltVal val="1"/>
                                          </p:val>
                                        </p:tav>
                                      </p:tavLst>
                                    </p:anim>
                                    <p:anim calcmode="lin" valueType="num">
                                      <p:cBhvr>
                                        <p:cTn id="81" dur="2000" fill="hold"/>
                                        <p:tgtEl>
                                          <p:spTgt spid="6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bldLvl="0" animBg="1"/>
      <p:bldP spid="10" grpId="0"/>
      <p:bldP spid="20" grpId="0" bldLvl="0" animBg="1"/>
      <p:bldP spid="39" grpId="0" bldLvl="0" animBg="1"/>
      <p:bldP spid="64" grpId="0" bldLvl="0" animBg="1"/>
      <p:bldP spid="65" grpId="0" bldLvl="0" animBg="1"/>
      <p:bldP spid="69" grpId="0" bldLvl="0" animBg="1"/>
      <p:bldP spid="70"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6995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学习目标</a:t>
            </a:r>
            <a:r>
              <a:rPr lang="en-US" altLang="zh-CN" sz="2400" spc="300" dirty="0">
                <a:latin typeface="微软雅黑" panose="020B0503020204020204" pitchFamily="34" charset="-122"/>
                <a:ea typeface="微软雅黑" panose="020B0503020204020204" pitchFamily="34" charset="-122"/>
              </a:rPr>
              <a:t> </a:t>
            </a:r>
            <a:endParaRPr lang="zh-CN" altLang="en-US" sz="2400" spc="300" dirty="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366563"/>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理解成本的概念、经济内涵和特点；了解成本的分类。</a:t>
            </a:r>
          </a:p>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掌握软件成本的构成，以及测算的影响因素分析。</a:t>
            </a:r>
          </a:p>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掌握</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功能分解法</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Delphi</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法、影响因子法、</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COCOMO</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、类比法，求解软件成本和工期。</a:t>
            </a:r>
          </a:p>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掌握直线折旧、加速折旧法</a:t>
            </a:r>
          </a:p>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理解价值工程分析过程，及确定价值分析的考察对象的方法：价值系数法和</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ABC</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法。</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挣值管理</a:t>
            </a:r>
          </a:p>
        </p:txBody>
      </p:sp>
    </p:spTree>
    <p:extLst>
      <p:ext uri="{BB962C8B-B14F-4D97-AF65-F5344CB8AC3E}">
        <p14:creationId xmlns:p14="http://schemas.microsoft.com/office/powerpoint/2010/main" val="228294042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6995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学习目标</a:t>
            </a:r>
            <a:r>
              <a:rPr lang="en-US" altLang="zh-CN" sz="2400" spc="300" dirty="0">
                <a:latin typeface="微软雅黑" panose="020B0503020204020204" pitchFamily="34" charset="-122"/>
                <a:ea typeface="微软雅黑" panose="020B0503020204020204" pitchFamily="34" charset="-122"/>
              </a:rPr>
              <a:t> </a:t>
            </a:r>
            <a:endParaRPr lang="zh-CN" altLang="en-US" sz="2400" spc="300" dirty="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2456"/>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3.1 </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软件的成本构成及其影响因素分析</a:t>
            </a: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3.2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软件成本与工期的测算方法</a:t>
            </a: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3.3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软件成本与价值工程分析 </a:t>
            </a: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3.4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软件产品的定价与营销</a:t>
            </a:r>
          </a:p>
        </p:txBody>
      </p:sp>
    </p:spTree>
    <p:extLst>
      <p:ext uri="{BB962C8B-B14F-4D97-AF65-F5344CB8AC3E}">
        <p14:creationId xmlns:p14="http://schemas.microsoft.com/office/powerpoint/2010/main" val="319609212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05967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3.1 </a:t>
            </a:r>
            <a:r>
              <a:rPr lang="zh-CN" altLang="en-US" sz="2400" spc="300" dirty="0">
                <a:latin typeface="微软雅黑" panose="020B0503020204020204" pitchFamily="34" charset="-122"/>
                <a:ea typeface="微软雅黑" panose="020B0503020204020204" pitchFamily="34" charset="-122"/>
              </a:rPr>
              <a:t>软件的成本构成及其影响因素分析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4345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成本</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(Cost)</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：是取得各项生产要素、商品或劳务以及为实现特定经济目的而发生的费用。</a:t>
            </a:r>
          </a:p>
          <a:p>
            <a:pPr marL="285750" indent="-28575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、成本的经济内容</a:t>
            </a:r>
          </a:p>
          <a:p>
            <a:pPr marL="742950" lvl="1" indent="-28575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劳动资料方面的消耗（固定资产折旧费、电费、修理费）</a:t>
            </a:r>
          </a:p>
          <a:p>
            <a:pPr marL="742950" lvl="1" indent="-28575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劳动对象方面的消耗（耗材、材料仓储运输费）</a:t>
            </a:r>
          </a:p>
          <a:p>
            <a:pPr marL="742950" lvl="1" indent="-28575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人工方面的消费的消耗（工资、福利、保险）</a:t>
            </a:r>
          </a:p>
        </p:txBody>
      </p:sp>
    </p:spTree>
    <p:extLst>
      <p:ext uri="{BB962C8B-B14F-4D97-AF65-F5344CB8AC3E}">
        <p14:creationId xmlns:p14="http://schemas.microsoft.com/office/powerpoint/2010/main" val="298100603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05967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3.1 </a:t>
            </a:r>
            <a:r>
              <a:rPr lang="zh-CN" altLang="en-US" sz="2400" spc="300" dirty="0">
                <a:latin typeface="微软雅黑" panose="020B0503020204020204" pitchFamily="34" charset="-122"/>
                <a:ea typeface="微软雅黑" panose="020B0503020204020204" pitchFamily="34" charset="-122"/>
              </a:rPr>
              <a:t>软件的成本构成及其影响因素分析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89948"/>
          </a:xfrm>
          <a:prstGeom prst="rect">
            <a:avLst/>
          </a:prstGeom>
        </p:spPr>
        <p:txBody>
          <a:bodyPr wrap="square">
            <a:spAutoFit/>
          </a:bodyPr>
          <a:lstStyle/>
          <a:p>
            <a:pPr algn="just">
              <a:lnSpc>
                <a:spcPct val="150000"/>
              </a:lnSpc>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、成本特点</a:t>
            </a:r>
          </a:p>
          <a:p>
            <a:pPr algn="just">
              <a:lnSpc>
                <a:spcPct val="150000"/>
              </a:lnSpc>
            </a:pP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消耗性</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：成本的消耗性特征决定了企业的基本目标是降低成本，节约经济资源，实现“内涵扩大再生产”方式。</a:t>
            </a:r>
          </a:p>
          <a:p>
            <a:pPr algn="just">
              <a:lnSpc>
                <a:spcPct val="150000"/>
              </a:lnSpc>
            </a:pP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补偿性</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：成本应作为定价的最低界限，且成本的高低决定着产品竞争及获取利润的关键</a:t>
            </a:r>
          </a:p>
          <a:p>
            <a:pPr algn="just">
              <a:lnSpc>
                <a:spcPct val="150000"/>
              </a:lnSpc>
            </a:pP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目的性</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：成本的具体构成及其量值大小取决于企业所欲实现的目标</a:t>
            </a:r>
          </a:p>
          <a:p>
            <a:pPr algn="just">
              <a:lnSpc>
                <a:spcPct val="150000"/>
              </a:lnSpc>
            </a:pP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综合性</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：成本的高低将受到企业经营的各项活动及相关因素的影响。</a:t>
            </a:r>
          </a:p>
          <a:p>
            <a:pPr algn="just">
              <a:lnSpc>
                <a:spcPct val="150000"/>
              </a:lnSpc>
            </a:pP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代偿性</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：由于成本构成的综合性（多面性），使得成本的许多构成要素之间存在着一定的代偿性。</a:t>
            </a:r>
          </a:p>
        </p:txBody>
      </p:sp>
    </p:spTree>
    <p:extLst>
      <p:ext uri="{BB962C8B-B14F-4D97-AF65-F5344CB8AC3E}">
        <p14:creationId xmlns:p14="http://schemas.microsoft.com/office/powerpoint/2010/main" val="4083904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05967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3.1 </a:t>
            </a:r>
            <a:r>
              <a:rPr lang="zh-CN" altLang="en-US" sz="2400" spc="300" dirty="0">
                <a:latin typeface="微软雅黑" panose="020B0503020204020204" pitchFamily="34" charset="-122"/>
                <a:ea typeface="微软雅黑" panose="020B0503020204020204" pitchFamily="34" charset="-122"/>
              </a:rPr>
              <a:t>软件的成本构成及其影响因素分析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762508"/>
            <a:ext cx="7920338" cy="264040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、成本分类</a:t>
            </a:r>
          </a:p>
          <a:p>
            <a:pPr marL="285750"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按照企业主要</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经营活动</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分类：</a:t>
            </a:r>
          </a:p>
          <a:p>
            <a:pPr marL="742950" lvl="1"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研究与开发成本</a:t>
            </a:r>
          </a:p>
          <a:p>
            <a:pPr marL="742950" lvl="1"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采购成本</a:t>
            </a:r>
          </a:p>
          <a:p>
            <a:pPr marL="742950" lvl="1"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生产成本</a:t>
            </a:r>
          </a:p>
          <a:p>
            <a:pPr marL="742950" lvl="1"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经营成本</a:t>
            </a:r>
          </a:p>
          <a:p>
            <a:pPr marL="742950" lvl="1"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管理成本</a:t>
            </a:r>
          </a:p>
        </p:txBody>
      </p:sp>
    </p:spTree>
    <p:extLst>
      <p:ext uri="{BB962C8B-B14F-4D97-AF65-F5344CB8AC3E}">
        <p14:creationId xmlns:p14="http://schemas.microsoft.com/office/powerpoint/2010/main" val="139734422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oup 29">
            <a:extLst>
              <a:ext uri="{FF2B5EF4-FFF2-40B4-BE49-F238E27FC236}">
                <a16:creationId xmlns:a16="http://schemas.microsoft.com/office/drawing/2014/main" id="{EE758452-7637-4C00-9D1F-CE3FCFC0F1C7}"/>
              </a:ext>
            </a:extLst>
          </p:cNvPr>
          <p:cNvGraphicFramePr>
            <a:graphicFrameLocks noGrp="1"/>
          </p:cNvGraphicFramePr>
          <p:nvPr>
            <p:extLst>
              <p:ext uri="{D42A27DB-BD31-4B8C-83A1-F6EECF244321}">
                <p14:modId xmlns:p14="http://schemas.microsoft.com/office/powerpoint/2010/main" val="1275116820"/>
              </p:ext>
            </p:extLst>
          </p:nvPr>
        </p:nvGraphicFramePr>
        <p:xfrm>
          <a:off x="365958" y="386568"/>
          <a:ext cx="8412084" cy="4370363"/>
        </p:xfrm>
        <a:graphic>
          <a:graphicData uri="http://schemas.openxmlformats.org/drawingml/2006/table">
            <a:tbl>
              <a:tblPr/>
              <a:tblGrid>
                <a:gridCol w="534105">
                  <a:extLst>
                    <a:ext uri="{9D8B030D-6E8A-4147-A177-3AD203B41FA5}">
                      <a16:colId xmlns:a16="http://schemas.microsoft.com/office/drawing/2014/main" val="20000"/>
                    </a:ext>
                  </a:extLst>
                </a:gridCol>
                <a:gridCol w="1923802">
                  <a:extLst>
                    <a:ext uri="{9D8B030D-6E8A-4147-A177-3AD203B41FA5}">
                      <a16:colId xmlns:a16="http://schemas.microsoft.com/office/drawing/2014/main" val="20001"/>
                    </a:ext>
                  </a:extLst>
                </a:gridCol>
                <a:gridCol w="1200474">
                  <a:extLst>
                    <a:ext uri="{9D8B030D-6E8A-4147-A177-3AD203B41FA5}">
                      <a16:colId xmlns:a16="http://schemas.microsoft.com/office/drawing/2014/main" val="20002"/>
                    </a:ext>
                  </a:extLst>
                </a:gridCol>
                <a:gridCol w="2132230">
                  <a:extLst>
                    <a:ext uri="{9D8B030D-6E8A-4147-A177-3AD203B41FA5}">
                      <a16:colId xmlns:a16="http://schemas.microsoft.com/office/drawing/2014/main" val="20003"/>
                    </a:ext>
                  </a:extLst>
                </a:gridCol>
                <a:gridCol w="1526150">
                  <a:extLst>
                    <a:ext uri="{9D8B030D-6E8A-4147-A177-3AD203B41FA5}">
                      <a16:colId xmlns:a16="http://schemas.microsoft.com/office/drawing/2014/main" val="20004"/>
                    </a:ext>
                  </a:extLst>
                </a:gridCol>
                <a:gridCol w="1095323">
                  <a:extLst>
                    <a:ext uri="{9D8B030D-6E8A-4147-A177-3AD203B41FA5}">
                      <a16:colId xmlns:a16="http://schemas.microsoft.com/office/drawing/2014/main" val="20005"/>
                    </a:ext>
                  </a:extLst>
                </a:gridCol>
              </a:tblGrid>
              <a:tr h="588694">
                <a:tc>
                  <a:txBody>
                    <a:bodyPr/>
                    <a:lstStyle/>
                    <a:p>
                      <a:pPr marL="342900" marR="0" lvl="0" indent="-342900" algn="ctr" defTabSz="914400" rtl="0" eaLnBrk="1" fontAlgn="base" latinLnBrk="0" hangingPunct="1">
                        <a:lnSpc>
                          <a:spcPct val="120000"/>
                        </a:lnSpc>
                        <a:spcBef>
                          <a:spcPct val="0"/>
                        </a:spcBef>
                        <a:spcAft>
                          <a:spcPct val="0"/>
                        </a:spcAft>
                        <a:buClrTx/>
                        <a:buSzTx/>
                        <a:buFontTx/>
                        <a:buNone/>
                        <a:tabLst/>
                      </a:pPr>
                      <a:r>
                        <a:rPr kumimoji="1" lang="zh-CN" altLang="en-US" sz="1200" b="1" i="0" u="none" strike="noStrike" cap="none" normalizeH="0" baseline="0" dirty="0">
                          <a:ln>
                            <a:noFill/>
                          </a:ln>
                          <a:solidFill>
                            <a:srgbClr val="FF0000"/>
                          </a:solidFill>
                          <a:effectLst/>
                          <a:latin typeface="黑体" pitchFamily="2" charset="-122"/>
                          <a:ea typeface="黑体" pitchFamily="2" charset="-122"/>
                        </a:rPr>
                        <a:t>成本</a:t>
                      </a:r>
                      <a:endParaRPr kumimoji="1" lang="zh-CN" altLang="en-US" sz="1200" b="1" i="0" u="none" strike="noStrike" cap="none" normalizeH="0" baseline="0" dirty="0">
                        <a:ln>
                          <a:noFill/>
                        </a:ln>
                        <a:solidFill>
                          <a:srgbClr val="FF0000"/>
                        </a:solidFill>
                        <a:effectLst/>
                        <a:latin typeface="黑体" pitchFamily="2" charset="-122"/>
                        <a:ea typeface="黑体" pitchFamily="2" charset="-122"/>
                        <a:cs typeface="Times New Roman" pitchFamily="18" charset="0"/>
                      </a:endParaRPr>
                    </a:p>
                    <a:p>
                      <a:pPr marL="342900" marR="0" lvl="0" indent="-342900" algn="ctr" defTabSz="914400" rtl="0" eaLnBrk="0" fontAlgn="base" latinLnBrk="0" hangingPunct="0">
                        <a:lnSpc>
                          <a:spcPct val="120000"/>
                        </a:lnSpc>
                        <a:spcBef>
                          <a:spcPct val="0"/>
                        </a:spcBef>
                        <a:spcAft>
                          <a:spcPct val="0"/>
                        </a:spcAft>
                        <a:buClrTx/>
                        <a:buSzTx/>
                        <a:buFontTx/>
                        <a:buNone/>
                        <a:tabLst/>
                      </a:pPr>
                      <a:r>
                        <a:rPr kumimoji="1" lang="zh-CN" altLang="en-US" sz="1200" b="1" i="0" u="none" strike="noStrike" cap="none" normalizeH="0" baseline="0" dirty="0">
                          <a:ln>
                            <a:noFill/>
                          </a:ln>
                          <a:solidFill>
                            <a:srgbClr val="FF0000"/>
                          </a:solidFill>
                          <a:effectLst/>
                          <a:latin typeface="黑体" pitchFamily="2" charset="-122"/>
                          <a:ea typeface="黑体" pitchFamily="2" charset="-122"/>
                        </a:rPr>
                        <a:t>类别</a:t>
                      </a: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20000"/>
                        </a:lnSpc>
                        <a:spcBef>
                          <a:spcPct val="0"/>
                        </a:spcBef>
                        <a:spcAft>
                          <a:spcPct val="0"/>
                        </a:spcAft>
                        <a:buClrTx/>
                        <a:buSzTx/>
                        <a:buFontTx/>
                        <a:buNone/>
                        <a:tabLst/>
                      </a:pPr>
                      <a:r>
                        <a:rPr kumimoji="1" lang="zh-CN" altLang="en-US" sz="1200" b="1" i="0" u="none" strike="noStrike" cap="none" normalizeH="0" baseline="0" dirty="0">
                          <a:ln>
                            <a:noFill/>
                          </a:ln>
                          <a:solidFill>
                            <a:srgbClr val="FF0000"/>
                          </a:solidFill>
                          <a:effectLst/>
                          <a:latin typeface="黑体" pitchFamily="2" charset="-122"/>
                          <a:ea typeface="黑体" pitchFamily="2" charset="-122"/>
                        </a:rPr>
                        <a:t>（</a:t>
                      </a:r>
                      <a:r>
                        <a:rPr kumimoji="1" lang="en-US" altLang="zh-CN" sz="1200" b="1" i="0" u="none" strike="noStrike" cap="none" normalizeH="0" baseline="0" dirty="0">
                          <a:ln>
                            <a:noFill/>
                          </a:ln>
                          <a:solidFill>
                            <a:srgbClr val="FF0000"/>
                          </a:solidFill>
                          <a:effectLst/>
                          <a:latin typeface="黑体" pitchFamily="2" charset="-122"/>
                          <a:ea typeface="黑体" pitchFamily="2" charset="-122"/>
                        </a:rPr>
                        <a:t>1</a:t>
                      </a:r>
                      <a:r>
                        <a:rPr kumimoji="1" lang="zh-CN" altLang="en-US" sz="1200" b="1" i="0" u="none" strike="noStrike" cap="none" normalizeH="0" baseline="0" dirty="0">
                          <a:ln>
                            <a:noFill/>
                          </a:ln>
                          <a:solidFill>
                            <a:srgbClr val="FF0000"/>
                          </a:solidFill>
                          <a:effectLst/>
                          <a:latin typeface="黑体" pitchFamily="2" charset="-122"/>
                          <a:ea typeface="黑体" pitchFamily="2" charset="-122"/>
                        </a:rPr>
                        <a:t>）</a:t>
                      </a:r>
                    </a:p>
                    <a:p>
                      <a:pPr marL="342900" marR="0" lvl="0" indent="-342900" algn="ctr" defTabSz="914400" rtl="0" eaLnBrk="1" fontAlgn="base" latinLnBrk="0" hangingPunct="1">
                        <a:lnSpc>
                          <a:spcPct val="120000"/>
                        </a:lnSpc>
                        <a:spcBef>
                          <a:spcPct val="0"/>
                        </a:spcBef>
                        <a:spcAft>
                          <a:spcPct val="0"/>
                        </a:spcAft>
                        <a:buClrTx/>
                        <a:buSzTx/>
                        <a:buFontTx/>
                        <a:buNone/>
                        <a:tabLst/>
                      </a:pPr>
                      <a:r>
                        <a:rPr kumimoji="1" lang="zh-CN" altLang="en-US" sz="1200" b="1" i="0" u="none" strike="noStrike" cap="none" normalizeH="0" baseline="0" dirty="0">
                          <a:ln>
                            <a:noFill/>
                          </a:ln>
                          <a:solidFill>
                            <a:srgbClr val="FF0000"/>
                          </a:solidFill>
                          <a:effectLst/>
                          <a:latin typeface="黑体" pitchFamily="2" charset="-122"/>
                          <a:ea typeface="黑体" pitchFamily="2" charset="-122"/>
                        </a:rPr>
                        <a:t>研究与开发成本</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20000"/>
                        </a:lnSpc>
                        <a:spcBef>
                          <a:spcPct val="0"/>
                        </a:spcBef>
                        <a:spcAft>
                          <a:spcPct val="0"/>
                        </a:spcAft>
                        <a:buClrTx/>
                        <a:buSzTx/>
                        <a:buFontTx/>
                        <a:buNone/>
                        <a:tabLst/>
                      </a:pPr>
                      <a:r>
                        <a:rPr kumimoji="1" lang="zh-CN" altLang="en-US" sz="1200" b="1" i="0" u="none" strike="noStrike" cap="none" normalizeH="0" baseline="0">
                          <a:ln>
                            <a:noFill/>
                          </a:ln>
                          <a:solidFill>
                            <a:srgbClr val="FF0000"/>
                          </a:solidFill>
                          <a:effectLst/>
                          <a:latin typeface="黑体" pitchFamily="2" charset="-122"/>
                          <a:ea typeface="黑体" pitchFamily="2" charset="-122"/>
                        </a:rPr>
                        <a:t>（</a:t>
                      </a:r>
                      <a:r>
                        <a:rPr kumimoji="1" lang="en-US" altLang="zh-CN" sz="1200" b="1" i="0" u="none" strike="noStrike" cap="none" normalizeH="0" baseline="0">
                          <a:ln>
                            <a:noFill/>
                          </a:ln>
                          <a:solidFill>
                            <a:srgbClr val="FF0000"/>
                          </a:solidFill>
                          <a:effectLst/>
                          <a:latin typeface="黑体" pitchFamily="2" charset="-122"/>
                          <a:ea typeface="黑体" pitchFamily="2" charset="-122"/>
                        </a:rPr>
                        <a:t>2</a:t>
                      </a:r>
                      <a:r>
                        <a:rPr kumimoji="1" lang="zh-CN" altLang="en-US" sz="1200" b="1" i="0" u="none" strike="noStrike" cap="none" normalizeH="0" baseline="0">
                          <a:ln>
                            <a:noFill/>
                          </a:ln>
                          <a:solidFill>
                            <a:srgbClr val="FF0000"/>
                          </a:solidFill>
                          <a:effectLst/>
                          <a:latin typeface="黑体" pitchFamily="2" charset="-122"/>
                          <a:ea typeface="黑体" pitchFamily="2" charset="-122"/>
                        </a:rPr>
                        <a:t>）</a:t>
                      </a:r>
                    </a:p>
                    <a:p>
                      <a:pPr marL="342900" marR="0" lvl="0" indent="-342900" algn="ctr" defTabSz="914400" rtl="0" eaLnBrk="1" fontAlgn="base" latinLnBrk="0" hangingPunct="1">
                        <a:lnSpc>
                          <a:spcPct val="120000"/>
                        </a:lnSpc>
                        <a:spcBef>
                          <a:spcPct val="0"/>
                        </a:spcBef>
                        <a:spcAft>
                          <a:spcPct val="0"/>
                        </a:spcAft>
                        <a:buClrTx/>
                        <a:buSzTx/>
                        <a:buFontTx/>
                        <a:buNone/>
                        <a:tabLst/>
                      </a:pPr>
                      <a:r>
                        <a:rPr kumimoji="1" lang="zh-CN" altLang="en-US" sz="1200" b="1" i="0" u="none" strike="noStrike" cap="none" normalizeH="0" baseline="0">
                          <a:ln>
                            <a:noFill/>
                          </a:ln>
                          <a:solidFill>
                            <a:srgbClr val="FF0000"/>
                          </a:solidFill>
                          <a:effectLst/>
                          <a:latin typeface="黑体" pitchFamily="2" charset="-122"/>
                          <a:ea typeface="黑体" pitchFamily="2" charset="-122"/>
                        </a:rPr>
                        <a:t>采购成本</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20000"/>
                        </a:lnSpc>
                        <a:spcBef>
                          <a:spcPct val="0"/>
                        </a:spcBef>
                        <a:spcAft>
                          <a:spcPct val="0"/>
                        </a:spcAft>
                        <a:buClrTx/>
                        <a:buSzTx/>
                        <a:buFontTx/>
                        <a:buNone/>
                        <a:tabLst/>
                      </a:pPr>
                      <a:r>
                        <a:rPr kumimoji="1" lang="zh-CN" altLang="en-US" sz="1200" b="1" i="0" u="none" strike="noStrike" cap="none" normalizeH="0" baseline="0">
                          <a:ln>
                            <a:noFill/>
                          </a:ln>
                          <a:solidFill>
                            <a:srgbClr val="FF0000"/>
                          </a:solidFill>
                          <a:effectLst/>
                          <a:latin typeface="黑体" pitchFamily="2" charset="-122"/>
                          <a:ea typeface="黑体" pitchFamily="2" charset="-122"/>
                        </a:rPr>
                        <a:t>（</a:t>
                      </a:r>
                      <a:r>
                        <a:rPr kumimoji="1" lang="en-US" altLang="zh-CN" sz="1200" b="1" i="0" u="none" strike="noStrike" cap="none" normalizeH="0" baseline="0">
                          <a:ln>
                            <a:noFill/>
                          </a:ln>
                          <a:solidFill>
                            <a:srgbClr val="FF0000"/>
                          </a:solidFill>
                          <a:effectLst/>
                          <a:latin typeface="黑体" pitchFamily="2" charset="-122"/>
                          <a:ea typeface="黑体" pitchFamily="2" charset="-122"/>
                        </a:rPr>
                        <a:t>3</a:t>
                      </a:r>
                      <a:r>
                        <a:rPr kumimoji="1" lang="zh-CN" altLang="en-US" sz="1200" b="1" i="0" u="none" strike="noStrike" cap="none" normalizeH="0" baseline="0">
                          <a:ln>
                            <a:noFill/>
                          </a:ln>
                          <a:solidFill>
                            <a:srgbClr val="FF0000"/>
                          </a:solidFill>
                          <a:effectLst/>
                          <a:latin typeface="黑体" pitchFamily="2" charset="-122"/>
                          <a:ea typeface="黑体" pitchFamily="2" charset="-122"/>
                        </a:rPr>
                        <a:t>）</a:t>
                      </a:r>
                    </a:p>
                    <a:p>
                      <a:pPr marL="342900" marR="0" lvl="0" indent="-342900" algn="ctr" defTabSz="914400" rtl="0" eaLnBrk="1" fontAlgn="base" latinLnBrk="0" hangingPunct="1">
                        <a:lnSpc>
                          <a:spcPct val="120000"/>
                        </a:lnSpc>
                        <a:spcBef>
                          <a:spcPct val="0"/>
                        </a:spcBef>
                        <a:spcAft>
                          <a:spcPct val="0"/>
                        </a:spcAft>
                        <a:buClrTx/>
                        <a:buSzTx/>
                        <a:buFontTx/>
                        <a:buNone/>
                        <a:tabLst/>
                      </a:pPr>
                      <a:r>
                        <a:rPr kumimoji="1" lang="zh-CN" altLang="en-US" sz="1200" b="1" i="0" u="none" strike="noStrike" cap="none" normalizeH="0" baseline="0">
                          <a:ln>
                            <a:noFill/>
                          </a:ln>
                          <a:solidFill>
                            <a:srgbClr val="FF0000"/>
                          </a:solidFill>
                          <a:effectLst/>
                          <a:latin typeface="黑体" pitchFamily="2" charset="-122"/>
                          <a:ea typeface="黑体" pitchFamily="2" charset="-122"/>
                        </a:rPr>
                        <a:t>生产成本</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20000"/>
                        </a:lnSpc>
                        <a:spcBef>
                          <a:spcPct val="0"/>
                        </a:spcBef>
                        <a:spcAft>
                          <a:spcPct val="0"/>
                        </a:spcAft>
                        <a:buClrTx/>
                        <a:buSzTx/>
                        <a:buFontTx/>
                        <a:buNone/>
                        <a:tabLst/>
                      </a:pPr>
                      <a:r>
                        <a:rPr kumimoji="1" lang="zh-CN" altLang="en-US" sz="1200" b="1" i="0" u="none" strike="noStrike" cap="none" normalizeH="0" baseline="0">
                          <a:ln>
                            <a:noFill/>
                          </a:ln>
                          <a:solidFill>
                            <a:srgbClr val="FF0000"/>
                          </a:solidFill>
                          <a:effectLst/>
                          <a:latin typeface="黑体" pitchFamily="2" charset="-122"/>
                          <a:ea typeface="黑体" pitchFamily="2" charset="-122"/>
                        </a:rPr>
                        <a:t>（</a:t>
                      </a:r>
                      <a:r>
                        <a:rPr kumimoji="1" lang="en-US" altLang="zh-CN" sz="1200" b="1" i="0" u="none" strike="noStrike" cap="none" normalizeH="0" baseline="0">
                          <a:ln>
                            <a:noFill/>
                          </a:ln>
                          <a:solidFill>
                            <a:srgbClr val="FF0000"/>
                          </a:solidFill>
                          <a:effectLst/>
                          <a:latin typeface="黑体" pitchFamily="2" charset="-122"/>
                          <a:ea typeface="黑体" pitchFamily="2" charset="-122"/>
                        </a:rPr>
                        <a:t>4</a:t>
                      </a:r>
                      <a:r>
                        <a:rPr kumimoji="1" lang="zh-CN" altLang="en-US" sz="1200" b="1" i="0" u="none" strike="noStrike" cap="none" normalizeH="0" baseline="0">
                          <a:ln>
                            <a:noFill/>
                          </a:ln>
                          <a:solidFill>
                            <a:srgbClr val="FF0000"/>
                          </a:solidFill>
                          <a:effectLst/>
                          <a:latin typeface="黑体" pitchFamily="2" charset="-122"/>
                          <a:ea typeface="黑体" pitchFamily="2" charset="-122"/>
                        </a:rPr>
                        <a:t>）</a:t>
                      </a:r>
                    </a:p>
                    <a:p>
                      <a:pPr marL="342900" marR="0" lvl="0" indent="-342900" algn="ctr" defTabSz="914400" rtl="0" eaLnBrk="1" fontAlgn="base" latinLnBrk="0" hangingPunct="1">
                        <a:lnSpc>
                          <a:spcPct val="120000"/>
                        </a:lnSpc>
                        <a:spcBef>
                          <a:spcPct val="0"/>
                        </a:spcBef>
                        <a:spcAft>
                          <a:spcPct val="0"/>
                        </a:spcAft>
                        <a:buClrTx/>
                        <a:buSzTx/>
                        <a:buFontTx/>
                        <a:buNone/>
                        <a:tabLst/>
                      </a:pPr>
                      <a:r>
                        <a:rPr kumimoji="1" lang="zh-CN" altLang="en-US" sz="1200" b="1" i="0" u="none" strike="noStrike" cap="none" normalizeH="0" baseline="0">
                          <a:ln>
                            <a:noFill/>
                          </a:ln>
                          <a:solidFill>
                            <a:srgbClr val="FF0000"/>
                          </a:solidFill>
                          <a:effectLst/>
                          <a:latin typeface="黑体" pitchFamily="2" charset="-122"/>
                          <a:ea typeface="黑体" pitchFamily="2" charset="-122"/>
                        </a:rPr>
                        <a:t>经营成本</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20000"/>
                        </a:lnSpc>
                        <a:spcBef>
                          <a:spcPct val="0"/>
                        </a:spcBef>
                        <a:spcAft>
                          <a:spcPct val="0"/>
                        </a:spcAft>
                        <a:buClrTx/>
                        <a:buSzTx/>
                        <a:buFontTx/>
                        <a:buNone/>
                        <a:tabLst/>
                      </a:pPr>
                      <a:r>
                        <a:rPr kumimoji="1" lang="zh-CN" altLang="en-US" sz="1200" b="1" i="0" u="none" strike="noStrike" cap="none" normalizeH="0" baseline="0" dirty="0">
                          <a:ln>
                            <a:noFill/>
                          </a:ln>
                          <a:solidFill>
                            <a:srgbClr val="FF0000"/>
                          </a:solidFill>
                          <a:effectLst/>
                          <a:latin typeface="黑体" pitchFamily="2" charset="-122"/>
                          <a:ea typeface="黑体" pitchFamily="2" charset="-122"/>
                        </a:rPr>
                        <a:t>（</a:t>
                      </a:r>
                      <a:r>
                        <a:rPr kumimoji="1" lang="en-US" altLang="zh-CN" sz="1200" b="1" i="0" u="none" strike="noStrike" cap="none" normalizeH="0" baseline="0" dirty="0">
                          <a:ln>
                            <a:noFill/>
                          </a:ln>
                          <a:solidFill>
                            <a:srgbClr val="FF0000"/>
                          </a:solidFill>
                          <a:effectLst/>
                          <a:latin typeface="黑体" pitchFamily="2" charset="-122"/>
                          <a:ea typeface="黑体" pitchFamily="2" charset="-122"/>
                        </a:rPr>
                        <a:t>5</a:t>
                      </a:r>
                      <a:r>
                        <a:rPr kumimoji="1" lang="zh-CN" altLang="en-US" sz="1200" b="1" i="0" u="none" strike="noStrike" cap="none" normalizeH="0" baseline="0" dirty="0">
                          <a:ln>
                            <a:noFill/>
                          </a:ln>
                          <a:solidFill>
                            <a:srgbClr val="FF0000"/>
                          </a:solidFill>
                          <a:effectLst/>
                          <a:latin typeface="黑体" pitchFamily="2" charset="-122"/>
                          <a:ea typeface="黑体" pitchFamily="2" charset="-122"/>
                        </a:rPr>
                        <a:t>）</a:t>
                      </a:r>
                    </a:p>
                    <a:p>
                      <a:pPr marL="342900" marR="0" lvl="0" indent="-342900" algn="ctr" defTabSz="914400" rtl="0" eaLnBrk="1" fontAlgn="base" latinLnBrk="0" hangingPunct="1">
                        <a:lnSpc>
                          <a:spcPct val="120000"/>
                        </a:lnSpc>
                        <a:spcBef>
                          <a:spcPct val="0"/>
                        </a:spcBef>
                        <a:spcAft>
                          <a:spcPct val="0"/>
                        </a:spcAft>
                        <a:buClrTx/>
                        <a:buSzTx/>
                        <a:buFontTx/>
                        <a:buNone/>
                        <a:tabLst/>
                      </a:pPr>
                      <a:r>
                        <a:rPr kumimoji="1" lang="zh-CN" altLang="en-US" sz="1200" b="1" i="0" u="none" strike="noStrike" cap="none" normalizeH="0" baseline="0" dirty="0">
                          <a:ln>
                            <a:noFill/>
                          </a:ln>
                          <a:solidFill>
                            <a:srgbClr val="FF0000"/>
                          </a:solidFill>
                          <a:effectLst/>
                          <a:latin typeface="黑体" pitchFamily="2" charset="-122"/>
                          <a:ea typeface="黑体" pitchFamily="2" charset="-122"/>
                        </a:rPr>
                        <a:t>管理费用</a:t>
                      </a:r>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81669">
                <a:tc>
                  <a:txBody>
                    <a:bodyPr/>
                    <a:lstStyle/>
                    <a:p>
                      <a:pPr marL="342900" marR="0" lvl="0" indent="-342900" algn="ctr" defTabSz="914400" rtl="0" eaLnBrk="1" fontAlgn="base" latinLnBrk="0" hangingPunct="1">
                        <a:lnSpc>
                          <a:spcPct val="120000"/>
                        </a:lnSpc>
                        <a:spcBef>
                          <a:spcPct val="0"/>
                        </a:spcBef>
                        <a:spcAft>
                          <a:spcPct val="0"/>
                        </a:spcAft>
                        <a:buClrTx/>
                        <a:buSzTx/>
                        <a:buFontTx/>
                        <a:buNone/>
                        <a:tabLst/>
                      </a:pPr>
                      <a:r>
                        <a:rPr kumimoji="1" lang="zh-CN" altLang="en-US" sz="1200" b="1" i="0" u="none" strike="noStrike" cap="none" normalizeH="0" baseline="0" dirty="0">
                          <a:ln>
                            <a:noFill/>
                          </a:ln>
                          <a:solidFill>
                            <a:srgbClr val="FF0000"/>
                          </a:solidFill>
                          <a:effectLst/>
                          <a:latin typeface="黑体" pitchFamily="2" charset="-122"/>
                          <a:ea typeface="黑体" pitchFamily="2" charset="-122"/>
                        </a:rPr>
                        <a:t>成</a:t>
                      </a:r>
                      <a:endParaRPr kumimoji="1" lang="zh-CN" altLang="en-US" sz="1200" b="1" i="0" u="none" strike="noStrike" cap="none" normalizeH="0" baseline="0" dirty="0">
                        <a:ln>
                          <a:noFill/>
                        </a:ln>
                        <a:solidFill>
                          <a:srgbClr val="FF0000"/>
                        </a:solidFill>
                        <a:effectLst/>
                        <a:latin typeface="黑体" pitchFamily="2" charset="-122"/>
                        <a:ea typeface="黑体" pitchFamily="2" charset="-122"/>
                        <a:cs typeface="Times New Roman" pitchFamily="18" charset="0"/>
                      </a:endParaRPr>
                    </a:p>
                    <a:p>
                      <a:pPr marL="342900" marR="0" lvl="0" indent="-342900" algn="ctr" defTabSz="914400" rtl="0" eaLnBrk="0" fontAlgn="base" latinLnBrk="0" hangingPunct="0">
                        <a:lnSpc>
                          <a:spcPct val="120000"/>
                        </a:lnSpc>
                        <a:spcBef>
                          <a:spcPct val="0"/>
                        </a:spcBef>
                        <a:spcAft>
                          <a:spcPct val="0"/>
                        </a:spcAft>
                        <a:buClrTx/>
                        <a:buSzTx/>
                        <a:buFontTx/>
                        <a:buNone/>
                        <a:tabLst/>
                      </a:pPr>
                      <a:r>
                        <a:rPr kumimoji="1" lang="zh-CN" altLang="en-US" sz="1200" b="1" i="0" u="none" strike="noStrike" cap="none" normalizeH="0" baseline="0" dirty="0">
                          <a:ln>
                            <a:noFill/>
                          </a:ln>
                          <a:solidFill>
                            <a:srgbClr val="FF0000"/>
                          </a:solidFill>
                          <a:effectLst/>
                          <a:latin typeface="黑体" pitchFamily="2" charset="-122"/>
                          <a:ea typeface="黑体" pitchFamily="2" charset="-122"/>
                        </a:rPr>
                        <a:t>本</a:t>
                      </a:r>
                    </a:p>
                    <a:p>
                      <a:pPr marL="342900" marR="0" lvl="0" indent="-342900" algn="ctr" defTabSz="914400" rtl="0" eaLnBrk="0" fontAlgn="base" latinLnBrk="0" hangingPunct="0">
                        <a:lnSpc>
                          <a:spcPct val="120000"/>
                        </a:lnSpc>
                        <a:spcBef>
                          <a:spcPct val="0"/>
                        </a:spcBef>
                        <a:spcAft>
                          <a:spcPct val="0"/>
                        </a:spcAft>
                        <a:buClrTx/>
                        <a:buSzTx/>
                        <a:buFontTx/>
                        <a:buNone/>
                        <a:tabLst/>
                      </a:pPr>
                      <a:r>
                        <a:rPr kumimoji="1" lang="zh-CN" altLang="en-US" sz="1200" b="1" i="0" u="none" strike="noStrike" cap="none" normalizeH="0" baseline="0" dirty="0">
                          <a:ln>
                            <a:noFill/>
                          </a:ln>
                          <a:solidFill>
                            <a:srgbClr val="FF0000"/>
                          </a:solidFill>
                          <a:effectLst/>
                          <a:latin typeface="黑体" pitchFamily="2" charset="-122"/>
                          <a:ea typeface="黑体" pitchFamily="2" charset="-122"/>
                        </a:rPr>
                        <a:t>构</a:t>
                      </a:r>
                    </a:p>
                    <a:p>
                      <a:pPr marL="342900" marR="0" lvl="0" indent="-342900" algn="ctr" defTabSz="914400" rtl="0" eaLnBrk="0" fontAlgn="base" latinLnBrk="0" hangingPunct="0">
                        <a:lnSpc>
                          <a:spcPct val="120000"/>
                        </a:lnSpc>
                        <a:spcBef>
                          <a:spcPct val="0"/>
                        </a:spcBef>
                        <a:spcAft>
                          <a:spcPct val="0"/>
                        </a:spcAft>
                        <a:buClrTx/>
                        <a:buSzTx/>
                        <a:buFontTx/>
                        <a:buNone/>
                        <a:tabLst/>
                      </a:pPr>
                      <a:r>
                        <a:rPr kumimoji="1" lang="zh-CN" altLang="en-US" sz="1200" b="1" i="0" u="none" strike="noStrike" cap="none" normalizeH="0" baseline="0" dirty="0">
                          <a:ln>
                            <a:noFill/>
                          </a:ln>
                          <a:solidFill>
                            <a:srgbClr val="FF0000"/>
                          </a:solidFill>
                          <a:effectLst/>
                          <a:latin typeface="黑体" pitchFamily="2" charset="-122"/>
                          <a:ea typeface="黑体" pitchFamily="2" charset="-122"/>
                        </a:rPr>
                        <a:t>成</a:t>
                      </a:r>
                    </a:p>
                    <a:p>
                      <a:pPr marL="342900" marR="0" lvl="0" indent="-342900" algn="ctr" defTabSz="914400" rtl="0" eaLnBrk="0" fontAlgn="base" latinLnBrk="0" hangingPunct="0">
                        <a:lnSpc>
                          <a:spcPct val="120000"/>
                        </a:lnSpc>
                        <a:spcBef>
                          <a:spcPct val="0"/>
                        </a:spcBef>
                        <a:spcAft>
                          <a:spcPct val="0"/>
                        </a:spcAft>
                        <a:buClrTx/>
                        <a:buSzTx/>
                        <a:buFontTx/>
                        <a:buNone/>
                        <a:tabLst/>
                      </a:pPr>
                      <a:r>
                        <a:rPr kumimoji="1" lang="zh-CN" altLang="en-US" sz="1200" b="1" i="0" u="none" strike="noStrike" cap="none" normalizeH="0" baseline="0" dirty="0">
                          <a:ln>
                            <a:noFill/>
                          </a:ln>
                          <a:solidFill>
                            <a:srgbClr val="FF0000"/>
                          </a:solidFill>
                          <a:effectLst/>
                          <a:latin typeface="黑体" pitchFamily="2" charset="-122"/>
                          <a:ea typeface="黑体" pitchFamily="2" charset="-122"/>
                        </a:rPr>
                        <a:t>要</a:t>
                      </a:r>
                    </a:p>
                    <a:p>
                      <a:pPr marL="342900" marR="0" lvl="0" indent="-342900" algn="ctr" defTabSz="914400" rtl="0" eaLnBrk="0" fontAlgn="base" latinLnBrk="0" hangingPunct="0">
                        <a:lnSpc>
                          <a:spcPct val="120000"/>
                        </a:lnSpc>
                        <a:spcBef>
                          <a:spcPct val="0"/>
                        </a:spcBef>
                        <a:spcAft>
                          <a:spcPct val="0"/>
                        </a:spcAft>
                        <a:buClrTx/>
                        <a:buSzTx/>
                        <a:buFontTx/>
                        <a:buNone/>
                        <a:tabLst/>
                      </a:pPr>
                      <a:r>
                        <a:rPr kumimoji="1" lang="zh-CN" altLang="en-US" sz="1200" b="1" i="0" u="none" strike="noStrike" cap="none" normalizeH="0" baseline="0" dirty="0">
                          <a:ln>
                            <a:noFill/>
                          </a:ln>
                          <a:solidFill>
                            <a:srgbClr val="FF0000"/>
                          </a:solidFill>
                          <a:effectLst/>
                          <a:latin typeface="黑体" pitchFamily="2" charset="-122"/>
                          <a:ea typeface="黑体" pitchFamily="2" charset="-122"/>
                        </a:rPr>
                        <a:t>素</a:t>
                      </a: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CCFFCC"/>
                        </a:buClr>
                        <a:buSzPct val="105000"/>
                        <a:buFontTx/>
                        <a:buNone/>
                        <a:tabLst/>
                      </a:pPr>
                      <a:r>
                        <a:rPr kumimoji="1" lang="zh-CN" altLang="en-US" sz="1200" b="1" i="0" u="none" strike="noStrike" cap="none" normalizeH="0" baseline="0" dirty="0">
                          <a:ln>
                            <a:noFill/>
                          </a:ln>
                          <a:solidFill>
                            <a:schemeClr val="tx1"/>
                          </a:solidFill>
                          <a:effectLst/>
                          <a:latin typeface="黑体" pitchFamily="2" charset="-122"/>
                          <a:ea typeface="黑体" pitchFamily="2" charset="-122"/>
                        </a:rPr>
                        <a:t>从事研究与开发活动人员的工资及相关福利费</a:t>
                      </a:r>
                      <a:endParaRPr kumimoji="1" lang="zh-CN" altLang="en-US" sz="1200" b="1" i="0" u="none" strike="noStrike" cap="none" normalizeH="0" baseline="0" dirty="0">
                        <a:ln>
                          <a:noFill/>
                        </a:ln>
                        <a:solidFill>
                          <a:schemeClr val="tx1"/>
                        </a:solidFill>
                        <a:effectLst/>
                        <a:latin typeface="黑体" pitchFamily="2" charset="-122"/>
                        <a:ea typeface="黑体" pitchFamily="2" charset="-122"/>
                        <a:cs typeface="Times New Roman" pitchFamily="18" charset="0"/>
                      </a:endParaRPr>
                    </a:p>
                    <a:p>
                      <a:pPr marL="0" marR="0" lvl="0" indent="0" algn="l" defTabSz="914400" rtl="0" eaLnBrk="0" fontAlgn="base" latinLnBrk="0" hangingPunct="0">
                        <a:lnSpc>
                          <a:spcPct val="120000"/>
                        </a:lnSpc>
                        <a:spcBef>
                          <a:spcPct val="20000"/>
                        </a:spcBef>
                        <a:spcAft>
                          <a:spcPct val="0"/>
                        </a:spcAft>
                        <a:buClr>
                          <a:srgbClr val="CCFFCC"/>
                        </a:buClr>
                        <a:buSzPct val="105000"/>
                        <a:buFontTx/>
                        <a:buNone/>
                        <a:tabLst/>
                      </a:pPr>
                      <a:r>
                        <a:rPr kumimoji="1" lang="zh-CN" altLang="en-US" sz="1200" b="1" i="0" u="none" strike="noStrike" cap="none" normalizeH="0" baseline="0" dirty="0">
                          <a:ln>
                            <a:noFill/>
                          </a:ln>
                          <a:solidFill>
                            <a:schemeClr val="tx1"/>
                          </a:solidFill>
                          <a:effectLst/>
                          <a:latin typeface="黑体" pitchFamily="2" charset="-122"/>
                          <a:ea typeface="黑体" pitchFamily="2" charset="-122"/>
                        </a:rPr>
                        <a:t>在研究与开发中消耗的材料</a:t>
                      </a:r>
                    </a:p>
                    <a:p>
                      <a:pPr marL="0" marR="0" lvl="0" indent="0" algn="l" defTabSz="914400" rtl="0" eaLnBrk="0" fontAlgn="base" latinLnBrk="0" hangingPunct="0">
                        <a:lnSpc>
                          <a:spcPct val="120000"/>
                        </a:lnSpc>
                        <a:spcBef>
                          <a:spcPct val="20000"/>
                        </a:spcBef>
                        <a:spcAft>
                          <a:spcPct val="0"/>
                        </a:spcAft>
                        <a:buClr>
                          <a:srgbClr val="CCFFCC"/>
                        </a:buClr>
                        <a:buSzPct val="105000"/>
                        <a:buFontTx/>
                        <a:buNone/>
                        <a:tabLst/>
                      </a:pPr>
                      <a:r>
                        <a:rPr kumimoji="1" lang="zh-CN" altLang="en-US" sz="1200" b="1" i="0" u="none" strike="noStrike" cap="none" normalizeH="0" baseline="0" dirty="0">
                          <a:ln>
                            <a:noFill/>
                          </a:ln>
                          <a:solidFill>
                            <a:schemeClr val="tx1"/>
                          </a:solidFill>
                          <a:effectLst/>
                          <a:latin typeface="黑体" pitchFamily="2" charset="-122"/>
                          <a:ea typeface="黑体" pitchFamily="2" charset="-122"/>
                        </a:rPr>
                        <a:t>用于研究与开发活动的设备和设施的折旧</a:t>
                      </a:r>
                    </a:p>
                    <a:p>
                      <a:pPr marL="0" marR="0" lvl="0" indent="0" algn="l" defTabSz="914400" rtl="0" eaLnBrk="0" fontAlgn="base" latinLnBrk="0" hangingPunct="0">
                        <a:lnSpc>
                          <a:spcPct val="120000"/>
                        </a:lnSpc>
                        <a:spcBef>
                          <a:spcPct val="20000"/>
                        </a:spcBef>
                        <a:spcAft>
                          <a:spcPct val="0"/>
                        </a:spcAft>
                        <a:buClr>
                          <a:srgbClr val="CCFFCC"/>
                        </a:buClr>
                        <a:buSzPct val="105000"/>
                        <a:buFontTx/>
                        <a:buNone/>
                        <a:tabLst/>
                      </a:pPr>
                      <a:r>
                        <a:rPr kumimoji="1" lang="zh-CN" altLang="en-US" sz="1200" b="1" i="0" u="none" strike="noStrike" cap="none" normalizeH="0" baseline="0" dirty="0">
                          <a:ln>
                            <a:noFill/>
                          </a:ln>
                          <a:solidFill>
                            <a:schemeClr val="tx1"/>
                          </a:solidFill>
                          <a:effectLst/>
                          <a:latin typeface="黑体" pitchFamily="2" charset="-122"/>
                          <a:ea typeface="黑体" pitchFamily="2" charset="-122"/>
                        </a:rPr>
                        <a:t>应由研究和开发活动负担的间接成本</a:t>
                      </a:r>
                    </a:p>
                    <a:p>
                      <a:pPr marL="0" marR="0" lvl="0" indent="0" algn="l" defTabSz="914400" rtl="0" eaLnBrk="0" fontAlgn="base" latinLnBrk="0" hangingPunct="0">
                        <a:lnSpc>
                          <a:spcPct val="120000"/>
                        </a:lnSpc>
                        <a:spcBef>
                          <a:spcPct val="20000"/>
                        </a:spcBef>
                        <a:spcAft>
                          <a:spcPct val="0"/>
                        </a:spcAft>
                        <a:buClr>
                          <a:srgbClr val="CCFFCC"/>
                        </a:buClr>
                        <a:buSzPct val="105000"/>
                        <a:buFontTx/>
                        <a:buNone/>
                        <a:tabLst/>
                      </a:pPr>
                      <a:r>
                        <a:rPr kumimoji="1" lang="zh-CN" altLang="en-US" sz="1200" b="1" i="0" u="none" strike="noStrike" cap="none" normalizeH="0" baseline="0" dirty="0">
                          <a:ln>
                            <a:noFill/>
                          </a:ln>
                          <a:solidFill>
                            <a:schemeClr val="tx1"/>
                          </a:solidFill>
                          <a:effectLst/>
                          <a:latin typeface="黑体" pitchFamily="2" charset="-122"/>
                          <a:ea typeface="黑体" pitchFamily="2" charset="-122"/>
                        </a:rPr>
                        <a:t>委托其他单位进行研究与开发所产生的成本</a:t>
                      </a:r>
                    </a:p>
                    <a:p>
                      <a:pPr marL="0" marR="0" lvl="0" indent="0" algn="l" defTabSz="914400" rtl="0" eaLnBrk="0" fontAlgn="base" latinLnBrk="0" hangingPunct="0">
                        <a:lnSpc>
                          <a:spcPct val="120000"/>
                        </a:lnSpc>
                        <a:spcBef>
                          <a:spcPct val="20000"/>
                        </a:spcBef>
                        <a:spcAft>
                          <a:spcPct val="0"/>
                        </a:spcAft>
                        <a:buClr>
                          <a:srgbClr val="CCFFCC"/>
                        </a:buClr>
                        <a:buSzPct val="105000"/>
                        <a:buFontTx/>
                        <a:buNone/>
                        <a:tabLst/>
                      </a:pPr>
                      <a:r>
                        <a:rPr kumimoji="1" lang="zh-CN" altLang="en-US" sz="1200" b="1" i="0" u="none" strike="noStrike" cap="none" normalizeH="0" baseline="0" dirty="0">
                          <a:ln>
                            <a:noFill/>
                          </a:ln>
                          <a:solidFill>
                            <a:schemeClr val="tx1"/>
                          </a:solidFill>
                          <a:effectLst/>
                          <a:latin typeface="黑体" pitchFamily="2" charset="-122"/>
                          <a:ea typeface="黑体" pitchFamily="2" charset="-122"/>
                        </a:rPr>
                        <a:t>其他支出（如外购）的专利权，许可证的支出等</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CCFFCC"/>
                        </a:buClr>
                        <a:buSzPct val="105000"/>
                        <a:buFontTx/>
                        <a:buNone/>
                        <a:tabLst/>
                      </a:pPr>
                      <a:r>
                        <a:rPr kumimoji="1" lang="zh-CN" altLang="en-US" sz="1200" b="1" i="0" u="none" strike="noStrike" cap="none" normalizeH="0" baseline="0" dirty="0">
                          <a:ln>
                            <a:noFill/>
                          </a:ln>
                          <a:solidFill>
                            <a:schemeClr val="tx1"/>
                          </a:solidFill>
                          <a:effectLst/>
                          <a:latin typeface="黑体" pitchFamily="2" charset="-122"/>
                          <a:ea typeface="黑体" pitchFamily="2" charset="-122"/>
                        </a:rPr>
                        <a:t>采购设备、原材料的购置费、运杂费运输途中的合理损耗</a:t>
                      </a:r>
                      <a:endParaRPr kumimoji="1" lang="zh-CN" altLang="en-US" sz="1200" b="1" i="0" u="none" strike="noStrike" cap="none" normalizeH="0" baseline="0" dirty="0">
                        <a:ln>
                          <a:noFill/>
                        </a:ln>
                        <a:solidFill>
                          <a:schemeClr val="tx1"/>
                        </a:solidFill>
                        <a:effectLst/>
                        <a:latin typeface="黑体" pitchFamily="2" charset="-122"/>
                        <a:ea typeface="黑体" pitchFamily="2" charset="-122"/>
                        <a:cs typeface="Times New Roman" pitchFamily="18" charset="0"/>
                      </a:endParaRPr>
                    </a:p>
                    <a:p>
                      <a:pPr marL="0" marR="0" lvl="0" indent="0" algn="l" defTabSz="914400" rtl="0" eaLnBrk="0" fontAlgn="base" latinLnBrk="0" hangingPunct="0">
                        <a:lnSpc>
                          <a:spcPct val="120000"/>
                        </a:lnSpc>
                        <a:spcBef>
                          <a:spcPct val="20000"/>
                        </a:spcBef>
                        <a:spcAft>
                          <a:spcPct val="0"/>
                        </a:spcAft>
                        <a:buClr>
                          <a:srgbClr val="CCFFCC"/>
                        </a:buClr>
                        <a:buSzPct val="105000"/>
                        <a:buFontTx/>
                        <a:buNone/>
                        <a:tabLst/>
                      </a:pPr>
                      <a:r>
                        <a:rPr kumimoji="1" lang="zh-CN" altLang="en-US" sz="1200" b="1" i="0" u="none" strike="noStrike" cap="none" normalizeH="0" baseline="0" dirty="0">
                          <a:ln>
                            <a:noFill/>
                          </a:ln>
                          <a:solidFill>
                            <a:schemeClr val="tx1"/>
                          </a:solidFill>
                          <a:effectLst/>
                          <a:latin typeface="黑体" pitchFamily="2" charset="-122"/>
                          <a:ea typeface="黑体" pitchFamily="2" charset="-122"/>
                        </a:rPr>
                        <a:t>购入物资承担的税金（如关税等）</a:t>
                      </a:r>
                    </a:p>
                    <a:p>
                      <a:pPr marL="0" marR="0" lvl="0" indent="0" algn="l" defTabSz="914400" rtl="0" eaLnBrk="0" fontAlgn="base" latinLnBrk="0" hangingPunct="0">
                        <a:lnSpc>
                          <a:spcPct val="120000"/>
                        </a:lnSpc>
                        <a:spcBef>
                          <a:spcPct val="20000"/>
                        </a:spcBef>
                        <a:spcAft>
                          <a:spcPct val="0"/>
                        </a:spcAft>
                        <a:buClr>
                          <a:srgbClr val="CCFFCC"/>
                        </a:buClr>
                        <a:buSzPct val="105000"/>
                        <a:buFontTx/>
                        <a:buNone/>
                        <a:tabLst/>
                      </a:pPr>
                      <a:r>
                        <a:rPr kumimoji="1" lang="zh-CN" altLang="en-US" sz="1200" b="1" i="0" u="none" strike="noStrike" cap="none" normalizeH="0" baseline="0" dirty="0">
                          <a:ln>
                            <a:noFill/>
                          </a:ln>
                          <a:solidFill>
                            <a:schemeClr val="tx1"/>
                          </a:solidFill>
                          <a:effectLst/>
                          <a:latin typeface="黑体" pitchFamily="2" charset="-122"/>
                          <a:ea typeface="黑体" pitchFamily="2" charset="-122"/>
                        </a:rPr>
                        <a:t>为采购设备、原料而耗费的其他费用</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CCFFCC"/>
                        </a:buClr>
                        <a:buSzPct val="105000"/>
                        <a:buFontTx/>
                        <a:buNone/>
                        <a:tabLst/>
                      </a:pPr>
                      <a:r>
                        <a:rPr kumimoji="1" lang="zh-CN" altLang="en-US" sz="1200" b="1" i="0" u="none" strike="noStrike" cap="none" normalizeH="0" baseline="0" dirty="0">
                          <a:ln>
                            <a:noFill/>
                          </a:ln>
                          <a:solidFill>
                            <a:schemeClr val="tx1"/>
                          </a:solidFill>
                          <a:effectLst/>
                          <a:latin typeface="黑体" pitchFamily="2" charset="-122"/>
                          <a:ea typeface="黑体" pitchFamily="2" charset="-122"/>
                        </a:rPr>
                        <a:t>为制造产品而消耗的原材料，外购半成品和燃料</a:t>
                      </a:r>
                      <a:endParaRPr kumimoji="1" lang="zh-CN" altLang="en-US" sz="1200" b="1" i="0" u="none" strike="noStrike" cap="none" normalizeH="0" baseline="0" dirty="0">
                        <a:ln>
                          <a:noFill/>
                        </a:ln>
                        <a:solidFill>
                          <a:schemeClr val="tx1"/>
                        </a:solidFill>
                        <a:effectLst/>
                        <a:latin typeface="黑体" pitchFamily="2" charset="-122"/>
                        <a:ea typeface="黑体" pitchFamily="2" charset="-122"/>
                        <a:cs typeface="Times New Roman" pitchFamily="18" charset="0"/>
                      </a:endParaRPr>
                    </a:p>
                    <a:p>
                      <a:pPr marL="0" marR="0" lvl="0" indent="0" algn="l" defTabSz="914400" rtl="0" eaLnBrk="0" fontAlgn="base" latinLnBrk="0" hangingPunct="0">
                        <a:lnSpc>
                          <a:spcPct val="120000"/>
                        </a:lnSpc>
                        <a:spcBef>
                          <a:spcPct val="20000"/>
                        </a:spcBef>
                        <a:spcAft>
                          <a:spcPct val="0"/>
                        </a:spcAft>
                        <a:buClr>
                          <a:srgbClr val="CCFFCC"/>
                        </a:buClr>
                        <a:buSzPct val="105000"/>
                        <a:buFontTx/>
                        <a:buNone/>
                        <a:tabLst/>
                      </a:pPr>
                      <a:r>
                        <a:rPr kumimoji="1" lang="zh-CN" altLang="en-US" sz="1200" b="1" i="0" u="none" strike="noStrike" cap="none" normalizeH="0" baseline="0" dirty="0">
                          <a:ln>
                            <a:noFill/>
                          </a:ln>
                          <a:solidFill>
                            <a:schemeClr val="tx1"/>
                          </a:solidFill>
                          <a:effectLst/>
                          <a:latin typeface="黑体" pitchFamily="2" charset="-122"/>
                          <a:ea typeface="黑体" pitchFamily="2" charset="-122"/>
                        </a:rPr>
                        <a:t>为制造产品而消耗的动力</a:t>
                      </a:r>
                    </a:p>
                    <a:p>
                      <a:pPr marL="0" marR="0" lvl="0" indent="0" algn="l" defTabSz="914400" rtl="0" eaLnBrk="0" fontAlgn="base" latinLnBrk="0" hangingPunct="0">
                        <a:lnSpc>
                          <a:spcPct val="120000"/>
                        </a:lnSpc>
                        <a:spcBef>
                          <a:spcPct val="20000"/>
                        </a:spcBef>
                        <a:spcAft>
                          <a:spcPct val="0"/>
                        </a:spcAft>
                        <a:buClr>
                          <a:srgbClr val="CCFFCC"/>
                        </a:buClr>
                        <a:buSzPct val="105000"/>
                        <a:buFontTx/>
                        <a:buNone/>
                        <a:tabLst/>
                      </a:pPr>
                      <a:r>
                        <a:rPr kumimoji="1" lang="zh-CN" altLang="en-US" sz="1200" b="1" i="0" u="none" strike="noStrike" cap="none" normalizeH="0" baseline="0" dirty="0">
                          <a:ln>
                            <a:noFill/>
                          </a:ln>
                          <a:solidFill>
                            <a:schemeClr val="tx1"/>
                          </a:solidFill>
                          <a:effectLst/>
                          <a:latin typeface="黑体" pitchFamily="2" charset="-122"/>
                          <a:ea typeface="黑体" pitchFamily="2" charset="-122"/>
                        </a:rPr>
                        <a:t>企业支付给职工的工资、奖金、津贴、补贴以及职工福利费等</a:t>
                      </a:r>
                    </a:p>
                    <a:p>
                      <a:pPr marL="0" marR="0" lvl="0" indent="0" algn="l" defTabSz="914400" rtl="0" eaLnBrk="0" fontAlgn="base" latinLnBrk="0" hangingPunct="0">
                        <a:lnSpc>
                          <a:spcPct val="120000"/>
                        </a:lnSpc>
                        <a:spcBef>
                          <a:spcPct val="20000"/>
                        </a:spcBef>
                        <a:spcAft>
                          <a:spcPct val="0"/>
                        </a:spcAft>
                        <a:buClr>
                          <a:srgbClr val="CCFFCC"/>
                        </a:buClr>
                        <a:buSzPct val="105000"/>
                        <a:buFontTx/>
                        <a:buNone/>
                        <a:tabLst/>
                      </a:pPr>
                      <a:r>
                        <a:rPr kumimoji="1" lang="zh-CN" altLang="en-US" sz="1200" b="1" i="0" u="none" strike="noStrike" cap="none" normalizeH="0" baseline="0" dirty="0">
                          <a:ln>
                            <a:noFill/>
                          </a:ln>
                          <a:solidFill>
                            <a:schemeClr val="tx1"/>
                          </a:solidFill>
                          <a:effectLst/>
                          <a:latin typeface="黑体" pitchFamily="2" charset="-122"/>
                          <a:ea typeface="黑体" pitchFamily="2" charset="-122"/>
                        </a:rPr>
                        <a:t>生产用固定资产的折旧费、租赁费及与生产有关的摊销费</a:t>
                      </a:r>
                    </a:p>
                    <a:p>
                      <a:pPr marL="0" marR="0" lvl="0" indent="0" algn="l" defTabSz="914400" rtl="0" eaLnBrk="0" fontAlgn="base" latinLnBrk="0" hangingPunct="0">
                        <a:lnSpc>
                          <a:spcPct val="120000"/>
                        </a:lnSpc>
                        <a:spcBef>
                          <a:spcPct val="20000"/>
                        </a:spcBef>
                        <a:spcAft>
                          <a:spcPct val="0"/>
                        </a:spcAft>
                        <a:buClr>
                          <a:srgbClr val="CCFFCC"/>
                        </a:buClr>
                        <a:buSzPct val="105000"/>
                        <a:buFontTx/>
                        <a:buNone/>
                        <a:tabLst/>
                      </a:pPr>
                      <a:r>
                        <a:rPr kumimoji="1" lang="zh-CN" altLang="en-US" sz="1200" b="1" i="0" u="none" strike="noStrike" cap="none" normalizeH="0" baseline="0" dirty="0">
                          <a:ln>
                            <a:noFill/>
                          </a:ln>
                          <a:solidFill>
                            <a:schemeClr val="tx1"/>
                          </a:solidFill>
                          <a:effectLst/>
                          <a:latin typeface="黑体" pitchFamily="2" charset="-122"/>
                          <a:ea typeface="黑体" pitchFamily="2" charset="-122"/>
                        </a:rPr>
                        <a:t>废品损失和停工损失</a:t>
                      </a:r>
                    </a:p>
                    <a:p>
                      <a:pPr marL="0" marR="0" lvl="0" indent="0" algn="l" defTabSz="914400" rtl="0" eaLnBrk="0" fontAlgn="base" latinLnBrk="0" hangingPunct="0">
                        <a:lnSpc>
                          <a:spcPct val="120000"/>
                        </a:lnSpc>
                        <a:spcBef>
                          <a:spcPct val="20000"/>
                        </a:spcBef>
                        <a:spcAft>
                          <a:spcPct val="0"/>
                        </a:spcAft>
                        <a:buClr>
                          <a:srgbClr val="CCFFCC"/>
                        </a:buClr>
                        <a:buSzPct val="105000"/>
                        <a:buFontTx/>
                        <a:buNone/>
                        <a:tabLst/>
                      </a:pPr>
                      <a:r>
                        <a:rPr kumimoji="1" lang="zh-CN" altLang="en-US" sz="1200" b="1" i="0" u="none" strike="noStrike" cap="none" normalizeH="0" baseline="0" dirty="0">
                          <a:ln>
                            <a:noFill/>
                          </a:ln>
                          <a:solidFill>
                            <a:schemeClr val="tx1"/>
                          </a:solidFill>
                          <a:effectLst/>
                          <a:latin typeface="黑体" pitchFamily="2" charset="-122"/>
                          <a:ea typeface="黑体" pitchFamily="2" charset="-122"/>
                        </a:rPr>
                        <a:t>为管理和组织生产而支付的办公费、水电费、差旅费、保险费、工程设计检验费和劳动保护费</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CCFFCC"/>
                        </a:buClr>
                        <a:buSzPct val="105000"/>
                        <a:buFontTx/>
                        <a:buNone/>
                        <a:tabLst/>
                      </a:pPr>
                      <a:r>
                        <a:rPr kumimoji="1" lang="zh-CN" altLang="en-US" sz="1200" b="1" i="0" u="none" strike="noStrike" cap="none" normalizeH="0" baseline="0" dirty="0">
                          <a:ln>
                            <a:noFill/>
                          </a:ln>
                          <a:solidFill>
                            <a:schemeClr val="tx1"/>
                          </a:solidFill>
                          <a:effectLst/>
                          <a:latin typeface="黑体" pitchFamily="2" charset="-122"/>
                          <a:ea typeface="黑体" pitchFamily="2" charset="-122"/>
                        </a:rPr>
                        <a:t>为销售产品发生的运输、装卸、包装费用及广告费保险费</a:t>
                      </a:r>
                      <a:endParaRPr kumimoji="1" lang="zh-CN" altLang="en-US" sz="1200" b="1" i="0" u="none" strike="noStrike" cap="none" normalizeH="0" baseline="0" dirty="0">
                        <a:ln>
                          <a:noFill/>
                        </a:ln>
                        <a:solidFill>
                          <a:schemeClr val="tx1"/>
                        </a:solidFill>
                        <a:effectLst/>
                        <a:latin typeface="黑体" pitchFamily="2" charset="-122"/>
                        <a:ea typeface="黑体" pitchFamily="2" charset="-122"/>
                        <a:cs typeface="Times New Roman" pitchFamily="18" charset="0"/>
                      </a:endParaRPr>
                    </a:p>
                    <a:p>
                      <a:pPr marL="0" marR="0" lvl="0" indent="0" algn="l" defTabSz="914400" rtl="0" eaLnBrk="0" fontAlgn="base" latinLnBrk="0" hangingPunct="0">
                        <a:lnSpc>
                          <a:spcPct val="120000"/>
                        </a:lnSpc>
                        <a:spcBef>
                          <a:spcPct val="20000"/>
                        </a:spcBef>
                        <a:spcAft>
                          <a:spcPct val="0"/>
                        </a:spcAft>
                        <a:buClr>
                          <a:srgbClr val="CCFFCC"/>
                        </a:buClr>
                        <a:buSzPct val="105000"/>
                        <a:buFontTx/>
                        <a:buNone/>
                        <a:tabLst/>
                      </a:pPr>
                      <a:r>
                        <a:rPr kumimoji="1" lang="zh-CN" altLang="en-US" sz="1200" b="1" i="0" u="none" strike="noStrike" cap="none" normalizeH="0" baseline="0" dirty="0">
                          <a:ln>
                            <a:noFill/>
                          </a:ln>
                          <a:solidFill>
                            <a:schemeClr val="tx1"/>
                          </a:solidFill>
                          <a:effectLst/>
                          <a:latin typeface="黑体" pitchFamily="2" charset="-122"/>
                          <a:ea typeface="黑体" pitchFamily="2" charset="-122"/>
                        </a:rPr>
                        <a:t>销售部门及人员的业务费、工资、福利费</a:t>
                      </a:r>
                    </a:p>
                    <a:p>
                      <a:pPr marL="0" marR="0" lvl="0" indent="0" algn="l" defTabSz="914400" rtl="0" eaLnBrk="0" fontAlgn="base" latinLnBrk="0" hangingPunct="0">
                        <a:lnSpc>
                          <a:spcPct val="120000"/>
                        </a:lnSpc>
                        <a:spcBef>
                          <a:spcPct val="20000"/>
                        </a:spcBef>
                        <a:spcAft>
                          <a:spcPct val="0"/>
                        </a:spcAft>
                        <a:buClr>
                          <a:srgbClr val="CCFFCC"/>
                        </a:buClr>
                        <a:buSzPct val="105000"/>
                        <a:buFontTx/>
                        <a:buNone/>
                        <a:tabLst/>
                      </a:pPr>
                      <a:r>
                        <a:rPr kumimoji="1" lang="zh-CN" altLang="en-US" sz="1200" b="1" i="0" u="none" strike="noStrike" cap="none" normalizeH="0" baseline="0" dirty="0">
                          <a:ln>
                            <a:noFill/>
                          </a:ln>
                          <a:solidFill>
                            <a:schemeClr val="tx1"/>
                          </a:solidFill>
                          <a:effectLst/>
                          <a:latin typeface="黑体" pitchFamily="2" charset="-122"/>
                          <a:ea typeface="黑体" pitchFamily="2" charset="-122"/>
                        </a:rPr>
                        <a:t>企业在筹资与理财活动中所支付的利息支出，汇兑损失及相关手续费</a:t>
                      </a:r>
                    </a:p>
                    <a:p>
                      <a:pPr marL="0" marR="0" lvl="0" indent="0" algn="l" defTabSz="914400" rtl="0" eaLnBrk="0" fontAlgn="base" latinLnBrk="0" hangingPunct="0">
                        <a:lnSpc>
                          <a:spcPct val="120000"/>
                        </a:lnSpc>
                        <a:spcBef>
                          <a:spcPct val="20000"/>
                        </a:spcBef>
                        <a:spcAft>
                          <a:spcPct val="0"/>
                        </a:spcAft>
                        <a:buClr>
                          <a:srgbClr val="CCFFCC"/>
                        </a:buClr>
                        <a:buSzPct val="105000"/>
                        <a:buFontTx/>
                        <a:buNone/>
                        <a:tabLst/>
                      </a:pPr>
                      <a:r>
                        <a:rPr kumimoji="1" lang="zh-CN" altLang="en-US" sz="1200" b="1" i="0" u="none" strike="noStrike" cap="none" normalizeH="0" baseline="0" dirty="0">
                          <a:ln>
                            <a:noFill/>
                          </a:ln>
                          <a:solidFill>
                            <a:schemeClr val="tx1"/>
                          </a:solidFill>
                          <a:effectLst/>
                          <a:latin typeface="黑体" pitchFamily="2" charset="-122"/>
                          <a:ea typeface="黑体" pitchFamily="2" charset="-122"/>
                        </a:rPr>
                        <a:t>房产税，车船使用税、土地使用税、技术转让费等</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rgbClr val="CCFFCC"/>
                        </a:buClr>
                        <a:buSzPct val="105000"/>
                        <a:buFontTx/>
                        <a:buNone/>
                        <a:tabLst/>
                      </a:pPr>
                      <a:r>
                        <a:rPr kumimoji="1" lang="zh-CN" altLang="en-US" sz="1200" b="1" i="0" u="none" strike="noStrike" cap="none" normalizeH="0" baseline="0" dirty="0">
                          <a:ln>
                            <a:noFill/>
                          </a:ln>
                          <a:solidFill>
                            <a:schemeClr val="tx1"/>
                          </a:solidFill>
                          <a:effectLst/>
                          <a:latin typeface="黑体" pitchFamily="2" charset="-122"/>
                          <a:ea typeface="黑体" pitchFamily="2" charset="-122"/>
                        </a:rPr>
                        <a:t>行政管理部门人员工资，办公费，差旅费</a:t>
                      </a:r>
                      <a:endParaRPr kumimoji="1" lang="zh-CN" altLang="en-US" sz="1200" b="1" i="0" u="none" strike="noStrike" cap="none" normalizeH="0" baseline="0" dirty="0">
                        <a:ln>
                          <a:noFill/>
                        </a:ln>
                        <a:solidFill>
                          <a:schemeClr val="tx1"/>
                        </a:solidFill>
                        <a:effectLst/>
                        <a:latin typeface="黑体" pitchFamily="2" charset="-122"/>
                        <a:ea typeface="黑体" pitchFamily="2" charset="-122"/>
                        <a:cs typeface="Times New Roman" pitchFamily="18" charset="0"/>
                      </a:endParaRPr>
                    </a:p>
                    <a:p>
                      <a:pPr marL="0" marR="0" lvl="0" indent="0" algn="l" defTabSz="914400" rtl="0" eaLnBrk="0" fontAlgn="base" latinLnBrk="0" hangingPunct="0">
                        <a:lnSpc>
                          <a:spcPct val="120000"/>
                        </a:lnSpc>
                        <a:spcBef>
                          <a:spcPct val="20000"/>
                        </a:spcBef>
                        <a:spcAft>
                          <a:spcPct val="0"/>
                        </a:spcAft>
                        <a:buClr>
                          <a:srgbClr val="CCFFCC"/>
                        </a:buClr>
                        <a:buSzPct val="105000"/>
                        <a:buFontTx/>
                        <a:buNone/>
                        <a:tabLst/>
                      </a:pPr>
                      <a:r>
                        <a:rPr kumimoji="1" lang="zh-CN" altLang="en-US" sz="1200" b="1" i="0" u="none" strike="noStrike" cap="none" normalizeH="0" baseline="0" dirty="0">
                          <a:ln>
                            <a:noFill/>
                          </a:ln>
                          <a:solidFill>
                            <a:schemeClr val="tx1"/>
                          </a:solidFill>
                          <a:effectLst/>
                          <a:latin typeface="黑体" pitchFamily="2" charset="-122"/>
                          <a:ea typeface="黑体" pitchFamily="2" charset="-122"/>
                        </a:rPr>
                        <a:t>聘请中介机构费、咨询费、诉讼费、业务招待费</a:t>
                      </a:r>
                    </a:p>
                    <a:p>
                      <a:pPr marL="0" marR="0" lvl="0" indent="0" algn="l" defTabSz="914400" rtl="0" eaLnBrk="0" fontAlgn="base" latinLnBrk="0" hangingPunct="0">
                        <a:lnSpc>
                          <a:spcPct val="120000"/>
                        </a:lnSpc>
                        <a:spcBef>
                          <a:spcPct val="20000"/>
                        </a:spcBef>
                        <a:spcAft>
                          <a:spcPct val="0"/>
                        </a:spcAft>
                        <a:buClr>
                          <a:srgbClr val="CCFFCC"/>
                        </a:buClr>
                        <a:buSzPct val="105000"/>
                        <a:buFontTx/>
                        <a:buNone/>
                        <a:tabLst/>
                      </a:pPr>
                      <a:r>
                        <a:rPr kumimoji="1" lang="zh-CN" altLang="en-US" sz="1200" b="1" i="0" u="none" strike="noStrike" cap="none" normalizeH="0" baseline="0" dirty="0">
                          <a:ln>
                            <a:noFill/>
                          </a:ln>
                          <a:solidFill>
                            <a:schemeClr val="tx1"/>
                          </a:solidFill>
                          <a:effectLst/>
                          <a:latin typeface="黑体" pitchFamily="2" charset="-122"/>
                          <a:ea typeface="黑体" pitchFamily="2" charset="-122"/>
                        </a:rPr>
                        <a:t>工会经费、劳动保险费、董事会费</a:t>
                      </a:r>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72372958"/>
      </p:ext>
    </p:extLst>
  </p:cSld>
  <p:clrMapOvr>
    <a:masterClrMapping/>
  </p:clrMapOvr>
  <p:transition spd="slow">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05967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3.1 </a:t>
            </a:r>
            <a:r>
              <a:rPr lang="zh-CN" altLang="en-US" sz="2400" spc="300" dirty="0">
                <a:latin typeface="微软雅黑" panose="020B0503020204020204" pitchFamily="34" charset="-122"/>
                <a:ea typeface="微软雅黑" panose="020B0503020204020204" pitchFamily="34" charset="-122"/>
              </a:rPr>
              <a:t>软件的成本构成及其影响因素分析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762508"/>
            <a:ext cx="7920338" cy="374839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按成本与产量的对应关系分类：</a:t>
            </a:r>
          </a:p>
          <a:p>
            <a:pPr marL="742950" lvl="1"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变动成本和固定成本</a:t>
            </a:r>
          </a:p>
          <a:p>
            <a:pPr marL="1200150" lvl="2"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变动成本是指成本总额随产量变动而变化的成本，如原材料、燃料、动力、生产工人的计件（时）工资等成本。</a:t>
            </a:r>
          </a:p>
          <a:p>
            <a:pPr marL="1200150" lvl="2"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固定成本则是指在一定的产量范围内成本总额将固定不变的成本，如厂房、设备折旧费、保险费、广告费、常雇人员工资开支等，即使企业停产（产量为零），这些费用依然存在。</a:t>
            </a:r>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pPr marL="1200150" lvl="2"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若设</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TC</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表示总成本，</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TFC</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表示总固定成本，</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TVC</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表示总变动成本，</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θ</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为产量，</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AVC</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为平均可变成本，则一个简单的依赖于产量的成本函数为下式：</a:t>
            </a:r>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pPr lvl="2" algn="ctr">
              <a:lnSpc>
                <a:spcPct val="150000"/>
              </a:lnSpc>
            </a:pP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TC = TFC + TVC = TFC + </a:t>
            </a:r>
            <a:r>
              <a:rPr lang="en-US" altLang="zh-CN" sz="1600" dirty="0" err="1">
                <a:latin typeface="Times New Roman" panose="02020603050405020304" pitchFamily="18" charset="0"/>
                <a:ea typeface="华文楷体" panose="02010600040101010101" pitchFamily="2" charset="-122"/>
                <a:cs typeface="Times New Roman" panose="02020603050405020304" pitchFamily="18" charset="0"/>
              </a:rPr>
              <a:t>θ×AVC</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en-US" sz="16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23492743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05967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3.1 </a:t>
            </a:r>
            <a:r>
              <a:rPr lang="zh-CN" altLang="en-US" sz="2400" spc="300" dirty="0">
                <a:latin typeface="微软雅黑" panose="020B0503020204020204" pitchFamily="34" charset="-122"/>
                <a:ea typeface="微软雅黑" panose="020B0503020204020204" pitchFamily="34" charset="-122"/>
              </a:rPr>
              <a:t>软件的成本构成及其影响因素分析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762508"/>
            <a:ext cx="7920338" cy="296824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400" dirty="0">
                <a:latin typeface="Times New Roman" panose="02020603050405020304" pitchFamily="18" charset="0"/>
                <a:ea typeface="华文楷体" panose="02010600040101010101" pitchFamily="2" charset="-122"/>
                <a:cs typeface="Times New Roman" panose="02020603050405020304" pitchFamily="18" charset="0"/>
              </a:rPr>
              <a:t>按成本的确定时间分类：</a:t>
            </a:r>
            <a:endParaRPr lang="en-US" altLang="zh-CN" sz="1400" dirty="0">
              <a:latin typeface="Times New Roman" panose="02020603050405020304" pitchFamily="18" charset="0"/>
              <a:ea typeface="华文楷体" panose="02010600040101010101" pitchFamily="2" charset="-122"/>
              <a:cs typeface="Times New Roman" panose="02020603050405020304" pitchFamily="18" charset="0"/>
            </a:endParaRPr>
          </a:p>
          <a:p>
            <a:pPr marL="742950" lvl="1" indent="-285750" algn="just">
              <a:lnSpc>
                <a:spcPct val="150000"/>
              </a:lnSpc>
              <a:buFont typeface="Arial" panose="020B0604020202020204" pitchFamily="34" charset="0"/>
              <a:buChar char="•"/>
            </a:pPr>
            <a:r>
              <a:rPr lang="zh-CN" altLang="en-US" sz="1400" dirty="0">
                <a:latin typeface="Times New Roman" panose="02020603050405020304" pitchFamily="18" charset="0"/>
                <a:ea typeface="华文楷体" panose="02010600040101010101" pitchFamily="2" charset="-122"/>
                <a:cs typeface="Times New Roman" panose="02020603050405020304" pitchFamily="18" charset="0"/>
              </a:rPr>
              <a:t>预测成本、定额成本、计划成本、实际成本</a:t>
            </a:r>
          </a:p>
          <a:p>
            <a:pPr marL="742950" lvl="1" indent="-285750" algn="just">
              <a:lnSpc>
                <a:spcPct val="150000"/>
              </a:lnSpc>
              <a:buFont typeface="Arial" panose="020B0604020202020204" pitchFamily="34" charset="0"/>
              <a:buChar char="•"/>
            </a:pPr>
            <a:r>
              <a:rPr lang="zh-CN" altLang="en-US" sz="1400" dirty="0">
                <a:latin typeface="Times New Roman" panose="02020603050405020304" pitchFamily="18" charset="0"/>
                <a:ea typeface="华文楷体" panose="02010600040101010101" pitchFamily="2" charset="-122"/>
                <a:cs typeface="Times New Roman" panose="02020603050405020304" pitchFamily="18" charset="0"/>
              </a:rPr>
              <a:t>预测成本</a:t>
            </a:r>
          </a:p>
          <a:p>
            <a:pPr marL="1200150" lvl="2" indent="-285750" algn="just">
              <a:lnSpc>
                <a:spcPct val="150000"/>
              </a:lnSpc>
              <a:buFont typeface="Arial" panose="020B0604020202020204" pitchFamily="34" charset="0"/>
              <a:buChar char="•"/>
            </a:pPr>
            <a:r>
              <a:rPr lang="zh-CN" altLang="en-US" sz="1400" dirty="0">
                <a:latin typeface="Times New Roman" panose="02020603050405020304" pitchFamily="18" charset="0"/>
                <a:ea typeface="华文楷体" panose="02010600040101010101" pitchFamily="2" charset="-122"/>
                <a:cs typeface="Times New Roman" panose="02020603050405020304" pitchFamily="18" charset="0"/>
              </a:rPr>
              <a:t>是指在产品规划与设计阶段依据一定的设计方案和某些预测方法来测算将来可能发生的成本</a:t>
            </a:r>
          </a:p>
          <a:p>
            <a:pPr marL="1200150" lvl="2" indent="-285750" algn="just">
              <a:lnSpc>
                <a:spcPct val="150000"/>
              </a:lnSpc>
              <a:buFont typeface="Arial" panose="020B0604020202020204" pitchFamily="34" charset="0"/>
              <a:buChar char="•"/>
            </a:pPr>
            <a:r>
              <a:rPr lang="zh-CN" altLang="en-US" sz="1400" dirty="0">
                <a:latin typeface="Times New Roman" panose="02020603050405020304" pitchFamily="18" charset="0"/>
                <a:ea typeface="华文楷体" panose="02010600040101010101" pitchFamily="2" charset="-122"/>
                <a:cs typeface="Times New Roman" panose="02020603050405020304" pitchFamily="18" charset="0"/>
              </a:rPr>
              <a:t>作用：是不同设计方案进行比较与选优的依据</a:t>
            </a:r>
          </a:p>
          <a:p>
            <a:pPr marL="742950" lvl="1" indent="-285750" algn="just">
              <a:lnSpc>
                <a:spcPct val="150000"/>
              </a:lnSpc>
              <a:buFont typeface="Arial" panose="020B0604020202020204" pitchFamily="34" charset="0"/>
              <a:buChar char="•"/>
            </a:pPr>
            <a:r>
              <a:rPr lang="zh-CN" altLang="en-US" sz="1400" dirty="0">
                <a:latin typeface="Times New Roman" panose="02020603050405020304" pitchFamily="18" charset="0"/>
                <a:ea typeface="华文楷体" panose="02010600040101010101" pitchFamily="2" charset="-122"/>
                <a:cs typeface="Times New Roman" panose="02020603050405020304" pitchFamily="18" charset="0"/>
              </a:rPr>
              <a:t>定额成本</a:t>
            </a:r>
          </a:p>
          <a:p>
            <a:pPr marL="1200150" lvl="2" indent="-285750" algn="just">
              <a:lnSpc>
                <a:spcPct val="150000"/>
              </a:lnSpc>
              <a:buFont typeface="Arial" panose="020B0604020202020204" pitchFamily="34" charset="0"/>
              <a:buChar char="•"/>
            </a:pPr>
            <a:r>
              <a:rPr lang="zh-CN" altLang="en-US" sz="1400" dirty="0">
                <a:latin typeface="Times New Roman" panose="02020603050405020304" pitchFamily="18" charset="0"/>
                <a:ea typeface="华文楷体" panose="02010600040101010101" pitchFamily="2" charset="-122"/>
                <a:cs typeface="Times New Roman" panose="02020603050405020304" pitchFamily="18" charset="0"/>
              </a:rPr>
              <a:t>根据消耗定额所确定的产品成本</a:t>
            </a:r>
          </a:p>
          <a:p>
            <a:pPr marL="1200150" lvl="2" indent="-285750" algn="just">
              <a:lnSpc>
                <a:spcPct val="150000"/>
              </a:lnSpc>
              <a:buFont typeface="Arial" panose="020B0604020202020204" pitchFamily="34" charset="0"/>
              <a:buChar char="•"/>
            </a:pPr>
            <a:r>
              <a:rPr lang="zh-CN" altLang="en-US" sz="1400" dirty="0">
                <a:latin typeface="Times New Roman" panose="02020603050405020304" pitchFamily="18" charset="0"/>
                <a:ea typeface="华文楷体" panose="02010600040101010101" pitchFamily="2" charset="-122"/>
                <a:cs typeface="Times New Roman" panose="02020603050405020304" pitchFamily="18" charset="0"/>
              </a:rPr>
              <a:t>作用：用来做日常成本控制的标准和依据</a:t>
            </a:r>
          </a:p>
        </p:txBody>
      </p:sp>
    </p:spTree>
    <p:extLst>
      <p:ext uri="{BB962C8B-B14F-4D97-AF65-F5344CB8AC3E}">
        <p14:creationId xmlns:p14="http://schemas.microsoft.com/office/powerpoint/2010/main" val="196279467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05967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3.1 </a:t>
            </a:r>
            <a:r>
              <a:rPr lang="zh-CN" altLang="en-US" sz="2400" spc="300" dirty="0">
                <a:latin typeface="微软雅黑" panose="020B0503020204020204" pitchFamily="34" charset="-122"/>
                <a:ea typeface="微软雅黑" panose="020B0503020204020204" pitchFamily="34" charset="-122"/>
              </a:rPr>
              <a:t>软件的成本构成及其影响因素分析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762508"/>
            <a:ext cx="7920338" cy="411773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按成本的确定时间分类：</a:t>
            </a:r>
          </a:p>
          <a:p>
            <a:pPr marL="742950" lvl="1"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 计划成本</a:t>
            </a:r>
          </a:p>
          <a:p>
            <a:pPr marL="1200150" lvl="2"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是根据消耗定额及生产计划而确定的在计划期内（一年）应该达到的成本</a:t>
            </a:r>
          </a:p>
          <a:p>
            <a:pPr marL="1200150" lvl="2"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作用：一般作为年度考核的依据</a:t>
            </a:r>
          </a:p>
          <a:p>
            <a:pPr marL="742950" lvl="1"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实际成本</a:t>
            </a:r>
          </a:p>
          <a:p>
            <a:pPr marL="1200150" lvl="2"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是根据产品生产的实际耗费而计算的成本</a:t>
            </a:r>
          </a:p>
          <a:p>
            <a:pPr marL="1200150" lvl="2"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作用：存货计价与产成品定价的基础</a:t>
            </a:r>
          </a:p>
          <a:p>
            <a:pPr marL="742950" lvl="1"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消耗定额及有关的生产经营计划而确定的生产产品在计划期内通常是一年应该达到的成本，计划成本一般作为年度成本考核的依据；</a:t>
            </a:r>
          </a:p>
          <a:p>
            <a:pPr marL="742950" lvl="1"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实际成本则是根据产品生产的实际耗费而计算的成本，它是产成品存货与定价的基础。</a:t>
            </a:r>
          </a:p>
        </p:txBody>
      </p:sp>
    </p:spTree>
    <p:extLst>
      <p:ext uri="{BB962C8B-B14F-4D97-AF65-F5344CB8AC3E}">
        <p14:creationId xmlns:p14="http://schemas.microsoft.com/office/powerpoint/2010/main" val="35782401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05967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3.1 </a:t>
            </a:r>
            <a:r>
              <a:rPr lang="zh-CN" altLang="en-US" sz="2400" spc="300" dirty="0">
                <a:latin typeface="微软雅黑" panose="020B0503020204020204" pitchFamily="34" charset="-122"/>
                <a:ea typeface="微软雅黑" panose="020B0503020204020204" pitchFamily="34" charset="-122"/>
              </a:rPr>
              <a:t>软件的成本构成及其影响因素分析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762508"/>
            <a:ext cx="7920338" cy="190173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软件成本</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是指软件在其生存周期（系统规划、分析、设计、构建与运行维护阶段）内，为取得各种软硬件资源的支持及维持系统的研究、生产经营与管理正常开展所投入的人、财、物质资料而支付的一切费用。</a:t>
            </a:r>
          </a:p>
          <a:p>
            <a:pPr marL="285750"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根据前述成本分类的介绍可知，软件成本实际上可看作是</a:t>
            </a:r>
            <a:r>
              <a:rPr lang="zh-CN" altLang="en-US" sz="1600"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研究与开发、采购、生产、经营成本与管理费用的组合。</a:t>
            </a:r>
          </a:p>
        </p:txBody>
      </p:sp>
    </p:spTree>
    <p:extLst>
      <p:ext uri="{BB962C8B-B14F-4D97-AF65-F5344CB8AC3E}">
        <p14:creationId xmlns:p14="http://schemas.microsoft.com/office/powerpoint/2010/main" val="216861578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59">
            <a:extLst>
              <a:ext uri="{FF2B5EF4-FFF2-40B4-BE49-F238E27FC236}">
                <a16:creationId xmlns:a16="http://schemas.microsoft.com/office/drawing/2014/main" id="{465F6231-5AC8-4733-8BF2-845852BAA501}"/>
              </a:ext>
            </a:extLst>
          </p:cNvPr>
          <p:cNvGraphicFramePr>
            <a:graphicFrameLocks/>
          </p:cNvGraphicFramePr>
          <p:nvPr>
            <p:extLst>
              <p:ext uri="{D42A27DB-BD31-4B8C-83A1-F6EECF244321}">
                <p14:modId xmlns:p14="http://schemas.microsoft.com/office/powerpoint/2010/main" val="1605775479"/>
              </p:ext>
            </p:extLst>
          </p:nvPr>
        </p:nvGraphicFramePr>
        <p:xfrm>
          <a:off x="0" y="43180"/>
          <a:ext cx="9144000" cy="5100320"/>
        </p:xfrm>
        <a:graphic>
          <a:graphicData uri="http://schemas.openxmlformats.org/drawingml/2006/table">
            <a:tbl>
              <a:tblPr/>
              <a:tblGrid>
                <a:gridCol w="387350">
                  <a:extLst>
                    <a:ext uri="{9D8B030D-6E8A-4147-A177-3AD203B41FA5}">
                      <a16:colId xmlns:a16="http://schemas.microsoft.com/office/drawing/2014/main" val="3081878685"/>
                    </a:ext>
                  </a:extLst>
                </a:gridCol>
                <a:gridCol w="1094419">
                  <a:extLst>
                    <a:ext uri="{9D8B030D-6E8A-4147-A177-3AD203B41FA5}">
                      <a16:colId xmlns:a16="http://schemas.microsoft.com/office/drawing/2014/main" val="449491535"/>
                    </a:ext>
                  </a:extLst>
                </a:gridCol>
                <a:gridCol w="5205470">
                  <a:extLst>
                    <a:ext uri="{9D8B030D-6E8A-4147-A177-3AD203B41FA5}">
                      <a16:colId xmlns:a16="http://schemas.microsoft.com/office/drawing/2014/main" val="3554901363"/>
                    </a:ext>
                  </a:extLst>
                </a:gridCol>
                <a:gridCol w="2456761">
                  <a:extLst>
                    <a:ext uri="{9D8B030D-6E8A-4147-A177-3AD203B41FA5}">
                      <a16:colId xmlns:a16="http://schemas.microsoft.com/office/drawing/2014/main" val="684610129"/>
                    </a:ext>
                  </a:extLst>
                </a:gridCol>
              </a:tblGrid>
              <a:tr h="287338">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endParaRPr kumimoji="1"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生存周期</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要素成本</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说明</a:t>
                      </a:r>
                    </a:p>
                  </a:txBody>
                  <a:tcP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40154276"/>
                  </a:ext>
                </a:extLst>
              </a:tr>
              <a:tr h="615950">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１</a:t>
                      </a:r>
                      <a:endParaRPr kumimoji="1"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10000"/>
                        </a:lnSpc>
                        <a:spcBef>
                          <a:spcPct val="0"/>
                        </a:spcBef>
                        <a:spcAft>
                          <a:spcPct val="0"/>
                        </a:spcAft>
                        <a:buClrTx/>
                        <a:buSzTx/>
                        <a:buFontTx/>
                        <a:buNone/>
                        <a:tabLst/>
                      </a:pPr>
                      <a:r>
                        <a:rPr kumimoji="1"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系统</a:t>
                      </a:r>
                    </a:p>
                    <a:p>
                      <a:pPr marL="342900" marR="0" lvl="0" indent="-342900" algn="ctr" defTabSz="914400" rtl="0" eaLnBrk="1" fontAlgn="base" latinLnBrk="0" hangingPunct="1">
                        <a:lnSpc>
                          <a:spcPct val="110000"/>
                        </a:lnSpc>
                        <a:spcBef>
                          <a:spcPct val="0"/>
                        </a:spcBef>
                        <a:spcAft>
                          <a:spcPct val="0"/>
                        </a:spcAft>
                        <a:buClrTx/>
                        <a:buSzTx/>
                        <a:buFontTx/>
                        <a:buNone/>
                        <a:tabLst/>
                      </a:pPr>
                      <a:r>
                        <a:rPr kumimoji="1"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规划阶段</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系统调研</a:t>
                      </a:r>
                      <a:endPar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投标竞争（含可行性分析）</a:t>
                      </a:r>
                      <a:endPar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需求分析</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    主要是出差费用及相关人员工资及附加费</a:t>
                      </a:r>
                    </a:p>
                  </a:txBody>
                  <a:tcP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26851797"/>
                  </a:ext>
                </a:extLst>
              </a:tr>
              <a:tr h="615950">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２</a:t>
                      </a:r>
                      <a:endParaRPr kumimoji="1"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10000"/>
                        </a:lnSpc>
                        <a:spcBef>
                          <a:spcPct val="0"/>
                        </a:spcBef>
                        <a:spcAft>
                          <a:spcPct val="0"/>
                        </a:spcAft>
                        <a:buClrTx/>
                        <a:buSzTx/>
                        <a:buFontTx/>
                        <a:buNone/>
                        <a:tabLst/>
                      </a:pPr>
                      <a:r>
                        <a:rPr kumimoji="1"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系统分析</a:t>
                      </a:r>
                    </a:p>
                    <a:p>
                      <a:pPr marL="342900" marR="0" lvl="0" indent="-342900" algn="ctr" defTabSz="914400" rtl="0" eaLnBrk="1" fontAlgn="base" latinLnBrk="0" hangingPunct="1">
                        <a:lnSpc>
                          <a:spcPct val="110000"/>
                        </a:lnSpc>
                        <a:spcBef>
                          <a:spcPct val="0"/>
                        </a:spcBef>
                        <a:spcAft>
                          <a:spcPct val="0"/>
                        </a:spcAft>
                        <a:buClrTx/>
                        <a:buSzTx/>
                        <a:buFontTx/>
                        <a:buNone/>
                        <a:tabLst/>
                      </a:pPr>
                      <a:r>
                        <a:rPr kumimoji="1"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1"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设计阶段</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系统分析</a:t>
                      </a:r>
                      <a:endPar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系统概要设计</a:t>
                      </a:r>
                      <a:endPar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系统详细设计及评审</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分析与设计人员工资及附加费、技术资料与技术咨询费设计评审费</a:t>
                      </a:r>
                    </a:p>
                  </a:txBody>
                  <a:tcP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13718740"/>
                  </a:ext>
                </a:extLst>
              </a:tr>
              <a:tr h="1690688">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３</a:t>
                      </a:r>
                      <a:endParaRPr kumimoji="1"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10000"/>
                        </a:lnSpc>
                        <a:spcBef>
                          <a:spcPct val="0"/>
                        </a:spcBef>
                        <a:spcAft>
                          <a:spcPct val="0"/>
                        </a:spcAft>
                        <a:buClrTx/>
                        <a:buSzTx/>
                        <a:buFontTx/>
                        <a:buNone/>
                        <a:tabLst/>
                      </a:pPr>
                      <a:r>
                        <a:rPr kumimoji="1"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系统</a:t>
                      </a:r>
                    </a:p>
                    <a:p>
                      <a:pPr marL="342900" marR="0" lvl="0" indent="-342900" algn="ctr" defTabSz="914400" rtl="0" eaLnBrk="1" fontAlgn="base" latinLnBrk="0" hangingPunct="1">
                        <a:lnSpc>
                          <a:spcPct val="110000"/>
                        </a:lnSpc>
                        <a:spcBef>
                          <a:spcPct val="0"/>
                        </a:spcBef>
                        <a:spcAft>
                          <a:spcPct val="0"/>
                        </a:spcAft>
                        <a:buClrTx/>
                        <a:buSzTx/>
                        <a:buFontTx/>
                        <a:buNone/>
                        <a:tabLst/>
                      </a:pPr>
                      <a:r>
                        <a:rPr kumimoji="1"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构建阶段</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系统硬件购置与安装</a:t>
                      </a:r>
                      <a:endPar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系统软件与购置</a:t>
                      </a:r>
                      <a:endPar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基建与有关设施建设</a:t>
                      </a:r>
                      <a:endPar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数据与技术资料收集</a:t>
                      </a:r>
                      <a:endPar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人员培训</a:t>
                      </a:r>
                      <a:endPar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有关硬件原材料购置</a:t>
                      </a:r>
                      <a:endPar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有关硬件生产／测试及废品损失</a:t>
                      </a:r>
                      <a:endPar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有关软件编辑／测试</a:t>
                      </a:r>
                      <a:endPar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有关文档编制</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购置计算机、通信设备、传感器、路由器等及系统软件与有关</a:t>
                      </a:r>
                      <a:r>
                        <a:rPr kumimoji="1" lang="zh-CN" altLang="en-US" sz="1400" b="1" i="0" u="none" strike="noStrike" kern="1200" cap="none" normalizeH="0" baseline="0" dirty="0">
                          <a:ln>
                            <a:noFill/>
                          </a:ln>
                          <a:solidFill>
                            <a:schemeClr val="tx1"/>
                          </a:solidFill>
                          <a:effectLst/>
                          <a:latin typeface="宋体" panose="02010600030101010101" pitchFamily="2" charset="-122"/>
                          <a:ea typeface="宋体" panose="02010600030101010101" pitchFamily="2" charset="-122"/>
                          <a:cs typeface="+mn-cs"/>
                        </a:rPr>
                        <a:t>应用软件</a:t>
                      </a: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的费用，软、硬件生产过程中所消耗的水、电、运输及材料消耗费</a:t>
                      </a:r>
                    </a:p>
                  </a:txBody>
                  <a:tcP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16385366"/>
                  </a:ext>
                </a:extLst>
              </a:tr>
              <a:tr h="1320800">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４</a:t>
                      </a:r>
                      <a:endParaRPr kumimoji="1"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系统运行</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维持阶段</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系统营销            系统切换</a:t>
                      </a:r>
                      <a:endPar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系统运行（运行指导人员费用、材料消耗费、固定资产折旧费）</a:t>
                      </a:r>
                      <a:endPar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系统管理（审计费、行政管理费用、系统服务费用）</a:t>
                      </a:r>
                      <a:endPar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系统维护（纠错性、适应性、完善性维护费用）</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营销费用包括广告、分销、促销等费用</a:t>
                      </a:r>
                      <a:endPar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系统切换包括设备运输、安装测试等费用</a:t>
                      </a:r>
                    </a:p>
                  </a:txBody>
                  <a:tcP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9267505"/>
                  </a:ext>
                </a:extLst>
              </a:tr>
            </a:tbl>
          </a:graphicData>
        </a:graphic>
      </p:graphicFrame>
    </p:spTree>
    <p:extLst>
      <p:ext uri="{BB962C8B-B14F-4D97-AF65-F5344CB8AC3E}">
        <p14:creationId xmlns:p14="http://schemas.microsoft.com/office/powerpoint/2010/main" val="1440985517"/>
      </p:ext>
    </p:extLst>
  </p:cSld>
  <p:clrMapOvr>
    <a:masterClrMapping/>
  </p:clrMapOvr>
  <p:transition spd="slow">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69899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3.1.3 </a:t>
            </a:r>
            <a:r>
              <a:rPr lang="zh-CN" altLang="en-US" sz="2400" spc="300" dirty="0">
                <a:latin typeface="微软雅黑" panose="020B0503020204020204" pitchFamily="34" charset="-122"/>
                <a:ea typeface="微软雅黑" panose="020B0503020204020204" pitchFamily="34" charset="-122"/>
              </a:rPr>
              <a:t>软件成本测算的影响因素分析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38111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（１）硬件购置费用：它们是系统硬件中有关计算机（服务器工作站等）及其相关设备（不间断电源、空调器、Ｉ</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Ｏ设备）的购置与安装费用</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（２）网络通信费用：它们是系统硬件中有关网络通信设备，通讯线路器材之购置与安装费用及租用公共通信线路的费用与远程通信话务费及特殊网络服务费等</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（３）软件购置费用：它们是购买操作系统数据库系统等系统软件及其他有关应用软件的费用。</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（４）基建费用：包括新建、扩建或改建机房购置计算机台、柜及空调等费用。</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 </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5 </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）人力资源费用：包括各类规划、设计、生产（开发），测试人员与管理人员的工资岗位津贴及其他附加费用。</a:t>
            </a:r>
          </a:p>
        </p:txBody>
      </p:sp>
    </p:spTree>
    <p:extLst>
      <p:ext uri="{BB962C8B-B14F-4D97-AF65-F5344CB8AC3E}">
        <p14:creationId xmlns:p14="http://schemas.microsoft.com/office/powerpoint/2010/main" val="411982993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69899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3.1.3 </a:t>
            </a:r>
            <a:r>
              <a:rPr lang="zh-CN" altLang="en-US" sz="2400" spc="300" dirty="0">
                <a:latin typeface="微软雅黑" panose="020B0503020204020204" pitchFamily="34" charset="-122"/>
                <a:ea typeface="微软雅黑" panose="020B0503020204020204" pitchFamily="34" charset="-122"/>
              </a:rPr>
              <a:t>软件成本测算的影响因素分析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5045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6</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）硬件生产测试费：某些软件需要一些特殊性能要求的硬件设备（这些设备通常属于国外禁运设备之列或费用很高），故只能采用国内自行制造而需要的分析、设计、生产测试之费用。</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7</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）软件开发</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测试费用：包括软件网络（应用软件、网络管理软件等）的分析、设计、开发、测试等的费用。</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8</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）水、电、运输费用：包括软件在系统设计生产（开发）、运行与维护期间所消耗的水、电、设备物质运输费用。</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9</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）耗材及废品损失费用：包括软件在系统设计、生产（开发）、运行与维护中的耗材如打印纸、色带、硬盘等费用及某些特殊性能设备生产中的废品损失费、停工损失费。</a:t>
            </a:r>
          </a:p>
        </p:txBody>
      </p:sp>
    </p:spTree>
    <p:extLst>
      <p:ext uri="{BB962C8B-B14F-4D97-AF65-F5344CB8AC3E}">
        <p14:creationId xmlns:p14="http://schemas.microsoft.com/office/powerpoint/2010/main" val="257317689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69899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3.1.3 </a:t>
            </a:r>
            <a:r>
              <a:rPr lang="zh-CN" altLang="en-US" sz="2400" spc="300" dirty="0">
                <a:latin typeface="微软雅黑" panose="020B0503020204020204" pitchFamily="34" charset="-122"/>
                <a:ea typeface="微软雅黑" panose="020B0503020204020204" pitchFamily="34" charset="-122"/>
              </a:rPr>
              <a:t>软件成本测算的影响因素分析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5045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 （</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10</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）培训费用：包括系统生产机构有关技术人员及管理人员的培训进修费用及对用户（系统应用部门）培训的费用。</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  （</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11</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）系统营销费用：某些软件适宜于市场推销，故需采用广告、分销与代销的拥金折扣费用等相关费用。</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  （</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12</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）管理费用：包括办公费、差旅费、会议费等。</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  （</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13</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）其他费用：包括设备、厂房等固定资产折旧费，筹资的利息和罚金支出，数据与资料收集费用，技术咨询费等。</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在上述的十三项软件成本费用中固定资产折旧费、办公费、差旅费、会议费、筹资的利息支出和罚金支出、常雇管理人员与技术人员的工资等为</a:t>
            </a:r>
            <a:r>
              <a:rPr lang="zh-CN" altLang="en-US" sz="1600" b="1" i="0" u="none" strike="noStrike" baseline="0" dirty="0">
                <a:solidFill>
                  <a:srgbClr val="7030A0"/>
                </a:solidFill>
                <a:latin typeface="华文楷体" panose="02010600040101010101" pitchFamily="2" charset="-122"/>
                <a:ea typeface="华文楷体" panose="02010600040101010101" pitchFamily="2" charset="-122"/>
              </a:rPr>
              <a:t>固定成本</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，而其他各项成本则为</a:t>
            </a:r>
            <a:r>
              <a:rPr lang="zh-CN" altLang="en-US" sz="1600" b="1" i="0" u="none" strike="noStrike" baseline="0" dirty="0">
                <a:solidFill>
                  <a:srgbClr val="7030A0"/>
                </a:solidFill>
                <a:latin typeface="华文楷体" panose="02010600040101010101" pitchFamily="2" charset="-122"/>
                <a:ea typeface="华文楷体" panose="02010600040101010101" pitchFamily="2" charset="-122"/>
              </a:rPr>
              <a:t>变动成本</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a:t>
            </a:r>
          </a:p>
        </p:txBody>
      </p:sp>
    </p:spTree>
    <p:extLst>
      <p:ext uri="{BB962C8B-B14F-4D97-AF65-F5344CB8AC3E}">
        <p14:creationId xmlns:p14="http://schemas.microsoft.com/office/powerpoint/2010/main" val="64698883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69899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3.1.3 </a:t>
            </a:r>
            <a:r>
              <a:rPr lang="zh-CN" altLang="en-US" sz="2400" spc="300" dirty="0">
                <a:latin typeface="微软雅黑" panose="020B0503020204020204" pitchFamily="34" charset="-122"/>
                <a:ea typeface="微软雅黑" panose="020B0503020204020204" pitchFamily="34" charset="-122"/>
              </a:rPr>
              <a:t>软件成本测算的影响因素分析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6126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800" b="0" i="0" u="none" strike="noStrike" baseline="0" dirty="0">
                <a:solidFill>
                  <a:srgbClr val="000000"/>
                </a:solidFill>
                <a:latin typeface="华文楷体" panose="02010600040101010101" pitchFamily="2" charset="-122"/>
                <a:ea typeface="华文楷体" panose="02010600040101010101" pitchFamily="2" charset="-122"/>
              </a:rPr>
              <a:t>用于软件各设计方案评审的成本应属于</a:t>
            </a:r>
            <a:r>
              <a:rPr lang="zh-CN" altLang="en-US" sz="1800" b="1" i="0" u="none" strike="noStrike" baseline="0" dirty="0">
                <a:solidFill>
                  <a:srgbClr val="7030A0"/>
                </a:solidFill>
                <a:latin typeface="华文楷体" panose="02010600040101010101" pitchFamily="2" charset="-122"/>
                <a:ea typeface="华文楷体" panose="02010600040101010101" pitchFamily="2" charset="-122"/>
              </a:rPr>
              <a:t>预测成本</a:t>
            </a:r>
            <a:r>
              <a:rPr lang="zh-CN" altLang="en-US" sz="1800" b="0" i="0" u="none" strike="noStrike" baseline="0" dirty="0">
                <a:solidFill>
                  <a:srgbClr val="000000"/>
                </a:solidFill>
                <a:latin typeface="华文楷体" panose="02010600040101010101" pitchFamily="2" charset="-122"/>
                <a:ea typeface="华文楷体" panose="02010600040101010101" pitchFamily="2" charset="-122"/>
              </a:rPr>
              <a:t>，而用于软件定价之用的成本为</a:t>
            </a:r>
            <a:r>
              <a:rPr lang="zh-CN" altLang="en-US" sz="1800" b="1" i="0" u="none" strike="noStrike" baseline="0" dirty="0">
                <a:solidFill>
                  <a:srgbClr val="7030A0"/>
                </a:solidFill>
                <a:latin typeface="华文楷体" panose="02010600040101010101" pitchFamily="2" charset="-122"/>
                <a:ea typeface="华文楷体" panose="02010600040101010101" pitchFamily="2" charset="-122"/>
              </a:rPr>
              <a:t>实际成本</a:t>
            </a:r>
            <a:r>
              <a:rPr lang="zh-CN" altLang="en-US" sz="1800" b="0" i="0" u="none" strike="noStrike" baseline="0" dirty="0">
                <a:solidFill>
                  <a:srgbClr val="000000"/>
                </a:solidFill>
                <a:latin typeface="华文楷体" panose="02010600040101010101" pitchFamily="2" charset="-122"/>
                <a:ea typeface="华文楷体" panose="02010600040101010101" pitchFamily="2" charset="-122"/>
              </a:rPr>
              <a:t>。</a:t>
            </a:r>
          </a:p>
          <a:p>
            <a:pPr marL="285750" indent="-285750" algn="just">
              <a:lnSpc>
                <a:spcPct val="150000"/>
              </a:lnSpc>
              <a:buFont typeface="Arial" panose="020B0604020202020204" pitchFamily="34" charset="0"/>
              <a:buChar char="•"/>
            </a:pPr>
            <a:r>
              <a:rPr lang="zh-CN" altLang="en-US" sz="1800" b="0" i="0" u="none" strike="noStrike" baseline="0" dirty="0">
                <a:solidFill>
                  <a:srgbClr val="000000"/>
                </a:solidFill>
                <a:latin typeface="华文楷体" panose="02010600040101010101" pitchFamily="2" charset="-122"/>
                <a:ea typeface="华文楷体" panose="02010600040101010101" pitchFamily="2" charset="-122"/>
              </a:rPr>
              <a:t>对于实际成本的计算并无困难，这只须对软件生命周期中在规划、分析、设计、构建阶段所耗费的上述十三项费用（已发生的成本）按会计成本的要求合并，累加设为</a:t>
            </a:r>
            <a:r>
              <a:rPr lang="en-US" altLang="zh-CN" sz="1800" b="0" i="0" u="none" strike="noStrike" baseline="0" dirty="0">
                <a:solidFill>
                  <a:srgbClr val="000000"/>
                </a:solidFill>
                <a:latin typeface="华文楷体" panose="02010600040101010101" pitchFamily="2" charset="-122"/>
                <a:ea typeface="华文楷体" panose="02010600040101010101" pitchFamily="2" charset="-122"/>
              </a:rPr>
              <a:t>S1</a:t>
            </a:r>
            <a:r>
              <a:rPr lang="zh-CN" altLang="en-US" sz="1800" b="0" i="0" u="none" strike="noStrike" baseline="0" dirty="0">
                <a:solidFill>
                  <a:srgbClr val="000000"/>
                </a:solidFill>
                <a:latin typeface="华文楷体" panose="02010600040101010101" pitchFamily="2" charset="-122"/>
                <a:ea typeface="华文楷体" panose="02010600040101010101" pitchFamily="2" charset="-122"/>
              </a:rPr>
              <a:t>，则生命周期内的总成本</a:t>
            </a:r>
            <a:r>
              <a:rPr lang="en-US" altLang="zh-CN" sz="1800" b="0" i="0" u="none" strike="noStrike" baseline="0" dirty="0">
                <a:solidFill>
                  <a:srgbClr val="000000"/>
                </a:solidFill>
                <a:latin typeface="华文楷体" panose="02010600040101010101" pitchFamily="2" charset="-122"/>
                <a:ea typeface="华文楷体" panose="02010600040101010101" pitchFamily="2" charset="-122"/>
              </a:rPr>
              <a:t>S=S1</a:t>
            </a:r>
            <a:r>
              <a:rPr lang="zh-CN" altLang="en-US" sz="1800" b="0" i="0" u="none" strike="noStrike" baseline="0" dirty="0">
                <a:solidFill>
                  <a:srgbClr val="000000"/>
                </a:solidFill>
                <a:latin typeface="华文楷体" panose="02010600040101010101" pitchFamily="2" charset="-122"/>
                <a:ea typeface="华文楷体" panose="02010600040101010101" pitchFamily="2" charset="-122"/>
              </a:rPr>
              <a:t>（</a:t>
            </a:r>
            <a:r>
              <a:rPr lang="en-US" altLang="zh-CN" sz="1800" b="0" i="0" u="none" strike="noStrike" baseline="0" dirty="0">
                <a:solidFill>
                  <a:srgbClr val="000000"/>
                </a:solidFill>
                <a:latin typeface="华文楷体" panose="02010600040101010101" pitchFamily="2" charset="-122"/>
                <a:ea typeface="华文楷体" panose="02010600040101010101" pitchFamily="2" charset="-122"/>
              </a:rPr>
              <a:t>1+α</a:t>
            </a:r>
            <a:r>
              <a:rPr lang="zh-CN" altLang="en-US" sz="1800" b="0" i="0" u="none" strike="noStrike" baseline="0" dirty="0">
                <a:solidFill>
                  <a:srgbClr val="000000"/>
                </a:solidFill>
                <a:latin typeface="华文楷体" panose="02010600040101010101" pitchFamily="2" charset="-122"/>
                <a:ea typeface="华文楷体" panose="02010600040101010101" pitchFamily="2" charset="-122"/>
              </a:rPr>
              <a:t>），此中</a:t>
            </a:r>
            <a:r>
              <a:rPr lang="en-US" altLang="zh-CN" sz="1800" b="0" i="0" u="none" strike="noStrike" baseline="0" dirty="0">
                <a:solidFill>
                  <a:srgbClr val="000000"/>
                </a:solidFill>
                <a:latin typeface="华文楷体" panose="02010600040101010101" pitchFamily="2" charset="-122"/>
                <a:ea typeface="华文楷体" panose="02010600040101010101" pitchFamily="2" charset="-122"/>
              </a:rPr>
              <a:t>α</a:t>
            </a:r>
            <a:r>
              <a:rPr lang="zh-CN" altLang="en-US" sz="1800" b="0" i="0" u="none" strike="noStrike" baseline="0" dirty="0">
                <a:solidFill>
                  <a:srgbClr val="000000"/>
                </a:solidFill>
                <a:latin typeface="华文楷体" panose="02010600040101010101" pitchFamily="2" charset="-122"/>
                <a:ea typeface="华文楷体" panose="02010600040101010101" pitchFamily="2" charset="-122"/>
              </a:rPr>
              <a:t>为比例因子，</a:t>
            </a:r>
            <a:r>
              <a:rPr lang="en-US" altLang="zh-CN" sz="1800" b="0" i="0" u="none" strike="noStrike" baseline="0" dirty="0">
                <a:solidFill>
                  <a:srgbClr val="000000"/>
                </a:solidFill>
                <a:latin typeface="华文楷体" panose="02010600040101010101" pitchFamily="2" charset="-122"/>
                <a:ea typeface="华文楷体" panose="02010600040101010101" pitchFamily="2" charset="-122"/>
              </a:rPr>
              <a:t>αS1</a:t>
            </a:r>
            <a:r>
              <a:rPr lang="zh-CN" altLang="en-US" sz="1800" b="0" i="0" u="none" strike="noStrike" baseline="0" dirty="0">
                <a:solidFill>
                  <a:srgbClr val="000000"/>
                </a:solidFill>
                <a:latin typeface="华文楷体" panose="02010600040101010101" pitchFamily="2" charset="-122"/>
                <a:ea typeface="华文楷体" panose="02010600040101010101" pitchFamily="2" charset="-122"/>
              </a:rPr>
              <a:t>则为系统运行与维护期间的成本费用，而</a:t>
            </a:r>
            <a:r>
              <a:rPr lang="en-US" altLang="zh-CN" sz="1800" b="0" i="0" u="none" strike="noStrike" baseline="0" dirty="0">
                <a:solidFill>
                  <a:srgbClr val="000000"/>
                </a:solidFill>
                <a:latin typeface="华文楷体" panose="02010600040101010101" pitchFamily="2" charset="-122"/>
                <a:ea typeface="华文楷体" panose="02010600040101010101" pitchFamily="2" charset="-122"/>
              </a:rPr>
              <a:t>α</a:t>
            </a:r>
            <a:r>
              <a:rPr lang="zh-CN" altLang="en-US" sz="1800" b="0" i="0" u="none" strike="noStrike" baseline="0" dirty="0">
                <a:solidFill>
                  <a:srgbClr val="000000"/>
                </a:solidFill>
                <a:latin typeface="华文楷体" panose="02010600040101010101" pitchFamily="2" charset="-122"/>
                <a:ea typeface="华文楷体" panose="02010600040101010101" pitchFamily="2" charset="-122"/>
              </a:rPr>
              <a:t>的取值需视不同的软件性能与功能而定；</a:t>
            </a:r>
          </a:p>
        </p:txBody>
      </p:sp>
    </p:spTree>
    <p:extLst>
      <p:ext uri="{BB962C8B-B14F-4D97-AF65-F5344CB8AC3E}">
        <p14:creationId xmlns:p14="http://schemas.microsoft.com/office/powerpoint/2010/main" val="325958898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69899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3.1.3 </a:t>
            </a:r>
            <a:r>
              <a:rPr lang="zh-CN" altLang="en-US" sz="2400" spc="300" dirty="0">
                <a:latin typeface="微软雅黑" panose="020B0503020204020204" pitchFamily="34" charset="-122"/>
                <a:ea typeface="微软雅黑" panose="020B0503020204020204" pitchFamily="34" charset="-122"/>
              </a:rPr>
              <a:t>软件成本测算的影响因素分析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13026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800" b="0" i="0" u="none" strike="noStrike" baseline="0" dirty="0">
                <a:solidFill>
                  <a:srgbClr val="000000"/>
                </a:solidFill>
                <a:latin typeface="华文楷体" panose="02010600040101010101" pitchFamily="2" charset="-122"/>
                <a:ea typeface="华文楷体" panose="02010600040101010101" pitchFamily="2" charset="-122"/>
              </a:rPr>
              <a:t> 软件的成本测算</a:t>
            </a:r>
          </a:p>
          <a:p>
            <a:pPr marL="742950" lvl="1" indent="-285750" algn="just">
              <a:lnSpc>
                <a:spcPct val="150000"/>
              </a:lnSpc>
              <a:buFont typeface="Arial" panose="020B0604020202020204" pitchFamily="34" charset="0"/>
              <a:buChar char="•"/>
            </a:pPr>
            <a:r>
              <a:rPr lang="zh-CN" altLang="en-US" b="0" i="0" u="none" strike="noStrike" baseline="0" dirty="0">
                <a:solidFill>
                  <a:srgbClr val="000000"/>
                </a:solidFill>
                <a:latin typeface="华文楷体" panose="02010600040101010101" pitchFamily="2" charset="-122"/>
                <a:ea typeface="华文楷体" panose="02010600040101010101" pitchFamily="2" charset="-122"/>
              </a:rPr>
              <a:t>是其系统工程经济分析中的一项重要内容，它既是软件各种技术设计方案比较选优的依据，也是软件定价的基础。</a:t>
            </a:r>
            <a:endParaRPr lang="zh-CN" altLang="en-US" sz="1800" b="0" i="0" u="none" strike="noStrike" baseline="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b="0" i="0" u="none" strike="noStrike" baseline="0" dirty="0">
                <a:solidFill>
                  <a:srgbClr val="000000"/>
                </a:solidFill>
                <a:latin typeface="华文楷体" panose="02010600040101010101" pitchFamily="2" charset="-122"/>
                <a:ea typeface="华文楷体" panose="02010600040101010101" pitchFamily="2" charset="-122"/>
              </a:rPr>
              <a:t>注：这里的软件定价主要指软件项目投标、申请基金支持、申请贷款等需要的软件定价。</a:t>
            </a:r>
          </a:p>
        </p:txBody>
      </p:sp>
    </p:spTree>
    <p:extLst>
      <p:ext uri="{BB962C8B-B14F-4D97-AF65-F5344CB8AC3E}">
        <p14:creationId xmlns:p14="http://schemas.microsoft.com/office/powerpoint/2010/main" val="72751436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69899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3.1.3 </a:t>
            </a:r>
            <a:r>
              <a:rPr lang="zh-CN" altLang="en-US" sz="2400" spc="300" dirty="0">
                <a:latin typeface="微软雅黑" panose="020B0503020204020204" pitchFamily="34" charset="-122"/>
                <a:ea typeface="微软雅黑" panose="020B0503020204020204" pitchFamily="34" charset="-122"/>
              </a:rPr>
              <a:t>软件成本测算的影响因素分析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785664"/>
          </a:xfrm>
          <a:prstGeom prst="rect">
            <a:avLst/>
          </a:prstGeom>
        </p:spPr>
        <p:txBody>
          <a:bodyPr wrap="square">
            <a:spAutoFit/>
          </a:bodyPr>
          <a:lstStyle/>
          <a:p>
            <a:pPr algn="ctr">
              <a:lnSpc>
                <a:spcPct val="135000"/>
              </a:lnSpc>
            </a:pPr>
            <a:r>
              <a:rPr lang="zh-CN" altLang="en-US" sz="1800" u="none" dirty="0">
                <a:latin typeface="黑体" panose="02010609060101010101" pitchFamily="49" charset="-122"/>
                <a:ea typeface="黑体" panose="02010609060101010101" pitchFamily="49" charset="-122"/>
              </a:rPr>
              <a:t>认识到成本预算的重要性后，</a:t>
            </a:r>
          </a:p>
          <a:p>
            <a:pPr algn="ctr">
              <a:lnSpc>
                <a:spcPct val="135000"/>
              </a:lnSpc>
            </a:pPr>
            <a:r>
              <a:rPr lang="zh-CN" altLang="en-US" sz="1800" u="none" dirty="0">
                <a:latin typeface="黑体" panose="02010609060101010101" pitchFamily="49" charset="-122"/>
                <a:ea typeface="黑体" panose="02010609060101010101" pitchFamily="49" charset="-122"/>
              </a:rPr>
              <a:t>让我们一起来分析一下影响成本测算的因素。 </a:t>
            </a:r>
          </a:p>
        </p:txBody>
      </p:sp>
    </p:spTree>
    <p:extLst>
      <p:ext uri="{BB962C8B-B14F-4D97-AF65-F5344CB8AC3E}">
        <p14:creationId xmlns:p14="http://schemas.microsoft.com/office/powerpoint/2010/main" val="159448070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69899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3.1.3 </a:t>
            </a:r>
            <a:r>
              <a:rPr lang="zh-CN" altLang="en-US" sz="2400" spc="300" dirty="0">
                <a:latin typeface="微软雅黑" panose="020B0503020204020204" pitchFamily="34" charset="-122"/>
                <a:ea typeface="微软雅黑" panose="020B0503020204020204" pitchFamily="34" charset="-122"/>
              </a:rPr>
              <a:t>软件成本测算的影响因素分析</a:t>
            </a:r>
          </a:p>
        </p:txBody>
      </p:sp>
      <p:grpSp>
        <p:nvGrpSpPr>
          <p:cNvPr id="6" name="组合 5">
            <a:extLst>
              <a:ext uri="{FF2B5EF4-FFF2-40B4-BE49-F238E27FC236}">
                <a16:creationId xmlns:a16="http://schemas.microsoft.com/office/drawing/2014/main" id="{0DADA03F-B67E-49AA-A507-081D6A1670AA}"/>
              </a:ext>
            </a:extLst>
          </p:cNvPr>
          <p:cNvGrpSpPr/>
          <p:nvPr/>
        </p:nvGrpSpPr>
        <p:grpSpPr>
          <a:xfrm>
            <a:off x="269875" y="940495"/>
            <a:ext cx="8604250" cy="3960813"/>
            <a:chOff x="539750" y="2060575"/>
            <a:chExt cx="8604250" cy="3960813"/>
          </a:xfrm>
        </p:grpSpPr>
        <p:sp>
          <p:nvSpPr>
            <p:cNvPr id="7" name="AutoShape 4">
              <a:extLst>
                <a:ext uri="{FF2B5EF4-FFF2-40B4-BE49-F238E27FC236}">
                  <a16:creationId xmlns:a16="http://schemas.microsoft.com/office/drawing/2014/main" id="{D28D02E7-0D0C-43FA-8013-3CA51C634D6D}"/>
                </a:ext>
              </a:extLst>
            </p:cNvPr>
            <p:cNvSpPr>
              <a:spLocks noChangeArrowheads="1"/>
            </p:cNvSpPr>
            <p:nvPr/>
          </p:nvSpPr>
          <p:spPr bwMode="auto">
            <a:xfrm>
              <a:off x="1331913" y="2420938"/>
              <a:ext cx="4176712" cy="3457575"/>
            </a:xfrm>
            <a:prstGeom prst="irregularSeal1">
              <a:avLst/>
            </a:prstGeom>
            <a:solidFill>
              <a:schemeClr val="bg1"/>
            </a:solidFill>
            <a:ln w="28575" algn="ctr">
              <a:solidFill>
                <a:schemeClr val="tx2"/>
              </a:solidFill>
              <a:prstDash val="dash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400" u="none">
                  <a:ea typeface="宋体" panose="02010600030101010101" pitchFamily="2" charset="-122"/>
                </a:rPr>
                <a:t>成本测算</a:t>
              </a:r>
            </a:p>
            <a:p>
              <a:pPr algn="ctr"/>
              <a:r>
                <a:rPr lang="zh-CN" altLang="en-US" sz="2400" u="none">
                  <a:ea typeface="宋体" panose="02010600030101010101" pitchFamily="2" charset="-122"/>
                </a:rPr>
                <a:t>的影响因素</a:t>
              </a:r>
            </a:p>
          </p:txBody>
        </p:sp>
        <p:sp>
          <p:nvSpPr>
            <p:cNvPr id="8" name="Oval 5">
              <a:extLst>
                <a:ext uri="{FF2B5EF4-FFF2-40B4-BE49-F238E27FC236}">
                  <a16:creationId xmlns:a16="http://schemas.microsoft.com/office/drawing/2014/main" id="{04A0B8F7-1D1C-466E-ABD1-DE039B8C4978}"/>
                </a:ext>
              </a:extLst>
            </p:cNvPr>
            <p:cNvSpPr>
              <a:spLocks noChangeArrowheads="1"/>
            </p:cNvSpPr>
            <p:nvPr/>
          </p:nvSpPr>
          <p:spPr bwMode="auto">
            <a:xfrm>
              <a:off x="900113" y="2420938"/>
              <a:ext cx="1368425" cy="720725"/>
            </a:xfrm>
            <a:prstGeom prst="ellipse">
              <a:avLst/>
            </a:prstGeom>
            <a:solidFill>
              <a:schemeClr val="bg1"/>
            </a:solidFill>
            <a:ln w="9525" algn="ctr">
              <a:solidFill>
                <a:srgbClr val="C107B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400" u="none">
                  <a:ea typeface="宋体" panose="02010600030101010101" pitchFamily="2" charset="-122"/>
                </a:rPr>
                <a:t>估算时间</a:t>
              </a:r>
            </a:p>
          </p:txBody>
        </p:sp>
        <p:sp>
          <p:nvSpPr>
            <p:cNvPr id="9" name="Oval 6">
              <a:extLst>
                <a:ext uri="{FF2B5EF4-FFF2-40B4-BE49-F238E27FC236}">
                  <a16:creationId xmlns:a16="http://schemas.microsoft.com/office/drawing/2014/main" id="{45D5BB06-91ED-47FB-8AD2-15E53E8BD8E2}"/>
                </a:ext>
              </a:extLst>
            </p:cNvPr>
            <p:cNvSpPr>
              <a:spLocks noChangeArrowheads="1"/>
            </p:cNvSpPr>
            <p:nvPr/>
          </p:nvSpPr>
          <p:spPr bwMode="auto">
            <a:xfrm>
              <a:off x="2555875" y="2420938"/>
              <a:ext cx="935038" cy="576262"/>
            </a:xfrm>
            <a:prstGeom prst="ellipse">
              <a:avLst/>
            </a:prstGeom>
            <a:solidFill>
              <a:schemeClr val="bg1"/>
            </a:solidFill>
            <a:ln w="9525" algn="ctr">
              <a:solidFill>
                <a:srgbClr val="C107B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400" u="none">
                  <a:ea typeface="宋体" panose="02010600030101010101" pitchFamily="2" charset="-122"/>
                </a:rPr>
                <a:t>设备</a:t>
              </a:r>
            </a:p>
          </p:txBody>
        </p:sp>
        <p:sp>
          <p:nvSpPr>
            <p:cNvPr id="10" name="Oval 7">
              <a:extLst>
                <a:ext uri="{FF2B5EF4-FFF2-40B4-BE49-F238E27FC236}">
                  <a16:creationId xmlns:a16="http://schemas.microsoft.com/office/drawing/2014/main" id="{50C12472-DD3E-49D9-9039-C9064380DA65}"/>
                </a:ext>
              </a:extLst>
            </p:cNvPr>
            <p:cNvSpPr>
              <a:spLocks noChangeArrowheads="1"/>
            </p:cNvSpPr>
            <p:nvPr/>
          </p:nvSpPr>
          <p:spPr bwMode="auto">
            <a:xfrm>
              <a:off x="3851275" y="2060575"/>
              <a:ext cx="1439863" cy="792163"/>
            </a:xfrm>
            <a:prstGeom prst="ellipse">
              <a:avLst/>
            </a:prstGeom>
            <a:solidFill>
              <a:schemeClr val="bg1"/>
            </a:solidFill>
            <a:ln w="9525" algn="ctr">
              <a:solidFill>
                <a:srgbClr val="C107B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400" u="none">
                  <a:ea typeface="宋体" panose="02010600030101010101" pitchFamily="2" charset="-122"/>
                </a:rPr>
                <a:t>人力资源</a:t>
              </a:r>
            </a:p>
          </p:txBody>
        </p:sp>
        <p:sp>
          <p:nvSpPr>
            <p:cNvPr id="11" name="Oval 8">
              <a:extLst>
                <a:ext uri="{FF2B5EF4-FFF2-40B4-BE49-F238E27FC236}">
                  <a16:creationId xmlns:a16="http://schemas.microsoft.com/office/drawing/2014/main" id="{A0BBCB9F-0142-4C95-8E6B-2706102D02FF}"/>
                </a:ext>
              </a:extLst>
            </p:cNvPr>
            <p:cNvSpPr>
              <a:spLocks noChangeArrowheads="1"/>
            </p:cNvSpPr>
            <p:nvPr/>
          </p:nvSpPr>
          <p:spPr bwMode="auto">
            <a:xfrm>
              <a:off x="5076825" y="3429000"/>
              <a:ext cx="935038" cy="576263"/>
            </a:xfrm>
            <a:prstGeom prst="ellipse">
              <a:avLst/>
            </a:prstGeom>
            <a:solidFill>
              <a:schemeClr val="bg1"/>
            </a:solidFill>
            <a:ln w="9525" algn="ctr">
              <a:solidFill>
                <a:srgbClr val="C107B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400" u="none">
                  <a:ea typeface="宋体" panose="02010600030101010101" pitchFamily="2" charset="-122"/>
                </a:rPr>
                <a:t>工期</a:t>
              </a:r>
            </a:p>
          </p:txBody>
        </p:sp>
        <p:sp>
          <p:nvSpPr>
            <p:cNvPr id="12" name="Oval 9">
              <a:extLst>
                <a:ext uri="{FF2B5EF4-FFF2-40B4-BE49-F238E27FC236}">
                  <a16:creationId xmlns:a16="http://schemas.microsoft.com/office/drawing/2014/main" id="{A4306C3C-EEBE-402B-B773-DD9C7AC49DF6}"/>
                </a:ext>
              </a:extLst>
            </p:cNvPr>
            <p:cNvSpPr>
              <a:spLocks noChangeArrowheads="1"/>
            </p:cNvSpPr>
            <p:nvPr/>
          </p:nvSpPr>
          <p:spPr bwMode="auto">
            <a:xfrm>
              <a:off x="4932363" y="4508500"/>
              <a:ext cx="1295400" cy="576263"/>
            </a:xfrm>
            <a:prstGeom prst="ellipse">
              <a:avLst/>
            </a:prstGeom>
            <a:solidFill>
              <a:schemeClr val="bg1"/>
            </a:solidFill>
            <a:ln w="9525" algn="ctr">
              <a:solidFill>
                <a:srgbClr val="C107B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400" u="none" dirty="0">
                  <a:ea typeface="宋体" panose="02010600030101010101" pitchFamily="2" charset="-122"/>
                </a:rPr>
                <a:t>模型求解</a:t>
              </a:r>
            </a:p>
          </p:txBody>
        </p:sp>
        <p:sp>
          <p:nvSpPr>
            <p:cNvPr id="13" name="Oval 10">
              <a:extLst>
                <a:ext uri="{FF2B5EF4-FFF2-40B4-BE49-F238E27FC236}">
                  <a16:creationId xmlns:a16="http://schemas.microsoft.com/office/drawing/2014/main" id="{EFD9B48D-EEA5-49AC-9E81-730BBA60D026}"/>
                </a:ext>
              </a:extLst>
            </p:cNvPr>
            <p:cNvSpPr>
              <a:spLocks noChangeArrowheads="1"/>
            </p:cNvSpPr>
            <p:nvPr/>
          </p:nvSpPr>
          <p:spPr bwMode="auto">
            <a:xfrm>
              <a:off x="611188" y="3500438"/>
              <a:ext cx="935037" cy="576262"/>
            </a:xfrm>
            <a:prstGeom prst="ellipse">
              <a:avLst/>
            </a:prstGeom>
            <a:solidFill>
              <a:schemeClr val="bg1"/>
            </a:solidFill>
            <a:ln w="9525" algn="ctr">
              <a:solidFill>
                <a:srgbClr val="C107B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400" u="none">
                  <a:ea typeface="宋体" panose="02010600030101010101" pitchFamily="2" charset="-122"/>
                </a:rPr>
                <a:t>用户</a:t>
              </a:r>
            </a:p>
          </p:txBody>
        </p:sp>
        <p:sp>
          <p:nvSpPr>
            <p:cNvPr id="14" name="Oval 11">
              <a:extLst>
                <a:ext uri="{FF2B5EF4-FFF2-40B4-BE49-F238E27FC236}">
                  <a16:creationId xmlns:a16="http://schemas.microsoft.com/office/drawing/2014/main" id="{4E64250A-C411-4C4D-B1F2-25CFA19C71A2}"/>
                </a:ext>
              </a:extLst>
            </p:cNvPr>
            <p:cNvSpPr>
              <a:spLocks noChangeArrowheads="1"/>
            </p:cNvSpPr>
            <p:nvPr/>
          </p:nvSpPr>
          <p:spPr bwMode="auto">
            <a:xfrm>
              <a:off x="1908175" y="5445125"/>
              <a:ext cx="1439863" cy="576263"/>
            </a:xfrm>
            <a:prstGeom prst="ellipse">
              <a:avLst/>
            </a:prstGeom>
            <a:solidFill>
              <a:schemeClr val="bg1"/>
            </a:solidFill>
            <a:ln w="9525" algn="ctr">
              <a:solidFill>
                <a:srgbClr val="C107B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400" u="none">
                  <a:ea typeface="宋体" panose="02010600030101010101" pitchFamily="2" charset="-122"/>
                </a:rPr>
                <a:t>开发技术</a:t>
              </a:r>
            </a:p>
          </p:txBody>
        </p:sp>
        <p:sp>
          <p:nvSpPr>
            <p:cNvPr id="15" name="Oval 12">
              <a:extLst>
                <a:ext uri="{FF2B5EF4-FFF2-40B4-BE49-F238E27FC236}">
                  <a16:creationId xmlns:a16="http://schemas.microsoft.com/office/drawing/2014/main" id="{F6EEC68F-D9FE-49AA-91C1-395840F5A9A1}"/>
                </a:ext>
              </a:extLst>
            </p:cNvPr>
            <p:cNvSpPr>
              <a:spLocks noChangeArrowheads="1"/>
            </p:cNvSpPr>
            <p:nvPr/>
          </p:nvSpPr>
          <p:spPr bwMode="auto">
            <a:xfrm>
              <a:off x="539750" y="4508500"/>
              <a:ext cx="1511300" cy="576263"/>
            </a:xfrm>
            <a:prstGeom prst="ellipse">
              <a:avLst/>
            </a:prstGeom>
            <a:solidFill>
              <a:schemeClr val="bg1"/>
            </a:solidFill>
            <a:ln w="9525" algn="ctr">
              <a:solidFill>
                <a:srgbClr val="C107B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400" u="none">
                  <a:ea typeface="宋体" panose="02010600030101010101" pitchFamily="2" charset="-122"/>
                </a:rPr>
                <a:t>外部环境</a:t>
              </a:r>
            </a:p>
          </p:txBody>
        </p:sp>
        <p:sp>
          <p:nvSpPr>
            <p:cNvPr id="16" name="Oval 13">
              <a:extLst>
                <a:ext uri="{FF2B5EF4-FFF2-40B4-BE49-F238E27FC236}">
                  <a16:creationId xmlns:a16="http://schemas.microsoft.com/office/drawing/2014/main" id="{C9DF3D80-9B49-46F1-AC00-DB4DC55537F1}"/>
                </a:ext>
              </a:extLst>
            </p:cNvPr>
            <p:cNvSpPr>
              <a:spLocks noChangeArrowheads="1"/>
            </p:cNvSpPr>
            <p:nvPr/>
          </p:nvSpPr>
          <p:spPr bwMode="auto">
            <a:xfrm>
              <a:off x="3563938" y="5445125"/>
              <a:ext cx="1439862" cy="576263"/>
            </a:xfrm>
            <a:prstGeom prst="ellipse">
              <a:avLst/>
            </a:prstGeom>
            <a:solidFill>
              <a:schemeClr val="bg1"/>
            </a:solidFill>
            <a:ln w="9525" algn="ctr">
              <a:solidFill>
                <a:srgbClr val="C107B8"/>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400" u="none">
                  <a:ea typeface="宋体" panose="02010600030101010101" pitchFamily="2" charset="-122"/>
                </a:rPr>
                <a:t>系统环境</a:t>
              </a:r>
            </a:p>
          </p:txBody>
        </p:sp>
        <p:sp>
          <p:nvSpPr>
            <p:cNvPr id="17" name="AutoShape 14">
              <a:extLst>
                <a:ext uri="{FF2B5EF4-FFF2-40B4-BE49-F238E27FC236}">
                  <a16:creationId xmlns:a16="http://schemas.microsoft.com/office/drawing/2014/main" id="{EA7A7C71-3F25-41C5-B16D-B92B73D01107}"/>
                </a:ext>
              </a:extLst>
            </p:cNvPr>
            <p:cNvSpPr>
              <a:spLocks noChangeArrowheads="1"/>
            </p:cNvSpPr>
            <p:nvPr/>
          </p:nvSpPr>
          <p:spPr bwMode="auto">
            <a:xfrm>
              <a:off x="6156325" y="3500438"/>
              <a:ext cx="504825" cy="1152525"/>
            </a:xfrm>
            <a:prstGeom prst="rightArrow">
              <a:avLst>
                <a:gd name="adj1" fmla="val 50000"/>
                <a:gd name="adj2" fmla="val 25000"/>
              </a:avLst>
            </a:prstGeom>
            <a:solidFill>
              <a:schemeClr val="tx1"/>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Text Box 16">
              <a:extLst>
                <a:ext uri="{FF2B5EF4-FFF2-40B4-BE49-F238E27FC236}">
                  <a16:creationId xmlns:a16="http://schemas.microsoft.com/office/drawing/2014/main" id="{CA85FFCA-59EB-4BBA-84AE-D91F6D0B7881}"/>
                </a:ext>
              </a:extLst>
            </p:cNvPr>
            <p:cNvSpPr txBox="1">
              <a:spLocks noChangeArrowheads="1"/>
            </p:cNvSpPr>
            <p:nvPr/>
          </p:nvSpPr>
          <p:spPr bwMode="auto">
            <a:xfrm>
              <a:off x="6891338" y="3284538"/>
              <a:ext cx="2252662" cy="66992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u="none">
                  <a:ea typeface="宋体" panose="02010600030101010101" pitchFamily="2" charset="-122"/>
                </a:rPr>
                <a:t>正确对待软件成本测算的态度</a:t>
              </a:r>
            </a:p>
          </p:txBody>
        </p:sp>
        <p:sp>
          <p:nvSpPr>
            <p:cNvPr id="19" name="Text Box 17">
              <a:extLst>
                <a:ext uri="{FF2B5EF4-FFF2-40B4-BE49-F238E27FC236}">
                  <a16:creationId xmlns:a16="http://schemas.microsoft.com/office/drawing/2014/main" id="{C26D8995-0132-447E-A683-03FD8BB30A8B}"/>
                </a:ext>
              </a:extLst>
            </p:cNvPr>
            <p:cNvSpPr txBox="1">
              <a:spLocks noChangeArrowheads="1"/>
            </p:cNvSpPr>
            <p:nvPr/>
          </p:nvSpPr>
          <p:spPr bwMode="auto">
            <a:xfrm>
              <a:off x="6891338" y="4292600"/>
              <a:ext cx="2252662" cy="669925"/>
            </a:xfrm>
            <a:prstGeom prst="rect">
              <a:avLst/>
            </a:prstGeom>
            <a:noFill/>
            <a:ln w="28575" algn="ctr">
              <a:solidFill>
                <a:schemeClr val="tx1"/>
              </a:solidFill>
              <a:miter lim="800000"/>
              <a:headEnd/>
              <a:tailEnd/>
            </a:ln>
            <a:effectLst/>
            <a:extLst>
              <a:ext uri="{909E8E84-426E-40DD-AFC4-6F175D3DCCD1}">
                <a14:hiddenFill xmlns:a14="http://schemas.microsoft.com/office/drawing/2010/main">
                  <a:solidFill>
                    <a:srgbClr val="FF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u="none">
                  <a:ea typeface="宋体" panose="02010600030101010101" pitchFamily="2" charset="-122"/>
                </a:rPr>
                <a:t>减少软件成本测算误差的策略</a:t>
              </a:r>
            </a:p>
          </p:txBody>
        </p:sp>
      </p:grpSp>
    </p:spTree>
    <p:extLst>
      <p:ext uri="{BB962C8B-B14F-4D97-AF65-F5344CB8AC3E}">
        <p14:creationId xmlns:p14="http://schemas.microsoft.com/office/powerpoint/2010/main" val="26158973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69899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3.1.3 </a:t>
            </a:r>
            <a:r>
              <a:rPr lang="zh-CN" altLang="en-US" sz="2400" spc="300" dirty="0">
                <a:latin typeface="微软雅黑" panose="020B0503020204020204" pitchFamily="34" charset="-122"/>
                <a:ea typeface="微软雅黑" panose="020B0503020204020204" pitchFamily="34" charset="-122"/>
              </a:rPr>
              <a:t>软件成本测算的影响因素分析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5045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对于预测成本的估算（或测算），其情况则要复杂得多，这主要是由如下影响因素造成：</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估算时间早：预测成本的估算大多是在系统规划阶段作出（系统设计阶段修改、完善）。</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影响因素多：影响软件成本的主要因素有三个，即设备、人力资源投入量（含水平）、工期，这些都只能粗糙的，因而预测成本的估算精度不高是在所难免的。</a:t>
            </a:r>
          </a:p>
          <a:p>
            <a:pPr marL="285750" indent="-285750" algn="just">
              <a:lnSpc>
                <a:spcPct val="150000"/>
              </a:lnSpc>
              <a:buFont typeface="Arial" panose="020B0604020202020204" pitchFamily="34" charset="0"/>
              <a:buChar char="•"/>
            </a:pPr>
            <a:r>
              <a:rPr lang="zh-CN" altLang="en-US" sz="1600" b="0" i="0" u="none" strike="noStrike" baseline="0" dirty="0">
                <a:solidFill>
                  <a:srgbClr val="FF0000"/>
                </a:solidFill>
                <a:latin typeface="华文楷体" panose="02010600040101010101" pitchFamily="2" charset="-122"/>
                <a:ea typeface="华文楷体" panose="02010600040101010101" pitchFamily="2" charset="-122"/>
              </a:rPr>
              <a:t>模型理论化</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：每个模型均有一系列相应的假设前提，从而使这些模型的应用必然会产生误差。</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需求更新快：用户往往会提出一些对系统功能与性能的调整甚至新增，这必然会使原有的预测成本与实际成本发生一定的差异。</a:t>
            </a:r>
          </a:p>
        </p:txBody>
      </p:sp>
    </p:spTree>
    <p:extLst>
      <p:ext uri="{BB962C8B-B14F-4D97-AF65-F5344CB8AC3E}">
        <p14:creationId xmlns:p14="http://schemas.microsoft.com/office/powerpoint/2010/main" val="191399539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69899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3.1.3 </a:t>
            </a:r>
            <a:r>
              <a:rPr lang="zh-CN" altLang="en-US" sz="2400" spc="300" dirty="0">
                <a:latin typeface="微软雅黑" panose="020B0503020204020204" pitchFamily="34" charset="-122"/>
                <a:ea typeface="微软雅黑" panose="020B0503020204020204" pitchFamily="34" charset="-122"/>
              </a:rPr>
              <a:t>软件成本测算的影响因素分析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64245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国内外差异：国外大多采用统计模型通过参数估计来求解预测成本，而我国借用或套用美、英等国沿用的模型来进行成本测算，由于系统环境的差异，成本测算产生误差也就成为必然。</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受外界影响：软件的成本测算有时会出现屈从于外界环境要求的现象，成本测算的精度不高在所难免。</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技术更新快：由于信息系统技术发展日新月异，使成本测算模型难以施展其应用空间。</a:t>
            </a:r>
          </a:p>
        </p:txBody>
      </p:sp>
    </p:spTree>
    <p:extLst>
      <p:ext uri="{BB962C8B-B14F-4D97-AF65-F5344CB8AC3E}">
        <p14:creationId xmlns:p14="http://schemas.microsoft.com/office/powerpoint/2010/main" val="218201076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69899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3.1.3 </a:t>
            </a:r>
            <a:r>
              <a:rPr lang="zh-CN" altLang="en-US" sz="2400" spc="300" dirty="0">
                <a:latin typeface="微软雅黑" panose="020B0503020204020204" pitchFamily="34" charset="-122"/>
                <a:ea typeface="微软雅黑" panose="020B0503020204020204" pitchFamily="34" charset="-122"/>
              </a:rPr>
              <a:t>软件成本测算的影响因素分析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27312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 基于上述软件成本测算的影响因素分析，软件的成本测算应持如下态度：</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1</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）成本（预测成本）测算是一项十分重要而又必要的技术经济工作，需要采用科学与严谨的态度来认真对待。</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2</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成本测算又是一项复杂困难的任务，要认识到其测算决非是一门精确的科学，是一项涉及技术与非技术因素（经验、艺术）的综合复杂劳动，因而积累经验与数据，建立软件项目后期的成本评审及信息库的建设是必要的。 </a:t>
            </a:r>
          </a:p>
        </p:txBody>
      </p:sp>
    </p:spTree>
    <p:extLst>
      <p:ext uri="{BB962C8B-B14F-4D97-AF65-F5344CB8AC3E}">
        <p14:creationId xmlns:p14="http://schemas.microsoft.com/office/powerpoint/2010/main" val="29202445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69899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3.1.3 </a:t>
            </a:r>
            <a:r>
              <a:rPr lang="zh-CN" altLang="en-US" sz="2400" spc="300" dirty="0">
                <a:latin typeface="微软雅黑" panose="020B0503020204020204" pitchFamily="34" charset="-122"/>
                <a:ea typeface="微软雅黑" panose="020B0503020204020204" pitchFamily="34" charset="-122"/>
              </a:rPr>
              <a:t>软件成本测算的影响因素分析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5045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目前一般认为在软件系统环境与功能性能需求没有大的变动的条件下，预测成本的估计值与实际成本值的相对误差也在</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±20%</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之内应可视为测算任务是成功的。为减少成本测算的误差建议软件的成本测算采用如下策略：</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1</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）聘请专家：建议聘请成本测算顾问或委托有经验信息系统成本测算机构代为进行此项工作。</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2</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）自我积累：尽量注意积累本部门（企业）的有关软件建设项目的有关工程经济数据。</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3</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优化策略：采用各种生产（开发）策略以尽量减少用户对新系统（目标系统）的性能与功能的不确定性，如需求分析尽量做到细致深入、加强与用户的交流及用户尽早介入软件的规划、设计与生产（开发）工作等。</a:t>
            </a:r>
          </a:p>
        </p:txBody>
      </p:sp>
    </p:spTree>
    <p:extLst>
      <p:ext uri="{BB962C8B-B14F-4D97-AF65-F5344CB8AC3E}">
        <p14:creationId xmlns:p14="http://schemas.microsoft.com/office/powerpoint/2010/main" val="230255989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95">
            <a:extLst>
              <a:ext uri="{FF2B5EF4-FFF2-40B4-BE49-F238E27FC236}">
                <a16:creationId xmlns:a16="http://schemas.microsoft.com/office/drawing/2014/main" id="{942E9B99-9049-4780-81EA-625E35E2ED05}"/>
              </a:ext>
            </a:extLst>
          </p:cNvPr>
          <p:cNvGrpSpPr>
            <a:grpSpLocks/>
          </p:cNvGrpSpPr>
          <p:nvPr/>
        </p:nvGrpSpPr>
        <p:grpSpPr bwMode="auto">
          <a:xfrm>
            <a:off x="971589" y="67664"/>
            <a:ext cx="7200821" cy="5008172"/>
            <a:chOff x="372" y="105"/>
            <a:chExt cx="4850" cy="4215"/>
          </a:xfrm>
        </p:grpSpPr>
        <p:sp>
          <p:nvSpPr>
            <p:cNvPr id="6" name="Text Box 4">
              <a:extLst>
                <a:ext uri="{FF2B5EF4-FFF2-40B4-BE49-F238E27FC236}">
                  <a16:creationId xmlns:a16="http://schemas.microsoft.com/office/drawing/2014/main" id="{7E66A559-A69C-4315-8CD1-E8090A635AE5}"/>
                </a:ext>
              </a:extLst>
            </p:cNvPr>
            <p:cNvSpPr txBox="1">
              <a:spLocks noChangeArrowheads="1"/>
            </p:cNvSpPr>
            <p:nvPr/>
          </p:nvSpPr>
          <p:spPr bwMode="auto">
            <a:xfrm>
              <a:off x="2044" y="105"/>
              <a:ext cx="1380" cy="134"/>
            </a:xfrm>
            <a:prstGeom prst="rect">
              <a:avLst/>
            </a:prstGeom>
            <a:noFill/>
            <a:ln w="31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sz="1000" b="1" dirty="0">
                  <a:latin typeface="Times New Roman" panose="02020603050405020304" pitchFamily="18" charset="0"/>
                </a:rPr>
                <a:t>软件规划</a:t>
              </a:r>
            </a:p>
          </p:txBody>
        </p:sp>
        <p:sp>
          <p:nvSpPr>
            <p:cNvPr id="7" name="Text Box 5">
              <a:extLst>
                <a:ext uri="{FF2B5EF4-FFF2-40B4-BE49-F238E27FC236}">
                  <a16:creationId xmlns:a16="http://schemas.microsoft.com/office/drawing/2014/main" id="{5256E8A0-6F56-4640-A2F4-9639FBFB7CA6}"/>
                </a:ext>
              </a:extLst>
            </p:cNvPr>
            <p:cNvSpPr txBox="1">
              <a:spLocks noChangeArrowheads="1"/>
            </p:cNvSpPr>
            <p:nvPr/>
          </p:nvSpPr>
          <p:spPr bwMode="auto">
            <a:xfrm>
              <a:off x="4680" y="494"/>
              <a:ext cx="451" cy="267"/>
            </a:xfrm>
            <a:prstGeom prst="rect">
              <a:avLst/>
            </a:prstGeom>
            <a:noFill/>
            <a:ln w="31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sz="1000" b="1">
                  <a:latin typeface="Times New Roman" panose="02020603050405020304" pitchFamily="18" charset="0"/>
                </a:rPr>
                <a:t>系统管理</a:t>
              </a:r>
            </a:p>
            <a:p>
              <a:pPr algn="ctr"/>
              <a:r>
                <a:rPr lang="zh-CN" altLang="en-US" sz="1000" b="1">
                  <a:latin typeface="Times New Roman" panose="02020603050405020304" pitchFamily="18" charset="0"/>
                </a:rPr>
                <a:t>功能设计</a:t>
              </a:r>
            </a:p>
          </p:txBody>
        </p:sp>
        <p:sp>
          <p:nvSpPr>
            <p:cNvPr id="8" name="Text Box 6">
              <a:extLst>
                <a:ext uri="{FF2B5EF4-FFF2-40B4-BE49-F238E27FC236}">
                  <a16:creationId xmlns:a16="http://schemas.microsoft.com/office/drawing/2014/main" id="{E191806A-982D-43C6-8FE9-07243C42EA85}"/>
                </a:ext>
              </a:extLst>
            </p:cNvPr>
            <p:cNvSpPr txBox="1">
              <a:spLocks noChangeArrowheads="1"/>
            </p:cNvSpPr>
            <p:nvPr/>
          </p:nvSpPr>
          <p:spPr bwMode="auto">
            <a:xfrm>
              <a:off x="3848" y="494"/>
              <a:ext cx="531" cy="267"/>
            </a:xfrm>
            <a:prstGeom prst="rect">
              <a:avLst/>
            </a:prstGeom>
            <a:noFill/>
            <a:ln w="31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sz="1000" b="1">
                  <a:latin typeface="Times New Roman" panose="02020603050405020304" pitchFamily="18" charset="0"/>
                </a:rPr>
                <a:t>用户环境</a:t>
              </a:r>
            </a:p>
            <a:p>
              <a:pPr algn="ctr"/>
              <a:r>
                <a:rPr lang="zh-CN" altLang="en-US" sz="1000" b="1">
                  <a:latin typeface="Times New Roman" panose="02020603050405020304" pitchFamily="18" charset="0"/>
                </a:rPr>
                <a:t>及其特性</a:t>
              </a:r>
            </a:p>
          </p:txBody>
        </p:sp>
        <p:sp>
          <p:nvSpPr>
            <p:cNvPr id="9" name="Text Box 7">
              <a:extLst>
                <a:ext uri="{FF2B5EF4-FFF2-40B4-BE49-F238E27FC236}">
                  <a16:creationId xmlns:a16="http://schemas.microsoft.com/office/drawing/2014/main" id="{B13E11B9-7C6E-4614-A21B-83EE816B240C}"/>
                </a:ext>
              </a:extLst>
            </p:cNvPr>
            <p:cNvSpPr txBox="1">
              <a:spLocks noChangeArrowheads="1"/>
            </p:cNvSpPr>
            <p:nvPr/>
          </p:nvSpPr>
          <p:spPr bwMode="auto">
            <a:xfrm>
              <a:off x="2415" y="494"/>
              <a:ext cx="1168" cy="267"/>
            </a:xfrm>
            <a:prstGeom prst="rect">
              <a:avLst/>
            </a:prstGeom>
            <a:noFill/>
            <a:ln w="31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1000" b="1" dirty="0">
                  <a:latin typeface="Times New Roman" panose="02020603050405020304" pitchFamily="18" charset="0"/>
                </a:rPr>
                <a:t>硬件系统性能、功能需求有关特性及资源约束</a:t>
              </a:r>
            </a:p>
          </p:txBody>
        </p:sp>
        <p:sp>
          <p:nvSpPr>
            <p:cNvPr id="10" name="Text Box 8">
              <a:extLst>
                <a:ext uri="{FF2B5EF4-FFF2-40B4-BE49-F238E27FC236}">
                  <a16:creationId xmlns:a16="http://schemas.microsoft.com/office/drawing/2014/main" id="{608B3C9B-D170-420F-9A40-6D633233B4D8}"/>
                </a:ext>
              </a:extLst>
            </p:cNvPr>
            <p:cNvSpPr txBox="1">
              <a:spLocks noChangeArrowheads="1"/>
            </p:cNvSpPr>
            <p:nvPr/>
          </p:nvSpPr>
          <p:spPr bwMode="auto">
            <a:xfrm>
              <a:off x="983" y="494"/>
              <a:ext cx="1061" cy="267"/>
            </a:xfrm>
            <a:prstGeom prst="rect">
              <a:avLst/>
            </a:prstGeom>
            <a:noFill/>
            <a:ln w="31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sz="1000" b="1" dirty="0">
                  <a:latin typeface="Times New Roman" panose="02020603050405020304" pitchFamily="18" charset="0"/>
                </a:rPr>
                <a:t>软件系统功能需求有关特性及资源约束</a:t>
              </a:r>
            </a:p>
          </p:txBody>
        </p:sp>
        <p:sp>
          <p:nvSpPr>
            <p:cNvPr id="11" name="Text Box 9">
              <a:extLst>
                <a:ext uri="{FF2B5EF4-FFF2-40B4-BE49-F238E27FC236}">
                  <a16:creationId xmlns:a16="http://schemas.microsoft.com/office/drawing/2014/main" id="{496B5560-9D3A-4DF3-91EE-1B78B4650558}"/>
                </a:ext>
              </a:extLst>
            </p:cNvPr>
            <p:cNvSpPr txBox="1">
              <a:spLocks noChangeArrowheads="1"/>
            </p:cNvSpPr>
            <p:nvPr/>
          </p:nvSpPr>
          <p:spPr bwMode="auto">
            <a:xfrm>
              <a:off x="372" y="150"/>
              <a:ext cx="151" cy="1000"/>
            </a:xfrm>
            <a:prstGeom prst="rect">
              <a:avLst/>
            </a:prstGeom>
            <a:noFill/>
            <a:ln w="31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vert="eaVert" lIns="0" tIns="5400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1000" b="1" dirty="0">
                  <a:latin typeface="Times New Roman" panose="02020603050405020304" pitchFamily="18" charset="0"/>
                </a:rPr>
                <a:t>信息库（历史数据）</a:t>
              </a:r>
            </a:p>
          </p:txBody>
        </p:sp>
        <p:sp>
          <p:nvSpPr>
            <p:cNvPr id="12" name="Text Box 10">
              <a:extLst>
                <a:ext uri="{FF2B5EF4-FFF2-40B4-BE49-F238E27FC236}">
                  <a16:creationId xmlns:a16="http://schemas.microsoft.com/office/drawing/2014/main" id="{7091ED74-2D13-45FF-BB22-E2D8A9114683}"/>
                </a:ext>
              </a:extLst>
            </p:cNvPr>
            <p:cNvSpPr txBox="1">
              <a:spLocks noChangeArrowheads="1"/>
            </p:cNvSpPr>
            <p:nvPr/>
          </p:nvSpPr>
          <p:spPr bwMode="auto">
            <a:xfrm>
              <a:off x="373" y="1484"/>
              <a:ext cx="151" cy="686"/>
            </a:xfrm>
            <a:prstGeom prst="rect">
              <a:avLst/>
            </a:prstGeom>
            <a:noFill/>
            <a:ln w="31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vert="eaVert" lIns="0" tIns="5400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1000" b="1" dirty="0">
                  <a:latin typeface="Times New Roman" panose="02020603050405020304" pitchFamily="18" charset="0"/>
                </a:rPr>
                <a:t>经验数据分析</a:t>
              </a:r>
            </a:p>
          </p:txBody>
        </p:sp>
        <p:sp>
          <p:nvSpPr>
            <p:cNvPr id="13" name="Text Box 11">
              <a:extLst>
                <a:ext uri="{FF2B5EF4-FFF2-40B4-BE49-F238E27FC236}">
                  <a16:creationId xmlns:a16="http://schemas.microsoft.com/office/drawing/2014/main" id="{71289242-5FC4-4F5C-94E4-C7D9EFFED0E9}"/>
                </a:ext>
              </a:extLst>
            </p:cNvPr>
            <p:cNvSpPr txBox="1">
              <a:spLocks noChangeArrowheads="1"/>
            </p:cNvSpPr>
            <p:nvPr/>
          </p:nvSpPr>
          <p:spPr bwMode="auto">
            <a:xfrm>
              <a:off x="1160" y="1108"/>
              <a:ext cx="636" cy="402"/>
            </a:xfrm>
            <a:prstGeom prst="rect">
              <a:avLst/>
            </a:prstGeom>
            <a:noFill/>
            <a:ln w="31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sz="1000" b="1">
                  <a:latin typeface="Times New Roman" panose="02020603050405020304" pitchFamily="18" charset="0"/>
                </a:rPr>
                <a:t>软件规模及工作量测算</a:t>
              </a:r>
            </a:p>
          </p:txBody>
        </p:sp>
        <p:sp>
          <p:nvSpPr>
            <p:cNvPr id="14" name="Text Box 12">
              <a:extLst>
                <a:ext uri="{FF2B5EF4-FFF2-40B4-BE49-F238E27FC236}">
                  <a16:creationId xmlns:a16="http://schemas.microsoft.com/office/drawing/2014/main" id="{05EF955D-393D-4C3E-B155-1D7996519011}"/>
                </a:ext>
              </a:extLst>
            </p:cNvPr>
            <p:cNvSpPr txBox="1">
              <a:spLocks noChangeArrowheads="1"/>
            </p:cNvSpPr>
            <p:nvPr/>
          </p:nvSpPr>
          <p:spPr bwMode="auto">
            <a:xfrm>
              <a:off x="1920" y="1023"/>
              <a:ext cx="637" cy="911"/>
            </a:xfrm>
            <a:prstGeom prst="rect">
              <a:avLst/>
            </a:prstGeom>
            <a:noFill/>
            <a:ln w="31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lnSpc>
                  <a:spcPct val="104000"/>
                </a:lnSpc>
              </a:pPr>
              <a:r>
                <a:rPr lang="zh-CN" altLang="en-US" sz="1000" b="1" dirty="0">
                  <a:latin typeface="Times New Roman" panose="02020603050405020304" pitchFamily="18" charset="0"/>
                </a:rPr>
                <a:t>计算机及其相关设备、网络通信及其相关设备与租用公共通信线路等费用</a:t>
              </a:r>
            </a:p>
          </p:txBody>
        </p:sp>
        <p:sp>
          <p:nvSpPr>
            <p:cNvPr id="15" name="Text Box 13">
              <a:extLst>
                <a:ext uri="{FF2B5EF4-FFF2-40B4-BE49-F238E27FC236}">
                  <a16:creationId xmlns:a16="http://schemas.microsoft.com/office/drawing/2014/main" id="{2177AA1A-DA67-4503-A224-0F11BB2C6861}"/>
                </a:ext>
              </a:extLst>
            </p:cNvPr>
            <p:cNvSpPr txBox="1">
              <a:spLocks noChangeArrowheads="1"/>
            </p:cNvSpPr>
            <p:nvPr/>
          </p:nvSpPr>
          <p:spPr bwMode="auto">
            <a:xfrm>
              <a:off x="2638" y="1029"/>
              <a:ext cx="269" cy="911"/>
            </a:xfrm>
            <a:prstGeom prst="rect">
              <a:avLst/>
            </a:prstGeom>
            <a:noFill/>
            <a:ln w="31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lnSpc>
                  <a:spcPct val="104000"/>
                </a:lnSpc>
              </a:pPr>
              <a:r>
                <a:rPr lang="zh-CN" altLang="en-US" sz="1000" b="1" dirty="0">
                  <a:latin typeface="Times New Roman" panose="02020603050405020304" pitchFamily="18" charset="0"/>
                </a:rPr>
                <a:t>系统软件及应用软件购置费用</a:t>
              </a:r>
            </a:p>
          </p:txBody>
        </p:sp>
        <p:sp>
          <p:nvSpPr>
            <p:cNvPr id="16" name="Text Box 14">
              <a:extLst>
                <a:ext uri="{FF2B5EF4-FFF2-40B4-BE49-F238E27FC236}">
                  <a16:creationId xmlns:a16="http://schemas.microsoft.com/office/drawing/2014/main" id="{5ADBF590-3D57-47F1-9607-CA1B0B2C5715}"/>
                </a:ext>
              </a:extLst>
            </p:cNvPr>
            <p:cNvSpPr txBox="1">
              <a:spLocks noChangeArrowheads="1"/>
            </p:cNvSpPr>
            <p:nvPr/>
          </p:nvSpPr>
          <p:spPr bwMode="auto">
            <a:xfrm>
              <a:off x="2996" y="1014"/>
              <a:ext cx="324" cy="911"/>
            </a:xfrm>
            <a:prstGeom prst="rect">
              <a:avLst/>
            </a:prstGeom>
            <a:noFill/>
            <a:ln w="31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lnSpc>
                  <a:spcPct val="104000"/>
                </a:lnSpc>
              </a:pPr>
              <a:r>
                <a:rPr lang="zh-CN" altLang="en-US" sz="1000" b="1" dirty="0">
                  <a:latin typeface="Times New Roman" panose="02020603050405020304" pitchFamily="18" charset="0"/>
                </a:rPr>
                <a:t>基建设施及计算机柜台等购置费用</a:t>
              </a:r>
            </a:p>
          </p:txBody>
        </p:sp>
        <p:sp>
          <p:nvSpPr>
            <p:cNvPr id="17" name="Text Box 15">
              <a:extLst>
                <a:ext uri="{FF2B5EF4-FFF2-40B4-BE49-F238E27FC236}">
                  <a16:creationId xmlns:a16="http://schemas.microsoft.com/office/drawing/2014/main" id="{52F7D8BE-45FE-40A1-B59A-A9DA02A728BC}"/>
                </a:ext>
              </a:extLst>
            </p:cNvPr>
            <p:cNvSpPr txBox="1">
              <a:spLocks noChangeArrowheads="1"/>
            </p:cNvSpPr>
            <p:nvPr/>
          </p:nvSpPr>
          <p:spPr bwMode="auto">
            <a:xfrm>
              <a:off x="3388" y="1016"/>
              <a:ext cx="337" cy="911"/>
            </a:xfrm>
            <a:prstGeom prst="rect">
              <a:avLst/>
            </a:prstGeom>
            <a:noFill/>
            <a:ln w="31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lnSpc>
                  <a:spcPct val="104000"/>
                </a:lnSpc>
              </a:pPr>
              <a:r>
                <a:rPr lang="zh-CN" altLang="en-US" sz="1000" b="1" dirty="0">
                  <a:latin typeface="Times New Roman" panose="02020603050405020304" pitchFamily="18" charset="0"/>
                </a:rPr>
                <a:t>数据与资料收集费用技术咨询费用</a:t>
              </a:r>
            </a:p>
          </p:txBody>
        </p:sp>
        <p:sp>
          <p:nvSpPr>
            <p:cNvPr id="18" name="Text Box 16">
              <a:extLst>
                <a:ext uri="{FF2B5EF4-FFF2-40B4-BE49-F238E27FC236}">
                  <a16:creationId xmlns:a16="http://schemas.microsoft.com/office/drawing/2014/main" id="{20056440-2BBB-43A6-9448-EB93F2BE197B}"/>
                </a:ext>
              </a:extLst>
            </p:cNvPr>
            <p:cNvSpPr txBox="1">
              <a:spLocks noChangeArrowheads="1"/>
            </p:cNvSpPr>
            <p:nvPr/>
          </p:nvSpPr>
          <p:spPr bwMode="auto">
            <a:xfrm>
              <a:off x="3866" y="1029"/>
              <a:ext cx="250" cy="911"/>
            </a:xfrm>
            <a:prstGeom prst="rect">
              <a:avLst/>
            </a:prstGeom>
            <a:noFill/>
            <a:ln w="31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lnSpc>
                  <a:spcPct val="104000"/>
                </a:lnSpc>
              </a:pPr>
              <a:r>
                <a:rPr lang="zh-CN" altLang="en-US" sz="1000" b="1" dirty="0">
                  <a:latin typeface="Times New Roman" panose="02020603050405020304" pitchFamily="18" charset="0"/>
                </a:rPr>
                <a:t>有</a:t>
              </a:r>
            </a:p>
            <a:p>
              <a:pPr algn="ctr">
                <a:lnSpc>
                  <a:spcPct val="104000"/>
                </a:lnSpc>
              </a:pPr>
              <a:r>
                <a:rPr lang="zh-CN" altLang="en-US" sz="1000" b="1" dirty="0">
                  <a:latin typeface="Times New Roman" panose="02020603050405020304" pitchFamily="18" charset="0"/>
                </a:rPr>
                <a:t>关</a:t>
              </a:r>
            </a:p>
            <a:p>
              <a:pPr algn="ctr">
                <a:lnSpc>
                  <a:spcPct val="104000"/>
                </a:lnSpc>
              </a:pPr>
              <a:r>
                <a:rPr lang="zh-CN" altLang="en-US" sz="1000" b="1" dirty="0">
                  <a:latin typeface="Times New Roman" panose="02020603050405020304" pitchFamily="18" charset="0"/>
                </a:rPr>
                <a:t>培</a:t>
              </a:r>
            </a:p>
            <a:p>
              <a:pPr algn="ctr">
                <a:lnSpc>
                  <a:spcPct val="104000"/>
                </a:lnSpc>
              </a:pPr>
              <a:r>
                <a:rPr lang="zh-CN" altLang="en-US" sz="1000" b="1" dirty="0">
                  <a:latin typeface="Times New Roman" panose="02020603050405020304" pitchFamily="18" charset="0"/>
                </a:rPr>
                <a:t>训</a:t>
              </a:r>
            </a:p>
            <a:p>
              <a:pPr algn="ctr">
                <a:lnSpc>
                  <a:spcPct val="104000"/>
                </a:lnSpc>
              </a:pPr>
              <a:r>
                <a:rPr lang="zh-CN" altLang="en-US" sz="1000" b="1" dirty="0">
                  <a:latin typeface="Times New Roman" panose="02020603050405020304" pitchFamily="18" charset="0"/>
                </a:rPr>
                <a:t>费</a:t>
              </a:r>
            </a:p>
            <a:p>
              <a:pPr algn="ctr">
                <a:lnSpc>
                  <a:spcPct val="104000"/>
                </a:lnSpc>
              </a:pPr>
              <a:r>
                <a:rPr lang="zh-CN" altLang="en-US" sz="1000" b="1" dirty="0">
                  <a:latin typeface="Times New Roman" panose="02020603050405020304" pitchFamily="18" charset="0"/>
                </a:rPr>
                <a:t>用</a:t>
              </a:r>
            </a:p>
          </p:txBody>
        </p:sp>
        <p:sp>
          <p:nvSpPr>
            <p:cNvPr id="19" name="Text Box 17">
              <a:extLst>
                <a:ext uri="{FF2B5EF4-FFF2-40B4-BE49-F238E27FC236}">
                  <a16:creationId xmlns:a16="http://schemas.microsoft.com/office/drawing/2014/main" id="{845BAB6F-9CFE-40C7-A690-0D9C31913FCF}"/>
                </a:ext>
              </a:extLst>
            </p:cNvPr>
            <p:cNvSpPr txBox="1">
              <a:spLocks noChangeArrowheads="1"/>
            </p:cNvSpPr>
            <p:nvPr/>
          </p:nvSpPr>
          <p:spPr bwMode="auto">
            <a:xfrm>
              <a:off x="4237" y="1035"/>
              <a:ext cx="251" cy="912"/>
            </a:xfrm>
            <a:prstGeom prst="rect">
              <a:avLst/>
            </a:prstGeom>
            <a:noFill/>
            <a:ln w="31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lnSpc>
                  <a:spcPct val="104000"/>
                </a:lnSpc>
              </a:pPr>
              <a:endParaRPr lang="en-US" altLang="zh-CN" sz="1000" b="1" dirty="0">
                <a:latin typeface="Times New Roman" panose="02020603050405020304" pitchFamily="18" charset="0"/>
              </a:endParaRPr>
            </a:p>
            <a:p>
              <a:pPr algn="just">
                <a:lnSpc>
                  <a:spcPct val="104000"/>
                </a:lnSpc>
              </a:pPr>
              <a:r>
                <a:rPr lang="zh-CN" altLang="en-US" sz="1000" b="1" dirty="0">
                  <a:latin typeface="Times New Roman" panose="02020603050405020304" pitchFamily="18" charset="0"/>
                </a:rPr>
                <a:t>系统切换的有关费用</a:t>
              </a:r>
            </a:p>
          </p:txBody>
        </p:sp>
        <p:sp>
          <p:nvSpPr>
            <p:cNvPr id="20" name="Text Box 18">
              <a:extLst>
                <a:ext uri="{FF2B5EF4-FFF2-40B4-BE49-F238E27FC236}">
                  <a16:creationId xmlns:a16="http://schemas.microsoft.com/office/drawing/2014/main" id="{6116AC18-AD25-4E50-8430-B96194F2DD24}"/>
                </a:ext>
              </a:extLst>
            </p:cNvPr>
            <p:cNvSpPr txBox="1">
              <a:spLocks noChangeArrowheads="1"/>
            </p:cNvSpPr>
            <p:nvPr/>
          </p:nvSpPr>
          <p:spPr bwMode="auto">
            <a:xfrm>
              <a:off x="4609" y="1023"/>
              <a:ext cx="250" cy="911"/>
            </a:xfrm>
            <a:prstGeom prst="rect">
              <a:avLst/>
            </a:prstGeom>
            <a:noFill/>
            <a:ln w="31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lnSpc>
                  <a:spcPct val="104000"/>
                </a:lnSpc>
              </a:pPr>
              <a:endParaRPr lang="en-US" altLang="zh-CN" sz="1000" b="1" dirty="0">
                <a:latin typeface="Times New Roman" panose="02020603050405020304" pitchFamily="18" charset="0"/>
              </a:endParaRPr>
            </a:p>
            <a:p>
              <a:pPr algn="ctr">
                <a:lnSpc>
                  <a:spcPct val="104000"/>
                </a:lnSpc>
              </a:pPr>
              <a:r>
                <a:rPr lang="zh-CN" altLang="en-US" sz="1000" b="1" dirty="0">
                  <a:latin typeface="Times New Roman" panose="02020603050405020304" pitchFamily="18" charset="0"/>
                </a:rPr>
                <a:t>管</a:t>
              </a:r>
            </a:p>
            <a:p>
              <a:pPr algn="ctr">
                <a:lnSpc>
                  <a:spcPct val="104000"/>
                </a:lnSpc>
              </a:pPr>
              <a:r>
                <a:rPr lang="zh-CN" altLang="en-US" sz="1000" b="1" dirty="0">
                  <a:latin typeface="Times New Roman" panose="02020603050405020304" pitchFamily="18" charset="0"/>
                </a:rPr>
                <a:t>理</a:t>
              </a:r>
            </a:p>
            <a:p>
              <a:pPr algn="ctr">
                <a:lnSpc>
                  <a:spcPct val="104000"/>
                </a:lnSpc>
              </a:pPr>
              <a:r>
                <a:rPr lang="zh-CN" altLang="en-US" sz="1000" b="1" dirty="0">
                  <a:latin typeface="Times New Roman" panose="02020603050405020304" pitchFamily="18" charset="0"/>
                </a:rPr>
                <a:t>费</a:t>
              </a:r>
            </a:p>
            <a:p>
              <a:pPr algn="ctr">
                <a:lnSpc>
                  <a:spcPct val="104000"/>
                </a:lnSpc>
              </a:pPr>
              <a:r>
                <a:rPr lang="zh-CN" altLang="en-US" sz="1000" b="1" dirty="0">
                  <a:latin typeface="Times New Roman" panose="02020603050405020304" pitchFamily="18" charset="0"/>
                </a:rPr>
                <a:t>用</a:t>
              </a:r>
            </a:p>
          </p:txBody>
        </p:sp>
        <p:sp>
          <p:nvSpPr>
            <p:cNvPr id="21" name="Text Box 19">
              <a:extLst>
                <a:ext uri="{FF2B5EF4-FFF2-40B4-BE49-F238E27FC236}">
                  <a16:creationId xmlns:a16="http://schemas.microsoft.com/office/drawing/2014/main" id="{DB05786D-0978-403B-9441-CE22D68EBE32}"/>
                </a:ext>
              </a:extLst>
            </p:cNvPr>
            <p:cNvSpPr txBox="1">
              <a:spLocks noChangeArrowheads="1"/>
            </p:cNvSpPr>
            <p:nvPr/>
          </p:nvSpPr>
          <p:spPr bwMode="auto">
            <a:xfrm>
              <a:off x="4971" y="1023"/>
              <a:ext cx="251" cy="911"/>
            </a:xfrm>
            <a:prstGeom prst="rect">
              <a:avLst/>
            </a:prstGeom>
            <a:noFill/>
            <a:ln w="31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lnSpc>
                  <a:spcPct val="104000"/>
                </a:lnSpc>
              </a:pPr>
              <a:endParaRPr lang="en-US" altLang="zh-CN" sz="1000" b="1" dirty="0">
                <a:latin typeface="Times New Roman" panose="02020603050405020304" pitchFamily="18" charset="0"/>
              </a:endParaRPr>
            </a:p>
            <a:p>
              <a:pPr algn="just">
                <a:lnSpc>
                  <a:spcPct val="104000"/>
                </a:lnSpc>
              </a:pPr>
              <a:r>
                <a:rPr lang="zh-CN" altLang="en-US" sz="1000" b="1" dirty="0">
                  <a:latin typeface="Times New Roman" panose="02020603050405020304" pitchFamily="18" charset="0"/>
                </a:rPr>
                <a:t>筹资利息及罚金支出等费用</a:t>
              </a:r>
            </a:p>
          </p:txBody>
        </p:sp>
        <p:sp>
          <p:nvSpPr>
            <p:cNvPr id="22" name="Text Box 20">
              <a:extLst>
                <a:ext uri="{FF2B5EF4-FFF2-40B4-BE49-F238E27FC236}">
                  <a16:creationId xmlns:a16="http://schemas.microsoft.com/office/drawing/2014/main" id="{A3372B91-C6D3-4701-B316-3C09285155CE}"/>
                </a:ext>
              </a:extLst>
            </p:cNvPr>
            <p:cNvSpPr txBox="1">
              <a:spLocks noChangeArrowheads="1"/>
            </p:cNvSpPr>
            <p:nvPr/>
          </p:nvSpPr>
          <p:spPr bwMode="auto">
            <a:xfrm>
              <a:off x="1089" y="2179"/>
              <a:ext cx="743" cy="401"/>
            </a:xfrm>
            <a:prstGeom prst="rect">
              <a:avLst/>
            </a:prstGeom>
            <a:noFill/>
            <a:ln w="31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1000" b="1">
                  <a:latin typeface="Times New Roman" panose="02020603050405020304" pitchFamily="18" charset="0"/>
                </a:rPr>
                <a:t>软件开发、测试成本、工作量及工期计算</a:t>
              </a:r>
            </a:p>
          </p:txBody>
        </p:sp>
        <p:sp>
          <p:nvSpPr>
            <p:cNvPr id="23" name="Text Box 21">
              <a:extLst>
                <a:ext uri="{FF2B5EF4-FFF2-40B4-BE49-F238E27FC236}">
                  <a16:creationId xmlns:a16="http://schemas.microsoft.com/office/drawing/2014/main" id="{333913D8-AD27-4040-8A09-5C5760A98437}"/>
                </a:ext>
              </a:extLst>
            </p:cNvPr>
            <p:cNvSpPr txBox="1">
              <a:spLocks noChangeArrowheads="1"/>
            </p:cNvSpPr>
            <p:nvPr/>
          </p:nvSpPr>
          <p:spPr bwMode="auto">
            <a:xfrm>
              <a:off x="1080" y="3211"/>
              <a:ext cx="743" cy="401"/>
            </a:xfrm>
            <a:prstGeom prst="rect">
              <a:avLst/>
            </a:prstGeom>
            <a:noFill/>
            <a:ln w="31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1000" b="1">
                  <a:latin typeface="Times New Roman" panose="02020603050405020304" pitchFamily="18" charset="0"/>
                </a:rPr>
                <a:t>人力资源投入总量及各阶段分布量计算</a:t>
              </a:r>
            </a:p>
          </p:txBody>
        </p:sp>
        <p:sp>
          <p:nvSpPr>
            <p:cNvPr id="24" name="Text Box 22">
              <a:extLst>
                <a:ext uri="{FF2B5EF4-FFF2-40B4-BE49-F238E27FC236}">
                  <a16:creationId xmlns:a16="http://schemas.microsoft.com/office/drawing/2014/main" id="{1F00D5F6-997E-47AE-A189-832950CDA0A2}"/>
                </a:ext>
              </a:extLst>
            </p:cNvPr>
            <p:cNvSpPr txBox="1">
              <a:spLocks noChangeArrowheads="1"/>
            </p:cNvSpPr>
            <p:nvPr/>
          </p:nvSpPr>
          <p:spPr bwMode="auto">
            <a:xfrm>
              <a:off x="956" y="3784"/>
              <a:ext cx="955" cy="134"/>
            </a:xfrm>
            <a:prstGeom prst="rect">
              <a:avLst/>
            </a:prstGeom>
            <a:noFill/>
            <a:ln w="31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1000" b="1" dirty="0">
                  <a:latin typeface="Times New Roman" panose="02020603050405020304" pitchFamily="18" charset="0"/>
                </a:rPr>
                <a:t>灵敏度与风险分析</a:t>
              </a:r>
            </a:p>
          </p:txBody>
        </p:sp>
        <p:sp>
          <p:nvSpPr>
            <p:cNvPr id="25" name="Line 23">
              <a:extLst>
                <a:ext uri="{FF2B5EF4-FFF2-40B4-BE49-F238E27FC236}">
                  <a16:creationId xmlns:a16="http://schemas.microsoft.com/office/drawing/2014/main" id="{55581FDC-1493-4F8F-B76F-6E23AD322053}"/>
                </a:ext>
              </a:extLst>
            </p:cNvPr>
            <p:cNvSpPr>
              <a:spLocks noChangeShapeType="1"/>
            </p:cNvSpPr>
            <p:nvPr/>
          </p:nvSpPr>
          <p:spPr bwMode="auto">
            <a:xfrm>
              <a:off x="2707" y="239"/>
              <a:ext cx="0" cy="121"/>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26" name="Line 24">
              <a:extLst>
                <a:ext uri="{FF2B5EF4-FFF2-40B4-BE49-F238E27FC236}">
                  <a16:creationId xmlns:a16="http://schemas.microsoft.com/office/drawing/2014/main" id="{79808E4B-A804-4D31-A204-EBA3B947108B}"/>
                </a:ext>
              </a:extLst>
            </p:cNvPr>
            <p:cNvSpPr>
              <a:spLocks noChangeShapeType="1"/>
            </p:cNvSpPr>
            <p:nvPr/>
          </p:nvSpPr>
          <p:spPr bwMode="auto">
            <a:xfrm>
              <a:off x="1513" y="367"/>
              <a:ext cx="0" cy="121"/>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27" name="Line 25">
              <a:extLst>
                <a:ext uri="{FF2B5EF4-FFF2-40B4-BE49-F238E27FC236}">
                  <a16:creationId xmlns:a16="http://schemas.microsoft.com/office/drawing/2014/main" id="{1448E95E-26D4-4002-B326-98A300091CCD}"/>
                </a:ext>
              </a:extLst>
            </p:cNvPr>
            <p:cNvSpPr>
              <a:spLocks noChangeShapeType="1"/>
            </p:cNvSpPr>
            <p:nvPr/>
          </p:nvSpPr>
          <p:spPr bwMode="auto">
            <a:xfrm>
              <a:off x="2999" y="367"/>
              <a:ext cx="0" cy="121"/>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28" name="Line 26">
              <a:extLst>
                <a:ext uri="{FF2B5EF4-FFF2-40B4-BE49-F238E27FC236}">
                  <a16:creationId xmlns:a16="http://schemas.microsoft.com/office/drawing/2014/main" id="{F3CA57FF-F49D-44CC-B774-6B84D4B62EA3}"/>
                </a:ext>
              </a:extLst>
            </p:cNvPr>
            <p:cNvSpPr>
              <a:spLocks noChangeShapeType="1"/>
            </p:cNvSpPr>
            <p:nvPr/>
          </p:nvSpPr>
          <p:spPr bwMode="auto">
            <a:xfrm>
              <a:off x="4122" y="367"/>
              <a:ext cx="0" cy="121"/>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29" name="Line 27">
              <a:extLst>
                <a:ext uri="{FF2B5EF4-FFF2-40B4-BE49-F238E27FC236}">
                  <a16:creationId xmlns:a16="http://schemas.microsoft.com/office/drawing/2014/main" id="{758E18CC-B63C-4ADA-A143-1A0B7A338F7A}"/>
                </a:ext>
              </a:extLst>
            </p:cNvPr>
            <p:cNvSpPr>
              <a:spLocks noChangeShapeType="1"/>
            </p:cNvSpPr>
            <p:nvPr/>
          </p:nvSpPr>
          <p:spPr bwMode="auto">
            <a:xfrm>
              <a:off x="4910" y="367"/>
              <a:ext cx="0" cy="121"/>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30" name="Line 28">
              <a:extLst>
                <a:ext uri="{FF2B5EF4-FFF2-40B4-BE49-F238E27FC236}">
                  <a16:creationId xmlns:a16="http://schemas.microsoft.com/office/drawing/2014/main" id="{E0ECC303-29F8-4290-8763-77A906156C65}"/>
                </a:ext>
              </a:extLst>
            </p:cNvPr>
            <p:cNvSpPr>
              <a:spLocks noChangeShapeType="1"/>
            </p:cNvSpPr>
            <p:nvPr/>
          </p:nvSpPr>
          <p:spPr bwMode="auto">
            <a:xfrm>
              <a:off x="1513" y="367"/>
              <a:ext cx="3397" cy="0"/>
            </a:xfrm>
            <a:prstGeom prst="line">
              <a:avLst/>
            </a:prstGeom>
            <a:noFill/>
            <a:ln w="3175">
              <a:solidFill>
                <a:srgbClr val="333399"/>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31" name="Line 29">
              <a:extLst>
                <a:ext uri="{FF2B5EF4-FFF2-40B4-BE49-F238E27FC236}">
                  <a16:creationId xmlns:a16="http://schemas.microsoft.com/office/drawing/2014/main" id="{281A5076-A9B0-4EBA-B39B-C7B0484FEC86}"/>
                </a:ext>
              </a:extLst>
            </p:cNvPr>
            <p:cNvSpPr>
              <a:spLocks noChangeShapeType="1"/>
            </p:cNvSpPr>
            <p:nvPr/>
          </p:nvSpPr>
          <p:spPr bwMode="auto">
            <a:xfrm>
              <a:off x="452" y="1153"/>
              <a:ext cx="0" cy="335"/>
            </a:xfrm>
            <a:prstGeom prst="line">
              <a:avLst/>
            </a:prstGeom>
            <a:noFill/>
            <a:ln w="3175">
              <a:solidFill>
                <a:srgbClr val="333399"/>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32" name="Line 30">
              <a:extLst>
                <a:ext uri="{FF2B5EF4-FFF2-40B4-BE49-F238E27FC236}">
                  <a16:creationId xmlns:a16="http://schemas.microsoft.com/office/drawing/2014/main" id="{BE4C4B8E-CC0D-4823-8E37-15EE7BA179AB}"/>
                </a:ext>
              </a:extLst>
            </p:cNvPr>
            <p:cNvSpPr>
              <a:spLocks noChangeShapeType="1"/>
            </p:cNvSpPr>
            <p:nvPr/>
          </p:nvSpPr>
          <p:spPr bwMode="auto">
            <a:xfrm>
              <a:off x="452" y="2136"/>
              <a:ext cx="0" cy="158"/>
            </a:xfrm>
            <a:prstGeom prst="line">
              <a:avLst/>
            </a:prstGeom>
            <a:noFill/>
            <a:ln w="3175">
              <a:solidFill>
                <a:srgbClr val="333399"/>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33" name="Line 31">
              <a:extLst>
                <a:ext uri="{FF2B5EF4-FFF2-40B4-BE49-F238E27FC236}">
                  <a16:creationId xmlns:a16="http://schemas.microsoft.com/office/drawing/2014/main" id="{350B206E-761C-460E-97BB-D5E3C0D24055}"/>
                </a:ext>
              </a:extLst>
            </p:cNvPr>
            <p:cNvSpPr>
              <a:spLocks noChangeShapeType="1"/>
            </p:cNvSpPr>
            <p:nvPr/>
          </p:nvSpPr>
          <p:spPr bwMode="auto">
            <a:xfrm>
              <a:off x="461" y="2297"/>
              <a:ext cx="301" cy="0"/>
            </a:xfrm>
            <a:prstGeom prst="line">
              <a:avLst/>
            </a:prstGeom>
            <a:noFill/>
            <a:ln w="3175">
              <a:solidFill>
                <a:srgbClr val="333399"/>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34" name="Line 32">
              <a:extLst>
                <a:ext uri="{FF2B5EF4-FFF2-40B4-BE49-F238E27FC236}">
                  <a16:creationId xmlns:a16="http://schemas.microsoft.com/office/drawing/2014/main" id="{45A41758-FFDE-48F6-A18F-DB29EE23CF1F}"/>
                </a:ext>
              </a:extLst>
            </p:cNvPr>
            <p:cNvSpPr>
              <a:spLocks noChangeShapeType="1"/>
            </p:cNvSpPr>
            <p:nvPr/>
          </p:nvSpPr>
          <p:spPr bwMode="auto">
            <a:xfrm>
              <a:off x="2999" y="774"/>
              <a:ext cx="0" cy="122"/>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35" name="Line 33">
              <a:extLst>
                <a:ext uri="{FF2B5EF4-FFF2-40B4-BE49-F238E27FC236}">
                  <a16:creationId xmlns:a16="http://schemas.microsoft.com/office/drawing/2014/main" id="{C88BE76D-2599-442B-877D-794CB3342932}"/>
                </a:ext>
              </a:extLst>
            </p:cNvPr>
            <p:cNvSpPr>
              <a:spLocks noChangeShapeType="1"/>
            </p:cNvSpPr>
            <p:nvPr/>
          </p:nvSpPr>
          <p:spPr bwMode="auto">
            <a:xfrm>
              <a:off x="2239" y="895"/>
              <a:ext cx="0" cy="121"/>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36" name="Line 34">
              <a:extLst>
                <a:ext uri="{FF2B5EF4-FFF2-40B4-BE49-F238E27FC236}">
                  <a16:creationId xmlns:a16="http://schemas.microsoft.com/office/drawing/2014/main" id="{7004EBF4-F44D-436D-AF83-91A29423CC8A}"/>
                </a:ext>
              </a:extLst>
            </p:cNvPr>
            <p:cNvSpPr>
              <a:spLocks noChangeShapeType="1"/>
            </p:cNvSpPr>
            <p:nvPr/>
          </p:nvSpPr>
          <p:spPr bwMode="auto">
            <a:xfrm>
              <a:off x="2778" y="892"/>
              <a:ext cx="0" cy="121"/>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37" name="Line 35">
              <a:extLst>
                <a:ext uri="{FF2B5EF4-FFF2-40B4-BE49-F238E27FC236}">
                  <a16:creationId xmlns:a16="http://schemas.microsoft.com/office/drawing/2014/main" id="{0812ADA9-4D73-4B3D-8632-8E5452EFE396}"/>
                </a:ext>
              </a:extLst>
            </p:cNvPr>
            <p:cNvSpPr>
              <a:spLocks noChangeShapeType="1"/>
            </p:cNvSpPr>
            <p:nvPr/>
          </p:nvSpPr>
          <p:spPr bwMode="auto">
            <a:xfrm>
              <a:off x="3521" y="895"/>
              <a:ext cx="0" cy="121"/>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38" name="Line 36">
              <a:extLst>
                <a:ext uri="{FF2B5EF4-FFF2-40B4-BE49-F238E27FC236}">
                  <a16:creationId xmlns:a16="http://schemas.microsoft.com/office/drawing/2014/main" id="{6E81DAD5-DB01-4304-BCC5-5484A6AEDD05}"/>
                </a:ext>
              </a:extLst>
            </p:cNvPr>
            <p:cNvSpPr>
              <a:spLocks noChangeShapeType="1"/>
            </p:cNvSpPr>
            <p:nvPr/>
          </p:nvSpPr>
          <p:spPr bwMode="auto">
            <a:xfrm>
              <a:off x="3141" y="895"/>
              <a:ext cx="0" cy="121"/>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39" name="Line 37">
              <a:extLst>
                <a:ext uri="{FF2B5EF4-FFF2-40B4-BE49-F238E27FC236}">
                  <a16:creationId xmlns:a16="http://schemas.microsoft.com/office/drawing/2014/main" id="{E13135CB-CE92-4C4B-8AEF-FD1030322ECB}"/>
                </a:ext>
              </a:extLst>
            </p:cNvPr>
            <p:cNvSpPr>
              <a:spLocks noChangeShapeType="1"/>
            </p:cNvSpPr>
            <p:nvPr/>
          </p:nvSpPr>
          <p:spPr bwMode="auto">
            <a:xfrm>
              <a:off x="2239" y="895"/>
              <a:ext cx="1273" cy="0"/>
            </a:xfrm>
            <a:prstGeom prst="line">
              <a:avLst/>
            </a:prstGeom>
            <a:noFill/>
            <a:ln w="3175">
              <a:solidFill>
                <a:srgbClr val="333399"/>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40" name="Line 38">
              <a:extLst>
                <a:ext uri="{FF2B5EF4-FFF2-40B4-BE49-F238E27FC236}">
                  <a16:creationId xmlns:a16="http://schemas.microsoft.com/office/drawing/2014/main" id="{ADD5971A-B730-4D90-9A6C-D492CBF5ECC5}"/>
                </a:ext>
              </a:extLst>
            </p:cNvPr>
            <p:cNvSpPr>
              <a:spLocks noChangeShapeType="1"/>
            </p:cNvSpPr>
            <p:nvPr/>
          </p:nvSpPr>
          <p:spPr bwMode="auto">
            <a:xfrm>
              <a:off x="1513" y="767"/>
              <a:ext cx="0" cy="335"/>
            </a:xfrm>
            <a:prstGeom prst="line">
              <a:avLst/>
            </a:prstGeom>
            <a:noFill/>
            <a:ln w="3175">
              <a:solidFill>
                <a:srgbClr val="333399"/>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41" name="Line 39">
              <a:extLst>
                <a:ext uri="{FF2B5EF4-FFF2-40B4-BE49-F238E27FC236}">
                  <a16:creationId xmlns:a16="http://schemas.microsoft.com/office/drawing/2014/main" id="{4003B53B-524C-4492-ACBD-47DBCD5BE084}"/>
                </a:ext>
              </a:extLst>
            </p:cNvPr>
            <p:cNvSpPr>
              <a:spLocks noChangeShapeType="1"/>
            </p:cNvSpPr>
            <p:nvPr/>
          </p:nvSpPr>
          <p:spPr bwMode="auto">
            <a:xfrm>
              <a:off x="1513" y="1510"/>
              <a:ext cx="0" cy="669"/>
            </a:xfrm>
            <a:prstGeom prst="line">
              <a:avLst/>
            </a:prstGeom>
            <a:noFill/>
            <a:ln w="3175">
              <a:solidFill>
                <a:srgbClr val="333399"/>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42" name="Line 40">
              <a:extLst>
                <a:ext uri="{FF2B5EF4-FFF2-40B4-BE49-F238E27FC236}">
                  <a16:creationId xmlns:a16="http://schemas.microsoft.com/office/drawing/2014/main" id="{EB3660E1-6B46-488E-89A8-3C831E7013E9}"/>
                </a:ext>
              </a:extLst>
            </p:cNvPr>
            <p:cNvSpPr>
              <a:spLocks noChangeShapeType="1"/>
            </p:cNvSpPr>
            <p:nvPr/>
          </p:nvSpPr>
          <p:spPr bwMode="auto">
            <a:xfrm>
              <a:off x="4105" y="761"/>
              <a:ext cx="0" cy="134"/>
            </a:xfrm>
            <a:prstGeom prst="line">
              <a:avLst/>
            </a:prstGeom>
            <a:noFill/>
            <a:ln w="3175">
              <a:solidFill>
                <a:srgbClr val="333399"/>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43" name="Line 41">
              <a:extLst>
                <a:ext uri="{FF2B5EF4-FFF2-40B4-BE49-F238E27FC236}">
                  <a16:creationId xmlns:a16="http://schemas.microsoft.com/office/drawing/2014/main" id="{BD05A484-9CBB-4863-B51A-0BF17CFBE402}"/>
                </a:ext>
              </a:extLst>
            </p:cNvPr>
            <p:cNvSpPr>
              <a:spLocks noChangeShapeType="1"/>
            </p:cNvSpPr>
            <p:nvPr/>
          </p:nvSpPr>
          <p:spPr bwMode="auto">
            <a:xfrm>
              <a:off x="4910" y="761"/>
              <a:ext cx="0" cy="134"/>
            </a:xfrm>
            <a:prstGeom prst="line">
              <a:avLst/>
            </a:prstGeom>
            <a:noFill/>
            <a:ln w="3175">
              <a:solidFill>
                <a:srgbClr val="333399"/>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44" name="Line 42">
              <a:extLst>
                <a:ext uri="{FF2B5EF4-FFF2-40B4-BE49-F238E27FC236}">
                  <a16:creationId xmlns:a16="http://schemas.microsoft.com/office/drawing/2014/main" id="{BCF493CF-48F6-405B-8FCD-6DB5FDFE62E3}"/>
                </a:ext>
              </a:extLst>
            </p:cNvPr>
            <p:cNvSpPr>
              <a:spLocks noChangeShapeType="1"/>
            </p:cNvSpPr>
            <p:nvPr/>
          </p:nvSpPr>
          <p:spPr bwMode="auto">
            <a:xfrm>
              <a:off x="3954" y="908"/>
              <a:ext cx="0" cy="121"/>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45" name="Line 43">
              <a:extLst>
                <a:ext uri="{FF2B5EF4-FFF2-40B4-BE49-F238E27FC236}">
                  <a16:creationId xmlns:a16="http://schemas.microsoft.com/office/drawing/2014/main" id="{DC8FEB78-A8D0-499B-B494-0B7307236461}"/>
                </a:ext>
              </a:extLst>
            </p:cNvPr>
            <p:cNvSpPr>
              <a:spLocks noChangeShapeType="1"/>
            </p:cNvSpPr>
            <p:nvPr/>
          </p:nvSpPr>
          <p:spPr bwMode="auto">
            <a:xfrm>
              <a:off x="4388" y="908"/>
              <a:ext cx="0" cy="121"/>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46" name="Line 44">
              <a:extLst>
                <a:ext uri="{FF2B5EF4-FFF2-40B4-BE49-F238E27FC236}">
                  <a16:creationId xmlns:a16="http://schemas.microsoft.com/office/drawing/2014/main" id="{456AA3F2-FDFF-438F-9CB0-36118BCE6DAD}"/>
                </a:ext>
              </a:extLst>
            </p:cNvPr>
            <p:cNvSpPr>
              <a:spLocks noChangeShapeType="1"/>
            </p:cNvSpPr>
            <p:nvPr/>
          </p:nvSpPr>
          <p:spPr bwMode="auto">
            <a:xfrm>
              <a:off x="4697" y="895"/>
              <a:ext cx="0" cy="121"/>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47" name="Line 45">
              <a:extLst>
                <a:ext uri="{FF2B5EF4-FFF2-40B4-BE49-F238E27FC236}">
                  <a16:creationId xmlns:a16="http://schemas.microsoft.com/office/drawing/2014/main" id="{583A2D9E-62F2-41AB-9496-85967F21BC42}"/>
                </a:ext>
              </a:extLst>
            </p:cNvPr>
            <p:cNvSpPr>
              <a:spLocks noChangeShapeType="1"/>
            </p:cNvSpPr>
            <p:nvPr/>
          </p:nvSpPr>
          <p:spPr bwMode="auto">
            <a:xfrm>
              <a:off x="5122" y="901"/>
              <a:ext cx="0" cy="122"/>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48" name="Line 46">
              <a:extLst>
                <a:ext uri="{FF2B5EF4-FFF2-40B4-BE49-F238E27FC236}">
                  <a16:creationId xmlns:a16="http://schemas.microsoft.com/office/drawing/2014/main" id="{CF12F8F1-75C1-40DF-BC1F-EEDAD64EE5A7}"/>
                </a:ext>
              </a:extLst>
            </p:cNvPr>
            <p:cNvSpPr>
              <a:spLocks noChangeShapeType="1"/>
            </p:cNvSpPr>
            <p:nvPr/>
          </p:nvSpPr>
          <p:spPr bwMode="auto">
            <a:xfrm>
              <a:off x="4697" y="893"/>
              <a:ext cx="425" cy="0"/>
            </a:xfrm>
            <a:prstGeom prst="line">
              <a:avLst/>
            </a:prstGeom>
            <a:noFill/>
            <a:ln w="3175">
              <a:solidFill>
                <a:srgbClr val="333399"/>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49" name="Line 47">
              <a:extLst>
                <a:ext uri="{FF2B5EF4-FFF2-40B4-BE49-F238E27FC236}">
                  <a16:creationId xmlns:a16="http://schemas.microsoft.com/office/drawing/2014/main" id="{745B2AE2-B102-4757-9A2B-20A4361424C2}"/>
                </a:ext>
              </a:extLst>
            </p:cNvPr>
            <p:cNvSpPr>
              <a:spLocks noChangeShapeType="1"/>
            </p:cNvSpPr>
            <p:nvPr/>
          </p:nvSpPr>
          <p:spPr bwMode="auto">
            <a:xfrm>
              <a:off x="3954" y="908"/>
              <a:ext cx="425" cy="0"/>
            </a:xfrm>
            <a:prstGeom prst="line">
              <a:avLst/>
            </a:prstGeom>
            <a:noFill/>
            <a:ln w="3175">
              <a:solidFill>
                <a:srgbClr val="333399"/>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50" name="Line 48">
              <a:extLst>
                <a:ext uri="{FF2B5EF4-FFF2-40B4-BE49-F238E27FC236}">
                  <a16:creationId xmlns:a16="http://schemas.microsoft.com/office/drawing/2014/main" id="{C83790ED-C67B-44C6-BB3D-C8C1ECA688E3}"/>
                </a:ext>
              </a:extLst>
            </p:cNvPr>
            <p:cNvSpPr>
              <a:spLocks noChangeShapeType="1"/>
            </p:cNvSpPr>
            <p:nvPr/>
          </p:nvSpPr>
          <p:spPr bwMode="auto">
            <a:xfrm>
              <a:off x="2256" y="1937"/>
              <a:ext cx="0" cy="85"/>
            </a:xfrm>
            <a:prstGeom prst="line">
              <a:avLst/>
            </a:prstGeom>
            <a:noFill/>
            <a:ln w="3175">
              <a:solidFill>
                <a:srgbClr val="333399"/>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51" name="Line 49">
              <a:extLst>
                <a:ext uri="{FF2B5EF4-FFF2-40B4-BE49-F238E27FC236}">
                  <a16:creationId xmlns:a16="http://schemas.microsoft.com/office/drawing/2014/main" id="{73534D44-A1D7-4232-A283-6F1E4030DC5C}"/>
                </a:ext>
              </a:extLst>
            </p:cNvPr>
            <p:cNvSpPr>
              <a:spLocks noChangeShapeType="1"/>
            </p:cNvSpPr>
            <p:nvPr/>
          </p:nvSpPr>
          <p:spPr bwMode="auto">
            <a:xfrm>
              <a:off x="2787" y="1934"/>
              <a:ext cx="0" cy="84"/>
            </a:xfrm>
            <a:prstGeom prst="line">
              <a:avLst/>
            </a:prstGeom>
            <a:noFill/>
            <a:ln w="3175">
              <a:solidFill>
                <a:srgbClr val="333399"/>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52" name="Line 50">
              <a:extLst>
                <a:ext uri="{FF2B5EF4-FFF2-40B4-BE49-F238E27FC236}">
                  <a16:creationId xmlns:a16="http://schemas.microsoft.com/office/drawing/2014/main" id="{37F5C356-EDB6-413E-BA73-D6F75715EDC8}"/>
                </a:ext>
              </a:extLst>
            </p:cNvPr>
            <p:cNvSpPr>
              <a:spLocks noChangeShapeType="1"/>
            </p:cNvSpPr>
            <p:nvPr/>
          </p:nvSpPr>
          <p:spPr bwMode="auto">
            <a:xfrm>
              <a:off x="3530" y="1931"/>
              <a:ext cx="0" cy="84"/>
            </a:xfrm>
            <a:prstGeom prst="line">
              <a:avLst/>
            </a:prstGeom>
            <a:noFill/>
            <a:ln w="3175">
              <a:solidFill>
                <a:srgbClr val="333399"/>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53" name="Line 51">
              <a:extLst>
                <a:ext uri="{FF2B5EF4-FFF2-40B4-BE49-F238E27FC236}">
                  <a16:creationId xmlns:a16="http://schemas.microsoft.com/office/drawing/2014/main" id="{D6401631-2CE9-4A94-8AF9-26284F224DF7}"/>
                </a:ext>
              </a:extLst>
            </p:cNvPr>
            <p:cNvSpPr>
              <a:spLocks noChangeShapeType="1"/>
            </p:cNvSpPr>
            <p:nvPr/>
          </p:nvSpPr>
          <p:spPr bwMode="auto">
            <a:xfrm>
              <a:off x="3981" y="1950"/>
              <a:ext cx="0" cy="121"/>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54" name="Line 52">
              <a:extLst>
                <a:ext uri="{FF2B5EF4-FFF2-40B4-BE49-F238E27FC236}">
                  <a16:creationId xmlns:a16="http://schemas.microsoft.com/office/drawing/2014/main" id="{2695D113-EBD3-45EB-A6D2-750324FD9C40}"/>
                </a:ext>
              </a:extLst>
            </p:cNvPr>
            <p:cNvSpPr>
              <a:spLocks noChangeShapeType="1"/>
            </p:cNvSpPr>
            <p:nvPr/>
          </p:nvSpPr>
          <p:spPr bwMode="auto">
            <a:xfrm>
              <a:off x="4715" y="1937"/>
              <a:ext cx="0" cy="121"/>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55" name="Line 53">
              <a:extLst>
                <a:ext uri="{FF2B5EF4-FFF2-40B4-BE49-F238E27FC236}">
                  <a16:creationId xmlns:a16="http://schemas.microsoft.com/office/drawing/2014/main" id="{5D07A998-15A3-4B4F-99F7-2727C99C641A}"/>
                </a:ext>
              </a:extLst>
            </p:cNvPr>
            <p:cNvSpPr>
              <a:spLocks noChangeShapeType="1"/>
            </p:cNvSpPr>
            <p:nvPr/>
          </p:nvSpPr>
          <p:spPr bwMode="auto">
            <a:xfrm>
              <a:off x="4397" y="1947"/>
              <a:ext cx="0" cy="121"/>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56" name="Line 54">
              <a:extLst>
                <a:ext uri="{FF2B5EF4-FFF2-40B4-BE49-F238E27FC236}">
                  <a16:creationId xmlns:a16="http://schemas.microsoft.com/office/drawing/2014/main" id="{C910EFC4-FAB3-490E-B828-2CC85916CF7A}"/>
                </a:ext>
              </a:extLst>
            </p:cNvPr>
            <p:cNvSpPr>
              <a:spLocks noChangeShapeType="1"/>
            </p:cNvSpPr>
            <p:nvPr/>
          </p:nvSpPr>
          <p:spPr bwMode="auto">
            <a:xfrm>
              <a:off x="5139" y="1937"/>
              <a:ext cx="0" cy="121"/>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57" name="Line 55">
              <a:extLst>
                <a:ext uri="{FF2B5EF4-FFF2-40B4-BE49-F238E27FC236}">
                  <a16:creationId xmlns:a16="http://schemas.microsoft.com/office/drawing/2014/main" id="{3C77641E-8F02-45DD-AD17-19CA17BD1D2D}"/>
                </a:ext>
              </a:extLst>
            </p:cNvPr>
            <p:cNvSpPr>
              <a:spLocks noChangeShapeType="1"/>
            </p:cNvSpPr>
            <p:nvPr/>
          </p:nvSpPr>
          <p:spPr bwMode="auto">
            <a:xfrm>
              <a:off x="2256" y="2026"/>
              <a:ext cx="1274" cy="0"/>
            </a:xfrm>
            <a:prstGeom prst="line">
              <a:avLst/>
            </a:prstGeom>
            <a:noFill/>
            <a:ln w="3175">
              <a:solidFill>
                <a:srgbClr val="333399"/>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58" name="Line 56">
              <a:extLst>
                <a:ext uri="{FF2B5EF4-FFF2-40B4-BE49-F238E27FC236}">
                  <a16:creationId xmlns:a16="http://schemas.microsoft.com/office/drawing/2014/main" id="{1966844A-5A13-4003-925A-582FEB0B4E00}"/>
                </a:ext>
              </a:extLst>
            </p:cNvPr>
            <p:cNvSpPr>
              <a:spLocks noChangeShapeType="1"/>
            </p:cNvSpPr>
            <p:nvPr/>
          </p:nvSpPr>
          <p:spPr bwMode="auto">
            <a:xfrm>
              <a:off x="3150" y="1931"/>
              <a:ext cx="0" cy="84"/>
            </a:xfrm>
            <a:prstGeom prst="line">
              <a:avLst/>
            </a:prstGeom>
            <a:noFill/>
            <a:ln w="3175">
              <a:solidFill>
                <a:srgbClr val="333399"/>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59" name="Line 57">
              <a:extLst>
                <a:ext uri="{FF2B5EF4-FFF2-40B4-BE49-F238E27FC236}">
                  <a16:creationId xmlns:a16="http://schemas.microsoft.com/office/drawing/2014/main" id="{91282BBF-45E6-4E42-9CC2-BEFE4BD236AD}"/>
                </a:ext>
              </a:extLst>
            </p:cNvPr>
            <p:cNvSpPr>
              <a:spLocks noChangeShapeType="1"/>
            </p:cNvSpPr>
            <p:nvPr/>
          </p:nvSpPr>
          <p:spPr bwMode="auto">
            <a:xfrm>
              <a:off x="2309" y="2027"/>
              <a:ext cx="0" cy="85"/>
            </a:xfrm>
            <a:prstGeom prst="line">
              <a:avLst/>
            </a:prstGeom>
            <a:noFill/>
            <a:ln w="3175">
              <a:solidFill>
                <a:srgbClr val="333399"/>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60" name="Line 58">
              <a:extLst>
                <a:ext uri="{FF2B5EF4-FFF2-40B4-BE49-F238E27FC236}">
                  <a16:creationId xmlns:a16="http://schemas.microsoft.com/office/drawing/2014/main" id="{B2AC1B4A-5C35-422A-8CD5-37CB4F0D9DE6}"/>
                </a:ext>
              </a:extLst>
            </p:cNvPr>
            <p:cNvSpPr>
              <a:spLocks noChangeShapeType="1"/>
            </p:cNvSpPr>
            <p:nvPr/>
          </p:nvSpPr>
          <p:spPr bwMode="auto">
            <a:xfrm>
              <a:off x="2681" y="2026"/>
              <a:ext cx="0" cy="85"/>
            </a:xfrm>
            <a:prstGeom prst="line">
              <a:avLst/>
            </a:prstGeom>
            <a:noFill/>
            <a:ln w="3175">
              <a:solidFill>
                <a:srgbClr val="333399"/>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61" name="Line 59">
              <a:extLst>
                <a:ext uri="{FF2B5EF4-FFF2-40B4-BE49-F238E27FC236}">
                  <a16:creationId xmlns:a16="http://schemas.microsoft.com/office/drawing/2014/main" id="{B55392CF-3A10-409B-BEBC-0FEEC220EF1C}"/>
                </a:ext>
              </a:extLst>
            </p:cNvPr>
            <p:cNvSpPr>
              <a:spLocks noChangeShapeType="1"/>
            </p:cNvSpPr>
            <p:nvPr/>
          </p:nvSpPr>
          <p:spPr bwMode="auto">
            <a:xfrm>
              <a:off x="3088" y="2026"/>
              <a:ext cx="0" cy="85"/>
            </a:xfrm>
            <a:prstGeom prst="line">
              <a:avLst/>
            </a:prstGeom>
            <a:noFill/>
            <a:ln w="3175">
              <a:solidFill>
                <a:srgbClr val="333399"/>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62" name="Line 60">
              <a:extLst>
                <a:ext uri="{FF2B5EF4-FFF2-40B4-BE49-F238E27FC236}">
                  <a16:creationId xmlns:a16="http://schemas.microsoft.com/office/drawing/2014/main" id="{37D7C632-1FDD-4B91-97DA-4DFEA7295C4E}"/>
                </a:ext>
              </a:extLst>
            </p:cNvPr>
            <p:cNvSpPr>
              <a:spLocks noChangeShapeType="1"/>
            </p:cNvSpPr>
            <p:nvPr/>
          </p:nvSpPr>
          <p:spPr bwMode="auto">
            <a:xfrm>
              <a:off x="3477" y="2026"/>
              <a:ext cx="0" cy="85"/>
            </a:xfrm>
            <a:prstGeom prst="line">
              <a:avLst/>
            </a:prstGeom>
            <a:noFill/>
            <a:ln w="3175">
              <a:solidFill>
                <a:srgbClr val="333399"/>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63" name="Text Box 61">
              <a:extLst>
                <a:ext uri="{FF2B5EF4-FFF2-40B4-BE49-F238E27FC236}">
                  <a16:creationId xmlns:a16="http://schemas.microsoft.com/office/drawing/2014/main" id="{2A470C8F-9EDE-4AF7-A4D3-646F28AEDE2D}"/>
                </a:ext>
              </a:extLst>
            </p:cNvPr>
            <p:cNvSpPr txBox="1">
              <a:spLocks noChangeArrowheads="1"/>
            </p:cNvSpPr>
            <p:nvPr/>
          </p:nvSpPr>
          <p:spPr bwMode="auto">
            <a:xfrm>
              <a:off x="1956" y="2122"/>
              <a:ext cx="462" cy="669"/>
            </a:xfrm>
            <a:prstGeom prst="rect">
              <a:avLst/>
            </a:prstGeom>
            <a:noFill/>
            <a:ln w="31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lnSpc>
                  <a:spcPct val="104000"/>
                </a:lnSpc>
              </a:pPr>
              <a:r>
                <a:rPr lang="zh-CN" altLang="en-US" sz="1000" b="1">
                  <a:latin typeface="Times New Roman" panose="02020603050405020304" pitchFamily="18" charset="0"/>
                </a:rPr>
                <a:t>硬件设计、生产测试，人力资源投入量及成本</a:t>
              </a:r>
            </a:p>
          </p:txBody>
        </p:sp>
        <p:sp>
          <p:nvSpPr>
            <p:cNvPr id="64" name="Text Box 62">
              <a:extLst>
                <a:ext uri="{FF2B5EF4-FFF2-40B4-BE49-F238E27FC236}">
                  <a16:creationId xmlns:a16="http://schemas.microsoft.com/office/drawing/2014/main" id="{DAD28868-A84C-4BC9-B13F-FD9CC06FE5C7}"/>
                </a:ext>
              </a:extLst>
            </p:cNvPr>
            <p:cNvSpPr txBox="1">
              <a:spLocks noChangeArrowheads="1"/>
            </p:cNvSpPr>
            <p:nvPr/>
          </p:nvSpPr>
          <p:spPr bwMode="auto">
            <a:xfrm>
              <a:off x="2495" y="2112"/>
              <a:ext cx="357" cy="669"/>
            </a:xfrm>
            <a:prstGeom prst="rect">
              <a:avLst/>
            </a:prstGeom>
            <a:noFill/>
            <a:ln w="31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lnSpc>
                  <a:spcPct val="104000"/>
                </a:lnSpc>
              </a:pPr>
              <a:r>
                <a:rPr lang="zh-CN" altLang="en-US" sz="1000" b="1">
                  <a:latin typeface="Times New Roman" panose="02020603050405020304" pitchFamily="18" charset="0"/>
                </a:rPr>
                <a:t>生存周期内水、电运输等费用</a:t>
              </a:r>
            </a:p>
          </p:txBody>
        </p:sp>
        <p:sp>
          <p:nvSpPr>
            <p:cNvPr id="65" name="Text Box 63">
              <a:extLst>
                <a:ext uri="{FF2B5EF4-FFF2-40B4-BE49-F238E27FC236}">
                  <a16:creationId xmlns:a16="http://schemas.microsoft.com/office/drawing/2014/main" id="{A1DF072D-5F8C-4627-A9A1-C9D4BC2D9960}"/>
                </a:ext>
              </a:extLst>
            </p:cNvPr>
            <p:cNvSpPr txBox="1">
              <a:spLocks noChangeArrowheads="1"/>
            </p:cNvSpPr>
            <p:nvPr/>
          </p:nvSpPr>
          <p:spPr bwMode="auto">
            <a:xfrm>
              <a:off x="2920" y="2112"/>
              <a:ext cx="356" cy="669"/>
            </a:xfrm>
            <a:prstGeom prst="rect">
              <a:avLst/>
            </a:prstGeom>
            <a:noFill/>
            <a:ln w="31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lnSpc>
                  <a:spcPct val="104000"/>
                </a:lnSpc>
              </a:pPr>
              <a:r>
                <a:rPr lang="zh-CN" altLang="en-US" sz="1000" b="1">
                  <a:latin typeface="Times New Roman" panose="02020603050405020304" pitchFamily="18" charset="0"/>
                </a:rPr>
                <a:t>有关消耗材料及废品停工损失费</a:t>
              </a:r>
            </a:p>
          </p:txBody>
        </p:sp>
        <p:sp>
          <p:nvSpPr>
            <p:cNvPr id="66" name="Text Box 64">
              <a:extLst>
                <a:ext uri="{FF2B5EF4-FFF2-40B4-BE49-F238E27FC236}">
                  <a16:creationId xmlns:a16="http://schemas.microsoft.com/office/drawing/2014/main" id="{72FB387C-572B-4F5A-BE2C-8ABD0C9B5B40}"/>
                </a:ext>
              </a:extLst>
            </p:cNvPr>
            <p:cNvSpPr txBox="1">
              <a:spLocks noChangeArrowheads="1"/>
            </p:cNvSpPr>
            <p:nvPr/>
          </p:nvSpPr>
          <p:spPr bwMode="auto">
            <a:xfrm>
              <a:off x="3362" y="2114"/>
              <a:ext cx="250" cy="669"/>
            </a:xfrm>
            <a:prstGeom prst="rect">
              <a:avLst/>
            </a:prstGeom>
            <a:noFill/>
            <a:ln w="31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lnSpc>
                  <a:spcPct val="104000"/>
                </a:lnSpc>
              </a:pPr>
              <a:r>
                <a:rPr lang="zh-CN" altLang="en-US" sz="1000" b="1">
                  <a:latin typeface="Times New Roman" panose="02020603050405020304" pitchFamily="18" charset="0"/>
                </a:rPr>
                <a:t>系统营销有关费用</a:t>
              </a:r>
            </a:p>
          </p:txBody>
        </p:sp>
        <p:sp>
          <p:nvSpPr>
            <p:cNvPr id="67" name="Text Box 65">
              <a:extLst>
                <a:ext uri="{FF2B5EF4-FFF2-40B4-BE49-F238E27FC236}">
                  <a16:creationId xmlns:a16="http://schemas.microsoft.com/office/drawing/2014/main" id="{8D5F695B-F79C-4998-A113-E9D9D8E192C1}"/>
                </a:ext>
              </a:extLst>
            </p:cNvPr>
            <p:cNvSpPr txBox="1">
              <a:spLocks noChangeArrowheads="1"/>
            </p:cNvSpPr>
            <p:nvPr/>
          </p:nvSpPr>
          <p:spPr bwMode="auto">
            <a:xfrm>
              <a:off x="1991" y="2902"/>
              <a:ext cx="531" cy="268"/>
            </a:xfrm>
            <a:prstGeom prst="rect">
              <a:avLst/>
            </a:prstGeom>
            <a:noFill/>
            <a:ln w="317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just"/>
              <a:r>
                <a:rPr lang="zh-CN" altLang="en-US" sz="1000" b="1" dirty="0">
                  <a:latin typeface="Times New Roman" panose="02020603050405020304" pitchFamily="18" charset="0"/>
                </a:rPr>
                <a:t>固定资产</a:t>
              </a:r>
            </a:p>
            <a:p>
              <a:pPr algn="just"/>
              <a:r>
                <a:rPr lang="zh-CN" altLang="en-US" sz="1000" b="1" dirty="0">
                  <a:latin typeface="Times New Roman" panose="02020603050405020304" pitchFamily="18" charset="0"/>
                </a:rPr>
                <a:t>折旧费</a:t>
              </a:r>
            </a:p>
          </p:txBody>
        </p:sp>
        <p:sp>
          <p:nvSpPr>
            <p:cNvPr id="68" name="Line 66">
              <a:extLst>
                <a:ext uri="{FF2B5EF4-FFF2-40B4-BE49-F238E27FC236}">
                  <a16:creationId xmlns:a16="http://schemas.microsoft.com/office/drawing/2014/main" id="{A2897162-D5A9-4C78-B96E-F731D7E660AF}"/>
                </a:ext>
              </a:extLst>
            </p:cNvPr>
            <p:cNvSpPr>
              <a:spLocks noChangeShapeType="1"/>
            </p:cNvSpPr>
            <p:nvPr/>
          </p:nvSpPr>
          <p:spPr bwMode="auto">
            <a:xfrm>
              <a:off x="3990" y="2071"/>
              <a:ext cx="401" cy="0"/>
            </a:xfrm>
            <a:prstGeom prst="line">
              <a:avLst/>
            </a:prstGeom>
            <a:noFill/>
            <a:ln w="3175">
              <a:solidFill>
                <a:srgbClr val="333399"/>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69" name="Line 67">
              <a:extLst>
                <a:ext uri="{FF2B5EF4-FFF2-40B4-BE49-F238E27FC236}">
                  <a16:creationId xmlns:a16="http://schemas.microsoft.com/office/drawing/2014/main" id="{84A2D8E5-FBCC-4704-95B7-E89115BEA9B7}"/>
                </a:ext>
              </a:extLst>
            </p:cNvPr>
            <p:cNvSpPr>
              <a:spLocks noChangeShapeType="1"/>
            </p:cNvSpPr>
            <p:nvPr/>
          </p:nvSpPr>
          <p:spPr bwMode="auto">
            <a:xfrm>
              <a:off x="4733" y="2058"/>
              <a:ext cx="401" cy="0"/>
            </a:xfrm>
            <a:prstGeom prst="line">
              <a:avLst/>
            </a:prstGeom>
            <a:noFill/>
            <a:ln w="3175">
              <a:solidFill>
                <a:srgbClr val="333399"/>
              </a:solidFill>
              <a:round/>
              <a:headEnd/>
              <a:tailEn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70" name="Line 68">
              <a:extLst>
                <a:ext uri="{FF2B5EF4-FFF2-40B4-BE49-F238E27FC236}">
                  <a16:creationId xmlns:a16="http://schemas.microsoft.com/office/drawing/2014/main" id="{D39E37EA-EED7-49F9-8C5C-B5AF31158A3C}"/>
                </a:ext>
              </a:extLst>
            </p:cNvPr>
            <p:cNvSpPr>
              <a:spLocks noChangeShapeType="1"/>
            </p:cNvSpPr>
            <p:nvPr/>
          </p:nvSpPr>
          <p:spPr bwMode="auto">
            <a:xfrm>
              <a:off x="2256" y="2796"/>
              <a:ext cx="0" cy="96"/>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71" name="Line 69">
              <a:extLst>
                <a:ext uri="{FF2B5EF4-FFF2-40B4-BE49-F238E27FC236}">
                  <a16:creationId xmlns:a16="http://schemas.microsoft.com/office/drawing/2014/main" id="{E9B6AEF8-BC8B-4DE7-91D6-C024D006F578}"/>
                </a:ext>
              </a:extLst>
            </p:cNvPr>
            <p:cNvSpPr>
              <a:spLocks noChangeShapeType="1"/>
            </p:cNvSpPr>
            <p:nvPr/>
          </p:nvSpPr>
          <p:spPr bwMode="auto">
            <a:xfrm>
              <a:off x="2247" y="3150"/>
              <a:ext cx="0" cy="98"/>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72" name="Line 70">
              <a:extLst>
                <a:ext uri="{FF2B5EF4-FFF2-40B4-BE49-F238E27FC236}">
                  <a16:creationId xmlns:a16="http://schemas.microsoft.com/office/drawing/2014/main" id="{236DFFFC-57C5-4793-A36E-10B36B21306E}"/>
                </a:ext>
              </a:extLst>
            </p:cNvPr>
            <p:cNvSpPr>
              <a:spLocks noChangeShapeType="1"/>
            </p:cNvSpPr>
            <p:nvPr/>
          </p:nvSpPr>
          <p:spPr bwMode="auto">
            <a:xfrm>
              <a:off x="2681" y="2781"/>
              <a:ext cx="0" cy="468"/>
            </a:xfrm>
            <a:prstGeom prst="line">
              <a:avLst/>
            </a:prstGeom>
            <a:noFill/>
            <a:ln w="3175">
              <a:solidFill>
                <a:srgbClr val="333399"/>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73" name="Line 71">
              <a:extLst>
                <a:ext uri="{FF2B5EF4-FFF2-40B4-BE49-F238E27FC236}">
                  <a16:creationId xmlns:a16="http://schemas.microsoft.com/office/drawing/2014/main" id="{23761F15-76E6-4536-9A68-59EE5BB81E10}"/>
                </a:ext>
              </a:extLst>
            </p:cNvPr>
            <p:cNvSpPr>
              <a:spLocks noChangeShapeType="1"/>
            </p:cNvSpPr>
            <p:nvPr/>
          </p:nvSpPr>
          <p:spPr bwMode="auto">
            <a:xfrm>
              <a:off x="3105" y="2781"/>
              <a:ext cx="0" cy="468"/>
            </a:xfrm>
            <a:prstGeom prst="line">
              <a:avLst/>
            </a:prstGeom>
            <a:noFill/>
            <a:ln w="3175">
              <a:solidFill>
                <a:srgbClr val="333399"/>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74" name="Line 72">
              <a:extLst>
                <a:ext uri="{FF2B5EF4-FFF2-40B4-BE49-F238E27FC236}">
                  <a16:creationId xmlns:a16="http://schemas.microsoft.com/office/drawing/2014/main" id="{331ED09B-8FFA-4498-AEE2-2F247A41B251}"/>
                </a:ext>
              </a:extLst>
            </p:cNvPr>
            <p:cNvSpPr>
              <a:spLocks noChangeShapeType="1"/>
            </p:cNvSpPr>
            <p:nvPr/>
          </p:nvSpPr>
          <p:spPr bwMode="auto">
            <a:xfrm>
              <a:off x="3530" y="2781"/>
              <a:ext cx="0" cy="468"/>
            </a:xfrm>
            <a:prstGeom prst="line">
              <a:avLst/>
            </a:prstGeom>
            <a:noFill/>
            <a:ln w="3175">
              <a:solidFill>
                <a:srgbClr val="333399"/>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75" name="Line 73">
              <a:extLst>
                <a:ext uri="{FF2B5EF4-FFF2-40B4-BE49-F238E27FC236}">
                  <a16:creationId xmlns:a16="http://schemas.microsoft.com/office/drawing/2014/main" id="{CE9FD9F3-9F3F-4B17-AFEA-1BC46319E1FB}"/>
                </a:ext>
              </a:extLst>
            </p:cNvPr>
            <p:cNvSpPr>
              <a:spLocks noChangeShapeType="1"/>
            </p:cNvSpPr>
            <p:nvPr/>
          </p:nvSpPr>
          <p:spPr bwMode="auto">
            <a:xfrm>
              <a:off x="2256" y="3249"/>
              <a:ext cx="1274" cy="0"/>
            </a:xfrm>
            <a:prstGeom prst="line">
              <a:avLst/>
            </a:prstGeom>
            <a:noFill/>
            <a:ln w="3175">
              <a:solidFill>
                <a:srgbClr val="333399"/>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76" name="Line 74">
              <a:extLst>
                <a:ext uri="{FF2B5EF4-FFF2-40B4-BE49-F238E27FC236}">
                  <a16:creationId xmlns:a16="http://schemas.microsoft.com/office/drawing/2014/main" id="{4464F192-9B0D-4FB0-A83C-ECEAEE516AB3}"/>
                </a:ext>
              </a:extLst>
            </p:cNvPr>
            <p:cNvSpPr>
              <a:spLocks noChangeShapeType="1"/>
            </p:cNvSpPr>
            <p:nvPr/>
          </p:nvSpPr>
          <p:spPr bwMode="auto">
            <a:xfrm>
              <a:off x="2893" y="3249"/>
              <a:ext cx="0" cy="121"/>
            </a:xfrm>
            <a:prstGeom prst="line">
              <a:avLst/>
            </a:prstGeom>
            <a:noFill/>
            <a:ln w="3175">
              <a:solidFill>
                <a:srgbClr val="333399"/>
              </a:solidFill>
              <a:round/>
              <a:headEnd/>
              <a:tailEnd type="oval"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77" name="Line 75">
              <a:extLst>
                <a:ext uri="{FF2B5EF4-FFF2-40B4-BE49-F238E27FC236}">
                  <a16:creationId xmlns:a16="http://schemas.microsoft.com/office/drawing/2014/main" id="{A623F79F-0CF2-4BFA-8A69-221D5CB27B4F}"/>
                </a:ext>
              </a:extLst>
            </p:cNvPr>
            <p:cNvSpPr>
              <a:spLocks noChangeShapeType="1"/>
            </p:cNvSpPr>
            <p:nvPr/>
          </p:nvSpPr>
          <p:spPr bwMode="auto">
            <a:xfrm flipH="1">
              <a:off x="1832" y="3377"/>
              <a:ext cx="3078" cy="0"/>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78" name="Line 76">
              <a:extLst>
                <a:ext uri="{FF2B5EF4-FFF2-40B4-BE49-F238E27FC236}">
                  <a16:creationId xmlns:a16="http://schemas.microsoft.com/office/drawing/2014/main" id="{FF78C86D-7A50-4480-AACB-8D247EF3F689}"/>
                </a:ext>
              </a:extLst>
            </p:cNvPr>
            <p:cNvSpPr>
              <a:spLocks noChangeShapeType="1"/>
            </p:cNvSpPr>
            <p:nvPr/>
          </p:nvSpPr>
          <p:spPr bwMode="auto">
            <a:xfrm>
              <a:off x="4910" y="2071"/>
              <a:ext cx="0" cy="1300"/>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79" name="Line 77">
              <a:extLst>
                <a:ext uri="{FF2B5EF4-FFF2-40B4-BE49-F238E27FC236}">
                  <a16:creationId xmlns:a16="http://schemas.microsoft.com/office/drawing/2014/main" id="{57905046-7BF7-4E6A-BB45-90A88B82E2C4}"/>
                </a:ext>
              </a:extLst>
            </p:cNvPr>
            <p:cNvSpPr>
              <a:spLocks noChangeShapeType="1"/>
            </p:cNvSpPr>
            <p:nvPr/>
          </p:nvSpPr>
          <p:spPr bwMode="auto">
            <a:xfrm>
              <a:off x="4167" y="2071"/>
              <a:ext cx="0" cy="1300"/>
            </a:xfrm>
            <a:prstGeom prst="line">
              <a:avLst/>
            </a:prstGeom>
            <a:noFill/>
            <a:ln w="3175">
              <a:solidFill>
                <a:srgbClr val="333399"/>
              </a:solidFill>
              <a:round/>
              <a:headEnd/>
              <a:tailEnd type="oval"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80" name="AutoShape 78">
              <a:extLst>
                <a:ext uri="{FF2B5EF4-FFF2-40B4-BE49-F238E27FC236}">
                  <a16:creationId xmlns:a16="http://schemas.microsoft.com/office/drawing/2014/main" id="{CB10FD19-E242-4CE1-B4F5-A187CD6EA30C}"/>
                </a:ext>
              </a:extLst>
            </p:cNvPr>
            <p:cNvSpPr>
              <a:spLocks noChangeArrowheads="1"/>
            </p:cNvSpPr>
            <p:nvPr/>
          </p:nvSpPr>
          <p:spPr bwMode="auto">
            <a:xfrm>
              <a:off x="1036" y="4118"/>
              <a:ext cx="743" cy="202"/>
            </a:xfrm>
            <a:prstGeom prst="roundRect">
              <a:avLst>
                <a:gd name="adj" fmla="val 16667"/>
              </a:avLst>
            </a:prstGeom>
            <a:noFill/>
            <a:ln w="3175">
              <a:solidFill>
                <a:srgbClr val="333399"/>
              </a:solidFill>
              <a:round/>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sz="1000" b="1">
                  <a:latin typeface="Times New Roman" panose="02020603050405020304" pitchFamily="18" charset="0"/>
                </a:rPr>
                <a:t>结束</a:t>
              </a:r>
            </a:p>
          </p:txBody>
        </p:sp>
        <p:sp>
          <p:nvSpPr>
            <p:cNvPr id="81" name="AutoShape 79">
              <a:extLst>
                <a:ext uri="{FF2B5EF4-FFF2-40B4-BE49-F238E27FC236}">
                  <a16:creationId xmlns:a16="http://schemas.microsoft.com/office/drawing/2014/main" id="{E5909427-32FB-4577-9CC7-8798BFA057A8}"/>
                </a:ext>
              </a:extLst>
            </p:cNvPr>
            <p:cNvSpPr>
              <a:spLocks noChangeArrowheads="1"/>
            </p:cNvSpPr>
            <p:nvPr/>
          </p:nvSpPr>
          <p:spPr bwMode="auto">
            <a:xfrm>
              <a:off x="1089" y="2781"/>
              <a:ext cx="743" cy="134"/>
            </a:xfrm>
            <a:prstGeom prst="roundRect">
              <a:avLst>
                <a:gd name="adj" fmla="val 16667"/>
              </a:avLst>
            </a:prstGeom>
            <a:noFill/>
            <a:ln w="3175">
              <a:solidFill>
                <a:srgbClr val="333399"/>
              </a:solidFill>
              <a:round/>
              <a:headEnd/>
              <a:tailEnd type="none" w="sm" len="med"/>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a:r>
                <a:rPr lang="zh-CN" altLang="en-US" sz="1000" b="1">
                  <a:latin typeface="Times New Roman" panose="02020603050405020304" pitchFamily="18" charset="0"/>
                </a:rPr>
                <a:t>软件成本总量</a:t>
              </a:r>
            </a:p>
          </p:txBody>
        </p:sp>
        <p:sp>
          <p:nvSpPr>
            <p:cNvPr id="82" name="Line 80">
              <a:extLst>
                <a:ext uri="{FF2B5EF4-FFF2-40B4-BE49-F238E27FC236}">
                  <a16:creationId xmlns:a16="http://schemas.microsoft.com/office/drawing/2014/main" id="{A6FE02F4-3FB0-4C70-8076-2D27E12EEB71}"/>
                </a:ext>
              </a:extLst>
            </p:cNvPr>
            <p:cNvSpPr>
              <a:spLocks noChangeShapeType="1"/>
            </p:cNvSpPr>
            <p:nvPr/>
          </p:nvSpPr>
          <p:spPr bwMode="auto">
            <a:xfrm flipH="1">
              <a:off x="1460" y="2580"/>
              <a:ext cx="0" cy="201"/>
            </a:xfrm>
            <a:prstGeom prst="line">
              <a:avLst/>
            </a:prstGeom>
            <a:noFill/>
            <a:ln w="3175">
              <a:solidFill>
                <a:srgbClr val="333399"/>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83" name="Line 81">
              <a:extLst>
                <a:ext uri="{FF2B5EF4-FFF2-40B4-BE49-F238E27FC236}">
                  <a16:creationId xmlns:a16="http://schemas.microsoft.com/office/drawing/2014/main" id="{2210D005-ECD7-433F-A6A2-09265630C4C3}"/>
                </a:ext>
              </a:extLst>
            </p:cNvPr>
            <p:cNvSpPr>
              <a:spLocks noChangeShapeType="1"/>
            </p:cNvSpPr>
            <p:nvPr/>
          </p:nvSpPr>
          <p:spPr bwMode="auto">
            <a:xfrm flipH="1">
              <a:off x="1460" y="3619"/>
              <a:ext cx="0" cy="165"/>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84" name="Line 82">
              <a:extLst>
                <a:ext uri="{FF2B5EF4-FFF2-40B4-BE49-F238E27FC236}">
                  <a16:creationId xmlns:a16="http://schemas.microsoft.com/office/drawing/2014/main" id="{3334F648-AB16-445F-A71D-9D7FA45779BD}"/>
                </a:ext>
              </a:extLst>
            </p:cNvPr>
            <p:cNvSpPr>
              <a:spLocks noChangeShapeType="1"/>
            </p:cNvSpPr>
            <p:nvPr/>
          </p:nvSpPr>
          <p:spPr bwMode="auto">
            <a:xfrm flipH="1">
              <a:off x="1460" y="3918"/>
              <a:ext cx="0" cy="200"/>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85" name="Line 83">
              <a:extLst>
                <a:ext uri="{FF2B5EF4-FFF2-40B4-BE49-F238E27FC236}">
                  <a16:creationId xmlns:a16="http://schemas.microsoft.com/office/drawing/2014/main" id="{3E3E19E5-FAD4-4A61-9A6C-7EDA9FBA3E29}"/>
                </a:ext>
              </a:extLst>
            </p:cNvPr>
            <p:cNvSpPr>
              <a:spLocks noChangeShapeType="1"/>
            </p:cNvSpPr>
            <p:nvPr/>
          </p:nvSpPr>
          <p:spPr bwMode="auto">
            <a:xfrm>
              <a:off x="4167" y="3383"/>
              <a:ext cx="17" cy="469"/>
            </a:xfrm>
            <a:prstGeom prst="line">
              <a:avLst/>
            </a:prstGeom>
            <a:noFill/>
            <a:ln w="3175">
              <a:solidFill>
                <a:srgbClr val="333399"/>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86" name="Line 84">
              <a:extLst>
                <a:ext uri="{FF2B5EF4-FFF2-40B4-BE49-F238E27FC236}">
                  <a16:creationId xmlns:a16="http://schemas.microsoft.com/office/drawing/2014/main" id="{D73B1EFB-DE1C-4D1D-831F-534A800EFE91}"/>
                </a:ext>
              </a:extLst>
            </p:cNvPr>
            <p:cNvSpPr>
              <a:spLocks noChangeShapeType="1"/>
            </p:cNvSpPr>
            <p:nvPr/>
          </p:nvSpPr>
          <p:spPr bwMode="auto">
            <a:xfrm flipH="1">
              <a:off x="1938" y="3852"/>
              <a:ext cx="2241" cy="0"/>
            </a:xfrm>
            <a:prstGeom prst="line">
              <a:avLst/>
            </a:prstGeom>
            <a:noFill/>
            <a:ln w="3175">
              <a:solidFill>
                <a:srgbClr val="333399"/>
              </a:solidFill>
              <a:round/>
              <a:headEnd/>
              <a:tailEnd type="triangl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87" name="Line 85">
              <a:extLst>
                <a:ext uri="{FF2B5EF4-FFF2-40B4-BE49-F238E27FC236}">
                  <a16:creationId xmlns:a16="http://schemas.microsoft.com/office/drawing/2014/main" id="{1F7A10B1-D212-4756-823C-1D2AFBA5AB18}"/>
                </a:ext>
              </a:extLst>
            </p:cNvPr>
            <p:cNvSpPr>
              <a:spLocks noChangeShapeType="1"/>
            </p:cNvSpPr>
            <p:nvPr/>
          </p:nvSpPr>
          <p:spPr bwMode="auto">
            <a:xfrm flipH="1">
              <a:off x="2884" y="3383"/>
              <a:ext cx="9" cy="469"/>
            </a:xfrm>
            <a:prstGeom prst="line">
              <a:avLst/>
            </a:prstGeom>
            <a:noFill/>
            <a:ln w="3175">
              <a:solidFill>
                <a:srgbClr val="333399"/>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88" name="Line 86">
              <a:extLst>
                <a:ext uri="{FF2B5EF4-FFF2-40B4-BE49-F238E27FC236}">
                  <a16:creationId xmlns:a16="http://schemas.microsoft.com/office/drawing/2014/main" id="{7181C94C-3B68-437C-886D-8E01284CCF3E}"/>
                </a:ext>
              </a:extLst>
            </p:cNvPr>
            <p:cNvSpPr>
              <a:spLocks noChangeShapeType="1"/>
            </p:cNvSpPr>
            <p:nvPr/>
          </p:nvSpPr>
          <p:spPr bwMode="auto">
            <a:xfrm>
              <a:off x="771" y="573"/>
              <a:ext cx="8" cy="3279"/>
            </a:xfrm>
            <a:prstGeom prst="line">
              <a:avLst/>
            </a:prstGeom>
            <a:noFill/>
            <a:ln w="3175">
              <a:solidFill>
                <a:srgbClr val="333399"/>
              </a:solidFill>
              <a:round/>
              <a:headEnd/>
              <a:tailEnd type="none" w="sm"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89" name="Line 87">
              <a:extLst>
                <a:ext uri="{FF2B5EF4-FFF2-40B4-BE49-F238E27FC236}">
                  <a16:creationId xmlns:a16="http://schemas.microsoft.com/office/drawing/2014/main" id="{775E11AA-65A2-46BA-9152-B250173F7B25}"/>
                </a:ext>
              </a:extLst>
            </p:cNvPr>
            <p:cNvSpPr>
              <a:spLocks noChangeShapeType="1"/>
            </p:cNvSpPr>
            <p:nvPr/>
          </p:nvSpPr>
          <p:spPr bwMode="auto">
            <a:xfrm>
              <a:off x="771" y="3852"/>
              <a:ext cx="166" cy="0"/>
            </a:xfrm>
            <a:prstGeom prst="line">
              <a:avLst/>
            </a:prstGeom>
            <a:noFill/>
            <a:ln w="3175">
              <a:solidFill>
                <a:srgbClr val="333399"/>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90" name="Line 88">
              <a:extLst>
                <a:ext uri="{FF2B5EF4-FFF2-40B4-BE49-F238E27FC236}">
                  <a16:creationId xmlns:a16="http://schemas.microsoft.com/office/drawing/2014/main" id="{947E5EE0-07B3-4130-9485-C03DC8B344CD}"/>
                </a:ext>
              </a:extLst>
            </p:cNvPr>
            <p:cNvSpPr>
              <a:spLocks noChangeShapeType="1"/>
            </p:cNvSpPr>
            <p:nvPr/>
          </p:nvSpPr>
          <p:spPr bwMode="auto">
            <a:xfrm>
              <a:off x="771" y="577"/>
              <a:ext cx="200" cy="0"/>
            </a:xfrm>
            <a:prstGeom prst="line">
              <a:avLst/>
            </a:prstGeom>
            <a:noFill/>
            <a:ln w="3175">
              <a:solidFill>
                <a:srgbClr val="333399"/>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91" name="Line 89">
              <a:extLst>
                <a:ext uri="{FF2B5EF4-FFF2-40B4-BE49-F238E27FC236}">
                  <a16:creationId xmlns:a16="http://schemas.microsoft.com/office/drawing/2014/main" id="{B2B90B65-A6EF-4459-82A1-35629820DA1D}"/>
                </a:ext>
              </a:extLst>
            </p:cNvPr>
            <p:cNvSpPr>
              <a:spLocks noChangeShapeType="1"/>
            </p:cNvSpPr>
            <p:nvPr/>
          </p:nvSpPr>
          <p:spPr bwMode="auto">
            <a:xfrm>
              <a:off x="771" y="2446"/>
              <a:ext cx="300" cy="0"/>
            </a:xfrm>
            <a:prstGeom prst="line">
              <a:avLst/>
            </a:prstGeom>
            <a:noFill/>
            <a:ln w="3175">
              <a:solidFill>
                <a:srgbClr val="333399"/>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92" name="Line 90">
              <a:extLst>
                <a:ext uri="{FF2B5EF4-FFF2-40B4-BE49-F238E27FC236}">
                  <a16:creationId xmlns:a16="http://schemas.microsoft.com/office/drawing/2014/main" id="{F6693FFF-F40C-4273-9BA8-C6257D46D130}"/>
                </a:ext>
              </a:extLst>
            </p:cNvPr>
            <p:cNvSpPr>
              <a:spLocks noChangeShapeType="1"/>
            </p:cNvSpPr>
            <p:nvPr/>
          </p:nvSpPr>
          <p:spPr bwMode="auto">
            <a:xfrm>
              <a:off x="771" y="3383"/>
              <a:ext cx="300" cy="0"/>
            </a:xfrm>
            <a:prstGeom prst="line">
              <a:avLst/>
            </a:prstGeom>
            <a:noFill/>
            <a:ln w="3175">
              <a:solidFill>
                <a:srgbClr val="333399"/>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93" name="Line 91">
              <a:extLst>
                <a:ext uri="{FF2B5EF4-FFF2-40B4-BE49-F238E27FC236}">
                  <a16:creationId xmlns:a16="http://schemas.microsoft.com/office/drawing/2014/main" id="{7F1DFB12-DCD7-435E-BE25-01C242525057}"/>
                </a:ext>
              </a:extLst>
            </p:cNvPr>
            <p:cNvSpPr>
              <a:spLocks noChangeShapeType="1"/>
            </p:cNvSpPr>
            <p:nvPr/>
          </p:nvSpPr>
          <p:spPr bwMode="auto">
            <a:xfrm>
              <a:off x="771" y="1242"/>
              <a:ext cx="368" cy="0"/>
            </a:xfrm>
            <a:prstGeom prst="line">
              <a:avLst/>
            </a:prstGeom>
            <a:noFill/>
            <a:ln w="3175">
              <a:solidFill>
                <a:srgbClr val="333399"/>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sz="1200"/>
            </a:p>
          </p:txBody>
        </p:sp>
        <p:sp>
          <p:nvSpPr>
            <p:cNvPr id="94" name="Line 92">
              <a:extLst>
                <a:ext uri="{FF2B5EF4-FFF2-40B4-BE49-F238E27FC236}">
                  <a16:creationId xmlns:a16="http://schemas.microsoft.com/office/drawing/2014/main" id="{2338A929-6A85-4EF4-89CD-FDCB3DCD729D}"/>
                </a:ext>
              </a:extLst>
            </p:cNvPr>
            <p:cNvSpPr>
              <a:spLocks noChangeShapeType="1"/>
            </p:cNvSpPr>
            <p:nvPr/>
          </p:nvSpPr>
          <p:spPr bwMode="auto">
            <a:xfrm flipH="1">
              <a:off x="1460" y="2915"/>
              <a:ext cx="0" cy="268"/>
            </a:xfrm>
            <a:prstGeom prst="line">
              <a:avLst/>
            </a:prstGeom>
            <a:noFill/>
            <a:ln w="3175">
              <a:solidFill>
                <a:srgbClr val="333399"/>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sz="1200"/>
            </a:p>
          </p:txBody>
        </p:sp>
      </p:grpSp>
      <p:sp>
        <p:nvSpPr>
          <p:cNvPr id="95" name="文本框 94">
            <a:extLst>
              <a:ext uri="{FF2B5EF4-FFF2-40B4-BE49-F238E27FC236}">
                <a16:creationId xmlns:a16="http://schemas.microsoft.com/office/drawing/2014/main" id="{F8899875-7276-44F2-83D6-0AA5DAC3C0BA}"/>
              </a:ext>
            </a:extLst>
          </p:cNvPr>
          <p:cNvSpPr txBox="1"/>
          <p:nvPr/>
        </p:nvSpPr>
        <p:spPr>
          <a:xfrm>
            <a:off x="-20193" y="1036664"/>
            <a:ext cx="837965" cy="1754326"/>
          </a:xfrm>
          <a:prstGeom prst="rect">
            <a:avLst/>
          </a:prstGeom>
          <a:noFill/>
        </p:spPr>
        <p:txBody>
          <a:bodyPr wrap="square">
            <a:spAutoFit/>
          </a:bodyPr>
          <a:lstStyle/>
          <a:p>
            <a:pPr algn="ctr" eaLnBrk="1" hangingPunct="1"/>
            <a:r>
              <a:rPr kumimoji="1" lang="zh-CN" altLang="en-US" b="1" dirty="0">
                <a:solidFill>
                  <a:srgbClr val="FF0000"/>
                </a:solidFill>
                <a:latin typeface="黑体" panose="02010609060101010101" pitchFamily="49" charset="-122"/>
                <a:ea typeface="黑体" panose="02010609060101010101" pitchFamily="49" charset="-122"/>
              </a:rPr>
              <a:t>图</a:t>
            </a:r>
            <a:r>
              <a:rPr kumimoji="1" lang="en-US" altLang="zh-CN" b="1" dirty="0">
                <a:solidFill>
                  <a:srgbClr val="FF0000"/>
                </a:solidFill>
                <a:latin typeface="黑体" panose="02010609060101010101" pitchFamily="49" charset="-122"/>
                <a:ea typeface="黑体" panose="02010609060101010101" pitchFamily="49" charset="-122"/>
              </a:rPr>
              <a:t>3.1 </a:t>
            </a:r>
            <a:r>
              <a:rPr kumimoji="1" lang="zh-CN" altLang="en-US" b="1" dirty="0">
                <a:solidFill>
                  <a:srgbClr val="FF0000"/>
                </a:solidFill>
                <a:latin typeface="黑体" panose="02010609060101010101" pitchFamily="49" charset="-122"/>
                <a:ea typeface="黑体" panose="02010609060101010101" pitchFamily="49" charset="-122"/>
              </a:rPr>
              <a:t>软件预测成本测算流程</a:t>
            </a:r>
          </a:p>
        </p:txBody>
      </p:sp>
    </p:spTree>
    <p:extLst>
      <p:ext uri="{BB962C8B-B14F-4D97-AF65-F5344CB8AC3E}">
        <p14:creationId xmlns:p14="http://schemas.microsoft.com/office/powerpoint/2010/main" val="512740645"/>
      </p:ext>
    </p:extLst>
  </p:cSld>
  <p:clrMapOvr>
    <a:masterClrMapping/>
  </p:clrMapOvr>
  <p:transition spd="slow">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69899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3.1.3 </a:t>
            </a:r>
            <a:r>
              <a:rPr lang="zh-CN" altLang="en-US" sz="2400" spc="300" dirty="0">
                <a:latin typeface="微软雅黑" panose="020B0503020204020204" pitchFamily="34" charset="-122"/>
                <a:ea typeface="微软雅黑" panose="020B0503020204020204" pitchFamily="34" charset="-122"/>
              </a:rPr>
              <a:t>软件成本测算的影响因素分析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11978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该流程首先根据软件的系统规划得到四个方面的需求与特性要求：</a:t>
            </a:r>
          </a:p>
          <a:p>
            <a:pPr marL="742950" lvl="1"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1</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）有关硬件系统的性能、功能需求、系统特性和资源约束。</a:t>
            </a:r>
          </a:p>
          <a:p>
            <a:pPr marL="742950" lvl="1"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2</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）有关软件系统的功能需求，系统特性和资源约束。</a:t>
            </a:r>
          </a:p>
          <a:p>
            <a:pPr marL="742950" lvl="1"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3</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）用户环境及其特性。</a:t>
            </a:r>
          </a:p>
          <a:p>
            <a:pPr marL="742950" lvl="1"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4</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）系统管理功能设计。</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根据这四个方面的需求与特性要求分别进行有关类别的成本计算或估算。</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再对软件整个系统的成本与人力资源投入总量及其生存周期各阶段的分布量进行计算。</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最后对上述成本作灵敏度分析与风险分析。</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在对上述各类成本的估算时还可根据信息库的有关历史数据及分析来对各类成本的估算作修正。</a:t>
            </a:r>
          </a:p>
        </p:txBody>
      </p:sp>
    </p:spTree>
    <p:extLst>
      <p:ext uri="{BB962C8B-B14F-4D97-AF65-F5344CB8AC3E}">
        <p14:creationId xmlns:p14="http://schemas.microsoft.com/office/powerpoint/2010/main" val="3616352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6995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学习目标</a:t>
            </a:r>
            <a:r>
              <a:rPr lang="en-US" altLang="zh-CN" sz="2400" spc="300" dirty="0">
                <a:latin typeface="微软雅黑" panose="020B0503020204020204" pitchFamily="34" charset="-122"/>
                <a:ea typeface="微软雅黑" panose="020B0503020204020204" pitchFamily="34" charset="-122"/>
              </a:rPr>
              <a:t> </a:t>
            </a:r>
            <a:endParaRPr lang="zh-CN" altLang="en-US" sz="2400" spc="300" dirty="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2456"/>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3.1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软件的成本构成及其影响因素分析</a:t>
            </a:r>
          </a:p>
          <a:p>
            <a:pPr marL="342900" indent="-342900" algn="just">
              <a:lnSpc>
                <a:spcPct val="150000"/>
              </a:lnSpc>
              <a:buFont typeface="Arial" panose="020B0604020202020204" pitchFamily="34" charset="0"/>
              <a:buChar char="•"/>
            </a:pPr>
            <a:r>
              <a:rPr lang="en-US" altLang="zh-CN"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3.2 </a:t>
            </a:r>
            <a:r>
              <a:rPr lang="zh-CN" altLang="en-US"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软件成本与工期的测算方法</a:t>
            </a: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3.3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软件成本与价值工程分析 </a:t>
            </a: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3.4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软件产品的定价与营销</a:t>
            </a:r>
          </a:p>
        </p:txBody>
      </p:sp>
    </p:spTree>
    <p:extLst>
      <p:ext uri="{BB962C8B-B14F-4D97-AF65-F5344CB8AC3E}">
        <p14:creationId xmlns:p14="http://schemas.microsoft.com/office/powerpoint/2010/main" val="364536862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28968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 </a:t>
            </a:r>
            <a:r>
              <a:rPr lang="zh-CN" altLang="en-US" sz="2400" spc="300" dirty="0">
                <a:latin typeface="微软雅黑" panose="020B0503020204020204" pitchFamily="34" charset="-122"/>
                <a:ea typeface="微软雅黑" panose="020B0503020204020204" pitchFamily="34" charset="-122"/>
              </a:rPr>
              <a:t>项目估算的原则</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90379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600" dirty="0">
                <a:solidFill>
                  <a:srgbClr val="000000"/>
                </a:solidFill>
                <a:latin typeface="华文楷体" panose="02010600040101010101" pitchFamily="2" charset="-122"/>
                <a:ea typeface="华文楷体" panose="02010600040101010101" pitchFamily="2" charset="-122"/>
              </a:rPr>
              <a:t>A</a:t>
            </a:r>
            <a:r>
              <a:rPr lang="zh-CN" altLang="en-US" sz="1600" dirty="0">
                <a:solidFill>
                  <a:srgbClr val="000000"/>
                </a:solidFill>
                <a:latin typeface="华文楷体" panose="02010600040101010101" pitchFamily="2" charset="-122"/>
                <a:ea typeface="华文楷体" panose="02010600040101010101" pitchFamily="2" charset="-122"/>
              </a:rPr>
              <a:t>：“离系统上线只有</a:t>
            </a:r>
            <a:r>
              <a:rPr lang="en-US" altLang="zh-CN" sz="1600" dirty="0">
                <a:solidFill>
                  <a:srgbClr val="000000"/>
                </a:solidFill>
                <a:latin typeface="华文楷体" panose="02010600040101010101" pitchFamily="2" charset="-122"/>
                <a:ea typeface="华文楷体" panose="02010600040101010101" pitchFamily="2" charset="-122"/>
              </a:rPr>
              <a:t>3</a:t>
            </a:r>
            <a:r>
              <a:rPr lang="zh-CN" altLang="en-US" sz="1600" dirty="0">
                <a:solidFill>
                  <a:srgbClr val="000000"/>
                </a:solidFill>
                <a:latin typeface="华文楷体" panose="02010600040101010101" pitchFamily="2" charset="-122"/>
                <a:ea typeface="华文楷体" panose="02010600040101010101" pitchFamily="2" charset="-122"/>
              </a:rPr>
              <a:t>个月时间了，还有这么多功能没有做，怎么办？” </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sz="1600" dirty="0">
                <a:solidFill>
                  <a:srgbClr val="000000"/>
                </a:solidFill>
                <a:latin typeface="华文楷体" panose="02010600040101010101" pitchFamily="2" charset="-122"/>
                <a:ea typeface="华文楷体" panose="02010600040101010101" pitchFamily="2" charset="-122"/>
              </a:rPr>
              <a:t>B</a:t>
            </a:r>
            <a:r>
              <a:rPr lang="zh-CN" altLang="en-US" sz="1600" dirty="0">
                <a:solidFill>
                  <a:srgbClr val="000000"/>
                </a:solidFill>
                <a:latin typeface="华文楷体" panose="02010600040101010101" pitchFamily="2" charset="-122"/>
                <a:ea typeface="华文楷体" panose="02010600040101010101" pitchFamily="2" charset="-122"/>
              </a:rPr>
              <a:t>：“可以从隔壁团队抽调一个工程师来帮忙吗？领导对这个项目很重视。” </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sz="1600" dirty="0">
                <a:solidFill>
                  <a:srgbClr val="000000"/>
                </a:solidFill>
                <a:latin typeface="华文楷体" panose="02010600040101010101" pitchFamily="2" charset="-122"/>
                <a:ea typeface="华文楷体" panose="02010600040101010101" pitchFamily="2" charset="-122"/>
              </a:rPr>
              <a:t>A</a:t>
            </a:r>
            <a:r>
              <a:rPr lang="zh-CN" altLang="en-US" sz="1600" dirty="0">
                <a:solidFill>
                  <a:srgbClr val="000000"/>
                </a:solidFill>
                <a:latin typeface="华文楷体" panose="02010600040101010101" pitchFamily="2" charset="-122"/>
                <a:ea typeface="华文楷体" panose="02010600040101010101" pitchFamily="2" charset="-122"/>
              </a:rPr>
              <a:t>：“好，应该可以抽调两个来，他们都是经验丰富的程序员，争取在</a:t>
            </a:r>
            <a:r>
              <a:rPr lang="en-US" altLang="zh-CN" sz="1600" dirty="0">
                <a:solidFill>
                  <a:srgbClr val="000000"/>
                </a:solidFill>
                <a:latin typeface="华文楷体" panose="02010600040101010101" pitchFamily="2" charset="-122"/>
                <a:ea typeface="华文楷体" panose="02010600040101010101" pitchFamily="2" charset="-122"/>
              </a:rPr>
              <a:t>1</a:t>
            </a:r>
            <a:r>
              <a:rPr lang="zh-CN" altLang="en-US" sz="1600" dirty="0">
                <a:solidFill>
                  <a:srgbClr val="000000"/>
                </a:solidFill>
                <a:latin typeface="华文楷体" panose="02010600040101010101" pitchFamily="2" charset="-122"/>
                <a:ea typeface="华文楷体" panose="02010600040101010101" pitchFamily="2" charset="-122"/>
              </a:rPr>
              <a:t>个月内完成。”</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最后他们成功地把项目拖延了</a:t>
            </a:r>
            <a:r>
              <a:rPr lang="en-US" altLang="zh-CN" sz="1600" dirty="0">
                <a:solidFill>
                  <a:srgbClr val="000000"/>
                </a:solidFill>
                <a:latin typeface="华文楷体" panose="02010600040101010101" pitchFamily="2" charset="-122"/>
                <a:ea typeface="华文楷体" panose="02010600040101010101" pitchFamily="2" charset="-122"/>
              </a:rPr>
              <a:t>4</a:t>
            </a:r>
            <a:r>
              <a:rPr lang="zh-CN" altLang="en-US" sz="1600" dirty="0">
                <a:solidFill>
                  <a:srgbClr val="000000"/>
                </a:solidFill>
                <a:latin typeface="华文楷体" panose="02010600040101010101" pitchFamily="2" charset="-122"/>
                <a:ea typeface="华文楷体" panose="02010600040101010101" pitchFamily="2" charset="-122"/>
              </a:rPr>
              <a:t>个月，比没有添加人手的预计还要晚。</a:t>
            </a:r>
          </a:p>
        </p:txBody>
      </p:sp>
    </p:spTree>
    <p:extLst>
      <p:ext uri="{BB962C8B-B14F-4D97-AF65-F5344CB8AC3E}">
        <p14:creationId xmlns:p14="http://schemas.microsoft.com/office/powerpoint/2010/main" val="79834665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15983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a:t>
            </a:r>
            <a:r>
              <a:rPr lang="zh-CN" altLang="en-US" sz="2400" spc="300" dirty="0">
                <a:latin typeface="微软雅黑" panose="020B0503020204020204" pitchFamily="34" charset="-122"/>
                <a:ea typeface="微软雅黑" panose="020B0503020204020204" pitchFamily="34" charset="-122"/>
              </a:rPr>
              <a:t>项目估算的原则</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11978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600" dirty="0">
                <a:solidFill>
                  <a:srgbClr val="000000"/>
                </a:solidFill>
                <a:latin typeface="华文楷体" panose="02010600040101010101" pitchFamily="2" charset="-122"/>
                <a:ea typeface="华文楷体" panose="02010600040101010101" pitchFamily="2" charset="-122"/>
              </a:rPr>
              <a:t>Brooks</a:t>
            </a:r>
            <a:r>
              <a:rPr lang="zh-CN" altLang="en-US" sz="1600" dirty="0">
                <a:solidFill>
                  <a:srgbClr val="000000"/>
                </a:solidFill>
                <a:latin typeface="华文楷体" panose="02010600040101010101" pitchFamily="2" charset="-122"/>
                <a:ea typeface="华文楷体" panose="02010600040101010101" pitchFamily="2" charset="-122"/>
              </a:rPr>
              <a:t>法则：</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向进度落后的项目中增加人手只会使进度更加落后。</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软件项目的估算和进度安排一直是个难题，无论多么努力都很难保证精确，总需要在过程中不断调整，要么重新安排进度，要么削减任务，但追加人手要慎之又慎。首要原因还是软件项目团队需要高强度的沟通和协助，不是单纯的工作组。</a:t>
            </a:r>
            <a:endParaRPr lang="en-US" altLang="zh-CN" sz="1600" b="0" i="0" u="none" strike="noStrike" baseline="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沟通接口增加。每增加一个人，就会增加</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n</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个接口。如果项目中有</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n</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个工作人员，则有</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(n</a:t>
            </a:r>
            <a:r>
              <a:rPr lang="en-US" altLang="zh-CN" sz="1600" b="0" i="0" u="none" strike="noStrike" baseline="30000" dirty="0">
                <a:solidFill>
                  <a:srgbClr val="000000"/>
                </a:solidFill>
                <a:latin typeface="华文楷体" panose="02010600040101010101" pitchFamily="2" charset="-122"/>
                <a:ea typeface="华文楷体" panose="02010600040101010101" pitchFamily="2" charset="-122"/>
              </a:rPr>
              <a:t>2</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-n)/2</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个项目交流的接口，团队组织的目的是减少所需的交流和合作的数量，清理交流障碍。 </a:t>
            </a:r>
            <a:endParaRPr lang="en-US" altLang="zh-CN" sz="1600" b="0" i="0" u="none" strike="noStrike" baseline="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培训时间和额外的测试。不培训是灾难性的。无论多么能干员工，都需要接受一位或者多位项目中原有员工的培训，还需要重新划分任务，安排系统测试，更别提刚刚上手的员工所带来的必不可少的混乱（沟通摩擦、代码上的</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bug</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）和原有员工填补混乱的时间。</a:t>
            </a:r>
          </a:p>
        </p:txBody>
      </p:sp>
    </p:spTree>
    <p:extLst>
      <p:ext uri="{BB962C8B-B14F-4D97-AF65-F5344CB8AC3E}">
        <p14:creationId xmlns:p14="http://schemas.microsoft.com/office/powerpoint/2010/main" val="403727797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15983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a:t>
            </a:r>
            <a:r>
              <a:rPr lang="zh-CN" altLang="en-US" sz="2400" spc="300" dirty="0">
                <a:latin typeface="微软雅黑" panose="020B0503020204020204" pitchFamily="34" charset="-122"/>
                <a:ea typeface="微软雅黑" panose="020B0503020204020204" pitchFamily="34" charset="-122"/>
              </a:rPr>
              <a:t>项目估算的原则</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27312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小心使用</a:t>
            </a:r>
            <a:r>
              <a:rPr lang="zh-CN" altLang="en-US" sz="1600" b="1" i="0" u="none" strike="noStrike" baseline="0" dirty="0">
                <a:solidFill>
                  <a:srgbClr val="FF0000"/>
                </a:solidFill>
                <a:latin typeface="华文楷体" panose="02010600040101010101" pitchFamily="2" charset="-122"/>
                <a:ea typeface="华文楷体" panose="02010600040101010101" pitchFamily="2" charset="-122"/>
              </a:rPr>
              <a:t>人月</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，人数和时间是两个独立要素，不能互相替代，你不能把“</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2</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个人花</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2</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个月”变成“</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4</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个人花</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1</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个月”。</a:t>
            </a:r>
            <a:endParaRPr lang="en-US" altLang="zh-CN" sz="1600" b="0" i="0" u="none" strike="noStrike" baseline="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人数和时间可以互换仅仅适用于如下情况：如果某个任务可以分解给参与人员，并且他们之间不需要相互交流</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在软件项目中这几乎不可能。 </a:t>
            </a:r>
            <a:endParaRPr lang="en-US" altLang="zh-CN" sz="1600" b="0" i="0" u="none" strike="noStrike" baseline="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对项目经理而言，仍然存在很强的诱惑去添加更多人手，如果非要这样做，请在早期做，而不是等到进度落后才添加。</a:t>
            </a:r>
          </a:p>
        </p:txBody>
      </p:sp>
    </p:spTree>
    <p:extLst>
      <p:ext uri="{BB962C8B-B14F-4D97-AF65-F5344CB8AC3E}">
        <p14:creationId xmlns:p14="http://schemas.microsoft.com/office/powerpoint/2010/main" val="378951216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209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 </a:t>
            </a:r>
            <a:r>
              <a:rPr lang="zh-CN" altLang="en-US" sz="2400" spc="300" dirty="0">
                <a:latin typeface="微软雅黑" panose="020B0503020204020204" pitchFamily="34" charset="-122"/>
                <a:ea typeface="微软雅黑" panose="020B0503020204020204" pitchFamily="34" charset="-122"/>
              </a:rPr>
              <a:t>软件成本与工期的测算方法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79579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对软件成本测算的方法有</a:t>
            </a:r>
            <a:r>
              <a:rPr lang="zh-CN" altLang="en-US" sz="1600" b="1" i="0" u="none" strike="noStrike" baseline="0" dirty="0">
                <a:solidFill>
                  <a:srgbClr val="7030A0"/>
                </a:solidFill>
                <a:latin typeface="华文楷体" panose="02010600040101010101" pitchFamily="2" charset="-122"/>
                <a:ea typeface="华文楷体" panose="02010600040101010101" pitchFamily="2" charset="-122"/>
              </a:rPr>
              <a:t>功能分解法</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a:t>
            </a:r>
            <a:r>
              <a:rPr lang="zh-CN" altLang="en-US" sz="1600" b="1" i="0" u="none" strike="noStrike" baseline="0" dirty="0">
                <a:solidFill>
                  <a:srgbClr val="7030A0"/>
                </a:solidFill>
                <a:latin typeface="华文楷体" panose="02010600040101010101" pitchFamily="2" charset="-122"/>
                <a:ea typeface="华文楷体" panose="02010600040101010101" pitchFamily="2" charset="-122"/>
              </a:rPr>
              <a:t>价值工程法</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a:t>
            </a:r>
            <a:r>
              <a:rPr lang="zh-CN" altLang="en-US" sz="1600" b="1" i="0" u="none" strike="noStrike" baseline="0" dirty="0">
                <a:solidFill>
                  <a:srgbClr val="7030A0"/>
                </a:solidFill>
                <a:latin typeface="华文楷体" panose="02010600040101010101" pitchFamily="2" charset="-122"/>
                <a:ea typeface="华文楷体" panose="02010600040101010101" pitchFamily="2" charset="-122"/>
              </a:rPr>
              <a:t>统计模型法</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a:t>
            </a:r>
            <a:r>
              <a:rPr lang="zh-CN" altLang="en-US" sz="1600" b="1" i="0" u="none" strike="noStrike" baseline="0" dirty="0">
                <a:solidFill>
                  <a:srgbClr val="7030A0"/>
                </a:solidFill>
                <a:latin typeface="华文楷体" panose="02010600040101010101" pitchFamily="2" charset="-122"/>
                <a:ea typeface="华文楷体" panose="02010600040101010101" pitchFamily="2" charset="-122"/>
              </a:rPr>
              <a:t>影响因子法</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a:t>
            </a:r>
            <a:r>
              <a:rPr lang="zh-CN" altLang="en-US" sz="1600" b="1" i="0" u="none" strike="noStrike" baseline="0" dirty="0">
                <a:solidFill>
                  <a:srgbClr val="7030A0"/>
                </a:solidFill>
                <a:latin typeface="华文楷体" panose="02010600040101010101" pitchFamily="2" charset="-122"/>
                <a:ea typeface="华文楷体" panose="02010600040101010101" pitchFamily="2" charset="-122"/>
              </a:rPr>
              <a:t>类比法</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a:t>
            </a:r>
            <a:r>
              <a:rPr lang="zh-CN" altLang="en-US" sz="1600" b="1" i="0" u="none" strike="noStrike" baseline="0" dirty="0">
                <a:solidFill>
                  <a:srgbClr val="7030A0"/>
                </a:solidFill>
                <a:latin typeface="华文楷体" panose="02010600040101010101" pitchFamily="2" charset="-122"/>
                <a:ea typeface="华文楷体" panose="02010600040101010101" pitchFamily="2" charset="-122"/>
              </a:rPr>
              <a:t>计算机模拟法</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以及利用成本测算工具软件作成本测算等多种方法。</a:t>
            </a:r>
            <a:endParaRPr lang="en-US" altLang="zh-CN" sz="1600" b="0" i="0" u="none" strike="noStrike" baseline="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400064975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209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 </a:t>
            </a:r>
            <a:r>
              <a:rPr lang="zh-CN" altLang="en-US" sz="2400" spc="300" dirty="0">
                <a:latin typeface="微软雅黑" panose="020B0503020204020204" pitchFamily="34" charset="-122"/>
                <a:ea typeface="微软雅黑" panose="020B0503020204020204" pitchFamily="34" charset="-122"/>
              </a:rPr>
              <a:t>软件成本与工期的测算方法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16512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b="1" i="0" u="none" strike="noStrike" baseline="0" dirty="0">
                <a:solidFill>
                  <a:srgbClr val="7030A0"/>
                </a:solidFill>
                <a:latin typeface="华文楷体" panose="02010600040101010101" pitchFamily="2" charset="-122"/>
                <a:ea typeface="华文楷体" panose="02010600040101010101" pitchFamily="2" charset="-122"/>
              </a:rPr>
              <a:t>功能分解法</a:t>
            </a:r>
            <a:endParaRPr lang="en-US" altLang="zh-CN" sz="1600" b="1" i="0" u="none" strike="noStrike" baseline="0" dirty="0">
              <a:solidFill>
                <a:srgbClr val="7030A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sz="1600" dirty="0">
                <a:solidFill>
                  <a:srgbClr val="000000"/>
                </a:solidFill>
                <a:latin typeface="华文楷体" panose="02010600040101010101" pitchFamily="2" charset="-122"/>
                <a:ea typeface="华文楷体" panose="02010600040101010101" pitchFamily="2" charset="-122"/>
              </a:rPr>
              <a:t>Delphi</a:t>
            </a:r>
            <a:r>
              <a:rPr lang="zh-CN" altLang="en-US" sz="1600" dirty="0">
                <a:solidFill>
                  <a:srgbClr val="000000"/>
                </a:solidFill>
                <a:latin typeface="华文楷体" panose="02010600040101010101" pitchFamily="2" charset="-122"/>
                <a:ea typeface="华文楷体" panose="02010600040101010101" pitchFamily="2" charset="-122"/>
              </a:rPr>
              <a:t>法</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统计模型法</a:t>
            </a:r>
          </a:p>
        </p:txBody>
      </p:sp>
    </p:spTree>
    <p:extLst>
      <p:ext uri="{BB962C8B-B14F-4D97-AF65-F5344CB8AC3E}">
        <p14:creationId xmlns:p14="http://schemas.microsoft.com/office/powerpoint/2010/main" val="73064055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04121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3.2.1 </a:t>
            </a:r>
            <a:r>
              <a:rPr lang="zh-CN" altLang="en-US" sz="2400" spc="300" dirty="0">
                <a:latin typeface="微软雅黑" panose="020B0503020204020204" pitchFamily="34" charset="-122"/>
                <a:ea typeface="微软雅黑" panose="020B0503020204020204" pitchFamily="34" charset="-122"/>
              </a:rPr>
              <a:t>功能分解法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11978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3.2.1 </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功能分解法</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功能分解法的基本思想：</a:t>
            </a:r>
          </a:p>
          <a:p>
            <a:pPr marL="285750" indent="-285750" algn="just">
              <a:lnSpc>
                <a:spcPct val="150000"/>
              </a:lnSpc>
              <a:buFont typeface="Arial" panose="020B0604020202020204" pitchFamily="34" charset="0"/>
              <a:buChar char="•"/>
            </a:pP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1</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、首先从结构上将软件成本按</a:t>
            </a:r>
            <a:r>
              <a:rPr lang="zh-CN" altLang="en-US" sz="1600" b="1" i="0" u="none" strike="noStrike" baseline="0" dirty="0">
                <a:solidFill>
                  <a:srgbClr val="FF0000"/>
                </a:solidFill>
                <a:latin typeface="华文楷体" panose="02010600040101010101" pitchFamily="2" charset="-122"/>
                <a:ea typeface="华文楷体" panose="02010600040101010101" pitchFamily="2" charset="-122"/>
              </a:rPr>
              <a:t>功能</a:t>
            </a:r>
            <a:r>
              <a:rPr lang="en-US" altLang="zh-CN" sz="1600" b="1" i="0" u="none" strike="noStrike" baseline="0" dirty="0">
                <a:solidFill>
                  <a:srgbClr val="FF0000"/>
                </a:solidFill>
                <a:latin typeface="华文楷体" panose="02010600040101010101" pitchFamily="2" charset="-122"/>
                <a:ea typeface="华文楷体" panose="02010600040101010101" pitchFamily="2" charset="-122"/>
              </a:rPr>
              <a:t>/</a:t>
            </a:r>
            <a:r>
              <a:rPr lang="zh-CN" altLang="en-US" sz="1600" b="1" i="0" u="none" strike="noStrike" baseline="0" dirty="0">
                <a:solidFill>
                  <a:srgbClr val="FF0000"/>
                </a:solidFill>
                <a:latin typeface="华文楷体" panose="02010600040101010101" pitchFamily="2" charset="-122"/>
                <a:ea typeface="华文楷体" panose="02010600040101010101" pitchFamily="2" charset="-122"/>
              </a:rPr>
              <a:t>性能</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和</a:t>
            </a:r>
            <a:r>
              <a:rPr lang="zh-CN" altLang="en-US" sz="1600" b="1" i="0" u="none" strike="noStrike" baseline="0" dirty="0">
                <a:solidFill>
                  <a:srgbClr val="FF0000"/>
                </a:solidFill>
                <a:latin typeface="华文楷体" panose="02010600040101010101" pitchFamily="2" charset="-122"/>
                <a:ea typeface="华文楷体" panose="02010600040101010101" pitchFamily="2" charset="-122"/>
              </a:rPr>
              <a:t>生存周期</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阶段两个维度进行分解，若设系统的生存周期为</a:t>
            </a:r>
            <a:r>
              <a:rPr lang="en-US" altLang="zh-CN" sz="1600" b="1" i="0" u="none" strike="noStrike" baseline="0" dirty="0">
                <a:solidFill>
                  <a:srgbClr val="FF0000"/>
                </a:solidFill>
                <a:latin typeface="华文楷体" panose="02010600040101010101" pitchFamily="2" charset="-122"/>
                <a:ea typeface="华文楷体" panose="02010600040101010101" pitchFamily="2" charset="-122"/>
              </a:rPr>
              <a:t>n</a:t>
            </a:r>
            <a:r>
              <a:rPr lang="zh-CN" altLang="en-US" sz="1600" b="1" i="0" u="none" strike="noStrike" baseline="0" dirty="0">
                <a:solidFill>
                  <a:srgbClr val="FF0000"/>
                </a:solidFill>
                <a:latin typeface="华文楷体" panose="02010600040101010101" pitchFamily="2" charset="-122"/>
                <a:ea typeface="华文楷体" panose="02010600040101010101" pitchFamily="2" charset="-122"/>
              </a:rPr>
              <a:t>个阶段</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，软件按功能</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性能分为</a:t>
            </a:r>
            <a:r>
              <a:rPr lang="en-US" altLang="zh-CN" sz="1600" b="1" i="0" u="none" strike="noStrike" baseline="0" dirty="0">
                <a:solidFill>
                  <a:srgbClr val="FF0000"/>
                </a:solidFill>
                <a:latin typeface="华文楷体" panose="02010600040101010101" pitchFamily="2" charset="-122"/>
                <a:ea typeface="华文楷体" panose="02010600040101010101" pitchFamily="2" charset="-122"/>
              </a:rPr>
              <a:t>m</a:t>
            </a:r>
            <a:r>
              <a:rPr lang="zh-CN" altLang="en-US" sz="1600" b="1" i="0" u="none" strike="noStrike" baseline="0" dirty="0">
                <a:solidFill>
                  <a:srgbClr val="FF0000"/>
                </a:solidFill>
                <a:latin typeface="华文楷体" panose="02010600040101010101" pitchFamily="2" charset="-122"/>
                <a:ea typeface="华文楷体" panose="02010600040101010101" pitchFamily="2" charset="-122"/>
              </a:rPr>
              <a:t>个子系统</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a:t>
            </a:r>
          </a:p>
          <a:p>
            <a:pPr marL="285750" indent="-285750" algn="just">
              <a:lnSpc>
                <a:spcPct val="150000"/>
              </a:lnSpc>
              <a:buFont typeface="Arial" panose="020B0604020202020204" pitchFamily="34" charset="0"/>
              <a:buChar char="•"/>
            </a:pPr>
            <a:r>
              <a:rPr lang="en-US" altLang="zh-CN" sz="1600" b="1" i="0" u="none" strike="noStrike" baseline="0" dirty="0" err="1">
                <a:solidFill>
                  <a:srgbClr val="FF0000"/>
                </a:solidFill>
                <a:latin typeface="华文楷体" panose="02010600040101010101" pitchFamily="2" charset="-122"/>
                <a:ea typeface="华文楷体" panose="02010600040101010101" pitchFamily="2" charset="-122"/>
              </a:rPr>
              <a:t>Nij</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表示软件的第</a:t>
            </a:r>
            <a:r>
              <a:rPr lang="en-US" altLang="zh-CN" sz="1600" b="0" i="0" u="none" strike="noStrike" baseline="0" dirty="0" err="1">
                <a:solidFill>
                  <a:srgbClr val="000000"/>
                </a:solidFill>
                <a:latin typeface="华文楷体" panose="02010600040101010101" pitchFamily="2" charset="-122"/>
                <a:ea typeface="华文楷体" panose="02010600040101010101" pitchFamily="2" charset="-122"/>
              </a:rPr>
              <a:t>i</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功能</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性能子系统在第</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j</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个生存周期阶段的成本或工作量。</a:t>
            </a:r>
            <a:endParaRPr lang="en-US" altLang="zh-CN" sz="1600" b="0" i="0" u="none" strike="noStrike" baseline="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2</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、然后由专家对每一个模块工作量的</a:t>
            </a:r>
            <a:r>
              <a:rPr lang="zh-CN" altLang="en-US" sz="1600" b="1" i="0" u="none" strike="noStrike" baseline="0" dirty="0">
                <a:solidFill>
                  <a:srgbClr val="FF0000"/>
                </a:solidFill>
                <a:latin typeface="华文楷体" panose="02010600040101010101" pitchFamily="2" charset="-122"/>
                <a:ea typeface="华文楷体" panose="02010600040101010101" pitchFamily="2" charset="-122"/>
              </a:rPr>
              <a:t>最小可能值</a:t>
            </a:r>
            <a:r>
              <a:rPr lang="en-US" altLang="zh-CN" sz="1600" b="0" i="0" u="none" strike="noStrike" baseline="0" dirty="0" err="1">
                <a:solidFill>
                  <a:srgbClr val="000000"/>
                </a:solidFill>
                <a:latin typeface="华文楷体" panose="02010600040101010101" pitchFamily="2" charset="-122"/>
                <a:ea typeface="华文楷体" panose="02010600040101010101" pitchFamily="2" charset="-122"/>
              </a:rPr>
              <a:t>aj</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a:t>
            </a:r>
            <a:r>
              <a:rPr lang="zh-CN" altLang="en-US" sz="1600" b="1" i="0" u="none" strike="noStrike" baseline="0" dirty="0">
                <a:solidFill>
                  <a:srgbClr val="FF0000"/>
                </a:solidFill>
                <a:latin typeface="华文楷体" panose="02010600040101010101" pitchFamily="2" charset="-122"/>
                <a:ea typeface="华文楷体" panose="02010600040101010101" pitchFamily="2" charset="-122"/>
              </a:rPr>
              <a:t>最大可能值</a:t>
            </a:r>
            <a:r>
              <a:rPr lang="en-US" altLang="zh-CN" sz="1600" b="0" i="0" u="none" strike="noStrike" baseline="0" dirty="0" err="1">
                <a:solidFill>
                  <a:srgbClr val="000000"/>
                </a:solidFill>
                <a:latin typeface="华文楷体" panose="02010600040101010101" pitchFamily="2" charset="-122"/>
                <a:ea typeface="华文楷体" panose="02010600040101010101" pitchFamily="2" charset="-122"/>
              </a:rPr>
              <a:t>bj</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和</a:t>
            </a:r>
            <a:r>
              <a:rPr lang="zh-CN" altLang="en-US" sz="1600" b="1" i="0" u="none" strike="noStrike" baseline="0" dirty="0">
                <a:solidFill>
                  <a:srgbClr val="FF0000"/>
                </a:solidFill>
                <a:latin typeface="华文楷体" panose="02010600040101010101" pitchFamily="2" charset="-122"/>
                <a:ea typeface="华文楷体" panose="02010600040101010101" pitchFamily="2" charset="-122"/>
              </a:rPr>
              <a:t>最可能值</a:t>
            </a:r>
            <a:r>
              <a:rPr lang="en-US" altLang="zh-CN" sz="1600" b="0" i="0" u="none" strike="noStrike" baseline="0" dirty="0" err="1">
                <a:solidFill>
                  <a:srgbClr val="000000"/>
                </a:solidFill>
                <a:latin typeface="华文楷体" panose="02010600040101010101" pitchFamily="2" charset="-122"/>
                <a:ea typeface="华文楷体" panose="02010600040101010101" pitchFamily="2" charset="-122"/>
              </a:rPr>
              <a:t>mj</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进行估计，并利用信息库中的一些重要工程经济参数（经验值）如成本费用率、劳动生产率、工时费用率等来综合汇总计算系统的</a:t>
            </a:r>
            <a:r>
              <a:rPr lang="zh-CN" altLang="en-US" sz="1600" b="1" i="0" u="none" strike="noStrike" baseline="0" dirty="0">
                <a:solidFill>
                  <a:srgbClr val="FF0000"/>
                </a:solidFill>
                <a:latin typeface="华文楷体" panose="02010600040101010101" pitchFamily="2" charset="-122"/>
                <a:ea typeface="华文楷体" panose="02010600040101010101" pitchFamily="2" charset="-122"/>
              </a:rPr>
              <a:t>总成本</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a:t>
            </a:r>
          </a:p>
          <a:p>
            <a:pPr marL="285750" indent="-285750" algn="just">
              <a:lnSpc>
                <a:spcPct val="150000"/>
              </a:lnSpc>
              <a:buFont typeface="Arial" panose="020B0604020202020204" pitchFamily="34" charset="0"/>
              <a:buChar char="•"/>
            </a:pP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3</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、最后再对由二种不同方式（其中一种计算</a:t>
            </a:r>
            <a:r>
              <a:rPr lang="zh-CN" altLang="en-US" sz="1600" b="1" i="0" u="none" strike="noStrike" baseline="0" dirty="0">
                <a:solidFill>
                  <a:srgbClr val="FF0000"/>
                </a:solidFill>
                <a:latin typeface="华文楷体" panose="02010600040101010101" pitchFamily="2" charset="-122"/>
                <a:ea typeface="华文楷体" panose="02010600040101010101" pitchFamily="2" charset="-122"/>
              </a:rPr>
              <a:t>只按功能</a:t>
            </a:r>
            <a:r>
              <a:rPr lang="en-US" altLang="zh-CN" sz="1600" b="1" i="0" u="none" strike="noStrike" baseline="0" dirty="0">
                <a:solidFill>
                  <a:srgbClr val="FF0000"/>
                </a:solidFill>
                <a:latin typeface="华文楷体" panose="02010600040101010101" pitchFamily="2" charset="-122"/>
                <a:ea typeface="华文楷体" panose="02010600040101010101" pitchFamily="2" charset="-122"/>
              </a:rPr>
              <a:t>/</a:t>
            </a:r>
            <a:r>
              <a:rPr lang="zh-CN" altLang="en-US" sz="1600" b="1" i="0" u="none" strike="noStrike" baseline="0" dirty="0">
                <a:solidFill>
                  <a:srgbClr val="FF0000"/>
                </a:solidFill>
                <a:latin typeface="华文楷体" panose="02010600040101010101" pitchFamily="2" charset="-122"/>
                <a:ea typeface="华文楷体" panose="02010600040101010101" pitchFamily="2" charset="-122"/>
              </a:rPr>
              <a:t>性能</a:t>
            </a:r>
            <a:r>
              <a:rPr lang="zh-CN" altLang="en-US" sz="1600" b="1" dirty="0">
                <a:solidFill>
                  <a:srgbClr val="FF0000"/>
                </a:solidFill>
                <a:latin typeface="华文楷体" panose="02010600040101010101" pitchFamily="2" charset="-122"/>
                <a:ea typeface="华文楷体" panose="02010600040101010101" pitchFamily="2" charset="-122"/>
              </a:rPr>
              <a:t>一个维度</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进行分解；另一种计算则</a:t>
            </a:r>
            <a:r>
              <a:rPr lang="zh-CN" altLang="en-US" sz="1600" b="1" i="0" u="none" strike="noStrike" baseline="0" dirty="0">
                <a:solidFill>
                  <a:srgbClr val="FF0000"/>
                </a:solidFill>
                <a:latin typeface="华文楷体" panose="02010600040101010101" pitchFamily="2" charset="-122"/>
                <a:ea typeface="华文楷体" panose="02010600040101010101" pitchFamily="2" charset="-122"/>
              </a:rPr>
              <a:t>按功能</a:t>
            </a:r>
            <a:r>
              <a:rPr lang="en-US" altLang="zh-CN" sz="1600" b="1" i="0" u="none" strike="noStrike" baseline="0" dirty="0">
                <a:solidFill>
                  <a:srgbClr val="FF0000"/>
                </a:solidFill>
                <a:latin typeface="华文楷体" panose="02010600040101010101" pitchFamily="2" charset="-122"/>
                <a:ea typeface="华文楷体" panose="02010600040101010101" pitchFamily="2" charset="-122"/>
              </a:rPr>
              <a:t>/</a:t>
            </a:r>
            <a:r>
              <a:rPr lang="zh-CN" altLang="en-US" sz="1600" b="1" i="0" u="none" strike="noStrike" baseline="0" dirty="0">
                <a:solidFill>
                  <a:srgbClr val="FF0000"/>
                </a:solidFill>
                <a:latin typeface="华文楷体" panose="02010600040101010101" pitchFamily="2" charset="-122"/>
                <a:ea typeface="华文楷体" panose="02010600040101010101" pitchFamily="2" charset="-122"/>
              </a:rPr>
              <a:t>性能和生存周期阶段两个维度</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进行分解）所得到的成本估计值进行对比分析，通过分析来寻找完成系统构建的关键任务及研究关键任务的解决措施。</a:t>
            </a:r>
          </a:p>
        </p:txBody>
      </p:sp>
    </p:spTree>
    <p:extLst>
      <p:ext uri="{BB962C8B-B14F-4D97-AF65-F5344CB8AC3E}">
        <p14:creationId xmlns:p14="http://schemas.microsoft.com/office/powerpoint/2010/main" val="248864844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2900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3.2.1 </a:t>
            </a:r>
            <a:r>
              <a:rPr lang="zh-CN" altLang="en-US" sz="2400" spc="300" dirty="0">
                <a:latin typeface="微软雅黑" panose="020B0503020204020204" pitchFamily="34" charset="-122"/>
                <a:ea typeface="微软雅黑" panose="020B0503020204020204" pitchFamily="34" charset="-122"/>
              </a:rPr>
              <a:t>功能分解法</a:t>
            </a:r>
          </a:p>
        </p:txBody>
      </p:sp>
      <p:grpSp>
        <p:nvGrpSpPr>
          <p:cNvPr id="6" name="组合 5">
            <a:extLst>
              <a:ext uri="{FF2B5EF4-FFF2-40B4-BE49-F238E27FC236}">
                <a16:creationId xmlns:a16="http://schemas.microsoft.com/office/drawing/2014/main" id="{F6E0511E-FE2A-4E21-A90C-297BB97D9762}"/>
              </a:ext>
            </a:extLst>
          </p:cNvPr>
          <p:cNvGrpSpPr/>
          <p:nvPr/>
        </p:nvGrpSpPr>
        <p:grpSpPr>
          <a:xfrm>
            <a:off x="2005806" y="1046706"/>
            <a:ext cx="5132387" cy="3960812"/>
            <a:chOff x="1763713" y="2420938"/>
            <a:chExt cx="5132387" cy="3960812"/>
          </a:xfrm>
        </p:grpSpPr>
        <p:sp>
          <p:nvSpPr>
            <p:cNvPr id="7" name="Text Box 142">
              <a:extLst>
                <a:ext uri="{FF2B5EF4-FFF2-40B4-BE49-F238E27FC236}">
                  <a16:creationId xmlns:a16="http://schemas.microsoft.com/office/drawing/2014/main" id="{B12F2DAF-2B70-4ACC-86DF-DEF588CE870F}"/>
                </a:ext>
              </a:extLst>
            </p:cNvPr>
            <p:cNvSpPr txBox="1">
              <a:spLocks noChangeArrowheads="1"/>
            </p:cNvSpPr>
            <p:nvPr/>
          </p:nvSpPr>
          <p:spPr bwMode="auto">
            <a:xfrm>
              <a:off x="4067175" y="2420938"/>
              <a:ext cx="808038" cy="338137"/>
            </a:xfrm>
            <a:prstGeom prst="rect">
              <a:avLst/>
            </a:prstGeom>
            <a:noFill/>
            <a:ln w="28575">
              <a:solidFill>
                <a:schemeClr val="tx1"/>
              </a:solidFill>
              <a:miter lim="800000"/>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0" hangingPunct="0">
                <a:buClrTx/>
                <a:buFontTx/>
                <a:buNone/>
              </a:pPr>
              <a:r>
                <a:rPr lang="zh-CN" altLang="en-US" u="none">
                  <a:solidFill>
                    <a:schemeClr val="tx1"/>
                  </a:solidFill>
                  <a:latin typeface="Times New Roman" panose="02020603050405020304" pitchFamily="18" charset="0"/>
                  <a:ea typeface="宋体" panose="02010600030101010101" pitchFamily="2" charset="-122"/>
                </a:rPr>
                <a:t>软件</a:t>
              </a:r>
            </a:p>
          </p:txBody>
        </p:sp>
        <p:sp>
          <p:nvSpPr>
            <p:cNvPr id="8" name="Line 143">
              <a:extLst>
                <a:ext uri="{FF2B5EF4-FFF2-40B4-BE49-F238E27FC236}">
                  <a16:creationId xmlns:a16="http://schemas.microsoft.com/office/drawing/2014/main" id="{445A2721-F7DC-4D26-ACA2-4ACDFE59089A}"/>
                </a:ext>
              </a:extLst>
            </p:cNvPr>
            <p:cNvSpPr>
              <a:spLocks noChangeShapeType="1"/>
            </p:cNvSpPr>
            <p:nvPr/>
          </p:nvSpPr>
          <p:spPr bwMode="auto">
            <a:xfrm>
              <a:off x="4470400" y="2774950"/>
              <a:ext cx="0" cy="55245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9" name="Text Box 144">
              <a:extLst>
                <a:ext uri="{FF2B5EF4-FFF2-40B4-BE49-F238E27FC236}">
                  <a16:creationId xmlns:a16="http://schemas.microsoft.com/office/drawing/2014/main" id="{A17AE42E-5713-4175-A565-303EB8AFCD5C}"/>
                </a:ext>
              </a:extLst>
            </p:cNvPr>
            <p:cNvSpPr txBox="1">
              <a:spLocks noChangeArrowheads="1"/>
            </p:cNvSpPr>
            <p:nvPr/>
          </p:nvSpPr>
          <p:spPr bwMode="auto">
            <a:xfrm>
              <a:off x="4167188" y="3683000"/>
              <a:ext cx="606425" cy="336550"/>
            </a:xfrm>
            <a:prstGeom prst="rect">
              <a:avLst/>
            </a:prstGeom>
            <a:noFill/>
            <a:ln w="28575">
              <a:solidFill>
                <a:schemeClr val="tx1"/>
              </a:solidFill>
              <a:miter lim="800000"/>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0" hangingPunct="0">
                <a:buClrTx/>
                <a:buFontTx/>
                <a:buNone/>
              </a:pPr>
              <a:r>
                <a:rPr lang="en-US" altLang="zh-CN" u="none">
                  <a:solidFill>
                    <a:schemeClr val="tx1"/>
                  </a:solidFill>
                  <a:latin typeface="Times New Roman" panose="02020603050405020304" pitchFamily="18" charset="0"/>
                  <a:ea typeface="宋体" panose="02010600030101010101" pitchFamily="2" charset="-122"/>
                </a:rPr>
                <a:t>N</a:t>
              </a:r>
              <a:r>
                <a:rPr lang="en-US" altLang="zh-CN" u="none" baseline="-25000">
                  <a:solidFill>
                    <a:schemeClr val="tx1"/>
                  </a:solidFill>
                  <a:latin typeface="Times New Roman" panose="02020603050405020304" pitchFamily="18" charset="0"/>
                  <a:ea typeface="宋体" panose="02010600030101010101" pitchFamily="2" charset="-122"/>
                </a:rPr>
                <a:t>2</a:t>
              </a:r>
              <a:endParaRPr lang="en-US" altLang="zh-CN" u="none">
                <a:solidFill>
                  <a:schemeClr val="tx1"/>
                </a:solidFill>
                <a:latin typeface="Times New Roman" panose="02020603050405020304" pitchFamily="18" charset="0"/>
                <a:ea typeface="宋体" panose="02010600030101010101" pitchFamily="2" charset="-122"/>
              </a:endParaRPr>
            </a:p>
          </p:txBody>
        </p:sp>
        <p:sp>
          <p:nvSpPr>
            <p:cNvPr id="10" name="Text Box 145">
              <a:extLst>
                <a:ext uri="{FF2B5EF4-FFF2-40B4-BE49-F238E27FC236}">
                  <a16:creationId xmlns:a16="http://schemas.microsoft.com/office/drawing/2014/main" id="{F9C6DAA8-DD8A-4EC2-95FF-44B4CFA30E34}"/>
                </a:ext>
              </a:extLst>
            </p:cNvPr>
            <p:cNvSpPr txBox="1">
              <a:spLocks noChangeArrowheads="1"/>
            </p:cNvSpPr>
            <p:nvPr/>
          </p:nvSpPr>
          <p:spPr bwMode="auto">
            <a:xfrm>
              <a:off x="5884863" y="3683000"/>
              <a:ext cx="606425" cy="336550"/>
            </a:xfrm>
            <a:prstGeom prst="rect">
              <a:avLst/>
            </a:prstGeom>
            <a:noFill/>
            <a:ln w="28575">
              <a:solidFill>
                <a:schemeClr val="tx1"/>
              </a:solidFill>
              <a:miter lim="800000"/>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0" hangingPunct="0">
                <a:buClrTx/>
                <a:buFontTx/>
                <a:buNone/>
              </a:pPr>
              <a:r>
                <a:rPr lang="en-US" altLang="zh-CN" u="none">
                  <a:solidFill>
                    <a:schemeClr val="tx1"/>
                  </a:solidFill>
                  <a:latin typeface="Times New Roman" panose="02020603050405020304" pitchFamily="18" charset="0"/>
                  <a:ea typeface="宋体" panose="02010600030101010101" pitchFamily="2" charset="-122"/>
                </a:rPr>
                <a:t>N</a:t>
              </a:r>
              <a:r>
                <a:rPr lang="en-US" altLang="zh-CN" u="none" baseline="-25000">
                  <a:solidFill>
                    <a:schemeClr val="tx1"/>
                  </a:solidFill>
                  <a:latin typeface="Times New Roman" panose="02020603050405020304" pitchFamily="18" charset="0"/>
                  <a:ea typeface="宋体" panose="02010600030101010101" pitchFamily="2" charset="-122"/>
                </a:rPr>
                <a:t>m</a:t>
              </a:r>
              <a:endParaRPr lang="en-US" altLang="zh-CN" u="none">
                <a:solidFill>
                  <a:schemeClr val="tx1"/>
                </a:solidFill>
                <a:latin typeface="Times New Roman" panose="02020603050405020304" pitchFamily="18" charset="0"/>
                <a:ea typeface="宋体" panose="02010600030101010101" pitchFamily="2" charset="-122"/>
              </a:endParaRPr>
            </a:p>
          </p:txBody>
        </p:sp>
        <p:sp>
          <p:nvSpPr>
            <p:cNvPr id="11" name="Text Box 146">
              <a:extLst>
                <a:ext uri="{FF2B5EF4-FFF2-40B4-BE49-F238E27FC236}">
                  <a16:creationId xmlns:a16="http://schemas.microsoft.com/office/drawing/2014/main" id="{79D00F0E-A04C-492B-AA79-D46EF73FFC79}"/>
                </a:ext>
              </a:extLst>
            </p:cNvPr>
            <p:cNvSpPr txBox="1">
              <a:spLocks noChangeArrowheads="1"/>
            </p:cNvSpPr>
            <p:nvPr/>
          </p:nvSpPr>
          <p:spPr bwMode="auto">
            <a:xfrm>
              <a:off x="2752725" y="3683000"/>
              <a:ext cx="606425" cy="336550"/>
            </a:xfrm>
            <a:prstGeom prst="rect">
              <a:avLst/>
            </a:prstGeom>
            <a:noFill/>
            <a:ln w="28575">
              <a:solidFill>
                <a:schemeClr val="tx1"/>
              </a:solidFill>
              <a:miter lim="800000"/>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0" hangingPunct="0">
                <a:buClrTx/>
                <a:buFontTx/>
                <a:buNone/>
              </a:pPr>
              <a:r>
                <a:rPr lang="en-US" altLang="zh-CN" u="none">
                  <a:solidFill>
                    <a:schemeClr val="tx1"/>
                  </a:solidFill>
                  <a:latin typeface="Times New Roman" panose="02020603050405020304" pitchFamily="18" charset="0"/>
                  <a:ea typeface="宋体" panose="02010600030101010101" pitchFamily="2" charset="-122"/>
                </a:rPr>
                <a:t>N</a:t>
              </a:r>
              <a:r>
                <a:rPr lang="en-US" altLang="zh-CN" u="none" baseline="-25000">
                  <a:solidFill>
                    <a:schemeClr val="tx1"/>
                  </a:solidFill>
                  <a:latin typeface="Times New Roman" panose="02020603050405020304" pitchFamily="18" charset="0"/>
                  <a:ea typeface="宋体" panose="02010600030101010101" pitchFamily="2" charset="-122"/>
                </a:rPr>
                <a:t>1</a:t>
              </a:r>
              <a:endParaRPr lang="en-US" altLang="zh-CN" u="none">
                <a:solidFill>
                  <a:schemeClr val="tx1"/>
                </a:solidFill>
                <a:latin typeface="Times New Roman" panose="02020603050405020304" pitchFamily="18" charset="0"/>
                <a:ea typeface="宋体" panose="02010600030101010101" pitchFamily="2" charset="-122"/>
              </a:endParaRPr>
            </a:p>
          </p:txBody>
        </p:sp>
        <p:sp>
          <p:nvSpPr>
            <p:cNvPr id="12" name="Line 147">
              <a:extLst>
                <a:ext uri="{FF2B5EF4-FFF2-40B4-BE49-F238E27FC236}">
                  <a16:creationId xmlns:a16="http://schemas.microsoft.com/office/drawing/2014/main" id="{C905221F-F6A6-4A69-848B-39315187EB47}"/>
                </a:ext>
              </a:extLst>
            </p:cNvPr>
            <p:cNvSpPr>
              <a:spLocks noChangeShapeType="1"/>
            </p:cNvSpPr>
            <p:nvPr/>
          </p:nvSpPr>
          <p:spPr bwMode="auto">
            <a:xfrm>
              <a:off x="3257550" y="3344863"/>
              <a:ext cx="2830513" cy="0"/>
            </a:xfrm>
            <a:prstGeom prst="line">
              <a:avLst/>
            </a:prstGeom>
            <a:noFill/>
            <a:ln w="2857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13" name="Line 148">
              <a:extLst>
                <a:ext uri="{FF2B5EF4-FFF2-40B4-BE49-F238E27FC236}">
                  <a16:creationId xmlns:a16="http://schemas.microsoft.com/office/drawing/2014/main" id="{1650A627-F4A4-4F75-98F2-98EE32EC0A74}"/>
                </a:ext>
              </a:extLst>
            </p:cNvPr>
            <p:cNvSpPr>
              <a:spLocks noChangeShapeType="1"/>
            </p:cNvSpPr>
            <p:nvPr/>
          </p:nvSpPr>
          <p:spPr bwMode="auto">
            <a:xfrm>
              <a:off x="3257550" y="3344863"/>
              <a:ext cx="0" cy="338137"/>
            </a:xfrm>
            <a:prstGeom prst="line">
              <a:avLst/>
            </a:prstGeom>
            <a:noFill/>
            <a:ln w="2857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14" name="Line 149">
              <a:extLst>
                <a:ext uri="{FF2B5EF4-FFF2-40B4-BE49-F238E27FC236}">
                  <a16:creationId xmlns:a16="http://schemas.microsoft.com/office/drawing/2014/main" id="{E7CA6D16-E72C-41D6-9569-5C804D74C2D4}"/>
                </a:ext>
              </a:extLst>
            </p:cNvPr>
            <p:cNvSpPr>
              <a:spLocks noChangeShapeType="1"/>
            </p:cNvSpPr>
            <p:nvPr/>
          </p:nvSpPr>
          <p:spPr bwMode="auto">
            <a:xfrm>
              <a:off x="4470400" y="3344863"/>
              <a:ext cx="0" cy="338137"/>
            </a:xfrm>
            <a:prstGeom prst="line">
              <a:avLst/>
            </a:prstGeom>
            <a:noFill/>
            <a:ln w="2857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15" name="Line 150">
              <a:extLst>
                <a:ext uri="{FF2B5EF4-FFF2-40B4-BE49-F238E27FC236}">
                  <a16:creationId xmlns:a16="http://schemas.microsoft.com/office/drawing/2014/main" id="{FC425DBF-9310-4F54-A84E-C7996F9E94DB}"/>
                </a:ext>
              </a:extLst>
            </p:cNvPr>
            <p:cNvSpPr>
              <a:spLocks noChangeShapeType="1"/>
            </p:cNvSpPr>
            <p:nvPr/>
          </p:nvSpPr>
          <p:spPr bwMode="auto">
            <a:xfrm>
              <a:off x="6088063" y="3344863"/>
              <a:ext cx="0" cy="338137"/>
            </a:xfrm>
            <a:prstGeom prst="line">
              <a:avLst/>
            </a:prstGeom>
            <a:noFill/>
            <a:ln w="2857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16" name="Text Box 151">
              <a:extLst>
                <a:ext uri="{FF2B5EF4-FFF2-40B4-BE49-F238E27FC236}">
                  <a16:creationId xmlns:a16="http://schemas.microsoft.com/office/drawing/2014/main" id="{78A9E913-5809-49C8-AF63-FE0285DA5B6B}"/>
                </a:ext>
              </a:extLst>
            </p:cNvPr>
            <p:cNvSpPr txBox="1">
              <a:spLocks noChangeArrowheads="1"/>
            </p:cNvSpPr>
            <p:nvPr/>
          </p:nvSpPr>
          <p:spPr bwMode="auto">
            <a:xfrm>
              <a:off x="3055938" y="5200650"/>
              <a:ext cx="606425" cy="338138"/>
            </a:xfrm>
            <a:prstGeom prst="rect">
              <a:avLst/>
            </a:prstGeom>
            <a:noFill/>
            <a:ln w="28575">
              <a:solidFill>
                <a:schemeClr val="tx1"/>
              </a:solidFill>
              <a:miter lim="800000"/>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0" hangingPunct="0">
                <a:buClrTx/>
                <a:buFontTx/>
                <a:buNone/>
              </a:pPr>
              <a:r>
                <a:rPr lang="en-US" altLang="zh-CN" u="none">
                  <a:solidFill>
                    <a:schemeClr val="tx1"/>
                  </a:solidFill>
                  <a:latin typeface="Times New Roman" panose="02020603050405020304" pitchFamily="18" charset="0"/>
                  <a:ea typeface="宋体" panose="02010600030101010101" pitchFamily="2" charset="-122"/>
                </a:rPr>
                <a:t>N</a:t>
              </a:r>
              <a:r>
                <a:rPr lang="en-US" altLang="zh-CN" u="none" baseline="-25000">
                  <a:solidFill>
                    <a:schemeClr val="tx1"/>
                  </a:solidFill>
                  <a:latin typeface="Times New Roman" panose="02020603050405020304" pitchFamily="18" charset="0"/>
                  <a:ea typeface="宋体" panose="02010600030101010101" pitchFamily="2" charset="-122"/>
                </a:rPr>
                <a:t>13</a:t>
              </a:r>
              <a:endParaRPr lang="en-US" altLang="zh-CN" u="none">
                <a:solidFill>
                  <a:schemeClr val="tx1"/>
                </a:solidFill>
                <a:latin typeface="Times New Roman" panose="02020603050405020304" pitchFamily="18" charset="0"/>
                <a:ea typeface="宋体" panose="02010600030101010101" pitchFamily="2" charset="-122"/>
              </a:endParaRPr>
            </a:p>
          </p:txBody>
        </p:sp>
        <p:sp>
          <p:nvSpPr>
            <p:cNvPr id="17" name="Text Box 152">
              <a:extLst>
                <a:ext uri="{FF2B5EF4-FFF2-40B4-BE49-F238E27FC236}">
                  <a16:creationId xmlns:a16="http://schemas.microsoft.com/office/drawing/2014/main" id="{71C30DE9-D4E3-4D4E-B172-5467458FFE4C}"/>
                </a:ext>
              </a:extLst>
            </p:cNvPr>
            <p:cNvSpPr txBox="1">
              <a:spLocks noChangeArrowheads="1"/>
            </p:cNvSpPr>
            <p:nvPr/>
          </p:nvSpPr>
          <p:spPr bwMode="auto">
            <a:xfrm>
              <a:off x="3073400" y="4694238"/>
              <a:ext cx="606425" cy="338137"/>
            </a:xfrm>
            <a:prstGeom prst="rect">
              <a:avLst/>
            </a:prstGeom>
            <a:noFill/>
            <a:ln w="28575">
              <a:solidFill>
                <a:schemeClr val="tx1"/>
              </a:solidFill>
              <a:miter lim="800000"/>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0" hangingPunct="0">
                <a:buClrTx/>
                <a:buFontTx/>
                <a:buNone/>
              </a:pPr>
              <a:r>
                <a:rPr lang="en-US" altLang="zh-CN" u="none">
                  <a:solidFill>
                    <a:schemeClr val="tx1"/>
                  </a:solidFill>
                  <a:latin typeface="Times New Roman" panose="02020603050405020304" pitchFamily="18" charset="0"/>
                  <a:ea typeface="宋体" panose="02010600030101010101" pitchFamily="2" charset="-122"/>
                </a:rPr>
                <a:t>N</a:t>
              </a:r>
              <a:r>
                <a:rPr lang="en-US" altLang="zh-CN" u="none" baseline="-25000">
                  <a:solidFill>
                    <a:schemeClr val="tx1"/>
                  </a:solidFill>
                  <a:latin typeface="Times New Roman" panose="02020603050405020304" pitchFamily="18" charset="0"/>
                  <a:ea typeface="宋体" panose="02010600030101010101" pitchFamily="2" charset="-122"/>
                </a:rPr>
                <a:t>12</a:t>
              </a:r>
              <a:endParaRPr lang="en-US" altLang="zh-CN" u="none">
                <a:solidFill>
                  <a:schemeClr val="tx1"/>
                </a:solidFill>
                <a:latin typeface="Times New Roman" panose="02020603050405020304" pitchFamily="18" charset="0"/>
                <a:ea typeface="宋体" panose="02010600030101010101" pitchFamily="2" charset="-122"/>
              </a:endParaRPr>
            </a:p>
          </p:txBody>
        </p:sp>
        <p:sp>
          <p:nvSpPr>
            <p:cNvPr id="18" name="Text Box 153">
              <a:extLst>
                <a:ext uri="{FF2B5EF4-FFF2-40B4-BE49-F238E27FC236}">
                  <a16:creationId xmlns:a16="http://schemas.microsoft.com/office/drawing/2014/main" id="{4E85E238-0052-46F6-9975-F3532046631F}"/>
                </a:ext>
              </a:extLst>
            </p:cNvPr>
            <p:cNvSpPr txBox="1">
              <a:spLocks noChangeArrowheads="1"/>
            </p:cNvSpPr>
            <p:nvPr/>
          </p:nvSpPr>
          <p:spPr bwMode="auto">
            <a:xfrm>
              <a:off x="3055938" y="4173538"/>
              <a:ext cx="606425" cy="336550"/>
            </a:xfrm>
            <a:prstGeom prst="rect">
              <a:avLst/>
            </a:prstGeom>
            <a:noFill/>
            <a:ln w="28575">
              <a:solidFill>
                <a:schemeClr val="tx1"/>
              </a:solidFill>
              <a:miter lim="800000"/>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0" hangingPunct="0">
                <a:buClrTx/>
                <a:buFontTx/>
                <a:buNone/>
              </a:pPr>
              <a:r>
                <a:rPr lang="en-US" altLang="zh-CN" u="none">
                  <a:solidFill>
                    <a:schemeClr val="tx1"/>
                  </a:solidFill>
                  <a:latin typeface="Times New Roman" panose="02020603050405020304" pitchFamily="18" charset="0"/>
                  <a:ea typeface="宋体" panose="02010600030101010101" pitchFamily="2" charset="-122"/>
                </a:rPr>
                <a:t>N</a:t>
              </a:r>
              <a:r>
                <a:rPr lang="en-US" altLang="zh-CN" u="none" baseline="-25000">
                  <a:solidFill>
                    <a:schemeClr val="tx1"/>
                  </a:solidFill>
                  <a:latin typeface="Times New Roman" panose="02020603050405020304" pitchFamily="18" charset="0"/>
                  <a:ea typeface="宋体" panose="02010600030101010101" pitchFamily="2" charset="-122"/>
                </a:rPr>
                <a:t>11</a:t>
              </a:r>
              <a:endParaRPr lang="en-US" altLang="zh-CN" u="none">
                <a:solidFill>
                  <a:schemeClr val="tx1"/>
                </a:solidFill>
                <a:latin typeface="Times New Roman" panose="02020603050405020304" pitchFamily="18" charset="0"/>
                <a:ea typeface="宋体" panose="02010600030101010101" pitchFamily="2" charset="-122"/>
              </a:endParaRPr>
            </a:p>
          </p:txBody>
        </p:sp>
        <p:sp>
          <p:nvSpPr>
            <p:cNvPr id="19" name="Text Box 154">
              <a:extLst>
                <a:ext uri="{FF2B5EF4-FFF2-40B4-BE49-F238E27FC236}">
                  <a16:creationId xmlns:a16="http://schemas.microsoft.com/office/drawing/2014/main" id="{C1F6B76B-3956-495E-B094-6C347B9CF8A4}"/>
                </a:ext>
              </a:extLst>
            </p:cNvPr>
            <p:cNvSpPr txBox="1">
              <a:spLocks noChangeArrowheads="1"/>
            </p:cNvSpPr>
            <p:nvPr/>
          </p:nvSpPr>
          <p:spPr bwMode="auto">
            <a:xfrm>
              <a:off x="3055938" y="6043613"/>
              <a:ext cx="606425" cy="338137"/>
            </a:xfrm>
            <a:prstGeom prst="rect">
              <a:avLst/>
            </a:prstGeom>
            <a:noFill/>
            <a:ln w="28575">
              <a:solidFill>
                <a:schemeClr val="tx1"/>
              </a:solidFill>
              <a:miter lim="800000"/>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0" hangingPunct="0">
                <a:buClrTx/>
                <a:buFontTx/>
                <a:buNone/>
              </a:pPr>
              <a:r>
                <a:rPr lang="en-US" altLang="zh-CN" u="none">
                  <a:solidFill>
                    <a:schemeClr val="tx1"/>
                  </a:solidFill>
                  <a:latin typeface="Times New Roman" panose="02020603050405020304" pitchFamily="18" charset="0"/>
                  <a:ea typeface="宋体" panose="02010600030101010101" pitchFamily="2" charset="-122"/>
                </a:rPr>
                <a:t>N</a:t>
              </a:r>
              <a:r>
                <a:rPr lang="en-US" altLang="zh-CN" u="none" baseline="-25000">
                  <a:solidFill>
                    <a:schemeClr val="tx1"/>
                  </a:solidFill>
                  <a:latin typeface="Times New Roman" panose="02020603050405020304" pitchFamily="18" charset="0"/>
                  <a:ea typeface="宋体" panose="02010600030101010101" pitchFamily="2" charset="-122"/>
                </a:rPr>
                <a:t>1n</a:t>
              </a:r>
              <a:endParaRPr lang="en-US" altLang="zh-CN" u="none">
                <a:solidFill>
                  <a:schemeClr val="tx1"/>
                </a:solidFill>
                <a:latin typeface="Times New Roman" panose="02020603050405020304" pitchFamily="18" charset="0"/>
                <a:ea typeface="宋体" panose="02010600030101010101" pitchFamily="2" charset="-122"/>
              </a:endParaRPr>
            </a:p>
          </p:txBody>
        </p:sp>
        <p:sp>
          <p:nvSpPr>
            <p:cNvPr id="20" name="Text Box 155">
              <a:extLst>
                <a:ext uri="{FF2B5EF4-FFF2-40B4-BE49-F238E27FC236}">
                  <a16:creationId xmlns:a16="http://schemas.microsoft.com/office/drawing/2014/main" id="{59B36CAD-7512-4EA5-AAFB-F163922E4B50}"/>
                </a:ext>
              </a:extLst>
            </p:cNvPr>
            <p:cNvSpPr txBox="1">
              <a:spLocks noChangeArrowheads="1"/>
            </p:cNvSpPr>
            <p:nvPr/>
          </p:nvSpPr>
          <p:spPr bwMode="auto">
            <a:xfrm>
              <a:off x="4470400" y="4189413"/>
              <a:ext cx="606425" cy="338137"/>
            </a:xfrm>
            <a:prstGeom prst="rect">
              <a:avLst/>
            </a:prstGeom>
            <a:noFill/>
            <a:ln w="28575">
              <a:solidFill>
                <a:schemeClr val="tx1"/>
              </a:solidFill>
              <a:miter lim="800000"/>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0" hangingPunct="0">
                <a:buClrTx/>
                <a:buFontTx/>
                <a:buNone/>
              </a:pPr>
              <a:r>
                <a:rPr lang="en-US" altLang="zh-CN" u="none">
                  <a:solidFill>
                    <a:schemeClr val="tx1"/>
                  </a:solidFill>
                  <a:latin typeface="Times New Roman" panose="02020603050405020304" pitchFamily="18" charset="0"/>
                  <a:ea typeface="宋体" panose="02010600030101010101" pitchFamily="2" charset="-122"/>
                </a:rPr>
                <a:t>N</a:t>
              </a:r>
              <a:r>
                <a:rPr lang="en-US" altLang="zh-CN" u="none" baseline="-25000">
                  <a:solidFill>
                    <a:schemeClr val="tx1"/>
                  </a:solidFill>
                  <a:latin typeface="Times New Roman" panose="02020603050405020304" pitchFamily="18" charset="0"/>
                  <a:ea typeface="宋体" panose="02010600030101010101" pitchFamily="2" charset="-122"/>
                </a:rPr>
                <a:t>21</a:t>
              </a:r>
              <a:endParaRPr lang="en-US" altLang="zh-CN" u="none">
                <a:solidFill>
                  <a:schemeClr val="tx1"/>
                </a:solidFill>
                <a:latin typeface="Times New Roman" panose="02020603050405020304" pitchFamily="18" charset="0"/>
                <a:ea typeface="宋体" panose="02010600030101010101" pitchFamily="2" charset="-122"/>
              </a:endParaRPr>
            </a:p>
          </p:txBody>
        </p:sp>
        <p:sp>
          <p:nvSpPr>
            <p:cNvPr id="21" name="Text Box 156">
              <a:extLst>
                <a:ext uri="{FF2B5EF4-FFF2-40B4-BE49-F238E27FC236}">
                  <a16:creationId xmlns:a16="http://schemas.microsoft.com/office/drawing/2014/main" id="{1A64DEC4-B3EC-4F97-B1E6-54AE889ECF93}"/>
                </a:ext>
              </a:extLst>
            </p:cNvPr>
            <p:cNvSpPr txBox="1">
              <a:spLocks noChangeArrowheads="1"/>
            </p:cNvSpPr>
            <p:nvPr/>
          </p:nvSpPr>
          <p:spPr bwMode="auto">
            <a:xfrm>
              <a:off x="4470400" y="4694238"/>
              <a:ext cx="606425" cy="338137"/>
            </a:xfrm>
            <a:prstGeom prst="rect">
              <a:avLst/>
            </a:prstGeom>
            <a:noFill/>
            <a:ln w="28575">
              <a:solidFill>
                <a:schemeClr val="tx1"/>
              </a:solidFill>
              <a:miter lim="800000"/>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0" hangingPunct="0">
                <a:buClrTx/>
                <a:buFontTx/>
                <a:buNone/>
              </a:pPr>
              <a:r>
                <a:rPr lang="en-US" altLang="zh-CN" u="none">
                  <a:solidFill>
                    <a:schemeClr val="tx1"/>
                  </a:solidFill>
                  <a:latin typeface="Times New Roman" panose="02020603050405020304" pitchFamily="18" charset="0"/>
                  <a:ea typeface="宋体" panose="02010600030101010101" pitchFamily="2" charset="-122"/>
                </a:rPr>
                <a:t>N</a:t>
              </a:r>
              <a:r>
                <a:rPr lang="en-US" altLang="zh-CN" u="none" baseline="-25000">
                  <a:solidFill>
                    <a:schemeClr val="tx1"/>
                  </a:solidFill>
                  <a:latin typeface="Times New Roman" panose="02020603050405020304" pitchFamily="18" charset="0"/>
                  <a:ea typeface="宋体" panose="02010600030101010101" pitchFamily="2" charset="-122"/>
                </a:rPr>
                <a:t>22</a:t>
              </a:r>
              <a:endParaRPr lang="en-US" altLang="zh-CN" u="none">
                <a:solidFill>
                  <a:schemeClr val="tx1"/>
                </a:solidFill>
                <a:latin typeface="Times New Roman" panose="02020603050405020304" pitchFamily="18" charset="0"/>
                <a:ea typeface="宋体" panose="02010600030101010101" pitchFamily="2" charset="-122"/>
              </a:endParaRPr>
            </a:p>
          </p:txBody>
        </p:sp>
        <p:sp>
          <p:nvSpPr>
            <p:cNvPr id="22" name="Text Box 157">
              <a:extLst>
                <a:ext uri="{FF2B5EF4-FFF2-40B4-BE49-F238E27FC236}">
                  <a16:creationId xmlns:a16="http://schemas.microsoft.com/office/drawing/2014/main" id="{5AA9FFB6-9F02-449A-ADA6-C3829AABD8A7}"/>
                </a:ext>
              </a:extLst>
            </p:cNvPr>
            <p:cNvSpPr txBox="1">
              <a:spLocks noChangeArrowheads="1"/>
            </p:cNvSpPr>
            <p:nvPr/>
          </p:nvSpPr>
          <p:spPr bwMode="auto">
            <a:xfrm>
              <a:off x="4470400" y="5200650"/>
              <a:ext cx="606425" cy="338138"/>
            </a:xfrm>
            <a:prstGeom prst="rect">
              <a:avLst/>
            </a:prstGeom>
            <a:noFill/>
            <a:ln w="28575">
              <a:solidFill>
                <a:schemeClr val="tx1"/>
              </a:solidFill>
              <a:miter lim="800000"/>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0" hangingPunct="0">
                <a:buClrTx/>
                <a:buFontTx/>
                <a:buNone/>
              </a:pPr>
              <a:r>
                <a:rPr lang="en-US" altLang="zh-CN" u="none">
                  <a:solidFill>
                    <a:schemeClr val="tx1"/>
                  </a:solidFill>
                  <a:latin typeface="Times New Roman" panose="02020603050405020304" pitchFamily="18" charset="0"/>
                  <a:ea typeface="宋体" panose="02010600030101010101" pitchFamily="2" charset="-122"/>
                </a:rPr>
                <a:t>N</a:t>
              </a:r>
              <a:r>
                <a:rPr lang="en-US" altLang="zh-CN" u="none" baseline="-25000">
                  <a:solidFill>
                    <a:schemeClr val="tx1"/>
                  </a:solidFill>
                  <a:latin typeface="Times New Roman" panose="02020603050405020304" pitchFamily="18" charset="0"/>
                  <a:ea typeface="宋体" panose="02010600030101010101" pitchFamily="2" charset="-122"/>
                </a:rPr>
                <a:t>23</a:t>
              </a:r>
              <a:endParaRPr lang="en-US" altLang="zh-CN" u="none">
                <a:solidFill>
                  <a:schemeClr val="tx1"/>
                </a:solidFill>
                <a:latin typeface="Times New Roman" panose="02020603050405020304" pitchFamily="18" charset="0"/>
                <a:ea typeface="宋体" panose="02010600030101010101" pitchFamily="2" charset="-122"/>
              </a:endParaRPr>
            </a:p>
          </p:txBody>
        </p:sp>
        <p:sp>
          <p:nvSpPr>
            <p:cNvPr id="23" name="Text Box 158">
              <a:extLst>
                <a:ext uri="{FF2B5EF4-FFF2-40B4-BE49-F238E27FC236}">
                  <a16:creationId xmlns:a16="http://schemas.microsoft.com/office/drawing/2014/main" id="{3C804732-356F-423C-B30A-CB2B95F5219C}"/>
                </a:ext>
              </a:extLst>
            </p:cNvPr>
            <p:cNvSpPr txBox="1">
              <a:spLocks noChangeArrowheads="1"/>
            </p:cNvSpPr>
            <p:nvPr/>
          </p:nvSpPr>
          <p:spPr bwMode="auto">
            <a:xfrm>
              <a:off x="4470400" y="6043613"/>
              <a:ext cx="606425" cy="338137"/>
            </a:xfrm>
            <a:prstGeom prst="rect">
              <a:avLst/>
            </a:prstGeom>
            <a:noFill/>
            <a:ln w="28575">
              <a:solidFill>
                <a:schemeClr val="tx1"/>
              </a:solidFill>
              <a:miter lim="800000"/>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0" hangingPunct="0">
                <a:buClrTx/>
                <a:buFontTx/>
                <a:buNone/>
              </a:pPr>
              <a:r>
                <a:rPr lang="en-US" altLang="zh-CN" u="none">
                  <a:solidFill>
                    <a:schemeClr val="tx1"/>
                  </a:solidFill>
                  <a:latin typeface="Times New Roman" panose="02020603050405020304" pitchFamily="18" charset="0"/>
                  <a:ea typeface="宋体" panose="02010600030101010101" pitchFamily="2" charset="-122"/>
                </a:rPr>
                <a:t>N</a:t>
              </a:r>
              <a:r>
                <a:rPr lang="en-US" altLang="zh-CN" u="none" baseline="-25000">
                  <a:solidFill>
                    <a:schemeClr val="tx1"/>
                  </a:solidFill>
                  <a:latin typeface="Times New Roman" panose="02020603050405020304" pitchFamily="18" charset="0"/>
                  <a:ea typeface="宋体" panose="02010600030101010101" pitchFamily="2" charset="-122"/>
                </a:rPr>
                <a:t>2n</a:t>
              </a:r>
              <a:endParaRPr lang="en-US" altLang="zh-CN" u="none">
                <a:solidFill>
                  <a:schemeClr val="tx1"/>
                </a:solidFill>
                <a:latin typeface="Times New Roman" panose="02020603050405020304" pitchFamily="18" charset="0"/>
                <a:ea typeface="宋体" panose="02010600030101010101" pitchFamily="2" charset="-122"/>
              </a:endParaRPr>
            </a:p>
          </p:txBody>
        </p:sp>
        <p:sp>
          <p:nvSpPr>
            <p:cNvPr id="24" name="Text Box 159">
              <a:extLst>
                <a:ext uri="{FF2B5EF4-FFF2-40B4-BE49-F238E27FC236}">
                  <a16:creationId xmlns:a16="http://schemas.microsoft.com/office/drawing/2014/main" id="{F96B21C6-796E-4BCF-AC3B-C95DD0EAC5B8}"/>
                </a:ext>
              </a:extLst>
            </p:cNvPr>
            <p:cNvSpPr txBox="1">
              <a:spLocks noChangeArrowheads="1"/>
            </p:cNvSpPr>
            <p:nvPr/>
          </p:nvSpPr>
          <p:spPr bwMode="auto">
            <a:xfrm>
              <a:off x="6289675" y="4189413"/>
              <a:ext cx="606425" cy="338137"/>
            </a:xfrm>
            <a:prstGeom prst="rect">
              <a:avLst/>
            </a:prstGeom>
            <a:noFill/>
            <a:ln w="28575">
              <a:solidFill>
                <a:schemeClr val="tx1"/>
              </a:solidFill>
              <a:miter lim="800000"/>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0" hangingPunct="0">
                <a:buClrTx/>
                <a:buFontTx/>
                <a:buNone/>
              </a:pPr>
              <a:r>
                <a:rPr lang="en-US" altLang="zh-CN" u="none">
                  <a:solidFill>
                    <a:schemeClr val="tx1"/>
                  </a:solidFill>
                  <a:latin typeface="Times New Roman" panose="02020603050405020304" pitchFamily="18" charset="0"/>
                  <a:ea typeface="宋体" panose="02010600030101010101" pitchFamily="2" charset="-122"/>
                </a:rPr>
                <a:t>N</a:t>
              </a:r>
              <a:r>
                <a:rPr lang="en-US" altLang="zh-CN" u="none" baseline="-25000">
                  <a:solidFill>
                    <a:schemeClr val="tx1"/>
                  </a:solidFill>
                  <a:latin typeface="Times New Roman" panose="02020603050405020304" pitchFamily="18" charset="0"/>
                  <a:ea typeface="宋体" panose="02010600030101010101" pitchFamily="2" charset="-122"/>
                </a:rPr>
                <a:t>m1</a:t>
              </a:r>
              <a:endParaRPr lang="en-US" altLang="zh-CN" u="none">
                <a:solidFill>
                  <a:schemeClr val="tx1"/>
                </a:solidFill>
                <a:latin typeface="Times New Roman" panose="02020603050405020304" pitchFamily="18" charset="0"/>
                <a:ea typeface="宋体" panose="02010600030101010101" pitchFamily="2" charset="-122"/>
              </a:endParaRPr>
            </a:p>
          </p:txBody>
        </p:sp>
        <p:sp>
          <p:nvSpPr>
            <p:cNvPr id="25" name="Text Box 160">
              <a:extLst>
                <a:ext uri="{FF2B5EF4-FFF2-40B4-BE49-F238E27FC236}">
                  <a16:creationId xmlns:a16="http://schemas.microsoft.com/office/drawing/2014/main" id="{50F94912-9597-41E7-9DD4-2B05710F99E3}"/>
                </a:ext>
              </a:extLst>
            </p:cNvPr>
            <p:cNvSpPr txBox="1">
              <a:spLocks noChangeArrowheads="1"/>
            </p:cNvSpPr>
            <p:nvPr/>
          </p:nvSpPr>
          <p:spPr bwMode="auto">
            <a:xfrm>
              <a:off x="6289675" y="4694238"/>
              <a:ext cx="606425" cy="338137"/>
            </a:xfrm>
            <a:prstGeom prst="rect">
              <a:avLst/>
            </a:prstGeom>
            <a:noFill/>
            <a:ln w="28575">
              <a:solidFill>
                <a:schemeClr val="tx1"/>
              </a:solidFill>
              <a:miter lim="800000"/>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0" hangingPunct="0">
                <a:buClrTx/>
                <a:buFontTx/>
                <a:buNone/>
              </a:pPr>
              <a:r>
                <a:rPr lang="en-US" altLang="zh-CN" u="none">
                  <a:solidFill>
                    <a:schemeClr val="tx1"/>
                  </a:solidFill>
                  <a:latin typeface="Times New Roman" panose="02020603050405020304" pitchFamily="18" charset="0"/>
                  <a:ea typeface="宋体" panose="02010600030101010101" pitchFamily="2" charset="-122"/>
                </a:rPr>
                <a:t>N</a:t>
              </a:r>
              <a:r>
                <a:rPr lang="en-US" altLang="zh-CN" u="none" baseline="-25000">
                  <a:solidFill>
                    <a:schemeClr val="tx1"/>
                  </a:solidFill>
                  <a:latin typeface="Times New Roman" panose="02020603050405020304" pitchFamily="18" charset="0"/>
                  <a:ea typeface="宋体" panose="02010600030101010101" pitchFamily="2" charset="-122"/>
                </a:rPr>
                <a:t>m2</a:t>
              </a:r>
              <a:endParaRPr lang="en-US" altLang="zh-CN" u="none">
                <a:solidFill>
                  <a:schemeClr val="tx1"/>
                </a:solidFill>
                <a:latin typeface="Times New Roman" panose="02020603050405020304" pitchFamily="18" charset="0"/>
                <a:ea typeface="宋体" panose="02010600030101010101" pitchFamily="2" charset="-122"/>
              </a:endParaRPr>
            </a:p>
          </p:txBody>
        </p:sp>
        <p:sp>
          <p:nvSpPr>
            <p:cNvPr id="26" name="Text Box 161">
              <a:extLst>
                <a:ext uri="{FF2B5EF4-FFF2-40B4-BE49-F238E27FC236}">
                  <a16:creationId xmlns:a16="http://schemas.microsoft.com/office/drawing/2014/main" id="{98594A5F-E37B-45B7-99BC-657AE31BA918}"/>
                </a:ext>
              </a:extLst>
            </p:cNvPr>
            <p:cNvSpPr txBox="1">
              <a:spLocks noChangeArrowheads="1"/>
            </p:cNvSpPr>
            <p:nvPr/>
          </p:nvSpPr>
          <p:spPr bwMode="auto">
            <a:xfrm>
              <a:off x="6289675" y="5200650"/>
              <a:ext cx="606425" cy="338138"/>
            </a:xfrm>
            <a:prstGeom prst="rect">
              <a:avLst/>
            </a:prstGeom>
            <a:noFill/>
            <a:ln w="28575">
              <a:solidFill>
                <a:schemeClr val="tx1"/>
              </a:solidFill>
              <a:miter lim="800000"/>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0" hangingPunct="0">
                <a:buClrTx/>
                <a:buFontTx/>
                <a:buNone/>
              </a:pPr>
              <a:r>
                <a:rPr lang="en-US" altLang="zh-CN" u="none">
                  <a:solidFill>
                    <a:schemeClr val="tx1"/>
                  </a:solidFill>
                  <a:latin typeface="Times New Roman" panose="02020603050405020304" pitchFamily="18" charset="0"/>
                  <a:ea typeface="宋体" panose="02010600030101010101" pitchFamily="2" charset="-122"/>
                </a:rPr>
                <a:t>N</a:t>
              </a:r>
              <a:r>
                <a:rPr lang="en-US" altLang="zh-CN" u="none" baseline="-25000">
                  <a:solidFill>
                    <a:schemeClr val="tx1"/>
                  </a:solidFill>
                  <a:latin typeface="Times New Roman" panose="02020603050405020304" pitchFamily="18" charset="0"/>
                  <a:ea typeface="宋体" panose="02010600030101010101" pitchFamily="2" charset="-122"/>
                </a:rPr>
                <a:t>m3</a:t>
              </a:r>
              <a:endParaRPr lang="en-US" altLang="zh-CN" u="none">
                <a:solidFill>
                  <a:schemeClr val="tx1"/>
                </a:solidFill>
                <a:latin typeface="Times New Roman" panose="02020603050405020304" pitchFamily="18" charset="0"/>
                <a:ea typeface="宋体" panose="02010600030101010101" pitchFamily="2" charset="-122"/>
              </a:endParaRPr>
            </a:p>
          </p:txBody>
        </p:sp>
        <p:sp>
          <p:nvSpPr>
            <p:cNvPr id="27" name="Text Box 162">
              <a:extLst>
                <a:ext uri="{FF2B5EF4-FFF2-40B4-BE49-F238E27FC236}">
                  <a16:creationId xmlns:a16="http://schemas.microsoft.com/office/drawing/2014/main" id="{85C1EEB7-EFEA-4861-9230-1BBA254E75B0}"/>
                </a:ext>
              </a:extLst>
            </p:cNvPr>
            <p:cNvSpPr txBox="1">
              <a:spLocks noChangeArrowheads="1"/>
            </p:cNvSpPr>
            <p:nvPr/>
          </p:nvSpPr>
          <p:spPr bwMode="auto">
            <a:xfrm>
              <a:off x="6289675" y="6043613"/>
              <a:ext cx="606425" cy="338137"/>
            </a:xfrm>
            <a:prstGeom prst="rect">
              <a:avLst/>
            </a:prstGeom>
            <a:noFill/>
            <a:ln w="28575">
              <a:solidFill>
                <a:schemeClr val="tx1"/>
              </a:solidFill>
              <a:miter lim="800000"/>
              <a:headEnd/>
              <a:tailEnd type="none" w="sm"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ctr" eaLnBrk="0" hangingPunct="0">
                <a:buClrTx/>
                <a:buFontTx/>
                <a:buNone/>
              </a:pPr>
              <a:r>
                <a:rPr lang="en-US" altLang="zh-CN" u="none">
                  <a:solidFill>
                    <a:schemeClr val="tx1"/>
                  </a:solidFill>
                  <a:latin typeface="Times New Roman" panose="02020603050405020304" pitchFamily="18" charset="0"/>
                  <a:ea typeface="宋体" panose="02010600030101010101" pitchFamily="2" charset="-122"/>
                </a:rPr>
                <a:t>N</a:t>
              </a:r>
              <a:r>
                <a:rPr lang="en-US" altLang="zh-CN" u="none" baseline="-25000">
                  <a:solidFill>
                    <a:schemeClr val="tx1"/>
                  </a:solidFill>
                  <a:latin typeface="Times New Roman" panose="02020603050405020304" pitchFamily="18" charset="0"/>
                  <a:ea typeface="宋体" panose="02010600030101010101" pitchFamily="2" charset="-122"/>
                </a:rPr>
                <a:t>mn</a:t>
              </a:r>
              <a:endParaRPr lang="en-US" altLang="zh-CN" u="none">
                <a:solidFill>
                  <a:schemeClr val="tx1"/>
                </a:solidFill>
                <a:latin typeface="Times New Roman" panose="02020603050405020304" pitchFamily="18" charset="0"/>
                <a:ea typeface="宋体" panose="02010600030101010101" pitchFamily="2" charset="-122"/>
              </a:endParaRPr>
            </a:p>
          </p:txBody>
        </p:sp>
        <p:sp>
          <p:nvSpPr>
            <p:cNvPr id="28" name="Line 163">
              <a:extLst>
                <a:ext uri="{FF2B5EF4-FFF2-40B4-BE49-F238E27FC236}">
                  <a16:creationId xmlns:a16="http://schemas.microsoft.com/office/drawing/2014/main" id="{E0B70AB4-9CE3-4D24-AF16-E301F5541A78}"/>
                </a:ext>
              </a:extLst>
            </p:cNvPr>
            <p:cNvSpPr>
              <a:spLocks noChangeShapeType="1"/>
            </p:cNvSpPr>
            <p:nvPr/>
          </p:nvSpPr>
          <p:spPr bwMode="auto">
            <a:xfrm>
              <a:off x="2854325" y="4019550"/>
              <a:ext cx="0" cy="2193925"/>
            </a:xfrm>
            <a:prstGeom prst="line">
              <a:avLst/>
            </a:prstGeom>
            <a:noFill/>
            <a:ln w="2857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29" name="Line 164">
              <a:extLst>
                <a:ext uri="{FF2B5EF4-FFF2-40B4-BE49-F238E27FC236}">
                  <a16:creationId xmlns:a16="http://schemas.microsoft.com/office/drawing/2014/main" id="{7959E0EF-2F69-4109-8267-FB7D33ED0C0E}"/>
                </a:ext>
              </a:extLst>
            </p:cNvPr>
            <p:cNvSpPr>
              <a:spLocks noChangeShapeType="1"/>
            </p:cNvSpPr>
            <p:nvPr/>
          </p:nvSpPr>
          <p:spPr bwMode="auto">
            <a:xfrm>
              <a:off x="2854325" y="4356100"/>
              <a:ext cx="201613" cy="0"/>
            </a:xfrm>
            <a:prstGeom prst="line">
              <a:avLst/>
            </a:prstGeom>
            <a:noFill/>
            <a:ln w="2857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30" name="Line 165">
              <a:extLst>
                <a:ext uri="{FF2B5EF4-FFF2-40B4-BE49-F238E27FC236}">
                  <a16:creationId xmlns:a16="http://schemas.microsoft.com/office/drawing/2014/main" id="{AE845945-82F9-46C7-B36F-13C3FAC7CF48}"/>
                </a:ext>
              </a:extLst>
            </p:cNvPr>
            <p:cNvSpPr>
              <a:spLocks noChangeShapeType="1"/>
            </p:cNvSpPr>
            <p:nvPr/>
          </p:nvSpPr>
          <p:spPr bwMode="auto">
            <a:xfrm>
              <a:off x="2854325" y="4862513"/>
              <a:ext cx="201613" cy="0"/>
            </a:xfrm>
            <a:prstGeom prst="line">
              <a:avLst/>
            </a:prstGeom>
            <a:noFill/>
            <a:ln w="2857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31" name="Line 166">
              <a:extLst>
                <a:ext uri="{FF2B5EF4-FFF2-40B4-BE49-F238E27FC236}">
                  <a16:creationId xmlns:a16="http://schemas.microsoft.com/office/drawing/2014/main" id="{4C14FF79-C405-4A8B-B5CA-BE8B29835C8F}"/>
                </a:ext>
              </a:extLst>
            </p:cNvPr>
            <p:cNvSpPr>
              <a:spLocks noChangeShapeType="1"/>
            </p:cNvSpPr>
            <p:nvPr/>
          </p:nvSpPr>
          <p:spPr bwMode="auto">
            <a:xfrm>
              <a:off x="2854325" y="5370513"/>
              <a:ext cx="201613" cy="0"/>
            </a:xfrm>
            <a:prstGeom prst="line">
              <a:avLst/>
            </a:prstGeom>
            <a:noFill/>
            <a:ln w="2857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32" name="Line 167">
              <a:extLst>
                <a:ext uri="{FF2B5EF4-FFF2-40B4-BE49-F238E27FC236}">
                  <a16:creationId xmlns:a16="http://schemas.microsoft.com/office/drawing/2014/main" id="{99791A3F-ACAB-4937-BC03-447B937D7EA0}"/>
                </a:ext>
              </a:extLst>
            </p:cNvPr>
            <p:cNvSpPr>
              <a:spLocks noChangeShapeType="1"/>
            </p:cNvSpPr>
            <p:nvPr/>
          </p:nvSpPr>
          <p:spPr bwMode="auto">
            <a:xfrm>
              <a:off x="2854325" y="6213475"/>
              <a:ext cx="201613" cy="0"/>
            </a:xfrm>
            <a:prstGeom prst="line">
              <a:avLst/>
            </a:prstGeom>
            <a:noFill/>
            <a:ln w="2857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36" name="Line 168">
              <a:extLst>
                <a:ext uri="{FF2B5EF4-FFF2-40B4-BE49-F238E27FC236}">
                  <a16:creationId xmlns:a16="http://schemas.microsoft.com/office/drawing/2014/main" id="{B7B4F4A0-1127-44B7-8072-6513C6E9821E}"/>
                </a:ext>
              </a:extLst>
            </p:cNvPr>
            <p:cNvSpPr>
              <a:spLocks noChangeShapeType="1"/>
            </p:cNvSpPr>
            <p:nvPr/>
          </p:nvSpPr>
          <p:spPr bwMode="auto">
            <a:xfrm>
              <a:off x="4268788" y="4019550"/>
              <a:ext cx="0" cy="2193925"/>
            </a:xfrm>
            <a:prstGeom prst="line">
              <a:avLst/>
            </a:prstGeom>
            <a:noFill/>
            <a:ln w="2857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37" name="Line 169">
              <a:extLst>
                <a:ext uri="{FF2B5EF4-FFF2-40B4-BE49-F238E27FC236}">
                  <a16:creationId xmlns:a16="http://schemas.microsoft.com/office/drawing/2014/main" id="{A8C1D1F1-8996-4C8E-9D6A-A9E0371F9170}"/>
                </a:ext>
              </a:extLst>
            </p:cNvPr>
            <p:cNvSpPr>
              <a:spLocks noChangeShapeType="1"/>
            </p:cNvSpPr>
            <p:nvPr/>
          </p:nvSpPr>
          <p:spPr bwMode="auto">
            <a:xfrm>
              <a:off x="4268788" y="4356100"/>
              <a:ext cx="201612" cy="0"/>
            </a:xfrm>
            <a:prstGeom prst="line">
              <a:avLst/>
            </a:prstGeom>
            <a:noFill/>
            <a:ln w="2857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38" name="Line 170">
              <a:extLst>
                <a:ext uri="{FF2B5EF4-FFF2-40B4-BE49-F238E27FC236}">
                  <a16:creationId xmlns:a16="http://schemas.microsoft.com/office/drawing/2014/main" id="{AC007CA6-781F-4FEC-AB49-7575FEC94CFD}"/>
                </a:ext>
              </a:extLst>
            </p:cNvPr>
            <p:cNvSpPr>
              <a:spLocks noChangeShapeType="1"/>
            </p:cNvSpPr>
            <p:nvPr/>
          </p:nvSpPr>
          <p:spPr bwMode="auto">
            <a:xfrm>
              <a:off x="4268788" y="4862513"/>
              <a:ext cx="201612" cy="0"/>
            </a:xfrm>
            <a:prstGeom prst="line">
              <a:avLst/>
            </a:prstGeom>
            <a:noFill/>
            <a:ln w="2857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39" name="Line 171">
              <a:extLst>
                <a:ext uri="{FF2B5EF4-FFF2-40B4-BE49-F238E27FC236}">
                  <a16:creationId xmlns:a16="http://schemas.microsoft.com/office/drawing/2014/main" id="{141B1BC9-0973-4B82-8ADE-22B91E9956B1}"/>
                </a:ext>
              </a:extLst>
            </p:cNvPr>
            <p:cNvSpPr>
              <a:spLocks noChangeShapeType="1"/>
            </p:cNvSpPr>
            <p:nvPr/>
          </p:nvSpPr>
          <p:spPr bwMode="auto">
            <a:xfrm>
              <a:off x="4268788" y="5370513"/>
              <a:ext cx="201612" cy="0"/>
            </a:xfrm>
            <a:prstGeom prst="line">
              <a:avLst/>
            </a:prstGeom>
            <a:noFill/>
            <a:ln w="2857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40" name="Line 172">
              <a:extLst>
                <a:ext uri="{FF2B5EF4-FFF2-40B4-BE49-F238E27FC236}">
                  <a16:creationId xmlns:a16="http://schemas.microsoft.com/office/drawing/2014/main" id="{892BDA26-0BCD-462D-B95B-3946FE11021A}"/>
                </a:ext>
              </a:extLst>
            </p:cNvPr>
            <p:cNvSpPr>
              <a:spLocks noChangeShapeType="1"/>
            </p:cNvSpPr>
            <p:nvPr/>
          </p:nvSpPr>
          <p:spPr bwMode="auto">
            <a:xfrm>
              <a:off x="4268788" y="6213475"/>
              <a:ext cx="201612" cy="0"/>
            </a:xfrm>
            <a:prstGeom prst="line">
              <a:avLst/>
            </a:prstGeom>
            <a:noFill/>
            <a:ln w="2857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41" name="Line 173">
              <a:extLst>
                <a:ext uri="{FF2B5EF4-FFF2-40B4-BE49-F238E27FC236}">
                  <a16:creationId xmlns:a16="http://schemas.microsoft.com/office/drawing/2014/main" id="{6D84A4BE-835D-4AF1-BE54-D3EE887E9A5A}"/>
                </a:ext>
              </a:extLst>
            </p:cNvPr>
            <p:cNvSpPr>
              <a:spLocks noChangeShapeType="1"/>
            </p:cNvSpPr>
            <p:nvPr/>
          </p:nvSpPr>
          <p:spPr bwMode="auto">
            <a:xfrm>
              <a:off x="6088063" y="4019550"/>
              <a:ext cx="0" cy="2193925"/>
            </a:xfrm>
            <a:prstGeom prst="line">
              <a:avLst/>
            </a:prstGeom>
            <a:noFill/>
            <a:ln w="2857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42" name="Line 174">
              <a:extLst>
                <a:ext uri="{FF2B5EF4-FFF2-40B4-BE49-F238E27FC236}">
                  <a16:creationId xmlns:a16="http://schemas.microsoft.com/office/drawing/2014/main" id="{09A82EEF-4266-4632-91F1-B09725050F8D}"/>
                </a:ext>
              </a:extLst>
            </p:cNvPr>
            <p:cNvSpPr>
              <a:spLocks noChangeShapeType="1"/>
            </p:cNvSpPr>
            <p:nvPr/>
          </p:nvSpPr>
          <p:spPr bwMode="auto">
            <a:xfrm>
              <a:off x="6088063" y="4356100"/>
              <a:ext cx="201612" cy="0"/>
            </a:xfrm>
            <a:prstGeom prst="line">
              <a:avLst/>
            </a:prstGeom>
            <a:noFill/>
            <a:ln w="2857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43" name="Line 175">
              <a:extLst>
                <a:ext uri="{FF2B5EF4-FFF2-40B4-BE49-F238E27FC236}">
                  <a16:creationId xmlns:a16="http://schemas.microsoft.com/office/drawing/2014/main" id="{376C8149-355A-4082-9815-ACFEF0D525FB}"/>
                </a:ext>
              </a:extLst>
            </p:cNvPr>
            <p:cNvSpPr>
              <a:spLocks noChangeShapeType="1"/>
            </p:cNvSpPr>
            <p:nvPr/>
          </p:nvSpPr>
          <p:spPr bwMode="auto">
            <a:xfrm>
              <a:off x="6088063" y="4862513"/>
              <a:ext cx="201612" cy="0"/>
            </a:xfrm>
            <a:prstGeom prst="line">
              <a:avLst/>
            </a:prstGeom>
            <a:noFill/>
            <a:ln w="2857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44" name="Line 176">
              <a:extLst>
                <a:ext uri="{FF2B5EF4-FFF2-40B4-BE49-F238E27FC236}">
                  <a16:creationId xmlns:a16="http://schemas.microsoft.com/office/drawing/2014/main" id="{FD0A7C60-FF6C-4C95-BEBB-CE7E80B95B8B}"/>
                </a:ext>
              </a:extLst>
            </p:cNvPr>
            <p:cNvSpPr>
              <a:spLocks noChangeShapeType="1"/>
            </p:cNvSpPr>
            <p:nvPr/>
          </p:nvSpPr>
          <p:spPr bwMode="auto">
            <a:xfrm>
              <a:off x="6088063" y="5370513"/>
              <a:ext cx="201612" cy="0"/>
            </a:xfrm>
            <a:prstGeom prst="line">
              <a:avLst/>
            </a:prstGeom>
            <a:noFill/>
            <a:ln w="2857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45" name="Line 177">
              <a:extLst>
                <a:ext uri="{FF2B5EF4-FFF2-40B4-BE49-F238E27FC236}">
                  <a16:creationId xmlns:a16="http://schemas.microsoft.com/office/drawing/2014/main" id="{AC0E3CCC-63CB-406B-8ADB-EA02EB8F93A8}"/>
                </a:ext>
              </a:extLst>
            </p:cNvPr>
            <p:cNvSpPr>
              <a:spLocks noChangeShapeType="1"/>
            </p:cNvSpPr>
            <p:nvPr/>
          </p:nvSpPr>
          <p:spPr bwMode="auto">
            <a:xfrm>
              <a:off x="6088063" y="6213475"/>
              <a:ext cx="201612" cy="0"/>
            </a:xfrm>
            <a:prstGeom prst="line">
              <a:avLst/>
            </a:prstGeom>
            <a:noFill/>
            <a:ln w="28575">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endParaRPr lang="zh-CN" altLang="en-US"/>
            </a:p>
          </p:txBody>
        </p:sp>
        <p:sp>
          <p:nvSpPr>
            <p:cNvPr id="46" name="Text Box 178">
              <a:extLst>
                <a:ext uri="{FF2B5EF4-FFF2-40B4-BE49-F238E27FC236}">
                  <a16:creationId xmlns:a16="http://schemas.microsoft.com/office/drawing/2014/main" id="{384ABCAE-74C6-40B2-A1D2-16DDB033E0F9}"/>
                </a:ext>
              </a:extLst>
            </p:cNvPr>
            <p:cNvSpPr txBox="1">
              <a:spLocks noChangeArrowheads="1"/>
            </p:cNvSpPr>
            <p:nvPr/>
          </p:nvSpPr>
          <p:spPr bwMode="auto">
            <a:xfrm>
              <a:off x="3040063" y="5537200"/>
              <a:ext cx="412750" cy="3667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en-US" altLang="zh-CN" u="none"/>
                <a:t>…</a:t>
              </a:r>
            </a:p>
          </p:txBody>
        </p:sp>
        <p:sp>
          <p:nvSpPr>
            <p:cNvPr id="47" name="Text Box 179">
              <a:extLst>
                <a:ext uri="{FF2B5EF4-FFF2-40B4-BE49-F238E27FC236}">
                  <a16:creationId xmlns:a16="http://schemas.microsoft.com/office/drawing/2014/main" id="{7ED3C402-2B71-4F5B-A86E-E2060CF2AAFF}"/>
                </a:ext>
              </a:extLst>
            </p:cNvPr>
            <p:cNvSpPr txBox="1">
              <a:spLocks noChangeArrowheads="1"/>
            </p:cNvSpPr>
            <p:nvPr/>
          </p:nvSpPr>
          <p:spPr bwMode="auto">
            <a:xfrm>
              <a:off x="4427538" y="5589588"/>
              <a:ext cx="412750" cy="366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en-US" altLang="zh-CN" u="none"/>
                <a:t>…</a:t>
              </a:r>
            </a:p>
          </p:txBody>
        </p:sp>
        <p:sp>
          <p:nvSpPr>
            <p:cNvPr id="48" name="Text Box 180">
              <a:extLst>
                <a:ext uri="{FF2B5EF4-FFF2-40B4-BE49-F238E27FC236}">
                  <a16:creationId xmlns:a16="http://schemas.microsoft.com/office/drawing/2014/main" id="{C4FB695C-D073-4E5D-B26E-BD23EB8D3089}"/>
                </a:ext>
              </a:extLst>
            </p:cNvPr>
            <p:cNvSpPr txBox="1">
              <a:spLocks noChangeArrowheads="1"/>
            </p:cNvSpPr>
            <p:nvPr/>
          </p:nvSpPr>
          <p:spPr bwMode="auto">
            <a:xfrm>
              <a:off x="6300788" y="5589588"/>
              <a:ext cx="412750" cy="366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en-US" altLang="zh-CN" u="none"/>
                <a:t>…</a:t>
              </a:r>
            </a:p>
          </p:txBody>
        </p:sp>
        <p:sp>
          <p:nvSpPr>
            <p:cNvPr id="49" name="Oval 181">
              <a:extLst>
                <a:ext uri="{FF2B5EF4-FFF2-40B4-BE49-F238E27FC236}">
                  <a16:creationId xmlns:a16="http://schemas.microsoft.com/office/drawing/2014/main" id="{5248CD73-B3B2-4F7E-AE55-9FFFC852DD8D}"/>
                </a:ext>
              </a:extLst>
            </p:cNvPr>
            <p:cNvSpPr>
              <a:spLocks noChangeArrowheads="1"/>
            </p:cNvSpPr>
            <p:nvPr/>
          </p:nvSpPr>
          <p:spPr bwMode="auto">
            <a:xfrm>
              <a:off x="4427538" y="3284538"/>
              <a:ext cx="71437" cy="71437"/>
            </a:xfrm>
            <a:prstGeom prst="ellipse">
              <a:avLst/>
            </a:prstGeom>
            <a:solidFill>
              <a:schemeClr val="tx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Text Box 182">
              <a:extLst>
                <a:ext uri="{FF2B5EF4-FFF2-40B4-BE49-F238E27FC236}">
                  <a16:creationId xmlns:a16="http://schemas.microsoft.com/office/drawing/2014/main" id="{2C24F42A-5652-45B4-9A9E-66F5A4C30CAF}"/>
                </a:ext>
              </a:extLst>
            </p:cNvPr>
            <p:cNvSpPr txBox="1">
              <a:spLocks noChangeArrowheads="1"/>
            </p:cNvSpPr>
            <p:nvPr/>
          </p:nvSpPr>
          <p:spPr bwMode="auto">
            <a:xfrm>
              <a:off x="4787900" y="2924175"/>
              <a:ext cx="1327150" cy="3667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u="none"/>
                <a:t>按功能分解</a:t>
              </a:r>
            </a:p>
          </p:txBody>
        </p:sp>
        <p:sp>
          <p:nvSpPr>
            <p:cNvPr id="51" name="Text Box 183">
              <a:extLst>
                <a:ext uri="{FF2B5EF4-FFF2-40B4-BE49-F238E27FC236}">
                  <a16:creationId xmlns:a16="http://schemas.microsoft.com/office/drawing/2014/main" id="{1FA1D528-9847-410D-B677-F3C0343D34F9}"/>
                </a:ext>
              </a:extLst>
            </p:cNvPr>
            <p:cNvSpPr txBox="1">
              <a:spLocks noChangeArrowheads="1"/>
            </p:cNvSpPr>
            <p:nvPr/>
          </p:nvSpPr>
          <p:spPr bwMode="auto">
            <a:xfrm>
              <a:off x="5219700" y="3716338"/>
              <a:ext cx="412750" cy="366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en-US" altLang="zh-CN" u="none"/>
                <a:t>…</a:t>
              </a:r>
            </a:p>
          </p:txBody>
        </p:sp>
        <p:sp>
          <p:nvSpPr>
            <p:cNvPr id="52" name="Text Box 184">
              <a:extLst>
                <a:ext uri="{FF2B5EF4-FFF2-40B4-BE49-F238E27FC236}">
                  <a16:creationId xmlns:a16="http://schemas.microsoft.com/office/drawing/2014/main" id="{4FBE514E-C1EA-4B2D-AB6B-1911FC31B3D2}"/>
                </a:ext>
              </a:extLst>
            </p:cNvPr>
            <p:cNvSpPr txBox="1">
              <a:spLocks noChangeArrowheads="1"/>
            </p:cNvSpPr>
            <p:nvPr/>
          </p:nvSpPr>
          <p:spPr bwMode="auto">
            <a:xfrm>
              <a:off x="5364163" y="5589588"/>
              <a:ext cx="412750" cy="366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en-US" altLang="zh-CN" u="none"/>
                <a:t>…</a:t>
              </a:r>
            </a:p>
          </p:txBody>
        </p:sp>
        <p:sp>
          <p:nvSpPr>
            <p:cNvPr id="53" name="Text Box 185">
              <a:extLst>
                <a:ext uri="{FF2B5EF4-FFF2-40B4-BE49-F238E27FC236}">
                  <a16:creationId xmlns:a16="http://schemas.microsoft.com/office/drawing/2014/main" id="{BA15FA9F-716A-4AE5-8A36-F0896B1F8CDF}"/>
                </a:ext>
              </a:extLst>
            </p:cNvPr>
            <p:cNvSpPr txBox="1">
              <a:spLocks noChangeArrowheads="1"/>
            </p:cNvSpPr>
            <p:nvPr/>
          </p:nvSpPr>
          <p:spPr bwMode="auto">
            <a:xfrm>
              <a:off x="1763713" y="4149725"/>
              <a:ext cx="514350" cy="216058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nSpc>
                  <a:spcPct val="120000"/>
                </a:lnSpc>
              </a:pPr>
              <a:r>
                <a:rPr lang="zh-CN" altLang="en-US" u="none"/>
                <a:t>生存周期阶段分解</a:t>
              </a:r>
            </a:p>
          </p:txBody>
        </p:sp>
      </p:grpSp>
    </p:spTree>
    <p:extLst>
      <p:ext uri="{BB962C8B-B14F-4D97-AF65-F5344CB8AC3E}">
        <p14:creationId xmlns:p14="http://schemas.microsoft.com/office/powerpoint/2010/main" val="377125739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2D3238F-2A5B-4153-A16B-9233629260E3}"/>
              </a:ext>
            </a:extLst>
          </p:cNvPr>
          <p:cNvPicPr>
            <a:picLocks noChangeAspect="1"/>
          </p:cNvPicPr>
          <p:nvPr/>
        </p:nvPicPr>
        <p:blipFill>
          <a:blip r:embed="rId3"/>
          <a:stretch>
            <a:fillRect/>
          </a:stretch>
        </p:blipFill>
        <p:spPr>
          <a:xfrm>
            <a:off x="1750850" y="92075"/>
            <a:ext cx="5918957" cy="4959350"/>
          </a:xfrm>
          <a:prstGeom prst="rect">
            <a:avLst/>
          </a:prstGeom>
        </p:spPr>
      </p:pic>
      <p:sp>
        <p:nvSpPr>
          <p:cNvPr id="4" name="Rectangle 65">
            <a:extLst>
              <a:ext uri="{FF2B5EF4-FFF2-40B4-BE49-F238E27FC236}">
                <a16:creationId xmlns:a16="http://schemas.microsoft.com/office/drawing/2014/main" id="{CCD1A25C-018C-4618-A02A-9E6268A93856}"/>
              </a:ext>
            </a:extLst>
          </p:cNvPr>
          <p:cNvSpPr>
            <a:spLocks noChangeArrowheads="1"/>
          </p:cNvSpPr>
          <p:nvPr/>
        </p:nvSpPr>
        <p:spPr bwMode="auto">
          <a:xfrm>
            <a:off x="821697" y="92075"/>
            <a:ext cx="433388" cy="4909036"/>
          </a:xfrm>
          <a:prstGeom prst="rect">
            <a:avLst/>
          </a:prstGeom>
          <a:solidFill>
            <a:schemeClr val="bg1"/>
          </a:solidFill>
          <a:ln w="57150" cmpd="thinThick" algn="ctr">
            <a:solidFill>
              <a:srgbClr val="CC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eaLnBrk="0" hangingPunct="0">
              <a:spcBef>
                <a:spcPct val="50000"/>
              </a:spcBef>
              <a:buClrTx/>
              <a:buFontTx/>
              <a:buNone/>
            </a:pPr>
            <a:r>
              <a:rPr lang="zh-CN" altLang="en-US" sz="1600" u="none" dirty="0"/>
              <a:t>功</a:t>
            </a:r>
          </a:p>
          <a:p>
            <a:pPr eaLnBrk="0" hangingPunct="0">
              <a:spcBef>
                <a:spcPct val="50000"/>
              </a:spcBef>
              <a:buClrTx/>
              <a:buFontTx/>
              <a:buNone/>
            </a:pPr>
            <a:r>
              <a:rPr lang="zh-CN" altLang="en-US" sz="1600" u="none" dirty="0"/>
              <a:t>能</a:t>
            </a:r>
          </a:p>
          <a:p>
            <a:pPr eaLnBrk="0" hangingPunct="0">
              <a:spcBef>
                <a:spcPct val="50000"/>
              </a:spcBef>
              <a:buClrTx/>
              <a:buFontTx/>
              <a:buNone/>
            </a:pPr>
            <a:r>
              <a:rPr lang="zh-CN" altLang="en-US" sz="1600" u="none" dirty="0"/>
              <a:t>分</a:t>
            </a:r>
          </a:p>
          <a:p>
            <a:pPr eaLnBrk="0" hangingPunct="0">
              <a:spcBef>
                <a:spcPct val="50000"/>
              </a:spcBef>
              <a:buClrTx/>
              <a:buFontTx/>
              <a:buNone/>
            </a:pPr>
            <a:r>
              <a:rPr lang="zh-CN" altLang="en-US" sz="1600" u="none" dirty="0"/>
              <a:t>解</a:t>
            </a:r>
          </a:p>
          <a:p>
            <a:pPr eaLnBrk="0" hangingPunct="0">
              <a:spcBef>
                <a:spcPct val="50000"/>
              </a:spcBef>
              <a:buClrTx/>
              <a:buFontTx/>
              <a:buNone/>
            </a:pPr>
            <a:r>
              <a:rPr lang="zh-CN" altLang="en-US" sz="1600" u="none" dirty="0"/>
              <a:t>法</a:t>
            </a:r>
          </a:p>
          <a:p>
            <a:pPr eaLnBrk="0" hangingPunct="0">
              <a:spcBef>
                <a:spcPct val="50000"/>
              </a:spcBef>
              <a:buClrTx/>
              <a:buFontTx/>
              <a:buNone/>
            </a:pPr>
            <a:r>
              <a:rPr lang="zh-CN" altLang="en-US" sz="1600" u="none" dirty="0"/>
              <a:t>的</a:t>
            </a:r>
          </a:p>
          <a:p>
            <a:pPr eaLnBrk="0" hangingPunct="0">
              <a:spcBef>
                <a:spcPct val="50000"/>
              </a:spcBef>
              <a:buClrTx/>
              <a:buFontTx/>
              <a:buNone/>
            </a:pPr>
            <a:r>
              <a:rPr lang="zh-CN" altLang="en-US" sz="1600" u="none" dirty="0"/>
              <a:t>成</a:t>
            </a:r>
          </a:p>
          <a:p>
            <a:pPr eaLnBrk="0" hangingPunct="0">
              <a:spcBef>
                <a:spcPct val="50000"/>
              </a:spcBef>
              <a:buClrTx/>
              <a:buFontTx/>
              <a:buNone/>
            </a:pPr>
            <a:r>
              <a:rPr lang="zh-CN" altLang="en-US" sz="1600" u="none" dirty="0"/>
              <a:t>本</a:t>
            </a:r>
          </a:p>
          <a:p>
            <a:pPr eaLnBrk="0" hangingPunct="0">
              <a:spcBef>
                <a:spcPct val="50000"/>
              </a:spcBef>
              <a:buClrTx/>
              <a:buFontTx/>
              <a:buNone/>
            </a:pPr>
            <a:r>
              <a:rPr lang="zh-CN" altLang="en-US" sz="1600" u="none" dirty="0"/>
              <a:t>测</a:t>
            </a:r>
          </a:p>
          <a:p>
            <a:pPr eaLnBrk="0" hangingPunct="0">
              <a:spcBef>
                <a:spcPct val="50000"/>
              </a:spcBef>
              <a:buClrTx/>
              <a:buFontTx/>
              <a:buNone/>
            </a:pPr>
            <a:r>
              <a:rPr lang="zh-CN" altLang="en-US" sz="1600" u="none" dirty="0"/>
              <a:t>算</a:t>
            </a:r>
          </a:p>
          <a:p>
            <a:pPr eaLnBrk="0" hangingPunct="0">
              <a:spcBef>
                <a:spcPct val="50000"/>
              </a:spcBef>
              <a:buClrTx/>
              <a:buFontTx/>
              <a:buNone/>
            </a:pPr>
            <a:r>
              <a:rPr lang="zh-CN" altLang="en-US" sz="1600" u="none" dirty="0"/>
              <a:t>流</a:t>
            </a:r>
          </a:p>
          <a:p>
            <a:pPr eaLnBrk="0" hangingPunct="0">
              <a:spcBef>
                <a:spcPct val="50000"/>
              </a:spcBef>
              <a:buClrTx/>
              <a:buFontTx/>
              <a:buNone/>
            </a:pPr>
            <a:r>
              <a:rPr lang="zh-CN" altLang="en-US" sz="1600" u="none" dirty="0"/>
              <a:t>程</a:t>
            </a:r>
          </a:p>
          <a:p>
            <a:pPr eaLnBrk="0" hangingPunct="0">
              <a:spcBef>
                <a:spcPct val="50000"/>
              </a:spcBef>
              <a:buClrTx/>
              <a:buFontTx/>
              <a:buNone/>
            </a:pPr>
            <a:r>
              <a:rPr lang="zh-CN" altLang="en-US" sz="1600" u="none" dirty="0"/>
              <a:t>图</a:t>
            </a:r>
          </a:p>
        </p:txBody>
      </p:sp>
    </p:spTree>
    <p:extLst>
      <p:ext uri="{BB962C8B-B14F-4D97-AF65-F5344CB8AC3E}">
        <p14:creationId xmlns:p14="http://schemas.microsoft.com/office/powerpoint/2010/main" val="2870330272"/>
      </p:ext>
    </p:extLst>
  </p:cSld>
  <p:clrMapOvr>
    <a:masterClrMapping/>
  </p:clrMapOvr>
  <p:transition spd="slow">
    <p:pull/>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44677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3.2.1 </a:t>
            </a:r>
            <a:r>
              <a:rPr lang="zh-CN" altLang="en-US" sz="2400" spc="300" dirty="0">
                <a:latin typeface="微软雅黑" panose="020B0503020204020204" pitchFamily="34" charset="-122"/>
                <a:ea typeface="微软雅黑" panose="020B0503020204020204" pitchFamily="34" charset="-122"/>
              </a:rPr>
              <a:t>功能分解法</a:t>
            </a:r>
            <a:r>
              <a:rPr lang="en-US" altLang="zh-CN" sz="2400" spc="300" dirty="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例</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460756"/>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例</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3.1] </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某计算机辅助设计（</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CAD</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）软件是计算机集成制造系统（ </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CIMS </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）的一个子系统，根据对用户的需求调查与分析，确定该系统按功能可划分成</a:t>
                </a:r>
                <a:r>
                  <a:rPr lang="zh-CN" altLang="en-US" sz="1600" b="1" i="0" u="none" strike="noStrike" baseline="0" dirty="0">
                    <a:solidFill>
                      <a:srgbClr val="FF0000"/>
                    </a:solidFill>
                    <a:latin typeface="华文楷体" panose="02010600040101010101" pitchFamily="2" charset="-122"/>
                    <a:ea typeface="华文楷体" panose="02010600040101010101" pitchFamily="2" charset="-122"/>
                  </a:rPr>
                  <a:t>七个功能模块</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，它们分别是用户接口控制模块、二维几何造型模块、三维几何造型模块、数据结构管理模块、外部设备控制模块、计算机图形显示模块和设计分析模块。试对该软件系统作成本与工作量估算。</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解：设上述七个功能模块分别记为</a:t>
                </a:r>
                <a14:m>
                  <m:oMath xmlns:m="http://schemas.openxmlformats.org/officeDocument/2006/math">
                    <m:sSub>
                      <m:sSubPr>
                        <m:ctrlPr>
                          <a:rPr lang="zh-CN" altLang="en-US" sz="1600" i="1" smtClean="0">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𝑁</m:t>
                        </m:r>
                      </m:e>
                      <m:sub>
                        <m:r>
                          <a:rPr lang="zh-CN" altLang="en-US" sz="1600" i="1">
                            <a:solidFill>
                              <a:srgbClr val="000000"/>
                            </a:solidFill>
                            <a:latin typeface="Cambria Math" panose="02040503050406030204" pitchFamily="18" charset="0"/>
                          </a:rPr>
                          <m:t>1</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𝑁</m:t>
                        </m:r>
                      </m:e>
                      <m:sub>
                        <m:r>
                          <a:rPr lang="zh-CN" altLang="en-US" sz="1600" i="1">
                            <a:solidFill>
                              <a:srgbClr val="000000"/>
                            </a:solidFill>
                            <a:latin typeface="Cambria Math" panose="02040503050406030204" pitchFamily="18" charset="0"/>
                          </a:rPr>
                          <m:t>2</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𝑁</m:t>
                        </m:r>
                      </m:e>
                      <m:sub>
                        <m:r>
                          <a:rPr lang="zh-CN" altLang="en-US" sz="1600" i="1">
                            <a:solidFill>
                              <a:srgbClr val="000000"/>
                            </a:solidFill>
                            <a:latin typeface="Cambria Math" panose="02040503050406030204" pitchFamily="18" charset="0"/>
                          </a:rPr>
                          <m:t>3</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𝑁</m:t>
                        </m:r>
                      </m:e>
                      <m:sub>
                        <m:r>
                          <a:rPr lang="zh-CN" altLang="en-US" sz="1600" i="1">
                            <a:solidFill>
                              <a:srgbClr val="000000"/>
                            </a:solidFill>
                            <a:latin typeface="Cambria Math" panose="02040503050406030204" pitchFamily="18" charset="0"/>
                          </a:rPr>
                          <m:t>4</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𝑁</m:t>
                        </m:r>
                      </m:e>
                      <m:sub>
                        <m:r>
                          <a:rPr lang="zh-CN" altLang="en-US" sz="1600" i="1">
                            <a:solidFill>
                              <a:srgbClr val="000000"/>
                            </a:solidFill>
                            <a:latin typeface="Cambria Math" panose="02040503050406030204" pitchFamily="18" charset="0"/>
                          </a:rPr>
                          <m:t>5</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𝑁</m:t>
                        </m:r>
                      </m:e>
                      <m:sub>
                        <m:r>
                          <a:rPr lang="zh-CN" altLang="en-US" sz="1600" i="1">
                            <a:solidFill>
                              <a:srgbClr val="000000"/>
                            </a:solidFill>
                            <a:latin typeface="Cambria Math" panose="02040503050406030204" pitchFamily="18" charset="0"/>
                          </a:rPr>
                          <m:t>6</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𝑁</m:t>
                        </m:r>
                      </m:e>
                      <m:sub>
                        <m:r>
                          <a:rPr lang="zh-CN" altLang="en-US" sz="1600" i="1">
                            <a:solidFill>
                              <a:srgbClr val="000000"/>
                            </a:solidFill>
                            <a:latin typeface="Cambria Math" panose="02040503050406030204" pitchFamily="18" charset="0"/>
                          </a:rPr>
                          <m:t>7</m:t>
                        </m:r>
                      </m:sub>
                    </m:sSub>
                    <m:r>
                      <a:rPr lang="zh-CN" altLang="en-US" sz="1600" i="1">
                        <a:solidFill>
                          <a:srgbClr val="000000"/>
                        </a:solidFill>
                        <a:latin typeface="Cambria Math" panose="02040503050406030204" pitchFamily="18" charset="0"/>
                      </a:rPr>
                      <m:t>,</m:t>
                    </m:r>
                  </m:oMath>
                </a14:m>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各功能模块的成本费用率</a:t>
                </a:r>
                <a14:m>
                  <m:oMath xmlns:m="http://schemas.openxmlformats.org/officeDocument/2006/math">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𝐶</m:t>
                        </m:r>
                      </m:e>
                      <m:sub>
                        <m:r>
                          <a:rPr lang="zh-CN" altLang="en-US" sz="1600" i="1">
                            <a:solidFill>
                              <a:srgbClr val="000000"/>
                            </a:solidFill>
                            <a:latin typeface="Cambria Math" panose="02040503050406030204" pitchFamily="18" charset="0"/>
                          </a:rPr>
                          <m:t>𝑜𝑗</m:t>
                        </m:r>
                      </m:sub>
                    </m:sSub>
                  </m:oMath>
                </a14:m>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（单位：元</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行），劳动生产率 </a:t>
                </a:r>
                <a14:m>
                  <m:oMath xmlns:m="http://schemas.openxmlformats.org/officeDocument/2006/math">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𝐸</m:t>
                        </m:r>
                      </m:e>
                      <m:sub>
                        <m:r>
                          <a:rPr lang="zh-CN" altLang="en-US" sz="1600" i="1">
                            <a:solidFill>
                              <a:srgbClr val="000000"/>
                            </a:solidFill>
                            <a:latin typeface="Cambria Math" panose="02040503050406030204" pitchFamily="18" charset="0"/>
                          </a:rPr>
                          <m:t>𝑜𝑗</m:t>
                        </m:r>
                      </m:sub>
                    </m:sSub>
                  </m:oMath>
                </a14:m>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（单位：行</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人月）及各阶段的工时费用率</a:t>
                </a:r>
                <a14:m>
                  <m:oMath xmlns:m="http://schemas.openxmlformats.org/officeDocument/2006/math">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𝛼</m:t>
                        </m:r>
                      </m:e>
                      <m:sub>
                        <m:r>
                          <a:rPr lang="zh-CN" altLang="en-US" sz="1600" i="1">
                            <a:solidFill>
                              <a:srgbClr val="000000"/>
                            </a:solidFill>
                            <a:latin typeface="Cambria Math" panose="02040503050406030204" pitchFamily="18" charset="0"/>
                          </a:rPr>
                          <m:t>𝑗</m:t>
                        </m:r>
                      </m:sub>
                    </m:sSub>
                  </m:oMath>
                </a14:m>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  （单位：元</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人月）</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由该企业的软件构建（历史）信息库可得数据见表</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3.3</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，其中软件生存周期仅考虑需求分析、设计、编码、测试四个阶段。</a:t>
                </a:r>
              </a:p>
            </p:txBody>
          </p:sp>
        </mc:Choice>
        <mc:Fallback xmlns="">
          <p:sp>
            <p:nvSpPr>
              <p:cNvPr id="2" name="矩形 1">
                <a:extLst>
                  <a:ext uri="{FF2B5EF4-FFF2-40B4-BE49-F238E27FC236}">
                    <a16:creationId xmlns:a16="http://schemas.microsoft.com/office/drawing/2014/main" id="{1A343DEC-CFF6-41F5-B87C-0DFC08C67B76}"/>
                  </a:ext>
                </a:extLst>
              </p:cNvPr>
              <p:cNvSpPr>
                <a:spLocks noRot="1" noChangeAspect="1" noMove="1" noResize="1" noEditPoints="1" noAdjustHandles="1" noChangeArrowheads="1" noChangeShapeType="1" noTextEdit="1"/>
              </p:cNvSpPr>
              <p:nvPr/>
            </p:nvSpPr>
            <p:spPr>
              <a:xfrm>
                <a:off x="611831" y="843428"/>
                <a:ext cx="7920338" cy="3460756"/>
              </a:xfrm>
              <a:prstGeom prst="rect">
                <a:avLst/>
              </a:prstGeom>
              <a:blipFill>
                <a:blip r:embed="rId3"/>
                <a:stretch>
                  <a:fillRect l="-308" r="-3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861568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44677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3.2.1 </a:t>
            </a:r>
            <a:r>
              <a:rPr lang="zh-CN" altLang="en-US" sz="2400" spc="300" dirty="0">
                <a:latin typeface="微软雅黑" panose="020B0503020204020204" pitchFamily="34" charset="-122"/>
                <a:ea typeface="微软雅黑" panose="020B0503020204020204" pitchFamily="34" charset="-122"/>
              </a:rPr>
              <a:t>功能分解法</a:t>
            </a:r>
            <a:r>
              <a:rPr lang="en-US" altLang="zh-CN" sz="2400" spc="300" dirty="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例</a:t>
            </a:r>
          </a:p>
        </p:txBody>
      </p:sp>
      <mc:AlternateContent xmlns:mc="http://schemas.openxmlformats.org/markup-compatibility/2006" xmlns:a14="http://schemas.microsoft.com/office/drawing/2010/main">
        <mc:Choice Requires="a14">
          <p:graphicFrame>
            <p:nvGraphicFramePr>
              <p:cNvPr id="6" name="Group 67">
                <a:extLst>
                  <a:ext uri="{FF2B5EF4-FFF2-40B4-BE49-F238E27FC236}">
                    <a16:creationId xmlns:a16="http://schemas.microsoft.com/office/drawing/2014/main" id="{5E65FDB1-614C-412E-B5D3-53DF30517194}"/>
                  </a:ext>
                </a:extLst>
              </p:cNvPr>
              <p:cNvGraphicFramePr>
                <a:graphicFrameLocks/>
              </p:cNvGraphicFramePr>
              <p:nvPr>
                <p:extLst>
                  <p:ext uri="{D42A27DB-BD31-4B8C-83A1-F6EECF244321}">
                    <p14:modId xmlns:p14="http://schemas.microsoft.com/office/powerpoint/2010/main" val="1789892516"/>
                  </p:ext>
                </p:extLst>
              </p:nvPr>
            </p:nvGraphicFramePr>
            <p:xfrm>
              <a:off x="555625" y="676214"/>
              <a:ext cx="7915275" cy="4412418"/>
            </p:xfrm>
            <a:graphic>
              <a:graphicData uri="http://schemas.openxmlformats.org/drawingml/2006/table">
                <a:tbl>
                  <a:tblPr/>
                  <a:tblGrid>
                    <a:gridCol w="1560513">
                      <a:extLst>
                        <a:ext uri="{9D8B030D-6E8A-4147-A177-3AD203B41FA5}">
                          <a16:colId xmlns:a16="http://schemas.microsoft.com/office/drawing/2014/main" val="20000"/>
                        </a:ext>
                      </a:extLst>
                    </a:gridCol>
                    <a:gridCol w="908050">
                      <a:extLst>
                        <a:ext uri="{9D8B030D-6E8A-4147-A177-3AD203B41FA5}">
                          <a16:colId xmlns:a16="http://schemas.microsoft.com/office/drawing/2014/main" val="20001"/>
                        </a:ext>
                      </a:extLst>
                    </a:gridCol>
                    <a:gridCol w="427037">
                      <a:extLst>
                        <a:ext uri="{9D8B030D-6E8A-4147-A177-3AD203B41FA5}">
                          <a16:colId xmlns:a16="http://schemas.microsoft.com/office/drawing/2014/main" val="20002"/>
                        </a:ext>
                      </a:extLst>
                    </a:gridCol>
                    <a:gridCol w="452438">
                      <a:extLst>
                        <a:ext uri="{9D8B030D-6E8A-4147-A177-3AD203B41FA5}">
                          <a16:colId xmlns:a16="http://schemas.microsoft.com/office/drawing/2014/main" val="20003"/>
                        </a:ext>
                      </a:extLst>
                    </a:gridCol>
                    <a:gridCol w="936625">
                      <a:extLst>
                        <a:ext uri="{9D8B030D-6E8A-4147-A177-3AD203B41FA5}">
                          <a16:colId xmlns:a16="http://schemas.microsoft.com/office/drawing/2014/main" val="20004"/>
                        </a:ext>
                      </a:extLst>
                    </a:gridCol>
                    <a:gridCol w="469900">
                      <a:extLst>
                        <a:ext uri="{9D8B030D-6E8A-4147-A177-3AD203B41FA5}">
                          <a16:colId xmlns:a16="http://schemas.microsoft.com/office/drawing/2014/main" val="20005"/>
                        </a:ext>
                      </a:extLst>
                    </a:gridCol>
                    <a:gridCol w="438150">
                      <a:extLst>
                        <a:ext uri="{9D8B030D-6E8A-4147-A177-3AD203B41FA5}">
                          <a16:colId xmlns:a16="http://schemas.microsoft.com/office/drawing/2014/main" val="20006"/>
                        </a:ext>
                      </a:extLst>
                    </a:gridCol>
                    <a:gridCol w="906462">
                      <a:extLst>
                        <a:ext uri="{9D8B030D-6E8A-4147-A177-3AD203B41FA5}">
                          <a16:colId xmlns:a16="http://schemas.microsoft.com/office/drawing/2014/main" val="20007"/>
                        </a:ext>
                      </a:extLst>
                    </a:gridCol>
                    <a:gridCol w="455613">
                      <a:extLst>
                        <a:ext uri="{9D8B030D-6E8A-4147-A177-3AD203B41FA5}">
                          <a16:colId xmlns:a16="http://schemas.microsoft.com/office/drawing/2014/main" val="20008"/>
                        </a:ext>
                      </a:extLst>
                    </a:gridCol>
                    <a:gridCol w="452437">
                      <a:extLst>
                        <a:ext uri="{9D8B030D-6E8A-4147-A177-3AD203B41FA5}">
                          <a16:colId xmlns:a16="http://schemas.microsoft.com/office/drawing/2014/main" val="20009"/>
                        </a:ext>
                      </a:extLst>
                    </a:gridCol>
                    <a:gridCol w="908050">
                      <a:extLst>
                        <a:ext uri="{9D8B030D-6E8A-4147-A177-3AD203B41FA5}">
                          <a16:colId xmlns:a16="http://schemas.microsoft.com/office/drawing/2014/main" val="20010"/>
                        </a:ext>
                      </a:extLst>
                    </a:gridCol>
                  </a:tblGrid>
                  <a:tr h="50704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宋体" pitchFamily="2" charset="-122"/>
                              <a:ea typeface="宋体" pitchFamily="2" charset="-122"/>
                            </a:rPr>
                            <a:t>      </a:t>
                          </a:r>
                          <a:r>
                            <a:rPr kumimoji="1" lang="zh-CN" altLang="en-US" sz="1600" b="1" i="0" u="none" strike="noStrike" cap="none" normalizeH="0" baseline="0" dirty="0">
                              <a:ln>
                                <a:noFill/>
                              </a:ln>
                              <a:solidFill>
                                <a:schemeClr val="tx1"/>
                              </a:solidFill>
                              <a:effectLst/>
                              <a:latin typeface="宋体" pitchFamily="2" charset="-122"/>
                              <a:ea typeface="宋体" pitchFamily="2" charset="-122"/>
                            </a:rPr>
                            <a:t>模块</a:t>
                          </a:r>
                          <a:endParaRPr kumimoji="1" lang="zh-CN" altLang="en-US" sz="1600" b="1" i="0" u="none" strike="noStrike" cap="none" normalizeH="0" baseline="0" dirty="0">
                            <a:ln>
                              <a:noFill/>
                            </a:ln>
                            <a:solidFill>
                              <a:schemeClr val="tx1"/>
                            </a:solidFill>
                            <a:effectLst/>
                            <a:latin typeface="宋体" pitchFamily="2" charset="-122"/>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宋体" pitchFamily="2" charset="-122"/>
                              <a:ea typeface="宋体" pitchFamily="2" charset="-122"/>
                            </a:rPr>
                            <a:t>             工程</a:t>
                          </a:r>
                        </a:p>
                        <a:p>
                          <a:pPr marL="0" marR="0" lvl="0" indent="0" algn="l" defTabSz="914400" rtl="0" eaLnBrk="0" fontAlgn="base" latinLnBrk="0" hangingPunct="0">
                            <a:lnSpc>
                              <a:spcPct val="100000"/>
                            </a:lnSpc>
                            <a:spcBef>
                              <a:spcPct val="3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宋体" pitchFamily="2" charset="-122"/>
                              <a:ea typeface="宋体" pitchFamily="2" charset="-122"/>
                            </a:rPr>
                            <a:t>经济参数</a:t>
                          </a:r>
                        </a:p>
                      </a:txBody>
                      <a:tcPr marT="45714" marB="4571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4</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5</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6</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7</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4" marB="45714"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6503">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1600" b="1" i="0" u="none" strike="noStrike" cap="none" normalizeH="0" baseline="0" dirty="0">
                              <a:ln>
                                <a:noFill/>
                              </a:ln>
                              <a:solidFill>
                                <a:schemeClr val="tx1"/>
                              </a:solidFill>
                              <a:effectLst/>
                              <a:latin typeface="宋体" pitchFamily="2" charset="-122"/>
                              <a:ea typeface="宋体" pitchFamily="2" charset="-122"/>
                            </a:rPr>
                            <a:t>成本费用</a:t>
                          </a:r>
                          <a14:m>
                            <m:oMath xmlns:m="http://schemas.openxmlformats.org/officeDocument/2006/math">
                              <m:sSub>
                                <m:sSubPr>
                                  <m:ctrlPr>
                                    <a:rPr lang="zh-CN" altLang="en-US" sz="1800" i="1" smtClean="0">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𝐶</m:t>
                                  </m:r>
                                </m:e>
                                <m:sub>
                                  <m:r>
                                    <a:rPr lang="zh-CN" altLang="en-US" sz="1800" i="1">
                                      <a:solidFill>
                                        <a:srgbClr val="000000"/>
                                      </a:solidFill>
                                      <a:latin typeface="Cambria Math" panose="02040503050406030204" pitchFamily="18" charset="0"/>
                                    </a:rPr>
                                    <m:t>𝑜𝑗</m:t>
                                  </m:r>
                                </m:sub>
                              </m:sSub>
                            </m:oMath>
                          </a14:m>
                          <a:r>
                            <a:rPr kumimoji="1" lang="zh-CN" altLang="en-US" sz="1600" b="1" i="0" u="none" strike="noStrike" cap="none" normalizeH="0" baseline="0" dirty="0">
                              <a:ln>
                                <a:noFill/>
                              </a:ln>
                              <a:solidFill>
                                <a:schemeClr val="tx1"/>
                              </a:solidFill>
                              <a:effectLst/>
                              <a:latin typeface="宋体" pitchFamily="2" charset="-122"/>
                              <a:ea typeface="宋体" pitchFamily="2" charset="-122"/>
                            </a:rPr>
                            <a:t>（元</a:t>
                          </a:r>
                          <a:r>
                            <a:rPr kumimoji="1" lang="en-US" altLang="zh-CN" sz="1600" b="1" i="0" u="none" strike="noStrike" cap="none" normalizeH="0" baseline="0" dirty="0">
                              <a:ln>
                                <a:noFill/>
                              </a:ln>
                              <a:solidFill>
                                <a:schemeClr val="tx1"/>
                              </a:solidFill>
                              <a:effectLst/>
                              <a:latin typeface="宋体" pitchFamily="2" charset="-122"/>
                              <a:ea typeface="宋体" pitchFamily="2" charset="-122"/>
                            </a:rPr>
                            <a:t>/</a:t>
                          </a:r>
                          <a:r>
                            <a:rPr kumimoji="1" lang="zh-CN" altLang="en-US" sz="1600" b="1" i="0" u="none" strike="noStrike" cap="none" normalizeH="0" baseline="0" dirty="0">
                              <a:ln>
                                <a:noFill/>
                              </a:ln>
                              <a:solidFill>
                                <a:schemeClr val="tx1"/>
                              </a:solidFill>
                              <a:effectLst/>
                              <a:latin typeface="宋体" pitchFamily="2" charset="-122"/>
                              <a:ea typeface="宋体" pitchFamily="2" charset="-122"/>
                            </a:rPr>
                            <a:t>行）</a:t>
                          </a:r>
                        </a:p>
                      </a:txBody>
                      <a:tcPr marT="45714" marB="4571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14</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20</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20</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18</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28</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22</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18</a:t>
                          </a:r>
                        </a:p>
                      </a:txBody>
                      <a:tcPr marT="45714" marB="45714"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6792">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1600" b="1" i="0" u="none" strike="noStrike" cap="none" normalizeH="0" baseline="0" dirty="0">
                              <a:ln>
                                <a:noFill/>
                              </a:ln>
                              <a:solidFill>
                                <a:schemeClr val="tx1"/>
                              </a:solidFill>
                              <a:effectLst/>
                              <a:latin typeface="宋体" pitchFamily="2" charset="-122"/>
                              <a:ea typeface="宋体" pitchFamily="2" charset="-122"/>
                            </a:rPr>
                            <a:t>劳动生产</a:t>
                          </a:r>
                          <a14:m>
                            <m:oMath xmlns:m="http://schemas.openxmlformats.org/officeDocument/2006/math">
                              <m:sSub>
                                <m:sSubPr>
                                  <m:ctrlPr>
                                    <a:rPr lang="zh-CN" altLang="en-US" sz="1600" i="1" smtClean="0">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𝐸</m:t>
                                  </m:r>
                                </m:e>
                                <m:sub>
                                  <m:r>
                                    <a:rPr lang="zh-CN" altLang="en-US" sz="1600" i="1">
                                      <a:solidFill>
                                        <a:srgbClr val="000000"/>
                                      </a:solidFill>
                                      <a:latin typeface="Cambria Math" panose="02040503050406030204" pitchFamily="18" charset="0"/>
                                    </a:rPr>
                                    <m:t>𝑜𝑗</m:t>
                                  </m:r>
                                </m:sub>
                              </m:sSub>
                            </m:oMath>
                          </a14:m>
                          <a:endParaRPr lang="zh-CN" altLang="en-US" sz="1600" dirty="0"/>
                        </a:p>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宋体" pitchFamily="2" charset="-122"/>
                              <a:ea typeface="宋体" pitchFamily="2" charset="-122"/>
                            </a:rPr>
                            <a:t>（行</a:t>
                          </a:r>
                          <a:r>
                            <a:rPr kumimoji="1" lang="en-US" altLang="zh-CN" sz="1600" b="1" i="0" u="none" strike="noStrike" cap="none" normalizeH="0" baseline="0" dirty="0">
                              <a:ln>
                                <a:noFill/>
                              </a:ln>
                              <a:solidFill>
                                <a:schemeClr val="tx1"/>
                              </a:solidFill>
                              <a:effectLst/>
                              <a:latin typeface="宋体" pitchFamily="2" charset="-122"/>
                              <a:ea typeface="宋体" pitchFamily="2" charset="-122"/>
                            </a:rPr>
                            <a:t>/</a:t>
                          </a:r>
                          <a:r>
                            <a:rPr kumimoji="1" lang="zh-CN" altLang="en-US" sz="1600" b="1" i="0" u="none" strike="noStrike" cap="none" normalizeH="0" baseline="0" dirty="0">
                              <a:ln>
                                <a:noFill/>
                              </a:ln>
                              <a:solidFill>
                                <a:schemeClr val="tx1"/>
                              </a:solidFill>
                              <a:effectLst/>
                              <a:latin typeface="宋体" pitchFamily="2" charset="-122"/>
                              <a:ea typeface="宋体" pitchFamily="2" charset="-122"/>
                            </a:rPr>
                            <a:t>人月）</a:t>
                          </a:r>
                        </a:p>
                      </a:txBody>
                      <a:tcPr marT="45714" marB="4571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315</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220</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220</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240</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140</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200</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300</a:t>
                          </a:r>
                        </a:p>
                      </a:txBody>
                      <a:tcPr marT="45714" marB="45714"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29089">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宋体" pitchFamily="2" charset="-122"/>
                              <a:ea typeface="宋体" pitchFamily="2" charset="-122"/>
                            </a:rPr>
                            <a:t>       </a:t>
                          </a:r>
                          <a:r>
                            <a:rPr kumimoji="1" lang="zh-CN" altLang="en-US" sz="1400" b="1" i="0" u="none" strike="noStrike" cap="none" normalizeH="0" baseline="0" dirty="0">
                              <a:ln>
                                <a:noFill/>
                              </a:ln>
                              <a:solidFill>
                                <a:schemeClr val="tx1"/>
                              </a:solidFill>
                              <a:effectLst/>
                              <a:latin typeface="宋体" pitchFamily="2" charset="-122"/>
                              <a:ea typeface="宋体" pitchFamily="2" charset="-122"/>
                            </a:rPr>
                            <a:t>生存        周期</a:t>
                          </a:r>
                          <a:endParaRPr kumimoji="1" lang="zh-CN" altLang="en-US" sz="1400" b="1" i="0" u="none" strike="noStrike" cap="none" normalizeH="0" baseline="0" dirty="0">
                            <a:ln>
                              <a:noFill/>
                            </a:ln>
                            <a:solidFill>
                              <a:schemeClr val="tx1"/>
                            </a:solidFill>
                            <a:effectLst/>
                            <a:latin typeface="宋体" pitchFamily="2" charset="-122"/>
                            <a:ea typeface="宋体" pitchFamily="2" charset="-122"/>
                            <a:cs typeface="Times New Roman" pitchFamily="18" charset="0"/>
                          </a:endParaRPr>
                        </a:p>
                        <a:p>
                          <a:pPr marL="0" marR="0" lvl="0" indent="0" algn="r" defTabSz="914400" rtl="0" eaLnBrk="0" fontAlgn="base" latinLnBrk="0" hangingPunct="0">
                            <a:lnSpc>
                              <a:spcPct val="100000"/>
                            </a:lnSpc>
                            <a:spcBef>
                              <a:spcPct val="0"/>
                            </a:spcBef>
                            <a:spcAft>
                              <a:spcPct val="0"/>
                            </a:spcAft>
                            <a:buClrTx/>
                            <a:buSzTx/>
                            <a:buFontTx/>
                            <a:buNone/>
                            <a:tabLst/>
                          </a:pPr>
                          <a:r>
                            <a:rPr kumimoji="1" lang="zh-CN" altLang="en-US" sz="1400" b="1" i="0" u="none" strike="noStrike" cap="none" normalizeH="0" baseline="0" dirty="0">
                              <a:ln>
                                <a:noFill/>
                              </a:ln>
                              <a:solidFill>
                                <a:schemeClr val="tx1"/>
                              </a:solidFill>
                              <a:effectLst/>
                              <a:latin typeface="宋体" pitchFamily="2" charset="-122"/>
                              <a:ea typeface="宋体" pitchFamily="2" charset="-122"/>
                            </a:rPr>
                            <a:t>         阶段</a:t>
                          </a:r>
                        </a:p>
                        <a:p>
                          <a:pPr marL="0" marR="0" lvl="0" indent="0" algn="l" defTabSz="914400" rtl="0" eaLnBrk="0" fontAlgn="base" latinLnBrk="0" hangingPunct="0">
                            <a:lnSpc>
                              <a:spcPct val="100000"/>
                            </a:lnSpc>
                            <a:spcBef>
                              <a:spcPct val="0"/>
                            </a:spcBef>
                            <a:spcAft>
                              <a:spcPct val="0"/>
                            </a:spcAft>
                            <a:buClrTx/>
                            <a:buSzTx/>
                            <a:buFontTx/>
                            <a:buNone/>
                            <a:tabLst/>
                          </a:pPr>
                          <a:endParaRPr kumimoji="1" lang="zh-CN" altLang="en-US" sz="1400" b="1" i="0" u="none" strike="noStrike" cap="none" normalizeH="0" baseline="0" dirty="0">
                            <a:ln>
                              <a:noFill/>
                            </a:ln>
                            <a:solidFill>
                              <a:schemeClr val="tx1"/>
                            </a:solidFill>
                            <a:effectLst/>
                            <a:latin typeface="宋体" pitchFamily="2" charset="-122"/>
                            <a:ea typeface="宋体" pitchFamily="2" charset="-122"/>
                          </a:endParaRPr>
                        </a:p>
                        <a:p>
                          <a:pPr marL="0" marR="0" lvl="0" indent="0" algn="l" defTabSz="914400" rtl="0" eaLnBrk="0" fontAlgn="base" latinLnBrk="0" hangingPunct="0">
                            <a:lnSpc>
                              <a:spcPct val="100000"/>
                            </a:lnSpc>
                            <a:spcBef>
                              <a:spcPct val="100000"/>
                            </a:spcBef>
                            <a:spcAft>
                              <a:spcPct val="0"/>
                            </a:spcAft>
                            <a:buClrTx/>
                            <a:buSzTx/>
                            <a:buFontTx/>
                            <a:buNone/>
                            <a:tabLst/>
                          </a:pPr>
                          <a:r>
                            <a:rPr kumimoji="1" lang="zh-CN" altLang="en-US" sz="1400" b="1" i="0" u="none" strike="noStrike" cap="none" normalizeH="0" baseline="0" dirty="0">
                              <a:ln>
                                <a:noFill/>
                              </a:ln>
                              <a:solidFill>
                                <a:schemeClr val="tx1"/>
                              </a:solidFill>
                              <a:effectLst/>
                              <a:latin typeface="宋体" pitchFamily="2" charset="-122"/>
                              <a:ea typeface="宋体" pitchFamily="2" charset="-122"/>
                            </a:rPr>
                            <a:t>工程经济参数</a:t>
                          </a:r>
                        </a:p>
                      </a:txBody>
                      <a:tcPr marT="45714" marB="4571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需求分析</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系统设计</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编码</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测试</a:t>
                          </a: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4" marB="45714"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3"/>
                      </a:ext>
                    </a:extLst>
                  </a:tr>
                  <a:tr h="63999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defRPr/>
                          </a:pPr>
                          <a:r>
                            <a:rPr kumimoji="0" lang="zh-CN" altLang="en-US" sz="1600" b="1" i="0" u="none" strike="noStrike" cap="none" normalizeH="0" baseline="0" dirty="0">
                              <a:ln>
                                <a:noFill/>
                              </a:ln>
                              <a:solidFill>
                                <a:schemeClr val="tx1"/>
                              </a:solidFill>
                              <a:effectLst/>
                              <a:latin typeface="宋体" pitchFamily="2" charset="-122"/>
                              <a:ea typeface="宋体" pitchFamily="2" charset="-122"/>
                            </a:rPr>
                            <a:t>工时费用率</a:t>
                          </a:r>
                          <a14:m>
                            <m:oMath xmlns:m="http://schemas.openxmlformats.org/officeDocument/2006/math">
                              <m:sSub>
                                <m:sSubPr>
                                  <m:ctrlPr>
                                    <a:rPr lang="zh-CN" altLang="en-US" sz="1600" i="1" smtClean="0">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𝛼</m:t>
                                  </m:r>
                                </m:e>
                                <m:sub>
                                  <m:r>
                                    <a:rPr lang="zh-CN" altLang="en-US" sz="1600" i="1">
                                      <a:solidFill>
                                        <a:srgbClr val="000000"/>
                                      </a:solidFill>
                                      <a:latin typeface="Cambria Math" panose="02040503050406030204" pitchFamily="18" charset="0"/>
                                    </a:rPr>
                                    <m:t>𝑖</m:t>
                                  </m:r>
                                </m:sub>
                              </m:sSub>
                            </m:oMath>
                          </a14:m>
                          <a:endParaRPr kumimoji="0" lang="zh-CN" altLang="en-US" sz="1600" b="0" i="0" u="none" strike="noStrike" cap="none" normalizeH="0" baseline="0" dirty="0">
                            <a:ln>
                              <a:noFill/>
                            </a:ln>
                            <a:solidFill>
                              <a:schemeClr val="tx1"/>
                            </a:solidFill>
                            <a:effectLst/>
                            <a:latin typeface="宋体" pitchFamily="2" charset="-122"/>
                            <a:ea typeface="宋体" pitchFamily="2" charset="-122"/>
                          </a:endParaRP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zh-CN" altLang="en-US" sz="1600" b="0" i="0" u="none" strike="noStrike" cap="none" normalizeH="0" baseline="0" dirty="0">
                              <a:ln>
                                <a:noFill/>
                              </a:ln>
                              <a:solidFill>
                                <a:schemeClr val="tx1"/>
                              </a:solidFill>
                              <a:effectLst/>
                              <a:latin typeface="宋体" pitchFamily="2" charset="-122"/>
                              <a:ea typeface="宋体" pitchFamily="2" charset="-122"/>
                            </a:rPr>
                            <a:t>（</a:t>
                          </a:r>
                          <a:r>
                            <a:rPr kumimoji="0" lang="zh-CN" altLang="en-US" sz="1600" b="1" i="0" u="none" strike="noStrike" cap="none" normalizeH="0" baseline="0" dirty="0">
                              <a:ln>
                                <a:noFill/>
                              </a:ln>
                              <a:solidFill>
                                <a:schemeClr val="tx1"/>
                              </a:solidFill>
                              <a:effectLst/>
                              <a:latin typeface="宋体" pitchFamily="2" charset="-122"/>
                              <a:ea typeface="宋体" pitchFamily="2" charset="-122"/>
                            </a:rPr>
                            <a:t>元</a:t>
                          </a:r>
                          <a:r>
                            <a:rPr kumimoji="0" lang="en-US" altLang="zh-CN" sz="1600" b="1" i="0" u="none" strike="noStrike" cap="none" normalizeH="0" baseline="0" dirty="0">
                              <a:ln>
                                <a:noFill/>
                              </a:ln>
                              <a:solidFill>
                                <a:schemeClr val="tx1"/>
                              </a:solidFill>
                              <a:effectLst/>
                              <a:latin typeface="宋体" pitchFamily="2" charset="-122"/>
                              <a:ea typeface="宋体" pitchFamily="2" charset="-122"/>
                            </a:rPr>
                            <a:t>/</a:t>
                          </a:r>
                          <a:r>
                            <a:rPr kumimoji="0" lang="zh-CN" altLang="en-US" sz="1600" b="1" i="0" u="none" strike="noStrike" cap="none" normalizeH="0" baseline="0" dirty="0">
                              <a:ln>
                                <a:noFill/>
                              </a:ln>
                              <a:solidFill>
                                <a:schemeClr val="tx1"/>
                              </a:solidFill>
                              <a:effectLst/>
                              <a:latin typeface="宋体" pitchFamily="2" charset="-122"/>
                              <a:ea typeface="宋体" pitchFamily="2" charset="-122"/>
                            </a:rPr>
                            <a:t>人月）</a:t>
                          </a:r>
                        </a:p>
                      </a:txBody>
                      <a:tcPr marT="45714" marB="4571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5200</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4800</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4250</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4500</a:t>
                          </a:r>
                        </a:p>
                      </a:txBody>
                      <a:tcPr marT="45714" marB="45714"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4"/>
                      </a:ext>
                    </a:extLst>
                  </a:tr>
                </a:tbl>
              </a:graphicData>
            </a:graphic>
          </p:graphicFrame>
        </mc:Choice>
        <mc:Fallback xmlns="">
          <p:graphicFrame>
            <p:nvGraphicFramePr>
              <p:cNvPr id="6" name="Group 67">
                <a:extLst>
                  <a:ext uri="{FF2B5EF4-FFF2-40B4-BE49-F238E27FC236}">
                    <a16:creationId xmlns:a16="http://schemas.microsoft.com/office/drawing/2014/main" id="{5E65FDB1-614C-412E-B5D3-53DF30517194}"/>
                  </a:ext>
                </a:extLst>
              </p:cNvPr>
              <p:cNvGraphicFramePr>
                <a:graphicFrameLocks/>
              </p:cNvGraphicFramePr>
              <p:nvPr>
                <p:extLst>
                  <p:ext uri="{D42A27DB-BD31-4B8C-83A1-F6EECF244321}">
                    <p14:modId xmlns:p14="http://schemas.microsoft.com/office/powerpoint/2010/main" val="1789892516"/>
                  </p:ext>
                </p:extLst>
              </p:nvPr>
            </p:nvGraphicFramePr>
            <p:xfrm>
              <a:off x="555625" y="676214"/>
              <a:ext cx="7915275" cy="4412418"/>
            </p:xfrm>
            <a:graphic>
              <a:graphicData uri="http://schemas.openxmlformats.org/drawingml/2006/table">
                <a:tbl>
                  <a:tblPr/>
                  <a:tblGrid>
                    <a:gridCol w="1560513">
                      <a:extLst>
                        <a:ext uri="{9D8B030D-6E8A-4147-A177-3AD203B41FA5}">
                          <a16:colId xmlns:a16="http://schemas.microsoft.com/office/drawing/2014/main" val="20000"/>
                        </a:ext>
                      </a:extLst>
                    </a:gridCol>
                    <a:gridCol w="908050">
                      <a:extLst>
                        <a:ext uri="{9D8B030D-6E8A-4147-A177-3AD203B41FA5}">
                          <a16:colId xmlns:a16="http://schemas.microsoft.com/office/drawing/2014/main" val="20001"/>
                        </a:ext>
                      </a:extLst>
                    </a:gridCol>
                    <a:gridCol w="427037">
                      <a:extLst>
                        <a:ext uri="{9D8B030D-6E8A-4147-A177-3AD203B41FA5}">
                          <a16:colId xmlns:a16="http://schemas.microsoft.com/office/drawing/2014/main" val="20002"/>
                        </a:ext>
                      </a:extLst>
                    </a:gridCol>
                    <a:gridCol w="452438">
                      <a:extLst>
                        <a:ext uri="{9D8B030D-6E8A-4147-A177-3AD203B41FA5}">
                          <a16:colId xmlns:a16="http://schemas.microsoft.com/office/drawing/2014/main" val="20003"/>
                        </a:ext>
                      </a:extLst>
                    </a:gridCol>
                    <a:gridCol w="936625">
                      <a:extLst>
                        <a:ext uri="{9D8B030D-6E8A-4147-A177-3AD203B41FA5}">
                          <a16:colId xmlns:a16="http://schemas.microsoft.com/office/drawing/2014/main" val="20004"/>
                        </a:ext>
                      </a:extLst>
                    </a:gridCol>
                    <a:gridCol w="469900">
                      <a:extLst>
                        <a:ext uri="{9D8B030D-6E8A-4147-A177-3AD203B41FA5}">
                          <a16:colId xmlns:a16="http://schemas.microsoft.com/office/drawing/2014/main" val="20005"/>
                        </a:ext>
                      </a:extLst>
                    </a:gridCol>
                    <a:gridCol w="438150">
                      <a:extLst>
                        <a:ext uri="{9D8B030D-6E8A-4147-A177-3AD203B41FA5}">
                          <a16:colId xmlns:a16="http://schemas.microsoft.com/office/drawing/2014/main" val="20006"/>
                        </a:ext>
                      </a:extLst>
                    </a:gridCol>
                    <a:gridCol w="906462">
                      <a:extLst>
                        <a:ext uri="{9D8B030D-6E8A-4147-A177-3AD203B41FA5}">
                          <a16:colId xmlns:a16="http://schemas.microsoft.com/office/drawing/2014/main" val="20007"/>
                        </a:ext>
                      </a:extLst>
                    </a:gridCol>
                    <a:gridCol w="455613">
                      <a:extLst>
                        <a:ext uri="{9D8B030D-6E8A-4147-A177-3AD203B41FA5}">
                          <a16:colId xmlns:a16="http://schemas.microsoft.com/office/drawing/2014/main" val="20008"/>
                        </a:ext>
                      </a:extLst>
                    </a:gridCol>
                    <a:gridCol w="452437">
                      <a:extLst>
                        <a:ext uri="{9D8B030D-6E8A-4147-A177-3AD203B41FA5}">
                          <a16:colId xmlns:a16="http://schemas.microsoft.com/office/drawing/2014/main" val="20009"/>
                        </a:ext>
                      </a:extLst>
                    </a:gridCol>
                    <a:gridCol w="908050">
                      <a:extLst>
                        <a:ext uri="{9D8B030D-6E8A-4147-A177-3AD203B41FA5}">
                          <a16:colId xmlns:a16="http://schemas.microsoft.com/office/drawing/2014/main" val="20010"/>
                        </a:ext>
                      </a:extLst>
                    </a:gridCol>
                  </a:tblGrid>
                  <a:tr h="113994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宋体" pitchFamily="2" charset="-122"/>
                              <a:ea typeface="宋体" pitchFamily="2" charset="-122"/>
                            </a:rPr>
                            <a:t>      </a:t>
                          </a:r>
                          <a:r>
                            <a:rPr kumimoji="1" lang="zh-CN" altLang="en-US" sz="1600" b="1" i="0" u="none" strike="noStrike" cap="none" normalizeH="0" baseline="0" dirty="0">
                              <a:ln>
                                <a:noFill/>
                              </a:ln>
                              <a:solidFill>
                                <a:schemeClr val="tx1"/>
                              </a:solidFill>
                              <a:effectLst/>
                              <a:latin typeface="宋体" pitchFamily="2" charset="-122"/>
                              <a:ea typeface="宋体" pitchFamily="2" charset="-122"/>
                            </a:rPr>
                            <a:t>模块</a:t>
                          </a:r>
                          <a:endParaRPr kumimoji="1" lang="zh-CN" altLang="en-US" sz="1600" b="1" i="0" u="none" strike="noStrike" cap="none" normalizeH="0" baseline="0" dirty="0">
                            <a:ln>
                              <a:noFill/>
                            </a:ln>
                            <a:solidFill>
                              <a:schemeClr val="tx1"/>
                            </a:solidFill>
                            <a:effectLst/>
                            <a:latin typeface="宋体" pitchFamily="2" charset="-122"/>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宋体" pitchFamily="2" charset="-122"/>
                              <a:ea typeface="宋体" pitchFamily="2" charset="-122"/>
                            </a:rPr>
                            <a:t>             工程</a:t>
                          </a:r>
                        </a:p>
                        <a:p>
                          <a:pPr marL="0" marR="0" lvl="0" indent="0" algn="l" defTabSz="914400" rtl="0" eaLnBrk="0" fontAlgn="base" latinLnBrk="0" hangingPunct="0">
                            <a:lnSpc>
                              <a:spcPct val="100000"/>
                            </a:lnSpc>
                            <a:spcBef>
                              <a:spcPct val="30000"/>
                            </a:spcBef>
                            <a:spcAft>
                              <a:spcPct val="0"/>
                            </a:spcAft>
                            <a:buClrTx/>
                            <a:buSzTx/>
                            <a:buFontTx/>
                            <a:buNone/>
                            <a:tabLst/>
                          </a:pPr>
                          <a:r>
                            <a:rPr kumimoji="1" lang="zh-CN" altLang="en-US" sz="1600" b="1" i="0" u="none" strike="noStrike" cap="none" normalizeH="0" baseline="0" dirty="0">
                              <a:ln>
                                <a:noFill/>
                              </a:ln>
                              <a:solidFill>
                                <a:schemeClr val="tx1"/>
                              </a:solidFill>
                              <a:effectLst/>
                              <a:latin typeface="宋体" pitchFamily="2" charset="-122"/>
                              <a:ea typeface="宋体" pitchFamily="2" charset="-122"/>
                            </a:rPr>
                            <a:t>经济参数</a:t>
                          </a:r>
                        </a:p>
                      </a:txBody>
                      <a:tcPr marT="45714" marB="4571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4</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5</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6</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7</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4" marB="45714"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31686">
                    <a:tc>
                      <a:txBody>
                        <a:bodyPr/>
                        <a:lstStyle/>
                        <a:p>
                          <a:endParaRPr lang="zh-CN"/>
                        </a:p>
                      </a:txBody>
                      <a:tcPr marT="45714" marB="4571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1953" t="-181731" r="-408594" b="-420192"/>
                          </a:stretch>
                        </a:blip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14</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20</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20</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18</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28</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22</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18</a:t>
                          </a:r>
                        </a:p>
                      </a:txBody>
                      <a:tcPr marT="45714" marB="45714"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8730">
                    <a:tc>
                      <a:txBody>
                        <a:bodyPr/>
                        <a:lstStyle/>
                        <a:p>
                          <a:endParaRPr lang="zh-CN"/>
                        </a:p>
                      </a:txBody>
                      <a:tcPr marT="45714" marB="4571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blipFill>
                          <a:blip r:embed="rId3"/>
                          <a:stretch>
                            <a:fillRect l="-1953" t="-298980" r="-408594" b="-345918"/>
                          </a:stretch>
                        </a:blip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315</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220</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220</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240</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140</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200</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300</a:t>
                          </a:r>
                        </a:p>
                      </a:txBody>
                      <a:tcPr marT="45714" marB="45714"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402068">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宋体" pitchFamily="2" charset="-122"/>
                              <a:ea typeface="宋体" pitchFamily="2" charset="-122"/>
                            </a:rPr>
                            <a:t>       </a:t>
                          </a:r>
                          <a:r>
                            <a:rPr kumimoji="1" lang="zh-CN" altLang="en-US" sz="1400" b="1" i="0" u="none" strike="noStrike" cap="none" normalizeH="0" baseline="0" dirty="0">
                              <a:ln>
                                <a:noFill/>
                              </a:ln>
                              <a:solidFill>
                                <a:schemeClr val="tx1"/>
                              </a:solidFill>
                              <a:effectLst/>
                              <a:latin typeface="宋体" pitchFamily="2" charset="-122"/>
                              <a:ea typeface="宋体" pitchFamily="2" charset="-122"/>
                            </a:rPr>
                            <a:t>生存        周期</a:t>
                          </a:r>
                          <a:endParaRPr kumimoji="1" lang="zh-CN" altLang="en-US" sz="1400" b="1" i="0" u="none" strike="noStrike" cap="none" normalizeH="0" baseline="0" dirty="0">
                            <a:ln>
                              <a:noFill/>
                            </a:ln>
                            <a:solidFill>
                              <a:schemeClr val="tx1"/>
                            </a:solidFill>
                            <a:effectLst/>
                            <a:latin typeface="宋体" pitchFamily="2" charset="-122"/>
                            <a:ea typeface="宋体" pitchFamily="2" charset="-122"/>
                            <a:cs typeface="Times New Roman" pitchFamily="18" charset="0"/>
                          </a:endParaRPr>
                        </a:p>
                        <a:p>
                          <a:pPr marL="0" marR="0" lvl="0" indent="0" algn="r" defTabSz="914400" rtl="0" eaLnBrk="0" fontAlgn="base" latinLnBrk="0" hangingPunct="0">
                            <a:lnSpc>
                              <a:spcPct val="100000"/>
                            </a:lnSpc>
                            <a:spcBef>
                              <a:spcPct val="0"/>
                            </a:spcBef>
                            <a:spcAft>
                              <a:spcPct val="0"/>
                            </a:spcAft>
                            <a:buClrTx/>
                            <a:buSzTx/>
                            <a:buFontTx/>
                            <a:buNone/>
                            <a:tabLst/>
                          </a:pPr>
                          <a:r>
                            <a:rPr kumimoji="1" lang="zh-CN" altLang="en-US" sz="1400" b="1" i="0" u="none" strike="noStrike" cap="none" normalizeH="0" baseline="0" dirty="0">
                              <a:ln>
                                <a:noFill/>
                              </a:ln>
                              <a:solidFill>
                                <a:schemeClr val="tx1"/>
                              </a:solidFill>
                              <a:effectLst/>
                              <a:latin typeface="宋体" pitchFamily="2" charset="-122"/>
                              <a:ea typeface="宋体" pitchFamily="2" charset="-122"/>
                            </a:rPr>
                            <a:t>         阶段</a:t>
                          </a:r>
                        </a:p>
                        <a:p>
                          <a:pPr marL="0" marR="0" lvl="0" indent="0" algn="l" defTabSz="914400" rtl="0" eaLnBrk="0" fontAlgn="base" latinLnBrk="0" hangingPunct="0">
                            <a:lnSpc>
                              <a:spcPct val="100000"/>
                            </a:lnSpc>
                            <a:spcBef>
                              <a:spcPct val="0"/>
                            </a:spcBef>
                            <a:spcAft>
                              <a:spcPct val="0"/>
                            </a:spcAft>
                            <a:buClrTx/>
                            <a:buSzTx/>
                            <a:buFontTx/>
                            <a:buNone/>
                            <a:tabLst/>
                          </a:pPr>
                          <a:endParaRPr kumimoji="1" lang="zh-CN" altLang="en-US" sz="1400" b="1" i="0" u="none" strike="noStrike" cap="none" normalizeH="0" baseline="0" dirty="0">
                            <a:ln>
                              <a:noFill/>
                            </a:ln>
                            <a:solidFill>
                              <a:schemeClr val="tx1"/>
                            </a:solidFill>
                            <a:effectLst/>
                            <a:latin typeface="宋体" pitchFamily="2" charset="-122"/>
                            <a:ea typeface="宋体" pitchFamily="2" charset="-122"/>
                          </a:endParaRPr>
                        </a:p>
                        <a:p>
                          <a:pPr marL="0" marR="0" lvl="0" indent="0" algn="l" defTabSz="914400" rtl="0" eaLnBrk="0" fontAlgn="base" latinLnBrk="0" hangingPunct="0">
                            <a:lnSpc>
                              <a:spcPct val="100000"/>
                            </a:lnSpc>
                            <a:spcBef>
                              <a:spcPct val="100000"/>
                            </a:spcBef>
                            <a:spcAft>
                              <a:spcPct val="0"/>
                            </a:spcAft>
                            <a:buClrTx/>
                            <a:buSzTx/>
                            <a:buFontTx/>
                            <a:buNone/>
                            <a:tabLst/>
                          </a:pPr>
                          <a:r>
                            <a:rPr kumimoji="1" lang="zh-CN" altLang="en-US" sz="1400" b="1" i="0" u="none" strike="noStrike" cap="none" normalizeH="0" baseline="0" dirty="0">
                              <a:ln>
                                <a:noFill/>
                              </a:ln>
                              <a:solidFill>
                                <a:schemeClr val="tx1"/>
                              </a:solidFill>
                              <a:effectLst/>
                              <a:latin typeface="宋体" pitchFamily="2" charset="-122"/>
                              <a:ea typeface="宋体" pitchFamily="2" charset="-122"/>
                            </a:rPr>
                            <a:t>工程经济参数</a:t>
                          </a:r>
                        </a:p>
                      </a:txBody>
                      <a:tcPr marT="45714" marB="4571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需求分析</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系统设计</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编码</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测试</a:t>
                          </a: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14" marB="45714"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3"/>
                      </a:ext>
                    </a:extLst>
                  </a:tr>
                  <a:tr h="639994">
                    <a:tc>
                      <a:txBody>
                        <a:bodyPr/>
                        <a:lstStyle/>
                        <a:p>
                          <a:endParaRPr lang="zh-CN"/>
                        </a:p>
                      </a:txBody>
                      <a:tcPr marT="45714" marB="45714"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blipFill>
                          <a:blip r:embed="rId3"/>
                          <a:stretch>
                            <a:fillRect l="-1953" t="-592381" r="-408594" b="-2857"/>
                          </a:stretch>
                        </a:blip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5200</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4800</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4250</a:t>
                          </a:r>
                        </a:p>
                      </a:txBody>
                      <a:tcPr marT="45714" marB="4571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4500</a:t>
                          </a:r>
                        </a:p>
                      </a:txBody>
                      <a:tcPr marT="45714" marB="45714"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4"/>
                      </a:ext>
                    </a:extLst>
                  </a:tr>
                </a:tbl>
              </a:graphicData>
            </a:graphic>
          </p:graphicFrame>
        </mc:Fallback>
      </mc:AlternateContent>
    </p:spTree>
    <p:extLst>
      <p:ext uri="{BB962C8B-B14F-4D97-AF65-F5344CB8AC3E}">
        <p14:creationId xmlns:p14="http://schemas.microsoft.com/office/powerpoint/2010/main" val="172475137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44677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3.2.1 </a:t>
            </a:r>
            <a:r>
              <a:rPr lang="zh-CN" altLang="en-US" sz="2400" spc="300" dirty="0">
                <a:latin typeface="微软雅黑" panose="020B0503020204020204" pitchFamily="34" charset="-122"/>
                <a:ea typeface="微软雅黑" panose="020B0503020204020204" pitchFamily="34" charset="-122"/>
              </a:rPr>
              <a:t>功能分解法</a:t>
            </a:r>
            <a:r>
              <a:rPr lang="en-US" altLang="zh-CN" sz="2400" spc="300" dirty="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例</a:t>
            </a:r>
          </a:p>
        </p:txBody>
      </p:sp>
      <p:pic>
        <p:nvPicPr>
          <p:cNvPr id="5" name="图片 4">
            <a:extLst>
              <a:ext uri="{FF2B5EF4-FFF2-40B4-BE49-F238E27FC236}">
                <a16:creationId xmlns:a16="http://schemas.microsoft.com/office/drawing/2014/main" id="{3CB11D68-F143-4C35-BCD3-862DD996D577}"/>
              </a:ext>
            </a:extLst>
          </p:cNvPr>
          <p:cNvPicPr>
            <a:picLocks noChangeAspect="1"/>
          </p:cNvPicPr>
          <p:nvPr/>
        </p:nvPicPr>
        <p:blipFill>
          <a:blip r:embed="rId3"/>
          <a:stretch>
            <a:fillRect/>
          </a:stretch>
        </p:blipFill>
        <p:spPr>
          <a:xfrm>
            <a:off x="1378279" y="704792"/>
            <a:ext cx="6387442" cy="4383539"/>
          </a:xfrm>
          <a:prstGeom prst="rect">
            <a:avLst/>
          </a:prstGeom>
        </p:spPr>
      </p:pic>
    </p:spTree>
    <p:extLst>
      <p:ext uri="{BB962C8B-B14F-4D97-AF65-F5344CB8AC3E}">
        <p14:creationId xmlns:p14="http://schemas.microsoft.com/office/powerpoint/2010/main" val="347819671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44677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3.2.1 </a:t>
            </a:r>
            <a:r>
              <a:rPr lang="zh-CN" altLang="en-US" sz="2400" spc="300" dirty="0">
                <a:latin typeface="微软雅黑" panose="020B0503020204020204" pitchFamily="34" charset="-122"/>
                <a:ea typeface="微软雅黑" panose="020B0503020204020204" pitchFamily="34" charset="-122"/>
              </a:rPr>
              <a:t>功能分解法</a:t>
            </a:r>
            <a:r>
              <a:rPr lang="en-US" altLang="zh-CN" sz="2400" spc="300" dirty="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例</a:t>
            </a:r>
          </a:p>
        </p:txBody>
      </p:sp>
      <p:pic>
        <p:nvPicPr>
          <p:cNvPr id="2" name="图片 1">
            <a:extLst>
              <a:ext uri="{FF2B5EF4-FFF2-40B4-BE49-F238E27FC236}">
                <a16:creationId xmlns:a16="http://schemas.microsoft.com/office/drawing/2014/main" id="{53DE78AD-B8B5-46E6-9F2C-10AE8B57BD3F}"/>
              </a:ext>
            </a:extLst>
          </p:cNvPr>
          <p:cNvPicPr>
            <a:picLocks noChangeAspect="1"/>
          </p:cNvPicPr>
          <p:nvPr/>
        </p:nvPicPr>
        <p:blipFill>
          <a:blip r:embed="rId3"/>
          <a:stretch>
            <a:fillRect/>
          </a:stretch>
        </p:blipFill>
        <p:spPr>
          <a:xfrm>
            <a:off x="472833" y="778152"/>
            <a:ext cx="8198334" cy="3878254"/>
          </a:xfrm>
          <a:prstGeom prst="rect">
            <a:avLst/>
          </a:prstGeom>
        </p:spPr>
      </p:pic>
    </p:spTree>
    <p:extLst>
      <p:ext uri="{BB962C8B-B14F-4D97-AF65-F5344CB8AC3E}">
        <p14:creationId xmlns:p14="http://schemas.microsoft.com/office/powerpoint/2010/main" val="58892964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6" name="Group 129">
                <a:extLst>
                  <a:ext uri="{FF2B5EF4-FFF2-40B4-BE49-F238E27FC236}">
                    <a16:creationId xmlns:a16="http://schemas.microsoft.com/office/drawing/2014/main" id="{D16CE49B-5679-4FB7-A3F9-6BAAAF0F0F2B}"/>
                  </a:ext>
                </a:extLst>
              </p:cNvPr>
              <p:cNvGraphicFramePr>
                <a:graphicFrameLocks/>
              </p:cNvGraphicFramePr>
              <p:nvPr>
                <p:extLst>
                  <p:ext uri="{D42A27DB-BD31-4B8C-83A1-F6EECF244321}">
                    <p14:modId xmlns:p14="http://schemas.microsoft.com/office/powerpoint/2010/main" val="414392409"/>
                  </p:ext>
                </p:extLst>
              </p:nvPr>
            </p:nvGraphicFramePr>
            <p:xfrm>
              <a:off x="260349" y="90716"/>
              <a:ext cx="8623301" cy="4504867"/>
            </p:xfrm>
            <a:graphic>
              <a:graphicData uri="http://schemas.openxmlformats.org/drawingml/2006/table">
                <a:tbl>
                  <a:tblPr/>
                  <a:tblGrid>
                    <a:gridCol w="930224">
                      <a:extLst>
                        <a:ext uri="{9D8B030D-6E8A-4147-A177-3AD203B41FA5}">
                          <a16:colId xmlns:a16="http://schemas.microsoft.com/office/drawing/2014/main" val="20000"/>
                        </a:ext>
                      </a:extLst>
                    </a:gridCol>
                    <a:gridCol w="894326">
                      <a:extLst>
                        <a:ext uri="{9D8B030D-6E8A-4147-A177-3AD203B41FA5}">
                          <a16:colId xmlns:a16="http://schemas.microsoft.com/office/drawing/2014/main" val="20001"/>
                        </a:ext>
                      </a:extLst>
                    </a:gridCol>
                    <a:gridCol w="928663">
                      <a:extLst>
                        <a:ext uri="{9D8B030D-6E8A-4147-A177-3AD203B41FA5}">
                          <a16:colId xmlns:a16="http://schemas.microsoft.com/office/drawing/2014/main" val="20002"/>
                        </a:ext>
                      </a:extLst>
                    </a:gridCol>
                    <a:gridCol w="917738">
                      <a:extLst>
                        <a:ext uri="{9D8B030D-6E8A-4147-A177-3AD203B41FA5}">
                          <a16:colId xmlns:a16="http://schemas.microsoft.com/office/drawing/2014/main" val="20003"/>
                        </a:ext>
                      </a:extLst>
                    </a:gridCol>
                    <a:gridCol w="908373">
                      <a:extLst>
                        <a:ext uri="{9D8B030D-6E8A-4147-A177-3AD203B41FA5}">
                          <a16:colId xmlns:a16="http://schemas.microsoft.com/office/drawing/2014/main" val="20004"/>
                        </a:ext>
                      </a:extLst>
                    </a:gridCol>
                    <a:gridCol w="1080059">
                      <a:extLst>
                        <a:ext uri="{9D8B030D-6E8A-4147-A177-3AD203B41FA5}">
                          <a16:colId xmlns:a16="http://schemas.microsoft.com/office/drawing/2014/main" val="20005"/>
                        </a:ext>
                      </a:extLst>
                    </a:gridCol>
                    <a:gridCol w="866232">
                      <a:extLst>
                        <a:ext uri="{9D8B030D-6E8A-4147-A177-3AD203B41FA5}">
                          <a16:colId xmlns:a16="http://schemas.microsoft.com/office/drawing/2014/main" val="20006"/>
                        </a:ext>
                      </a:extLst>
                    </a:gridCol>
                    <a:gridCol w="1164341">
                      <a:extLst>
                        <a:ext uri="{9D8B030D-6E8A-4147-A177-3AD203B41FA5}">
                          <a16:colId xmlns:a16="http://schemas.microsoft.com/office/drawing/2014/main" val="20007"/>
                        </a:ext>
                      </a:extLst>
                    </a:gridCol>
                    <a:gridCol w="933345">
                      <a:extLst>
                        <a:ext uri="{9D8B030D-6E8A-4147-A177-3AD203B41FA5}">
                          <a16:colId xmlns:a16="http://schemas.microsoft.com/office/drawing/2014/main" val="20008"/>
                        </a:ext>
                      </a:extLst>
                    </a:gridCol>
                  </a:tblGrid>
                  <a:tr h="70457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  </a:t>
                          </a: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参数</a:t>
                          </a:r>
                        </a:p>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模块</a:t>
                          </a: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（行）</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（行）</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（行）</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（行）</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元</a:t>
                          </a: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行</a:t>
                          </a: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（元）</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行</a:t>
                          </a: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人月</a:t>
                          </a: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人月</a:t>
                          </a: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9389">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1800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2400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2650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2340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32760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315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7.4</a:t>
                          </a:r>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9389">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4100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5200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7400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5380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107600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220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24.4</a:t>
                          </a:r>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074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4600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6900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8600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6800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136000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220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30.9</a:t>
                          </a:r>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3"/>
                      </a:ext>
                    </a:extLst>
                  </a:tr>
                  <a:tr h="459389">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4</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2950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3400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3600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3350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60300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240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13.9</a:t>
                          </a:r>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074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5</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2000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2100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2450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2140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59920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140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15.2</a:t>
                          </a:r>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9389">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6</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4050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4900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6200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4950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108900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24.7</a:t>
                          </a:r>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074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7</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6600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8500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9800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8400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151200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300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28.0</a:t>
                          </a:r>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7"/>
                      </a:ext>
                    </a:extLst>
                  </a:tr>
                  <a:tr h="46210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总计</a:t>
                          </a: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defRPr/>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𝐸</m:t>
                                    </m:r>
                                  </m:e>
                                  <m:sub>
                                    <m:r>
                                      <a:rPr lang="zh-CN" altLang="en-US" sz="1600" i="1">
                                        <a:solidFill>
                                          <a:srgbClr val="000000"/>
                                        </a:solidFill>
                                        <a:latin typeface="Cambria Math" panose="02040503050406030204" pitchFamily="18" charset="0"/>
                                      </a:rPr>
                                      <m:t>𝑠</m:t>
                                    </m:r>
                                  </m:sub>
                                </m:sSub>
                                <m:r>
                                  <a:rPr lang="zh-CN" altLang="en-US" sz="1600" i="1">
                                    <a:solidFill>
                                      <a:srgbClr val="000000"/>
                                    </a:solidFill>
                                    <a:latin typeface="Cambria Math" panose="02040503050406030204" pitchFamily="18" charset="0"/>
                                  </a:rPr>
                                  <m:t>=33360</m:t>
                                </m:r>
                              </m:oMath>
                            </m:oMathPara>
                          </a14:m>
                          <a:endParaRPr kumimoji="0" lang="zh-CN"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defRPr/>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𝐶</m:t>
                                    </m:r>
                                  </m:e>
                                  <m:sub>
                                    <m:r>
                                      <a:rPr lang="zh-CN" altLang="en-US" sz="1600" i="1">
                                        <a:solidFill>
                                          <a:srgbClr val="000000"/>
                                        </a:solidFill>
                                        <a:latin typeface="Cambria Math" panose="02040503050406030204" pitchFamily="18" charset="0"/>
                                      </a:rPr>
                                      <m:t>𝑠</m:t>
                                    </m:r>
                                  </m:sub>
                                </m:sSub>
                                <m:r>
                                  <a:rPr lang="zh-CN" altLang="en-US" sz="1600" i="1">
                                    <a:solidFill>
                                      <a:srgbClr val="000000"/>
                                    </a:solidFill>
                                    <a:latin typeface="Cambria Math" panose="02040503050406030204" pitchFamily="18" charset="0"/>
                                  </a:rPr>
                                  <m:t>=656680</m:t>
                                </m:r>
                              </m:oMath>
                            </m:oMathPara>
                          </a14:m>
                          <a:endParaRPr kumimoji="0" lang="zh-CN"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defRPr/>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𝑀</m:t>
                                    </m:r>
                                  </m:e>
                                  <m:sub>
                                    <m:r>
                                      <a:rPr lang="zh-CN" altLang="en-US" sz="1600" i="1">
                                        <a:solidFill>
                                          <a:srgbClr val="000000"/>
                                        </a:solidFill>
                                        <a:latin typeface="Cambria Math" panose="02040503050406030204" pitchFamily="18" charset="0"/>
                                      </a:rPr>
                                      <m:t>𝑠</m:t>
                                    </m:r>
                                  </m:sub>
                                </m:sSub>
                                <m:r>
                                  <a:rPr lang="zh-CN" altLang="en-US" sz="1600" i="1">
                                    <a:solidFill>
                                      <a:srgbClr val="000000"/>
                                    </a:solidFill>
                                    <a:latin typeface="Cambria Math" panose="02040503050406030204" pitchFamily="18" charset="0"/>
                                  </a:rPr>
                                  <m:t>=144.5</m:t>
                                </m:r>
                              </m:oMath>
                            </m:oMathPara>
                          </a14:m>
                          <a:endParaRPr kumimoji="0" lang="zh-CN"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8"/>
                      </a:ext>
                    </a:extLst>
                  </a:tr>
                </a:tbl>
              </a:graphicData>
            </a:graphic>
          </p:graphicFrame>
        </mc:Choice>
        <mc:Fallback>
          <p:graphicFrame>
            <p:nvGraphicFramePr>
              <p:cNvPr id="6" name="Group 129">
                <a:extLst>
                  <a:ext uri="{FF2B5EF4-FFF2-40B4-BE49-F238E27FC236}">
                    <a16:creationId xmlns:a16="http://schemas.microsoft.com/office/drawing/2014/main" id="{D16CE49B-5679-4FB7-A3F9-6BAAAF0F0F2B}"/>
                  </a:ext>
                </a:extLst>
              </p:cNvPr>
              <p:cNvGraphicFramePr>
                <a:graphicFrameLocks/>
              </p:cNvGraphicFramePr>
              <p:nvPr>
                <p:extLst>
                  <p:ext uri="{D42A27DB-BD31-4B8C-83A1-F6EECF244321}">
                    <p14:modId xmlns:p14="http://schemas.microsoft.com/office/powerpoint/2010/main" val="414392409"/>
                  </p:ext>
                </p:extLst>
              </p:nvPr>
            </p:nvGraphicFramePr>
            <p:xfrm>
              <a:off x="260349" y="90716"/>
              <a:ext cx="8623301" cy="4504867"/>
            </p:xfrm>
            <a:graphic>
              <a:graphicData uri="http://schemas.openxmlformats.org/drawingml/2006/table">
                <a:tbl>
                  <a:tblPr/>
                  <a:tblGrid>
                    <a:gridCol w="930224">
                      <a:extLst>
                        <a:ext uri="{9D8B030D-6E8A-4147-A177-3AD203B41FA5}">
                          <a16:colId xmlns:a16="http://schemas.microsoft.com/office/drawing/2014/main" val="20000"/>
                        </a:ext>
                      </a:extLst>
                    </a:gridCol>
                    <a:gridCol w="894326">
                      <a:extLst>
                        <a:ext uri="{9D8B030D-6E8A-4147-A177-3AD203B41FA5}">
                          <a16:colId xmlns:a16="http://schemas.microsoft.com/office/drawing/2014/main" val="20001"/>
                        </a:ext>
                      </a:extLst>
                    </a:gridCol>
                    <a:gridCol w="928663">
                      <a:extLst>
                        <a:ext uri="{9D8B030D-6E8A-4147-A177-3AD203B41FA5}">
                          <a16:colId xmlns:a16="http://schemas.microsoft.com/office/drawing/2014/main" val="20002"/>
                        </a:ext>
                      </a:extLst>
                    </a:gridCol>
                    <a:gridCol w="917738">
                      <a:extLst>
                        <a:ext uri="{9D8B030D-6E8A-4147-A177-3AD203B41FA5}">
                          <a16:colId xmlns:a16="http://schemas.microsoft.com/office/drawing/2014/main" val="20003"/>
                        </a:ext>
                      </a:extLst>
                    </a:gridCol>
                    <a:gridCol w="908373">
                      <a:extLst>
                        <a:ext uri="{9D8B030D-6E8A-4147-A177-3AD203B41FA5}">
                          <a16:colId xmlns:a16="http://schemas.microsoft.com/office/drawing/2014/main" val="20004"/>
                        </a:ext>
                      </a:extLst>
                    </a:gridCol>
                    <a:gridCol w="1080059">
                      <a:extLst>
                        <a:ext uri="{9D8B030D-6E8A-4147-A177-3AD203B41FA5}">
                          <a16:colId xmlns:a16="http://schemas.microsoft.com/office/drawing/2014/main" val="20005"/>
                        </a:ext>
                      </a:extLst>
                    </a:gridCol>
                    <a:gridCol w="866232">
                      <a:extLst>
                        <a:ext uri="{9D8B030D-6E8A-4147-A177-3AD203B41FA5}">
                          <a16:colId xmlns:a16="http://schemas.microsoft.com/office/drawing/2014/main" val="20006"/>
                        </a:ext>
                      </a:extLst>
                    </a:gridCol>
                    <a:gridCol w="1164341">
                      <a:extLst>
                        <a:ext uri="{9D8B030D-6E8A-4147-A177-3AD203B41FA5}">
                          <a16:colId xmlns:a16="http://schemas.microsoft.com/office/drawing/2014/main" val="20007"/>
                        </a:ext>
                      </a:extLst>
                    </a:gridCol>
                    <a:gridCol w="933345">
                      <a:extLst>
                        <a:ext uri="{9D8B030D-6E8A-4147-A177-3AD203B41FA5}">
                          <a16:colId xmlns:a16="http://schemas.microsoft.com/office/drawing/2014/main" val="20008"/>
                        </a:ext>
                      </a:extLst>
                    </a:gridCol>
                  </a:tblGrid>
                  <a:tr h="8229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  </a:t>
                          </a: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参数</a:t>
                          </a:r>
                        </a:p>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模块</a:t>
                          </a: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（行）</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（行）</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（行）</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（行）</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元</a:t>
                          </a: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行</a:t>
                          </a: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（元）</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行</a:t>
                          </a: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人月</a:t>
                          </a: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人月</a:t>
                          </a: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9389">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1800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2400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2650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2340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32760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315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7.4</a:t>
                          </a:r>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9389">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4100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5200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7400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5380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107600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220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24.4</a:t>
                          </a:r>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074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4600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6900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8600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6800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136000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220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30.9</a:t>
                          </a:r>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3"/>
                      </a:ext>
                    </a:extLst>
                  </a:tr>
                  <a:tr h="459389">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4</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2950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3400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3600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3350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60300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240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13.9</a:t>
                          </a:r>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6074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5</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2000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2100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2450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2140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59920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140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15.2</a:t>
                          </a:r>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9389">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6</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4050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4900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6200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4950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108900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24.7</a:t>
                          </a:r>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60748">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7</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6600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8500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9800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8400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151200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300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28.0</a:t>
                          </a:r>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7"/>
                      </a:ext>
                    </a:extLst>
                  </a:tr>
                  <a:tr h="46210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总计</a:t>
                          </a: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gridSpan="4">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blipFill>
                          <a:blip r:embed="rId3"/>
                          <a:stretch>
                            <a:fillRect l="-25710" t="-877632" r="-111352" b="-3947"/>
                          </a:stretch>
                        </a:blip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endParaRPr lang="zh-CN"/>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blipFill>
                          <a:blip r:embed="rId3"/>
                          <a:stretch>
                            <a:fillRect l="-235313" t="-877632" r="-108438" b="-3947"/>
                          </a:stretch>
                        </a:blipFill>
                      </a:tcPr>
                    </a:tc>
                    <a:tc hMerge="1">
                      <a:txBody>
                        <a:bodyPr/>
                        <a:lstStyle/>
                        <a:p>
                          <a:endParaRPr lang="zh-CN" altLang="en-US"/>
                        </a:p>
                      </a:txBody>
                      <a:tcPr/>
                    </a:tc>
                    <a:tc gridSpan="2">
                      <a:txBody>
                        <a:bodyPr/>
                        <a:lstStyle/>
                        <a:p>
                          <a:endParaRPr lang="zh-CN"/>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blipFill>
                          <a:blip r:embed="rId3"/>
                          <a:stretch>
                            <a:fillRect l="-311919" t="-877632" r="-872" b="-3947"/>
                          </a:stretch>
                        </a:blipFill>
                      </a:tcPr>
                    </a:tc>
                    <a:tc hMerge="1">
                      <a:txBody>
                        <a:bodyPr/>
                        <a:lstStyle/>
                        <a:p>
                          <a:endParaRPr lang="zh-CN" altLang="en-US"/>
                        </a:p>
                      </a:txBody>
                      <a:tcPr/>
                    </a:tc>
                    <a:extLst>
                      <a:ext uri="{0D108BD9-81ED-4DB2-BD59-A6C34878D82A}">
                        <a16:rowId xmlns:a16="http://schemas.microsoft.com/office/drawing/2014/main" val="10008"/>
                      </a:ext>
                    </a:extLst>
                  </a:tr>
                </a:tbl>
              </a:graphicData>
            </a:graphic>
          </p:graphicFrame>
        </mc:Fallback>
      </mc:AlternateContent>
      <p:sp>
        <p:nvSpPr>
          <p:cNvPr id="24" name="文本框 23">
            <a:extLst>
              <a:ext uri="{FF2B5EF4-FFF2-40B4-BE49-F238E27FC236}">
                <a16:creationId xmlns:a16="http://schemas.microsoft.com/office/drawing/2014/main" id="{3D5637BF-02A5-49C7-9364-DBE828D94EC2}"/>
              </a:ext>
            </a:extLst>
          </p:cNvPr>
          <p:cNvSpPr txBox="1"/>
          <p:nvPr/>
        </p:nvSpPr>
        <p:spPr>
          <a:xfrm>
            <a:off x="2285999" y="4720709"/>
            <a:ext cx="4572000" cy="369332"/>
          </a:xfrm>
          <a:prstGeom prst="rect">
            <a:avLst/>
          </a:prstGeom>
          <a:noFill/>
        </p:spPr>
        <p:txBody>
          <a:bodyPr wrap="square">
            <a:spAutoFit/>
          </a:bodyPr>
          <a:lstStyle/>
          <a:p>
            <a:pPr algn="ctr" eaLnBrk="1" hangingPunct="1"/>
            <a:r>
              <a:rPr kumimoji="1" lang="zh-CN" altLang="en-US" b="1" dirty="0">
                <a:solidFill>
                  <a:srgbClr val="CC3300"/>
                </a:solidFill>
                <a:latin typeface="Times New Roman" panose="02020603050405020304" pitchFamily="18" charset="0"/>
              </a:rPr>
              <a:t>表</a:t>
            </a:r>
            <a:r>
              <a:rPr kumimoji="1" lang="en-US" altLang="zh-CN" b="1" dirty="0">
                <a:solidFill>
                  <a:srgbClr val="CC3300"/>
                </a:solidFill>
                <a:latin typeface="Times New Roman" panose="02020603050405020304" pitchFamily="18" charset="0"/>
              </a:rPr>
              <a:t>3.4  CAD</a:t>
            </a:r>
            <a:r>
              <a:rPr kumimoji="1" lang="zh-CN" altLang="en-US" b="1" dirty="0">
                <a:solidFill>
                  <a:srgbClr val="CC3300"/>
                </a:solidFill>
                <a:latin typeface="Times New Roman" panose="02020603050405020304" pitchFamily="18" charset="0"/>
              </a:rPr>
              <a:t>软件成本、工作量估算表（一）</a:t>
            </a:r>
          </a:p>
        </p:txBody>
      </p:sp>
    </p:spTree>
    <p:extLst>
      <p:ext uri="{BB962C8B-B14F-4D97-AF65-F5344CB8AC3E}">
        <p14:creationId xmlns:p14="http://schemas.microsoft.com/office/powerpoint/2010/main" val="1683162971"/>
      </p:ext>
    </p:extLst>
  </p:cSld>
  <p:clrMapOvr>
    <a:masterClrMapping/>
  </p:clrMapOvr>
  <p:transition spd="slow">
    <p:pull/>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6" name="Group 115">
                <a:extLst>
                  <a:ext uri="{FF2B5EF4-FFF2-40B4-BE49-F238E27FC236}">
                    <a16:creationId xmlns:a16="http://schemas.microsoft.com/office/drawing/2014/main" id="{D1D2ECBB-02A7-4057-B629-6363456F9469}"/>
                  </a:ext>
                </a:extLst>
              </p:cNvPr>
              <p:cNvGraphicFramePr>
                <a:graphicFrameLocks/>
              </p:cNvGraphicFramePr>
              <p:nvPr>
                <p:extLst>
                  <p:ext uri="{D42A27DB-BD31-4B8C-83A1-F6EECF244321}">
                    <p14:modId xmlns:p14="http://schemas.microsoft.com/office/powerpoint/2010/main" val="316396066"/>
                  </p:ext>
                </p:extLst>
              </p:nvPr>
            </p:nvGraphicFramePr>
            <p:xfrm>
              <a:off x="531812" y="69851"/>
              <a:ext cx="8221663" cy="4516438"/>
            </p:xfrm>
            <a:graphic>
              <a:graphicData uri="http://schemas.openxmlformats.org/drawingml/2006/table">
                <a:tbl>
                  <a:tblPr/>
                  <a:tblGrid>
                    <a:gridCol w="2166062">
                      <a:extLst>
                        <a:ext uri="{9D8B030D-6E8A-4147-A177-3AD203B41FA5}">
                          <a16:colId xmlns:a16="http://schemas.microsoft.com/office/drawing/2014/main" val="20000"/>
                        </a:ext>
                      </a:extLst>
                    </a:gridCol>
                    <a:gridCol w="1224365">
                      <a:extLst>
                        <a:ext uri="{9D8B030D-6E8A-4147-A177-3AD203B41FA5}">
                          <a16:colId xmlns:a16="http://schemas.microsoft.com/office/drawing/2014/main" val="20001"/>
                        </a:ext>
                      </a:extLst>
                    </a:gridCol>
                    <a:gridCol w="1329357">
                      <a:extLst>
                        <a:ext uri="{9D8B030D-6E8A-4147-A177-3AD203B41FA5}">
                          <a16:colId xmlns:a16="http://schemas.microsoft.com/office/drawing/2014/main" val="20002"/>
                        </a:ext>
                      </a:extLst>
                    </a:gridCol>
                    <a:gridCol w="1125835">
                      <a:extLst>
                        <a:ext uri="{9D8B030D-6E8A-4147-A177-3AD203B41FA5}">
                          <a16:colId xmlns:a16="http://schemas.microsoft.com/office/drawing/2014/main" val="20003"/>
                        </a:ext>
                      </a:extLst>
                    </a:gridCol>
                    <a:gridCol w="953002">
                      <a:extLst>
                        <a:ext uri="{9D8B030D-6E8A-4147-A177-3AD203B41FA5}">
                          <a16:colId xmlns:a16="http://schemas.microsoft.com/office/drawing/2014/main" val="20004"/>
                        </a:ext>
                      </a:extLst>
                    </a:gridCol>
                    <a:gridCol w="1423042">
                      <a:extLst>
                        <a:ext uri="{9D8B030D-6E8A-4147-A177-3AD203B41FA5}">
                          <a16:colId xmlns:a16="http://schemas.microsoft.com/office/drawing/2014/main" val="20005"/>
                        </a:ext>
                      </a:extLst>
                    </a:gridCol>
                  </a:tblGrid>
                  <a:tr h="86534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                        </a:t>
                          </a: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                   时间维</a:t>
                          </a:r>
                        </a:p>
                        <a:p>
                          <a:pPr marL="0" marR="0" lvl="0" indent="0" algn="ctr"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功能维</a:t>
                          </a: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需求分析</a:t>
                          </a:r>
                        </a:p>
                      </a:txBody>
                      <a:tcPr marL="90000" marR="90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设计</a:t>
                          </a:r>
                        </a:p>
                      </a:txBody>
                      <a:tcPr marL="90000" marR="90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编码</a:t>
                          </a:r>
                        </a:p>
                      </a:txBody>
                      <a:tcPr marL="90000" marR="90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测试</a:t>
                          </a:r>
                        </a:p>
                      </a:txBody>
                      <a:tcPr marL="90000" marR="90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总计</a:t>
                          </a:r>
                        </a:p>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（人月）</a:t>
                          </a:r>
                        </a:p>
                      </a:txBody>
                      <a:tcPr marL="90000" marR="90000" marT="46803" marB="4680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0.5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3.5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7.0</a:t>
                          </a: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10.0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9.5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26.0</a:t>
                          </a: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12.0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6.0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11.0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31.5</a:t>
                          </a: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4</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6.0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3.0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15.0</a:t>
                          </a: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5</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6.0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3.5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5.0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16.0</a:t>
                          </a: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6</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11.0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10.5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27.0</a:t>
                          </a: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7</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14.0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5.0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7.0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30.0</a:t>
                          </a: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4348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（人月）</a:t>
                          </a: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14.5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61.0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26.5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50.5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=152.5</a:t>
                          </a: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4348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（元</a:t>
                          </a: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人月）</a:t>
                          </a: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5200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4800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4250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4500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5976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（元）</a:t>
                          </a: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75400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292800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112625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227250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defRPr/>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000000"/>
                                        </a:solidFill>
                                        <a:latin typeface="Cambria Math" panose="02040503050406030204" pitchFamily="18" charset="0"/>
                                      </a:rPr>
                                    </m:ctrlPr>
                                  </m:sSubPr>
                                  <m:e>
                                    <m:acc>
                                      <m:accPr>
                                        <m:chr m:val="̑"/>
                                        <m:ctrlPr>
                                          <a:rPr lang="zh-CN" altLang="en-US" sz="1600" i="1">
                                            <a:solidFill>
                                              <a:srgbClr val="000000"/>
                                            </a:solidFill>
                                            <a:latin typeface="Cambria Math" panose="02040503050406030204" pitchFamily="18" charset="0"/>
                                          </a:rPr>
                                        </m:ctrlPr>
                                      </m:accPr>
                                      <m:e>
                                        <m:r>
                                          <a:rPr lang="zh-CN" altLang="en-US" sz="1600" i="1">
                                            <a:solidFill>
                                              <a:srgbClr val="000000"/>
                                            </a:solidFill>
                                            <a:latin typeface="Cambria Math" panose="02040503050406030204" pitchFamily="18" charset="0"/>
                                          </a:rPr>
                                          <m:t>𝐶</m:t>
                                        </m:r>
                                      </m:e>
                                    </m:acc>
                                  </m:e>
                                  <m:sub>
                                    <m:r>
                                      <a:rPr lang="zh-CN" altLang="en-US" sz="1600" i="1">
                                        <a:solidFill>
                                          <a:srgbClr val="000000"/>
                                        </a:solidFill>
                                        <a:latin typeface="Cambria Math" panose="02040503050406030204" pitchFamily="18" charset="0"/>
                                      </a:rPr>
                                      <m:t>𝑠</m:t>
                                    </m:r>
                                  </m:sub>
                                </m:sSub>
                                <m:r>
                                  <a:rPr lang="zh-CN" altLang="en-US" sz="1600" i="1">
                                    <a:solidFill>
                                      <a:srgbClr val="000000"/>
                                    </a:solidFill>
                                    <a:latin typeface="Cambria Math" panose="02040503050406030204" pitchFamily="18" charset="0"/>
                                  </a:rPr>
                                  <m:t>=708075</m:t>
                                </m:r>
                              </m:oMath>
                            </m:oMathPara>
                          </a14:m>
                          <a:endParaRPr kumimoji="0" lang="zh-CN"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mc:Choice>
        <mc:Fallback xmlns="">
          <p:graphicFrame>
            <p:nvGraphicFramePr>
              <p:cNvPr id="6" name="Group 115">
                <a:extLst>
                  <a:ext uri="{FF2B5EF4-FFF2-40B4-BE49-F238E27FC236}">
                    <a16:creationId xmlns:a16="http://schemas.microsoft.com/office/drawing/2014/main" id="{D1D2ECBB-02A7-4057-B629-6363456F9469}"/>
                  </a:ext>
                </a:extLst>
              </p:cNvPr>
              <p:cNvGraphicFramePr>
                <a:graphicFrameLocks/>
              </p:cNvGraphicFramePr>
              <p:nvPr>
                <p:extLst>
                  <p:ext uri="{D42A27DB-BD31-4B8C-83A1-F6EECF244321}">
                    <p14:modId xmlns:p14="http://schemas.microsoft.com/office/powerpoint/2010/main" val="316396066"/>
                  </p:ext>
                </p:extLst>
              </p:nvPr>
            </p:nvGraphicFramePr>
            <p:xfrm>
              <a:off x="531812" y="69851"/>
              <a:ext cx="8221663" cy="4516438"/>
            </p:xfrm>
            <a:graphic>
              <a:graphicData uri="http://schemas.openxmlformats.org/drawingml/2006/table">
                <a:tbl>
                  <a:tblPr/>
                  <a:tblGrid>
                    <a:gridCol w="2166062">
                      <a:extLst>
                        <a:ext uri="{9D8B030D-6E8A-4147-A177-3AD203B41FA5}">
                          <a16:colId xmlns:a16="http://schemas.microsoft.com/office/drawing/2014/main" val="20000"/>
                        </a:ext>
                      </a:extLst>
                    </a:gridCol>
                    <a:gridCol w="1224365">
                      <a:extLst>
                        <a:ext uri="{9D8B030D-6E8A-4147-A177-3AD203B41FA5}">
                          <a16:colId xmlns:a16="http://schemas.microsoft.com/office/drawing/2014/main" val="20001"/>
                        </a:ext>
                      </a:extLst>
                    </a:gridCol>
                    <a:gridCol w="1329357">
                      <a:extLst>
                        <a:ext uri="{9D8B030D-6E8A-4147-A177-3AD203B41FA5}">
                          <a16:colId xmlns:a16="http://schemas.microsoft.com/office/drawing/2014/main" val="20002"/>
                        </a:ext>
                      </a:extLst>
                    </a:gridCol>
                    <a:gridCol w="1125835">
                      <a:extLst>
                        <a:ext uri="{9D8B030D-6E8A-4147-A177-3AD203B41FA5}">
                          <a16:colId xmlns:a16="http://schemas.microsoft.com/office/drawing/2014/main" val="20003"/>
                        </a:ext>
                      </a:extLst>
                    </a:gridCol>
                    <a:gridCol w="953002">
                      <a:extLst>
                        <a:ext uri="{9D8B030D-6E8A-4147-A177-3AD203B41FA5}">
                          <a16:colId xmlns:a16="http://schemas.microsoft.com/office/drawing/2014/main" val="20004"/>
                        </a:ext>
                      </a:extLst>
                    </a:gridCol>
                    <a:gridCol w="1423042">
                      <a:extLst>
                        <a:ext uri="{9D8B030D-6E8A-4147-A177-3AD203B41FA5}">
                          <a16:colId xmlns:a16="http://schemas.microsoft.com/office/drawing/2014/main" val="20005"/>
                        </a:ext>
                      </a:extLst>
                    </a:gridCol>
                  </a:tblGrid>
                  <a:tr h="86534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                        </a:t>
                          </a: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                   时间维</a:t>
                          </a:r>
                        </a:p>
                        <a:p>
                          <a:pPr marL="0" marR="0" lvl="0" indent="0" algn="ctr"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功能维</a:t>
                          </a: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需求分析</a:t>
                          </a:r>
                        </a:p>
                      </a:txBody>
                      <a:tcPr marL="90000" marR="90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设计</a:t>
                          </a:r>
                        </a:p>
                      </a:txBody>
                      <a:tcPr marL="90000" marR="90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编码</a:t>
                          </a:r>
                        </a:p>
                      </a:txBody>
                      <a:tcPr marL="90000" marR="90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测试</a:t>
                          </a:r>
                        </a:p>
                      </a:txBody>
                      <a:tcPr marL="90000" marR="90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总计</a:t>
                          </a:r>
                        </a:p>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（人月）</a:t>
                          </a:r>
                        </a:p>
                      </a:txBody>
                      <a:tcPr marL="90000" marR="90000" marT="46803" marB="4680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0.5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3.5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7.0</a:t>
                          </a: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10.0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9.5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26.0</a:t>
                          </a: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12.0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6.0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11.0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31.5</a:t>
                          </a: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4</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6.0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3.0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15.0</a:t>
                          </a: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5</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6.0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3.5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5.0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16.0</a:t>
                          </a: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6</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11.0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10.5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27.0</a:t>
                          </a: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7</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14.0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5.0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7.0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30.0</a:t>
                          </a: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4348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（人月）</a:t>
                          </a: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14.5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61.0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26.5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50.5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=152.5</a:t>
                          </a: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4348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（元</a:t>
                          </a: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人月）</a:t>
                          </a: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5200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4800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4250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4500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5976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（元）</a:t>
                          </a: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75400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292800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112625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227250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p>
                          <a:endParaRPr lang="zh-CN"/>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blipFill>
                          <a:blip r:embed="rId3"/>
                          <a:stretch>
                            <a:fillRect l="-479828" t="-708696" r="-1717" b="-3261"/>
                          </a:stretch>
                        </a:blipFill>
                      </a:tcPr>
                    </a:tc>
                    <a:extLst>
                      <a:ext uri="{0D108BD9-81ED-4DB2-BD59-A6C34878D82A}">
                        <a16:rowId xmlns:a16="http://schemas.microsoft.com/office/drawing/2014/main" val="10010"/>
                      </a:ext>
                    </a:extLst>
                  </a:tr>
                </a:tbl>
              </a:graphicData>
            </a:graphic>
          </p:graphicFrame>
        </mc:Fallback>
      </mc:AlternateContent>
      <p:sp>
        <p:nvSpPr>
          <p:cNvPr id="3" name="文本框 2">
            <a:extLst>
              <a:ext uri="{FF2B5EF4-FFF2-40B4-BE49-F238E27FC236}">
                <a16:creationId xmlns:a16="http://schemas.microsoft.com/office/drawing/2014/main" id="{22A0C63A-AF37-446A-9DCC-39750D3922C3}"/>
              </a:ext>
            </a:extLst>
          </p:cNvPr>
          <p:cNvSpPr txBox="1"/>
          <p:nvPr/>
        </p:nvSpPr>
        <p:spPr>
          <a:xfrm>
            <a:off x="2285999" y="4720709"/>
            <a:ext cx="4572000" cy="369332"/>
          </a:xfrm>
          <a:prstGeom prst="rect">
            <a:avLst/>
          </a:prstGeom>
          <a:noFill/>
        </p:spPr>
        <p:txBody>
          <a:bodyPr wrap="square">
            <a:spAutoFit/>
          </a:bodyPr>
          <a:lstStyle/>
          <a:p>
            <a:pPr algn="ctr" eaLnBrk="1" hangingPunct="1"/>
            <a:r>
              <a:rPr kumimoji="1" lang="zh-CN" altLang="en-US" b="1" dirty="0">
                <a:solidFill>
                  <a:srgbClr val="CC3300"/>
                </a:solidFill>
                <a:latin typeface="Times New Roman" panose="02020603050405020304" pitchFamily="18" charset="0"/>
              </a:rPr>
              <a:t>表</a:t>
            </a:r>
            <a:r>
              <a:rPr kumimoji="1" lang="en-US" altLang="zh-CN" b="1" dirty="0">
                <a:solidFill>
                  <a:srgbClr val="CC3300"/>
                </a:solidFill>
                <a:latin typeface="Times New Roman" panose="02020603050405020304" pitchFamily="18" charset="0"/>
              </a:rPr>
              <a:t>3.4  CAD</a:t>
            </a:r>
            <a:r>
              <a:rPr kumimoji="1" lang="zh-CN" altLang="en-US" b="1" dirty="0">
                <a:solidFill>
                  <a:srgbClr val="CC3300"/>
                </a:solidFill>
                <a:latin typeface="Times New Roman" panose="02020603050405020304" pitchFamily="18" charset="0"/>
              </a:rPr>
              <a:t>软件成本、工作量估算表（二）</a:t>
            </a:r>
          </a:p>
        </p:txBody>
      </p:sp>
      <p:sp>
        <p:nvSpPr>
          <p:cNvPr id="4" name="Line 634">
            <a:extLst>
              <a:ext uri="{FF2B5EF4-FFF2-40B4-BE49-F238E27FC236}">
                <a16:creationId xmlns:a16="http://schemas.microsoft.com/office/drawing/2014/main" id="{96531AF3-4615-40AA-94E6-7EB1CAF08569}"/>
              </a:ext>
            </a:extLst>
          </p:cNvPr>
          <p:cNvSpPr>
            <a:spLocks noChangeShapeType="1"/>
          </p:cNvSpPr>
          <p:nvPr/>
        </p:nvSpPr>
        <p:spPr bwMode="auto">
          <a:xfrm flipV="1">
            <a:off x="7585075" y="3800475"/>
            <a:ext cx="962025" cy="1555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272787951"/>
      </p:ext>
    </p:extLst>
  </p:cSld>
  <p:clrMapOvr>
    <a:masterClrMapping/>
  </p:clrMapOvr>
  <p:transition spd="slow">
    <p:pull/>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6" name="Group 115">
                <a:extLst>
                  <a:ext uri="{FF2B5EF4-FFF2-40B4-BE49-F238E27FC236}">
                    <a16:creationId xmlns:a16="http://schemas.microsoft.com/office/drawing/2014/main" id="{D1D2ECBB-02A7-4057-B629-6363456F9469}"/>
                  </a:ext>
                </a:extLst>
              </p:cNvPr>
              <p:cNvGraphicFramePr>
                <a:graphicFrameLocks/>
              </p:cNvGraphicFramePr>
              <p:nvPr>
                <p:extLst>
                  <p:ext uri="{D42A27DB-BD31-4B8C-83A1-F6EECF244321}">
                    <p14:modId xmlns:p14="http://schemas.microsoft.com/office/powerpoint/2010/main" val="4254714234"/>
                  </p:ext>
                </p:extLst>
              </p:nvPr>
            </p:nvGraphicFramePr>
            <p:xfrm>
              <a:off x="531812" y="69851"/>
              <a:ext cx="8221663" cy="4516438"/>
            </p:xfrm>
            <a:graphic>
              <a:graphicData uri="http://schemas.openxmlformats.org/drawingml/2006/table">
                <a:tbl>
                  <a:tblPr/>
                  <a:tblGrid>
                    <a:gridCol w="2166062">
                      <a:extLst>
                        <a:ext uri="{9D8B030D-6E8A-4147-A177-3AD203B41FA5}">
                          <a16:colId xmlns:a16="http://schemas.microsoft.com/office/drawing/2014/main" val="20000"/>
                        </a:ext>
                      </a:extLst>
                    </a:gridCol>
                    <a:gridCol w="1224365">
                      <a:extLst>
                        <a:ext uri="{9D8B030D-6E8A-4147-A177-3AD203B41FA5}">
                          <a16:colId xmlns:a16="http://schemas.microsoft.com/office/drawing/2014/main" val="20001"/>
                        </a:ext>
                      </a:extLst>
                    </a:gridCol>
                    <a:gridCol w="1329357">
                      <a:extLst>
                        <a:ext uri="{9D8B030D-6E8A-4147-A177-3AD203B41FA5}">
                          <a16:colId xmlns:a16="http://schemas.microsoft.com/office/drawing/2014/main" val="20002"/>
                        </a:ext>
                      </a:extLst>
                    </a:gridCol>
                    <a:gridCol w="1125835">
                      <a:extLst>
                        <a:ext uri="{9D8B030D-6E8A-4147-A177-3AD203B41FA5}">
                          <a16:colId xmlns:a16="http://schemas.microsoft.com/office/drawing/2014/main" val="20003"/>
                        </a:ext>
                      </a:extLst>
                    </a:gridCol>
                    <a:gridCol w="953002">
                      <a:extLst>
                        <a:ext uri="{9D8B030D-6E8A-4147-A177-3AD203B41FA5}">
                          <a16:colId xmlns:a16="http://schemas.microsoft.com/office/drawing/2014/main" val="20004"/>
                        </a:ext>
                      </a:extLst>
                    </a:gridCol>
                    <a:gridCol w="1423042">
                      <a:extLst>
                        <a:ext uri="{9D8B030D-6E8A-4147-A177-3AD203B41FA5}">
                          <a16:colId xmlns:a16="http://schemas.microsoft.com/office/drawing/2014/main" val="20005"/>
                        </a:ext>
                      </a:extLst>
                    </a:gridCol>
                  </a:tblGrid>
                  <a:tr h="86534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                        </a:t>
                          </a: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                   时间维</a:t>
                          </a:r>
                        </a:p>
                        <a:p>
                          <a:pPr marL="0" marR="0" lvl="0" indent="0" algn="ctr"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功能维</a:t>
                          </a: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需求分析</a:t>
                          </a:r>
                        </a:p>
                      </a:txBody>
                      <a:tcPr marL="90000" marR="90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设计</a:t>
                          </a:r>
                        </a:p>
                      </a:txBody>
                      <a:tcPr marL="90000" marR="90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编码</a:t>
                          </a:r>
                        </a:p>
                      </a:txBody>
                      <a:tcPr marL="90000" marR="90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测试</a:t>
                          </a:r>
                        </a:p>
                      </a:txBody>
                      <a:tcPr marL="90000" marR="90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总计</a:t>
                          </a:r>
                        </a:p>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（人月）</a:t>
                          </a:r>
                        </a:p>
                      </a:txBody>
                      <a:tcPr marL="90000" marR="90000" marT="46803" marB="4680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3.0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8.0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9</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12.0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6.0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11.0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4</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6.0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5</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3</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6.0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5.0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6</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10.0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7</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14.0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6.0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7.0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4348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（人月）</a:t>
                          </a: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14.5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61.0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26.5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50.5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4348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（元</a:t>
                          </a: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人月）</a:t>
                          </a: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5200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4800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4250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4500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5976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（元）</a:t>
                          </a: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itchFamily="2" charset="-122"/>
                              <a:cs typeface="Times New Roman" panose="02020603050405020304" pitchFamily="18" charset="0"/>
                            </a:rPr>
                            <a:t>292800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lang="en-US" altLang="zh-CN" dirty="0"/>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defRPr/>
                          </a:pPr>
                          <a14:m>
                            <m:oMath xmlns:m="http://schemas.openxmlformats.org/officeDocument/2006/math">
                              <m:sSub>
                                <m:sSubPr>
                                  <m:ctrlPr>
                                    <a:rPr lang="zh-CN" altLang="en-US" sz="1600" i="1" smtClean="0">
                                      <a:solidFill>
                                        <a:srgbClr val="000000"/>
                                      </a:solidFill>
                                      <a:latin typeface="Cambria Math" panose="02040503050406030204" pitchFamily="18" charset="0"/>
                                    </a:rPr>
                                  </m:ctrlPr>
                                </m:sSubPr>
                                <m:e>
                                  <m:acc>
                                    <m:accPr>
                                      <m:chr m:val="̑"/>
                                      <m:ctrlPr>
                                        <a:rPr lang="zh-CN" altLang="en-US" sz="1600" i="1">
                                          <a:solidFill>
                                            <a:srgbClr val="000000"/>
                                          </a:solidFill>
                                          <a:latin typeface="Cambria Math" panose="02040503050406030204" pitchFamily="18" charset="0"/>
                                        </a:rPr>
                                      </m:ctrlPr>
                                    </m:accPr>
                                    <m:e>
                                      <m:r>
                                        <a:rPr lang="zh-CN" altLang="en-US" sz="1600" i="1">
                                          <a:solidFill>
                                            <a:srgbClr val="000000"/>
                                          </a:solidFill>
                                          <a:latin typeface="Cambria Math" panose="02040503050406030204" pitchFamily="18" charset="0"/>
                                        </a:rPr>
                                        <m:t>𝐶</m:t>
                                      </m:r>
                                    </m:e>
                                  </m:acc>
                                </m:e>
                                <m:sub>
                                  <m:r>
                                    <a:rPr lang="zh-CN" altLang="en-US" sz="1600" i="1">
                                      <a:solidFill>
                                        <a:srgbClr val="000000"/>
                                      </a:solidFill>
                                      <a:latin typeface="Cambria Math" panose="02040503050406030204" pitchFamily="18" charset="0"/>
                                    </a:rPr>
                                    <m:t>𝑠</m:t>
                                  </m:r>
                                </m:sub>
                              </m:sSub>
                              <m:r>
                                <a:rPr lang="zh-CN" altLang="en-US" sz="1600" i="1">
                                  <a:solidFill>
                                    <a:srgbClr val="000000"/>
                                  </a:solidFill>
                                  <a:latin typeface="Cambria Math" panose="02040503050406030204" pitchFamily="18" charset="0"/>
                                </a:rPr>
                                <m:t>=</m:t>
                              </m:r>
                            </m:oMath>
                          </a14:m>
                          <a:r>
                            <a:rPr kumimoji="0"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endParaRPr kumimoji="0" lang="zh-CN"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mc:Choice>
        <mc:Fallback>
          <p:graphicFrame>
            <p:nvGraphicFramePr>
              <p:cNvPr id="6" name="Group 115">
                <a:extLst>
                  <a:ext uri="{FF2B5EF4-FFF2-40B4-BE49-F238E27FC236}">
                    <a16:creationId xmlns:a16="http://schemas.microsoft.com/office/drawing/2014/main" id="{D1D2ECBB-02A7-4057-B629-6363456F9469}"/>
                  </a:ext>
                </a:extLst>
              </p:cNvPr>
              <p:cNvGraphicFramePr>
                <a:graphicFrameLocks/>
              </p:cNvGraphicFramePr>
              <p:nvPr>
                <p:extLst>
                  <p:ext uri="{D42A27DB-BD31-4B8C-83A1-F6EECF244321}">
                    <p14:modId xmlns:p14="http://schemas.microsoft.com/office/powerpoint/2010/main" val="4254714234"/>
                  </p:ext>
                </p:extLst>
              </p:nvPr>
            </p:nvGraphicFramePr>
            <p:xfrm>
              <a:off x="531812" y="69851"/>
              <a:ext cx="8221663" cy="4516438"/>
            </p:xfrm>
            <a:graphic>
              <a:graphicData uri="http://schemas.openxmlformats.org/drawingml/2006/table">
                <a:tbl>
                  <a:tblPr/>
                  <a:tblGrid>
                    <a:gridCol w="2166062">
                      <a:extLst>
                        <a:ext uri="{9D8B030D-6E8A-4147-A177-3AD203B41FA5}">
                          <a16:colId xmlns:a16="http://schemas.microsoft.com/office/drawing/2014/main" val="20000"/>
                        </a:ext>
                      </a:extLst>
                    </a:gridCol>
                    <a:gridCol w="1224365">
                      <a:extLst>
                        <a:ext uri="{9D8B030D-6E8A-4147-A177-3AD203B41FA5}">
                          <a16:colId xmlns:a16="http://schemas.microsoft.com/office/drawing/2014/main" val="20001"/>
                        </a:ext>
                      </a:extLst>
                    </a:gridCol>
                    <a:gridCol w="1329357">
                      <a:extLst>
                        <a:ext uri="{9D8B030D-6E8A-4147-A177-3AD203B41FA5}">
                          <a16:colId xmlns:a16="http://schemas.microsoft.com/office/drawing/2014/main" val="20002"/>
                        </a:ext>
                      </a:extLst>
                    </a:gridCol>
                    <a:gridCol w="1125835">
                      <a:extLst>
                        <a:ext uri="{9D8B030D-6E8A-4147-A177-3AD203B41FA5}">
                          <a16:colId xmlns:a16="http://schemas.microsoft.com/office/drawing/2014/main" val="20003"/>
                        </a:ext>
                      </a:extLst>
                    </a:gridCol>
                    <a:gridCol w="953002">
                      <a:extLst>
                        <a:ext uri="{9D8B030D-6E8A-4147-A177-3AD203B41FA5}">
                          <a16:colId xmlns:a16="http://schemas.microsoft.com/office/drawing/2014/main" val="20004"/>
                        </a:ext>
                      </a:extLst>
                    </a:gridCol>
                    <a:gridCol w="1423042">
                      <a:extLst>
                        <a:ext uri="{9D8B030D-6E8A-4147-A177-3AD203B41FA5}">
                          <a16:colId xmlns:a16="http://schemas.microsoft.com/office/drawing/2014/main" val="20005"/>
                        </a:ext>
                      </a:extLst>
                    </a:gridCol>
                  </a:tblGrid>
                  <a:tr h="86534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                        </a:t>
                          </a: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                   时间维</a:t>
                          </a:r>
                        </a:p>
                        <a:p>
                          <a:pPr marL="0" marR="0" lvl="0" indent="0" algn="ctr"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功能维</a:t>
                          </a: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需求分析</a:t>
                          </a:r>
                        </a:p>
                      </a:txBody>
                      <a:tcPr marL="90000" marR="90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设计</a:t>
                          </a:r>
                        </a:p>
                      </a:txBody>
                      <a:tcPr marL="90000" marR="90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编码</a:t>
                          </a:r>
                        </a:p>
                      </a:txBody>
                      <a:tcPr marL="90000" marR="90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测试</a:t>
                          </a:r>
                        </a:p>
                      </a:txBody>
                      <a:tcPr marL="90000" marR="90000" marT="46803" marB="4680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总计</a:t>
                          </a:r>
                        </a:p>
                        <a:p>
                          <a:pPr marL="0" marR="0" lvl="0" indent="0" algn="ctr" defTabSz="914400" rtl="0" eaLnBrk="1" fontAlgn="base" latinLnBrk="0" hangingPunct="1">
                            <a:lnSpc>
                              <a:spcPct val="100000"/>
                            </a:lnSpc>
                            <a:spcBef>
                              <a:spcPct val="0"/>
                            </a:spcBef>
                            <a:spcAft>
                              <a:spcPct val="0"/>
                            </a:spcAft>
                            <a:buClrTx/>
                            <a:buSzTx/>
                            <a:buFontTx/>
                            <a:buNone/>
                            <a:tabLst/>
                          </a:pPr>
                          <a:endPar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（人月）</a:t>
                          </a:r>
                        </a:p>
                      </a:txBody>
                      <a:tcPr marL="90000" marR="90000" marT="46803" marB="4680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3.0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8.0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9</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12.0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6.0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11.0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4</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6.0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5</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3</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6.0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rgbClr val="CC3300"/>
                              </a:solidFill>
                              <a:effectLst/>
                              <a:latin typeface="Times New Roman" panose="02020603050405020304" pitchFamily="18" charset="0"/>
                              <a:ea typeface="宋体" pitchFamily="2" charset="-122"/>
                              <a:cs typeface="Times New Roman" panose="02020603050405020304" pitchFamily="18" charset="0"/>
                            </a:rPr>
                            <a:t>5.0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6</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2</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10.0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34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N</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7</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14.0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6.0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7.0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4348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（人月）</a:t>
                          </a: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14.5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61.0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26.5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50.5</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4348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（元</a:t>
                          </a: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人月）</a:t>
                          </a: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5200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4800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4250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CC3300"/>
                              </a:solidFill>
                              <a:effectLst/>
                              <a:latin typeface="Times New Roman" panose="02020603050405020304" pitchFamily="18" charset="0"/>
                              <a:ea typeface="宋体" pitchFamily="2" charset="-122"/>
                              <a:cs typeface="Times New Roman" panose="02020603050405020304" pitchFamily="18" charset="0"/>
                            </a:rPr>
                            <a:t>4500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5976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（元）</a:t>
                          </a:r>
                        </a:p>
                      </a:txBody>
                      <a:tcPr marT="45723" marB="45723"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bg1"/>
                              </a:solidFill>
                              <a:effectLst/>
                              <a:latin typeface="Times New Roman" panose="02020603050405020304" pitchFamily="18" charset="0"/>
                              <a:ea typeface="宋体" pitchFamily="2" charset="-122"/>
                              <a:cs typeface="Times New Roman" panose="02020603050405020304" pitchFamily="18" charset="0"/>
                            </a:rPr>
                            <a:t>292800</a:t>
                          </a: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lang="en-US" altLang="zh-CN" dirty="0"/>
                        </a:p>
                      </a:txBody>
                      <a:tcPr marT="45723" marB="457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endParaRPr lang="zh-CN"/>
                        </a:p>
                      </a:txBody>
                      <a:tcPr marT="45723" marB="45723"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blipFill>
                          <a:blip r:embed="rId3"/>
                          <a:stretch>
                            <a:fillRect l="-479828" t="-708696" r="-1717" b="-3261"/>
                          </a:stretch>
                        </a:blipFill>
                      </a:tcPr>
                    </a:tc>
                    <a:extLst>
                      <a:ext uri="{0D108BD9-81ED-4DB2-BD59-A6C34878D82A}">
                        <a16:rowId xmlns:a16="http://schemas.microsoft.com/office/drawing/2014/main" val="10010"/>
                      </a:ext>
                    </a:extLst>
                  </a:tr>
                </a:tbl>
              </a:graphicData>
            </a:graphic>
          </p:graphicFrame>
        </mc:Fallback>
      </mc:AlternateContent>
      <p:sp>
        <p:nvSpPr>
          <p:cNvPr id="3" name="文本框 2">
            <a:extLst>
              <a:ext uri="{FF2B5EF4-FFF2-40B4-BE49-F238E27FC236}">
                <a16:creationId xmlns:a16="http://schemas.microsoft.com/office/drawing/2014/main" id="{22A0C63A-AF37-446A-9DCC-39750D3922C3}"/>
              </a:ext>
            </a:extLst>
          </p:cNvPr>
          <p:cNvSpPr txBox="1"/>
          <p:nvPr/>
        </p:nvSpPr>
        <p:spPr>
          <a:xfrm>
            <a:off x="2285999" y="4720709"/>
            <a:ext cx="457200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800" b="1" i="0" u="none" strike="noStrike" kern="1200" cap="none" spc="0" normalizeH="0" baseline="0" noProof="0" dirty="0">
                <a:ln>
                  <a:noFill/>
                </a:ln>
                <a:solidFill>
                  <a:srgbClr val="CC3300"/>
                </a:solidFill>
                <a:effectLst/>
                <a:uLnTx/>
                <a:uFillTx/>
                <a:latin typeface="Times New Roman" panose="02020603050405020304" pitchFamily="18" charset="0"/>
                <a:ea typeface="宋体" panose="02010600030101010101" pitchFamily="2" charset="-122"/>
                <a:cs typeface="+mn-cs"/>
              </a:rPr>
              <a:t>表</a:t>
            </a:r>
            <a:r>
              <a:rPr kumimoji="1" lang="en-US" altLang="zh-CN" sz="1800" b="1" i="0" u="none" strike="noStrike" kern="1200" cap="none" spc="0" normalizeH="0" baseline="0" noProof="0" dirty="0">
                <a:ln>
                  <a:noFill/>
                </a:ln>
                <a:solidFill>
                  <a:srgbClr val="CC3300"/>
                </a:solidFill>
                <a:effectLst/>
                <a:uLnTx/>
                <a:uFillTx/>
                <a:latin typeface="Times New Roman" panose="02020603050405020304" pitchFamily="18" charset="0"/>
                <a:ea typeface="宋体" panose="02010600030101010101" pitchFamily="2" charset="-122"/>
                <a:cs typeface="+mn-cs"/>
              </a:rPr>
              <a:t>3.4  CAD</a:t>
            </a:r>
            <a:r>
              <a:rPr kumimoji="1" lang="zh-CN" altLang="en-US" sz="1800" b="1" i="0" u="none" strike="noStrike" kern="1200" cap="none" spc="0" normalizeH="0" baseline="0" noProof="0" dirty="0">
                <a:ln>
                  <a:noFill/>
                </a:ln>
                <a:solidFill>
                  <a:srgbClr val="CC3300"/>
                </a:solidFill>
                <a:effectLst/>
                <a:uLnTx/>
                <a:uFillTx/>
                <a:latin typeface="Times New Roman" panose="02020603050405020304" pitchFamily="18" charset="0"/>
                <a:ea typeface="宋体" panose="02010600030101010101" pitchFamily="2" charset="-122"/>
                <a:cs typeface="+mn-cs"/>
              </a:rPr>
              <a:t>软件成本、工作量估算表（二）</a:t>
            </a:r>
          </a:p>
        </p:txBody>
      </p:sp>
      <p:sp>
        <p:nvSpPr>
          <p:cNvPr id="4" name="Line 634">
            <a:extLst>
              <a:ext uri="{FF2B5EF4-FFF2-40B4-BE49-F238E27FC236}">
                <a16:creationId xmlns:a16="http://schemas.microsoft.com/office/drawing/2014/main" id="{96531AF3-4615-40AA-94E6-7EB1CAF08569}"/>
              </a:ext>
            </a:extLst>
          </p:cNvPr>
          <p:cNvSpPr>
            <a:spLocks noChangeShapeType="1"/>
          </p:cNvSpPr>
          <p:nvPr/>
        </p:nvSpPr>
        <p:spPr bwMode="auto">
          <a:xfrm flipV="1">
            <a:off x="7585075" y="3800475"/>
            <a:ext cx="962025" cy="1555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782954175"/>
      </p:ext>
    </p:extLst>
  </p:cSld>
  <p:clrMapOvr>
    <a:masterClrMapping/>
  </p:clrMapOvr>
  <p:transition spd="slow">
    <p:pull/>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44677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3.2.1 </a:t>
            </a:r>
            <a:r>
              <a:rPr lang="zh-CN" altLang="en-US" sz="2400" spc="300" dirty="0">
                <a:latin typeface="微软雅黑" panose="020B0503020204020204" pitchFamily="34" charset="-122"/>
                <a:ea typeface="微软雅黑" panose="020B0503020204020204" pitchFamily="34" charset="-122"/>
              </a:rPr>
              <a:t>功能分解法</a:t>
            </a:r>
            <a:r>
              <a:rPr lang="en-US" altLang="zh-CN" sz="2400" spc="300" dirty="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例</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96653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注意到通过二条不同途径得到了该软件成本（单位：元）与工作量（单位：人月）的二组数值，但考虑到这二组数值有相对误差</a:t>
                </a:r>
              </a:p>
              <a:p>
                <a:pPr marL="285750" indent="-285750" algn="ctr">
                  <a:lnSpc>
                    <a:spcPct val="150000"/>
                  </a:lnSpc>
                  <a:buFont typeface="Arial" panose="020B0604020202020204" pitchFamily="34" charset="0"/>
                  <a:buChar char="•"/>
                </a:pPr>
                <a14:m>
                  <m:oMath xmlns:m="http://schemas.openxmlformats.org/officeDocument/2006/math">
                    <m:sSub>
                      <m:sSubPr>
                        <m:ctrlPr>
                          <a:rPr lang="zh-CN" altLang="en-US" sz="1600" i="1" smtClean="0">
                            <a:solidFill>
                              <a:srgbClr val="000000"/>
                            </a:solidFill>
                            <a:latin typeface="Cambria Math" panose="02040503050406030204" pitchFamily="18" charset="0"/>
                          </a:rPr>
                        </m:ctrlPr>
                      </m:sSubPr>
                      <m:e>
                        <m:r>
                          <m:rPr>
                            <m:sty m:val="p"/>
                          </m:rPr>
                          <a:rPr lang="zh-CN" altLang="en-US" sz="1600" i="1">
                            <a:solidFill>
                              <a:srgbClr val="000000"/>
                            </a:solidFill>
                            <a:latin typeface="Cambria Math" panose="02040503050406030204" pitchFamily="18" charset="0"/>
                          </a:rPr>
                          <m:t>Δ</m:t>
                        </m:r>
                      </m:e>
                      <m:sub>
                        <m:r>
                          <a:rPr lang="zh-CN" altLang="en-US" sz="1600" i="1">
                            <a:solidFill>
                              <a:srgbClr val="000000"/>
                            </a:solidFill>
                            <a:latin typeface="Cambria Math" panose="02040503050406030204" pitchFamily="18" charset="0"/>
                          </a:rPr>
                          <m:t>𝐶</m:t>
                        </m:r>
                      </m:sub>
                    </m:sSub>
                    <m:r>
                      <a:rPr lang="zh-CN" altLang="en-US" sz="1600" i="1">
                        <a:solidFill>
                          <a:srgbClr val="000000"/>
                        </a:solidFill>
                        <a:latin typeface="Cambria Math" panose="02040503050406030204" pitchFamily="18" charset="0"/>
                      </a:rPr>
                      <m:t>=</m:t>
                    </m:r>
                    <m:d>
                      <m:dPr>
                        <m:begChr m:val="|"/>
                        <m:endChr m:val="|"/>
                        <m:ctrlPr>
                          <a:rPr lang="zh-CN" altLang="en-US" sz="1600" i="1">
                            <a:solidFill>
                              <a:srgbClr val="000000"/>
                            </a:solidFill>
                            <a:latin typeface="Cambria Math" panose="02040503050406030204" pitchFamily="18" charset="0"/>
                          </a:rPr>
                        </m:ctrlPr>
                      </m:dPr>
                      <m:e>
                        <m:f>
                          <m:fPr>
                            <m:ctrlPr>
                              <a:rPr lang="zh-CN" altLang="en-US" sz="1600" i="1">
                                <a:solidFill>
                                  <a:srgbClr val="000000"/>
                                </a:solidFill>
                                <a:latin typeface="Cambria Math" panose="02040503050406030204" pitchFamily="18" charset="0"/>
                              </a:rPr>
                            </m:ctrlPr>
                          </m:fPr>
                          <m:num>
                            <m:sSub>
                              <m:sSubPr>
                                <m:ctrlPr>
                                  <a:rPr lang="zh-CN" altLang="en-US" sz="1600" i="1">
                                    <a:solidFill>
                                      <a:srgbClr val="000000"/>
                                    </a:solidFill>
                                    <a:latin typeface="Cambria Math" panose="02040503050406030204" pitchFamily="18" charset="0"/>
                                  </a:rPr>
                                </m:ctrlPr>
                              </m:sSubPr>
                              <m:e>
                                <m:acc>
                                  <m:accPr>
                                    <m:chr m:val="̃"/>
                                    <m:ctrlPr>
                                      <a:rPr lang="zh-CN" altLang="en-US" sz="1600" i="1">
                                        <a:solidFill>
                                          <a:srgbClr val="000000"/>
                                        </a:solidFill>
                                        <a:latin typeface="Cambria Math" panose="02040503050406030204" pitchFamily="18" charset="0"/>
                                      </a:rPr>
                                    </m:ctrlPr>
                                  </m:accPr>
                                  <m:e>
                                    <m:r>
                                      <a:rPr lang="zh-CN" altLang="en-US" sz="1600" i="1">
                                        <a:solidFill>
                                          <a:srgbClr val="000000"/>
                                        </a:solidFill>
                                        <a:latin typeface="Cambria Math" panose="02040503050406030204" pitchFamily="18" charset="0"/>
                                      </a:rPr>
                                      <m:t>𝐶</m:t>
                                    </m:r>
                                  </m:e>
                                </m:acc>
                              </m:e>
                              <m:sub>
                                <m:r>
                                  <a:rPr lang="zh-CN" altLang="en-US" sz="1600" i="1">
                                    <a:solidFill>
                                      <a:srgbClr val="000000"/>
                                    </a:solidFill>
                                    <a:latin typeface="Cambria Math" panose="02040503050406030204" pitchFamily="18" charset="0"/>
                                  </a:rPr>
                                  <m:t>𝑠</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𝐶</m:t>
                                </m:r>
                              </m:e>
                              <m:sub>
                                <m:r>
                                  <a:rPr lang="zh-CN" altLang="en-US" sz="1600" i="1">
                                    <a:solidFill>
                                      <a:srgbClr val="000000"/>
                                    </a:solidFill>
                                    <a:latin typeface="Cambria Math" panose="02040503050406030204" pitchFamily="18" charset="0"/>
                                  </a:rPr>
                                  <m:t>𝑠</m:t>
                                </m:r>
                              </m:sub>
                            </m:sSub>
                          </m:num>
                          <m:den>
                            <m:sSub>
                              <m:sSubPr>
                                <m:ctrlPr>
                                  <a:rPr lang="zh-CN" altLang="en-US" sz="1600" i="1">
                                    <a:solidFill>
                                      <a:srgbClr val="000000"/>
                                    </a:solidFill>
                                    <a:latin typeface="Cambria Math" panose="02040503050406030204" pitchFamily="18" charset="0"/>
                                  </a:rPr>
                                </m:ctrlPr>
                              </m:sSubPr>
                              <m:e>
                                <m:acc>
                                  <m:accPr>
                                    <m:chr m:val="̃"/>
                                    <m:ctrlPr>
                                      <a:rPr lang="zh-CN" altLang="en-US" sz="1600" i="1">
                                        <a:solidFill>
                                          <a:srgbClr val="000000"/>
                                        </a:solidFill>
                                        <a:latin typeface="Cambria Math" panose="02040503050406030204" pitchFamily="18" charset="0"/>
                                      </a:rPr>
                                    </m:ctrlPr>
                                  </m:accPr>
                                  <m:e>
                                    <m:r>
                                      <a:rPr lang="zh-CN" altLang="en-US" sz="1600" i="1">
                                        <a:solidFill>
                                          <a:srgbClr val="000000"/>
                                        </a:solidFill>
                                        <a:latin typeface="Cambria Math" panose="02040503050406030204" pitchFamily="18" charset="0"/>
                                      </a:rPr>
                                      <m:t>𝐶</m:t>
                                    </m:r>
                                  </m:e>
                                </m:acc>
                              </m:e>
                              <m:sub>
                                <m:r>
                                  <a:rPr lang="zh-CN" altLang="en-US" sz="1600" i="1">
                                    <a:solidFill>
                                      <a:srgbClr val="000000"/>
                                    </a:solidFill>
                                    <a:latin typeface="Cambria Math" panose="02040503050406030204" pitchFamily="18" charset="0"/>
                                  </a:rPr>
                                  <m:t>𝑠</m:t>
                                </m:r>
                              </m:sub>
                            </m:sSub>
                          </m:den>
                        </m:f>
                      </m:e>
                    </m:d>
                    <m:r>
                      <a:rPr lang="zh-CN" altLang="en-US" sz="1600" i="1">
                        <a:solidFill>
                          <a:srgbClr val="000000"/>
                        </a:solidFill>
                        <a:latin typeface="Cambria Math" panose="02040503050406030204" pitchFamily="18" charset="0"/>
                      </a:rPr>
                      <m:t>=</m:t>
                    </m:r>
                    <m:f>
                      <m:fPr>
                        <m:ctrlPr>
                          <a:rPr lang="zh-CN" altLang="en-US" sz="1600" i="1">
                            <a:solidFill>
                              <a:srgbClr val="000000"/>
                            </a:solidFill>
                            <a:latin typeface="Cambria Math" panose="02040503050406030204" pitchFamily="18" charset="0"/>
                          </a:rPr>
                        </m:ctrlPr>
                      </m:fPr>
                      <m:num>
                        <m:r>
                          <a:rPr lang="zh-CN" altLang="en-US" sz="1600" i="1">
                            <a:solidFill>
                              <a:srgbClr val="000000"/>
                            </a:solidFill>
                            <a:latin typeface="Cambria Math" panose="02040503050406030204" pitchFamily="18" charset="0"/>
                          </a:rPr>
                          <m:t>708075−656680</m:t>
                        </m:r>
                      </m:num>
                      <m:den>
                        <m:r>
                          <a:rPr lang="zh-CN" altLang="en-US" sz="1600" i="1">
                            <a:solidFill>
                              <a:srgbClr val="000000"/>
                            </a:solidFill>
                            <a:latin typeface="Cambria Math" panose="02040503050406030204" pitchFamily="18" charset="0"/>
                          </a:rPr>
                          <m:t>708075</m:t>
                        </m:r>
                      </m:den>
                    </m:f>
                    <m:r>
                      <a:rPr lang="zh-CN" altLang="en-US" sz="1600" i="1">
                        <a:solidFill>
                          <a:srgbClr val="000000"/>
                        </a:solidFill>
                        <a:latin typeface="Cambria Math" panose="02040503050406030204" pitchFamily="18" charset="0"/>
                      </a:rPr>
                      <m:t>≈7%</m:t>
                    </m:r>
                  </m:oMath>
                </a14:m>
                <a:endParaRPr lang="en-US" altLang="zh-CN" sz="1600" i="1" dirty="0">
                  <a:solidFill>
                    <a:srgbClr val="000000"/>
                  </a:solidFill>
                  <a:latin typeface="Cambria Math" panose="02040503050406030204" pitchFamily="18" charset="0"/>
                </a:endParaRPr>
              </a:p>
              <a:p>
                <a:pPr marL="285750" indent="-285750" algn="ctr">
                  <a:lnSpc>
                    <a:spcPct val="150000"/>
                  </a:lnSpc>
                  <a:buFont typeface="Arial" panose="020B0604020202020204" pitchFamily="34" charset="0"/>
                  <a:buChar char="•"/>
                </a:pPr>
                <a14:m>
                  <m:oMath xmlns:m="http://schemas.openxmlformats.org/officeDocument/2006/math">
                    <m:sSub>
                      <m:sSubPr>
                        <m:ctrlPr>
                          <a:rPr lang="zh-CN" altLang="en-US" sz="1600" i="1">
                            <a:solidFill>
                              <a:srgbClr val="000000"/>
                            </a:solidFill>
                            <a:latin typeface="Cambria Math" panose="02040503050406030204" pitchFamily="18" charset="0"/>
                          </a:rPr>
                        </m:ctrlPr>
                      </m:sSubPr>
                      <m:e>
                        <m:r>
                          <m:rPr>
                            <m:sty m:val="p"/>
                          </m:rPr>
                          <a:rPr lang="zh-CN" altLang="en-US" sz="1600" i="1">
                            <a:solidFill>
                              <a:srgbClr val="000000"/>
                            </a:solidFill>
                            <a:latin typeface="Cambria Math" panose="02040503050406030204" pitchFamily="18" charset="0"/>
                          </a:rPr>
                          <m:t>Δ</m:t>
                        </m:r>
                      </m:e>
                      <m:sub>
                        <m:r>
                          <a:rPr lang="zh-CN" altLang="en-US" sz="1600" i="1">
                            <a:solidFill>
                              <a:srgbClr val="000000"/>
                            </a:solidFill>
                            <a:latin typeface="Cambria Math" panose="02040503050406030204" pitchFamily="18" charset="0"/>
                          </a:rPr>
                          <m:t>𝑀</m:t>
                        </m:r>
                      </m:sub>
                    </m:sSub>
                    <m:r>
                      <a:rPr lang="zh-CN" altLang="en-US" sz="1600" i="1">
                        <a:solidFill>
                          <a:srgbClr val="000000"/>
                        </a:solidFill>
                        <a:latin typeface="Cambria Math" panose="02040503050406030204" pitchFamily="18" charset="0"/>
                      </a:rPr>
                      <m:t>=</m:t>
                    </m:r>
                    <m:d>
                      <m:dPr>
                        <m:begChr m:val="|"/>
                        <m:endChr m:val="|"/>
                        <m:ctrlPr>
                          <a:rPr lang="zh-CN" altLang="en-US" sz="1600" i="1">
                            <a:solidFill>
                              <a:srgbClr val="000000"/>
                            </a:solidFill>
                            <a:latin typeface="Cambria Math" panose="02040503050406030204" pitchFamily="18" charset="0"/>
                          </a:rPr>
                        </m:ctrlPr>
                      </m:dPr>
                      <m:e>
                        <m:f>
                          <m:fPr>
                            <m:ctrlPr>
                              <a:rPr lang="zh-CN" altLang="en-US" sz="1600" i="1">
                                <a:solidFill>
                                  <a:srgbClr val="000000"/>
                                </a:solidFill>
                                <a:latin typeface="Cambria Math" panose="02040503050406030204" pitchFamily="18" charset="0"/>
                              </a:rPr>
                            </m:ctrlPr>
                          </m:fPr>
                          <m:num>
                            <m:sSub>
                              <m:sSubPr>
                                <m:ctrlPr>
                                  <a:rPr lang="zh-CN" altLang="en-US" sz="1600" i="1">
                                    <a:solidFill>
                                      <a:srgbClr val="000000"/>
                                    </a:solidFill>
                                    <a:latin typeface="Cambria Math" panose="02040503050406030204" pitchFamily="18" charset="0"/>
                                  </a:rPr>
                                </m:ctrlPr>
                              </m:sSubPr>
                              <m:e>
                                <m:acc>
                                  <m:accPr>
                                    <m:chr m:val="̃"/>
                                    <m:ctrlPr>
                                      <a:rPr lang="zh-CN" altLang="en-US" sz="1600" i="1">
                                        <a:solidFill>
                                          <a:srgbClr val="000000"/>
                                        </a:solidFill>
                                        <a:latin typeface="Cambria Math" panose="02040503050406030204" pitchFamily="18" charset="0"/>
                                      </a:rPr>
                                    </m:ctrlPr>
                                  </m:accPr>
                                  <m:e>
                                    <m:r>
                                      <a:rPr lang="zh-CN" altLang="en-US" sz="1600" i="1">
                                        <a:solidFill>
                                          <a:srgbClr val="000000"/>
                                        </a:solidFill>
                                        <a:latin typeface="Cambria Math" panose="02040503050406030204" pitchFamily="18" charset="0"/>
                                      </a:rPr>
                                      <m:t>𝑀</m:t>
                                    </m:r>
                                  </m:e>
                                </m:acc>
                              </m:e>
                              <m:sub>
                                <m:r>
                                  <a:rPr lang="zh-CN" altLang="en-US" sz="1600" i="1">
                                    <a:solidFill>
                                      <a:srgbClr val="000000"/>
                                    </a:solidFill>
                                    <a:latin typeface="Cambria Math" panose="02040503050406030204" pitchFamily="18" charset="0"/>
                                  </a:rPr>
                                  <m:t>𝑠</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𝑀</m:t>
                                </m:r>
                              </m:e>
                              <m:sub>
                                <m:r>
                                  <a:rPr lang="zh-CN" altLang="en-US" sz="1600" i="1">
                                    <a:solidFill>
                                      <a:srgbClr val="000000"/>
                                    </a:solidFill>
                                    <a:latin typeface="Cambria Math" panose="02040503050406030204" pitchFamily="18" charset="0"/>
                                  </a:rPr>
                                  <m:t>𝑠</m:t>
                                </m:r>
                              </m:sub>
                            </m:sSub>
                          </m:num>
                          <m:den>
                            <m:sSub>
                              <m:sSubPr>
                                <m:ctrlPr>
                                  <a:rPr lang="zh-CN" altLang="en-US" sz="1600" i="1">
                                    <a:solidFill>
                                      <a:srgbClr val="000000"/>
                                    </a:solidFill>
                                    <a:latin typeface="Cambria Math" panose="02040503050406030204" pitchFamily="18" charset="0"/>
                                  </a:rPr>
                                </m:ctrlPr>
                              </m:sSubPr>
                              <m:e>
                                <m:acc>
                                  <m:accPr>
                                    <m:chr m:val="̃"/>
                                    <m:ctrlPr>
                                      <a:rPr lang="zh-CN" altLang="en-US" sz="1600" i="1">
                                        <a:solidFill>
                                          <a:srgbClr val="000000"/>
                                        </a:solidFill>
                                        <a:latin typeface="Cambria Math" panose="02040503050406030204" pitchFamily="18" charset="0"/>
                                      </a:rPr>
                                    </m:ctrlPr>
                                  </m:accPr>
                                  <m:e>
                                    <m:r>
                                      <a:rPr lang="zh-CN" altLang="en-US" sz="1600" i="1">
                                        <a:solidFill>
                                          <a:srgbClr val="000000"/>
                                        </a:solidFill>
                                        <a:latin typeface="Cambria Math" panose="02040503050406030204" pitchFamily="18" charset="0"/>
                                      </a:rPr>
                                      <m:t>𝑀</m:t>
                                    </m:r>
                                  </m:e>
                                </m:acc>
                              </m:e>
                              <m:sub>
                                <m:r>
                                  <a:rPr lang="zh-CN" altLang="en-US" sz="1600" i="1">
                                    <a:solidFill>
                                      <a:srgbClr val="000000"/>
                                    </a:solidFill>
                                    <a:latin typeface="Cambria Math" panose="02040503050406030204" pitchFamily="18" charset="0"/>
                                  </a:rPr>
                                  <m:t>𝑠</m:t>
                                </m:r>
                              </m:sub>
                            </m:sSub>
                          </m:den>
                        </m:f>
                      </m:e>
                    </m:d>
                    <m:r>
                      <a:rPr lang="zh-CN" altLang="en-US" sz="1600" i="1">
                        <a:solidFill>
                          <a:srgbClr val="000000"/>
                        </a:solidFill>
                        <a:latin typeface="Cambria Math" panose="02040503050406030204" pitchFamily="18" charset="0"/>
                      </a:rPr>
                      <m:t>=</m:t>
                    </m:r>
                    <m:f>
                      <m:fPr>
                        <m:ctrlPr>
                          <a:rPr lang="zh-CN" altLang="en-US" sz="1600" i="1">
                            <a:solidFill>
                              <a:srgbClr val="000000"/>
                            </a:solidFill>
                            <a:latin typeface="Cambria Math" panose="02040503050406030204" pitchFamily="18" charset="0"/>
                          </a:rPr>
                        </m:ctrlPr>
                      </m:fPr>
                      <m:num>
                        <m:r>
                          <a:rPr lang="zh-CN" altLang="en-US" sz="1600" i="1">
                            <a:solidFill>
                              <a:srgbClr val="000000"/>
                            </a:solidFill>
                            <a:latin typeface="Cambria Math" panose="02040503050406030204" pitchFamily="18" charset="0"/>
                          </a:rPr>
                          <m:t>152.5−144.5</m:t>
                        </m:r>
                      </m:num>
                      <m:den>
                        <m:r>
                          <a:rPr lang="zh-CN" altLang="en-US" sz="1600" i="1">
                            <a:solidFill>
                              <a:srgbClr val="000000"/>
                            </a:solidFill>
                            <a:latin typeface="Cambria Math" panose="02040503050406030204" pitchFamily="18" charset="0"/>
                          </a:rPr>
                          <m:t>152.5</m:t>
                        </m:r>
                      </m:den>
                    </m:f>
                    <m:r>
                      <a:rPr lang="zh-CN" altLang="en-US" sz="1600" i="1">
                        <a:solidFill>
                          <a:srgbClr val="000000"/>
                        </a:solidFill>
                        <a:latin typeface="Cambria Math" panose="02040503050406030204" pitchFamily="18" charset="0"/>
                      </a:rPr>
                      <m:t>≈5%</m:t>
                    </m:r>
                  </m:oMath>
                </a14:m>
                <a:endParaRPr lang="zh-CN" altLang="en-US" sz="1600" b="0" i="0" u="none" strike="noStrike" baseline="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相对误差均小于</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20%</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，故可从中选择二者之一输出，例如从</a:t>
                </a:r>
                <a:r>
                  <a:rPr lang="zh-CN" altLang="en-US" sz="1600" b="1" i="0" u="none" strike="noStrike" baseline="0" dirty="0">
                    <a:solidFill>
                      <a:srgbClr val="FF0000"/>
                    </a:solidFill>
                    <a:latin typeface="华文楷体" panose="02010600040101010101" pitchFamily="2" charset="-122"/>
                    <a:ea typeface="华文楷体" panose="02010600040101010101" pitchFamily="2" charset="-122"/>
                  </a:rPr>
                  <a:t>保守的观点</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出发可选择系统成本与系统工作量有</a:t>
                </a:r>
                <a:endParaRPr lang="en-US" altLang="zh-CN" sz="1600" b="0" i="0" u="none" strike="noStrike" baseline="0" dirty="0">
                  <a:solidFill>
                    <a:srgbClr val="000000"/>
                  </a:solidFill>
                  <a:latin typeface="华文楷体" panose="02010600040101010101" pitchFamily="2" charset="-122"/>
                  <a:ea typeface="华文楷体" panose="02010600040101010101" pitchFamily="2" charset="-122"/>
                </a:endParaRPr>
              </a:p>
              <a:p>
                <a:pPr marL="285750" indent="-285750" algn="ctr">
                  <a:lnSpc>
                    <a:spcPct val="150000"/>
                  </a:lnSpc>
                  <a:buFont typeface="Arial" panose="020B0604020202020204" pitchFamily="34" charset="0"/>
                  <a:buChar char="•"/>
                </a:pPr>
                <a14:m>
                  <m:oMath xmlns:m="http://schemas.openxmlformats.org/officeDocument/2006/math">
                    <m:sSub>
                      <m:sSubPr>
                        <m:ctrlPr>
                          <a:rPr lang="zh-CN" altLang="en-US" sz="1600" i="1" smtClean="0">
                            <a:solidFill>
                              <a:srgbClr val="000000"/>
                            </a:solidFill>
                            <a:latin typeface="Cambria Math" panose="02040503050406030204" pitchFamily="18" charset="0"/>
                          </a:rPr>
                        </m:ctrlPr>
                      </m:sSubPr>
                      <m:e>
                        <m:acc>
                          <m:accPr>
                            <m:chr m:val="̃"/>
                            <m:ctrlPr>
                              <a:rPr lang="zh-CN" altLang="en-US" sz="1600" i="1">
                                <a:solidFill>
                                  <a:srgbClr val="000000"/>
                                </a:solidFill>
                                <a:latin typeface="Cambria Math" panose="02040503050406030204" pitchFamily="18" charset="0"/>
                              </a:rPr>
                            </m:ctrlPr>
                          </m:accPr>
                          <m:e>
                            <m:r>
                              <a:rPr lang="zh-CN" altLang="en-US" sz="1600" i="1">
                                <a:solidFill>
                                  <a:srgbClr val="000000"/>
                                </a:solidFill>
                                <a:latin typeface="Cambria Math" panose="02040503050406030204" pitchFamily="18" charset="0"/>
                              </a:rPr>
                              <m:t>𝑀</m:t>
                            </m:r>
                          </m:e>
                        </m:acc>
                      </m:e>
                      <m:sub>
                        <m:r>
                          <a:rPr lang="zh-CN" altLang="en-US" sz="1600" i="1">
                            <a:solidFill>
                              <a:srgbClr val="000000"/>
                            </a:solidFill>
                            <a:latin typeface="Cambria Math" panose="02040503050406030204" pitchFamily="18" charset="0"/>
                          </a:rPr>
                          <m:t>𝑠</m:t>
                        </m:r>
                      </m:sub>
                    </m:sSub>
                    <m:r>
                      <a:rPr lang="zh-CN" altLang="en-US" sz="1600" i="1">
                        <a:solidFill>
                          <a:srgbClr val="000000"/>
                        </a:solidFill>
                        <a:latin typeface="Cambria Math" panose="02040503050406030204" pitchFamily="18" charset="0"/>
                      </a:rPr>
                      <m:t>=152.5(</m:t>
                    </m:r>
                    <m:r>
                      <a:rPr lang="zh-CN" altLang="en-US" sz="1600" i="1">
                        <a:solidFill>
                          <a:srgbClr val="000000"/>
                        </a:solidFill>
                        <a:latin typeface="Cambria Math" panose="02040503050406030204" pitchFamily="18" charset="0"/>
                      </a:rPr>
                      <m:t>人月</m:t>
                    </m:r>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acc>
                          <m:accPr>
                            <m:chr m:val="̃"/>
                            <m:ctrlPr>
                              <a:rPr lang="zh-CN" altLang="en-US" sz="1600" i="1">
                                <a:solidFill>
                                  <a:srgbClr val="000000"/>
                                </a:solidFill>
                                <a:latin typeface="Cambria Math" panose="02040503050406030204" pitchFamily="18" charset="0"/>
                              </a:rPr>
                            </m:ctrlPr>
                          </m:accPr>
                          <m:e>
                            <m:r>
                              <a:rPr lang="zh-CN" altLang="en-US" sz="1600" i="1">
                                <a:solidFill>
                                  <a:srgbClr val="000000"/>
                                </a:solidFill>
                                <a:latin typeface="Cambria Math" panose="02040503050406030204" pitchFamily="18" charset="0"/>
                              </a:rPr>
                              <m:t>𝐶</m:t>
                            </m:r>
                          </m:e>
                        </m:acc>
                      </m:e>
                      <m:sub>
                        <m:r>
                          <a:rPr lang="zh-CN" altLang="en-US" sz="1600" i="1">
                            <a:solidFill>
                              <a:srgbClr val="000000"/>
                            </a:solidFill>
                            <a:latin typeface="Cambria Math" panose="02040503050406030204" pitchFamily="18" charset="0"/>
                          </a:rPr>
                          <m:t>𝑠</m:t>
                        </m:r>
                      </m:sub>
                    </m:sSub>
                    <m:r>
                      <a:rPr lang="zh-CN" altLang="en-US" sz="1600" i="1">
                        <a:solidFill>
                          <a:srgbClr val="000000"/>
                        </a:solidFill>
                        <a:latin typeface="Cambria Math" panose="02040503050406030204" pitchFamily="18" charset="0"/>
                      </a:rPr>
                      <m:t>=708075(</m:t>
                    </m:r>
                    <m:r>
                      <a:rPr lang="zh-CN" altLang="en-US" sz="1600" i="1">
                        <a:solidFill>
                          <a:srgbClr val="000000"/>
                        </a:solidFill>
                        <a:latin typeface="Cambria Math" panose="02040503050406030204" pitchFamily="18" charset="0"/>
                      </a:rPr>
                      <m:t>元</m:t>
                    </m:r>
                    <m:r>
                      <a:rPr lang="zh-CN" altLang="en-US" sz="1600" i="1">
                        <a:solidFill>
                          <a:srgbClr val="000000"/>
                        </a:solidFill>
                        <a:latin typeface="Cambria Math" panose="02040503050406030204" pitchFamily="18" charset="0"/>
                      </a:rPr>
                      <m:t>)</m:t>
                    </m:r>
                  </m:oMath>
                </a14:m>
                <a:endParaRPr lang="zh-CN" altLang="en-US" sz="1600" dirty="0"/>
              </a:p>
              <a:p>
                <a:pPr marL="285750" indent="-285750" algn="just">
                  <a:lnSpc>
                    <a:spcPct val="150000"/>
                  </a:lnSpc>
                  <a:buFont typeface="Arial" panose="020B0604020202020204" pitchFamily="34" charset="0"/>
                  <a:buChar char="•"/>
                </a:pPr>
                <a:endParaRPr lang="zh-CN" altLang="en-US" sz="1600" b="0" i="0" u="none" strike="noStrike" baseline="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zh-CN" altLang="en-US" sz="1600" b="0" i="0" u="none" strike="noStrike" baseline="0" dirty="0">
                  <a:solidFill>
                    <a:srgbClr val="000000"/>
                  </a:solidFill>
                  <a:latin typeface="华文楷体" panose="02010600040101010101" pitchFamily="2" charset="-122"/>
                  <a:ea typeface="华文楷体" panose="02010600040101010101" pitchFamily="2" charset="-122"/>
                </a:endParaRPr>
              </a:p>
            </p:txBody>
          </p:sp>
        </mc:Choice>
        <mc:Fallback xmlns="">
          <p:sp>
            <p:nvSpPr>
              <p:cNvPr id="2" name="矩形 1">
                <a:extLst>
                  <a:ext uri="{FF2B5EF4-FFF2-40B4-BE49-F238E27FC236}">
                    <a16:creationId xmlns:a16="http://schemas.microsoft.com/office/drawing/2014/main" id="{1A343DEC-CFF6-41F5-B87C-0DFC08C67B76}"/>
                  </a:ext>
                </a:extLst>
              </p:cNvPr>
              <p:cNvSpPr>
                <a:spLocks noRot="1" noChangeAspect="1" noMove="1" noResize="1" noEditPoints="1" noAdjustHandles="1" noChangeArrowheads="1" noChangeShapeType="1" noTextEdit="1"/>
              </p:cNvSpPr>
              <p:nvPr/>
            </p:nvSpPr>
            <p:spPr>
              <a:xfrm>
                <a:off x="611831" y="843428"/>
                <a:ext cx="7920338" cy="3966535"/>
              </a:xfrm>
              <a:prstGeom prst="rect">
                <a:avLst/>
              </a:prstGeom>
              <a:blipFill>
                <a:blip r:embed="rId3"/>
                <a:stretch>
                  <a:fillRect l="-308" r="-3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7140401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44677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3.2.1 </a:t>
            </a:r>
            <a:r>
              <a:rPr lang="zh-CN" altLang="en-US" sz="2400" spc="300" dirty="0">
                <a:latin typeface="微软雅黑" panose="020B0503020204020204" pitchFamily="34" charset="-122"/>
                <a:ea typeface="微软雅黑" panose="020B0503020204020204" pitchFamily="34" charset="-122"/>
              </a:rPr>
              <a:t>功能分解法</a:t>
            </a:r>
            <a:r>
              <a:rPr lang="en-US" altLang="zh-CN" sz="2400" spc="300" dirty="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例</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17800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上述之成本与工作量是在生存周期的需求分析、系统设计、程序编码、系统测试四个阶段成本与工作量基础上的累计值，而并非在整个生存周期内的累计值。而后者还包括系统运行与维护阶段的成本，因而我们可在</a:t>
                </a:r>
                <a14:m>
                  <m:oMath xmlns:m="http://schemas.openxmlformats.org/officeDocument/2006/math">
                    <m:sSub>
                      <m:sSubPr>
                        <m:ctrlPr>
                          <a:rPr lang="zh-CN" altLang="en-US" sz="1600" i="1" smtClean="0">
                            <a:solidFill>
                              <a:srgbClr val="000000"/>
                            </a:solidFill>
                            <a:latin typeface="Cambria Math" panose="02040503050406030204" pitchFamily="18" charset="0"/>
                          </a:rPr>
                        </m:ctrlPr>
                      </m:sSubPr>
                      <m:e>
                        <m:acc>
                          <m:accPr>
                            <m:chr m:val="̃"/>
                            <m:ctrlPr>
                              <a:rPr lang="zh-CN" altLang="en-US" sz="1600" i="1">
                                <a:solidFill>
                                  <a:srgbClr val="000000"/>
                                </a:solidFill>
                                <a:latin typeface="Cambria Math" panose="02040503050406030204" pitchFamily="18" charset="0"/>
                              </a:rPr>
                            </m:ctrlPr>
                          </m:accPr>
                          <m:e>
                            <m:r>
                              <a:rPr lang="zh-CN" altLang="en-US" sz="1600" i="1">
                                <a:solidFill>
                                  <a:srgbClr val="000000"/>
                                </a:solidFill>
                                <a:latin typeface="Cambria Math" panose="02040503050406030204" pitchFamily="18" charset="0"/>
                              </a:rPr>
                              <m:t>𝑀</m:t>
                            </m:r>
                          </m:e>
                        </m:acc>
                      </m:e>
                      <m:sub>
                        <m:r>
                          <a:rPr lang="zh-CN" altLang="en-US" sz="1600" i="1">
                            <a:solidFill>
                              <a:srgbClr val="000000"/>
                            </a:solidFill>
                            <a:latin typeface="Cambria Math" panose="02040503050406030204" pitchFamily="18" charset="0"/>
                          </a:rPr>
                          <m:t>𝑠</m:t>
                        </m:r>
                      </m:sub>
                    </m:sSub>
                  </m:oMath>
                </a14:m>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与</a:t>
                </a:r>
                <a14:m>
                  <m:oMath xmlns:m="http://schemas.openxmlformats.org/officeDocument/2006/math">
                    <m:sSub>
                      <m:sSubPr>
                        <m:ctrlPr>
                          <a:rPr lang="zh-CN" altLang="en-US" sz="1600" i="1">
                            <a:solidFill>
                              <a:srgbClr val="000000"/>
                            </a:solidFill>
                            <a:latin typeface="Cambria Math" panose="02040503050406030204" pitchFamily="18" charset="0"/>
                          </a:rPr>
                        </m:ctrlPr>
                      </m:sSubPr>
                      <m:e>
                        <m:acc>
                          <m:accPr>
                            <m:chr m:val="̃"/>
                            <m:ctrlPr>
                              <a:rPr lang="zh-CN" altLang="en-US" sz="1600" i="1">
                                <a:solidFill>
                                  <a:srgbClr val="000000"/>
                                </a:solidFill>
                                <a:latin typeface="Cambria Math" panose="02040503050406030204" pitchFamily="18" charset="0"/>
                              </a:rPr>
                            </m:ctrlPr>
                          </m:accPr>
                          <m:e>
                            <m:r>
                              <a:rPr lang="zh-CN" altLang="en-US" sz="1600" i="1">
                                <a:solidFill>
                                  <a:srgbClr val="000000"/>
                                </a:solidFill>
                                <a:latin typeface="Cambria Math" panose="02040503050406030204" pitchFamily="18" charset="0"/>
                              </a:rPr>
                              <m:t>𝐶</m:t>
                            </m:r>
                          </m:e>
                        </m:acc>
                      </m:e>
                      <m:sub>
                        <m:r>
                          <a:rPr lang="zh-CN" altLang="en-US" sz="1600" i="1">
                            <a:solidFill>
                              <a:srgbClr val="000000"/>
                            </a:solidFill>
                            <a:latin typeface="Cambria Math" panose="02040503050406030204" pitchFamily="18" charset="0"/>
                          </a:rPr>
                          <m:t>𝑠</m:t>
                        </m:r>
                      </m:sub>
                    </m:sSub>
                  </m:oMath>
                </a14:m>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的基础上采用</a:t>
                </a:r>
                <a:r>
                  <a:rPr lang="zh-CN" altLang="en-US" sz="1600" b="0" i="0" u="none" strike="noStrike" baseline="0" dirty="0">
                    <a:solidFill>
                      <a:srgbClr val="FF0000"/>
                    </a:solidFill>
                    <a:latin typeface="华文楷体" panose="02010600040101010101" pitchFamily="2" charset="-122"/>
                    <a:ea typeface="华文楷体" panose="02010600040101010101" pitchFamily="2" charset="-122"/>
                  </a:rPr>
                  <a:t>加乘因子</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的方法求得系统成本与工作量在整个生存周期内的估计值</a:t>
                </a:r>
                <a14:m>
                  <m:oMath xmlns:m="http://schemas.openxmlformats.org/officeDocument/2006/math">
                    <m:sSub>
                      <m:sSubPr>
                        <m:ctrlPr>
                          <a:rPr lang="zh-CN" altLang="en-US" sz="1600" i="1">
                            <a:solidFill>
                              <a:srgbClr val="000000"/>
                            </a:solidFill>
                            <a:latin typeface="Cambria Math" panose="02040503050406030204" pitchFamily="18" charset="0"/>
                          </a:rPr>
                        </m:ctrlPr>
                      </m:sSubPr>
                      <m:e>
                        <m:acc>
                          <m:accPr>
                            <m:chr m:val="̃"/>
                            <m:ctrlPr>
                              <a:rPr lang="zh-CN" altLang="en-US" sz="1600" i="1">
                                <a:solidFill>
                                  <a:srgbClr val="000000"/>
                                </a:solidFill>
                                <a:latin typeface="Cambria Math" panose="02040503050406030204" pitchFamily="18" charset="0"/>
                              </a:rPr>
                            </m:ctrlPr>
                          </m:accPr>
                          <m:e>
                            <m:r>
                              <a:rPr lang="zh-CN" altLang="en-US" sz="1600" i="1">
                                <a:solidFill>
                                  <a:srgbClr val="000000"/>
                                </a:solidFill>
                                <a:latin typeface="Cambria Math" panose="02040503050406030204" pitchFamily="18" charset="0"/>
                              </a:rPr>
                              <m:t>𝑀</m:t>
                            </m:r>
                          </m:e>
                        </m:acc>
                      </m:e>
                      <m:sub>
                        <m:r>
                          <a:rPr lang="zh-CN" altLang="en-US" sz="1600" i="1">
                            <a:solidFill>
                              <a:srgbClr val="000000"/>
                            </a:solidFill>
                            <a:latin typeface="Cambria Math" panose="02040503050406030204" pitchFamily="18" charset="0"/>
                          </a:rPr>
                          <m:t>𝑠</m:t>
                        </m:r>
                      </m:sub>
                    </m:sSub>
                  </m:oMath>
                </a14:m>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与</a:t>
                </a:r>
                <a14:m>
                  <m:oMath xmlns:m="http://schemas.openxmlformats.org/officeDocument/2006/math">
                    <m:sSub>
                      <m:sSubPr>
                        <m:ctrlPr>
                          <a:rPr lang="zh-CN" altLang="en-US" sz="1600" i="1">
                            <a:solidFill>
                              <a:srgbClr val="000000"/>
                            </a:solidFill>
                            <a:latin typeface="Cambria Math" panose="02040503050406030204" pitchFamily="18" charset="0"/>
                          </a:rPr>
                        </m:ctrlPr>
                      </m:sSubPr>
                      <m:e>
                        <m:acc>
                          <m:accPr>
                            <m:chr m:val="̃"/>
                            <m:ctrlPr>
                              <a:rPr lang="zh-CN" altLang="en-US" sz="1600" i="1">
                                <a:solidFill>
                                  <a:srgbClr val="000000"/>
                                </a:solidFill>
                                <a:latin typeface="Cambria Math" panose="02040503050406030204" pitchFamily="18" charset="0"/>
                              </a:rPr>
                            </m:ctrlPr>
                          </m:accPr>
                          <m:e>
                            <m:r>
                              <a:rPr lang="zh-CN" altLang="en-US" sz="1600" i="1">
                                <a:solidFill>
                                  <a:srgbClr val="000000"/>
                                </a:solidFill>
                                <a:latin typeface="Cambria Math" panose="02040503050406030204" pitchFamily="18" charset="0"/>
                              </a:rPr>
                              <m:t>𝐶</m:t>
                            </m:r>
                          </m:e>
                        </m:acc>
                      </m:e>
                      <m:sub>
                        <m:r>
                          <a:rPr lang="zh-CN" altLang="en-US" sz="1600" i="1">
                            <a:solidFill>
                              <a:srgbClr val="000000"/>
                            </a:solidFill>
                            <a:latin typeface="Cambria Math" panose="02040503050406030204" pitchFamily="18" charset="0"/>
                          </a:rPr>
                          <m:t>𝑠</m:t>
                        </m:r>
                      </m:sub>
                    </m:sSub>
                  </m:oMath>
                </a14:m>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有                                                                            </a:t>
                </a:r>
              </a:p>
              <a:p>
                <a:pPr marL="285750" indent="-285750" algn="r">
                  <a:lnSpc>
                    <a:spcPct val="150000"/>
                  </a:lnSpc>
                  <a:buFont typeface="Arial" panose="020B0604020202020204" pitchFamily="34" charset="0"/>
                  <a:buChar char="•"/>
                </a:pPr>
                <a14:m>
                  <m:oMath xmlns:m="http://schemas.openxmlformats.org/officeDocument/2006/math">
                    <m:sSub>
                      <m:sSubPr>
                        <m:ctrlPr>
                          <a:rPr lang="zh-CN" altLang="en-US" sz="1600" i="1" smtClean="0">
                            <a:solidFill>
                              <a:srgbClr val="000000"/>
                            </a:solidFill>
                            <a:latin typeface="Cambria Math" panose="02040503050406030204" pitchFamily="18" charset="0"/>
                          </a:rPr>
                        </m:ctrlPr>
                      </m:sSubPr>
                      <m:e>
                        <m:acc>
                          <m:accPr>
                            <m:chr m:val="̇"/>
                            <m:ctrlPr>
                              <a:rPr lang="zh-CN" altLang="en-US" sz="1600" i="1">
                                <a:solidFill>
                                  <a:srgbClr val="000000"/>
                                </a:solidFill>
                                <a:latin typeface="Cambria Math" panose="02040503050406030204" pitchFamily="18" charset="0"/>
                              </a:rPr>
                            </m:ctrlPr>
                          </m:accPr>
                          <m:e>
                            <m:r>
                              <a:rPr lang="zh-CN" altLang="en-US" sz="1600" i="1">
                                <a:solidFill>
                                  <a:srgbClr val="000000"/>
                                </a:solidFill>
                                <a:latin typeface="Cambria Math" panose="02040503050406030204" pitchFamily="18" charset="0"/>
                              </a:rPr>
                              <m:t>𝑀</m:t>
                            </m:r>
                          </m:e>
                        </m:acc>
                      </m:e>
                      <m:sub>
                        <m:r>
                          <a:rPr lang="zh-CN" altLang="en-US" sz="1600" i="1">
                            <a:solidFill>
                              <a:srgbClr val="000000"/>
                            </a:solidFill>
                            <a:latin typeface="Cambria Math" panose="02040503050406030204" pitchFamily="18" charset="0"/>
                          </a:rPr>
                          <m:t>𝑠</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acc>
                          <m:accPr>
                            <m:chr m:val="̃"/>
                            <m:ctrlPr>
                              <a:rPr lang="zh-CN" altLang="en-US" sz="1600" i="1">
                                <a:solidFill>
                                  <a:srgbClr val="000000"/>
                                </a:solidFill>
                                <a:latin typeface="Cambria Math" panose="02040503050406030204" pitchFamily="18" charset="0"/>
                              </a:rPr>
                            </m:ctrlPr>
                          </m:accPr>
                          <m:e>
                            <m:r>
                              <a:rPr lang="zh-CN" altLang="en-US" sz="1600" i="1">
                                <a:solidFill>
                                  <a:srgbClr val="000000"/>
                                </a:solidFill>
                                <a:latin typeface="Cambria Math" panose="02040503050406030204" pitchFamily="18" charset="0"/>
                              </a:rPr>
                              <m:t>𝑀</m:t>
                            </m:r>
                          </m:e>
                        </m:acc>
                      </m:e>
                      <m:sub>
                        <m:r>
                          <a:rPr lang="zh-CN" altLang="en-US" sz="1600" i="1">
                            <a:solidFill>
                              <a:srgbClr val="000000"/>
                            </a:solidFill>
                            <a:latin typeface="Cambria Math" panose="02040503050406030204" pitchFamily="18" charset="0"/>
                          </a:rPr>
                          <m:t>𝑠</m:t>
                        </m:r>
                      </m:sub>
                    </m:sSub>
                    <m:r>
                      <a:rPr lang="zh-CN" altLang="en-US" sz="1600" i="1">
                        <a:solidFill>
                          <a:srgbClr val="000000"/>
                        </a:solidFill>
                        <a:latin typeface="Cambria Math" panose="02040503050406030204" pitchFamily="18" charset="0"/>
                      </a:rPr>
                      <m:t>(1+</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𝛽</m:t>
                        </m:r>
                      </m:e>
                      <m:sub>
                        <m:r>
                          <a:rPr lang="zh-CN" altLang="en-US" sz="1600" i="1">
                            <a:solidFill>
                              <a:srgbClr val="000000"/>
                            </a:solidFill>
                            <a:latin typeface="Cambria Math" panose="02040503050406030204" pitchFamily="18" charset="0"/>
                          </a:rPr>
                          <m:t>𝑀</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acc>
                          <m:accPr>
                            <m:chr m:val="̇"/>
                            <m:ctrlPr>
                              <a:rPr lang="zh-CN" altLang="en-US" sz="1600" i="1">
                                <a:solidFill>
                                  <a:srgbClr val="000000"/>
                                </a:solidFill>
                                <a:latin typeface="Cambria Math" panose="02040503050406030204" pitchFamily="18" charset="0"/>
                              </a:rPr>
                            </m:ctrlPr>
                          </m:accPr>
                          <m:e>
                            <m:r>
                              <a:rPr lang="zh-CN" altLang="en-US" sz="1600" i="1">
                                <a:solidFill>
                                  <a:srgbClr val="000000"/>
                                </a:solidFill>
                                <a:latin typeface="Cambria Math" panose="02040503050406030204" pitchFamily="18" charset="0"/>
                              </a:rPr>
                              <m:t>𝐶</m:t>
                            </m:r>
                          </m:e>
                        </m:acc>
                      </m:e>
                      <m:sub>
                        <m:r>
                          <a:rPr lang="zh-CN" altLang="en-US" sz="1600" i="1">
                            <a:solidFill>
                              <a:srgbClr val="000000"/>
                            </a:solidFill>
                            <a:latin typeface="Cambria Math" panose="02040503050406030204" pitchFamily="18" charset="0"/>
                          </a:rPr>
                          <m:t>𝑠</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acc>
                          <m:accPr>
                            <m:chr m:val="̃"/>
                            <m:ctrlPr>
                              <a:rPr lang="zh-CN" altLang="en-US" sz="1600" i="1">
                                <a:solidFill>
                                  <a:srgbClr val="000000"/>
                                </a:solidFill>
                                <a:latin typeface="Cambria Math" panose="02040503050406030204" pitchFamily="18" charset="0"/>
                              </a:rPr>
                            </m:ctrlPr>
                          </m:accPr>
                          <m:e>
                            <m:r>
                              <a:rPr lang="zh-CN" altLang="en-US" sz="1600" i="1">
                                <a:solidFill>
                                  <a:srgbClr val="000000"/>
                                </a:solidFill>
                                <a:latin typeface="Cambria Math" panose="02040503050406030204" pitchFamily="18" charset="0"/>
                              </a:rPr>
                              <m:t>𝐶</m:t>
                            </m:r>
                          </m:e>
                        </m:acc>
                      </m:e>
                      <m:sub>
                        <m:r>
                          <a:rPr lang="zh-CN" altLang="en-US" sz="1600" i="1">
                            <a:solidFill>
                              <a:srgbClr val="000000"/>
                            </a:solidFill>
                            <a:latin typeface="Cambria Math" panose="02040503050406030204" pitchFamily="18" charset="0"/>
                          </a:rPr>
                          <m:t>𝑠</m:t>
                        </m:r>
                      </m:sub>
                    </m:sSub>
                    <m:r>
                      <a:rPr lang="zh-CN" altLang="en-US" sz="1600" i="1">
                        <a:solidFill>
                          <a:srgbClr val="000000"/>
                        </a:solidFill>
                        <a:latin typeface="Cambria Math" panose="02040503050406030204" pitchFamily="18" charset="0"/>
                      </a:rPr>
                      <m:t>(1+</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𝛽</m:t>
                        </m:r>
                      </m:e>
                      <m:sub>
                        <m:r>
                          <a:rPr lang="zh-CN" altLang="en-US" sz="1600" i="1">
                            <a:solidFill>
                              <a:srgbClr val="000000"/>
                            </a:solidFill>
                            <a:latin typeface="Cambria Math" panose="02040503050406030204" pitchFamily="18" charset="0"/>
                          </a:rPr>
                          <m:t>𝐶</m:t>
                        </m:r>
                      </m:sub>
                    </m:sSub>
                    <m:r>
                      <a:rPr lang="zh-CN" altLang="en-US" sz="1600" i="1">
                        <a:solidFill>
                          <a:srgbClr val="000000"/>
                        </a:solidFill>
                        <a:latin typeface="Cambria Math" panose="02040503050406030204" pitchFamily="18" charset="0"/>
                      </a:rPr>
                      <m:t>)</m:t>
                    </m:r>
                  </m:oMath>
                </a14:m>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                                   （</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3.5</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a:t>
                </a: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此中</a:t>
                </a:r>
                <a14:m>
                  <m:oMath xmlns:m="http://schemas.openxmlformats.org/officeDocument/2006/math">
                    <m:r>
                      <a:rPr lang="zh-CN" altLang="en-US" sz="1600" i="1" smtClean="0">
                        <a:solidFill>
                          <a:srgbClr val="000000"/>
                        </a:solidFill>
                        <a:latin typeface="Cambria Math" panose="02040503050406030204" pitchFamily="18" charset="0"/>
                      </a:rPr>
                      <m:t>𝛽</m:t>
                    </m:r>
                    <m:r>
                      <a:rPr lang="zh-CN" altLang="en-US" sz="1600" i="1" baseline="-25000" smtClean="0">
                        <a:solidFill>
                          <a:srgbClr val="000000"/>
                        </a:solidFill>
                        <a:latin typeface="Cambria Math" panose="02040503050406030204" pitchFamily="18" charset="0"/>
                      </a:rPr>
                      <m:t>𝑀</m:t>
                    </m:r>
                  </m:oMath>
                </a14:m>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与</a:t>
                </a:r>
                <a14:m>
                  <m:oMath xmlns:m="http://schemas.openxmlformats.org/officeDocument/2006/math">
                    <m:r>
                      <a:rPr lang="zh-CN" altLang="en-US" sz="1600" i="1">
                        <a:solidFill>
                          <a:srgbClr val="000000"/>
                        </a:solidFill>
                        <a:latin typeface="Cambria Math" panose="02040503050406030204" pitchFamily="18" charset="0"/>
                      </a:rPr>
                      <m:t>𝛽</m:t>
                    </m:r>
                    <m:r>
                      <a:rPr lang="zh-CN" altLang="en-US" sz="1600" i="1">
                        <a:solidFill>
                          <a:srgbClr val="000000"/>
                        </a:solidFill>
                        <a:latin typeface="Cambria Math" panose="02040503050406030204" pitchFamily="18" charset="0"/>
                      </a:rPr>
                      <m:t>𝑐</m:t>
                    </m:r>
                  </m:oMath>
                </a14:m>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分别为工作量与成本的加乘因子，其取值将依赖于系统的功能与性能特性，例如根据此</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CAD</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软件特性，可取</a:t>
                </a:r>
                <a14:m>
                  <m:oMath xmlns:m="http://schemas.openxmlformats.org/officeDocument/2006/math">
                    <m:r>
                      <a:rPr lang="zh-CN" altLang="en-US" sz="1600" i="1">
                        <a:solidFill>
                          <a:srgbClr val="000000"/>
                        </a:solidFill>
                        <a:latin typeface="Cambria Math" panose="02040503050406030204" pitchFamily="18" charset="0"/>
                      </a:rPr>
                      <m:t>𝛽</m:t>
                    </m:r>
                    <m:r>
                      <a:rPr lang="zh-CN" altLang="en-US" sz="1600" i="1" baseline="-25000">
                        <a:solidFill>
                          <a:srgbClr val="000000"/>
                        </a:solidFill>
                        <a:latin typeface="Cambria Math" panose="02040503050406030204" pitchFamily="18" charset="0"/>
                      </a:rPr>
                      <m:t>𝑀</m:t>
                    </m:r>
                    <m:r>
                      <a:rPr lang="zh-CN" altLang="en-US" sz="1600" i="1">
                        <a:solidFill>
                          <a:srgbClr val="000000"/>
                        </a:solidFill>
                        <a:latin typeface="Cambria Math" panose="02040503050406030204" pitchFamily="18" charset="0"/>
                      </a:rPr>
                      <m:t>=40%,</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𝛽</m:t>
                        </m:r>
                      </m:e>
                      <m:sub>
                        <m:r>
                          <a:rPr lang="zh-CN" altLang="en-US" sz="1600" i="1">
                            <a:solidFill>
                              <a:srgbClr val="000000"/>
                            </a:solidFill>
                            <a:latin typeface="Cambria Math" panose="02040503050406030204" pitchFamily="18" charset="0"/>
                          </a:rPr>
                          <m:t>𝐶</m:t>
                        </m:r>
                      </m:sub>
                    </m:sSub>
                    <m:r>
                      <a:rPr lang="zh-CN" altLang="en-US" sz="1600" i="1">
                        <a:solidFill>
                          <a:srgbClr val="000000"/>
                        </a:solidFill>
                        <a:latin typeface="Cambria Math" panose="02040503050406030204" pitchFamily="18" charset="0"/>
                      </a:rPr>
                      <m:t>=40%</m:t>
                    </m:r>
                  </m:oMath>
                </a14:m>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，则有系统成本与工作量在整个生存周期内的估计值为 </a:t>
                </a:r>
              </a:p>
              <a:p>
                <a:pPr marL="285750" indent="-285750" algn="ctr">
                  <a:lnSpc>
                    <a:spcPct val="150000"/>
                  </a:lnSpc>
                  <a:buFont typeface="Arial" panose="020B0604020202020204" pitchFamily="34" charset="0"/>
                  <a:buChar char="•"/>
                </a:pPr>
                <a14:m>
                  <m:oMath xmlns:m="http://schemas.openxmlformats.org/officeDocument/2006/math">
                    <m:sSub>
                      <m:sSubPr>
                        <m:ctrlPr>
                          <a:rPr lang="zh-CN" altLang="en-US" sz="1600" i="1" smtClean="0">
                            <a:solidFill>
                              <a:srgbClr val="000000"/>
                            </a:solidFill>
                            <a:latin typeface="Cambria Math" panose="02040503050406030204" pitchFamily="18" charset="0"/>
                          </a:rPr>
                        </m:ctrlPr>
                      </m:sSubPr>
                      <m:e>
                        <m:acc>
                          <m:accPr>
                            <m:chr m:val="̇"/>
                            <m:ctrlPr>
                              <a:rPr lang="zh-CN" altLang="en-US" sz="1600" i="1">
                                <a:solidFill>
                                  <a:srgbClr val="000000"/>
                                </a:solidFill>
                                <a:latin typeface="Cambria Math" panose="02040503050406030204" pitchFamily="18" charset="0"/>
                              </a:rPr>
                            </m:ctrlPr>
                          </m:accPr>
                          <m:e>
                            <m:r>
                              <a:rPr lang="zh-CN" altLang="en-US" sz="1600" i="1">
                                <a:solidFill>
                                  <a:srgbClr val="000000"/>
                                </a:solidFill>
                                <a:latin typeface="Cambria Math" panose="02040503050406030204" pitchFamily="18" charset="0"/>
                              </a:rPr>
                              <m:t>𝑀</m:t>
                            </m:r>
                          </m:e>
                        </m:acc>
                      </m:e>
                      <m:sub>
                        <m:r>
                          <a:rPr lang="zh-CN" altLang="en-US" sz="1600" i="1">
                            <a:solidFill>
                              <a:srgbClr val="000000"/>
                            </a:solidFill>
                            <a:latin typeface="Cambria Math" panose="02040503050406030204" pitchFamily="18" charset="0"/>
                          </a:rPr>
                          <m:t>𝑠</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acc>
                          <m:accPr>
                            <m:chr m:val="̃"/>
                            <m:ctrlPr>
                              <a:rPr lang="zh-CN" altLang="en-US" sz="1600" i="1">
                                <a:solidFill>
                                  <a:srgbClr val="000000"/>
                                </a:solidFill>
                                <a:latin typeface="Cambria Math" panose="02040503050406030204" pitchFamily="18" charset="0"/>
                              </a:rPr>
                            </m:ctrlPr>
                          </m:accPr>
                          <m:e>
                            <m:r>
                              <a:rPr lang="zh-CN" altLang="en-US" sz="1600" i="1">
                                <a:solidFill>
                                  <a:srgbClr val="000000"/>
                                </a:solidFill>
                                <a:latin typeface="Cambria Math" panose="02040503050406030204" pitchFamily="18" charset="0"/>
                              </a:rPr>
                              <m:t>𝑀</m:t>
                            </m:r>
                          </m:e>
                        </m:acc>
                      </m:e>
                      <m:sub>
                        <m:r>
                          <a:rPr lang="zh-CN" altLang="en-US" sz="1600" i="1">
                            <a:solidFill>
                              <a:srgbClr val="000000"/>
                            </a:solidFill>
                            <a:latin typeface="Cambria Math" panose="02040503050406030204" pitchFamily="18" charset="0"/>
                          </a:rPr>
                          <m:t>𝑠</m:t>
                        </m:r>
                      </m:sub>
                    </m:sSub>
                    <m:r>
                      <a:rPr lang="zh-CN" altLang="en-US" sz="1600" i="1">
                        <a:solidFill>
                          <a:srgbClr val="000000"/>
                        </a:solidFill>
                        <a:latin typeface="Cambria Math" panose="02040503050406030204" pitchFamily="18" charset="0"/>
                      </a:rPr>
                      <m:t>(1+</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𝛽</m:t>
                        </m:r>
                      </m:e>
                      <m:sub>
                        <m:r>
                          <a:rPr lang="zh-CN" altLang="en-US" sz="1600" i="1">
                            <a:solidFill>
                              <a:srgbClr val="000000"/>
                            </a:solidFill>
                            <a:latin typeface="Cambria Math" panose="02040503050406030204" pitchFamily="18" charset="0"/>
                          </a:rPr>
                          <m:t>𝑀</m:t>
                        </m:r>
                      </m:sub>
                    </m:sSub>
                    <m:r>
                      <a:rPr lang="zh-CN" altLang="en-US" sz="1600" i="1">
                        <a:solidFill>
                          <a:srgbClr val="000000"/>
                        </a:solidFill>
                        <a:latin typeface="Cambria Math" panose="02040503050406030204" pitchFamily="18" charset="0"/>
                      </a:rPr>
                      <m:t>)=152.5(1+0.4)=213.5</m:t>
                    </m:r>
                  </m:oMath>
                </a14:m>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人月</a:t>
                </a:r>
              </a:p>
              <a:p>
                <a:pPr marL="285750" indent="-285750" algn="ctr">
                  <a:lnSpc>
                    <a:spcPct val="150000"/>
                  </a:lnSpc>
                  <a:buFont typeface="Arial" panose="020B0604020202020204" pitchFamily="34" charset="0"/>
                  <a:buChar char="•"/>
                </a:pPr>
                <a14:m>
                  <m:oMath xmlns:m="http://schemas.openxmlformats.org/officeDocument/2006/math">
                    <m:sSub>
                      <m:sSubPr>
                        <m:ctrlPr>
                          <a:rPr lang="zh-CN" altLang="en-US" sz="1600" i="1" smtClean="0">
                            <a:solidFill>
                              <a:srgbClr val="000000"/>
                            </a:solidFill>
                            <a:latin typeface="Cambria Math" panose="02040503050406030204" pitchFamily="18" charset="0"/>
                          </a:rPr>
                        </m:ctrlPr>
                      </m:sSubPr>
                      <m:e>
                        <m:acc>
                          <m:accPr>
                            <m:chr m:val="̇"/>
                            <m:ctrlPr>
                              <a:rPr lang="zh-CN" altLang="en-US" sz="1600" i="1">
                                <a:solidFill>
                                  <a:srgbClr val="000000"/>
                                </a:solidFill>
                                <a:latin typeface="Cambria Math" panose="02040503050406030204" pitchFamily="18" charset="0"/>
                              </a:rPr>
                            </m:ctrlPr>
                          </m:accPr>
                          <m:e>
                            <m:r>
                              <a:rPr lang="zh-CN" altLang="en-US" sz="1600" i="1">
                                <a:solidFill>
                                  <a:srgbClr val="000000"/>
                                </a:solidFill>
                                <a:latin typeface="Cambria Math" panose="02040503050406030204" pitchFamily="18" charset="0"/>
                              </a:rPr>
                              <m:t>𝐶</m:t>
                            </m:r>
                          </m:e>
                        </m:acc>
                      </m:e>
                      <m:sub>
                        <m:r>
                          <a:rPr lang="zh-CN" altLang="en-US" sz="1600" i="1">
                            <a:solidFill>
                              <a:srgbClr val="000000"/>
                            </a:solidFill>
                            <a:latin typeface="Cambria Math" panose="02040503050406030204" pitchFamily="18" charset="0"/>
                          </a:rPr>
                          <m:t>𝑠</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acc>
                          <m:accPr>
                            <m:chr m:val="̃"/>
                            <m:ctrlPr>
                              <a:rPr lang="zh-CN" altLang="en-US" sz="1600" i="1">
                                <a:solidFill>
                                  <a:srgbClr val="000000"/>
                                </a:solidFill>
                                <a:latin typeface="Cambria Math" panose="02040503050406030204" pitchFamily="18" charset="0"/>
                              </a:rPr>
                            </m:ctrlPr>
                          </m:accPr>
                          <m:e>
                            <m:r>
                              <a:rPr lang="zh-CN" altLang="en-US" sz="1600" i="1">
                                <a:solidFill>
                                  <a:srgbClr val="000000"/>
                                </a:solidFill>
                                <a:latin typeface="Cambria Math" panose="02040503050406030204" pitchFamily="18" charset="0"/>
                              </a:rPr>
                              <m:t>𝐶</m:t>
                            </m:r>
                          </m:e>
                        </m:acc>
                      </m:e>
                      <m:sub>
                        <m:r>
                          <a:rPr lang="zh-CN" altLang="en-US" sz="1600" i="1">
                            <a:solidFill>
                              <a:srgbClr val="000000"/>
                            </a:solidFill>
                            <a:latin typeface="Cambria Math" panose="02040503050406030204" pitchFamily="18" charset="0"/>
                          </a:rPr>
                          <m:t>𝑠</m:t>
                        </m:r>
                      </m:sub>
                    </m:sSub>
                    <m:r>
                      <a:rPr lang="zh-CN" altLang="en-US" sz="1600" i="1">
                        <a:solidFill>
                          <a:srgbClr val="000000"/>
                        </a:solidFill>
                        <a:latin typeface="Cambria Math" panose="02040503050406030204" pitchFamily="18" charset="0"/>
                      </a:rPr>
                      <m:t>(1+</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𝛽</m:t>
                        </m:r>
                      </m:e>
                      <m:sub>
                        <m:r>
                          <a:rPr lang="zh-CN" altLang="en-US" sz="1600" i="1">
                            <a:solidFill>
                              <a:srgbClr val="000000"/>
                            </a:solidFill>
                            <a:latin typeface="Cambria Math" panose="02040503050406030204" pitchFamily="18" charset="0"/>
                          </a:rPr>
                          <m:t>𝐶</m:t>
                        </m:r>
                      </m:sub>
                    </m:sSub>
                    <m:r>
                      <a:rPr lang="zh-CN" altLang="en-US" sz="1600" i="1">
                        <a:solidFill>
                          <a:srgbClr val="000000"/>
                        </a:solidFill>
                        <a:latin typeface="Cambria Math" panose="02040503050406030204" pitchFamily="18" charset="0"/>
                      </a:rPr>
                      <m:t>)=708075(1+0.4)=991305</m:t>
                    </m:r>
                    <m:r>
                      <a:rPr lang="zh-CN" altLang="en-US" sz="1600" i="1">
                        <a:solidFill>
                          <a:srgbClr val="000000"/>
                        </a:solidFill>
                        <a:latin typeface="Cambria Math" panose="02040503050406030204" pitchFamily="18" charset="0"/>
                      </a:rPr>
                      <m:t>元</m:t>
                    </m:r>
                    <m:r>
                      <a:rPr lang="zh-CN" altLang="en-US" sz="1600" i="0">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99.13</m:t>
                    </m:r>
                  </m:oMath>
                </a14:m>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万元</a:t>
                </a:r>
              </a:p>
              <a:p>
                <a:pPr marL="285750" indent="-285750" algn="just">
                  <a:lnSpc>
                    <a:spcPct val="150000"/>
                  </a:lnSpc>
                  <a:buFont typeface="Arial" panose="020B0604020202020204" pitchFamily="34" charset="0"/>
                  <a:buChar char="•"/>
                </a:pPr>
                <a:endParaRPr lang="zh-CN" altLang="en-US" sz="1600" b="0" i="0" u="none" strike="noStrike" baseline="0" dirty="0">
                  <a:solidFill>
                    <a:srgbClr val="000000"/>
                  </a:solidFill>
                  <a:latin typeface="华文楷体" panose="02010600040101010101" pitchFamily="2" charset="-122"/>
                  <a:ea typeface="华文楷体" panose="02010600040101010101" pitchFamily="2" charset="-122"/>
                </a:endParaRPr>
              </a:p>
            </p:txBody>
          </p:sp>
        </mc:Choice>
        <mc:Fallback xmlns="">
          <p:sp>
            <p:nvSpPr>
              <p:cNvPr id="2" name="矩形 1">
                <a:extLst>
                  <a:ext uri="{FF2B5EF4-FFF2-40B4-BE49-F238E27FC236}">
                    <a16:creationId xmlns:a16="http://schemas.microsoft.com/office/drawing/2014/main" id="{1A343DEC-CFF6-41F5-B87C-0DFC08C67B76}"/>
                  </a:ext>
                </a:extLst>
              </p:cNvPr>
              <p:cNvSpPr>
                <a:spLocks noRot="1" noChangeAspect="1" noMove="1" noResize="1" noEditPoints="1" noAdjustHandles="1" noChangeArrowheads="1" noChangeShapeType="1" noTextEdit="1"/>
              </p:cNvSpPr>
              <p:nvPr/>
            </p:nvSpPr>
            <p:spPr>
              <a:xfrm>
                <a:off x="611831" y="843428"/>
                <a:ext cx="7920338" cy="4178003"/>
              </a:xfrm>
              <a:prstGeom prst="rect">
                <a:avLst/>
              </a:prstGeom>
              <a:blipFill>
                <a:blip r:embed="rId3"/>
                <a:stretch>
                  <a:fillRect l="-308" r="-3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287785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44677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3.2.1 </a:t>
            </a:r>
            <a:r>
              <a:rPr lang="zh-CN" altLang="en-US" sz="2400" spc="300" dirty="0">
                <a:latin typeface="微软雅黑" panose="020B0503020204020204" pitchFamily="34" charset="-122"/>
                <a:ea typeface="微软雅黑" panose="020B0503020204020204" pitchFamily="34" charset="-122"/>
              </a:rPr>
              <a:t>功能分解法</a:t>
            </a:r>
            <a:r>
              <a:rPr lang="en-US" altLang="zh-CN" sz="2400" spc="300" dirty="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例</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75045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此外，观察表</a:t>
            </a:r>
            <a:r>
              <a:rPr lang="en-US" altLang="zh-CN" sz="1600" dirty="0">
                <a:solidFill>
                  <a:srgbClr val="000000"/>
                </a:solidFill>
                <a:latin typeface="华文楷体" panose="02010600040101010101" pitchFamily="2" charset="-122"/>
                <a:ea typeface="华文楷体" panose="02010600040101010101" pitchFamily="2" charset="-122"/>
              </a:rPr>
              <a:t>3.4</a:t>
            </a:r>
            <a:r>
              <a:rPr lang="zh-CN" altLang="en-US" sz="1600" dirty="0">
                <a:solidFill>
                  <a:srgbClr val="000000"/>
                </a:solidFill>
                <a:latin typeface="华文楷体" panose="02010600040101010101" pitchFamily="2" charset="-122"/>
                <a:ea typeface="华文楷体" panose="02010600040101010101" pitchFamily="2" charset="-122"/>
              </a:rPr>
              <a:t>可知，从成本分析的角度来看各模块中成本较高的为</a:t>
            </a:r>
            <a:r>
              <a:rPr lang="en-US" altLang="zh-CN" sz="1600" dirty="0">
                <a:solidFill>
                  <a:srgbClr val="000000"/>
                </a:solidFill>
                <a:latin typeface="华文楷体" panose="02010600040101010101" pitchFamily="2" charset="-122"/>
                <a:ea typeface="华文楷体" panose="02010600040101010101" pitchFamily="2" charset="-122"/>
              </a:rPr>
              <a:t>N3</a:t>
            </a:r>
            <a:r>
              <a:rPr lang="zh-CN" altLang="en-US" sz="1600" dirty="0">
                <a:solidFill>
                  <a:srgbClr val="000000"/>
                </a:solidFill>
                <a:latin typeface="华文楷体" panose="02010600040101010101" pitchFamily="2" charset="-122"/>
                <a:ea typeface="华文楷体" panose="02010600040101010101" pitchFamily="2" charset="-122"/>
              </a:rPr>
              <a:t>（三维几何造型模块）和</a:t>
            </a:r>
            <a:r>
              <a:rPr lang="en-US" altLang="zh-CN" sz="1600" dirty="0">
                <a:solidFill>
                  <a:srgbClr val="000000"/>
                </a:solidFill>
                <a:latin typeface="华文楷体" panose="02010600040101010101" pitchFamily="2" charset="-122"/>
                <a:ea typeface="华文楷体" panose="02010600040101010101" pitchFamily="2" charset="-122"/>
              </a:rPr>
              <a:t>N7</a:t>
            </a:r>
            <a:r>
              <a:rPr lang="zh-CN" altLang="en-US" sz="1600" dirty="0">
                <a:solidFill>
                  <a:srgbClr val="000000"/>
                </a:solidFill>
                <a:latin typeface="华文楷体" panose="02010600040101010101" pitchFamily="2" charset="-122"/>
                <a:ea typeface="华文楷体" panose="02010600040101010101" pitchFamily="2" charset="-122"/>
              </a:rPr>
              <a:t>（设计分析模块），因此为进行成本控制或降低系统成本首先应关注</a:t>
            </a:r>
            <a:r>
              <a:rPr lang="en-US" altLang="zh-CN" sz="1600" dirty="0">
                <a:solidFill>
                  <a:srgbClr val="000000"/>
                </a:solidFill>
                <a:latin typeface="华文楷体" panose="02010600040101010101" pitchFamily="2" charset="-122"/>
                <a:ea typeface="华文楷体" panose="02010600040101010101" pitchFamily="2" charset="-122"/>
              </a:rPr>
              <a:t>N3</a:t>
            </a:r>
            <a:r>
              <a:rPr lang="zh-CN" altLang="en-US" sz="1600" dirty="0">
                <a:solidFill>
                  <a:srgbClr val="000000"/>
                </a:solidFill>
                <a:latin typeface="华文楷体" panose="02010600040101010101" pitchFamily="2" charset="-122"/>
                <a:ea typeface="华文楷体" panose="02010600040101010101" pitchFamily="2" charset="-122"/>
              </a:rPr>
              <a:t>和</a:t>
            </a:r>
            <a:r>
              <a:rPr lang="en-US" altLang="zh-CN" sz="1600" dirty="0">
                <a:solidFill>
                  <a:srgbClr val="000000"/>
                </a:solidFill>
                <a:latin typeface="华文楷体" panose="02010600040101010101" pitchFamily="2" charset="-122"/>
                <a:ea typeface="华文楷体" panose="02010600040101010101" pitchFamily="2" charset="-122"/>
              </a:rPr>
              <a:t>N7</a:t>
            </a:r>
            <a:r>
              <a:rPr lang="zh-CN" altLang="en-US" sz="1600" dirty="0">
                <a:solidFill>
                  <a:srgbClr val="000000"/>
                </a:solidFill>
                <a:latin typeface="华文楷体" panose="02010600040101010101" pitchFamily="2" charset="-122"/>
                <a:ea typeface="华文楷体" panose="02010600040101010101" pitchFamily="2" charset="-122"/>
              </a:rPr>
              <a:t>模块</a:t>
            </a: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另外从人力资源投入的角度来分析，由表</a:t>
            </a:r>
            <a:r>
              <a:rPr lang="en-US" altLang="zh-CN" sz="1600" dirty="0">
                <a:solidFill>
                  <a:srgbClr val="000000"/>
                </a:solidFill>
                <a:latin typeface="华文楷体" panose="02010600040101010101" pitchFamily="2" charset="-122"/>
                <a:ea typeface="华文楷体" panose="02010600040101010101" pitchFamily="2" charset="-122"/>
              </a:rPr>
              <a:t>3.4</a:t>
            </a:r>
            <a:r>
              <a:rPr lang="zh-CN" altLang="en-US" sz="1600" dirty="0">
                <a:solidFill>
                  <a:srgbClr val="000000"/>
                </a:solidFill>
                <a:latin typeface="华文楷体" panose="02010600040101010101" pitchFamily="2" charset="-122"/>
                <a:ea typeface="华文楷体" panose="02010600040101010101" pitchFamily="2" charset="-122"/>
              </a:rPr>
              <a:t>可知投入量最大的同样为</a:t>
            </a:r>
            <a:r>
              <a:rPr lang="en-US" altLang="zh-CN" sz="1600" dirty="0">
                <a:solidFill>
                  <a:srgbClr val="000000"/>
                </a:solidFill>
                <a:latin typeface="华文楷体" panose="02010600040101010101" pitchFamily="2" charset="-122"/>
                <a:ea typeface="华文楷体" panose="02010600040101010101" pitchFamily="2" charset="-122"/>
              </a:rPr>
              <a:t>N3</a:t>
            </a:r>
            <a:r>
              <a:rPr lang="zh-CN" altLang="en-US" sz="1600" dirty="0">
                <a:solidFill>
                  <a:srgbClr val="000000"/>
                </a:solidFill>
                <a:latin typeface="华文楷体" panose="02010600040101010101" pitchFamily="2" charset="-122"/>
                <a:ea typeface="华文楷体" panose="02010600040101010101" pitchFamily="2" charset="-122"/>
              </a:rPr>
              <a:t>和</a:t>
            </a:r>
            <a:r>
              <a:rPr lang="en-US" altLang="zh-CN" sz="1600" dirty="0">
                <a:solidFill>
                  <a:srgbClr val="000000"/>
                </a:solidFill>
                <a:latin typeface="华文楷体" panose="02010600040101010101" pitchFamily="2" charset="-122"/>
                <a:ea typeface="华文楷体" panose="02010600040101010101" pitchFamily="2" charset="-122"/>
              </a:rPr>
              <a:t>N7</a:t>
            </a:r>
            <a:r>
              <a:rPr lang="zh-CN" altLang="en-US" sz="1600" dirty="0">
                <a:solidFill>
                  <a:srgbClr val="000000"/>
                </a:solidFill>
                <a:latin typeface="华文楷体" panose="02010600040101010101" pitchFamily="2" charset="-122"/>
                <a:ea typeface="华文楷体" panose="02010600040101010101" pitchFamily="2" charset="-122"/>
              </a:rPr>
              <a:t>，因此可将</a:t>
            </a:r>
            <a:r>
              <a:rPr lang="en-US" altLang="zh-CN" sz="1600" dirty="0">
                <a:solidFill>
                  <a:srgbClr val="000000"/>
                </a:solidFill>
                <a:latin typeface="华文楷体" panose="02010600040101010101" pitchFamily="2" charset="-122"/>
                <a:ea typeface="华文楷体" panose="02010600040101010101" pitchFamily="2" charset="-122"/>
              </a:rPr>
              <a:t>N3</a:t>
            </a:r>
            <a:r>
              <a:rPr lang="zh-CN" altLang="en-US" sz="1600" dirty="0">
                <a:solidFill>
                  <a:srgbClr val="000000"/>
                </a:solidFill>
                <a:latin typeface="华文楷体" panose="02010600040101010101" pitchFamily="2" charset="-122"/>
                <a:ea typeface="华文楷体" panose="02010600040101010101" pitchFamily="2" charset="-122"/>
              </a:rPr>
              <a:t>和</a:t>
            </a:r>
            <a:r>
              <a:rPr lang="en-US" altLang="zh-CN" sz="1600" dirty="0">
                <a:solidFill>
                  <a:srgbClr val="000000"/>
                </a:solidFill>
                <a:latin typeface="华文楷体" panose="02010600040101010101" pitchFamily="2" charset="-122"/>
                <a:ea typeface="华文楷体" panose="02010600040101010101" pitchFamily="2" charset="-122"/>
              </a:rPr>
              <a:t>N7</a:t>
            </a:r>
            <a:r>
              <a:rPr lang="zh-CN" altLang="en-US" sz="1600" dirty="0">
                <a:solidFill>
                  <a:srgbClr val="000000"/>
                </a:solidFill>
                <a:latin typeface="华文楷体" panose="02010600040101010101" pitchFamily="2" charset="-122"/>
                <a:ea typeface="华文楷体" panose="02010600040101010101" pitchFamily="2" charset="-122"/>
              </a:rPr>
              <a:t>模块作为系统成本分析的</a:t>
            </a:r>
            <a:r>
              <a:rPr lang="zh-CN" altLang="en-US" sz="1600" b="1" dirty="0">
                <a:solidFill>
                  <a:srgbClr val="FF0000"/>
                </a:solidFill>
                <a:latin typeface="华文楷体" panose="02010600040101010101" pitchFamily="2" charset="-122"/>
                <a:ea typeface="华文楷体" panose="02010600040101010101" pitchFamily="2" charset="-122"/>
              </a:rPr>
              <a:t>关键模块</a:t>
            </a:r>
            <a:r>
              <a:rPr lang="zh-CN" altLang="en-US" sz="1600" dirty="0">
                <a:solidFill>
                  <a:srgbClr val="000000"/>
                </a:solidFill>
                <a:latin typeface="华文楷体" panose="02010600040101010101" pitchFamily="2" charset="-122"/>
                <a:ea typeface="华文楷体" panose="02010600040101010101" pitchFamily="2" charset="-122"/>
              </a:rPr>
              <a:t>，系统管理员可寻找相关措施来降低</a:t>
            </a:r>
            <a:r>
              <a:rPr lang="en-US" altLang="zh-CN" sz="1600" dirty="0">
                <a:solidFill>
                  <a:srgbClr val="000000"/>
                </a:solidFill>
                <a:latin typeface="华文楷体" panose="02010600040101010101" pitchFamily="2" charset="-122"/>
                <a:ea typeface="华文楷体" panose="02010600040101010101" pitchFamily="2" charset="-122"/>
              </a:rPr>
              <a:t>N3</a:t>
            </a:r>
            <a:r>
              <a:rPr lang="zh-CN" altLang="en-US" sz="1600" dirty="0">
                <a:solidFill>
                  <a:srgbClr val="000000"/>
                </a:solidFill>
                <a:latin typeface="华文楷体" panose="02010600040101010101" pitchFamily="2" charset="-122"/>
                <a:ea typeface="华文楷体" panose="02010600040101010101" pitchFamily="2" charset="-122"/>
              </a:rPr>
              <a:t>与</a:t>
            </a:r>
            <a:r>
              <a:rPr lang="en-US" altLang="zh-CN" sz="1600" dirty="0">
                <a:solidFill>
                  <a:srgbClr val="000000"/>
                </a:solidFill>
                <a:latin typeface="华文楷体" panose="02010600040101010101" pitchFamily="2" charset="-122"/>
                <a:ea typeface="华文楷体" panose="02010600040101010101" pitchFamily="2" charset="-122"/>
              </a:rPr>
              <a:t>N7</a:t>
            </a:r>
            <a:r>
              <a:rPr lang="zh-CN" altLang="en-US" sz="1600" dirty="0">
                <a:solidFill>
                  <a:srgbClr val="000000"/>
                </a:solidFill>
                <a:latin typeface="华文楷体" panose="02010600040101010101" pitchFamily="2" charset="-122"/>
                <a:ea typeface="华文楷体" panose="02010600040101010101" pitchFamily="2" charset="-122"/>
              </a:rPr>
              <a:t>的成本（例如设法提高</a:t>
            </a:r>
            <a:r>
              <a:rPr lang="en-US" altLang="zh-CN" sz="1600" dirty="0">
                <a:solidFill>
                  <a:srgbClr val="000000"/>
                </a:solidFill>
                <a:latin typeface="华文楷体" panose="02010600040101010101" pitchFamily="2" charset="-122"/>
                <a:ea typeface="华文楷体" panose="02010600040101010101" pitchFamily="2" charset="-122"/>
              </a:rPr>
              <a:t>N3</a:t>
            </a:r>
            <a:r>
              <a:rPr lang="zh-CN" altLang="en-US" sz="1600" dirty="0">
                <a:solidFill>
                  <a:srgbClr val="000000"/>
                </a:solidFill>
                <a:latin typeface="华文楷体" panose="02010600040101010101" pitchFamily="2" charset="-122"/>
                <a:ea typeface="华文楷体" panose="02010600040101010101" pitchFamily="2" charset="-122"/>
              </a:rPr>
              <a:t>与</a:t>
            </a:r>
            <a:r>
              <a:rPr lang="en-US" altLang="zh-CN" sz="1600" dirty="0">
                <a:solidFill>
                  <a:srgbClr val="000000"/>
                </a:solidFill>
                <a:latin typeface="华文楷体" panose="02010600040101010101" pitchFamily="2" charset="-122"/>
                <a:ea typeface="华文楷体" panose="02010600040101010101" pitchFamily="2" charset="-122"/>
              </a:rPr>
              <a:t>N7</a:t>
            </a:r>
            <a:r>
              <a:rPr lang="zh-CN" altLang="en-US" sz="1600" dirty="0">
                <a:solidFill>
                  <a:srgbClr val="000000"/>
                </a:solidFill>
                <a:latin typeface="华文楷体" panose="02010600040101010101" pitchFamily="2" charset="-122"/>
                <a:ea typeface="华文楷体" panose="02010600040101010101" pitchFamily="2" charset="-122"/>
              </a:rPr>
              <a:t>的劳动生产率</a:t>
            </a:r>
            <a:r>
              <a:rPr lang="en-US" altLang="zh-CN" sz="1600" dirty="0">
                <a:solidFill>
                  <a:srgbClr val="000000"/>
                </a:solidFill>
                <a:latin typeface="华文楷体" panose="02010600040101010101" pitchFamily="2" charset="-122"/>
                <a:ea typeface="华文楷体" panose="02010600040101010101" pitchFamily="2" charset="-122"/>
              </a:rPr>
              <a:t>Eo3</a:t>
            </a:r>
            <a:r>
              <a:rPr lang="zh-CN" altLang="en-US" sz="1600" dirty="0">
                <a:solidFill>
                  <a:srgbClr val="000000"/>
                </a:solidFill>
                <a:latin typeface="华文楷体" panose="02010600040101010101" pitchFamily="2" charset="-122"/>
                <a:ea typeface="华文楷体" panose="02010600040101010101" pitchFamily="2" charset="-122"/>
              </a:rPr>
              <a:t>和</a:t>
            </a:r>
            <a:r>
              <a:rPr lang="en-US" altLang="zh-CN" sz="1600" dirty="0">
                <a:solidFill>
                  <a:srgbClr val="000000"/>
                </a:solidFill>
                <a:latin typeface="华文楷体" panose="02010600040101010101" pitchFamily="2" charset="-122"/>
                <a:ea typeface="华文楷体" panose="02010600040101010101" pitchFamily="2" charset="-122"/>
              </a:rPr>
              <a:t>Eo7</a:t>
            </a:r>
            <a:r>
              <a:rPr lang="zh-CN" altLang="en-US" sz="1600" dirty="0">
                <a:solidFill>
                  <a:srgbClr val="000000"/>
                </a:solidFill>
                <a:latin typeface="华文楷体" panose="02010600040101010101" pitchFamily="2" charset="-122"/>
                <a:ea typeface="华文楷体" panose="02010600040101010101" pitchFamily="2" charset="-122"/>
              </a:rPr>
              <a:t>和降低</a:t>
            </a:r>
            <a:r>
              <a:rPr lang="en-US" altLang="zh-CN" sz="1600" dirty="0">
                <a:solidFill>
                  <a:srgbClr val="000000"/>
                </a:solidFill>
                <a:latin typeface="华文楷体" panose="02010600040101010101" pitchFamily="2" charset="-122"/>
                <a:ea typeface="华文楷体" panose="02010600040101010101" pitchFamily="2" charset="-122"/>
              </a:rPr>
              <a:t>N3</a:t>
            </a:r>
            <a:r>
              <a:rPr lang="zh-CN" altLang="en-US" sz="1600" dirty="0">
                <a:solidFill>
                  <a:srgbClr val="000000"/>
                </a:solidFill>
                <a:latin typeface="华文楷体" panose="02010600040101010101" pitchFamily="2" charset="-122"/>
                <a:ea typeface="华文楷体" panose="02010600040101010101" pitchFamily="2" charset="-122"/>
              </a:rPr>
              <a:t>和</a:t>
            </a:r>
            <a:r>
              <a:rPr lang="en-US" altLang="zh-CN" sz="1600" dirty="0">
                <a:solidFill>
                  <a:srgbClr val="000000"/>
                </a:solidFill>
                <a:latin typeface="华文楷体" panose="02010600040101010101" pitchFamily="2" charset="-122"/>
                <a:ea typeface="华文楷体" panose="02010600040101010101" pitchFamily="2" charset="-122"/>
              </a:rPr>
              <a:t>N7</a:t>
            </a:r>
            <a:r>
              <a:rPr lang="zh-CN" altLang="en-US" sz="1600" dirty="0">
                <a:solidFill>
                  <a:srgbClr val="000000"/>
                </a:solidFill>
                <a:latin typeface="华文楷体" panose="02010600040101010101" pitchFamily="2" charset="-122"/>
                <a:ea typeface="华文楷体" panose="02010600040101010101" pitchFamily="2" charset="-122"/>
              </a:rPr>
              <a:t>的成本费用率</a:t>
            </a:r>
            <a:r>
              <a:rPr lang="en-US" altLang="zh-CN" sz="1600" dirty="0">
                <a:solidFill>
                  <a:srgbClr val="000000"/>
                </a:solidFill>
                <a:latin typeface="华文楷体" panose="02010600040101010101" pitchFamily="2" charset="-122"/>
                <a:ea typeface="华文楷体" panose="02010600040101010101" pitchFamily="2" charset="-122"/>
              </a:rPr>
              <a:t>Co3</a:t>
            </a:r>
            <a:r>
              <a:rPr lang="zh-CN" altLang="en-US" sz="1600" dirty="0">
                <a:solidFill>
                  <a:srgbClr val="000000"/>
                </a:solidFill>
                <a:latin typeface="华文楷体" panose="02010600040101010101" pitchFamily="2" charset="-122"/>
                <a:ea typeface="华文楷体" panose="02010600040101010101" pitchFamily="2" charset="-122"/>
              </a:rPr>
              <a:t>和</a:t>
            </a:r>
            <a:r>
              <a:rPr lang="en-US" altLang="zh-CN" sz="1600" dirty="0">
                <a:solidFill>
                  <a:srgbClr val="000000"/>
                </a:solidFill>
                <a:latin typeface="华文楷体" panose="02010600040101010101" pitchFamily="2" charset="-122"/>
                <a:ea typeface="华文楷体" panose="02010600040101010101" pitchFamily="2" charset="-122"/>
              </a:rPr>
              <a:t>Co7</a:t>
            </a:r>
            <a:r>
              <a:rPr lang="zh-CN" altLang="en-US" sz="1600" dirty="0">
                <a:solidFill>
                  <a:srgbClr val="000000"/>
                </a:solidFill>
                <a:latin typeface="华文楷体" panose="02010600040101010101" pitchFamily="2" charset="-122"/>
                <a:ea typeface="华文楷体" panose="02010600040101010101" pitchFamily="2" charset="-122"/>
              </a:rPr>
              <a:t>等）。</a:t>
            </a: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此外观察表</a:t>
            </a:r>
            <a:r>
              <a:rPr lang="en-US" altLang="zh-CN" sz="1600" dirty="0">
                <a:solidFill>
                  <a:srgbClr val="000000"/>
                </a:solidFill>
                <a:latin typeface="华文楷体" panose="02010600040101010101" pitchFamily="2" charset="-122"/>
                <a:ea typeface="华文楷体" panose="02010600040101010101" pitchFamily="2" charset="-122"/>
              </a:rPr>
              <a:t>3.5</a:t>
            </a:r>
            <a:r>
              <a:rPr lang="zh-CN" altLang="en-US" sz="1600" dirty="0">
                <a:solidFill>
                  <a:srgbClr val="000000"/>
                </a:solidFill>
                <a:latin typeface="华文楷体" panose="02010600040101010101" pitchFamily="2" charset="-122"/>
                <a:ea typeface="华文楷体" panose="02010600040101010101" pitchFamily="2" charset="-122"/>
              </a:rPr>
              <a:t>还可得知系统成本在需求分析、系统设计、程序编码和系统测试的阶段分布中以</a:t>
            </a:r>
            <a:r>
              <a:rPr lang="zh-CN" altLang="en-US" sz="1600" b="1" dirty="0">
                <a:solidFill>
                  <a:srgbClr val="FF0000"/>
                </a:solidFill>
                <a:latin typeface="华文楷体" panose="02010600040101010101" pitchFamily="2" charset="-122"/>
                <a:ea typeface="华文楷体" panose="02010600040101010101" pitchFamily="2" charset="-122"/>
              </a:rPr>
              <a:t>系统设计阶段为最大</a:t>
            </a:r>
            <a:r>
              <a:rPr lang="zh-CN" altLang="en-US" sz="1600" dirty="0">
                <a:solidFill>
                  <a:srgbClr val="000000"/>
                </a:solidFill>
                <a:latin typeface="华文楷体" panose="02010600040101010101" pitchFamily="2" charset="-122"/>
                <a:ea typeface="华文楷体" panose="02010600040101010101" pitchFamily="2" charset="-122"/>
              </a:rPr>
              <a:t>，测试阶段为次之，了解上述的成本的时间分布特点将有助于企业的资金运转过程。</a:t>
            </a:r>
          </a:p>
        </p:txBody>
      </p:sp>
    </p:spTree>
    <p:extLst>
      <p:ext uri="{BB962C8B-B14F-4D97-AF65-F5344CB8AC3E}">
        <p14:creationId xmlns:p14="http://schemas.microsoft.com/office/powerpoint/2010/main" val="204757426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209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 </a:t>
            </a:r>
            <a:r>
              <a:rPr lang="zh-CN" altLang="en-US" sz="2400" spc="300" dirty="0">
                <a:latin typeface="微软雅黑" panose="020B0503020204020204" pitchFamily="34" charset="-122"/>
                <a:ea typeface="微软雅黑" panose="020B0503020204020204" pitchFamily="34" charset="-122"/>
              </a:rPr>
              <a:t>软件成本与工期的测算方法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16512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功能分解法</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sz="1600" b="1" dirty="0">
                <a:solidFill>
                  <a:srgbClr val="7030A0"/>
                </a:solidFill>
                <a:latin typeface="华文楷体" panose="02010600040101010101" pitchFamily="2" charset="-122"/>
                <a:ea typeface="华文楷体" panose="02010600040101010101" pitchFamily="2" charset="-122"/>
              </a:rPr>
              <a:t>Delphi</a:t>
            </a:r>
            <a:r>
              <a:rPr lang="zh-CN" altLang="en-US" sz="1600" b="1" dirty="0">
                <a:solidFill>
                  <a:srgbClr val="7030A0"/>
                </a:solidFill>
                <a:latin typeface="华文楷体" panose="02010600040101010101" pitchFamily="2" charset="-122"/>
                <a:ea typeface="华文楷体" panose="02010600040101010101" pitchFamily="2" charset="-122"/>
              </a:rPr>
              <a:t>法</a:t>
            </a:r>
            <a:endParaRPr lang="en-US" altLang="zh-CN" sz="1600" b="1" dirty="0">
              <a:solidFill>
                <a:srgbClr val="7030A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统计模型法</a:t>
            </a:r>
          </a:p>
        </p:txBody>
      </p:sp>
    </p:spTree>
    <p:extLst>
      <p:ext uri="{BB962C8B-B14F-4D97-AF65-F5344CB8AC3E}">
        <p14:creationId xmlns:p14="http://schemas.microsoft.com/office/powerpoint/2010/main" val="159575997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209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 </a:t>
            </a:r>
            <a:r>
              <a:rPr lang="zh-CN" altLang="en-US" sz="2400" spc="300" dirty="0">
                <a:latin typeface="微软雅黑" panose="020B0503020204020204" pitchFamily="34" charset="-122"/>
                <a:ea typeface="微软雅黑" panose="020B0503020204020204" pitchFamily="34" charset="-122"/>
              </a:rPr>
              <a:t>软件成本与工期的测算方法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27312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Delphi </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法最早出现于</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20</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世纪</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50</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年代末，是当时美国为了预测在其“遭受原子弹轰炸后，可能出现的结果”而发明的一种方法。</a:t>
            </a:r>
            <a:endParaRPr lang="en-US" altLang="zh-CN" sz="1600" b="0" i="0" u="none" strike="noStrike" baseline="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美国兰德公司（</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RAND</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）的赫尔默（</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Helmer</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）和戈登（</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Gordon</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）于</a:t>
            </a:r>
            <a:r>
              <a:rPr lang="en-US" altLang="zh-CN" sz="1600" b="0" i="0" u="none" strike="noStrike" baseline="0" dirty="0">
                <a:solidFill>
                  <a:srgbClr val="000000"/>
                </a:solidFill>
                <a:latin typeface="华文楷体" panose="02010600040101010101" pitchFamily="2" charset="-122"/>
                <a:ea typeface="华文楷体" panose="02010600040101010101" pitchFamily="2" charset="-122"/>
              </a:rPr>
              <a:t>1964</a:t>
            </a: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年首先将其用于技术预测。此后便迅速地应用于美国和其他国家。</a:t>
            </a:r>
            <a:endParaRPr lang="en-US" altLang="zh-CN" sz="1600" b="0" i="0" u="none" strike="noStrike" baseline="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b="0" i="0" u="none" strike="noStrike" baseline="0" dirty="0">
                <a:solidFill>
                  <a:srgbClr val="000000"/>
                </a:solidFill>
                <a:latin typeface="华文楷体" panose="02010600040101010101" pitchFamily="2" charset="-122"/>
                <a:ea typeface="华文楷体" panose="02010600040101010101" pitchFamily="2" charset="-122"/>
              </a:rPr>
              <a:t>除了科技领域之外，其还几乎可以用于任何领域的预测，如教育预测、人口预测、医疗保健预测、经营和需求预测等。</a:t>
            </a:r>
          </a:p>
        </p:txBody>
      </p:sp>
    </p:spTree>
    <p:extLst>
      <p:ext uri="{BB962C8B-B14F-4D97-AF65-F5344CB8AC3E}">
        <p14:creationId xmlns:p14="http://schemas.microsoft.com/office/powerpoint/2010/main" val="174193906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733441"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3.2.2 Delphi</a:t>
            </a:r>
            <a:r>
              <a:rPr lang="zh-CN" altLang="en-US" sz="2400" spc="300" dirty="0">
                <a:latin typeface="微软雅黑" panose="020B0503020204020204" pitchFamily="34" charset="-122"/>
                <a:ea typeface="微软雅黑" panose="020B0503020204020204" pitchFamily="34" charset="-122"/>
              </a:rPr>
              <a:t>法</a:t>
            </a:r>
          </a:p>
        </p:txBody>
      </p:sp>
      <p:grpSp>
        <p:nvGrpSpPr>
          <p:cNvPr id="6" name="组合 5">
            <a:extLst>
              <a:ext uri="{FF2B5EF4-FFF2-40B4-BE49-F238E27FC236}">
                <a16:creationId xmlns:a16="http://schemas.microsoft.com/office/drawing/2014/main" id="{D63DDB42-8D50-4151-B135-9573EB245813}"/>
              </a:ext>
            </a:extLst>
          </p:cNvPr>
          <p:cNvGrpSpPr/>
          <p:nvPr/>
        </p:nvGrpSpPr>
        <p:grpSpPr>
          <a:xfrm>
            <a:off x="323850" y="731260"/>
            <a:ext cx="8496300" cy="4391025"/>
            <a:chOff x="179388" y="2133600"/>
            <a:chExt cx="8496300" cy="4391025"/>
          </a:xfrm>
        </p:grpSpPr>
        <p:sp>
          <p:nvSpPr>
            <p:cNvPr id="7" name="Oval 4">
              <a:extLst>
                <a:ext uri="{FF2B5EF4-FFF2-40B4-BE49-F238E27FC236}">
                  <a16:creationId xmlns:a16="http://schemas.microsoft.com/office/drawing/2014/main" id="{7AD7E89B-4153-4578-B328-86C4CBFA9781}"/>
                </a:ext>
              </a:extLst>
            </p:cNvPr>
            <p:cNvSpPr>
              <a:spLocks noChangeArrowheads="1"/>
            </p:cNvSpPr>
            <p:nvPr/>
          </p:nvSpPr>
          <p:spPr bwMode="auto">
            <a:xfrm>
              <a:off x="179388" y="2492375"/>
              <a:ext cx="2736850" cy="1871663"/>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000" u="none" dirty="0">
                  <a:latin typeface="Times New Roman" panose="02020603050405020304" pitchFamily="18" charset="0"/>
                  <a:ea typeface="宋体" panose="02010600030101010101" pitchFamily="2" charset="-122"/>
                  <a:cs typeface="Times New Roman" panose="02020603050405020304" pitchFamily="18" charset="0"/>
                </a:rPr>
                <a:t>关于各子系统</a:t>
              </a:r>
              <a:r>
                <a:rPr lang="en-US" altLang="zh-CN" sz="2000" i="1" u="none"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000" i="1" u="none" baseline="-25000" dirty="0">
                  <a:latin typeface="Times New Roman" panose="02020603050405020304" pitchFamily="18" charset="0"/>
                  <a:ea typeface="宋体" panose="02010600030101010101" pitchFamily="2" charset="-122"/>
                  <a:cs typeface="Times New Roman" panose="02020603050405020304" pitchFamily="18" charset="0"/>
                </a:rPr>
                <a:t>j</a:t>
              </a:r>
            </a:p>
            <a:p>
              <a:pPr algn="ctr"/>
              <a:r>
                <a:rPr lang="zh-CN" altLang="en-US" sz="2000" u="none" dirty="0">
                  <a:latin typeface="Times New Roman" panose="02020603050405020304" pitchFamily="18" charset="0"/>
                  <a:ea typeface="宋体" panose="02010600030101010101" pitchFamily="2" charset="-122"/>
                  <a:cs typeface="Times New Roman" panose="02020603050405020304" pitchFamily="18" charset="0"/>
                </a:rPr>
                <a:t>的成本特性值</a:t>
              </a:r>
            </a:p>
            <a:p>
              <a:pPr algn="ctr"/>
              <a:r>
                <a:rPr lang="en-US" altLang="zh-CN" sz="2000" i="1" u="none" dirty="0" err="1">
                  <a:latin typeface="Times New Roman" panose="02020603050405020304" pitchFamily="18" charset="0"/>
                  <a:ea typeface="宋体" panose="02010600030101010101" pitchFamily="2" charset="-122"/>
                  <a:cs typeface="Times New Roman" panose="02020603050405020304" pitchFamily="18" charset="0"/>
                </a:rPr>
                <a:t>a</a:t>
              </a:r>
              <a:r>
                <a:rPr lang="en-US" altLang="zh-CN" sz="2000" i="1" u="none" baseline="-25000" dirty="0" err="1">
                  <a:latin typeface="Times New Roman" panose="02020603050405020304" pitchFamily="18" charset="0"/>
                  <a:ea typeface="宋体" panose="02010600030101010101" pitchFamily="2" charset="-122"/>
                  <a:cs typeface="Times New Roman" panose="02020603050405020304" pitchFamily="18" charset="0"/>
                </a:rPr>
                <a:t>j</a:t>
              </a:r>
              <a:r>
                <a:rPr lang="zh-CN" altLang="en-US" sz="2000" u="none"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u="none" dirty="0" err="1">
                  <a:latin typeface="Times New Roman" panose="02020603050405020304" pitchFamily="18" charset="0"/>
                  <a:ea typeface="宋体" panose="02010600030101010101" pitchFamily="2" charset="-122"/>
                  <a:cs typeface="Times New Roman" panose="02020603050405020304" pitchFamily="18" charset="0"/>
                </a:rPr>
                <a:t>m</a:t>
              </a:r>
              <a:r>
                <a:rPr lang="en-US" altLang="zh-CN" sz="2000" i="1" u="none" baseline="-25000" dirty="0" err="1">
                  <a:latin typeface="Times New Roman" panose="02020603050405020304" pitchFamily="18" charset="0"/>
                  <a:ea typeface="宋体" panose="02010600030101010101" pitchFamily="2" charset="-122"/>
                  <a:cs typeface="Times New Roman" panose="02020603050405020304" pitchFamily="18" charset="0"/>
                </a:rPr>
                <a:t>j</a:t>
              </a:r>
              <a:r>
                <a:rPr lang="zh-CN" altLang="en-US" sz="2000" u="none"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i="1" u="none" dirty="0" err="1">
                  <a:latin typeface="Times New Roman" panose="02020603050405020304" pitchFamily="18" charset="0"/>
                  <a:ea typeface="宋体" panose="02010600030101010101" pitchFamily="2" charset="-122"/>
                  <a:cs typeface="Times New Roman" panose="02020603050405020304" pitchFamily="18" charset="0"/>
                </a:rPr>
                <a:t>b</a:t>
              </a:r>
              <a:r>
                <a:rPr lang="en-US" altLang="zh-CN" sz="2000" i="1" u="none" baseline="-25000" dirty="0" err="1">
                  <a:latin typeface="Times New Roman" panose="02020603050405020304" pitchFamily="18" charset="0"/>
                  <a:ea typeface="宋体" panose="02010600030101010101" pitchFamily="2" charset="-122"/>
                  <a:cs typeface="Times New Roman" panose="02020603050405020304" pitchFamily="18" charset="0"/>
                </a:rPr>
                <a:t>j</a:t>
              </a:r>
              <a:endParaRPr lang="zh-CN" altLang="en-US" sz="2000" u="none"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Oval 5">
              <a:extLst>
                <a:ext uri="{FF2B5EF4-FFF2-40B4-BE49-F238E27FC236}">
                  <a16:creationId xmlns:a16="http://schemas.microsoft.com/office/drawing/2014/main" id="{2A6CB6B8-A007-4326-88B1-FBA187732693}"/>
                </a:ext>
              </a:extLst>
            </p:cNvPr>
            <p:cNvSpPr>
              <a:spLocks noChangeArrowheads="1"/>
            </p:cNvSpPr>
            <p:nvPr/>
          </p:nvSpPr>
          <p:spPr bwMode="auto">
            <a:xfrm>
              <a:off x="2987675" y="3500438"/>
              <a:ext cx="2305050" cy="1582737"/>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u="none" dirty="0">
                  <a:latin typeface="Times New Roman" panose="02020603050405020304" pitchFamily="18" charset="0"/>
                  <a:ea typeface="宋体" panose="02010600030101010101" pitchFamily="2" charset="-122"/>
                  <a:cs typeface="Times New Roman" panose="02020603050405020304" pitchFamily="18" charset="0"/>
                </a:rPr>
                <a:t>由一群专家（专家组）</a:t>
              </a:r>
            </a:p>
            <a:p>
              <a:pPr algn="ctr"/>
              <a:r>
                <a:rPr lang="zh-CN" altLang="en-US" u="none" dirty="0">
                  <a:latin typeface="Times New Roman" panose="02020603050405020304" pitchFamily="18" charset="0"/>
                  <a:ea typeface="宋体" panose="02010600030101010101" pitchFamily="2" charset="-122"/>
                  <a:cs typeface="Times New Roman" panose="02020603050405020304" pitchFamily="18" charset="0"/>
                </a:rPr>
                <a:t>给出</a:t>
              </a:r>
            </a:p>
          </p:txBody>
        </p:sp>
        <p:sp>
          <p:nvSpPr>
            <p:cNvPr id="9" name="Oval 6">
              <a:extLst>
                <a:ext uri="{FF2B5EF4-FFF2-40B4-BE49-F238E27FC236}">
                  <a16:creationId xmlns:a16="http://schemas.microsoft.com/office/drawing/2014/main" id="{0107DAC4-8037-4ACA-B8A0-D186C03EB065}"/>
                </a:ext>
              </a:extLst>
            </p:cNvPr>
            <p:cNvSpPr>
              <a:spLocks noChangeArrowheads="1"/>
            </p:cNvSpPr>
            <p:nvPr/>
          </p:nvSpPr>
          <p:spPr bwMode="auto">
            <a:xfrm>
              <a:off x="3132138" y="2133600"/>
              <a:ext cx="2089150" cy="1079500"/>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000" u="none">
                  <a:latin typeface="Times New Roman" panose="02020603050405020304" pitchFamily="18" charset="0"/>
                  <a:ea typeface="宋体" panose="02010600030101010101" pitchFamily="2" charset="-122"/>
                  <a:cs typeface="Times New Roman" panose="02020603050405020304" pitchFamily="18" charset="0"/>
                </a:rPr>
                <a:t>由一个专家给出的</a:t>
              </a:r>
            </a:p>
          </p:txBody>
        </p:sp>
        <p:sp>
          <p:nvSpPr>
            <p:cNvPr id="10" name="Line 7">
              <a:extLst>
                <a:ext uri="{FF2B5EF4-FFF2-40B4-BE49-F238E27FC236}">
                  <a16:creationId xmlns:a16="http://schemas.microsoft.com/office/drawing/2014/main" id="{A7DAB36A-1E51-4670-B37F-028F2E5189E0}"/>
                </a:ext>
              </a:extLst>
            </p:cNvPr>
            <p:cNvSpPr>
              <a:spLocks noChangeShapeType="1"/>
            </p:cNvSpPr>
            <p:nvPr/>
          </p:nvSpPr>
          <p:spPr bwMode="auto">
            <a:xfrm flipV="1">
              <a:off x="2700338" y="2781300"/>
              <a:ext cx="431800" cy="1428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1" name="Line 8">
              <a:extLst>
                <a:ext uri="{FF2B5EF4-FFF2-40B4-BE49-F238E27FC236}">
                  <a16:creationId xmlns:a16="http://schemas.microsoft.com/office/drawing/2014/main" id="{DDD695D0-3282-415A-9A9B-7E2A75E5B15E}"/>
                </a:ext>
              </a:extLst>
            </p:cNvPr>
            <p:cNvSpPr>
              <a:spLocks noChangeShapeType="1"/>
            </p:cNvSpPr>
            <p:nvPr/>
          </p:nvSpPr>
          <p:spPr bwMode="auto">
            <a:xfrm>
              <a:off x="2771775" y="3860800"/>
              <a:ext cx="287338" cy="144463"/>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2" name="Line 9">
              <a:extLst>
                <a:ext uri="{FF2B5EF4-FFF2-40B4-BE49-F238E27FC236}">
                  <a16:creationId xmlns:a16="http://schemas.microsoft.com/office/drawing/2014/main" id="{8321C060-0C19-451A-8106-542DAB9B5B21}"/>
                </a:ext>
              </a:extLst>
            </p:cNvPr>
            <p:cNvSpPr>
              <a:spLocks noChangeShapeType="1"/>
            </p:cNvSpPr>
            <p:nvPr/>
          </p:nvSpPr>
          <p:spPr bwMode="auto">
            <a:xfrm>
              <a:off x="5219700" y="2708275"/>
              <a:ext cx="6477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3" name="Oval 10">
              <a:extLst>
                <a:ext uri="{FF2B5EF4-FFF2-40B4-BE49-F238E27FC236}">
                  <a16:creationId xmlns:a16="http://schemas.microsoft.com/office/drawing/2014/main" id="{34190973-7C4E-4E36-8146-E76B92431A14}"/>
                </a:ext>
              </a:extLst>
            </p:cNvPr>
            <p:cNvSpPr>
              <a:spLocks noChangeArrowheads="1"/>
            </p:cNvSpPr>
            <p:nvPr/>
          </p:nvSpPr>
          <p:spPr bwMode="auto">
            <a:xfrm>
              <a:off x="5867400" y="2205038"/>
              <a:ext cx="2089150" cy="1079500"/>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zh-CN" altLang="en-US" sz="2000" u="none">
                  <a:latin typeface="Times New Roman" panose="02020603050405020304" pitchFamily="18" charset="0"/>
                  <a:ea typeface="宋体" panose="02010600030101010101" pitchFamily="2" charset="-122"/>
                  <a:cs typeface="Times New Roman" panose="02020603050405020304" pitchFamily="18" charset="0"/>
                </a:rPr>
                <a:t>功能分解法</a:t>
              </a:r>
            </a:p>
          </p:txBody>
        </p:sp>
        <p:sp>
          <p:nvSpPr>
            <p:cNvPr id="14" name="Line 11">
              <a:extLst>
                <a:ext uri="{FF2B5EF4-FFF2-40B4-BE49-F238E27FC236}">
                  <a16:creationId xmlns:a16="http://schemas.microsoft.com/office/drawing/2014/main" id="{4380716E-A1E1-4D39-BEA3-0CFD8DCC3603}"/>
                </a:ext>
              </a:extLst>
            </p:cNvPr>
            <p:cNvSpPr>
              <a:spLocks noChangeShapeType="1"/>
            </p:cNvSpPr>
            <p:nvPr/>
          </p:nvSpPr>
          <p:spPr bwMode="auto">
            <a:xfrm>
              <a:off x="5292725" y="4219575"/>
              <a:ext cx="6477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5" name="Oval 12">
              <a:extLst>
                <a:ext uri="{FF2B5EF4-FFF2-40B4-BE49-F238E27FC236}">
                  <a16:creationId xmlns:a16="http://schemas.microsoft.com/office/drawing/2014/main" id="{E0F1B185-F619-4CF8-8565-E5A67AB96245}"/>
                </a:ext>
              </a:extLst>
            </p:cNvPr>
            <p:cNvSpPr>
              <a:spLocks noChangeArrowheads="1"/>
            </p:cNvSpPr>
            <p:nvPr/>
          </p:nvSpPr>
          <p:spPr bwMode="auto">
            <a:xfrm>
              <a:off x="5940425" y="3716338"/>
              <a:ext cx="2089150" cy="1079500"/>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sz="2000" u="none">
                  <a:latin typeface="Times New Roman" panose="02020603050405020304" pitchFamily="18" charset="0"/>
                  <a:ea typeface="宋体" panose="02010600030101010101" pitchFamily="2" charset="-122"/>
                  <a:cs typeface="Times New Roman" panose="02020603050405020304" pitchFamily="18" charset="0"/>
                </a:rPr>
                <a:t>Delphi</a:t>
              </a:r>
              <a:r>
                <a:rPr lang="zh-CN" altLang="en-US" sz="2000" u="none">
                  <a:latin typeface="Times New Roman" panose="02020603050405020304" pitchFamily="18" charset="0"/>
                  <a:ea typeface="宋体" panose="02010600030101010101" pitchFamily="2" charset="-122"/>
                  <a:cs typeface="Times New Roman" panose="02020603050405020304" pitchFamily="18" charset="0"/>
                </a:rPr>
                <a:t>法</a:t>
              </a:r>
            </a:p>
          </p:txBody>
        </p:sp>
        <p:sp>
          <p:nvSpPr>
            <p:cNvPr id="16" name="Oval 13">
              <a:extLst>
                <a:ext uri="{FF2B5EF4-FFF2-40B4-BE49-F238E27FC236}">
                  <a16:creationId xmlns:a16="http://schemas.microsoft.com/office/drawing/2014/main" id="{3F85CC34-77A4-49EC-AA19-FEE538C5E7CC}"/>
                </a:ext>
              </a:extLst>
            </p:cNvPr>
            <p:cNvSpPr>
              <a:spLocks noChangeArrowheads="1"/>
            </p:cNvSpPr>
            <p:nvPr/>
          </p:nvSpPr>
          <p:spPr bwMode="auto">
            <a:xfrm>
              <a:off x="5435600" y="5229225"/>
              <a:ext cx="3240088" cy="1295400"/>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sz="2000" u="none" dirty="0">
                  <a:latin typeface="Times New Roman" panose="02020603050405020304" pitchFamily="18" charset="0"/>
                  <a:ea typeface="宋体" panose="02010600030101010101" pitchFamily="2" charset="-122"/>
                  <a:cs typeface="Times New Roman" panose="02020603050405020304" pitchFamily="18" charset="0"/>
                </a:rPr>
                <a:t>适合于规模较大、研发</a:t>
              </a:r>
            </a:p>
            <a:p>
              <a:r>
                <a:rPr lang="zh-CN" altLang="en-US" sz="2000" u="none" dirty="0">
                  <a:latin typeface="Times New Roman" panose="02020603050405020304" pitchFamily="18" charset="0"/>
                  <a:ea typeface="宋体" panose="02010600030101010101" pitchFamily="2" charset="-122"/>
                  <a:cs typeface="Times New Roman" panose="02020603050405020304" pitchFamily="18" charset="0"/>
                </a:rPr>
                <a:t>经费较多的软件项目</a:t>
              </a:r>
            </a:p>
          </p:txBody>
        </p:sp>
        <p:sp>
          <p:nvSpPr>
            <p:cNvPr id="17" name="Line 15">
              <a:extLst>
                <a:ext uri="{FF2B5EF4-FFF2-40B4-BE49-F238E27FC236}">
                  <a16:creationId xmlns:a16="http://schemas.microsoft.com/office/drawing/2014/main" id="{1A1A529A-C4CA-4943-A918-FCD4ECDB9042}"/>
                </a:ext>
              </a:extLst>
            </p:cNvPr>
            <p:cNvSpPr>
              <a:spLocks noChangeShapeType="1"/>
            </p:cNvSpPr>
            <p:nvPr/>
          </p:nvSpPr>
          <p:spPr bwMode="auto">
            <a:xfrm>
              <a:off x="7019925" y="4797425"/>
              <a:ext cx="0"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98166561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8">
            <a:extLst>
              <a:ext uri="{FF2B5EF4-FFF2-40B4-BE49-F238E27FC236}">
                <a16:creationId xmlns:a16="http://schemas.microsoft.com/office/drawing/2014/main" id="{558F95A0-BE7F-4EDA-B3B2-FAA7E0955675}"/>
              </a:ext>
            </a:extLst>
          </p:cNvPr>
          <p:cNvSpPr>
            <a:spLocks noChangeArrowheads="1"/>
          </p:cNvSpPr>
          <p:nvPr/>
        </p:nvSpPr>
        <p:spPr bwMode="auto">
          <a:xfrm>
            <a:off x="6677282" y="2389186"/>
            <a:ext cx="2395537" cy="36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p>
            <a:pPr>
              <a:buClrTx/>
              <a:buFontTx/>
              <a:buNone/>
            </a:pPr>
            <a:r>
              <a:rPr kumimoji="1" lang="en-US" altLang="zh-CN" sz="2400" u="none" dirty="0">
                <a:solidFill>
                  <a:schemeClr val="tx1"/>
                </a:solidFill>
                <a:latin typeface="Times New Roman" panose="02020603050405020304" pitchFamily="18" charset="0"/>
                <a:ea typeface="宋体" panose="02010600030101010101" pitchFamily="2" charset="-122"/>
              </a:rPr>
              <a:t>Delphi</a:t>
            </a:r>
            <a:r>
              <a:rPr kumimoji="1" lang="zh-CN" altLang="en-US" sz="2400" u="none" dirty="0">
                <a:solidFill>
                  <a:schemeClr val="tx1"/>
                </a:solidFill>
                <a:latin typeface="Times New Roman" panose="02020603050405020304" pitchFamily="18" charset="0"/>
                <a:ea typeface="宋体" panose="02010600030101010101" pitchFamily="2" charset="-122"/>
              </a:rPr>
              <a:t>法求解流程</a:t>
            </a:r>
          </a:p>
        </p:txBody>
      </p:sp>
      <p:pic>
        <p:nvPicPr>
          <p:cNvPr id="4" name="图片 3">
            <a:extLst>
              <a:ext uri="{FF2B5EF4-FFF2-40B4-BE49-F238E27FC236}">
                <a16:creationId xmlns:a16="http://schemas.microsoft.com/office/drawing/2014/main" id="{364AB091-E75E-406B-BFA1-A25D628C6D9D}"/>
              </a:ext>
            </a:extLst>
          </p:cNvPr>
          <p:cNvPicPr>
            <a:picLocks noChangeAspect="1"/>
          </p:cNvPicPr>
          <p:nvPr/>
        </p:nvPicPr>
        <p:blipFill>
          <a:blip r:embed="rId3"/>
          <a:stretch>
            <a:fillRect/>
          </a:stretch>
        </p:blipFill>
        <p:spPr>
          <a:xfrm>
            <a:off x="281374" y="147123"/>
            <a:ext cx="6246426" cy="4849253"/>
          </a:xfrm>
          <a:prstGeom prst="rect">
            <a:avLst/>
          </a:prstGeom>
        </p:spPr>
      </p:pic>
    </p:spTree>
    <p:extLst>
      <p:ext uri="{BB962C8B-B14F-4D97-AF65-F5344CB8AC3E}">
        <p14:creationId xmlns:p14="http://schemas.microsoft.com/office/powerpoint/2010/main" val="370822182"/>
      </p:ext>
    </p:extLst>
  </p:cSld>
  <p:clrMapOvr>
    <a:masterClrMapping/>
  </p:clrMapOvr>
  <p:transition spd="slow">
    <p:pull/>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Group 84">
            <a:extLst>
              <a:ext uri="{FF2B5EF4-FFF2-40B4-BE49-F238E27FC236}">
                <a16:creationId xmlns:a16="http://schemas.microsoft.com/office/drawing/2014/main" id="{B7720184-7287-4AED-B4F2-D7A57780A285}"/>
              </a:ext>
            </a:extLst>
          </p:cNvPr>
          <p:cNvGraphicFramePr>
            <a:graphicFrameLocks/>
          </p:cNvGraphicFramePr>
          <p:nvPr>
            <p:extLst>
              <p:ext uri="{D42A27DB-BD31-4B8C-83A1-F6EECF244321}">
                <p14:modId xmlns:p14="http://schemas.microsoft.com/office/powerpoint/2010/main" val="421794762"/>
              </p:ext>
            </p:extLst>
          </p:nvPr>
        </p:nvGraphicFramePr>
        <p:xfrm>
          <a:off x="1150328" y="76655"/>
          <a:ext cx="7410450" cy="4770438"/>
        </p:xfrm>
        <a:graphic>
          <a:graphicData uri="http://schemas.openxmlformats.org/drawingml/2006/table">
            <a:tbl>
              <a:tblPr/>
              <a:tblGrid>
                <a:gridCol w="1836738">
                  <a:extLst>
                    <a:ext uri="{9D8B030D-6E8A-4147-A177-3AD203B41FA5}">
                      <a16:colId xmlns:a16="http://schemas.microsoft.com/office/drawing/2014/main" val="20000"/>
                    </a:ext>
                  </a:extLst>
                </a:gridCol>
                <a:gridCol w="815975">
                  <a:extLst>
                    <a:ext uri="{9D8B030D-6E8A-4147-A177-3AD203B41FA5}">
                      <a16:colId xmlns:a16="http://schemas.microsoft.com/office/drawing/2014/main" val="20001"/>
                    </a:ext>
                  </a:extLst>
                </a:gridCol>
                <a:gridCol w="817562">
                  <a:extLst>
                    <a:ext uri="{9D8B030D-6E8A-4147-A177-3AD203B41FA5}">
                      <a16:colId xmlns:a16="http://schemas.microsoft.com/office/drawing/2014/main" val="20002"/>
                    </a:ext>
                  </a:extLst>
                </a:gridCol>
                <a:gridCol w="815975">
                  <a:extLst>
                    <a:ext uri="{9D8B030D-6E8A-4147-A177-3AD203B41FA5}">
                      <a16:colId xmlns:a16="http://schemas.microsoft.com/office/drawing/2014/main" val="20003"/>
                    </a:ext>
                  </a:extLst>
                </a:gridCol>
                <a:gridCol w="815975">
                  <a:extLst>
                    <a:ext uri="{9D8B030D-6E8A-4147-A177-3AD203B41FA5}">
                      <a16:colId xmlns:a16="http://schemas.microsoft.com/office/drawing/2014/main" val="20004"/>
                    </a:ext>
                  </a:extLst>
                </a:gridCol>
                <a:gridCol w="817563">
                  <a:extLst>
                    <a:ext uri="{9D8B030D-6E8A-4147-A177-3AD203B41FA5}">
                      <a16:colId xmlns:a16="http://schemas.microsoft.com/office/drawing/2014/main" val="20005"/>
                    </a:ext>
                  </a:extLst>
                </a:gridCol>
                <a:gridCol w="1490662">
                  <a:extLst>
                    <a:ext uri="{9D8B030D-6E8A-4147-A177-3AD203B41FA5}">
                      <a16:colId xmlns:a16="http://schemas.microsoft.com/office/drawing/2014/main" val="20006"/>
                    </a:ext>
                  </a:extLst>
                </a:gridCol>
              </a:tblGrid>
              <a:tr h="1952625">
                <a:tc gridSpan="7">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宋体" pitchFamily="2" charset="-122"/>
                          <a:ea typeface="宋体" pitchFamily="2" charset="-122"/>
                        </a:rPr>
                        <a:t>  1  </a:t>
                      </a:r>
                      <a:r>
                        <a:rPr kumimoji="1" lang="zh-CN" altLang="en-US" sz="1800" b="1" i="0" u="none" strike="noStrike" cap="none" normalizeH="0" baseline="0" dirty="0">
                          <a:ln>
                            <a:noFill/>
                          </a:ln>
                          <a:solidFill>
                            <a:schemeClr val="tx1"/>
                          </a:solidFill>
                          <a:effectLst/>
                          <a:latin typeface="宋体" pitchFamily="2" charset="-122"/>
                          <a:ea typeface="宋体" pitchFamily="2" charset="-122"/>
                        </a:rPr>
                        <a:t>软件名称</a:t>
                      </a:r>
                      <a:endParaRPr kumimoji="1" lang="zh-CN" altLang="en-US" sz="1800" b="1" i="0" u="none" strike="noStrike" cap="none" normalizeH="0" baseline="0" dirty="0">
                        <a:ln>
                          <a:noFill/>
                        </a:ln>
                        <a:solidFill>
                          <a:schemeClr val="tx1"/>
                        </a:solidFill>
                        <a:effectLst/>
                        <a:latin typeface="宋体" pitchFamily="2" charset="-122"/>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宋体" pitchFamily="2" charset="-122"/>
                          <a:ea typeface="宋体" pitchFamily="2" charset="-122"/>
                        </a:rPr>
                        <a:t>  </a:t>
                      </a:r>
                      <a:r>
                        <a:rPr kumimoji="1" lang="en-US" altLang="zh-CN" sz="1800" b="1" i="0" u="none" strike="noStrike" cap="none" normalizeH="0" baseline="0" dirty="0">
                          <a:ln>
                            <a:noFill/>
                          </a:ln>
                          <a:solidFill>
                            <a:schemeClr val="tx1"/>
                          </a:solidFill>
                          <a:effectLst/>
                          <a:latin typeface="宋体" pitchFamily="2" charset="-122"/>
                          <a:ea typeface="宋体" pitchFamily="2" charset="-122"/>
                        </a:rPr>
                        <a:t>2  </a:t>
                      </a:r>
                      <a:r>
                        <a:rPr kumimoji="1" lang="zh-CN" altLang="en-US" sz="1800" b="1" i="0" u="none" strike="noStrike" cap="none" normalizeH="0" baseline="0" dirty="0">
                          <a:ln>
                            <a:noFill/>
                          </a:ln>
                          <a:solidFill>
                            <a:schemeClr val="tx1"/>
                          </a:solidFill>
                          <a:effectLst/>
                          <a:latin typeface="宋体" pitchFamily="2" charset="-122"/>
                          <a:ea typeface="宋体" pitchFamily="2" charset="-122"/>
                        </a:rPr>
                        <a:t>系统性能、功能、结构需求及有关说明</a:t>
                      </a:r>
                    </a:p>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宋体" pitchFamily="2" charset="-122"/>
                          <a:ea typeface="宋体" pitchFamily="2" charset="-122"/>
                        </a:rPr>
                        <a:t>  </a:t>
                      </a:r>
                      <a:r>
                        <a:rPr kumimoji="1" lang="en-US" altLang="zh-CN" sz="1800" b="1" i="0" u="none" strike="noStrike" cap="none" normalizeH="0" baseline="0" dirty="0">
                          <a:ln>
                            <a:noFill/>
                          </a:ln>
                          <a:solidFill>
                            <a:schemeClr val="tx1"/>
                          </a:solidFill>
                          <a:effectLst/>
                          <a:latin typeface="宋体" pitchFamily="2" charset="-122"/>
                          <a:ea typeface="宋体" pitchFamily="2" charset="-122"/>
                        </a:rPr>
                        <a:t>3  </a:t>
                      </a:r>
                      <a:r>
                        <a:rPr kumimoji="1" lang="zh-CN" altLang="en-US" sz="1800" b="1" i="0" u="none" strike="noStrike" cap="none" normalizeH="0" baseline="0" dirty="0">
                          <a:ln>
                            <a:noFill/>
                          </a:ln>
                          <a:solidFill>
                            <a:schemeClr val="tx1"/>
                          </a:solidFill>
                          <a:effectLst/>
                          <a:latin typeface="宋体" pitchFamily="2" charset="-122"/>
                          <a:ea typeface="宋体" pitchFamily="2" charset="-122"/>
                        </a:rPr>
                        <a:t>概要设计及有关说明</a:t>
                      </a:r>
                    </a:p>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宋体" pitchFamily="2" charset="-122"/>
                          <a:ea typeface="宋体" pitchFamily="2" charset="-122"/>
                        </a:rPr>
                        <a:t>  </a:t>
                      </a:r>
                      <a:r>
                        <a:rPr kumimoji="1" lang="en-US" altLang="zh-CN" sz="1800" b="1" i="0" u="none" strike="noStrike" cap="none" normalizeH="0" baseline="0" dirty="0">
                          <a:ln>
                            <a:noFill/>
                          </a:ln>
                          <a:solidFill>
                            <a:schemeClr val="tx1"/>
                          </a:solidFill>
                          <a:effectLst/>
                          <a:latin typeface="宋体" pitchFamily="2" charset="-122"/>
                          <a:ea typeface="宋体" pitchFamily="2" charset="-122"/>
                        </a:rPr>
                        <a:t>4  </a:t>
                      </a:r>
                      <a:r>
                        <a:rPr kumimoji="1" lang="zh-CN" altLang="en-US" sz="1800" b="1" i="0" u="none" strike="noStrike" cap="none" normalizeH="0" baseline="0" dirty="0">
                          <a:ln>
                            <a:noFill/>
                          </a:ln>
                          <a:solidFill>
                            <a:schemeClr val="tx1"/>
                          </a:solidFill>
                          <a:effectLst/>
                          <a:latin typeface="宋体" pitchFamily="2" charset="-122"/>
                          <a:ea typeface="宋体" pitchFamily="2" charset="-122"/>
                        </a:rPr>
                        <a:t>调查表填写规范与有关说明</a:t>
                      </a:r>
                    </a:p>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宋体" pitchFamily="2" charset="-122"/>
                          <a:ea typeface="宋体" pitchFamily="2" charset="-122"/>
                        </a:rPr>
                        <a:t>  </a:t>
                      </a:r>
                      <a:r>
                        <a:rPr kumimoji="1" lang="en-US" altLang="zh-CN" sz="1800" b="1" i="0" u="none" strike="noStrike" cap="none" normalizeH="0" baseline="0" dirty="0">
                          <a:ln>
                            <a:noFill/>
                          </a:ln>
                          <a:solidFill>
                            <a:schemeClr val="tx1"/>
                          </a:solidFill>
                          <a:effectLst/>
                          <a:latin typeface="宋体" pitchFamily="2" charset="-122"/>
                          <a:ea typeface="宋体" pitchFamily="2" charset="-122"/>
                        </a:rPr>
                        <a:t>5  </a:t>
                      </a:r>
                      <a:r>
                        <a:rPr kumimoji="1" lang="zh-CN" altLang="en-US" sz="1800" b="1" i="0" u="none" strike="noStrike" cap="none" normalizeH="0" baseline="0" dirty="0">
                          <a:ln>
                            <a:noFill/>
                          </a:ln>
                          <a:solidFill>
                            <a:schemeClr val="tx1"/>
                          </a:solidFill>
                          <a:effectLst/>
                          <a:latin typeface="宋体" pitchFamily="2" charset="-122"/>
                          <a:ea typeface="宋体" pitchFamily="2" charset="-122"/>
                        </a:rPr>
                        <a:t>专家编号：</a:t>
                      </a:r>
                    </a:p>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宋体" pitchFamily="2" charset="-122"/>
                          <a:ea typeface="宋体" pitchFamily="2" charset="-122"/>
                        </a:rPr>
                        <a:t>  </a:t>
                      </a:r>
                      <a:r>
                        <a:rPr kumimoji="1" lang="en-US" altLang="zh-CN" sz="1800" b="1" i="0" u="none" strike="noStrike" cap="none" normalizeH="0" baseline="0" dirty="0">
                          <a:ln>
                            <a:noFill/>
                          </a:ln>
                          <a:solidFill>
                            <a:schemeClr val="tx1"/>
                          </a:solidFill>
                          <a:effectLst/>
                          <a:latin typeface="宋体" pitchFamily="2" charset="-122"/>
                          <a:ea typeface="宋体" pitchFamily="2" charset="-122"/>
                        </a:rPr>
                        <a:t>6  </a:t>
                      </a:r>
                      <a:r>
                        <a:rPr kumimoji="1" lang="zh-CN" altLang="en-US" sz="1800" b="1" i="0" u="none" strike="noStrike" cap="none" normalizeH="0" baseline="0" dirty="0">
                          <a:ln>
                            <a:noFill/>
                          </a:ln>
                          <a:solidFill>
                            <a:schemeClr val="tx1"/>
                          </a:solidFill>
                          <a:effectLst/>
                          <a:latin typeface="宋体" pitchFamily="2" charset="-122"/>
                          <a:ea typeface="宋体" pitchFamily="2" charset="-122"/>
                        </a:rPr>
                        <a:t>填表日期：  年 月 日</a:t>
                      </a:r>
                    </a:p>
                  </a:txBody>
                  <a:tcPr marL="0" marR="0" marT="0" marB="0" anchor="ctr"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8667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宋体" pitchFamily="2" charset="-122"/>
                          <a:ea typeface="宋体" pitchFamily="2" charset="-122"/>
                        </a:rPr>
                        <a:t>子系统</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1"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1"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1"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1" i="0" u="none" strike="noStrike" cap="none" normalizeH="0" baseline="0">
                          <a:ln>
                            <a:noFill/>
                          </a:ln>
                          <a:solidFill>
                            <a:schemeClr val="tx1"/>
                          </a:solidFill>
                          <a:effectLst/>
                          <a:latin typeface="宋体" pitchFamily="2" charset="-122"/>
                          <a:ea typeface="宋体" pitchFamily="2" charset="-122"/>
                        </a:rPr>
                        <a:t>  </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1"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宋体" pitchFamily="2" charset="-122"/>
                          <a:ea typeface="宋体" pitchFamily="2" charset="-122"/>
                        </a:rPr>
                        <a:t>简要理由</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96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宋体" pitchFamily="2" charset="-122"/>
                          <a:ea typeface="宋体" pitchFamily="2" charset="-122"/>
                        </a:rPr>
                        <a:t>成本参数</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1"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1"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1"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1"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1"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1"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96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宋体" pitchFamily="2" charset="-122"/>
                          <a:ea typeface="宋体" pitchFamily="2" charset="-122"/>
                        </a:rPr>
                        <a:t>（单位：万元）</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1"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1"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1"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1"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1"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1"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31838">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1" i="0" u="none" strike="noStrike" cap="none" normalizeH="0" baseline="0" dirty="0">
                        <a:ln>
                          <a:noFill/>
                        </a:ln>
                        <a:solidFill>
                          <a:schemeClr val="tx1"/>
                        </a:solidFill>
                        <a:effectLst/>
                        <a:latin typeface="宋体" pitchFamily="2" charset="-122"/>
                        <a:ea typeface="宋体" pitchFamily="2" charset="-122"/>
                      </a:endParaRP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1"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1"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1"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1"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1"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1" i="0" u="none" strike="noStrike" cap="none" normalizeH="0" baseline="0" dirty="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pic>
        <p:nvPicPr>
          <p:cNvPr id="8" name="Object 368">
            <a:extLst>
              <a:ext uri="{FF2B5EF4-FFF2-40B4-BE49-F238E27FC236}">
                <a16:creationId xmlns:a16="http://schemas.microsoft.com/office/drawing/2014/main" id="{7840370E-D8D1-4BFB-9105-69CA81AE85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6778" y="2395993"/>
            <a:ext cx="376238"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Object 370">
            <a:extLst>
              <a:ext uri="{FF2B5EF4-FFF2-40B4-BE49-F238E27FC236}">
                <a16:creationId xmlns:a16="http://schemas.microsoft.com/office/drawing/2014/main" id="{48F60DD6-4EB0-4918-9AC1-A5A0E5FAE2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2278" y="2391230"/>
            <a:ext cx="4318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Object 372">
            <a:extLst>
              <a:ext uri="{FF2B5EF4-FFF2-40B4-BE49-F238E27FC236}">
                <a16:creationId xmlns:a16="http://schemas.microsoft.com/office/drawing/2014/main" id="{485EC681-1692-4E81-BD50-8BA23FC77AE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4603" y="2408693"/>
            <a:ext cx="4159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Object 374">
            <a:extLst>
              <a:ext uri="{FF2B5EF4-FFF2-40B4-BE49-F238E27FC236}">
                <a16:creationId xmlns:a16="http://schemas.microsoft.com/office/drawing/2014/main" id="{13397683-161D-499B-A722-DBF65636CFB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1641" y="2375355"/>
            <a:ext cx="4349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376">
            <a:extLst>
              <a:ext uri="{FF2B5EF4-FFF2-40B4-BE49-F238E27FC236}">
                <a16:creationId xmlns:a16="http://schemas.microsoft.com/office/drawing/2014/main" id="{41AE69E5-017A-4516-B542-D402BB9A9CC2}"/>
              </a:ext>
            </a:extLst>
          </p:cNvPr>
          <p:cNvSpPr txBox="1">
            <a:spLocks noChangeArrowheads="1"/>
          </p:cNvSpPr>
          <p:nvPr/>
        </p:nvSpPr>
        <p:spPr bwMode="auto">
          <a:xfrm>
            <a:off x="5774716" y="2416630"/>
            <a:ext cx="3778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spcBef>
                <a:spcPct val="50000"/>
              </a:spcBef>
            </a:pPr>
            <a:r>
              <a:rPr lang="en-US" altLang="zh-CN" sz="2000" b="1">
                <a:latin typeface="Times New Roman" panose="02020603050405020304" pitchFamily="18" charset="0"/>
              </a:rPr>
              <a:t>…</a:t>
            </a:r>
          </a:p>
        </p:txBody>
      </p:sp>
      <p:sp>
        <p:nvSpPr>
          <p:cNvPr id="13" name="Text Box 377">
            <a:extLst>
              <a:ext uri="{FF2B5EF4-FFF2-40B4-BE49-F238E27FC236}">
                <a16:creationId xmlns:a16="http://schemas.microsoft.com/office/drawing/2014/main" id="{89409E0A-0143-4E84-B48B-9A7FA3C0F4F1}"/>
              </a:ext>
            </a:extLst>
          </p:cNvPr>
          <p:cNvSpPr txBox="1">
            <a:spLocks noChangeArrowheads="1"/>
          </p:cNvSpPr>
          <p:nvPr/>
        </p:nvSpPr>
        <p:spPr bwMode="auto">
          <a:xfrm>
            <a:off x="5787416" y="3013530"/>
            <a:ext cx="3778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spcBef>
                <a:spcPct val="50000"/>
              </a:spcBef>
            </a:pPr>
            <a:r>
              <a:rPr lang="en-US" altLang="zh-CN" sz="2000" b="1">
                <a:latin typeface="Times New Roman" panose="02020603050405020304" pitchFamily="18" charset="0"/>
              </a:rPr>
              <a:t>…</a:t>
            </a:r>
          </a:p>
        </p:txBody>
      </p:sp>
      <p:sp>
        <p:nvSpPr>
          <p:cNvPr id="14" name="Text Box 378">
            <a:extLst>
              <a:ext uri="{FF2B5EF4-FFF2-40B4-BE49-F238E27FC236}">
                <a16:creationId xmlns:a16="http://schemas.microsoft.com/office/drawing/2014/main" id="{3855FF3E-291C-4B15-8988-E332D15564C5}"/>
              </a:ext>
            </a:extLst>
          </p:cNvPr>
          <p:cNvSpPr txBox="1">
            <a:spLocks noChangeArrowheads="1"/>
          </p:cNvSpPr>
          <p:nvPr/>
        </p:nvSpPr>
        <p:spPr bwMode="auto">
          <a:xfrm>
            <a:off x="5789003" y="3665993"/>
            <a:ext cx="3778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spcBef>
                <a:spcPct val="50000"/>
              </a:spcBef>
            </a:pPr>
            <a:r>
              <a:rPr lang="en-US" altLang="zh-CN" sz="2000" b="1">
                <a:latin typeface="Times New Roman" panose="02020603050405020304" pitchFamily="18" charset="0"/>
              </a:rPr>
              <a:t>…</a:t>
            </a:r>
          </a:p>
        </p:txBody>
      </p:sp>
      <p:sp>
        <p:nvSpPr>
          <p:cNvPr id="15" name="Text Box 379">
            <a:extLst>
              <a:ext uri="{FF2B5EF4-FFF2-40B4-BE49-F238E27FC236}">
                <a16:creationId xmlns:a16="http://schemas.microsoft.com/office/drawing/2014/main" id="{1A86D805-04C5-45EC-8B71-25C94C1243AC}"/>
              </a:ext>
            </a:extLst>
          </p:cNvPr>
          <p:cNvSpPr txBox="1">
            <a:spLocks noChangeArrowheads="1"/>
          </p:cNvSpPr>
          <p:nvPr/>
        </p:nvSpPr>
        <p:spPr bwMode="auto">
          <a:xfrm>
            <a:off x="5789003" y="4259718"/>
            <a:ext cx="3778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spcBef>
                <a:spcPct val="50000"/>
              </a:spcBef>
            </a:pPr>
            <a:r>
              <a:rPr lang="en-US" altLang="zh-CN" sz="2000" b="1">
                <a:latin typeface="Times New Roman" panose="02020603050405020304" pitchFamily="18" charset="0"/>
              </a:rPr>
              <a:t>…</a:t>
            </a:r>
          </a:p>
        </p:txBody>
      </p:sp>
      <p:graphicFrame>
        <p:nvGraphicFramePr>
          <p:cNvPr id="16" name="Object 380">
            <a:extLst>
              <a:ext uri="{FF2B5EF4-FFF2-40B4-BE49-F238E27FC236}">
                <a16:creationId xmlns:a16="http://schemas.microsoft.com/office/drawing/2014/main" id="{9F2D4FF2-BE93-4452-8C32-914D91BC0916}"/>
              </a:ext>
            </a:extLst>
          </p:cNvPr>
          <p:cNvGraphicFramePr>
            <a:graphicFrameLocks noChangeAspect="1"/>
          </p:cNvGraphicFramePr>
          <p:nvPr>
            <p:extLst>
              <p:ext uri="{D42A27DB-BD31-4B8C-83A1-F6EECF244321}">
                <p14:modId xmlns:p14="http://schemas.microsoft.com/office/powerpoint/2010/main" val="353573007"/>
              </p:ext>
            </p:extLst>
          </p:nvPr>
        </p:nvGraphicFramePr>
        <p:xfrm>
          <a:off x="3239478" y="2932568"/>
          <a:ext cx="381000" cy="530225"/>
        </p:xfrm>
        <a:graphic>
          <a:graphicData uri="http://schemas.openxmlformats.org/presentationml/2006/ole">
            <mc:AlternateContent xmlns:mc="http://schemas.openxmlformats.org/markup-compatibility/2006">
              <mc:Choice xmlns:v="urn:schemas-microsoft-com:vml" Requires="v">
                <p:oleObj name="Equation" r:id="rId7" imgW="177480" imgH="241200" progId="Equation.DSMT4">
                  <p:embed/>
                </p:oleObj>
              </mc:Choice>
              <mc:Fallback>
                <p:oleObj name="Equation" r:id="rId7" imgW="177480" imgH="241200" progId="Equation.DSMT4">
                  <p:embed/>
                  <p:pic>
                    <p:nvPicPr>
                      <p:cNvPr id="16" name="Object 380">
                        <a:extLst>
                          <a:ext uri="{FF2B5EF4-FFF2-40B4-BE49-F238E27FC236}">
                            <a16:creationId xmlns:a16="http://schemas.microsoft.com/office/drawing/2014/main" id="{9F2D4FF2-BE93-4452-8C32-914D91BC091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39478" y="2932568"/>
                        <a:ext cx="381000" cy="530225"/>
                      </a:xfrm>
                      <a:prstGeom prst="rect">
                        <a:avLst/>
                      </a:prstGeom>
                      <a:noFill/>
                    </p:spPr>
                  </p:pic>
                </p:oleObj>
              </mc:Fallback>
            </mc:AlternateContent>
          </a:graphicData>
        </a:graphic>
      </p:graphicFrame>
      <p:graphicFrame>
        <p:nvGraphicFramePr>
          <p:cNvPr id="17" name="Object 382">
            <a:extLst>
              <a:ext uri="{FF2B5EF4-FFF2-40B4-BE49-F238E27FC236}">
                <a16:creationId xmlns:a16="http://schemas.microsoft.com/office/drawing/2014/main" id="{DBDE8513-1E26-4A63-80CC-D7AA53556D49}"/>
              </a:ext>
            </a:extLst>
          </p:cNvPr>
          <p:cNvGraphicFramePr>
            <a:graphicFrameLocks noChangeAspect="1"/>
          </p:cNvGraphicFramePr>
          <p:nvPr>
            <p:extLst>
              <p:ext uri="{D42A27DB-BD31-4B8C-83A1-F6EECF244321}">
                <p14:modId xmlns:p14="http://schemas.microsoft.com/office/powerpoint/2010/main" val="1863696097"/>
              </p:ext>
            </p:extLst>
          </p:nvPr>
        </p:nvGraphicFramePr>
        <p:xfrm>
          <a:off x="4091966" y="2905580"/>
          <a:ext cx="414337" cy="576263"/>
        </p:xfrm>
        <a:graphic>
          <a:graphicData uri="http://schemas.openxmlformats.org/presentationml/2006/ole">
            <mc:AlternateContent xmlns:mc="http://schemas.openxmlformats.org/markup-compatibility/2006">
              <mc:Choice xmlns:v="urn:schemas-microsoft-com:vml" Requires="v">
                <p:oleObj name="Equation" r:id="rId9" imgW="177480" imgH="241200" progId="Equation.DSMT4">
                  <p:embed/>
                </p:oleObj>
              </mc:Choice>
              <mc:Fallback>
                <p:oleObj name="Equation" r:id="rId9" imgW="177480" imgH="241200" progId="Equation.DSMT4">
                  <p:embed/>
                  <p:pic>
                    <p:nvPicPr>
                      <p:cNvPr id="17" name="Object 382">
                        <a:extLst>
                          <a:ext uri="{FF2B5EF4-FFF2-40B4-BE49-F238E27FC236}">
                            <a16:creationId xmlns:a16="http://schemas.microsoft.com/office/drawing/2014/main" id="{DBDE8513-1E26-4A63-80CC-D7AA53556D4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91966" y="2905580"/>
                        <a:ext cx="414337" cy="576263"/>
                      </a:xfrm>
                      <a:prstGeom prst="rect">
                        <a:avLst/>
                      </a:prstGeom>
                      <a:noFill/>
                    </p:spPr>
                  </p:pic>
                </p:oleObj>
              </mc:Fallback>
            </mc:AlternateContent>
          </a:graphicData>
        </a:graphic>
      </p:graphicFrame>
      <p:graphicFrame>
        <p:nvGraphicFramePr>
          <p:cNvPr id="18" name="Object 384">
            <a:extLst>
              <a:ext uri="{FF2B5EF4-FFF2-40B4-BE49-F238E27FC236}">
                <a16:creationId xmlns:a16="http://schemas.microsoft.com/office/drawing/2014/main" id="{99E7E11E-AC99-4873-A96A-581E94A52CB5}"/>
              </a:ext>
            </a:extLst>
          </p:cNvPr>
          <p:cNvGraphicFramePr>
            <a:graphicFrameLocks noChangeAspect="1"/>
          </p:cNvGraphicFramePr>
          <p:nvPr>
            <p:extLst>
              <p:ext uri="{D42A27DB-BD31-4B8C-83A1-F6EECF244321}">
                <p14:modId xmlns:p14="http://schemas.microsoft.com/office/powerpoint/2010/main" val="1261142293"/>
              </p:ext>
            </p:extLst>
          </p:nvPr>
        </p:nvGraphicFramePr>
        <p:xfrm>
          <a:off x="4934928" y="2924630"/>
          <a:ext cx="401638" cy="560388"/>
        </p:xfrm>
        <a:graphic>
          <a:graphicData uri="http://schemas.openxmlformats.org/presentationml/2006/ole">
            <mc:AlternateContent xmlns:mc="http://schemas.openxmlformats.org/markup-compatibility/2006">
              <mc:Choice xmlns:v="urn:schemas-microsoft-com:vml" Requires="v">
                <p:oleObj name="Equation" r:id="rId11" imgW="177480" imgH="241200" progId="Equation.DSMT4">
                  <p:embed/>
                </p:oleObj>
              </mc:Choice>
              <mc:Fallback>
                <p:oleObj name="Equation" r:id="rId11" imgW="177480" imgH="241200" progId="Equation.DSMT4">
                  <p:embed/>
                  <p:pic>
                    <p:nvPicPr>
                      <p:cNvPr id="18" name="Object 384">
                        <a:extLst>
                          <a:ext uri="{FF2B5EF4-FFF2-40B4-BE49-F238E27FC236}">
                            <a16:creationId xmlns:a16="http://schemas.microsoft.com/office/drawing/2014/main" id="{99E7E11E-AC99-4873-A96A-581E94A52CB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34928" y="2924630"/>
                        <a:ext cx="401638" cy="560388"/>
                      </a:xfrm>
                      <a:prstGeom prst="rect">
                        <a:avLst/>
                      </a:prstGeom>
                      <a:noFill/>
                    </p:spPr>
                  </p:pic>
                </p:oleObj>
              </mc:Fallback>
            </mc:AlternateContent>
          </a:graphicData>
        </a:graphic>
      </p:graphicFrame>
      <p:graphicFrame>
        <p:nvGraphicFramePr>
          <p:cNvPr id="19" name="Object 386">
            <a:extLst>
              <a:ext uri="{FF2B5EF4-FFF2-40B4-BE49-F238E27FC236}">
                <a16:creationId xmlns:a16="http://schemas.microsoft.com/office/drawing/2014/main" id="{0B46713C-D0D4-497A-A2D5-99A98009BFDA}"/>
              </a:ext>
            </a:extLst>
          </p:cNvPr>
          <p:cNvGraphicFramePr>
            <a:graphicFrameLocks noChangeAspect="1"/>
          </p:cNvGraphicFramePr>
          <p:nvPr>
            <p:extLst>
              <p:ext uri="{D42A27DB-BD31-4B8C-83A1-F6EECF244321}">
                <p14:modId xmlns:p14="http://schemas.microsoft.com/office/powerpoint/2010/main" val="847522594"/>
              </p:ext>
            </p:extLst>
          </p:nvPr>
        </p:nvGraphicFramePr>
        <p:xfrm>
          <a:off x="6577991" y="2953205"/>
          <a:ext cx="390525" cy="542925"/>
        </p:xfrm>
        <a:graphic>
          <a:graphicData uri="http://schemas.openxmlformats.org/presentationml/2006/ole">
            <mc:AlternateContent xmlns:mc="http://schemas.openxmlformats.org/markup-compatibility/2006">
              <mc:Choice xmlns:v="urn:schemas-microsoft-com:vml" Requires="v">
                <p:oleObj name="Equation" r:id="rId13" imgW="177480" imgH="241200" progId="Equation.DSMT4">
                  <p:embed/>
                </p:oleObj>
              </mc:Choice>
              <mc:Fallback>
                <p:oleObj name="Equation" r:id="rId13" imgW="177480" imgH="241200" progId="Equation.DSMT4">
                  <p:embed/>
                  <p:pic>
                    <p:nvPicPr>
                      <p:cNvPr id="19" name="Object 386">
                        <a:extLst>
                          <a:ext uri="{FF2B5EF4-FFF2-40B4-BE49-F238E27FC236}">
                            <a16:creationId xmlns:a16="http://schemas.microsoft.com/office/drawing/2014/main" id="{0B46713C-D0D4-497A-A2D5-99A98009BFD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577991" y="2953205"/>
                        <a:ext cx="390525" cy="542925"/>
                      </a:xfrm>
                      <a:prstGeom prst="rect">
                        <a:avLst/>
                      </a:prstGeom>
                      <a:noFill/>
                    </p:spPr>
                  </p:pic>
                </p:oleObj>
              </mc:Fallback>
            </mc:AlternateContent>
          </a:graphicData>
        </a:graphic>
      </p:graphicFrame>
      <p:graphicFrame>
        <p:nvGraphicFramePr>
          <p:cNvPr id="20" name="Object 388">
            <a:extLst>
              <a:ext uri="{FF2B5EF4-FFF2-40B4-BE49-F238E27FC236}">
                <a16:creationId xmlns:a16="http://schemas.microsoft.com/office/drawing/2014/main" id="{D57E7053-E702-4479-82EB-D0C2A908D9B1}"/>
              </a:ext>
            </a:extLst>
          </p:cNvPr>
          <p:cNvGraphicFramePr>
            <a:graphicFrameLocks noChangeAspect="1"/>
          </p:cNvGraphicFramePr>
          <p:nvPr>
            <p:extLst>
              <p:ext uri="{D42A27DB-BD31-4B8C-83A1-F6EECF244321}">
                <p14:modId xmlns:p14="http://schemas.microsoft.com/office/powerpoint/2010/main" val="1952276976"/>
              </p:ext>
            </p:extLst>
          </p:nvPr>
        </p:nvGraphicFramePr>
        <p:xfrm>
          <a:off x="3207728" y="3524705"/>
          <a:ext cx="506413" cy="566738"/>
        </p:xfrm>
        <a:graphic>
          <a:graphicData uri="http://schemas.openxmlformats.org/presentationml/2006/ole">
            <mc:AlternateContent xmlns:mc="http://schemas.openxmlformats.org/markup-compatibility/2006">
              <mc:Choice xmlns:v="urn:schemas-microsoft-com:vml" Requires="v">
                <p:oleObj name="Equation" r:id="rId15" imgW="215640" imgH="241200" progId="Equation.DSMT4">
                  <p:embed/>
                </p:oleObj>
              </mc:Choice>
              <mc:Fallback>
                <p:oleObj name="Equation" r:id="rId15" imgW="215640" imgH="241200" progId="Equation.DSMT4">
                  <p:embed/>
                  <p:pic>
                    <p:nvPicPr>
                      <p:cNvPr id="20" name="Object 388">
                        <a:extLst>
                          <a:ext uri="{FF2B5EF4-FFF2-40B4-BE49-F238E27FC236}">
                            <a16:creationId xmlns:a16="http://schemas.microsoft.com/office/drawing/2014/main" id="{D57E7053-E702-4479-82EB-D0C2A908D9B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07728" y="3524705"/>
                        <a:ext cx="506413" cy="566738"/>
                      </a:xfrm>
                      <a:prstGeom prst="rect">
                        <a:avLst/>
                      </a:prstGeom>
                      <a:noFill/>
                    </p:spPr>
                  </p:pic>
                </p:oleObj>
              </mc:Fallback>
            </mc:AlternateContent>
          </a:graphicData>
        </a:graphic>
      </p:graphicFrame>
      <p:graphicFrame>
        <p:nvGraphicFramePr>
          <p:cNvPr id="21" name="Object 390">
            <a:extLst>
              <a:ext uri="{FF2B5EF4-FFF2-40B4-BE49-F238E27FC236}">
                <a16:creationId xmlns:a16="http://schemas.microsoft.com/office/drawing/2014/main" id="{6EBE0E17-BE39-4ADD-9BDF-840EAAABAF1A}"/>
              </a:ext>
            </a:extLst>
          </p:cNvPr>
          <p:cNvGraphicFramePr>
            <a:graphicFrameLocks noChangeAspect="1"/>
          </p:cNvGraphicFramePr>
          <p:nvPr>
            <p:extLst>
              <p:ext uri="{D42A27DB-BD31-4B8C-83A1-F6EECF244321}">
                <p14:modId xmlns:p14="http://schemas.microsoft.com/office/powerpoint/2010/main" val="1874820954"/>
              </p:ext>
            </p:extLst>
          </p:nvPr>
        </p:nvGraphicFramePr>
        <p:xfrm>
          <a:off x="4099903" y="3529468"/>
          <a:ext cx="479425" cy="538162"/>
        </p:xfrm>
        <a:graphic>
          <a:graphicData uri="http://schemas.openxmlformats.org/presentationml/2006/ole">
            <mc:AlternateContent xmlns:mc="http://schemas.openxmlformats.org/markup-compatibility/2006">
              <mc:Choice xmlns:v="urn:schemas-microsoft-com:vml" Requires="v">
                <p:oleObj name="Equation" r:id="rId17" imgW="215640" imgH="241200" progId="Equation.DSMT4">
                  <p:embed/>
                </p:oleObj>
              </mc:Choice>
              <mc:Fallback>
                <p:oleObj name="Equation" r:id="rId17" imgW="215640" imgH="241200" progId="Equation.DSMT4">
                  <p:embed/>
                  <p:pic>
                    <p:nvPicPr>
                      <p:cNvPr id="21" name="Object 390">
                        <a:extLst>
                          <a:ext uri="{FF2B5EF4-FFF2-40B4-BE49-F238E27FC236}">
                            <a16:creationId xmlns:a16="http://schemas.microsoft.com/office/drawing/2014/main" id="{6EBE0E17-BE39-4ADD-9BDF-840EAAABAF1A}"/>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99903" y="3529468"/>
                        <a:ext cx="479425" cy="538162"/>
                      </a:xfrm>
                      <a:prstGeom prst="rect">
                        <a:avLst/>
                      </a:prstGeom>
                      <a:noFill/>
                    </p:spPr>
                  </p:pic>
                </p:oleObj>
              </mc:Fallback>
            </mc:AlternateContent>
          </a:graphicData>
        </a:graphic>
      </p:graphicFrame>
      <p:graphicFrame>
        <p:nvGraphicFramePr>
          <p:cNvPr id="22" name="Object 392">
            <a:extLst>
              <a:ext uri="{FF2B5EF4-FFF2-40B4-BE49-F238E27FC236}">
                <a16:creationId xmlns:a16="http://schemas.microsoft.com/office/drawing/2014/main" id="{BA6DB282-C119-4DB9-93A0-D164145CAAF6}"/>
              </a:ext>
            </a:extLst>
          </p:cNvPr>
          <p:cNvGraphicFramePr>
            <a:graphicFrameLocks noChangeAspect="1"/>
          </p:cNvGraphicFramePr>
          <p:nvPr>
            <p:extLst>
              <p:ext uri="{D42A27DB-BD31-4B8C-83A1-F6EECF244321}">
                <p14:modId xmlns:p14="http://schemas.microsoft.com/office/powerpoint/2010/main" val="2106541046"/>
              </p:ext>
            </p:extLst>
          </p:nvPr>
        </p:nvGraphicFramePr>
        <p:xfrm>
          <a:off x="4911116" y="3551693"/>
          <a:ext cx="481012" cy="538162"/>
        </p:xfrm>
        <a:graphic>
          <a:graphicData uri="http://schemas.openxmlformats.org/presentationml/2006/ole">
            <mc:AlternateContent xmlns:mc="http://schemas.openxmlformats.org/markup-compatibility/2006">
              <mc:Choice xmlns:v="urn:schemas-microsoft-com:vml" Requires="v">
                <p:oleObj name="Equation" r:id="rId19" imgW="215640" imgH="241200" progId="Equation.DSMT4">
                  <p:embed/>
                </p:oleObj>
              </mc:Choice>
              <mc:Fallback>
                <p:oleObj name="Equation" r:id="rId19" imgW="215640" imgH="241200" progId="Equation.DSMT4">
                  <p:embed/>
                  <p:pic>
                    <p:nvPicPr>
                      <p:cNvPr id="22" name="Object 392">
                        <a:extLst>
                          <a:ext uri="{FF2B5EF4-FFF2-40B4-BE49-F238E27FC236}">
                            <a16:creationId xmlns:a16="http://schemas.microsoft.com/office/drawing/2014/main" id="{BA6DB282-C119-4DB9-93A0-D164145CAAF6}"/>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911116" y="3551693"/>
                        <a:ext cx="481012" cy="538162"/>
                      </a:xfrm>
                      <a:prstGeom prst="rect">
                        <a:avLst/>
                      </a:prstGeom>
                      <a:noFill/>
                    </p:spPr>
                  </p:pic>
                </p:oleObj>
              </mc:Fallback>
            </mc:AlternateContent>
          </a:graphicData>
        </a:graphic>
      </p:graphicFrame>
      <p:graphicFrame>
        <p:nvGraphicFramePr>
          <p:cNvPr id="23" name="Object 394">
            <a:extLst>
              <a:ext uri="{FF2B5EF4-FFF2-40B4-BE49-F238E27FC236}">
                <a16:creationId xmlns:a16="http://schemas.microsoft.com/office/drawing/2014/main" id="{E7C0CB29-449E-4DCF-BC5D-FB8BFA5062FB}"/>
              </a:ext>
            </a:extLst>
          </p:cNvPr>
          <p:cNvGraphicFramePr>
            <a:graphicFrameLocks noChangeAspect="1"/>
          </p:cNvGraphicFramePr>
          <p:nvPr>
            <p:extLst>
              <p:ext uri="{D42A27DB-BD31-4B8C-83A1-F6EECF244321}">
                <p14:modId xmlns:p14="http://schemas.microsoft.com/office/powerpoint/2010/main" val="443568391"/>
              </p:ext>
            </p:extLst>
          </p:nvPr>
        </p:nvGraphicFramePr>
        <p:xfrm>
          <a:off x="6568466" y="3534230"/>
          <a:ext cx="479425" cy="536575"/>
        </p:xfrm>
        <a:graphic>
          <a:graphicData uri="http://schemas.openxmlformats.org/presentationml/2006/ole">
            <mc:AlternateContent xmlns:mc="http://schemas.openxmlformats.org/markup-compatibility/2006">
              <mc:Choice xmlns:v="urn:schemas-microsoft-com:vml" Requires="v">
                <p:oleObj name="Equation" r:id="rId21" imgW="215640" imgH="241200" progId="Equation.DSMT4">
                  <p:embed/>
                </p:oleObj>
              </mc:Choice>
              <mc:Fallback>
                <p:oleObj name="Equation" r:id="rId21" imgW="215640" imgH="241200" progId="Equation.DSMT4">
                  <p:embed/>
                  <p:pic>
                    <p:nvPicPr>
                      <p:cNvPr id="23" name="Object 394">
                        <a:extLst>
                          <a:ext uri="{FF2B5EF4-FFF2-40B4-BE49-F238E27FC236}">
                            <a16:creationId xmlns:a16="http://schemas.microsoft.com/office/drawing/2014/main" id="{E7C0CB29-449E-4DCF-BC5D-FB8BFA5062FB}"/>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568466" y="3534230"/>
                        <a:ext cx="479425" cy="536575"/>
                      </a:xfrm>
                      <a:prstGeom prst="rect">
                        <a:avLst/>
                      </a:prstGeom>
                      <a:noFill/>
                    </p:spPr>
                  </p:pic>
                </p:oleObj>
              </mc:Fallback>
            </mc:AlternateContent>
          </a:graphicData>
        </a:graphic>
      </p:graphicFrame>
      <p:graphicFrame>
        <p:nvGraphicFramePr>
          <p:cNvPr id="24" name="Object 396">
            <a:extLst>
              <a:ext uri="{FF2B5EF4-FFF2-40B4-BE49-F238E27FC236}">
                <a16:creationId xmlns:a16="http://schemas.microsoft.com/office/drawing/2014/main" id="{BB7E88CB-B22F-4D5F-88CB-03F2988F634C}"/>
              </a:ext>
            </a:extLst>
          </p:cNvPr>
          <p:cNvGraphicFramePr>
            <a:graphicFrameLocks noChangeAspect="1"/>
          </p:cNvGraphicFramePr>
          <p:nvPr>
            <p:extLst>
              <p:ext uri="{D42A27DB-BD31-4B8C-83A1-F6EECF244321}">
                <p14:modId xmlns:p14="http://schemas.microsoft.com/office/powerpoint/2010/main" val="618412661"/>
              </p:ext>
            </p:extLst>
          </p:nvPr>
        </p:nvGraphicFramePr>
        <p:xfrm>
          <a:off x="3241066" y="4147005"/>
          <a:ext cx="411162" cy="557213"/>
        </p:xfrm>
        <a:graphic>
          <a:graphicData uri="http://schemas.openxmlformats.org/presentationml/2006/ole">
            <mc:AlternateContent xmlns:mc="http://schemas.openxmlformats.org/markup-compatibility/2006">
              <mc:Choice xmlns:v="urn:schemas-microsoft-com:vml" Requires="v">
                <p:oleObj name="Equation" r:id="rId23" imgW="177480" imgH="241200" progId="Equation.DSMT4">
                  <p:embed/>
                </p:oleObj>
              </mc:Choice>
              <mc:Fallback>
                <p:oleObj name="Equation" r:id="rId23" imgW="177480" imgH="241200" progId="Equation.DSMT4">
                  <p:embed/>
                  <p:pic>
                    <p:nvPicPr>
                      <p:cNvPr id="24" name="Object 396">
                        <a:extLst>
                          <a:ext uri="{FF2B5EF4-FFF2-40B4-BE49-F238E27FC236}">
                            <a16:creationId xmlns:a16="http://schemas.microsoft.com/office/drawing/2014/main" id="{BB7E88CB-B22F-4D5F-88CB-03F2988F634C}"/>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241066" y="4147005"/>
                        <a:ext cx="411162" cy="557213"/>
                      </a:xfrm>
                      <a:prstGeom prst="rect">
                        <a:avLst/>
                      </a:prstGeom>
                      <a:noFill/>
                    </p:spPr>
                  </p:pic>
                </p:oleObj>
              </mc:Fallback>
            </mc:AlternateContent>
          </a:graphicData>
        </a:graphic>
      </p:graphicFrame>
      <p:graphicFrame>
        <p:nvGraphicFramePr>
          <p:cNvPr id="25" name="Object 398">
            <a:extLst>
              <a:ext uri="{FF2B5EF4-FFF2-40B4-BE49-F238E27FC236}">
                <a16:creationId xmlns:a16="http://schemas.microsoft.com/office/drawing/2014/main" id="{ED1EF7EA-204A-4E85-ABCE-A97C73C72884}"/>
              </a:ext>
            </a:extLst>
          </p:cNvPr>
          <p:cNvGraphicFramePr>
            <a:graphicFrameLocks noChangeAspect="1"/>
          </p:cNvGraphicFramePr>
          <p:nvPr>
            <p:extLst>
              <p:ext uri="{D42A27DB-BD31-4B8C-83A1-F6EECF244321}">
                <p14:modId xmlns:p14="http://schemas.microsoft.com/office/powerpoint/2010/main" val="97731197"/>
              </p:ext>
            </p:extLst>
          </p:nvPr>
        </p:nvGraphicFramePr>
        <p:xfrm>
          <a:off x="4106253" y="4148593"/>
          <a:ext cx="409575" cy="555625"/>
        </p:xfrm>
        <a:graphic>
          <a:graphicData uri="http://schemas.openxmlformats.org/presentationml/2006/ole">
            <mc:AlternateContent xmlns:mc="http://schemas.openxmlformats.org/markup-compatibility/2006">
              <mc:Choice xmlns:v="urn:schemas-microsoft-com:vml" Requires="v">
                <p:oleObj name="Equation" r:id="rId25" imgW="177480" imgH="241200" progId="Equation.DSMT4">
                  <p:embed/>
                </p:oleObj>
              </mc:Choice>
              <mc:Fallback>
                <p:oleObj name="Equation" r:id="rId25" imgW="177480" imgH="241200" progId="Equation.DSMT4">
                  <p:embed/>
                  <p:pic>
                    <p:nvPicPr>
                      <p:cNvPr id="25" name="Object 398">
                        <a:extLst>
                          <a:ext uri="{FF2B5EF4-FFF2-40B4-BE49-F238E27FC236}">
                            <a16:creationId xmlns:a16="http://schemas.microsoft.com/office/drawing/2014/main" id="{ED1EF7EA-204A-4E85-ABCE-A97C73C72884}"/>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106253" y="4148593"/>
                        <a:ext cx="409575" cy="555625"/>
                      </a:xfrm>
                      <a:prstGeom prst="rect">
                        <a:avLst/>
                      </a:prstGeom>
                      <a:noFill/>
                    </p:spPr>
                  </p:pic>
                </p:oleObj>
              </mc:Fallback>
            </mc:AlternateContent>
          </a:graphicData>
        </a:graphic>
      </p:graphicFrame>
      <p:graphicFrame>
        <p:nvGraphicFramePr>
          <p:cNvPr id="26" name="Object 400">
            <a:extLst>
              <a:ext uri="{FF2B5EF4-FFF2-40B4-BE49-F238E27FC236}">
                <a16:creationId xmlns:a16="http://schemas.microsoft.com/office/drawing/2014/main" id="{57A20798-50A9-4925-BBC3-5943491EE7D4}"/>
              </a:ext>
            </a:extLst>
          </p:cNvPr>
          <p:cNvGraphicFramePr>
            <a:graphicFrameLocks noChangeAspect="1"/>
          </p:cNvGraphicFramePr>
          <p:nvPr>
            <p:extLst>
              <p:ext uri="{D42A27DB-BD31-4B8C-83A1-F6EECF244321}">
                <p14:modId xmlns:p14="http://schemas.microsoft.com/office/powerpoint/2010/main" val="1900789588"/>
              </p:ext>
            </p:extLst>
          </p:nvPr>
        </p:nvGraphicFramePr>
        <p:xfrm>
          <a:off x="4934928" y="4139068"/>
          <a:ext cx="423863" cy="574675"/>
        </p:xfrm>
        <a:graphic>
          <a:graphicData uri="http://schemas.openxmlformats.org/presentationml/2006/ole">
            <mc:AlternateContent xmlns:mc="http://schemas.openxmlformats.org/markup-compatibility/2006">
              <mc:Choice xmlns:v="urn:schemas-microsoft-com:vml" Requires="v">
                <p:oleObj name="Equation" r:id="rId27" imgW="177480" imgH="241200" progId="Equation.DSMT4">
                  <p:embed/>
                </p:oleObj>
              </mc:Choice>
              <mc:Fallback>
                <p:oleObj name="Equation" r:id="rId27" imgW="177480" imgH="241200" progId="Equation.DSMT4">
                  <p:embed/>
                  <p:pic>
                    <p:nvPicPr>
                      <p:cNvPr id="26" name="Object 400">
                        <a:extLst>
                          <a:ext uri="{FF2B5EF4-FFF2-40B4-BE49-F238E27FC236}">
                            <a16:creationId xmlns:a16="http://schemas.microsoft.com/office/drawing/2014/main" id="{57A20798-50A9-4925-BBC3-5943491EE7D4}"/>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934928" y="4139068"/>
                        <a:ext cx="423863" cy="574675"/>
                      </a:xfrm>
                      <a:prstGeom prst="rect">
                        <a:avLst/>
                      </a:prstGeom>
                      <a:noFill/>
                    </p:spPr>
                  </p:pic>
                </p:oleObj>
              </mc:Fallback>
            </mc:AlternateContent>
          </a:graphicData>
        </a:graphic>
      </p:graphicFrame>
      <p:graphicFrame>
        <p:nvGraphicFramePr>
          <p:cNvPr id="27" name="Object 402">
            <a:extLst>
              <a:ext uri="{FF2B5EF4-FFF2-40B4-BE49-F238E27FC236}">
                <a16:creationId xmlns:a16="http://schemas.microsoft.com/office/drawing/2014/main" id="{17AA4360-FBE2-4BA5-A879-3F9A0DB9C016}"/>
              </a:ext>
            </a:extLst>
          </p:cNvPr>
          <p:cNvGraphicFramePr>
            <a:graphicFrameLocks noChangeAspect="1"/>
          </p:cNvGraphicFramePr>
          <p:nvPr>
            <p:extLst>
              <p:ext uri="{D42A27DB-BD31-4B8C-83A1-F6EECF244321}">
                <p14:modId xmlns:p14="http://schemas.microsoft.com/office/powerpoint/2010/main" val="2739576697"/>
              </p:ext>
            </p:extLst>
          </p:nvPr>
        </p:nvGraphicFramePr>
        <p:xfrm>
          <a:off x="6598628" y="4158118"/>
          <a:ext cx="425450" cy="576262"/>
        </p:xfrm>
        <a:graphic>
          <a:graphicData uri="http://schemas.openxmlformats.org/presentationml/2006/ole">
            <mc:AlternateContent xmlns:mc="http://schemas.openxmlformats.org/markup-compatibility/2006">
              <mc:Choice xmlns:v="urn:schemas-microsoft-com:vml" Requires="v">
                <p:oleObj name="Equation" r:id="rId29" imgW="177480" imgH="241200" progId="Equation.DSMT4">
                  <p:embed/>
                </p:oleObj>
              </mc:Choice>
              <mc:Fallback>
                <p:oleObj name="Equation" r:id="rId29" imgW="177480" imgH="241200" progId="Equation.DSMT4">
                  <p:embed/>
                  <p:pic>
                    <p:nvPicPr>
                      <p:cNvPr id="27" name="Object 402">
                        <a:extLst>
                          <a:ext uri="{FF2B5EF4-FFF2-40B4-BE49-F238E27FC236}">
                            <a16:creationId xmlns:a16="http://schemas.microsoft.com/office/drawing/2014/main" id="{17AA4360-FBE2-4BA5-A879-3F9A0DB9C016}"/>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598628" y="4158118"/>
                        <a:ext cx="425450" cy="576262"/>
                      </a:xfrm>
                      <a:prstGeom prst="rect">
                        <a:avLst/>
                      </a:prstGeom>
                      <a:noFill/>
                    </p:spPr>
                  </p:pic>
                </p:oleObj>
              </mc:Fallback>
            </mc:AlternateContent>
          </a:graphicData>
        </a:graphic>
      </p:graphicFrame>
      <p:sp>
        <p:nvSpPr>
          <p:cNvPr id="30" name="文本框 29">
            <a:extLst>
              <a:ext uri="{FF2B5EF4-FFF2-40B4-BE49-F238E27FC236}">
                <a16:creationId xmlns:a16="http://schemas.microsoft.com/office/drawing/2014/main" id="{45A8F8B6-D9C9-4744-8D0F-9C25BA135806}"/>
              </a:ext>
            </a:extLst>
          </p:cNvPr>
          <p:cNvSpPr txBox="1"/>
          <p:nvPr/>
        </p:nvSpPr>
        <p:spPr>
          <a:xfrm>
            <a:off x="62890" y="514390"/>
            <a:ext cx="856273" cy="1477328"/>
          </a:xfrm>
          <a:prstGeom prst="rect">
            <a:avLst/>
          </a:prstGeom>
          <a:noFill/>
        </p:spPr>
        <p:txBody>
          <a:bodyPr wrap="square">
            <a:spAutoFit/>
          </a:bodyPr>
          <a:lstStyle/>
          <a:p>
            <a:pPr algn="ctr" eaLnBrk="1" hangingPunct="1"/>
            <a:r>
              <a:rPr kumimoji="1" lang="zh-CN" altLang="en-US" b="1" dirty="0">
                <a:latin typeface="Times New Roman" panose="02020603050405020304" pitchFamily="18" charset="0"/>
              </a:rPr>
              <a:t>表</a:t>
            </a:r>
            <a:r>
              <a:rPr kumimoji="1" lang="en-US" altLang="zh-CN" b="1" dirty="0">
                <a:latin typeface="Times New Roman" panose="02020603050405020304" pitchFamily="18" charset="0"/>
              </a:rPr>
              <a:t>3.6  Delphi</a:t>
            </a:r>
            <a:r>
              <a:rPr kumimoji="1" lang="zh-CN" altLang="en-US" b="1" dirty="0">
                <a:latin typeface="Times New Roman" panose="02020603050405020304" pitchFamily="18" charset="0"/>
              </a:rPr>
              <a:t>法专家调查表</a:t>
            </a:r>
          </a:p>
        </p:txBody>
      </p:sp>
    </p:spTree>
    <p:extLst>
      <p:ext uri="{BB962C8B-B14F-4D97-AF65-F5344CB8AC3E}">
        <p14:creationId xmlns:p14="http://schemas.microsoft.com/office/powerpoint/2010/main" val="961896146"/>
      </p:ext>
    </p:extLst>
  </p:cSld>
  <p:clrMapOvr>
    <a:masterClrMapping/>
  </p:clrMapOvr>
  <p:transition spd="slow">
    <p:pull/>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733441"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3.2.2 Delphi</a:t>
            </a:r>
            <a:r>
              <a:rPr lang="zh-CN" altLang="en-US" sz="2400" spc="300" dirty="0">
                <a:latin typeface="微软雅黑" panose="020B0503020204020204" pitchFamily="34" charset="-122"/>
                <a:ea typeface="微软雅黑" panose="020B0503020204020204" pitchFamily="34" charset="-122"/>
              </a:rPr>
              <a:t>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38111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    表专家组对各子系统成本调查的终止上界</a:t>
            </a: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    表专家组对各子系统成本调查的次数</a:t>
            </a: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    表专家</a:t>
            </a:r>
            <a:r>
              <a:rPr lang="en-US" altLang="zh-CN" sz="1600" dirty="0">
                <a:solidFill>
                  <a:srgbClr val="000000"/>
                </a:solidFill>
                <a:latin typeface="华文楷体" panose="02010600040101010101" pitchFamily="2" charset="-122"/>
                <a:ea typeface="华文楷体" panose="02010600040101010101" pitchFamily="2" charset="-122"/>
              </a:rPr>
              <a:t>k</a:t>
            </a:r>
            <a:r>
              <a:rPr lang="zh-CN" altLang="en-US" sz="1600" dirty="0">
                <a:solidFill>
                  <a:srgbClr val="000000"/>
                </a:solidFill>
                <a:latin typeface="华文楷体" panose="02010600040101010101" pitchFamily="2" charset="-122"/>
                <a:ea typeface="华文楷体" panose="02010600040101010101" pitchFamily="2" charset="-122"/>
              </a:rPr>
              <a:t>对</a:t>
            </a:r>
            <a:r>
              <a:rPr lang="en-US" altLang="zh-CN" sz="1600" dirty="0" err="1">
                <a:solidFill>
                  <a:srgbClr val="000000"/>
                </a:solidFill>
                <a:latin typeface="华文楷体" panose="02010600040101010101" pitchFamily="2" charset="-122"/>
                <a:ea typeface="华文楷体" panose="02010600040101010101" pitchFamily="2" charset="-122"/>
              </a:rPr>
              <a:t>i</a:t>
            </a:r>
            <a:r>
              <a:rPr lang="zh-CN" altLang="en-US" sz="1600" dirty="0">
                <a:solidFill>
                  <a:srgbClr val="000000"/>
                </a:solidFill>
                <a:latin typeface="华文楷体" panose="02010600040101010101" pitchFamily="2" charset="-122"/>
                <a:ea typeface="华文楷体" panose="02010600040101010101" pitchFamily="2" charset="-122"/>
              </a:rPr>
              <a:t>子系统成本的估计值</a:t>
            </a: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    表专家组对</a:t>
            </a:r>
            <a:r>
              <a:rPr lang="en-US" altLang="zh-CN" sz="1600" dirty="0" err="1">
                <a:solidFill>
                  <a:srgbClr val="000000"/>
                </a:solidFill>
                <a:latin typeface="华文楷体" panose="02010600040101010101" pitchFamily="2" charset="-122"/>
                <a:ea typeface="华文楷体" panose="02010600040101010101" pitchFamily="2" charset="-122"/>
              </a:rPr>
              <a:t>i</a:t>
            </a:r>
            <a:r>
              <a:rPr lang="zh-CN" altLang="en-US" sz="1600" dirty="0">
                <a:solidFill>
                  <a:srgbClr val="000000"/>
                </a:solidFill>
                <a:latin typeface="华文楷体" panose="02010600040101010101" pitchFamily="2" charset="-122"/>
                <a:ea typeface="华文楷体" panose="02010600040101010101" pitchFamily="2" charset="-122"/>
              </a:rPr>
              <a:t>子系统成本估值的平均值</a:t>
            </a: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    表专家组对</a:t>
            </a:r>
            <a:r>
              <a:rPr lang="en-US" altLang="zh-CN" sz="1600" dirty="0" err="1">
                <a:solidFill>
                  <a:srgbClr val="000000"/>
                </a:solidFill>
                <a:latin typeface="华文楷体" panose="02010600040101010101" pitchFamily="2" charset="-122"/>
                <a:ea typeface="华文楷体" panose="02010600040101010101" pitchFamily="2" charset="-122"/>
              </a:rPr>
              <a:t>i</a:t>
            </a:r>
            <a:r>
              <a:rPr lang="zh-CN" altLang="en-US" sz="1600" dirty="0">
                <a:solidFill>
                  <a:srgbClr val="000000"/>
                </a:solidFill>
                <a:latin typeface="华文楷体" panose="02010600040101010101" pitchFamily="2" charset="-122"/>
                <a:ea typeface="华文楷体" panose="02010600040101010101" pitchFamily="2" charset="-122"/>
              </a:rPr>
              <a:t>子系统成本估值的样本标准差</a:t>
            </a: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    表专家组对</a:t>
            </a:r>
            <a:r>
              <a:rPr lang="en-US" altLang="zh-CN" sz="1600" dirty="0" err="1">
                <a:solidFill>
                  <a:srgbClr val="000000"/>
                </a:solidFill>
                <a:latin typeface="华文楷体" panose="02010600040101010101" pitchFamily="2" charset="-122"/>
                <a:ea typeface="华文楷体" panose="02010600040101010101" pitchFamily="2" charset="-122"/>
              </a:rPr>
              <a:t>i</a:t>
            </a:r>
            <a:r>
              <a:rPr lang="zh-CN" altLang="en-US" sz="1600" dirty="0">
                <a:solidFill>
                  <a:srgbClr val="000000"/>
                </a:solidFill>
                <a:latin typeface="华文楷体" panose="02010600040101010101" pitchFamily="2" charset="-122"/>
                <a:ea typeface="华文楷体" panose="02010600040101010101" pitchFamily="2" charset="-122"/>
              </a:rPr>
              <a:t>子系统成本估值的</a:t>
            </a:r>
            <a:r>
              <a:rPr lang="zh-CN" altLang="en-US" sz="1600" b="1" dirty="0">
                <a:solidFill>
                  <a:srgbClr val="FF0000"/>
                </a:solidFill>
                <a:latin typeface="华文楷体" panose="02010600040101010101" pitchFamily="2" charset="-122"/>
                <a:ea typeface="华文楷体" panose="02010600040101010101" pitchFamily="2" charset="-122"/>
              </a:rPr>
              <a:t>变异系数</a:t>
            </a: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    表专家</a:t>
            </a:r>
            <a:r>
              <a:rPr lang="en-US" altLang="zh-CN" sz="1600" dirty="0">
                <a:solidFill>
                  <a:srgbClr val="000000"/>
                </a:solidFill>
                <a:latin typeface="华文楷体" panose="02010600040101010101" pitchFamily="2" charset="-122"/>
                <a:ea typeface="华文楷体" panose="02010600040101010101" pitchFamily="2" charset="-122"/>
              </a:rPr>
              <a:t>k</a:t>
            </a:r>
            <a:r>
              <a:rPr lang="zh-CN" altLang="en-US" sz="1600" dirty="0">
                <a:solidFill>
                  <a:srgbClr val="000000"/>
                </a:solidFill>
                <a:latin typeface="华文楷体" panose="02010600040101010101" pitchFamily="2" charset="-122"/>
                <a:ea typeface="华文楷体" panose="02010600040101010101" pitchFamily="2" charset="-122"/>
              </a:rPr>
              <a:t>对子</a:t>
            </a:r>
            <a:r>
              <a:rPr lang="en-US" altLang="zh-CN" sz="1600" dirty="0" err="1">
                <a:solidFill>
                  <a:srgbClr val="000000"/>
                </a:solidFill>
                <a:latin typeface="华文楷体" panose="02010600040101010101" pitchFamily="2" charset="-122"/>
                <a:ea typeface="华文楷体" panose="02010600040101010101" pitchFamily="2" charset="-122"/>
              </a:rPr>
              <a:t>i</a:t>
            </a:r>
            <a:r>
              <a:rPr lang="zh-CN" altLang="en-US" sz="1600" dirty="0">
                <a:solidFill>
                  <a:srgbClr val="000000"/>
                </a:solidFill>
                <a:latin typeface="华文楷体" panose="02010600040101010101" pitchFamily="2" charset="-122"/>
                <a:ea typeface="华文楷体" panose="02010600040101010101" pitchFamily="2" charset="-122"/>
              </a:rPr>
              <a:t>系统成本估计的最乐观值（下界）</a:t>
            </a: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    表专家</a:t>
            </a:r>
            <a:r>
              <a:rPr lang="en-US" altLang="zh-CN" sz="1600" dirty="0">
                <a:solidFill>
                  <a:srgbClr val="000000"/>
                </a:solidFill>
                <a:latin typeface="华文楷体" panose="02010600040101010101" pitchFamily="2" charset="-122"/>
                <a:ea typeface="华文楷体" panose="02010600040101010101" pitchFamily="2" charset="-122"/>
              </a:rPr>
              <a:t>k</a:t>
            </a:r>
            <a:r>
              <a:rPr lang="zh-CN" altLang="en-US" sz="1600" dirty="0">
                <a:solidFill>
                  <a:srgbClr val="000000"/>
                </a:solidFill>
                <a:latin typeface="华文楷体" panose="02010600040101010101" pitchFamily="2" charset="-122"/>
                <a:ea typeface="华文楷体" panose="02010600040101010101" pitchFamily="2" charset="-122"/>
              </a:rPr>
              <a:t>对子</a:t>
            </a:r>
            <a:r>
              <a:rPr lang="en-US" altLang="zh-CN" sz="1600" dirty="0" err="1">
                <a:solidFill>
                  <a:srgbClr val="000000"/>
                </a:solidFill>
                <a:latin typeface="华文楷体" panose="02010600040101010101" pitchFamily="2" charset="-122"/>
                <a:ea typeface="华文楷体" panose="02010600040101010101" pitchFamily="2" charset="-122"/>
              </a:rPr>
              <a:t>i</a:t>
            </a:r>
            <a:r>
              <a:rPr lang="zh-CN" altLang="en-US" sz="1600" dirty="0">
                <a:solidFill>
                  <a:srgbClr val="000000"/>
                </a:solidFill>
                <a:latin typeface="华文楷体" panose="02010600040101010101" pitchFamily="2" charset="-122"/>
                <a:ea typeface="华文楷体" panose="02010600040101010101" pitchFamily="2" charset="-122"/>
              </a:rPr>
              <a:t>系统成本估计的最可能值（中间值）</a:t>
            </a: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    表专家</a:t>
            </a:r>
            <a:r>
              <a:rPr lang="en-US" altLang="zh-CN" sz="1600" dirty="0">
                <a:solidFill>
                  <a:srgbClr val="000000"/>
                </a:solidFill>
                <a:latin typeface="华文楷体" panose="02010600040101010101" pitchFamily="2" charset="-122"/>
                <a:ea typeface="华文楷体" panose="02010600040101010101" pitchFamily="2" charset="-122"/>
              </a:rPr>
              <a:t>k</a:t>
            </a:r>
            <a:r>
              <a:rPr lang="zh-CN" altLang="en-US" sz="1600" dirty="0">
                <a:solidFill>
                  <a:srgbClr val="000000"/>
                </a:solidFill>
                <a:latin typeface="华文楷体" panose="02010600040101010101" pitchFamily="2" charset="-122"/>
                <a:ea typeface="华文楷体" panose="02010600040101010101" pitchFamily="2" charset="-122"/>
              </a:rPr>
              <a:t>对子</a:t>
            </a:r>
            <a:r>
              <a:rPr lang="en-US" altLang="zh-CN" sz="1600" dirty="0" err="1">
                <a:solidFill>
                  <a:srgbClr val="000000"/>
                </a:solidFill>
                <a:latin typeface="华文楷体" panose="02010600040101010101" pitchFamily="2" charset="-122"/>
                <a:ea typeface="华文楷体" panose="02010600040101010101" pitchFamily="2" charset="-122"/>
              </a:rPr>
              <a:t>i</a:t>
            </a:r>
            <a:r>
              <a:rPr lang="zh-CN" altLang="en-US" sz="1600" dirty="0">
                <a:solidFill>
                  <a:srgbClr val="000000"/>
                </a:solidFill>
                <a:latin typeface="华文楷体" panose="02010600040101010101" pitchFamily="2" charset="-122"/>
                <a:ea typeface="华文楷体" panose="02010600040101010101" pitchFamily="2" charset="-122"/>
              </a:rPr>
              <a:t>系统成本估计的最悲观值（上界）</a:t>
            </a:r>
          </a:p>
        </p:txBody>
      </p:sp>
      <p:graphicFrame>
        <p:nvGraphicFramePr>
          <p:cNvPr id="3" name="Object 4">
            <a:extLst>
              <a:ext uri="{FF2B5EF4-FFF2-40B4-BE49-F238E27FC236}">
                <a16:creationId xmlns:a16="http://schemas.microsoft.com/office/drawing/2014/main" id="{57D84525-B9C1-458D-A616-8274D8187B06}"/>
              </a:ext>
            </a:extLst>
          </p:cNvPr>
          <p:cNvGraphicFramePr>
            <a:graphicFrameLocks noChangeAspect="1"/>
          </p:cNvGraphicFramePr>
          <p:nvPr>
            <p:extLst>
              <p:ext uri="{D42A27DB-BD31-4B8C-83A1-F6EECF244321}">
                <p14:modId xmlns:p14="http://schemas.microsoft.com/office/powerpoint/2010/main" val="1116748143"/>
              </p:ext>
            </p:extLst>
          </p:nvPr>
        </p:nvGraphicFramePr>
        <p:xfrm>
          <a:off x="800761" y="918954"/>
          <a:ext cx="301538" cy="369887"/>
        </p:xfrm>
        <a:graphic>
          <a:graphicData uri="http://schemas.openxmlformats.org/presentationml/2006/ole">
            <mc:AlternateContent xmlns:mc="http://schemas.openxmlformats.org/markup-compatibility/2006">
              <mc:Choice xmlns:v="urn:schemas-microsoft-com:vml" Requires="v">
                <p:oleObj name="公式" r:id="rId3" imgW="164957" imgH="203024" progId="Equation.3">
                  <p:embed/>
                </p:oleObj>
              </mc:Choice>
              <mc:Fallback>
                <p:oleObj name="公式" r:id="rId3" imgW="164957" imgH="203024" progId="Equation.3">
                  <p:embed/>
                  <p:pic>
                    <p:nvPicPr>
                      <p:cNvPr id="3" name="Object 4">
                        <a:extLst>
                          <a:ext uri="{FF2B5EF4-FFF2-40B4-BE49-F238E27FC236}">
                            <a16:creationId xmlns:a16="http://schemas.microsoft.com/office/drawing/2014/main" id="{57D84525-B9C1-458D-A616-8274D8187B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761" y="918954"/>
                        <a:ext cx="301538" cy="369887"/>
                      </a:xfrm>
                      <a:prstGeom prst="rect">
                        <a:avLst/>
                      </a:prstGeom>
                      <a:noFill/>
                    </p:spPr>
                  </p:pic>
                </p:oleObj>
              </mc:Fallback>
            </mc:AlternateContent>
          </a:graphicData>
        </a:graphic>
      </p:graphicFrame>
      <p:graphicFrame>
        <p:nvGraphicFramePr>
          <p:cNvPr id="4" name="Object 6">
            <a:extLst>
              <a:ext uri="{FF2B5EF4-FFF2-40B4-BE49-F238E27FC236}">
                <a16:creationId xmlns:a16="http://schemas.microsoft.com/office/drawing/2014/main" id="{302377E4-9EA7-438C-9C76-1DAF705370D7}"/>
              </a:ext>
            </a:extLst>
          </p:cNvPr>
          <p:cNvGraphicFramePr>
            <a:graphicFrameLocks noChangeAspect="1"/>
          </p:cNvGraphicFramePr>
          <p:nvPr>
            <p:extLst>
              <p:ext uri="{D42A27DB-BD31-4B8C-83A1-F6EECF244321}">
                <p14:modId xmlns:p14="http://schemas.microsoft.com/office/powerpoint/2010/main" val="1359116095"/>
              </p:ext>
            </p:extLst>
          </p:nvPr>
        </p:nvGraphicFramePr>
        <p:xfrm>
          <a:off x="854032" y="1339868"/>
          <a:ext cx="248267" cy="304554"/>
        </p:xfrm>
        <a:graphic>
          <a:graphicData uri="http://schemas.openxmlformats.org/presentationml/2006/ole">
            <mc:AlternateContent xmlns:mc="http://schemas.openxmlformats.org/markup-compatibility/2006">
              <mc:Choice xmlns:v="urn:schemas-microsoft-com:vml" Requires="v">
                <p:oleObj name="公式" r:id="rId5" imgW="164957" imgH="203024" progId="Equation.3">
                  <p:embed/>
                </p:oleObj>
              </mc:Choice>
              <mc:Fallback>
                <p:oleObj name="公式" r:id="rId5" imgW="164957" imgH="203024" progId="Equation.3">
                  <p:embed/>
                  <p:pic>
                    <p:nvPicPr>
                      <p:cNvPr id="4" name="Object 6">
                        <a:extLst>
                          <a:ext uri="{FF2B5EF4-FFF2-40B4-BE49-F238E27FC236}">
                            <a16:creationId xmlns:a16="http://schemas.microsoft.com/office/drawing/2014/main" id="{302377E4-9EA7-438C-9C76-1DAF705370D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4032" y="1339868"/>
                        <a:ext cx="248267" cy="304554"/>
                      </a:xfrm>
                      <a:prstGeom prst="rect">
                        <a:avLst/>
                      </a:prstGeom>
                      <a:noFill/>
                    </p:spPr>
                  </p:pic>
                </p:oleObj>
              </mc:Fallback>
            </mc:AlternateContent>
          </a:graphicData>
        </a:graphic>
      </p:graphicFrame>
      <p:graphicFrame>
        <p:nvGraphicFramePr>
          <p:cNvPr id="5" name="Object 8">
            <a:extLst>
              <a:ext uri="{FF2B5EF4-FFF2-40B4-BE49-F238E27FC236}">
                <a16:creationId xmlns:a16="http://schemas.microsoft.com/office/drawing/2014/main" id="{90054AD6-453B-469B-A232-B2B17795ADC2}"/>
              </a:ext>
            </a:extLst>
          </p:cNvPr>
          <p:cNvGraphicFramePr>
            <a:graphicFrameLocks noChangeAspect="1"/>
          </p:cNvGraphicFramePr>
          <p:nvPr>
            <p:extLst>
              <p:ext uri="{D42A27DB-BD31-4B8C-83A1-F6EECF244321}">
                <p14:modId xmlns:p14="http://schemas.microsoft.com/office/powerpoint/2010/main" val="189480435"/>
              </p:ext>
            </p:extLst>
          </p:nvPr>
        </p:nvGraphicFramePr>
        <p:xfrm>
          <a:off x="823878" y="1707655"/>
          <a:ext cx="278421" cy="329682"/>
        </p:xfrm>
        <a:graphic>
          <a:graphicData uri="http://schemas.openxmlformats.org/presentationml/2006/ole">
            <mc:AlternateContent xmlns:mc="http://schemas.openxmlformats.org/markup-compatibility/2006">
              <mc:Choice xmlns:v="urn:schemas-microsoft-com:vml" Requires="v">
                <p:oleObj r:id="rId7" imgW="203112" imgH="241195" progId="Equation.DSMT4">
                  <p:embed/>
                </p:oleObj>
              </mc:Choice>
              <mc:Fallback>
                <p:oleObj r:id="rId7" imgW="203112" imgH="241195" progId="Equation.DSMT4">
                  <p:embed/>
                  <p:pic>
                    <p:nvPicPr>
                      <p:cNvPr id="5" name="Object 8">
                        <a:extLst>
                          <a:ext uri="{FF2B5EF4-FFF2-40B4-BE49-F238E27FC236}">
                            <a16:creationId xmlns:a16="http://schemas.microsoft.com/office/drawing/2014/main" id="{90054AD6-453B-469B-A232-B2B17795ADC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3878" y="1707655"/>
                        <a:ext cx="278421" cy="329682"/>
                      </a:xfrm>
                      <a:prstGeom prst="rect">
                        <a:avLst/>
                      </a:prstGeom>
                      <a:noFill/>
                    </p:spPr>
                  </p:pic>
                </p:oleObj>
              </mc:Fallback>
            </mc:AlternateContent>
          </a:graphicData>
        </a:graphic>
      </p:graphicFrame>
      <p:graphicFrame>
        <p:nvGraphicFramePr>
          <p:cNvPr id="7" name="Object 10">
            <a:extLst>
              <a:ext uri="{FF2B5EF4-FFF2-40B4-BE49-F238E27FC236}">
                <a16:creationId xmlns:a16="http://schemas.microsoft.com/office/drawing/2014/main" id="{8485C55D-355C-4A41-9B21-41063C5662E8}"/>
              </a:ext>
            </a:extLst>
          </p:cNvPr>
          <p:cNvGraphicFramePr>
            <a:graphicFrameLocks noChangeAspect="1"/>
          </p:cNvGraphicFramePr>
          <p:nvPr>
            <p:extLst>
              <p:ext uri="{D42A27DB-BD31-4B8C-83A1-F6EECF244321}">
                <p14:modId xmlns:p14="http://schemas.microsoft.com/office/powerpoint/2010/main" val="4031787996"/>
              </p:ext>
            </p:extLst>
          </p:nvPr>
        </p:nvGraphicFramePr>
        <p:xfrm>
          <a:off x="869109" y="2093316"/>
          <a:ext cx="233190" cy="326667"/>
        </p:xfrm>
        <a:graphic>
          <a:graphicData uri="http://schemas.openxmlformats.org/presentationml/2006/ole">
            <mc:AlternateContent xmlns:mc="http://schemas.openxmlformats.org/markup-compatibility/2006">
              <mc:Choice xmlns:v="urn:schemas-microsoft-com:vml" Requires="v">
                <p:oleObj r:id="rId9" imgW="177646" imgH="241091" progId="Equation.DSMT4">
                  <p:embed/>
                </p:oleObj>
              </mc:Choice>
              <mc:Fallback>
                <p:oleObj r:id="rId9" imgW="177646" imgH="241091" progId="Equation.DSMT4">
                  <p:embed/>
                  <p:pic>
                    <p:nvPicPr>
                      <p:cNvPr id="7" name="Object 10">
                        <a:extLst>
                          <a:ext uri="{FF2B5EF4-FFF2-40B4-BE49-F238E27FC236}">
                            <a16:creationId xmlns:a16="http://schemas.microsoft.com/office/drawing/2014/main" id="{8485C55D-355C-4A41-9B21-41063C5662E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69109" y="2093316"/>
                        <a:ext cx="233190" cy="326667"/>
                      </a:xfrm>
                      <a:prstGeom prst="rect">
                        <a:avLst/>
                      </a:prstGeom>
                      <a:noFill/>
                    </p:spPr>
                  </p:pic>
                </p:oleObj>
              </mc:Fallback>
            </mc:AlternateContent>
          </a:graphicData>
        </a:graphic>
      </p:graphicFrame>
      <p:graphicFrame>
        <p:nvGraphicFramePr>
          <p:cNvPr id="9" name="Object 12">
            <a:extLst>
              <a:ext uri="{FF2B5EF4-FFF2-40B4-BE49-F238E27FC236}">
                <a16:creationId xmlns:a16="http://schemas.microsoft.com/office/drawing/2014/main" id="{F7CFBF41-5BD3-4052-8BED-EE0734CE0D27}"/>
              </a:ext>
            </a:extLst>
          </p:cNvPr>
          <p:cNvGraphicFramePr>
            <a:graphicFrameLocks noChangeAspect="1"/>
          </p:cNvGraphicFramePr>
          <p:nvPr>
            <p:extLst>
              <p:ext uri="{D42A27DB-BD31-4B8C-83A1-F6EECF244321}">
                <p14:modId xmlns:p14="http://schemas.microsoft.com/office/powerpoint/2010/main" val="871187427"/>
              </p:ext>
            </p:extLst>
          </p:nvPr>
        </p:nvGraphicFramePr>
        <p:xfrm>
          <a:off x="856043" y="2417580"/>
          <a:ext cx="246256" cy="322646"/>
        </p:xfrm>
        <a:graphic>
          <a:graphicData uri="http://schemas.openxmlformats.org/presentationml/2006/ole">
            <mc:AlternateContent xmlns:mc="http://schemas.openxmlformats.org/markup-compatibility/2006">
              <mc:Choice xmlns:v="urn:schemas-microsoft-com:vml" Requires="v">
                <p:oleObj r:id="rId11" imgW="177646" imgH="228402" progId="Equation.DSMT4">
                  <p:embed/>
                </p:oleObj>
              </mc:Choice>
              <mc:Fallback>
                <p:oleObj r:id="rId11" imgW="177646" imgH="228402" progId="Equation.DSMT4">
                  <p:embed/>
                  <p:pic>
                    <p:nvPicPr>
                      <p:cNvPr id="9" name="Object 12">
                        <a:extLst>
                          <a:ext uri="{FF2B5EF4-FFF2-40B4-BE49-F238E27FC236}">
                            <a16:creationId xmlns:a16="http://schemas.microsoft.com/office/drawing/2014/main" id="{F7CFBF41-5BD3-4052-8BED-EE0734CE0D2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56043" y="2417580"/>
                        <a:ext cx="246256" cy="322646"/>
                      </a:xfrm>
                      <a:prstGeom prst="rect">
                        <a:avLst/>
                      </a:prstGeom>
                      <a:noFill/>
                    </p:spPr>
                  </p:pic>
                </p:oleObj>
              </mc:Fallback>
            </mc:AlternateContent>
          </a:graphicData>
        </a:graphic>
      </p:graphicFrame>
      <p:graphicFrame>
        <p:nvGraphicFramePr>
          <p:cNvPr id="11" name="Object 14">
            <a:extLst>
              <a:ext uri="{FF2B5EF4-FFF2-40B4-BE49-F238E27FC236}">
                <a16:creationId xmlns:a16="http://schemas.microsoft.com/office/drawing/2014/main" id="{B69D37C3-8F9C-43FB-954C-806654531CD4}"/>
              </a:ext>
            </a:extLst>
          </p:cNvPr>
          <p:cNvGraphicFramePr>
            <a:graphicFrameLocks noChangeAspect="1"/>
          </p:cNvGraphicFramePr>
          <p:nvPr>
            <p:extLst>
              <p:ext uri="{D42A27DB-BD31-4B8C-83A1-F6EECF244321}">
                <p14:modId xmlns:p14="http://schemas.microsoft.com/office/powerpoint/2010/main" val="3309119445"/>
              </p:ext>
            </p:extLst>
          </p:nvPr>
        </p:nvGraphicFramePr>
        <p:xfrm>
          <a:off x="876145" y="2774632"/>
          <a:ext cx="226154" cy="338728"/>
        </p:xfrm>
        <a:graphic>
          <a:graphicData uri="http://schemas.openxmlformats.org/presentationml/2006/ole">
            <mc:AlternateContent xmlns:mc="http://schemas.openxmlformats.org/markup-compatibility/2006">
              <mc:Choice xmlns:v="urn:schemas-microsoft-com:vml" Requires="v">
                <p:oleObj r:id="rId13" imgW="152334" imgH="228501" progId="Equation.DSMT4">
                  <p:embed/>
                </p:oleObj>
              </mc:Choice>
              <mc:Fallback>
                <p:oleObj r:id="rId13" imgW="152334" imgH="228501" progId="Equation.DSMT4">
                  <p:embed/>
                  <p:pic>
                    <p:nvPicPr>
                      <p:cNvPr id="11" name="Object 14">
                        <a:extLst>
                          <a:ext uri="{FF2B5EF4-FFF2-40B4-BE49-F238E27FC236}">
                            <a16:creationId xmlns:a16="http://schemas.microsoft.com/office/drawing/2014/main" id="{B69D37C3-8F9C-43FB-954C-806654531CD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76145" y="2774632"/>
                        <a:ext cx="226154" cy="338728"/>
                      </a:xfrm>
                      <a:prstGeom prst="rect">
                        <a:avLst/>
                      </a:prstGeom>
                      <a:noFill/>
                    </p:spPr>
                  </p:pic>
                </p:oleObj>
              </mc:Fallback>
            </mc:AlternateContent>
          </a:graphicData>
        </a:graphic>
      </p:graphicFrame>
      <p:graphicFrame>
        <p:nvGraphicFramePr>
          <p:cNvPr id="13" name="Object 16">
            <a:extLst>
              <a:ext uri="{FF2B5EF4-FFF2-40B4-BE49-F238E27FC236}">
                <a16:creationId xmlns:a16="http://schemas.microsoft.com/office/drawing/2014/main" id="{D1271AD0-C8AF-49B4-B39B-B1416E09F6FB}"/>
              </a:ext>
            </a:extLst>
          </p:cNvPr>
          <p:cNvGraphicFramePr>
            <a:graphicFrameLocks noChangeAspect="1"/>
          </p:cNvGraphicFramePr>
          <p:nvPr>
            <p:extLst>
              <p:ext uri="{D42A27DB-BD31-4B8C-83A1-F6EECF244321}">
                <p14:modId xmlns:p14="http://schemas.microsoft.com/office/powerpoint/2010/main" val="297449177"/>
              </p:ext>
            </p:extLst>
          </p:nvPr>
        </p:nvGraphicFramePr>
        <p:xfrm>
          <a:off x="837950" y="3143270"/>
          <a:ext cx="264349" cy="369887"/>
        </p:xfrm>
        <a:graphic>
          <a:graphicData uri="http://schemas.openxmlformats.org/presentationml/2006/ole">
            <mc:AlternateContent xmlns:mc="http://schemas.openxmlformats.org/markup-compatibility/2006">
              <mc:Choice xmlns:v="urn:schemas-microsoft-com:vml" Requires="v">
                <p:oleObj r:id="rId15" imgW="177646" imgH="241091" progId="Equation.DSMT4">
                  <p:embed/>
                </p:oleObj>
              </mc:Choice>
              <mc:Fallback>
                <p:oleObj r:id="rId15" imgW="177646" imgH="241091" progId="Equation.DSMT4">
                  <p:embed/>
                  <p:pic>
                    <p:nvPicPr>
                      <p:cNvPr id="13" name="Object 16">
                        <a:extLst>
                          <a:ext uri="{FF2B5EF4-FFF2-40B4-BE49-F238E27FC236}">
                            <a16:creationId xmlns:a16="http://schemas.microsoft.com/office/drawing/2014/main" id="{D1271AD0-C8AF-49B4-B39B-B1416E09F6F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37950" y="3143270"/>
                        <a:ext cx="264349" cy="369887"/>
                      </a:xfrm>
                      <a:prstGeom prst="rect">
                        <a:avLst/>
                      </a:prstGeom>
                      <a:noFill/>
                    </p:spPr>
                  </p:pic>
                </p:oleObj>
              </mc:Fallback>
            </mc:AlternateContent>
          </a:graphicData>
        </a:graphic>
      </p:graphicFrame>
      <p:graphicFrame>
        <p:nvGraphicFramePr>
          <p:cNvPr id="15" name="Object 18">
            <a:extLst>
              <a:ext uri="{FF2B5EF4-FFF2-40B4-BE49-F238E27FC236}">
                <a16:creationId xmlns:a16="http://schemas.microsoft.com/office/drawing/2014/main" id="{208DF905-766B-4990-95AC-EE4584744647}"/>
              </a:ext>
            </a:extLst>
          </p:cNvPr>
          <p:cNvGraphicFramePr>
            <a:graphicFrameLocks noChangeAspect="1"/>
          </p:cNvGraphicFramePr>
          <p:nvPr>
            <p:extLst>
              <p:ext uri="{D42A27DB-BD31-4B8C-83A1-F6EECF244321}">
                <p14:modId xmlns:p14="http://schemas.microsoft.com/office/powerpoint/2010/main" val="3131728761"/>
              </p:ext>
            </p:extLst>
          </p:nvPr>
        </p:nvGraphicFramePr>
        <p:xfrm>
          <a:off x="770607" y="3469711"/>
          <a:ext cx="331692" cy="380944"/>
        </p:xfrm>
        <a:graphic>
          <a:graphicData uri="http://schemas.openxmlformats.org/presentationml/2006/ole">
            <mc:AlternateContent xmlns:mc="http://schemas.openxmlformats.org/markup-compatibility/2006">
              <mc:Choice xmlns:v="urn:schemas-microsoft-com:vml" Requires="v">
                <p:oleObj r:id="rId17" imgW="215713" imgH="241091" progId="Equation.DSMT4">
                  <p:embed/>
                </p:oleObj>
              </mc:Choice>
              <mc:Fallback>
                <p:oleObj r:id="rId17" imgW="215713" imgH="241091" progId="Equation.DSMT4">
                  <p:embed/>
                  <p:pic>
                    <p:nvPicPr>
                      <p:cNvPr id="15" name="Object 18">
                        <a:extLst>
                          <a:ext uri="{FF2B5EF4-FFF2-40B4-BE49-F238E27FC236}">
                            <a16:creationId xmlns:a16="http://schemas.microsoft.com/office/drawing/2014/main" id="{208DF905-766B-4990-95AC-EE4584744647}"/>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70607" y="3469711"/>
                        <a:ext cx="331692" cy="380944"/>
                      </a:xfrm>
                      <a:prstGeom prst="rect">
                        <a:avLst/>
                      </a:prstGeom>
                      <a:noFill/>
                    </p:spPr>
                  </p:pic>
                </p:oleObj>
              </mc:Fallback>
            </mc:AlternateContent>
          </a:graphicData>
        </a:graphic>
      </p:graphicFrame>
      <p:graphicFrame>
        <p:nvGraphicFramePr>
          <p:cNvPr id="17" name="Object 20">
            <a:extLst>
              <a:ext uri="{FF2B5EF4-FFF2-40B4-BE49-F238E27FC236}">
                <a16:creationId xmlns:a16="http://schemas.microsoft.com/office/drawing/2014/main" id="{2606E162-EAC9-4D13-91D5-9BBDB91CDC75}"/>
              </a:ext>
            </a:extLst>
          </p:cNvPr>
          <p:cNvGraphicFramePr>
            <a:graphicFrameLocks noChangeAspect="1"/>
          </p:cNvGraphicFramePr>
          <p:nvPr>
            <p:extLst>
              <p:ext uri="{D42A27DB-BD31-4B8C-83A1-F6EECF244321}">
                <p14:modId xmlns:p14="http://schemas.microsoft.com/office/powerpoint/2010/main" val="3597402410"/>
              </p:ext>
            </p:extLst>
          </p:nvPr>
        </p:nvGraphicFramePr>
        <p:xfrm>
          <a:off x="830915" y="3823388"/>
          <a:ext cx="271384" cy="379938"/>
        </p:xfrm>
        <a:graphic>
          <a:graphicData uri="http://schemas.openxmlformats.org/presentationml/2006/ole">
            <mc:AlternateContent xmlns:mc="http://schemas.openxmlformats.org/markup-compatibility/2006">
              <mc:Choice xmlns:v="urn:schemas-microsoft-com:vml" Requires="v">
                <p:oleObj r:id="rId19" imgW="177646" imgH="241091" progId="Equation.DSMT4">
                  <p:embed/>
                </p:oleObj>
              </mc:Choice>
              <mc:Fallback>
                <p:oleObj r:id="rId19" imgW="177646" imgH="241091" progId="Equation.DSMT4">
                  <p:embed/>
                  <p:pic>
                    <p:nvPicPr>
                      <p:cNvPr id="17" name="Object 20">
                        <a:extLst>
                          <a:ext uri="{FF2B5EF4-FFF2-40B4-BE49-F238E27FC236}">
                            <a16:creationId xmlns:a16="http://schemas.microsoft.com/office/drawing/2014/main" id="{2606E162-EAC9-4D13-91D5-9BBDB91CDC75}"/>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30915" y="3823388"/>
                        <a:ext cx="271384" cy="379938"/>
                      </a:xfrm>
                      <a:prstGeom prst="rect">
                        <a:avLst/>
                      </a:prstGeom>
                      <a:noFill/>
                    </p:spPr>
                  </p:pic>
                </p:oleObj>
              </mc:Fallback>
            </mc:AlternateContent>
          </a:graphicData>
        </a:graphic>
      </p:graphicFrame>
      <p:graphicFrame>
        <p:nvGraphicFramePr>
          <p:cNvPr id="19" name="Object 4">
            <a:extLst>
              <a:ext uri="{FF2B5EF4-FFF2-40B4-BE49-F238E27FC236}">
                <a16:creationId xmlns:a16="http://schemas.microsoft.com/office/drawing/2014/main" id="{FBC14B5F-3740-46E1-B24C-3230D7277F57}"/>
              </a:ext>
            </a:extLst>
          </p:cNvPr>
          <p:cNvGraphicFramePr>
            <a:graphicFrameLocks noChangeAspect="1"/>
          </p:cNvGraphicFramePr>
          <p:nvPr>
            <p:extLst>
              <p:ext uri="{D42A27DB-BD31-4B8C-83A1-F6EECF244321}">
                <p14:modId xmlns:p14="http://schemas.microsoft.com/office/powerpoint/2010/main" val="1255316825"/>
              </p:ext>
            </p:extLst>
          </p:nvPr>
        </p:nvGraphicFramePr>
        <p:xfrm>
          <a:off x="5302251" y="1686421"/>
          <a:ext cx="3535344" cy="618628"/>
        </p:xfrm>
        <a:graphic>
          <a:graphicData uri="http://schemas.openxmlformats.org/presentationml/2006/ole">
            <mc:AlternateContent xmlns:mc="http://schemas.openxmlformats.org/markup-compatibility/2006">
              <mc:Choice xmlns:v="urn:schemas-microsoft-com:vml" Requires="v">
                <p:oleObj name="公式" r:id="rId21" imgW="2412720" imgH="419040" progId="Equation.3">
                  <p:embed/>
                </p:oleObj>
              </mc:Choice>
              <mc:Fallback>
                <p:oleObj name="公式" r:id="rId21" imgW="2412720" imgH="419040" progId="Equation.3">
                  <p:embed/>
                  <p:pic>
                    <p:nvPicPr>
                      <p:cNvPr id="19" name="Object 4">
                        <a:extLst>
                          <a:ext uri="{FF2B5EF4-FFF2-40B4-BE49-F238E27FC236}">
                            <a16:creationId xmlns:a16="http://schemas.microsoft.com/office/drawing/2014/main" id="{FBC14B5F-3740-46E1-B24C-3230D7277F57}"/>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302251" y="1686421"/>
                        <a:ext cx="3535344" cy="618628"/>
                      </a:xfrm>
                      <a:prstGeom prst="rect">
                        <a:avLst/>
                      </a:prstGeom>
                      <a:noFill/>
                    </p:spPr>
                  </p:pic>
                </p:oleObj>
              </mc:Fallback>
            </mc:AlternateContent>
          </a:graphicData>
        </a:graphic>
      </p:graphicFrame>
      <p:graphicFrame>
        <p:nvGraphicFramePr>
          <p:cNvPr id="21" name="Object 6">
            <a:extLst>
              <a:ext uri="{FF2B5EF4-FFF2-40B4-BE49-F238E27FC236}">
                <a16:creationId xmlns:a16="http://schemas.microsoft.com/office/drawing/2014/main" id="{CE2770A5-83CD-49AB-BA3B-DD76B95D4923}"/>
              </a:ext>
            </a:extLst>
          </p:cNvPr>
          <p:cNvGraphicFramePr>
            <a:graphicFrameLocks noChangeAspect="1"/>
          </p:cNvGraphicFramePr>
          <p:nvPr>
            <p:extLst>
              <p:ext uri="{D42A27DB-BD31-4B8C-83A1-F6EECF244321}">
                <p14:modId xmlns:p14="http://schemas.microsoft.com/office/powerpoint/2010/main" val="534810725"/>
              </p:ext>
            </p:extLst>
          </p:nvPr>
        </p:nvGraphicFramePr>
        <p:xfrm>
          <a:off x="5564013" y="2400760"/>
          <a:ext cx="3011819" cy="576025"/>
        </p:xfrm>
        <a:graphic>
          <a:graphicData uri="http://schemas.openxmlformats.org/presentationml/2006/ole">
            <mc:AlternateContent xmlns:mc="http://schemas.openxmlformats.org/markup-compatibility/2006">
              <mc:Choice xmlns:v="urn:schemas-microsoft-com:vml" Requires="v">
                <p:oleObj name="公式" r:id="rId23" imgW="2273040" imgH="431640" progId="Equation.3">
                  <p:embed/>
                </p:oleObj>
              </mc:Choice>
              <mc:Fallback>
                <p:oleObj name="公式" r:id="rId23" imgW="2273040" imgH="431640" progId="Equation.3">
                  <p:embed/>
                  <p:pic>
                    <p:nvPicPr>
                      <p:cNvPr id="21" name="Object 6">
                        <a:extLst>
                          <a:ext uri="{FF2B5EF4-FFF2-40B4-BE49-F238E27FC236}">
                            <a16:creationId xmlns:a16="http://schemas.microsoft.com/office/drawing/2014/main" id="{CE2770A5-83CD-49AB-BA3B-DD76B95D4923}"/>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564013" y="2400760"/>
                        <a:ext cx="3011819" cy="576025"/>
                      </a:xfrm>
                      <a:prstGeom prst="rect">
                        <a:avLst/>
                      </a:prstGeom>
                      <a:noFill/>
                    </p:spPr>
                  </p:pic>
                </p:oleObj>
              </mc:Fallback>
            </mc:AlternateContent>
          </a:graphicData>
        </a:graphic>
      </p:graphicFrame>
      <p:graphicFrame>
        <p:nvGraphicFramePr>
          <p:cNvPr id="23" name="Object 8">
            <a:extLst>
              <a:ext uri="{FF2B5EF4-FFF2-40B4-BE49-F238E27FC236}">
                <a16:creationId xmlns:a16="http://schemas.microsoft.com/office/drawing/2014/main" id="{1EB41207-1801-41C5-9985-9700982D5120}"/>
              </a:ext>
            </a:extLst>
          </p:cNvPr>
          <p:cNvGraphicFramePr>
            <a:graphicFrameLocks noChangeAspect="1"/>
          </p:cNvGraphicFramePr>
          <p:nvPr>
            <p:extLst>
              <p:ext uri="{D42A27DB-BD31-4B8C-83A1-F6EECF244321}">
                <p14:modId xmlns:p14="http://schemas.microsoft.com/office/powerpoint/2010/main" val="3431814378"/>
              </p:ext>
            </p:extLst>
          </p:nvPr>
        </p:nvGraphicFramePr>
        <p:xfrm>
          <a:off x="5963826" y="3072496"/>
          <a:ext cx="2212191" cy="415495"/>
        </p:xfrm>
        <a:graphic>
          <a:graphicData uri="http://schemas.openxmlformats.org/presentationml/2006/ole">
            <mc:AlternateContent xmlns:mc="http://schemas.openxmlformats.org/markup-compatibility/2006">
              <mc:Choice xmlns:v="urn:schemas-microsoft-com:vml" Requires="v">
                <p:oleObj name="公式" r:id="rId25" imgW="1269720" imgH="241200" progId="Equation.3">
                  <p:embed/>
                </p:oleObj>
              </mc:Choice>
              <mc:Fallback>
                <p:oleObj name="公式" r:id="rId25" imgW="1269720" imgH="241200" progId="Equation.3">
                  <p:embed/>
                  <p:pic>
                    <p:nvPicPr>
                      <p:cNvPr id="23" name="Object 8">
                        <a:extLst>
                          <a:ext uri="{FF2B5EF4-FFF2-40B4-BE49-F238E27FC236}">
                            <a16:creationId xmlns:a16="http://schemas.microsoft.com/office/drawing/2014/main" id="{1EB41207-1801-41C5-9985-9700982D5120}"/>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963826" y="3072496"/>
                        <a:ext cx="2212191" cy="415495"/>
                      </a:xfrm>
                      <a:prstGeom prst="rect">
                        <a:avLst/>
                      </a:prstGeom>
                      <a:noFill/>
                    </p:spPr>
                  </p:pic>
                </p:oleObj>
              </mc:Fallback>
            </mc:AlternateContent>
          </a:graphicData>
        </a:graphic>
      </p:graphicFrame>
      <p:sp>
        <p:nvSpPr>
          <p:cNvPr id="31" name="文本框 30">
            <a:extLst>
              <a:ext uri="{FF2B5EF4-FFF2-40B4-BE49-F238E27FC236}">
                <a16:creationId xmlns:a16="http://schemas.microsoft.com/office/drawing/2014/main" id="{212286EF-AD44-4F44-9126-CC71193D9F50}"/>
              </a:ext>
            </a:extLst>
          </p:cNvPr>
          <p:cNvSpPr txBox="1"/>
          <p:nvPr/>
        </p:nvSpPr>
        <p:spPr>
          <a:xfrm>
            <a:off x="5302251" y="1245875"/>
            <a:ext cx="1434459" cy="389530"/>
          </a:xfrm>
          <a:prstGeom prst="rect">
            <a:avLst/>
          </a:prstGeom>
          <a:noFill/>
        </p:spPr>
        <p:txBody>
          <a:bodyPr wrap="square">
            <a:spAutoFit/>
          </a:bodyPr>
          <a:lstStyle/>
          <a:p>
            <a:pPr eaLnBrk="1" hangingPunct="1">
              <a:lnSpc>
                <a:spcPct val="130000"/>
              </a:lnSpc>
              <a:buClr>
                <a:srgbClr val="CCFFCC"/>
              </a:buClr>
              <a:buSzPct val="55000"/>
            </a:pPr>
            <a:r>
              <a:rPr lang="zh-CN" altLang="en-US" sz="1600" dirty="0">
                <a:solidFill>
                  <a:srgbClr val="000000"/>
                </a:solidFill>
                <a:latin typeface="华文楷体" panose="02010600040101010101" pitchFamily="2" charset="-122"/>
                <a:ea typeface="华文楷体" panose="02010600040101010101" pitchFamily="2" charset="-122"/>
              </a:rPr>
              <a:t>并有</a:t>
            </a:r>
          </a:p>
        </p:txBody>
      </p:sp>
    </p:spTree>
    <p:extLst>
      <p:ext uri="{BB962C8B-B14F-4D97-AF65-F5344CB8AC3E}">
        <p14:creationId xmlns:p14="http://schemas.microsoft.com/office/powerpoint/2010/main" val="318712366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733441"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3.2.2 Delphi</a:t>
            </a:r>
            <a:r>
              <a:rPr lang="zh-CN" altLang="en-US" sz="2400" spc="300" dirty="0">
                <a:latin typeface="微软雅黑" panose="020B0503020204020204" pitchFamily="34" charset="-122"/>
                <a:ea typeface="微软雅黑" panose="020B0503020204020204" pitchFamily="34" charset="-122"/>
              </a:rPr>
              <a:t>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64245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图</a:t>
            </a:r>
            <a:r>
              <a:rPr lang="en-US" altLang="zh-CN" sz="1600" dirty="0">
                <a:solidFill>
                  <a:srgbClr val="000000"/>
                </a:solidFill>
                <a:latin typeface="华文楷体" panose="02010600040101010101" pitchFamily="2" charset="-122"/>
                <a:ea typeface="华文楷体" panose="02010600040101010101" pitchFamily="2" charset="-122"/>
              </a:rPr>
              <a:t>3.4</a:t>
            </a:r>
            <a:r>
              <a:rPr lang="zh-CN" altLang="en-US" sz="1600" dirty="0">
                <a:solidFill>
                  <a:srgbClr val="000000"/>
                </a:solidFill>
                <a:latin typeface="华文楷体" panose="02010600040101010101" pitchFamily="2" charset="-122"/>
                <a:ea typeface="华文楷体" panose="02010600040101010101" pitchFamily="2" charset="-122"/>
              </a:rPr>
              <a:t>中框</a:t>
            </a:r>
            <a:r>
              <a:rPr lang="en-US" altLang="zh-CN" sz="1600" dirty="0">
                <a:solidFill>
                  <a:srgbClr val="000000"/>
                </a:solidFill>
                <a:latin typeface="华文楷体" panose="02010600040101010101" pitchFamily="2" charset="-122"/>
                <a:ea typeface="华文楷体" panose="02010600040101010101" pitchFamily="2" charset="-122"/>
              </a:rPr>
              <a:t>6</a:t>
            </a:r>
            <a:r>
              <a:rPr lang="zh-CN" altLang="en-US" sz="1600" dirty="0">
                <a:solidFill>
                  <a:srgbClr val="000000"/>
                </a:solidFill>
                <a:latin typeface="华文楷体" panose="02010600040101010101" pitchFamily="2" charset="-122"/>
                <a:ea typeface="华文楷体" panose="02010600040101010101" pitchFamily="2" charset="-122"/>
              </a:rPr>
              <a:t>中的决策准则</a:t>
            </a:r>
            <a:r>
              <a:rPr lang="en-US" altLang="zh-CN" sz="1600" dirty="0">
                <a:solidFill>
                  <a:srgbClr val="000000"/>
                </a:solidFill>
                <a:latin typeface="华文楷体" panose="02010600040101010101" pitchFamily="2" charset="-122"/>
                <a:ea typeface="华文楷体" panose="02010600040101010101" pitchFamily="2" charset="-122"/>
              </a:rPr>
              <a:t>I</a:t>
            </a:r>
            <a:r>
              <a:rPr lang="zh-CN" altLang="en-US" sz="1600" dirty="0">
                <a:solidFill>
                  <a:srgbClr val="000000"/>
                </a:solidFill>
                <a:latin typeface="华文楷体" panose="02010600040101010101" pitchFamily="2" charset="-122"/>
                <a:ea typeface="华文楷体" panose="02010600040101010101" pitchFamily="2" charset="-122"/>
              </a:rPr>
              <a:t>之有关内容如下：</a:t>
            </a: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a:t>
            </a:r>
            <a:r>
              <a:rPr lang="en-US" altLang="zh-CN" sz="1600" dirty="0">
                <a:solidFill>
                  <a:srgbClr val="000000"/>
                </a:solidFill>
                <a:latin typeface="华文楷体" panose="02010600040101010101" pitchFamily="2" charset="-122"/>
                <a:ea typeface="华文楷体" panose="02010600040101010101" pitchFamily="2" charset="-122"/>
              </a:rPr>
              <a:t>1</a:t>
            </a:r>
            <a:r>
              <a:rPr lang="zh-CN" altLang="en-US" sz="1600" dirty="0">
                <a:solidFill>
                  <a:srgbClr val="000000"/>
                </a:solidFill>
                <a:latin typeface="华文楷体" panose="02010600040101010101" pitchFamily="2" charset="-122"/>
                <a:ea typeface="华文楷体" panose="02010600040101010101" pitchFamily="2" charset="-122"/>
              </a:rPr>
              <a:t>）对于专家组预先给定的    ，若在某次调查中有子系统     有             ，则可将对应的     作为专家组意见，以后的调查将不再对     进行，若该次调查有           ，则继续进行下一次调查。</a:t>
            </a: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a:t>
            </a:r>
            <a:r>
              <a:rPr lang="en-US" altLang="zh-CN" sz="1600" dirty="0">
                <a:solidFill>
                  <a:srgbClr val="000000"/>
                </a:solidFill>
                <a:latin typeface="华文楷体" panose="02010600040101010101" pitchFamily="2" charset="-122"/>
                <a:ea typeface="华文楷体" panose="02010600040101010101" pitchFamily="2" charset="-122"/>
              </a:rPr>
              <a:t>2</a:t>
            </a:r>
            <a:r>
              <a:rPr lang="zh-CN" altLang="en-US" sz="1600" dirty="0">
                <a:solidFill>
                  <a:srgbClr val="000000"/>
                </a:solidFill>
                <a:latin typeface="华文楷体" panose="02010600040101010101" pitchFamily="2" charset="-122"/>
                <a:ea typeface="华文楷体" panose="02010600040101010101" pitchFamily="2" charset="-122"/>
              </a:rPr>
              <a:t>）对于专家组预先设定的调查次数    ，若对所有的调查次数 </a:t>
            </a:r>
            <a:r>
              <a:rPr lang="en-US" altLang="zh-CN" sz="1600" dirty="0">
                <a:solidFill>
                  <a:srgbClr val="000000"/>
                </a:solidFill>
                <a:latin typeface="华文楷体" panose="02010600040101010101" pitchFamily="2" charset="-122"/>
                <a:ea typeface="华文楷体" panose="02010600040101010101" pitchFamily="2" charset="-122"/>
              </a:rPr>
              <a:t>N</a:t>
            </a:r>
            <a:r>
              <a:rPr lang="en-US" altLang="zh-CN" sz="1600" u="sng" dirty="0">
                <a:solidFill>
                  <a:srgbClr val="000000"/>
                </a:solidFill>
                <a:latin typeface="华文楷体" panose="02010600040101010101" pitchFamily="2" charset="-122"/>
                <a:ea typeface="华文楷体" panose="02010600040101010101" pitchFamily="2" charset="-122"/>
              </a:rPr>
              <a:t>j</a:t>
            </a:r>
            <a:r>
              <a:rPr lang="zh-CN" altLang="en-US" sz="1600" dirty="0">
                <a:solidFill>
                  <a:srgbClr val="000000"/>
                </a:solidFill>
                <a:latin typeface="华文楷体" panose="02010600040101010101" pitchFamily="2" charset="-122"/>
                <a:ea typeface="华文楷体" panose="02010600040101010101" pitchFamily="2" charset="-122"/>
              </a:rPr>
              <a:t> </a:t>
            </a:r>
            <a:r>
              <a:rPr lang="en-US" altLang="zh-CN" sz="1600" dirty="0">
                <a:solidFill>
                  <a:srgbClr val="000000"/>
                </a:solidFill>
                <a:latin typeface="华文楷体" panose="02010600040101010101" pitchFamily="2" charset="-122"/>
                <a:ea typeface="华文楷体" panose="02010600040101010101" pitchFamily="2" charset="-122"/>
              </a:rPr>
              <a:t>,</a:t>
            </a:r>
            <a:r>
              <a:rPr lang="zh-CN" altLang="en-US" sz="1600" dirty="0">
                <a:solidFill>
                  <a:srgbClr val="000000"/>
                </a:solidFill>
                <a:latin typeface="华文楷体" panose="02010600040101010101" pitchFamily="2" charset="-122"/>
                <a:ea typeface="华文楷体" panose="02010600040101010101" pitchFamily="2" charset="-122"/>
              </a:rPr>
              <a:t>子系统</a:t>
            </a:r>
            <a:r>
              <a:rPr lang="en-US" altLang="zh-CN" sz="1600" dirty="0">
                <a:solidFill>
                  <a:srgbClr val="000000"/>
                </a:solidFill>
                <a:latin typeface="华文楷体" panose="02010600040101010101" pitchFamily="2" charset="-122"/>
                <a:ea typeface="华文楷体" panose="02010600040101010101" pitchFamily="2" charset="-122"/>
              </a:rPr>
              <a:t>Nj</a:t>
            </a:r>
            <a:r>
              <a:rPr lang="zh-CN" altLang="en-US" sz="1600" dirty="0">
                <a:solidFill>
                  <a:srgbClr val="000000"/>
                </a:solidFill>
                <a:latin typeface="华文楷体" panose="02010600040101010101" pitchFamily="2" charset="-122"/>
                <a:ea typeface="华文楷体" panose="02010600040101010101" pitchFamily="2" charset="-122"/>
              </a:rPr>
              <a:t>均有           ，则可取各次调查         的平均值输出即有                           ，此中</a:t>
            </a:r>
            <a:r>
              <a:rPr lang="en-US" altLang="zh-CN" sz="1600" dirty="0">
                <a:solidFill>
                  <a:srgbClr val="000000"/>
                </a:solidFill>
                <a:latin typeface="华文楷体" panose="02010600040101010101" pitchFamily="2" charset="-122"/>
                <a:ea typeface="华文楷体" panose="02010600040101010101" pitchFamily="2" charset="-122"/>
              </a:rPr>
              <a:t>,          </a:t>
            </a:r>
            <a:r>
              <a:rPr lang="zh-CN" altLang="en-US" sz="1600" dirty="0">
                <a:solidFill>
                  <a:srgbClr val="000000"/>
                </a:solidFill>
                <a:latin typeface="华文楷体" panose="02010600040101010101" pitchFamily="2" charset="-122"/>
                <a:ea typeface="华文楷体" panose="02010600040101010101" pitchFamily="2" charset="-122"/>
              </a:rPr>
              <a:t>为第</a:t>
            </a:r>
            <a:r>
              <a:rPr lang="en-US" altLang="zh-CN" sz="1600" dirty="0">
                <a:solidFill>
                  <a:srgbClr val="000000"/>
                </a:solidFill>
                <a:latin typeface="华文楷体" panose="02010600040101010101" pitchFamily="2" charset="-122"/>
                <a:ea typeface="华文楷体" panose="02010600040101010101" pitchFamily="2" charset="-122"/>
              </a:rPr>
              <a:t>P</a:t>
            </a:r>
            <a:r>
              <a:rPr lang="zh-CN" altLang="en-US" sz="1600" dirty="0">
                <a:solidFill>
                  <a:srgbClr val="000000"/>
                </a:solidFill>
                <a:latin typeface="华文楷体" panose="02010600040101010101" pitchFamily="2" charset="-122"/>
                <a:ea typeface="华文楷体" panose="02010600040101010101" pitchFamily="2" charset="-122"/>
              </a:rPr>
              <a:t>次调查中专家组对</a:t>
            </a:r>
            <a:r>
              <a:rPr lang="en-US" altLang="zh-CN" sz="1600" dirty="0">
                <a:solidFill>
                  <a:srgbClr val="000000"/>
                </a:solidFill>
                <a:latin typeface="华文楷体" panose="02010600040101010101" pitchFamily="2" charset="-122"/>
                <a:ea typeface="华文楷体" panose="02010600040101010101" pitchFamily="2" charset="-122"/>
              </a:rPr>
              <a:t>Nj</a:t>
            </a:r>
            <a:r>
              <a:rPr lang="zh-CN" altLang="en-US" sz="1600" dirty="0">
                <a:solidFill>
                  <a:srgbClr val="000000"/>
                </a:solidFill>
                <a:latin typeface="华文楷体" panose="02010600040101010101" pitchFamily="2" charset="-122"/>
                <a:ea typeface="华文楷体" panose="02010600040101010101" pitchFamily="2" charset="-122"/>
              </a:rPr>
              <a:t>子系统成本的平均估值</a:t>
            </a:r>
          </a:p>
        </p:txBody>
      </p:sp>
      <p:pic>
        <p:nvPicPr>
          <p:cNvPr id="3" name="Object 10">
            <a:extLst>
              <a:ext uri="{FF2B5EF4-FFF2-40B4-BE49-F238E27FC236}">
                <a16:creationId xmlns:a16="http://schemas.microsoft.com/office/drawing/2014/main" id="{D8E4D920-57BE-4F45-AFAA-229399E5D1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0291" y="1234490"/>
            <a:ext cx="282559" cy="388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Object 12">
            <a:extLst>
              <a:ext uri="{FF2B5EF4-FFF2-40B4-BE49-F238E27FC236}">
                <a16:creationId xmlns:a16="http://schemas.microsoft.com/office/drawing/2014/main" id="{25DEBE68-BB5C-4967-B63C-5141F4F6A0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0300" y="1341931"/>
            <a:ext cx="282559" cy="324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Object 14">
            <a:extLst>
              <a:ext uri="{FF2B5EF4-FFF2-40B4-BE49-F238E27FC236}">
                <a16:creationId xmlns:a16="http://schemas.microsoft.com/office/drawing/2014/main" id="{124B5EF9-2E10-4AE0-950A-F311D7B9BA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4789" y="1265884"/>
            <a:ext cx="726611" cy="386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 name="Object 16">
            <a:extLst>
              <a:ext uri="{FF2B5EF4-FFF2-40B4-BE49-F238E27FC236}">
                <a16:creationId xmlns:a16="http://schemas.microsoft.com/office/drawing/2014/main" id="{AC90D327-1BC5-4CAD-97D0-3002F3B591AF}"/>
              </a:ext>
            </a:extLst>
          </p:cNvPr>
          <p:cNvGraphicFramePr>
            <a:graphicFrameLocks noChangeAspect="1"/>
          </p:cNvGraphicFramePr>
          <p:nvPr>
            <p:extLst>
              <p:ext uri="{D42A27DB-BD31-4B8C-83A1-F6EECF244321}">
                <p14:modId xmlns:p14="http://schemas.microsoft.com/office/powerpoint/2010/main" val="615748266"/>
              </p:ext>
            </p:extLst>
          </p:nvPr>
        </p:nvGraphicFramePr>
        <p:xfrm>
          <a:off x="1400175" y="1666874"/>
          <a:ext cx="268718" cy="352692"/>
        </p:xfrm>
        <a:graphic>
          <a:graphicData uri="http://schemas.openxmlformats.org/presentationml/2006/ole">
            <mc:AlternateContent xmlns:mc="http://schemas.openxmlformats.org/markup-compatibility/2006">
              <mc:Choice xmlns:v="urn:schemas-microsoft-com:vml" Requires="v">
                <p:oleObj name="Equation" r:id="rId6" imgW="190417" imgH="253890" progId="Equation.DSMT4">
                  <p:embed/>
                </p:oleObj>
              </mc:Choice>
              <mc:Fallback>
                <p:oleObj name="Equation" r:id="rId6" imgW="190417" imgH="253890" progId="Equation.DSMT4">
                  <p:embed/>
                  <p:pic>
                    <p:nvPicPr>
                      <p:cNvPr id="13" name="Object 16">
                        <a:extLst>
                          <a:ext uri="{FF2B5EF4-FFF2-40B4-BE49-F238E27FC236}">
                            <a16:creationId xmlns:a16="http://schemas.microsoft.com/office/drawing/2014/main" id="{AC90D327-1BC5-4CAD-97D0-3002F3B591A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0175" y="1666874"/>
                        <a:ext cx="268718" cy="352692"/>
                      </a:xfrm>
                      <a:prstGeom prst="rect">
                        <a:avLst/>
                      </a:prstGeom>
                      <a:noFill/>
                    </p:spPr>
                  </p:pic>
                </p:oleObj>
              </mc:Fallback>
            </mc:AlternateContent>
          </a:graphicData>
        </a:graphic>
      </p:graphicFrame>
      <p:pic>
        <p:nvPicPr>
          <p:cNvPr id="15" name="Object 18">
            <a:extLst>
              <a:ext uri="{FF2B5EF4-FFF2-40B4-BE49-F238E27FC236}">
                <a16:creationId xmlns:a16="http://schemas.microsoft.com/office/drawing/2014/main" id="{43C9F404-B728-4221-B75A-729909C5C21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13979" y="1652585"/>
            <a:ext cx="343531" cy="395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Object 20">
            <a:extLst>
              <a:ext uri="{FF2B5EF4-FFF2-40B4-BE49-F238E27FC236}">
                <a16:creationId xmlns:a16="http://schemas.microsoft.com/office/drawing/2014/main" id="{BA86B0AB-4CB9-4D1E-A096-D5FBC8A92A2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67561" y="1652585"/>
            <a:ext cx="628650" cy="334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Object 4">
            <a:extLst>
              <a:ext uri="{FF2B5EF4-FFF2-40B4-BE49-F238E27FC236}">
                <a16:creationId xmlns:a16="http://schemas.microsoft.com/office/drawing/2014/main" id="{9151E6E6-76DD-4353-AE78-70E34B60A2D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10405" y="2424906"/>
            <a:ext cx="275497" cy="337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3">
            <a:extLst>
              <a:ext uri="{FF2B5EF4-FFF2-40B4-BE49-F238E27FC236}">
                <a16:creationId xmlns:a16="http://schemas.microsoft.com/office/drawing/2014/main" id="{28ECBAB8-2182-4650-86A6-C6F7DDEC092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29144" y="2762250"/>
            <a:ext cx="564852" cy="337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Object 8">
            <a:extLst>
              <a:ext uri="{FF2B5EF4-FFF2-40B4-BE49-F238E27FC236}">
                <a16:creationId xmlns:a16="http://schemas.microsoft.com/office/drawing/2014/main" id="{F06C8FEE-745D-4158-ADB2-16FBDE2564D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40792" y="2751490"/>
            <a:ext cx="673711" cy="348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4">
            <a:extLst>
              <a:ext uri="{FF2B5EF4-FFF2-40B4-BE49-F238E27FC236}">
                <a16:creationId xmlns:a16="http://schemas.microsoft.com/office/drawing/2014/main" id="{D2539706-7246-4075-9E12-65F656B3271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08637" y="2667632"/>
            <a:ext cx="1468413" cy="578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7" name="Object 3">
            <a:extLst>
              <a:ext uri="{FF2B5EF4-FFF2-40B4-BE49-F238E27FC236}">
                <a16:creationId xmlns:a16="http://schemas.microsoft.com/office/drawing/2014/main" id="{1CBFB2C5-A06A-4366-BB80-0CEE2836EE44}"/>
              </a:ext>
            </a:extLst>
          </p:cNvPr>
          <p:cNvGraphicFramePr>
            <a:graphicFrameLocks noChangeAspect="1"/>
          </p:cNvGraphicFramePr>
          <p:nvPr>
            <p:extLst>
              <p:ext uri="{D42A27DB-BD31-4B8C-83A1-F6EECF244321}">
                <p14:modId xmlns:p14="http://schemas.microsoft.com/office/powerpoint/2010/main" val="446621441"/>
              </p:ext>
            </p:extLst>
          </p:nvPr>
        </p:nvGraphicFramePr>
        <p:xfrm>
          <a:off x="7526753" y="2795997"/>
          <a:ext cx="538915" cy="321852"/>
        </p:xfrm>
        <a:graphic>
          <a:graphicData uri="http://schemas.openxmlformats.org/presentationml/2006/ole">
            <mc:AlternateContent xmlns:mc="http://schemas.openxmlformats.org/markup-compatibility/2006">
              <mc:Choice xmlns:v="urn:schemas-microsoft-com:vml" Requires="v">
                <p:oleObj r:id="rId14" imgW="418918" imgH="253890" progId="Equation.DSMT4">
                  <p:embed/>
                </p:oleObj>
              </mc:Choice>
              <mc:Fallback>
                <p:oleObj r:id="rId14" imgW="418918" imgH="253890" progId="Equation.DSMT4">
                  <p:embed/>
                  <p:pic>
                    <p:nvPicPr>
                      <p:cNvPr id="27" name="Object 3">
                        <a:extLst>
                          <a:ext uri="{FF2B5EF4-FFF2-40B4-BE49-F238E27FC236}">
                            <a16:creationId xmlns:a16="http://schemas.microsoft.com/office/drawing/2014/main" id="{1CBFB2C5-A06A-4366-BB80-0CEE2836EE44}"/>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526753" y="2795997"/>
                        <a:ext cx="538915" cy="321852"/>
                      </a:xfrm>
                      <a:prstGeom prst="rect">
                        <a:avLst/>
                      </a:prstGeom>
                      <a:noFill/>
                    </p:spPr>
                  </p:pic>
                </p:oleObj>
              </mc:Fallback>
            </mc:AlternateContent>
          </a:graphicData>
        </a:graphic>
      </p:graphicFrame>
    </p:spTree>
    <p:extLst>
      <p:ext uri="{BB962C8B-B14F-4D97-AF65-F5344CB8AC3E}">
        <p14:creationId xmlns:p14="http://schemas.microsoft.com/office/powerpoint/2010/main" val="121581942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733441"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3.2.2 Delphi</a:t>
            </a:r>
            <a:r>
              <a:rPr lang="zh-CN" altLang="en-US" sz="2400" spc="300" dirty="0">
                <a:latin typeface="微软雅黑" panose="020B0503020204020204" pitchFamily="34" charset="-122"/>
                <a:ea typeface="微软雅黑" panose="020B0503020204020204" pitchFamily="34" charset="-122"/>
              </a:rPr>
              <a:t>法</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A343DEC-CFF6-41F5-B87C-0DFC08C67B76}"/>
                  </a:ext>
                </a:extLst>
              </p:cNvPr>
              <p:cNvSpPr/>
              <p:nvPr/>
            </p:nvSpPr>
            <p:spPr>
              <a:xfrm>
                <a:off x="611831" y="811678"/>
                <a:ext cx="7879707" cy="33629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图</a:t>
                </a:r>
                <a:r>
                  <a:rPr lang="en-US" altLang="zh-CN" dirty="0">
                    <a:solidFill>
                      <a:srgbClr val="000000"/>
                    </a:solidFill>
                    <a:latin typeface="华文楷体" panose="02010600040101010101" pitchFamily="2" charset="-122"/>
                    <a:ea typeface="华文楷体" panose="02010600040101010101" pitchFamily="2" charset="-122"/>
                  </a:rPr>
                  <a:t>3.4</a:t>
                </a:r>
                <a:r>
                  <a:rPr lang="zh-CN" altLang="en-US" dirty="0">
                    <a:solidFill>
                      <a:srgbClr val="000000"/>
                    </a:solidFill>
                    <a:latin typeface="华文楷体" panose="02010600040101010101" pitchFamily="2" charset="-122"/>
                    <a:ea typeface="华文楷体" panose="02010600040101010101" pitchFamily="2" charset="-122"/>
                  </a:rPr>
                  <a:t>中框</a:t>
                </a:r>
                <a:r>
                  <a:rPr lang="en-US" altLang="zh-CN" dirty="0">
                    <a:solidFill>
                      <a:srgbClr val="000000"/>
                    </a:solidFill>
                    <a:latin typeface="华文楷体" panose="02010600040101010101" pitchFamily="2" charset="-122"/>
                    <a:ea typeface="华文楷体" panose="02010600040101010101" pitchFamily="2" charset="-122"/>
                  </a:rPr>
                  <a:t>8</a:t>
                </a:r>
                <a:r>
                  <a:rPr lang="zh-CN" altLang="en-US" dirty="0">
                    <a:solidFill>
                      <a:srgbClr val="000000"/>
                    </a:solidFill>
                    <a:latin typeface="华文楷体" panose="02010600040101010101" pitchFamily="2" charset="-122"/>
                    <a:ea typeface="华文楷体" panose="02010600040101010101" pitchFamily="2" charset="-122"/>
                  </a:rPr>
                  <a:t>中的修改准则</a:t>
                </a:r>
                <a:r>
                  <a:rPr lang="en-US" altLang="zh-CN" dirty="0">
                    <a:solidFill>
                      <a:srgbClr val="000000"/>
                    </a:solidFill>
                    <a:latin typeface="华文楷体" panose="02010600040101010101" pitchFamily="2" charset="-122"/>
                    <a:ea typeface="华文楷体" panose="02010600040101010101" pitchFamily="2" charset="-122"/>
                  </a:rPr>
                  <a:t>Ⅱ</a:t>
                </a:r>
                <a:r>
                  <a:rPr lang="zh-CN" altLang="en-US" dirty="0">
                    <a:solidFill>
                      <a:srgbClr val="000000"/>
                    </a:solidFill>
                    <a:latin typeface="华文楷体" panose="02010600040101010101" pitchFamily="2" charset="-122"/>
                    <a:ea typeface="华文楷体" panose="02010600040101010101" pitchFamily="2" charset="-122"/>
                  </a:rPr>
                  <a:t>之有关内容如下：</a:t>
                </a:r>
              </a:p>
              <a:p>
                <a:pPr marL="342900" indent="-342900" algn="just">
                  <a:lnSpc>
                    <a:spcPct val="150000"/>
                  </a:lnSpc>
                  <a:buFont typeface="+mj-lt"/>
                  <a:buAutoNum type="arabicPeriod"/>
                </a:pPr>
                <a:r>
                  <a:rPr lang="zh-CN" altLang="en-US" dirty="0">
                    <a:solidFill>
                      <a:srgbClr val="000000"/>
                    </a:solidFill>
                    <a:latin typeface="华文楷体" panose="02010600040101010101" pitchFamily="2" charset="-122"/>
                    <a:ea typeface="华文楷体" panose="02010600040101010101" pitchFamily="2" charset="-122"/>
                  </a:rPr>
                  <a:t>若专家</a:t>
                </a:r>
                <a:r>
                  <a:rPr lang="en-US" altLang="zh-CN" dirty="0">
                    <a:solidFill>
                      <a:srgbClr val="000000"/>
                    </a:solidFill>
                    <a:latin typeface="华文楷体" panose="02010600040101010101" pitchFamily="2" charset="-122"/>
                    <a:ea typeface="华文楷体" panose="02010600040101010101" pitchFamily="2" charset="-122"/>
                  </a:rPr>
                  <a:t>k</a:t>
                </a:r>
                <a:r>
                  <a:rPr lang="zh-CN" altLang="en-US" dirty="0">
                    <a:solidFill>
                      <a:srgbClr val="000000"/>
                    </a:solidFill>
                    <a:latin typeface="华文楷体" panose="02010600040101010101" pitchFamily="2" charset="-122"/>
                    <a:ea typeface="华文楷体" panose="02010600040101010101" pitchFamily="2" charset="-122"/>
                  </a:rPr>
                  <a:t>对子系统</a:t>
                </a:r>
                <a:r>
                  <a:rPr lang="en-US" altLang="zh-CN" dirty="0">
                    <a:solidFill>
                      <a:srgbClr val="000000"/>
                    </a:solidFill>
                    <a:latin typeface="华文楷体" panose="02010600040101010101" pitchFamily="2" charset="-122"/>
                    <a:ea typeface="华文楷体" panose="02010600040101010101" pitchFamily="2" charset="-122"/>
                  </a:rPr>
                  <a:t>Nj</a:t>
                </a:r>
                <a:r>
                  <a:rPr lang="zh-CN" altLang="en-US" dirty="0">
                    <a:solidFill>
                      <a:srgbClr val="000000"/>
                    </a:solidFill>
                    <a:latin typeface="华文楷体" panose="02010600040101010101" pitchFamily="2" charset="-122"/>
                    <a:ea typeface="华文楷体" panose="02010600040101010101" pitchFamily="2" charset="-122"/>
                  </a:rPr>
                  <a:t>之第</a:t>
                </a:r>
                <a:r>
                  <a:rPr lang="en-US" altLang="zh-CN" dirty="0">
                    <a:solidFill>
                      <a:srgbClr val="000000"/>
                    </a:solidFill>
                    <a:latin typeface="华文楷体" panose="02010600040101010101" pitchFamily="2" charset="-122"/>
                    <a:ea typeface="华文楷体" panose="02010600040101010101" pitchFamily="2" charset="-122"/>
                  </a:rPr>
                  <a:t>P</a:t>
                </a:r>
                <a:r>
                  <a:rPr lang="zh-CN" altLang="en-US" dirty="0">
                    <a:solidFill>
                      <a:srgbClr val="000000"/>
                    </a:solidFill>
                    <a:latin typeface="华文楷体" panose="02010600040101010101" pitchFamily="2" charset="-122"/>
                    <a:ea typeface="华文楷体" panose="02010600040101010101" pitchFamily="2" charset="-122"/>
                  </a:rPr>
                  <a:t>次成本估值有</a:t>
                </a:r>
                <a14:m>
                  <m:oMath xmlns:m="http://schemas.openxmlformats.org/officeDocument/2006/math">
                    <m:sSubSup>
                      <m:sSubSupPr>
                        <m:ctrlPr>
                          <a:rPr lang="zh-CN" altLang="en-US" i="1" smtClean="0">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𝐶</m:t>
                        </m:r>
                      </m:e>
                      <m:sub>
                        <m:r>
                          <a:rPr lang="zh-CN" altLang="en-US" i="1">
                            <a:solidFill>
                              <a:srgbClr val="000000"/>
                            </a:solidFill>
                            <a:latin typeface="Cambria Math" panose="02040503050406030204" pitchFamily="18" charset="0"/>
                          </a:rPr>
                          <m:t>𝑗</m:t>
                        </m:r>
                      </m:sub>
                      <m:sup>
                        <m:r>
                          <a:rPr lang="zh-CN" altLang="en-US" i="1">
                            <a:solidFill>
                              <a:srgbClr val="000000"/>
                            </a:solidFill>
                            <a:latin typeface="Cambria Math" panose="02040503050406030204" pitchFamily="18" charset="0"/>
                          </a:rPr>
                          <m:t>𝑘</m:t>
                        </m:r>
                      </m:sup>
                    </m:sSub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)&lt;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𝐶</m:t>
                            </m:r>
                          </m:e>
                        </m:acc>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oMath>
                </a14:m>
                <a:r>
                  <a:rPr lang="zh-CN" altLang="en-US" dirty="0">
                    <a:solidFill>
                      <a:srgbClr val="000000"/>
                    </a:solidFill>
                    <a:latin typeface="华文楷体" panose="02010600040101010101" pitchFamily="2" charset="-122"/>
                    <a:ea typeface="华文楷体" panose="02010600040101010101" pitchFamily="2" charset="-122"/>
                  </a:rPr>
                  <a:t>，则要求专家</a:t>
                </a:r>
                <a:r>
                  <a:rPr lang="en-US" altLang="zh-CN" dirty="0">
                    <a:solidFill>
                      <a:srgbClr val="000000"/>
                    </a:solidFill>
                    <a:latin typeface="华文楷体" panose="02010600040101010101" pitchFamily="2" charset="-122"/>
                    <a:ea typeface="华文楷体" panose="02010600040101010101" pitchFamily="2" charset="-122"/>
                  </a:rPr>
                  <a:t>k</a:t>
                </a:r>
                <a:r>
                  <a:rPr lang="zh-CN" altLang="en-US" dirty="0">
                    <a:solidFill>
                      <a:srgbClr val="000000"/>
                    </a:solidFill>
                    <a:latin typeface="华文楷体" panose="02010600040101010101" pitchFamily="2" charset="-122"/>
                    <a:ea typeface="华文楷体" panose="02010600040101010101" pitchFamily="2" charset="-122"/>
                  </a:rPr>
                  <a:t>在下一次调查中提高对</a:t>
                </a:r>
                <a:r>
                  <a:rPr lang="en-US" altLang="zh-CN" dirty="0">
                    <a:solidFill>
                      <a:srgbClr val="000000"/>
                    </a:solidFill>
                    <a:latin typeface="华文楷体" panose="02010600040101010101" pitchFamily="2" charset="-122"/>
                    <a:ea typeface="华文楷体" panose="02010600040101010101" pitchFamily="2" charset="-122"/>
                  </a:rPr>
                  <a:t>Nj</a:t>
                </a:r>
                <a:r>
                  <a:rPr lang="zh-CN" altLang="en-US" dirty="0">
                    <a:solidFill>
                      <a:srgbClr val="000000"/>
                    </a:solidFill>
                    <a:latin typeface="华文楷体" panose="02010600040101010101" pitchFamily="2" charset="-122"/>
                    <a:ea typeface="华文楷体" panose="02010600040101010101" pitchFamily="2" charset="-122"/>
                  </a:rPr>
                  <a:t>之成本估值，并有</a:t>
                </a:r>
                <a14:m>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𝐶</m:t>
                        </m:r>
                      </m:e>
                      <m:sub>
                        <m:r>
                          <a:rPr lang="zh-CN" altLang="en-US" i="1">
                            <a:solidFill>
                              <a:srgbClr val="000000"/>
                            </a:solidFill>
                            <a:latin typeface="Cambria Math" panose="02040503050406030204" pitchFamily="18" charset="0"/>
                          </a:rPr>
                          <m:t>𝑗</m:t>
                        </m:r>
                      </m:sub>
                      <m:sup>
                        <m:r>
                          <a:rPr lang="zh-CN" altLang="en-US" i="1">
                            <a:solidFill>
                              <a:srgbClr val="000000"/>
                            </a:solidFill>
                            <a:latin typeface="Cambria Math" panose="02040503050406030204" pitchFamily="18" charset="0"/>
                          </a:rPr>
                          <m:t>𝑘</m:t>
                        </m:r>
                      </m:sup>
                    </m:sSub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)&lt;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𝐶</m:t>
                        </m:r>
                      </m:e>
                      <m:sub>
                        <m:r>
                          <a:rPr lang="zh-CN" altLang="en-US" i="1">
                            <a:solidFill>
                              <a:srgbClr val="000000"/>
                            </a:solidFill>
                            <a:latin typeface="Cambria Math" panose="02040503050406030204" pitchFamily="18" charset="0"/>
                          </a:rPr>
                          <m:t>𝑗</m:t>
                        </m:r>
                      </m:sub>
                      <m:sup>
                        <m:r>
                          <a:rPr lang="zh-CN" altLang="en-US" i="1">
                            <a:solidFill>
                              <a:srgbClr val="000000"/>
                            </a:solidFill>
                            <a:latin typeface="Cambria Math" panose="02040503050406030204" pitchFamily="18" charset="0"/>
                          </a:rPr>
                          <m:t>𝑘</m:t>
                        </m:r>
                      </m:sup>
                    </m:sSub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+1)&lt;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𝐶</m:t>
                            </m:r>
                          </m:e>
                        </m:acc>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oMath>
                </a14:m>
                <a:endParaRPr lang="zh-CN" altLang="en-US" dirty="0">
                  <a:solidFill>
                    <a:srgbClr val="000000"/>
                  </a:solidFill>
                  <a:latin typeface="华文楷体" panose="02010600040101010101" pitchFamily="2" charset="-122"/>
                  <a:ea typeface="华文楷体" panose="02010600040101010101" pitchFamily="2" charset="-122"/>
                </a:endParaRPr>
              </a:p>
              <a:p>
                <a:pPr marL="342900" indent="-342900" algn="just">
                  <a:lnSpc>
                    <a:spcPct val="150000"/>
                  </a:lnSpc>
                  <a:buFont typeface="+mj-lt"/>
                  <a:buAutoNum type="arabicPeriod"/>
                </a:pPr>
                <a:r>
                  <a:rPr lang="zh-CN" altLang="en-US" dirty="0">
                    <a:solidFill>
                      <a:srgbClr val="000000"/>
                    </a:solidFill>
                    <a:latin typeface="华文楷体" panose="02010600040101010101" pitchFamily="2" charset="-122"/>
                    <a:ea typeface="华文楷体" panose="02010600040101010101" pitchFamily="2" charset="-122"/>
                  </a:rPr>
                  <a:t>若专家</a:t>
                </a:r>
                <a:r>
                  <a:rPr lang="en-US" altLang="zh-CN" dirty="0">
                    <a:solidFill>
                      <a:srgbClr val="000000"/>
                    </a:solidFill>
                    <a:latin typeface="华文楷体" panose="02010600040101010101" pitchFamily="2" charset="-122"/>
                    <a:ea typeface="华文楷体" panose="02010600040101010101" pitchFamily="2" charset="-122"/>
                  </a:rPr>
                  <a:t>k</a:t>
                </a:r>
                <a:r>
                  <a:rPr lang="zh-CN" altLang="en-US" dirty="0">
                    <a:solidFill>
                      <a:srgbClr val="000000"/>
                    </a:solidFill>
                    <a:latin typeface="华文楷体" panose="02010600040101010101" pitchFamily="2" charset="-122"/>
                    <a:ea typeface="华文楷体" panose="02010600040101010101" pitchFamily="2" charset="-122"/>
                  </a:rPr>
                  <a:t>对子系统</a:t>
                </a:r>
                <a:r>
                  <a:rPr lang="en-US" altLang="zh-CN" dirty="0">
                    <a:solidFill>
                      <a:srgbClr val="000000"/>
                    </a:solidFill>
                    <a:latin typeface="华文楷体" panose="02010600040101010101" pitchFamily="2" charset="-122"/>
                    <a:ea typeface="华文楷体" panose="02010600040101010101" pitchFamily="2" charset="-122"/>
                  </a:rPr>
                  <a:t>Nj</a:t>
                </a:r>
                <a:r>
                  <a:rPr lang="zh-CN" altLang="en-US" dirty="0">
                    <a:solidFill>
                      <a:srgbClr val="000000"/>
                    </a:solidFill>
                    <a:latin typeface="华文楷体" panose="02010600040101010101" pitchFamily="2" charset="-122"/>
                    <a:ea typeface="华文楷体" panose="02010600040101010101" pitchFamily="2" charset="-122"/>
                  </a:rPr>
                  <a:t>之第</a:t>
                </a:r>
                <a:r>
                  <a:rPr lang="en-US" altLang="zh-CN" dirty="0">
                    <a:solidFill>
                      <a:srgbClr val="000000"/>
                    </a:solidFill>
                    <a:latin typeface="华文楷体" panose="02010600040101010101" pitchFamily="2" charset="-122"/>
                    <a:ea typeface="华文楷体" panose="02010600040101010101" pitchFamily="2" charset="-122"/>
                  </a:rPr>
                  <a:t>P</a:t>
                </a:r>
                <a:r>
                  <a:rPr lang="zh-CN" altLang="en-US" dirty="0">
                    <a:solidFill>
                      <a:srgbClr val="000000"/>
                    </a:solidFill>
                    <a:latin typeface="华文楷体" panose="02010600040101010101" pitchFamily="2" charset="-122"/>
                    <a:ea typeface="华文楷体" panose="02010600040101010101" pitchFamily="2" charset="-122"/>
                  </a:rPr>
                  <a:t>次成本估值有</a:t>
                </a:r>
                <a14:m>
                  <m:oMath xmlns:m="http://schemas.openxmlformats.org/officeDocument/2006/math">
                    <m:sSubSup>
                      <m:sSubSupPr>
                        <m:ctrlPr>
                          <a:rPr lang="zh-CN" altLang="en-US" i="1" smtClean="0">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𝐶</m:t>
                        </m:r>
                      </m:e>
                      <m:sub>
                        <m:r>
                          <a:rPr lang="zh-CN" altLang="en-US" i="1">
                            <a:solidFill>
                              <a:srgbClr val="000000"/>
                            </a:solidFill>
                            <a:latin typeface="Cambria Math" panose="02040503050406030204" pitchFamily="18" charset="0"/>
                          </a:rPr>
                          <m:t>𝑗</m:t>
                        </m:r>
                      </m:sub>
                      <m:sup>
                        <m:r>
                          <a:rPr lang="zh-CN" altLang="en-US" i="1">
                            <a:solidFill>
                              <a:srgbClr val="000000"/>
                            </a:solidFill>
                            <a:latin typeface="Cambria Math" panose="02040503050406030204" pitchFamily="18" charset="0"/>
                          </a:rPr>
                          <m:t>𝑘</m:t>
                        </m:r>
                      </m:sup>
                    </m:sSub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)&gt;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𝐶</m:t>
                            </m:r>
                          </m:e>
                        </m:acc>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oMath>
                </a14:m>
                <a:r>
                  <a:rPr lang="zh-CN" altLang="en-US" dirty="0">
                    <a:solidFill>
                      <a:srgbClr val="000000"/>
                    </a:solidFill>
                    <a:latin typeface="华文楷体" panose="02010600040101010101" pitchFamily="2" charset="-122"/>
                    <a:ea typeface="华文楷体" panose="02010600040101010101" pitchFamily="2" charset="-122"/>
                  </a:rPr>
                  <a:t>，则要求专家</a:t>
                </a:r>
                <a:r>
                  <a:rPr lang="en-US" altLang="zh-CN" dirty="0">
                    <a:solidFill>
                      <a:srgbClr val="000000"/>
                    </a:solidFill>
                    <a:latin typeface="华文楷体" panose="02010600040101010101" pitchFamily="2" charset="-122"/>
                    <a:ea typeface="华文楷体" panose="02010600040101010101" pitchFamily="2" charset="-122"/>
                  </a:rPr>
                  <a:t>k</a:t>
                </a:r>
                <a:r>
                  <a:rPr lang="zh-CN" altLang="en-US" dirty="0">
                    <a:solidFill>
                      <a:srgbClr val="000000"/>
                    </a:solidFill>
                    <a:latin typeface="华文楷体" panose="02010600040101010101" pitchFamily="2" charset="-122"/>
                    <a:ea typeface="华文楷体" panose="02010600040101010101" pitchFamily="2" charset="-122"/>
                  </a:rPr>
                  <a:t>在下一次调查中降低对</a:t>
                </a:r>
                <a:r>
                  <a:rPr lang="en-US" altLang="zh-CN" dirty="0">
                    <a:solidFill>
                      <a:srgbClr val="000000"/>
                    </a:solidFill>
                    <a:latin typeface="华文楷体" panose="02010600040101010101" pitchFamily="2" charset="-122"/>
                    <a:ea typeface="华文楷体" panose="02010600040101010101" pitchFamily="2" charset="-122"/>
                  </a:rPr>
                  <a:t>Nj</a:t>
                </a:r>
                <a:r>
                  <a:rPr lang="zh-CN" altLang="en-US" dirty="0">
                    <a:solidFill>
                      <a:srgbClr val="000000"/>
                    </a:solidFill>
                    <a:latin typeface="华文楷体" panose="02010600040101010101" pitchFamily="2" charset="-122"/>
                    <a:ea typeface="华文楷体" panose="02010600040101010101" pitchFamily="2" charset="-122"/>
                  </a:rPr>
                  <a:t>之成本估值，并有</a:t>
                </a:r>
                <a14:m>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𝐶</m:t>
                        </m:r>
                      </m:e>
                      <m:sub>
                        <m:r>
                          <a:rPr lang="zh-CN" altLang="en-US" i="1">
                            <a:solidFill>
                              <a:srgbClr val="000000"/>
                            </a:solidFill>
                            <a:latin typeface="Cambria Math" panose="02040503050406030204" pitchFamily="18" charset="0"/>
                          </a:rPr>
                          <m:t>𝑗</m:t>
                        </m:r>
                      </m:sub>
                      <m:sup>
                        <m:r>
                          <a:rPr lang="zh-CN" altLang="en-US" i="1">
                            <a:solidFill>
                              <a:srgbClr val="000000"/>
                            </a:solidFill>
                            <a:latin typeface="Cambria Math" panose="02040503050406030204" pitchFamily="18" charset="0"/>
                          </a:rPr>
                          <m:t>𝑘</m:t>
                        </m:r>
                      </m:sup>
                    </m:sSub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)&gt;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𝐶</m:t>
                        </m:r>
                      </m:e>
                      <m:sub>
                        <m:r>
                          <a:rPr lang="zh-CN" altLang="en-US" i="1">
                            <a:solidFill>
                              <a:srgbClr val="000000"/>
                            </a:solidFill>
                            <a:latin typeface="Cambria Math" panose="02040503050406030204" pitchFamily="18" charset="0"/>
                          </a:rPr>
                          <m:t>𝑗</m:t>
                        </m:r>
                      </m:sub>
                      <m:sup>
                        <m:r>
                          <a:rPr lang="zh-CN" altLang="en-US" i="1">
                            <a:solidFill>
                              <a:srgbClr val="000000"/>
                            </a:solidFill>
                            <a:latin typeface="Cambria Math" panose="02040503050406030204" pitchFamily="18" charset="0"/>
                          </a:rPr>
                          <m:t>𝑘</m:t>
                        </m:r>
                      </m:sup>
                    </m:sSub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+1)&gt;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𝐶</m:t>
                            </m:r>
                          </m:e>
                        </m:acc>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oMath>
                </a14:m>
                <a:endParaRPr lang="zh-CN" altLang="en-US" dirty="0">
                  <a:solidFill>
                    <a:srgbClr val="000000"/>
                  </a:solidFill>
                  <a:latin typeface="华文楷体" panose="02010600040101010101" pitchFamily="2" charset="-122"/>
                  <a:ea typeface="华文楷体" panose="02010600040101010101" pitchFamily="2" charset="-122"/>
                </a:endParaRPr>
              </a:p>
              <a:p>
                <a:pPr marL="342900" indent="-342900" algn="just">
                  <a:lnSpc>
                    <a:spcPct val="150000"/>
                  </a:lnSpc>
                  <a:buFont typeface="+mj-lt"/>
                  <a:buAutoNum type="arabicPeriod"/>
                </a:pPr>
                <a:r>
                  <a:rPr lang="zh-CN" altLang="en-US" dirty="0">
                    <a:solidFill>
                      <a:srgbClr val="000000"/>
                    </a:solidFill>
                    <a:latin typeface="华文楷体" panose="02010600040101010101" pitchFamily="2" charset="-122"/>
                    <a:ea typeface="华文楷体" panose="02010600040101010101" pitchFamily="2" charset="-122"/>
                  </a:rPr>
                  <a:t>若专家</a:t>
                </a:r>
                <a:r>
                  <a:rPr lang="en-US" altLang="zh-CN" dirty="0">
                    <a:solidFill>
                      <a:srgbClr val="000000"/>
                    </a:solidFill>
                    <a:latin typeface="华文楷体" panose="02010600040101010101" pitchFamily="2" charset="-122"/>
                    <a:ea typeface="华文楷体" panose="02010600040101010101" pitchFamily="2" charset="-122"/>
                  </a:rPr>
                  <a:t>k</a:t>
                </a:r>
                <a:r>
                  <a:rPr lang="zh-CN" altLang="en-US" dirty="0">
                    <a:solidFill>
                      <a:srgbClr val="000000"/>
                    </a:solidFill>
                    <a:latin typeface="华文楷体" panose="02010600040101010101" pitchFamily="2" charset="-122"/>
                    <a:ea typeface="华文楷体" panose="02010600040101010101" pitchFamily="2" charset="-122"/>
                  </a:rPr>
                  <a:t>对子系统</a:t>
                </a:r>
                <a:r>
                  <a:rPr lang="en-US" altLang="zh-CN" dirty="0">
                    <a:solidFill>
                      <a:srgbClr val="000000"/>
                    </a:solidFill>
                    <a:latin typeface="华文楷体" panose="02010600040101010101" pitchFamily="2" charset="-122"/>
                    <a:ea typeface="华文楷体" panose="02010600040101010101" pitchFamily="2" charset="-122"/>
                  </a:rPr>
                  <a:t>Nj</a:t>
                </a:r>
                <a:r>
                  <a:rPr lang="zh-CN" altLang="en-US" dirty="0">
                    <a:solidFill>
                      <a:srgbClr val="000000"/>
                    </a:solidFill>
                    <a:latin typeface="华文楷体" panose="02010600040101010101" pitchFamily="2" charset="-122"/>
                    <a:ea typeface="华文楷体" panose="02010600040101010101" pitchFamily="2" charset="-122"/>
                  </a:rPr>
                  <a:t>之第</a:t>
                </a:r>
                <a:r>
                  <a:rPr lang="en-US" altLang="zh-CN" dirty="0">
                    <a:solidFill>
                      <a:srgbClr val="000000"/>
                    </a:solidFill>
                    <a:latin typeface="华文楷体" panose="02010600040101010101" pitchFamily="2" charset="-122"/>
                    <a:ea typeface="华文楷体" panose="02010600040101010101" pitchFamily="2" charset="-122"/>
                  </a:rPr>
                  <a:t>P</a:t>
                </a:r>
                <a:r>
                  <a:rPr lang="zh-CN" altLang="en-US" dirty="0">
                    <a:solidFill>
                      <a:srgbClr val="000000"/>
                    </a:solidFill>
                    <a:latin typeface="华文楷体" panose="02010600040101010101" pitchFamily="2" charset="-122"/>
                    <a:ea typeface="华文楷体" panose="02010600040101010101" pitchFamily="2" charset="-122"/>
                  </a:rPr>
                  <a:t>次成本估值有</a:t>
                </a:r>
                <a14:m>
                  <m:oMath xmlns:m="http://schemas.openxmlformats.org/officeDocument/2006/math">
                    <m:sSubSup>
                      <m:sSubSupPr>
                        <m:ctrlPr>
                          <a:rPr lang="zh-CN" altLang="en-US" i="1" smtClean="0">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𝐶</m:t>
                        </m:r>
                      </m:e>
                      <m:sub>
                        <m:r>
                          <a:rPr lang="zh-CN" altLang="en-US" i="1">
                            <a:solidFill>
                              <a:srgbClr val="000000"/>
                            </a:solidFill>
                            <a:latin typeface="Cambria Math" panose="02040503050406030204" pitchFamily="18" charset="0"/>
                          </a:rPr>
                          <m:t>𝑗</m:t>
                        </m:r>
                      </m:sub>
                      <m:sup>
                        <m:r>
                          <a:rPr lang="zh-CN" altLang="en-US" i="1">
                            <a:solidFill>
                              <a:srgbClr val="000000"/>
                            </a:solidFill>
                            <a:latin typeface="Cambria Math" panose="02040503050406030204" pitchFamily="18" charset="0"/>
                          </a:rPr>
                          <m:t>𝑘</m:t>
                        </m:r>
                      </m:sup>
                    </m:sSub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𝐶</m:t>
                            </m:r>
                          </m:e>
                        </m:acc>
                      </m:e>
                      <m:sub>
                        <m:r>
                          <a:rPr lang="zh-CN" altLang="en-US" i="1">
                            <a:solidFill>
                              <a:srgbClr val="000000"/>
                            </a:solidFill>
                            <a:latin typeface="Cambria Math" panose="02040503050406030204" pitchFamily="18" charset="0"/>
                          </a:rPr>
                          <m:t>𝑗</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𝑃</m:t>
                    </m:r>
                    <m:r>
                      <a:rPr lang="zh-CN" altLang="en-US" i="1">
                        <a:solidFill>
                          <a:srgbClr val="000000"/>
                        </a:solidFill>
                        <a:latin typeface="Cambria Math" panose="02040503050406030204" pitchFamily="18" charset="0"/>
                      </a:rPr>
                      <m:t>)</m:t>
                    </m:r>
                  </m:oMath>
                </a14:m>
                <a:r>
                  <a:rPr lang="zh-CN" altLang="en-US" dirty="0">
                    <a:solidFill>
                      <a:srgbClr val="000000"/>
                    </a:solidFill>
                    <a:latin typeface="华文楷体" panose="02010600040101010101" pitchFamily="2" charset="-122"/>
                    <a:ea typeface="华文楷体" panose="02010600040101010101" pitchFamily="2" charset="-122"/>
                  </a:rPr>
                  <a:t>，则要求专家</a:t>
                </a:r>
                <a:r>
                  <a:rPr lang="en-US" altLang="zh-CN" dirty="0">
                    <a:solidFill>
                      <a:srgbClr val="000000"/>
                    </a:solidFill>
                    <a:latin typeface="华文楷体" panose="02010600040101010101" pitchFamily="2" charset="-122"/>
                    <a:ea typeface="华文楷体" panose="02010600040101010101" pitchFamily="2" charset="-122"/>
                  </a:rPr>
                  <a:t>k</a:t>
                </a:r>
                <a:r>
                  <a:rPr lang="zh-CN" altLang="en-US" dirty="0">
                    <a:solidFill>
                      <a:srgbClr val="000000"/>
                    </a:solidFill>
                    <a:latin typeface="华文楷体" panose="02010600040101010101" pitchFamily="2" charset="-122"/>
                    <a:ea typeface="华文楷体" panose="02010600040101010101" pitchFamily="2" charset="-122"/>
                  </a:rPr>
                  <a:t>在下一次调查中对</a:t>
                </a:r>
                <a:r>
                  <a:rPr lang="en-US" altLang="zh-CN" dirty="0">
                    <a:solidFill>
                      <a:srgbClr val="000000"/>
                    </a:solidFill>
                    <a:latin typeface="华文楷体" panose="02010600040101010101" pitchFamily="2" charset="-122"/>
                    <a:ea typeface="华文楷体" panose="02010600040101010101" pitchFamily="2" charset="-122"/>
                  </a:rPr>
                  <a:t>Nj</a:t>
                </a:r>
                <a:r>
                  <a:rPr lang="zh-CN" altLang="en-US" dirty="0">
                    <a:solidFill>
                      <a:srgbClr val="000000"/>
                    </a:solidFill>
                    <a:latin typeface="华文楷体" panose="02010600040101010101" pitchFamily="2" charset="-122"/>
                    <a:ea typeface="华文楷体" panose="02010600040101010101" pitchFamily="2" charset="-122"/>
                  </a:rPr>
                  <a:t>之成本估值保持不变，或按</a:t>
                </a:r>
                <a:r>
                  <a:rPr lang="en-US" altLang="zh-CN" dirty="0">
                    <a:solidFill>
                      <a:srgbClr val="000000"/>
                    </a:solidFill>
                    <a:latin typeface="华文楷体" panose="02010600040101010101" pitchFamily="2" charset="-122"/>
                    <a:ea typeface="华文楷体" panose="02010600040101010101" pitchFamily="2" charset="-122"/>
                  </a:rPr>
                  <a:t>1</a:t>
                </a:r>
                <a:r>
                  <a:rPr lang="zh-CN" altLang="en-US" dirty="0">
                    <a:solidFill>
                      <a:srgbClr val="000000"/>
                    </a:solidFill>
                    <a:latin typeface="华文楷体" panose="02010600040101010101" pitchFamily="2" charset="-122"/>
                    <a:ea typeface="华文楷体" panose="02010600040101010101" pitchFamily="2" charset="-122"/>
                  </a:rPr>
                  <a:t>、 </a:t>
                </a:r>
                <a:r>
                  <a:rPr lang="en-US" altLang="zh-CN" dirty="0">
                    <a:solidFill>
                      <a:srgbClr val="000000"/>
                    </a:solidFill>
                    <a:latin typeface="华文楷体" panose="02010600040101010101" pitchFamily="2" charset="-122"/>
                    <a:ea typeface="华文楷体" panose="02010600040101010101" pitchFamily="2" charset="-122"/>
                  </a:rPr>
                  <a:t>2</a:t>
                </a:r>
                <a:r>
                  <a:rPr lang="zh-CN" altLang="en-US" dirty="0">
                    <a:solidFill>
                      <a:srgbClr val="000000"/>
                    </a:solidFill>
                    <a:latin typeface="华文楷体" panose="02010600040101010101" pitchFamily="2" charset="-122"/>
                    <a:ea typeface="华文楷体" panose="02010600040101010101" pitchFamily="2" charset="-122"/>
                  </a:rPr>
                  <a:t> 法则修改。</a:t>
                </a:r>
              </a:p>
            </p:txBody>
          </p:sp>
        </mc:Choice>
        <mc:Fallback xmlns="">
          <p:sp>
            <p:nvSpPr>
              <p:cNvPr id="2" name="矩形 1">
                <a:extLst>
                  <a:ext uri="{FF2B5EF4-FFF2-40B4-BE49-F238E27FC236}">
                    <a16:creationId xmlns:a16="http://schemas.microsoft.com/office/drawing/2014/main" id="{1A343DEC-CFF6-41F5-B87C-0DFC08C67B76}"/>
                  </a:ext>
                </a:extLst>
              </p:cNvPr>
              <p:cNvSpPr>
                <a:spLocks noRot="1" noChangeAspect="1" noMove="1" noResize="1" noEditPoints="1" noAdjustHandles="1" noChangeArrowheads="1" noChangeShapeType="1" noTextEdit="1"/>
              </p:cNvSpPr>
              <p:nvPr/>
            </p:nvSpPr>
            <p:spPr>
              <a:xfrm>
                <a:off x="611831" y="811678"/>
                <a:ext cx="7879707" cy="3362972"/>
              </a:xfrm>
              <a:prstGeom prst="rect">
                <a:avLst/>
              </a:prstGeom>
              <a:blipFill>
                <a:blip r:embed="rId3"/>
                <a:stretch>
                  <a:fillRect l="-541" r="-696" b="-19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3621753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733441"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3.2.2 Delphi</a:t>
            </a:r>
            <a:r>
              <a:rPr lang="zh-CN" altLang="en-US" sz="2400" spc="300" dirty="0">
                <a:latin typeface="微软雅黑" panose="020B0503020204020204" pitchFamily="34" charset="-122"/>
                <a:ea typeface="微软雅黑" panose="020B0503020204020204" pitchFamily="34" charset="-122"/>
              </a:rPr>
              <a:t>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11678"/>
            <a:ext cx="7879707" cy="1299266"/>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由于</a:t>
            </a:r>
            <a:r>
              <a:rPr lang="en-US" altLang="zh-CN" dirty="0">
                <a:solidFill>
                  <a:srgbClr val="000000"/>
                </a:solidFill>
                <a:latin typeface="华文楷体" panose="02010600040101010101" pitchFamily="2" charset="-122"/>
                <a:ea typeface="华文楷体" panose="02010600040101010101" pitchFamily="2" charset="-122"/>
              </a:rPr>
              <a:t>Delphi</a:t>
            </a:r>
            <a:r>
              <a:rPr lang="zh-CN" altLang="en-US" dirty="0">
                <a:solidFill>
                  <a:srgbClr val="000000"/>
                </a:solidFill>
                <a:latin typeface="华文楷体" panose="02010600040101010101" pitchFamily="2" charset="-122"/>
                <a:ea typeface="华文楷体" panose="02010600040101010101" pitchFamily="2" charset="-122"/>
              </a:rPr>
              <a:t>法是系统工程中的一种常用的综合评价方法，故上述</a:t>
            </a:r>
            <a:r>
              <a:rPr lang="en-US" altLang="zh-CN" dirty="0">
                <a:solidFill>
                  <a:srgbClr val="000000"/>
                </a:solidFill>
                <a:latin typeface="华文楷体" panose="02010600040101010101" pitchFamily="2" charset="-122"/>
                <a:ea typeface="华文楷体" panose="02010600040101010101" pitchFamily="2" charset="-122"/>
              </a:rPr>
              <a:t>Delphi</a:t>
            </a:r>
            <a:r>
              <a:rPr lang="zh-CN" altLang="en-US" dirty="0">
                <a:solidFill>
                  <a:srgbClr val="000000"/>
                </a:solidFill>
                <a:latin typeface="华文楷体" panose="02010600040101010101" pitchFamily="2" charset="-122"/>
                <a:ea typeface="华文楷体" panose="02010600040101010101" pitchFamily="2" charset="-122"/>
              </a:rPr>
              <a:t>法不仅对成本估值有效，而且也适用于对系统的规模、复杂性、性能、功能等的评价。</a:t>
            </a:r>
          </a:p>
        </p:txBody>
      </p:sp>
    </p:spTree>
    <p:extLst>
      <p:ext uri="{BB962C8B-B14F-4D97-AF65-F5344CB8AC3E}">
        <p14:creationId xmlns:p14="http://schemas.microsoft.com/office/powerpoint/2010/main" val="210132676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209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 </a:t>
            </a:r>
            <a:r>
              <a:rPr lang="zh-CN" altLang="en-US" sz="2400" spc="300" dirty="0">
                <a:latin typeface="微软雅黑" panose="020B0503020204020204" pitchFamily="34" charset="-122"/>
                <a:ea typeface="微软雅黑" panose="020B0503020204020204" pitchFamily="34" charset="-122"/>
              </a:rPr>
              <a:t>软件成本与工期的测算方法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16512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功能分解法</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sz="1600" dirty="0">
                <a:solidFill>
                  <a:srgbClr val="000000"/>
                </a:solidFill>
                <a:latin typeface="华文楷体" panose="02010600040101010101" pitchFamily="2" charset="-122"/>
                <a:ea typeface="华文楷体" panose="02010600040101010101" pitchFamily="2" charset="-122"/>
              </a:rPr>
              <a:t>Delphi</a:t>
            </a:r>
            <a:r>
              <a:rPr lang="zh-CN" altLang="en-US" sz="1600" dirty="0">
                <a:solidFill>
                  <a:srgbClr val="000000"/>
                </a:solidFill>
                <a:latin typeface="华文楷体" panose="02010600040101010101" pitchFamily="2" charset="-122"/>
                <a:ea typeface="华文楷体" panose="02010600040101010101" pitchFamily="2" charset="-122"/>
              </a:rPr>
              <a:t>法</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b="1" i="0" u="none" strike="noStrike" baseline="0" dirty="0">
                <a:solidFill>
                  <a:srgbClr val="7030A0"/>
                </a:solidFill>
                <a:latin typeface="华文楷体" panose="02010600040101010101" pitchFamily="2" charset="-122"/>
                <a:ea typeface="华文楷体" panose="02010600040101010101" pitchFamily="2" charset="-122"/>
              </a:rPr>
              <a:t>统计模型法</a:t>
            </a:r>
          </a:p>
        </p:txBody>
      </p:sp>
    </p:spTree>
    <p:extLst>
      <p:ext uri="{BB962C8B-B14F-4D97-AF65-F5344CB8AC3E}">
        <p14:creationId xmlns:p14="http://schemas.microsoft.com/office/powerpoint/2010/main" val="151616423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2900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3.2.3 </a:t>
            </a:r>
            <a:r>
              <a:rPr lang="zh-CN" altLang="en-US" sz="2400" spc="300" dirty="0">
                <a:latin typeface="微软雅黑" panose="020B0503020204020204" pitchFamily="34" charset="-122"/>
                <a:ea typeface="微软雅黑" panose="020B0503020204020204" pitchFamily="34" charset="-122"/>
              </a:rPr>
              <a:t>统计模型法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64245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基本思想</a:t>
            </a: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首先寻找对软件成本</a:t>
            </a:r>
            <a:r>
              <a:rPr lang="en-US" altLang="zh-CN" sz="1600" dirty="0">
                <a:solidFill>
                  <a:srgbClr val="000000"/>
                </a:solidFill>
                <a:latin typeface="华文楷体" panose="02010600040101010101" pitchFamily="2" charset="-122"/>
                <a:ea typeface="华文楷体" panose="02010600040101010101" pitchFamily="2" charset="-122"/>
              </a:rPr>
              <a:t>y</a:t>
            </a:r>
            <a:r>
              <a:rPr lang="zh-CN" altLang="en-US" sz="1600" dirty="0">
                <a:solidFill>
                  <a:srgbClr val="000000"/>
                </a:solidFill>
                <a:latin typeface="华文楷体" panose="02010600040101010101" pitchFamily="2" charset="-122"/>
                <a:ea typeface="华文楷体" panose="02010600040101010101" pitchFamily="2" charset="-122"/>
              </a:rPr>
              <a:t>的</a:t>
            </a:r>
            <a:r>
              <a:rPr lang="zh-CN" altLang="en-US" sz="1600" b="1" dirty="0">
                <a:solidFill>
                  <a:srgbClr val="7030A0"/>
                </a:solidFill>
                <a:latin typeface="华文楷体" panose="02010600040101010101" pitchFamily="2" charset="-122"/>
                <a:ea typeface="华文楷体" panose="02010600040101010101" pitchFamily="2" charset="-122"/>
              </a:rPr>
              <a:t>影响要素</a:t>
            </a:r>
            <a:r>
              <a:rPr lang="en-US" altLang="zh-CN" sz="1600" dirty="0">
                <a:solidFill>
                  <a:srgbClr val="000000"/>
                </a:solidFill>
                <a:latin typeface="华文楷体" panose="02010600040101010101" pitchFamily="2" charset="-122"/>
                <a:ea typeface="华文楷体" panose="02010600040101010101" pitchFamily="2" charset="-122"/>
              </a:rPr>
              <a:t>x1</a:t>
            </a:r>
            <a:r>
              <a:rPr lang="zh-CN" altLang="en-US" sz="1600" dirty="0">
                <a:solidFill>
                  <a:srgbClr val="000000"/>
                </a:solidFill>
                <a:latin typeface="华文楷体" panose="02010600040101010101" pitchFamily="2" charset="-122"/>
                <a:ea typeface="华文楷体" panose="02010600040101010101" pitchFamily="2" charset="-122"/>
              </a:rPr>
              <a:t>，</a:t>
            </a:r>
            <a:r>
              <a:rPr lang="en-US" altLang="zh-CN" sz="1600" dirty="0">
                <a:solidFill>
                  <a:srgbClr val="000000"/>
                </a:solidFill>
                <a:latin typeface="华文楷体" panose="02010600040101010101" pitchFamily="2" charset="-122"/>
                <a:ea typeface="华文楷体" panose="02010600040101010101" pitchFamily="2" charset="-122"/>
              </a:rPr>
              <a:t>x2</a:t>
            </a:r>
            <a:r>
              <a:rPr lang="zh-CN" altLang="en-US" sz="1600" dirty="0">
                <a:solidFill>
                  <a:srgbClr val="000000"/>
                </a:solidFill>
                <a:latin typeface="华文楷体" panose="02010600040101010101" pitchFamily="2" charset="-122"/>
                <a:ea typeface="华文楷体" panose="02010600040101010101" pitchFamily="2" charset="-122"/>
              </a:rPr>
              <a:t>，</a:t>
            </a:r>
            <a:r>
              <a:rPr lang="en-US" altLang="zh-CN" sz="1600" dirty="0">
                <a:solidFill>
                  <a:srgbClr val="000000"/>
                </a:solidFill>
                <a:latin typeface="华文楷体" panose="02010600040101010101" pitchFamily="2" charset="-122"/>
                <a:ea typeface="华文楷体" panose="02010600040101010101" pitchFamily="2" charset="-122"/>
              </a:rPr>
              <a:t>…</a:t>
            </a:r>
            <a:r>
              <a:rPr lang="zh-CN" altLang="en-US" sz="1600" dirty="0">
                <a:solidFill>
                  <a:srgbClr val="000000"/>
                </a:solidFill>
                <a:latin typeface="华文楷体" panose="02010600040101010101" pitchFamily="2" charset="-122"/>
                <a:ea typeface="华文楷体" panose="02010600040101010101" pitchFamily="2" charset="-122"/>
              </a:rPr>
              <a:t>，</a:t>
            </a:r>
            <a:r>
              <a:rPr lang="en-US" altLang="zh-CN" sz="1600" dirty="0" err="1">
                <a:solidFill>
                  <a:srgbClr val="000000"/>
                </a:solidFill>
                <a:latin typeface="华文楷体" panose="02010600040101010101" pitchFamily="2" charset="-122"/>
                <a:ea typeface="华文楷体" panose="02010600040101010101" pitchFamily="2" charset="-122"/>
              </a:rPr>
              <a:t>xn</a:t>
            </a:r>
            <a:r>
              <a:rPr lang="zh-CN" altLang="en-US" sz="1600" dirty="0">
                <a:solidFill>
                  <a:srgbClr val="000000"/>
                </a:solidFill>
                <a:latin typeface="华文楷体" panose="02010600040101010101" pitchFamily="2" charset="-122"/>
                <a:ea typeface="华文楷体" panose="02010600040101010101" pitchFamily="2" charset="-122"/>
              </a:rPr>
              <a:t>；然后从中选出一些</a:t>
            </a:r>
            <a:r>
              <a:rPr lang="zh-CN" altLang="en-US" sz="1600" b="1" dirty="0">
                <a:solidFill>
                  <a:srgbClr val="7030A0"/>
                </a:solidFill>
                <a:latin typeface="华文楷体" panose="02010600040101010101" pitchFamily="2" charset="-122"/>
                <a:ea typeface="华文楷体" panose="02010600040101010101" pitchFamily="2" charset="-122"/>
              </a:rPr>
              <a:t>主要影响要素</a:t>
            </a:r>
            <a:r>
              <a:rPr lang="zh-CN" altLang="en-US" sz="1600" dirty="0">
                <a:solidFill>
                  <a:srgbClr val="000000"/>
                </a:solidFill>
                <a:latin typeface="华文楷体" panose="02010600040101010101" pitchFamily="2" charset="-122"/>
                <a:ea typeface="华文楷体" panose="02010600040101010101" pitchFamily="2" charset="-122"/>
              </a:rPr>
              <a:t>和收集企业长期从事软件开发是这些要素的数据序列（从</a:t>
            </a:r>
            <a:r>
              <a:rPr lang="en-US" altLang="zh-CN" sz="1600" dirty="0">
                <a:solidFill>
                  <a:srgbClr val="000000"/>
                </a:solidFill>
                <a:latin typeface="华文楷体" panose="02010600040101010101" pitchFamily="2" charset="-122"/>
                <a:ea typeface="华文楷体" panose="02010600040101010101" pitchFamily="2" charset="-122"/>
              </a:rPr>
              <a:t>IT</a:t>
            </a:r>
            <a:r>
              <a:rPr lang="zh-CN" altLang="en-US" sz="1600" dirty="0">
                <a:solidFill>
                  <a:srgbClr val="000000"/>
                </a:solidFill>
                <a:latin typeface="华文楷体" panose="02010600040101010101" pitchFamily="2" charset="-122"/>
                <a:ea typeface="华文楷体" panose="02010600040101010101" pitchFamily="2" charset="-122"/>
              </a:rPr>
              <a:t>企业信息库中获得）及对应的项目成本序列；</a:t>
            </a: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在此基础上，通过研究这些主要影响因素与成本的统计关联关系</a:t>
            </a:r>
            <a:r>
              <a:rPr lang="zh-CN" altLang="en-US" sz="1600" b="1" dirty="0">
                <a:solidFill>
                  <a:srgbClr val="7030A0"/>
                </a:solidFill>
                <a:latin typeface="华文楷体" panose="02010600040101010101" pitchFamily="2" charset="-122"/>
                <a:ea typeface="华文楷体" panose="02010600040101010101" pitchFamily="2" charset="-122"/>
              </a:rPr>
              <a:t>建立统计模型</a:t>
            </a:r>
            <a:r>
              <a:rPr lang="zh-CN" altLang="en-US" sz="1600" dirty="0">
                <a:solidFill>
                  <a:srgbClr val="000000"/>
                </a:solidFill>
                <a:latin typeface="华文楷体" panose="02010600040101010101" pitchFamily="2" charset="-122"/>
                <a:ea typeface="华文楷体" panose="02010600040101010101" pitchFamily="2" charset="-122"/>
              </a:rPr>
              <a:t>，统计模型的建立常采用</a:t>
            </a:r>
            <a:r>
              <a:rPr lang="zh-CN" altLang="en-US" sz="1600" b="1" dirty="0">
                <a:solidFill>
                  <a:srgbClr val="7030A0"/>
                </a:solidFill>
                <a:latin typeface="华文楷体" panose="02010600040101010101" pitchFamily="2" charset="-122"/>
                <a:ea typeface="华文楷体" panose="02010600040101010101" pitchFamily="2" charset="-122"/>
              </a:rPr>
              <a:t>回归分析法</a:t>
            </a:r>
            <a:r>
              <a:rPr lang="zh-CN" altLang="en-US" sz="1600"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最后通过统计模型来预测软件的成本。</a:t>
            </a:r>
          </a:p>
        </p:txBody>
      </p:sp>
      <p:grpSp>
        <p:nvGrpSpPr>
          <p:cNvPr id="12" name="组合 11">
            <a:extLst>
              <a:ext uri="{FF2B5EF4-FFF2-40B4-BE49-F238E27FC236}">
                <a16:creationId xmlns:a16="http://schemas.microsoft.com/office/drawing/2014/main" id="{468362DB-F9D1-484D-8713-E00ECA01B7A8}"/>
              </a:ext>
            </a:extLst>
          </p:cNvPr>
          <p:cNvGrpSpPr/>
          <p:nvPr/>
        </p:nvGrpSpPr>
        <p:grpSpPr>
          <a:xfrm>
            <a:off x="3059111" y="3579261"/>
            <a:ext cx="3025775" cy="797970"/>
            <a:chOff x="2339975" y="4724400"/>
            <a:chExt cx="4357688" cy="1081088"/>
          </a:xfrm>
        </p:grpSpPr>
        <p:pic>
          <p:nvPicPr>
            <p:cNvPr id="13" name="Picture 4">
              <a:extLst>
                <a:ext uri="{FF2B5EF4-FFF2-40B4-BE49-F238E27FC236}">
                  <a16:creationId xmlns:a16="http://schemas.microsoft.com/office/drawing/2014/main" id="{DDDD6E90-766E-4EDB-89A6-22123E1BAB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975" y="5013325"/>
              <a:ext cx="3556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nvGrpSpPr>
            <p:cNvPr id="14" name="Group 5">
              <a:extLst>
                <a:ext uri="{FF2B5EF4-FFF2-40B4-BE49-F238E27FC236}">
                  <a16:creationId xmlns:a16="http://schemas.microsoft.com/office/drawing/2014/main" id="{F89A6E1B-F0B8-4DF5-AA31-E0E6D5CBCDBB}"/>
                </a:ext>
              </a:extLst>
            </p:cNvPr>
            <p:cNvGrpSpPr>
              <a:grpSpLocks/>
            </p:cNvGrpSpPr>
            <p:nvPr/>
          </p:nvGrpSpPr>
          <p:grpSpPr bwMode="auto">
            <a:xfrm>
              <a:off x="2339975" y="4724400"/>
              <a:ext cx="4357688" cy="1081088"/>
              <a:chOff x="1329" y="1825"/>
              <a:chExt cx="2745" cy="681"/>
            </a:xfrm>
          </p:grpSpPr>
          <p:sp>
            <p:nvSpPr>
              <p:cNvPr id="19" name="Text Box 6">
                <a:extLst>
                  <a:ext uri="{FF2B5EF4-FFF2-40B4-BE49-F238E27FC236}">
                    <a16:creationId xmlns:a16="http://schemas.microsoft.com/office/drawing/2014/main" id="{33A37075-041A-47AE-B7A4-750B8C7BC2FB}"/>
                  </a:ext>
                </a:extLst>
              </p:cNvPr>
              <p:cNvSpPr txBox="1">
                <a:spLocks noChangeArrowheads="1"/>
              </p:cNvSpPr>
              <p:nvPr/>
            </p:nvSpPr>
            <p:spPr bwMode="auto">
              <a:xfrm>
                <a:off x="1973" y="1888"/>
                <a:ext cx="1487" cy="55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a:lnSpc>
                    <a:spcPct val="90000"/>
                  </a:lnSpc>
                  <a:spcBef>
                    <a:spcPct val="20000"/>
                  </a:spcBef>
                  <a:buClr>
                    <a:schemeClr val="tx2"/>
                  </a:buClr>
                  <a:buSzPct val="75000"/>
                  <a:buFont typeface="Wingdings" panose="05000000000000000000" pitchFamily="2" charset="2"/>
                  <a:buChar char="l"/>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Char char="–"/>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rgbClr val="00CCFF"/>
                  </a:buClr>
                  <a:buSzPct val="65000"/>
                  <a:buFont typeface="Wingdings" panose="05000000000000000000" pitchFamily="2" charset="2"/>
                  <a:buChar char="l"/>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tx1"/>
                  </a:buClr>
                  <a:buChar char="–"/>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Char char="•"/>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9pPr>
              </a:lstStyle>
              <a:p>
                <a:pPr algn="ctr">
                  <a:lnSpc>
                    <a:spcPct val="100000"/>
                  </a:lnSpc>
                  <a:spcBef>
                    <a:spcPct val="0"/>
                  </a:spcBef>
                  <a:buClrTx/>
                  <a:buSzTx/>
                  <a:buFontTx/>
                  <a:buNone/>
                </a:pPr>
                <a:endParaRPr lang="zh-CN" altLang="en-US" sz="1000">
                  <a:latin typeface="Times New Roman" panose="02020603050405020304" pitchFamily="18" charset="0"/>
                </a:endParaRPr>
              </a:p>
              <a:p>
                <a:pPr>
                  <a:lnSpc>
                    <a:spcPct val="100000"/>
                  </a:lnSpc>
                  <a:spcBef>
                    <a:spcPct val="0"/>
                  </a:spcBef>
                  <a:buClrTx/>
                  <a:buSzTx/>
                  <a:buFontTx/>
                  <a:buNone/>
                </a:pPr>
                <a:endParaRPr lang="zh-CN" altLang="en-US" sz="1200">
                  <a:latin typeface="Times New Roman" panose="02020603050405020304" pitchFamily="18" charset="0"/>
                </a:endParaRPr>
              </a:p>
            </p:txBody>
          </p:sp>
          <p:sp>
            <p:nvSpPr>
              <p:cNvPr id="20" name="Line 7">
                <a:extLst>
                  <a:ext uri="{FF2B5EF4-FFF2-40B4-BE49-F238E27FC236}">
                    <a16:creationId xmlns:a16="http://schemas.microsoft.com/office/drawing/2014/main" id="{80CC7DCB-951E-494D-8655-29D6B81A67A9}"/>
                  </a:ext>
                </a:extLst>
              </p:cNvPr>
              <p:cNvSpPr>
                <a:spLocks noChangeShapeType="1"/>
              </p:cNvSpPr>
              <p:nvPr/>
            </p:nvSpPr>
            <p:spPr bwMode="auto">
              <a:xfrm>
                <a:off x="1530" y="1984"/>
                <a:ext cx="443"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1" name="Line 8">
                <a:extLst>
                  <a:ext uri="{FF2B5EF4-FFF2-40B4-BE49-F238E27FC236}">
                    <a16:creationId xmlns:a16="http://schemas.microsoft.com/office/drawing/2014/main" id="{77656E63-A35B-49F8-A87F-26C9C90C8E7E}"/>
                  </a:ext>
                </a:extLst>
              </p:cNvPr>
              <p:cNvSpPr>
                <a:spLocks noChangeShapeType="1"/>
              </p:cNvSpPr>
              <p:nvPr/>
            </p:nvSpPr>
            <p:spPr bwMode="auto">
              <a:xfrm>
                <a:off x="1530" y="2185"/>
                <a:ext cx="443"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2" name="Line 9">
                <a:extLst>
                  <a:ext uri="{FF2B5EF4-FFF2-40B4-BE49-F238E27FC236}">
                    <a16:creationId xmlns:a16="http://schemas.microsoft.com/office/drawing/2014/main" id="{67F4D93B-8481-477D-B00F-45F3BEDC809E}"/>
                  </a:ext>
                </a:extLst>
              </p:cNvPr>
              <p:cNvSpPr>
                <a:spLocks noChangeShapeType="1"/>
              </p:cNvSpPr>
              <p:nvPr/>
            </p:nvSpPr>
            <p:spPr bwMode="auto">
              <a:xfrm>
                <a:off x="1530" y="2373"/>
                <a:ext cx="443"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sp>
            <p:nvSpPr>
              <p:cNvPr id="23" name="Line 10">
                <a:extLst>
                  <a:ext uri="{FF2B5EF4-FFF2-40B4-BE49-F238E27FC236}">
                    <a16:creationId xmlns:a16="http://schemas.microsoft.com/office/drawing/2014/main" id="{63DB9523-C340-4B7C-9C0D-23D00BD78E69}"/>
                  </a:ext>
                </a:extLst>
              </p:cNvPr>
              <p:cNvSpPr>
                <a:spLocks noChangeShapeType="1"/>
              </p:cNvSpPr>
              <p:nvPr/>
            </p:nvSpPr>
            <p:spPr bwMode="auto">
              <a:xfrm>
                <a:off x="3448" y="2166"/>
                <a:ext cx="442" cy="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zh-CN" altLang="en-US"/>
              </a:p>
            </p:txBody>
          </p:sp>
        </p:grpSp>
        <p:pic>
          <p:nvPicPr>
            <p:cNvPr id="15" name="Picture 11">
              <a:extLst>
                <a:ext uri="{FF2B5EF4-FFF2-40B4-BE49-F238E27FC236}">
                  <a16:creationId xmlns:a16="http://schemas.microsoft.com/office/drawing/2014/main" id="{968DD9DB-6447-4665-8743-C970AA3E83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4388" y="5011738"/>
              <a:ext cx="2357437"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6" name="Picture 12">
              <a:extLst>
                <a:ext uri="{FF2B5EF4-FFF2-40B4-BE49-F238E27FC236}">
                  <a16:creationId xmlns:a16="http://schemas.microsoft.com/office/drawing/2014/main" id="{D10C8138-B34D-4834-9BBA-9DBA95EB13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41563" y="4724400"/>
              <a:ext cx="309562"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7" name="Picture 13">
              <a:extLst>
                <a:ext uri="{FF2B5EF4-FFF2-40B4-BE49-F238E27FC236}">
                  <a16:creationId xmlns:a16="http://schemas.microsoft.com/office/drawing/2014/main" id="{C9335177-5AFB-46BB-A799-B538AAA1C52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9975" y="5329238"/>
              <a:ext cx="3508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8" name="Picture 14">
              <a:extLst>
                <a:ext uri="{FF2B5EF4-FFF2-40B4-BE49-F238E27FC236}">
                  <a16:creationId xmlns:a16="http://schemas.microsoft.com/office/drawing/2014/main" id="{2A865B36-0180-4C88-812D-4960FBFFA3C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05563" y="5113338"/>
              <a:ext cx="29210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sp>
        <p:nvSpPr>
          <p:cNvPr id="3" name="Rectangle 15">
            <a:extLst>
              <a:ext uri="{FF2B5EF4-FFF2-40B4-BE49-F238E27FC236}">
                <a16:creationId xmlns:a16="http://schemas.microsoft.com/office/drawing/2014/main" id="{08C37894-CF96-44A8-B1C8-23FA76331128}"/>
              </a:ext>
            </a:extLst>
          </p:cNvPr>
          <p:cNvSpPr>
            <a:spLocks noChangeArrowheads="1"/>
          </p:cNvSpPr>
          <p:nvPr/>
        </p:nvSpPr>
        <p:spPr bwMode="auto">
          <a:xfrm>
            <a:off x="3096608" y="4550138"/>
            <a:ext cx="295078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nchor="ctr">
            <a:spAutoFit/>
          </a:bodyPr>
          <a:lstStyle>
            <a:lvl1pPr>
              <a:lnSpc>
                <a:spcPct val="90000"/>
              </a:lnSpc>
              <a:spcBef>
                <a:spcPct val="20000"/>
              </a:spcBef>
              <a:buClr>
                <a:schemeClr val="tx2"/>
              </a:buClr>
              <a:buSzPct val="75000"/>
              <a:buFont typeface="Wingdings" panose="05000000000000000000" pitchFamily="2" charset="2"/>
              <a:buChar char="l"/>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Char char="–"/>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rgbClr val="00CCFF"/>
              </a:buClr>
              <a:buSzPct val="65000"/>
              <a:buFont typeface="Wingdings" panose="05000000000000000000" pitchFamily="2" charset="2"/>
              <a:buChar char="l"/>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tx1"/>
              </a:buClr>
              <a:buChar char="–"/>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Char char="•"/>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0"/>
              </a:spcBef>
              <a:buClrTx/>
              <a:buSzTx/>
              <a:buFontTx/>
              <a:buNone/>
            </a:pPr>
            <a:r>
              <a:rPr lang="zh-CN" altLang="en-US" sz="1600" dirty="0">
                <a:solidFill>
                  <a:srgbClr val="000000"/>
                </a:solidFill>
                <a:latin typeface="华文楷体" panose="02010600040101010101" pitchFamily="2" charset="-122"/>
                <a:ea typeface="华文楷体" panose="02010600040101010101" pitchFamily="2" charset="-122"/>
              </a:rPr>
              <a:t>图</a:t>
            </a:r>
            <a:r>
              <a:rPr lang="en-US" altLang="zh-CN" sz="1600" dirty="0">
                <a:solidFill>
                  <a:srgbClr val="000000"/>
                </a:solidFill>
                <a:latin typeface="华文楷体" panose="02010600040101010101" pitchFamily="2" charset="-122"/>
                <a:ea typeface="华文楷体" panose="02010600040101010101" pitchFamily="2" charset="-122"/>
              </a:rPr>
              <a:t>3.5  </a:t>
            </a:r>
            <a:r>
              <a:rPr lang="zh-CN" altLang="en-US" sz="1600" dirty="0">
                <a:solidFill>
                  <a:srgbClr val="000000"/>
                </a:solidFill>
                <a:latin typeface="华文楷体" panose="02010600040101010101" pitchFamily="2" charset="-122"/>
                <a:ea typeface="华文楷体" panose="02010600040101010101" pitchFamily="2" charset="-122"/>
              </a:rPr>
              <a:t>统计模型的关联关系图</a:t>
            </a:r>
          </a:p>
        </p:txBody>
      </p:sp>
    </p:spTree>
    <p:extLst>
      <p:ext uri="{BB962C8B-B14F-4D97-AF65-F5344CB8AC3E}">
        <p14:creationId xmlns:p14="http://schemas.microsoft.com/office/powerpoint/2010/main" val="18988486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821847" cy="461665"/>
          </a:xfrm>
          <a:prstGeom prst="rect">
            <a:avLst/>
          </a:prstGeom>
          <a:noFill/>
        </p:spPr>
        <p:txBody>
          <a:bodyPr wrap="square" rtlCol="0">
            <a:spAutoFit/>
          </a:bodyPr>
          <a:lstStyle/>
          <a:p>
            <a:r>
              <a:rPr lang="en-US" altLang="zh-CN" sz="2400" spc="300" dirty="0">
                <a:latin typeface="微软雅黑" panose="020B0503020204020204" pitchFamily="34" charset="-122"/>
                <a:ea typeface="微软雅黑" panose="020B0503020204020204" pitchFamily="34" charset="-122"/>
              </a:rPr>
              <a:t>3.2.3 </a:t>
            </a:r>
            <a:r>
              <a:rPr lang="zh-CN" altLang="en-US" sz="2400" spc="300" dirty="0">
                <a:latin typeface="微软雅黑" panose="020B0503020204020204" pitchFamily="34" charset="-122"/>
                <a:ea typeface="微软雅黑" panose="020B0503020204020204" pitchFamily="34" charset="-122"/>
              </a:rPr>
              <a:t>统计模型法</a:t>
            </a:r>
            <a:r>
              <a:rPr lang="en-US" altLang="zh-CN" sz="2400" spc="300" dirty="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回归分析法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37675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自然界中的许多现象之间存在着相互依赖、相互制约的关系，这些关系表现在量上主要有两种类型：</a:t>
            </a:r>
          </a:p>
          <a:p>
            <a:pPr marL="742950" lvl="1" indent="-285750" algn="just">
              <a:lnSpc>
                <a:spcPct val="150000"/>
              </a:lnSpc>
              <a:buFont typeface="Arial" panose="020B0604020202020204" pitchFamily="34" charset="0"/>
              <a:buChar char="•"/>
            </a:pPr>
            <a:r>
              <a:rPr lang="zh-CN" altLang="en-US" b="1" dirty="0">
                <a:solidFill>
                  <a:srgbClr val="7030A0"/>
                </a:solidFill>
                <a:latin typeface="华文楷体" panose="02010600040101010101" pitchFamily="2" charset="-122"/>
                <a:ea typeface="华文楷体" panose="02010600040101010101" pitchFamily="2" charset="-122"/>
              </a:rPr>
              <a:t>函数关系</a:t>
            </a:r>
            <a:r>
              <a:rPr lang="zh-CN" altLang="en-US" dirty="0">
                <a:solidFill>
                  <a:srgbClr val="000000"/>
                </a:solidFill>
                <a:latin typeface="华文楷体" panose="02010600040101010101" pitchFamily="2" charset="-122"/>
                <a:ea typeface="华文楷体" panose="02010600040101010101" pitchFamily="2" charset="-122"/>
              </a:rPr>
              <a:t>：即变量之间有着确定的关系</a:t>
            </a:r>
          </a:p>
          <a:p>
            <a:pPr marL="285750" indent="-285750" algn="ctr">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a:t>
            </a:r>
            <a:r>
              <a:rPr lang="en-US" altLang="zh-CN" dirty="0">
                <a:solidFill>
                  <a:srgbClr val="000000"/>
                </a:solidFill>
                <a:latin typeface="华文楷体" panose="02010600040101010101" pitchFamily="2" charset="-122"/>
                <a:ea typeface="华文楷体" panose="02010600040101010101" pitchFamily="2" charset="-122"/>
              </a:rPr>
              <a:t>S=∏R2</a:t>
            </a:r>
          </a:p>
          <a:p>
            <a:pPr marL="742950" lvl="1" indent="-285750" algn="just">
              <a:lnSpc>
                <a:spcPct val="150000"/>
              </a:lnSpc>
              <a:buFont typeface="Arial" panose="020B0604020202020204" pitchFamily="34" charset="0"/>
              <a:buChar char="•"/>
            </a:pPr>
            <a:r>
              <a:rPr lang="zh-CN" altLang="en-US" b="1" dirty="0">
                <a:solidFill>
                  <a:srgbClr val="7030A0"/>
                </a:solidFill>
                <a:latin typeface="华文楷体" panose="02010600040101010101" pitchFamily="2" charset="-122"/>
                <a:ea typeface="华文楷体" panose="02010600040101010101" pitchFamily="2" charset="-122"/>
              </a:rPr>
              <a:t>统计关系</a:t>
            </a:r>
            <a:r>
              <a:rPr lang="zh-CN" altLang="en-US" dirty="0">
                <a:solidFill>
                  <a:srgbClr val="000000"/>
                </a:solidFill>
                <a:latin typeface="华文楷体" panose="02010600040101010101" pitchFamily="2" charset="-122"/>
                <a:ea typeface="华文楷体" panose="02010600040101010101" pitchFamily="2" charset="-122"/>
              </a:rPr>
              <a:t>：即变量之间虽然存在着密切的关系，但从一个（一组）变量的每一个确定的值，不能求出另一个变量的确定的值。可在大量的实验中，这种不确定的联系，具有统计规律性，这种联系便称为统计相关。</a:t>
            </a:r>
          </a:p>
        </p:txBody>
      </p:sp>
    </p:spTree>
    <p:extLst>
      <p:ext uri="{BB962C8B-B14F-4D97-AF65-F5344CB8AC3E}">
        <p14:creationId xmlns:p14="http://schemas.microsoft.com/office/powerpoint/2010/main" val="71586782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83177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3.2.3 </a:t>
            </a:r>
            <a:r>
              <a:rPr lang="zh-CN" altLang="en-US" sz="2400" spc="300" dirty="0">
                <a:latin typeface="微软雅黑" panose="020B0503020204020204" pitchFamily="34" charset="-122"/>
                <a:ea typeface="微软雅黑" panose="020B0503020204020204" pitchFamily="34" charset="-122"/>
              </a:rPr>
              <a:t>统计模型法</a:t>
            </a:r>
            <a:r>
              <a:rPr lang="en-US" altLang="zh-CN" sz="2400" spc="300" dirty="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回归分析法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476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 由一个或一组非随机变量来估计或预测某一个随机变量的观察值时，所建立的数学模型及所进行的</a:t>
            </a:r>
            <a:r>
              <a:rPr lang="zh-CN" altLang="en-US" b="1" dirty="0">
                <a:solidFill>
                  <a:srgbClr val="7030A0"/>
                </a:solidFill>
                <a:latin typeface="华文楷体" panose="02010600040101010101" pitchFamily="2" charset="-122"/>
                <a:ea typeface="华文楷体" panose="02010600040101010101" pitchFamily="2" charset="-122"/>
              </a:rPr>
              <a:t>统计分析</a:t>
            </a:r>
            <a:r>
              <a:rPr lang="zh-CN" altLang="en-US" dirty="0">
                <a:solidFill>
                  <a:srgbClr val="000000"/>
                </a:solidFill>
                <a:latin typeface="华文楷体" panose="02010600040101010101" pitchFamily="2" charset="-122"/>
                <a:ea typeface="华文楷体" panose="02010600040101010101" pitchFamily="2" charset="-122"/>
              </a:rPr>
              <a:t>，称为</a:t>
            </a:r>
            <a:r>
              <a:rPr lang="zh-CN" altLang="en-US" b="1" dirty="0">
                <a:solidFill>
                  <a:srgbClr val="7030A0"/>
                </a:solidFill>
                <a:latin typeface="华文楷体" panose="02010600040101010101" pitchFamily="2" charset="-122"/>
                <a:ea typeface="华文楷体" panose="02010600040101010101" pitchFamily="2" charset="-122"/>
              </a:rPr>
              <a:t>回归分析</a:t>
            </a:r>
            <a:r>
              <a:rPr lang="zh-CN" altLang="en-US" dirty="0">
                <a:solidFill>
                  <a:srgbClr val="000000"/>
                </a:solidFill>
                <a:latin typeface="华文楷体" panose="02010600040101010101" pitchFamily="2" charset="-122"/>
                <a:ea typeface="华文楷体" panose="02010600040101010101" pitchFamily="2" charset="-122"/>
              </a:rPr>
              <a:t>。</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回归分析分为</a:t>
            </a:r>
            <a:r>
              <a:rPr lang="zh-CN" altLang="en-US" b="1" dirty="0">
                <a:solidFill>
                  <a:srgbClr val="7030A0"/>
                </a:solidFill>
                <a:latin typeface="华文楷体" panose="02010600040101010101" pitchFamily="2" charset="-122"/>
                <a:ea typeface="华文楷体" panose="02010600040101010101" pitchFamily="2" charset="-122"/>
              </a:rPr>
              <a:t>一元回归</a:t>
            </a:r>
            <a:r>
              <a:rPr lang="zh-CN" altLang="en-US" dirty="0">
                <a:solidFill>
                  <a:srgbClr val="000000"/>
                </a:solidFill>
                <a:latin typeface="华文楷体" panose="02010600040101010101" pitchFamily="2" charset="-122"/>
                <a:ea typeface="华文楷体" panose="02010600040101010101" pitchFamily="2" charset="-122"/>
              </a:rPr>
              <a:t>和</a:t>
            </a:r>
            <a:r>
              <a:rPr lang="zh-CN" altLang="en-US" b="1" dirty="0">
                <a:solidFill>
                  <a:srgbClr val="7030A0"/>
                </a:solidFill>
                <a:latin typeface="华文楷体" panose="02010600040101010101" pitchFamily="2" charset="-122"/>
                <a:ea typeface="华文楷体" panose="02010600040101010101" pitchFamily="2" charset="-122"/>
              </a:rPr>
              <a:t>多元回归</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例：某种商品年需求量与该商品价格之间的一组调查数据：</a:t>
            </a:r>
          </a:p>
        </p:txBody>
      </p:sp>
      <p:pic>
        <p:nvPicPr>
          <p:cNvPr id="4" name="图片 3">
            <a:extLst>
              <a:ext uri="{FF2B5EF4-FFF2-40B4-BE49-F238E27FC236}">
                <a16:creationId xmlns:a16="http://schemas.microsoft.com/office/drawing/2014/main" id="{DC9F1154-9B10-40D9-9019-BC2153D4FA2B}"/>
              </a:ext>
            </a:extLst>
          </p:cNvPr>
          <p:cNvPicPr>
            <a:picLocks noChangeAspect="1"/>
          </p:cNvPicPr>
          <p:nvPr/>
        </p:nvPicPr>
        <p:blipFill>
          <a:blip r:embed="rId3"/>
          <a:stretch>
            <a:fillRect/>
          </a:stretch>
        </p:blipFill>
        <p:spPr>
          <a:xfrm>
            <a:off x="1433534" y="2677550"/>
            <a:ext cx="6276932" cy="1439171"/>
          </a:xfrm>
          <a:prstGeom prst="rect">
            <a:avLst/>
          </a:prstGeom>
        </p:spPr>
      </p:pic>
    </p:spTree>
    <p:extLst>
      <p:ext uri="{BB962C8B-B14F-4D97-AF65-F5344CB8AC3E}">
        <p14:creationId xmlns:p14="http://schemas.microsoft.com/office/powerpoint/2010/main" val="41926141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83177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3.2.3 </a:t>
            </a:r>
            <a:r>
              <a:rPr lang="zh-CN" altLang="en-US" sz="2400" spc="300" dirty="0">
                <a:latin typeface="微软雅黑" panose="020B0503020204020204" pitchFamily="34" charset="-122"/>
                <a:ea typeface="微软雅黑" panose="020B0503020204020204" pitchFamily="34" charset="-122"/>
              </a:rPr>
              <a:t>统计模型法</a:t>
            </a:r>
            <a:r>
              <a:rPr lang="en-US" altLang="zh-CN" sz="2400" spc="300" dirty="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回归分析法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6827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 d=f(p)</a:t>
            </a:r>
          </a:p>
        </p:txBody>
      </p:sp>
      <p:pic>
        <p:nvPicPr>
          <p:cNvPr id="3" name="图片 2">
            <a:extLst>
              <a:ext uri="{FF2B5EF4-FFF2-40B4-BE49-F238E27FC236}">
                <a16:creationId xmlns:a16="http://schemas.microsoft.com/office/drawing/2014/main" id="{49F0936F-2964-4655-B828-AD2293F1FEAD}"/>
              </a:ext>
            </a:extLst>
          </p:cNvPr>
          <p:cNvPicPr>
            <a:picLocks noChangeAspect="1"/>
          </p:cNvPicPr>
          <p:nvPr/>
        </p:nvPicPr>
        <p:blipFill>
          <a:blip r:embed="rId3"/>
          <a:stretch>
            <a:fillRect/>
          </a:stretch>
        </p:blipFill>
        <p:spPr>
          <a:xfrm>
            <a:off x="1154825" y="1311698"/>
            <a:ext cx="6834349" cy="3565521"/>
          </a:xfrm>
          <a:prstGeom prst="rect">
            <a:avLst/>
          </a:prstGeom>
        </p:spPr>
      </p:pic>
    </p:spTree>
    <p:extLst>
      <p:ext uri="{BB962C8B-B14F-4D97-AF65-F5344CB8AC3E}">
        <p14:creationId xmlns:p14="http://schemas.microsoft.com/office/powerpoint/2010/main" val="293353570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83177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3.2.3 </a:t>
            </a:r>
            <a:r>
              <a:rPr lang="zh-CN" altLang="en-US" sz="2400" spc="300" dirty="0">
                <a:latin typeface="微软雅黑" panose="020B0503020204020204" pitchFamily="34" charset="-122"/>
                <a:ea typeface="微软雅黑" panose="020B0503020204020204" pitchFamily="34" charset="-122"/>
              </a:rPr>
              <a:t>统计模型法</a:t>
            </a:r>
            <a:r>
              <a:rPr lang="en-US" altLang="zh-CN" sz="2400" spc="300" dirty="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回归分析法</a:t>
            </a:r>
          </a:p>
        </p:txBody>
      </p:sp>
      <p:pic>
        <p:nvPicPr>
          <p:cNvPr id="3" name="图片 2">
            <a:extLst>
              <a:ext uri="{FF2B5EF4-FFF2-40B4-BE49-F238E27FC236}">
                <a16:creationId xmlns:a16="http://schemas.microsoft.com/office/drawing/2014/main" id="{4C0F5BFE-AE2A-4996-9323-883C81B99FA4}"/>
              </a:ext>
            </a:extLst>
          </p:cNvPr>
          <p:cNvPicPr>
            <a:picLocks noChangeAspect="1"/>
          </p:cNvPicPr>
          <p:nvPr/>
        </p:nvPicPr>
        <p:blipFill>
          <a:blip r:embed="rId3"/>
          <a:stretch>
            <a:fillRect/>
          </a:stretch>
        </p:blipFill>
        <p:spPr>
          <a:xfrm>
            <a:off x="1066800" y="831850"/>
            <a:ext cx="7506125" cy="4126145"/>
          </a:xfrm>
          <a:prstGeom prst="rect">
            <a:avLst/>
          </a:prstGeom>
        </p:spPr>
      </p:pic>
      <p:sp>
        <p:nvSpPr>
          <p:cNvPr id="4" name="Text Box 54">
            <a:extLst>
              <a:ext uri="{FF2B5EF4-FFF2-40B4-BE49-F238E27FC236}">
                <a16:creationId xmlns:a16="http://schemas.microsoft.com/office/drawing/2014/main" id="{21C9BC01-18EC-4FB9-BAC0-7B3E0BAD6469}"/>
              </a:ext>
            </a:extLst>
          </p:cNvPr>
          <p:cNvSpPr txBox="1">
            <a:spLocks noChangeArrowheads="1"/>
          </p:cNvSpPr>
          <p:nvPr/>
        </p:nvSpPr>
        <p:spPr bwMode="auto">
          <a:xfrm>
            <a:off x="145925" y="516969"/>
            <a:ext cx="369332" cy="4554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CCFF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wrap="square" lIns="0" tIns="0" rIns="0" bIns="0">
            <a:spAutoFit/>
          </a:bodyPr>
          <a:lstStyle/>
          <a:p>
            <a:pPr algn="ctr" eaLnBrk="0" hangingPunct="0">
              <a:spcBef>
                <a:spcPct val="50000"/>
              </a:spcBef>
              <a:buClrTx/>
              <a:buFontTx/>
              <a:buNone/>
            </a:pPr>
            <a:r>
              <a:rPr lang="zh-CN" altLang="en-US" sz="2400" u="none" dirty="0">
                <a:solidFill>
                  <a:schemeClr val="tx1"/>
                </a:solidFill>
                <a:latin typeface="Times New Roman" panose="02020603050405020304" pitchFamily="18" charset="0"/>
                <a:ea typeface="宋体" panose="02010600030101010101" pitchFamily="2" charset="-122"/>
              </a:rPr>
              <a:t> </a:t>
            </a:r>
            <a:r>
              <a:rPr lang="en-US" altLang="zh-CN" sz="2400" u="none" dirty="0">
                <a:solidFill>
                  <a:schemeClr val="tx1"/>
                </a:solidFill>
                <a:latin typeface="Times New Roman" panose="02020603050405020304" pitchFamily="18" charset="0"/>
                <a:ea typeface="宋体" panose="02010600030101010101" pitchFamily="2" charset="-122"/>
              </a:rPr>
              <a:t> </a:t>
            </a:r>
            <a:r>
              <a:rPr lang="zh-CN" altLang="en-US" sz="2400" u="none" dirty="0">
                <a:solidFill>
                  <a:schemeClr val="tx1"/>
                </a:solidFill>
                <a:latin typeface="Times New Roman" panose="02020603050405020304" pitchFamily="18" charset="0"/>
                <a:ea typeface="宋体" panose="02010600030101010101" pitchFamily="2" charset="-122"/>
              </a:rPr>
              <a:t>常见一元统计模型几何图形</a:t>
            </a:r>
          </a:p>
        </p:txBody>
      </p:sp>
    </p:spTree>
    <p:extLst>
      <p:ext uri="{BB962C8B-B14F-4D97-AF65-F5344CB8AC3E}">
        <p14:creationId xmlns:p14="http://schemas.microsoft.com/office/powerpoint/2010/main" val="208332100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83177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3.2.3 </a:t>
            </a:r>
            <a:r>
              <a:rPr lang="zh-CN" altLang="en-US" sz="2400" spc="300" dirty="0">
                <a:latin typeface="微软雅黑" panose="020B0503020204020204" pitchFamily="34" charset="-122"/>
                <a:ea typeface="微软雅黑" panose="020B0503020204020204" pitchFamily="34" charset="-122"/>
              </a:rPr>
              <a:t>统计模型法</a:t>
            </a:r>
            <a:r>
              <a:rPr lang="en-US" altLang="zh-CN" sz="2400" spc="300" dirty="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回归分析法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8018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以下通过统计模型                为例来介绍该统计模型的建立过程及其数学原理：此中 </a:t>
            </a:r>
            <a:r>
              <a:rPr lang="en-US" altLang="zh-CN" sz="1700" dirty="0">
                <a:solidFill>
                  <a:srgbClr val="000000"/>
                </a:solidFill>
                <a:latin typeface="华文楷体" panose="02010600040101010101" pitchFamily="2" charset="-122"/>
                <a:ea typeface="华文楷体" panose="02010600040101010101" pitchFamily="2" charset="-122"/>
              </a:rPr>
              <a:t>y </a:t>
            </a:r>
            <a:r>
              <a:rPr lang="zh-CN" altLang="en-US" sz="1700" dirty="0">
                <a:solidFill>
                  <a:srgbClr val="000000"/>
                </a:solidFill>
                <a:latin typeface="华文楷体" panose="02010600040101010101" pitchFamily="2" charset="-122"/>
                <a:ea typeface="华文楷体" panose="02010600040101010101" pitchFamily="2" charset="-122"/>
              </a:rPr>
              <a:t>为软件成本，</a:t>
            </a:r>
            <a:r>
              <a:rPr lang="en-US" altLang="zh-CN" sz="1700" dirty="0">
                <a:solidFill>
                  <a:srgbClr val="000000"/>
                </a:solidFill>
                <a:latin typeface="华文楷体" panose="02010600040101010101" pitchFamily="2" charset="-122"/>
                <a:ea typeface="华文楷体" panose="02010600040101010101" pitchFamily="2" charset="-122"/>
              </a:rPr>
              <a:t>x</a:t>
            </a:r>
            <a:r>
              <a:rPr lang="zh-CN" altLang="en-US" sz="1700" dirty="0">
                <a:solidFill>
                  <a:srgbClr val="000000"/>
                </a:solidFill>
                <a:latin typeface="华文楷体" panose="02010600040101010101" pitchFamily="2" charset="-122"/>
                <a:ea typeface="华文楷体" panose="02010600040101010101" pitchFamily="2" charset="-122"/>
              </a:rPr>
              <a:t>为影响成本的主要要素，如人力资源投入量，工作量，设备购买费用等。</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对                   两边同取对数，则有                                          ，</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令                       </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则统计模型              </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相当于如下线性模型</a:t>
            </a:r>
          </a:p>
        </p:txBody>
      </p:sp>
      <p:pic>
        <p:nvPicPr>
          <p:cNvPr id="3" name="Object 4">
            <a:extLst>
              <a:ext uri="{FF2B5EF4-FFF2-40B4-BE49-F238E27FC236}">
                <a16:creationId xmlns:a16="http://schemas.microsoft.com/office/drawing/2014/main" id="{42048D65-1F22-4A08-BCC7-E0955D4A1B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8923" y="931411"/>
            <a:ext cx="784271" cy="374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Object 8">
            <a:extLst>
              <a:ext uri="{FF2B5EF4-FFF2-40B4-BE49-F238E27FC236}">
                <a16:creationId xmlns:a16="http://schemas.microsoft.com/office/drawing/2014/main" id="{E4F8CE28-0703-4937-AF35-5D58278AA0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7028" y="2034175"/>
            <a:ext cx="2338388"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Object 6">
            <a:extLst>
              <a:ext uri="{FF2B5EF4-FFF2-40B4-BE49-F238E27FC236}">
                <a16:creationId xmlns:a16="http://schemas.microsoft.com/office/drawing/2014/main" id="{4FAE2CB5-7C14-44D5-9EC6-56C38FDBDB1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6350" y="2034175"/>
            <a:ext cx="923925" cy="44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Object 10">
            <a:extLst>
              <a:ext uri="{FF2B5EF4-FFF2-40B4-BE49-F238E27FC236}">
                <a16:creationId xmlns:a16="http://schemas.microsoft.com/office/drawing/2014/main" id="{3E1FD87C-BB0B-4787-A6C8-13894DDC0E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77121" y="2551285"/>
            <a:ext cx="2609850" cy="334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Object 12">
            <a:extLst>
              <a:ext uri="{FF2B5EF4-FFF2-40B4-BE49-F238E27FC236}">
                <a16:creationId xmlns:a16="http://schemas.microsoft.com/office/drawing/2014/main" id="{54896636-C302-4741-AC10-771E8DD25B1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0275" y="2813592"/>
            <a:ext cx="942975" cy="449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Object 14">
            <a:extLst>
              <a:ext uri="{FF2B5EF4-FFF2-40B4-BE49-F238E27FC236}">
                <a16:creationId xmlns:a16="http://schemas.microsoft.com/office/drawing/2014/main" id="{B45681C1-0852-45EF-B624-4A844138A5F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62290" y="3294275"/>
            <a:ext cx="1362760" cy="334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7324027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83177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3.2.3 </a:t>
            </a:r>
            <a:r>
              <a:rPr lang="zh-CN" altLang="en-US" sz="2400" spc="300" dirty="0">
                <a:latin typeface="微软雅黑" panose="020B0503020204020204" pitchFamily="34" charset="-122"/>
                <a:ea typeface="微软雅黑" panose="020B0503020204020204" pitchFamily="34" charset="-122"/>
              </a:rPr>
              <a:t>统计模型法</a:t>
            </a:r>
            <a:r>
              <a:rPr lang="en-US" altLang="zh-CN" sz="2400" spc="300" dirty="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回归分析法</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3219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企业在过去曾参与或主持过类似的软件项目</a:t>
                </a:r>
                <a:r>
                  <a:rPr lang="en-US" altLang="zh-CN" sz="1700" dirty="0">
                    <a:solidFill>
                      <a:srgbClr val="000000"/>
                    </a:solidFill>
                    <a:latin typeface="华文楷体" panose="02010600040101010101" pitchFamily="2" charset="-122"/>
                    <a:ea typeface="华文楷体" panose="02010600040101010101" pitchFamily="2" charset="-122"/>
                  </a:rPr>
                  <a:t>l</a:t>
                </a:r>
                <a:r>
                  <a:rPr lang="zh-CN" altLang="en-US" sz="1700" dirty="0">
                    <a:solidFill>
                      <a:srgbClr val="000000"/>
                    </a:solidFill>
                    <a:latin typeface="华文楷体" panose="02010600040101010101" pitchFamily="2" charset="-122"/>
                    <a:ea typeface="华文楷体" panose="02010600040101010101" pitchFamily="2" charset="-122"/>
                  </a:rPr>
                  <a:t>个，并在信息库中记录并存贮了这</a:t>
                </a:r>
                <a:r>
                  <a:rPr lang="en-US" altLang="zh-CN" sz="1700" dirty="0">
                    <a:solidFill>
                      <a:srgbClr val="000000"/>
                    </a:solidFill>
                    <a:latin typeface="华文楷体" panose="02010600040101010101" pitchFamily="2" charset="-122"/>
                    <a:ea typeface="华文楷体" panose="02010600040101010101" pitchFamily="2" charset="-122"/>
                  </a:rPr>
                  <a:t>l</a:t>
                </a:r>
                <a:r>
                  <a:rPr lang="zh-CN" altLang="en-US" sz="1700" dirty="0">
                    <a:solidFill>
                      <a:srgbClr val="000000"/>
                    </a:solidFill>
                    <a:latin typeface="华文楷体" panose="02010600040101010101" pitchFamily="2" charset="-122"/>
                    <a:ea typeface="华文楷体" panose="02010600040101010101" pitchFamily="2" charset="-122"/>
                  </a:rPr>
                  <a:t>个软件项目对应的</a:t>
                </a:r>
                <a14:m>
                  <m:oMath xmlns:m="http://schemas.openxmlformats.org/officeDocument/2006/math">
                    <m:sSub>
                      <m:sSubPr>
                        <m:ctrlPr>
                          <a:rPr lang="zh-CN" altLang="en-US" sz="1600" i="1" smtClean="0">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𝑥</m:t>
                        </m:r>
                      </m:e>
                      <m:sub>
                        <m:r>
                          <a:rPr lang="zh-CN" altLang="en-US" sz="1600" i="1">
                            <a:solidFill>
                              <a:srgbClr val="000000"/>
                            </a:solidFill>
                            <a:latin typeface="Cambria Math" panose="02040503050406030204" pitchFamily="18" charset="0"/>
                          </a:rPr>
                          <m:t>𝑛</m:t>
                        </m:r>
                      </m:sub>
                    </m:sSub>
                  </m:oMath>
                </a14:m>
                <a:r>
                  <a:rPr lang="zh-CN" altLang="en-US" sz="1700" dirty="0">
                    <a:solidFill>
                      <a:srgbClr val="000000"/>
                    </a:solidFill>
                    <a:latin typeface="华文楷体" panose="02010600040101010101" pitchFamily="2" charset="-122"/>
                    <a:ea typeface="华文楷体" panose="02010600040101010101" pitchFamily="2" charset="-122"/>
                  </a:rPr>
                  <a:t>与</a:t>
                </a:r>
                <a14:m>
                  <m:oMath xmlns:m="http://schemas.openxmlformats.org/officeDocument/2006/math">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𝑦</m:t>
                        </m:r>
                      </m:e>
                      <m:sub>
                        <m:r>
                          <a:rPr lang="zh-CN" altLang="en-US" sz="1600" i="1">
                            <a:solidFill>
                              <a:srgbClr val="000000"/>
                            </a:solidFill>
                            <a:latin typeface="Cambria Math" panose="02040503050406030204" pitchFamily="18" charset="0"/>
                          </a:rPr>
                          <m:t>𝑛</m:t>
                        </m:r>
                      </m:sub>
                    </m:sSub>
                  </m:oMath>
                </a14:m>
                <a:r>
                  <a:rPr lang="zh-CN" altLang="en-US" sz="1700" dirty="0">
                    <a:solidFill>
                      <a:srgbClr val="000000"/>
                    </a:solidFill>
                    <a:latin typeface="华文楷体" panose="02010600040101010101" pitchFamily="2" charset="-122"/>
                    <a:ea typeface="华文楷体" panose="02010600040101010101" pitchFamily="2" charset="-122"/>
                  </a:rPr>
                  <a:t>数值，亦即数据序列（</a:t>
                </a:r>
                <a14:m>
                  <m:oMath xmlns:m="http://schemas.openxmlformats.org/officeDocument/2006/math">
                    <m:sSub>
                      <m:sSubPr>
                        <m:ctrlPr>
                          <a:rPr lang="zh-CN" altLang="en-US" sz="1600" i="1" smtClean="0">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𝑥</m:t>
                        </m:r>
                      </m:e>
                      <m:sub>
                        <m:r>
                          <a:rPr lang="zh-CN" altLang="en-US" sz="1600" i="1">
                            <a:solidFill>
                              <a:srgbClr val="000000"/>
                            </a:solidFill>
                            <a:latin typeface="Cambria Math" panose="02040503050406030204" pitchFamily="18" charset="0"/>
                          </a:rPr>
                          <m:t>𝑛</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𝑦</m:t>
                        </m:r>
                      </m:e>
                      <m:sub>
                        <m:r>
                          <a:rPr lang="zh-CN" altLang="en-US" sz="1600" i="1">
                            <a:solidFill>
                              <a:srgbClr val="000000"/>
                            </a:solidFill>
                            <a:latin typeface="Cambria Math" panose="02040503050406030204" pitchFamily="18" charset="0"/>
                          </a:rPr>
                          <m:t>𝑛</m:t>
                        </m:r>
                      </m:sub>
                    </m:sSub>
                  </m:oMath>
                </a14:m>
                <a:r>
                  <a:rPr lang="zh-CN" altLang="en-US" sz="1700" dirty="0">
                    <a:solidFill>
                      <a:srgbClr val="000000"/>
                    </a:solidFill>
                    <a:latin typeface="华文楷体" panose="02010600040101010101" pitchFamily="2" charset="-122"/>
                    <a:ea typeface="华文楷体" panose="02010600040101010101" pitchFamily="2" charset="-122"/>
                  </a:rPr>
                  <a:t>），</a:t>
                </a:r>
                <a14:m>
                  <m:oMath xmlns:m="http://schemas.openxmlformats.org/officeDocument/2006/math">
                    <m:r>
                      <a:rPr lang="zh-CN" altLang="en-US" sz="1600" i="1">
                        <a:solidFill>
                          <a:srgbClr val="000000"/>
                        </a:solidFill>
                        <a:latin typeface="Cambria Math" panose="02040503050406030204" pitchFamily="18" charset="0"/>
                      </a:rPr>
                      <m:t>𝑛</m:t>
                    </m:r>
                    <m:r>
                      <a:rPr lang="zh-CN" altLang="en-US" sz="1600" i="1">
                        <a:solidFill>
                          <a:srgbClr val="000000"/>
                        </a:solidFill>
                        <a:latin typeface="Cambria Math" panose="02040503050406030204" pitchFamily="18" charset="0"/>
                      </a:rPr>
                      <m:t>=1~</m:t>
                    </m:r>
                    <m:r>
                      <a:rPr lang="zh-CN" altLang="en-US" sz="1600" i="1">
                        <a:solidFill>
                          <a:srgbClr val="000000"/>
                        </a:solidFill>
                        <a:latin typeface="Cambria Math" panose="02040503050406030204" pitchFamily="18" charset="0"/>
                      </a:rPr>
                      <m:t>𝑙</m:t>
                    </m:r>
                  </m:oMath>
                </a14:m>
                <a:r>
                  <a:rPr lang="zh-CN" altLang="en-US" sz="1700" dirty="0">
                    <a:solidFill>
                      <a:srgbClr val="000000"/>
                    </a:solidFill>
                    <a:latin typeface="华文楷体" panose="02010600040101010101" pitchFamily="2" charset="-122"/>
                    <a:ea typeface="华文楷体" panose="02010600040101010101" pitchFamily="2" charset="-122"/>
                  </a:rPr>
                  <a:t>已知，则由线性回归分析的知识，可由此求解线性模型的参数</a:t>
                </a:r>
                <a:r>
                  <a:rPr lang="en-US" altLang="zh-CN" sz="1700" dirty="0">
                    <a:solidFill>
                      <a:srgbClr val="000000"/>
                    </a:solidFill>
                    <a:latin typeface="华文楷体" panose="02010600040101010101" pitchFamily="2" charset="-122"/>
                    <a:ea typeface="华文楷体" panose="02010600040101010101" pitchFamily="2" charset="-122"/>
                  </a:rPr>
                  <a:t>A</a:t>
                </a:r>
                <a:r>
                  <a:rPr lang="zh-CN" altLang="en-US" sz="1700" dirty="0">
                    <a:solidFill>
                      <a:srgbClr val="000000"/>
                    </a:solidFill>
                    <a:latin typeface="华文楷体" panose="02010600040101010101" pitchFamily="2" charset="-122"/>
                    <a:ea typeface="华文楷体" panose="02010600040101010101" pitchFamily="2" charset="-122"/>
                  </a:rPr>
                  <a:t>与</a:t>
                </a:r>
                <a:r>
                  <a:rPr lang="en-US" altLang="zh-CN" sz="1700" dirty="0">
                    <a:solidFill>
                      <a:srgbClr val="000000"/>
                    </a:solidFill>
                    <a:latin typeface="华文楷体" panose="02010600040101010101" pitchFamily="2" charset="-122"/>
                    <a:ea typeface="华文楷体" panose="02010600040101010101" pitchFamily="2" charset="-122"/>
                  </a:rPr>
                  <a:t>b</a:t>
                </a:r>
                <a:r>
                  <a:rPr lang="zh-CN" altLang="en-US" sz="1700" dirty="0">
                    <a:solidFill>
                      <a:srgbClr val="000000"/>
                    </a:solidFill>
                    <a:latin typeface="华文楷体" panose="02010600040101010101" pitchFamily="2" charset="-122"/>
                    <a:ea typeface="华文楷体" panose="02010600040101010101" pitchFamily="2" charset="-122"/>
                  </a:rPr>
                  <a:t>，并有</a:t>
                </a:r>
              </a:p>
            </p:txBody>
          </p:sp>
        </mc:Choice>
        <mc:Fallback xmlns="">
          <p:sp>
            <p:nvSpPr>
              <p:cNvPr id="2" name="矩形 1">
                <a:extLst>
                  <a:ext uri="{FF2B5EF4-FFF2-40B4-BE49-F238E27FC236}">
                    <a16:creationId xmlns:a16="http://schemas.microsoft.com/office/drawing/2014/main" id="{1A343DEC-CFF6-41F5-B87C-0DFC08C67B76}"/>
                  </a:ext>
                </a:extLst>
              </p:cNvPr>
              <p:cNvSpPr>
                <a:spLocks noRot="1" noChangeAspect="1" noMove="1" noResize="1" noEditPoints="1" noAdjustHandles="1" noChangeArrowheads="1" noChangeShapeType="1" noTextEdit="1"/>
              </p:cNvSpPr>
              <p:nvPr/>
            </p:nvSpPr>
            <p:spPr>
              <a:xfrm>
                <a:off x="611831" y="843428"/>
                <a:ext cx="7920338" cy="1232197"/>
              </a:xfrm>
              <a:prstGeom prst="rect">
                <a:avLst/>
              </a:prstGeom>
              <a:blipFill>
                <a:blip r:embed="rId3"/>
                <a:stretch>
                  <a:fillRect l="-385" r="-462" b="-59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Object 3">
                <a:extLst>
                  <a:ext uri="{FF2B5EF4-FFF2-40B4-BE49-F238E27FC236}">
                    <a16:creationId xmlns:a16="http://schemas.microsoft.com/office/drawing/2014/main" id="{B30693D1-64BC-4522-AD5D-4673306F1A3B}"/>
                  </a:ext>
                </a:extLst>
              </p:cNvPr>
              <p:cNvSpPr txBox="1"/>
              <p:nvPr/>
            </p:nvSpPr>
            <p:spPr bwMode="auto">
              <a:xfrm>
                <a:off x="3288903" y="2294938"/>
                <a:ext cx="2566194" cy="2221605"/>
              </a:xfrm>
              <a:prstGeom prst="rect">
                <a:avLst/>
              </a:prstGeom>
              <a:noFill/>
            </p:spPr>
            <p:txBody>
              <a:bodyPr>
                <a:normAutofit fontScale="85000" lnSpcReduction="10000"/>
              </a:bodyPr>
              <a:lstStyle/>
              <a:p>
                <a:pPr/>
                <a14:m>
                  <m:oMathPara xmlns:m="http://schemas.openxmlformats.org/officeDocument/2006/math">
                    <m:oMathParaPr>
                      <m:jc m:val="left"/>
                    </m:oMathParaPr>
                    <m:oMath xmlns:m="http://schemas.openxmlformats.org/officeDocument/2006/math">
                      <m:d>
                        <m:dPr>
                          <m:begChr m:val="{"/>
                          <m:endChr m:val=""/>
                          <m:ctrlPr>
                            <a:rPr lang="zh-CN" altLang="en-US" i="1" smtClean="0">
                              <a:solidFill>
                                <a:srgbClr val="000000"/>
                              </a:solidFill>
                              <a:latin typeface="Cambria Math" panose="02040503050406030204" pitchFamily="18" charset="0"/>
                            </a:rPr>
                          </m:ctrlPr>
                        </m:dPr>
                        <m:e>
                          <m:eqArr>
                            <m:eqArrPr>
                              <m:ctrlPr>
                                <a:rPr lang="zh-CN" altLang="en-US" i="1" smtClean="0">
                                  <a:solidFill>
                                    <a:srgbClr val="000000"/>
                                  </a:solidFill>
                                  <a:latin typeface="Cambria Math" panose="02040503050406030204" pitchFamily="18" charset="0"/>
                                </a:rPr>
                              </m:ctrlPr>
                            </m:eqArrPr>
                            <m:e>
                              <m:r>
                                <a:rPr lang="zh-CN" altLang="en-US" i="1">
                                  <a:solidFill>
                                    <a:srgbClr val="000000"/>
                                  </a:solidFill>
                                  <a:latin typeface="Cambria Math" panose="02040503050406030204" pitchFamily="18" charset="0"/>
                                </a:rPr>
                                <m:t>&amp;</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𝑏</m:t>
                                  </m:r>
                                </m:e>
                              </m:acc>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𝑙</m:t>
                                      </m:r>
                                    </m:sup>
                                    <m:e>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𝑋</m:t>
                                          </m:r>
                                        </m:e>
                                      </m:acc>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𝑌</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𝑌</m:t>
                                          </m:r>
                                        </m:e>
                                      </m:acc>
                                      <m:r>
                                        <a:rPr lang="zh-CN" altLang="en-US" i="1">
                                          <a:solidFill>
                                            <a:srgbClr val="000000"/>
                                          </a:solidFill>
                                          <a:latin typeface="Cambria Math" panose="02040503050406030204" pitchFamily="18" charset="0"/>
                                        </a:rPr>
                                        <m:t>)</m:t>
                                      </m:r>
                                    </m:e>
                                  </m:nary>
                                </m:num>
                                <m:den>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𝑙</m:t>
                                      </m:r>
                                    </m:sup>
                                    <m:e>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𝑋</m:t>
                                          </m:r>
                                        </m:e>
                                      </m:acc>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e>
                                  </m:nary>
                                </m:den>
                              </m:f>
                            </m:e>
                            <m:e>
                              <m:r>
                                <a:rPr lang="zh-CN" altLang="en-US" i="1">
                                  <a:solidFill>
                                    <a:srgbClr val="000000"/>
                                  </a:solidFill>
                                  <a:latin typeface="Cambria Math" panose="02040503050406030204" pitchFamily="18" charset="0"/>
                                </a:rPr>
                                <m:t>&amp;</m:t>
                              </m:r>
                            </m:e>
                            <m:e>
                              <m:r>
                                <a:rPr lang="zh-CN" altLang="en-US" i="1">
                                  <a:solidFill>
                                    <a:srgbClr val="000000"/>
                                  </a:solidFill>
                                  <a:latin typeface="Cambria Math" panose="02040503050406030204" pitchFamily="18" charset="0"/>
                                </a:rPr>
                                <m:t>&amp;</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𝐴</m:t>
                                  </m:r>
                                </m:e>
                              </m:acc>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𝑌</m:t>
                                  </m:r>
                                </m:e>
                              </m:acc>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𝑏</m:t>
                                  </m:r>
                                </m:e>
                              </m:acc>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𝑋</m:t>
                                  </m:r>
                                </m:e>
                              </m:acc>
                            </m:e>
                            <m:e>
                              <m:r>
                                <a:rPr lang="zh-CN" altLang="en-US" i="1">
                                  <a:solidFill>
                                    <a:srgbClr val="000000"/>
                                  </a:solidFill>
                                  <a:latin typeface="Cambria Math" panose="02040503050406030204" pitchFamily="18" charset="0"/>
                                </a:rPr>
                                <m:t>&amp;</m:t>
                              </m:r>
                            </m:e>
                            <m:e>
                              <m:r>
                                <a:rPr lang="zh-CN" altLang="en-US" i="1">
                                  <a:solidFill>
                                    <a:srgbClr val="000000"/>
                                  </a:solidFill>
                                  <a:latin typeface="Cambria Math" panose="02040503050406030204" pitchFamily="18" charset="0"/>
                                </a:rPr>
                                <m:t>&amp;</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𝑋</m:t>
                                  </m:r>
                                </m:e>
                              </m:acc>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𝑙</m:t>
                                  </m:r>
                                </m:den>
                              </m:f>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𝑙</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𝑛</m:t>
                                      </m:r>
                                    </m:sub>
                                  </m:sSub>
                                </m:e>
                              </m:nary>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𝑌</m:t>
                                  </m:r>
                                </m:e>
                              </m:acc>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𝑙</m:t>
                                  </m:r>
                                </m:den>
                              </m:f>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𝑙</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𝑌</m:t>
                                      </m:r>
                                    </m:e>
                                    <m:sub>
                                      <m:r>
                                        <a:rPr lang="zh-CN" altLang="en-US" i="1">
                                          <a:solidFill>
                                            <a:srgbClr val="000000"/>
                                          </a:solidFill>
                                          <a:latin typeface="Cambria Math" panose="02040503050406030204" pitchFamily="18" charset="0"/>
                                        </a:rPr>
                                        <m:t>𝑛</m:t>
                                      </m:r>
                                    </m:sub>
                                  </m:sSub>
                                </m:e>
                              </m:nary>
                            </m:e>
                            <m:e>
                              <m:r>
                                <a:rPr lang="zh-CN" altLang="en-US" i="1">
                                  <a:solidFill>
                                    <a:srgbClr val="000000"/>
                                  </a:solidFill>
                                  <a:latin typeface="Cambria Math" panose="02040503050406030204" pitchFamily="18" charset="0"/>
                                </a:rPr>
                                <m:t>&amp;</m:t>
                              </m:r>
                            </m:e>
                            <m:e>
                              <m:r>
                                <a:rPr lang="zh-CN" altLang="en-US" i="1">
                                  <a:solidFill>
                                    <a:srgbClr val="000000"/>
                                  </a:solidFill>
                                  <a:latin typeface="Cambria Math" panose="02040503050406030204" pitchFamily="18" charset="0"/>
                                </a:rPr>
                                <m:t>&amp;</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𝑋</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ln</m:t>
                                  </m:r>
                                </m:fNa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Sub>
                                </m:e>
                              </m:func>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𝑌</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ln</m:t>
                                  </m:r>
                                </m:fNa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𝑦</m:t>
                                      </m:r>
                                    </m:e>
                                    <m:sub>
                                      <m:r>
                                        <a:rPr lang="zh-CN" altLang="en-US" i="1">
                                          <a:solidFill>
                                            <a:srgbClr val="000000"/>
                                          </a:solidFill>
                                          <a:latin typeface="Cambria Math" panose="02040503050406030204" pitchFamily="18" charset="0"/>
                                        </a:rPr>
                                        <m:t>𝑛</m:t>
                                      </m:r>
                                    </m:sub>
                                  </m:sSub>
                                </m:e>
                              </m:func>
                              <m:r>
                                <a:rPr lang="zh-CN" altLang="en-US" i="1">
                                  <a:solidFill>
                                    <a:srgbClr val="000000"/>
                                  </a:solidFill>
                                  <a:latin typeface="Cambria Math" panose="02040503050406030204" pitchFamily="18" charset="0"/>
                                </a:rPr>
                                <m:t>,</m:t>
                              </m:r>
                            </m:e>
                          </m:eqArr>
                        </m:e>
                      </m:d>
                    </m:oMath>
                  </m:oMathPara>
                </a14:m>
                <a:endParaRPr lang="zh-CN" altLang="en-US" dirty="0"/>
              </a:p>
            </p:txBody>
          </p:sp>
        </mc:Choice>
        <mc:Fallback xmlns="">
          <p:sp>
            <p:nvSpPr>
              <p:cNvPr id="19" name="Object 3">
                <a:extLst>
                  <a:ext uri="{FF2B5EF4-FFF2-40B4-BE49-F238E27FC236}">
                    <a16:creationId xmlns:a16="http://schemas.microsoft.com/office/drawing/2014/main" id="{B30693D1-64BC-4522-AD5D-4673306F1A3B}"/>
                  </a:ext>
                </a:extLst>
              </p:cNvPr>
              <p:cNvSpPr txBox="1">
                <a:spLocks noRot="1" noChangeAspect="1" noMove="1" noResize="1" noEditPoints="1" noAdjustHandles="1" noChangeArrowheads="1" noChangeShapeType="1" noTextEdit="1"/>
              </p:cNvSpPr>
              <p:nvPr/>
            </p:nvSpPr>
            <p:spPr bwMode="auto">
              <a:xfrm>
                <a:off x="3288903" y="2294938"/>
                <a:ext cx="2566194" cy="2221605"/>
              </a:xfrm>
              <a:prstGeom prst="rect">
                <a:avLst/>
              </a:prstGeom>
              <a:blipFill>
                <a:blip r:embed="rId4"/>
                <a:stretch>
                  <a:fillRect/>
                </a:stretch>
              </a:blipFill>
            </p:spPr>
            <p:txBody>
              <a:bodyPr/>
              <a:lstStyle/>
              <a:p>
                <a:r>
                  <a:rPr lang="zh-CN" altLang="en-US">
                    <a:noFill/>
                  </a:rPr>
                  <a:t> </a:t>
                </a:r>
              </a:p>
            </p:txBody>
          </p:sp>
        </mc:Fallback>
      </mc:AlternateContent>
      <p:pic>
        <p:nvPicPr>
          <p:cNvPr id="3" name="Object 14">
            <a:extLst>
              <a:ext uri="{FF2B5EF4-FFF2-40B4-BE49-F238E27FC236}">
                <a16:creationId xmlns:a16="http://schemas.microsoft.com/office/drawing/2014/main" id="{5F06B2A3-8C4A-47E4-A7C4-27F46E612A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27417" y="3238426"/>
            <a:ext cx="1362760" cy="334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本框 10">
            <a:extLst>
              <a:ext uri="{FF2B5EF4-FFF2-40B4-BE49-F238E27FC236}">
                <a16:creationId xmlns:a16="http://schemas.microsoft.com/office/drawing/2014/main" id="{B0EC9FFD-B0B1-4D6E-874A-2C5E2A68A72B}"/>
              </a:ext>
            </a:extLst>
          </p:cNvPr>
          <p:cNvSpPr txBox="1"/>
          <p:nvPr/>
        </p:nvSpPr>
        <p:spPr>
          <a:xfrm>
            <a:off x="6153823" y="3204309"/>
            <a:ext cx="1284558" cy="353943"/>
          </a:xfrm>
          <a:prstGeom prst="rect">
            <a:avLst/>
          </a:prstGeom>
          <a:noFill/>
        </p:spPr>
        <p:txBody>
          <a:bodyPr wrap="square">
            <a:spAutoFit/>
          </a:bodyPr>
          <a:lstStyle/>
          <a:p>
            <a:pPr algn="ctr"/>
            <a:r>
              <a:rPr lang="zh-CN" altLang="en-US" sz="1700" dirty="0">
                <a:solidFill>
                  <a:srgbClr val="000000"/>
                </a:solidFill>
                <a:latin typeface="华文楷体" panose="02010600040101010101" pitchFamily="2" charset="-122"/>
                <a:ea typeface="华文楷体" panose="02010600040101010101" pitchFamily="2" charset="-122"/>
              </a:rPr>
              <a:t>最小二乘法</a:t>
            </a:r>
          </a:p>
        </p:txBody>
      </p:sp>
    </p:spTree>
    <p:extLst>
      <p:ext uri="{BB962C8B-B14F-4D97-AF65-F5344CB8AC3E}">
        <p14:creationId xmlns:p14="http://schemas.microsoft.com/office/powerpoint/2010/main" val="62684869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22EB3923-8A85-4659-B3FA-C8A07519DA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181" y="226376"/>
            <a:ext cx="4089819" cy="2345374"/>
          </a:xfrm>
          <a:prstGeom prst="rect">
            <a:avLst/>
          </a:prstGeom>
        </p:spPr>
      </p:pic>
      <p:pic>
        <p:nvPicPr>
          <p:cNvPr id="13" name="图片 12">
            <a:extLst>
              <a:ext uri="{FF2B5EF4-FFF2-40B4-BE49-F238E27FC236}">
                <a16:creationId xmlns:a16="http://schemas.microsoft.com/office/drawing/2014/main" id="{B42DEF81-40AE-44C0-A125-0CA4CED861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226375"/>
            <a:ext cx="4089819" cy="2345375"/>
          </a:xfrm>
          <a:prstGeom prst="rect">
            <a:avLst/>
          </a:prstGeom>
        </p:spPr>
      </p:pic>
      <p:pic>
        <p:nvPicPr>
          <p:cNvPr id="6" name="图片 5">
            <a:extLst>
              <a:ext uri="{FF2B5EF4-FFF2-40B4-BE49-F238E27FC236}">
                <a16:creationId xmlns:a16="http://schemas.microsoft.com/office/drawing/2014/main" id="{295ED377-0505-4ED3-B759-A9A609F94C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38984" y="2748674"/>
            <a:ext cx="2866031" cy="2229135"/>
          </a:xfrm>
          <a:prstGeom prst="rect">
            <a:avLst/>
          </a:prstGeom>
        </p:spPr>
      </p:pic>
    </p:spTree>
    <p:extLst>
      <p:ext uri="{BB962C8B-B14F-4D97-AF65-F5344CB8AC3E}">
        <p14:creationId xmlns:p14="http://schemas.microsoft.com/office/powerpoint/2010/main" val="1007677954"/>
      </p:ext>
    </p:extLst>
  </p:cSld>
  <p:clrMapOvr>
    <a:masterClrMapping/>
  </p:clrMapOvr>
  <p:transition spd="slow">
    <p:pull/>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0F0910E-4935-4B05-BEBA-659FBDBBF974}"/>
              </a:ext>
            </a:extLst>
          </p:cNvPr>
          <p:cNvSpPr txBox="1"/>
          <p:nvPr/>
        </p:nvSpPr>
        <p:spPr>
          <a:xfrm>
            <a:off x="2286000" y="1460119"/>
            <a:ext cx="4572000" cy="646331"/>
          </a:xfrm>
          <a:prstGeom prst="rect">
            <a:avLst/>
          </a:prstGeom>
          <a:noFill/>
        </p:spPr>
        <p:txBody>
          <a:bodyPr wrap="square">
            <a:spAutoFit/>
          </a:bodyPr>
          <a:lstStyle/>
          <a:p>
            <a:pPr algn="ctr"/>
            <a:r>
              <a:rPr lang="zh-CN" altLang="en-US" dirty="0">
                <a:latin typeface="Times New Roman" panose="02020603050405020304" pitchFamily="18" charset="0"/>
                <a:cs typeface="Times New Roman" panose="02020603050405020304" pitchFamily="18" charset="0"/>
                <a:hlinkClick r:id="rId2"/>
              </a:rPr>
              <a:t>https://www.zhihu.com/question/37031188</a:t>
            </a:r>
            <a:endParaRPr lang="en-US" altLang="zh-CN" dirty="0">
              <a:latin typeface="Times New Roman" panose="02020603050405020304" pitchFamily="18" charset="0"/>
              <a:cs typeface="Times New Roman" panose="02020603050405020304" pitchFamily="18" charset="0"/>
            </a:endParaRPr>
          </a:p>
          <a:p>
            <a:pPr algn="ctr"/>
            <a:r>
              <a:rPr lang="zh-CN" altLang="en-US" dirty="0">
                <a:latin typeface="Times New Roman" panose="02020603050405020304" pitchFamily="18" charset="0"/>
                <a:cs typeface="Times New Roman" panose="02020603050405020304" pitchFamily="18" charset="0"/>
              </a:rPr>
              <a:t>最小二乘法的本质是什么？</a:t>
            </a:r>
          </a:p>
        </p:txBody>
      </p:sp>
      <p:sp>
        <p:nvSpPr>
          <p:cNvPr id="4" name="文本框 3">
            <a:extLst>
              <a:ext uri="{FF2B5EF4-FFF2-40B4-BE49-F238E27FC236}">
                <a16:creationId xmlns:a16="http://schemas.microsoft.com/office/drawing/2014/main" id="{5EF6A424-F160-4718-A2DC-7EC90A826D3E}"/>
              </a:ext>
            </a:extLst>
          </p:cNvPr>
          <p:cNvSpPr txBox="1"/>
          <p:nvPr/>
        </p:nvSpPr>
        <p:spPr>
          <a:xfrm>
            <a:off x="1479740" y="2315903"/>
            <a:ext cx="6184519" cy="646331"/>
          </a:xfrm>
          <a:prstGeom prst="rect">
            <a:avLst/>
          </a:prstGeom>
          <a:noFill/>
        </p:spPr>
        <p:txBody>
          <a:bodyPr wrap="square">
            <a:spAutoFit/>
          </a:bodyPr>
          <a:lstStyle/>
          <a:p>
            <a:pPr algn="ctr"/>
            <a:r>
              <a:rPr lang="zh-CN" altLang="en-US" dirty="0">
                <a:latin typeface="Times New Roman" panose="02020603050405020304" pitchFamily="18" charset="0"/>
                <a:cs typeface="Times New Roman" panose="02020603050405020304" pitchFamily="18" charset="0"/>
                <a:hlinkClick r:id="rId3"/>
              </a:rPr>
              <a:t>https://blog.csdn.net/weixin_38278993/article/details/100556051</a:t>
            </a:r>
            <a:endParaRPr lang="en-US" altLang="zh-CN" dirty="0">
              <a:latin typeface="Times New Roman" panose="02020603050405020304" pitchFamily="18" charset="0"/>
              <a:cs typeface="Times New Roman" panose="02020603050405020304" pitchFamily="18" charset="0"/>
            </a:endParaRPr>
          </a:p>
          <a:p>
            <a:pPr algn="ctr"/>
            <a:r>
              <a:rPr lang="zh-CN" altLang="en-US" dirty="0">
                <a:latin typeface="Times New Roman" panose="02020603050405020304" pitchFamily="18" charset="0"/>
                <a:cs typeface="Times New Roman" panose="02020603050405020304" pitchFamily="18" charset="0"/>
              </a:rPr>
              <a:t>最小二乘法的推导</a:t>
            </a:r>
          </a:p>
        </p:txBody>
      </p:sp>
    </p:spTree>
    <p:extLst>
      <p:ext uri="{BB962C8B-B14F-4D97-AF65-F5344CB8AC3E}">
        <p14:creationId xmlns:p14="http://schemas.microsoft.com/office/powerpoint/2010/main" val="1506599978"/>
      </p:ext>
    </p:extLst>
  </p:cSld>
  <p:clrMapOvr>
    <a:masterClrMapping/>
  </p:clrMapOvr>
  <p:transition spd="slow">
    <p:pull/>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83177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3.2.3 </a:t>
            </a:r>
            <a:r>
              <a:rPr lang="zh-CN" altLang="en-US" sz="2400" spc="300" dirty="0">
                <a:latin typeface="微软雅黑" panose="020B0503020204020204" pitchFamily="34" charset="-122"/>
                <a:ea typeface="微软雅黑" panose="020B0503020204020204" pitchFamily="34" charset="-122"/>
              </a:rPr>
              <a:t>统计模型法</a:t>
            </a:r>
            <a:r>
              <a:rPr lang="en-US" altLang="zh-CN" sz="2400" spc="300" dirty="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回归分析法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62461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利用</a:t>
            </a:r>
            <a:r>
              <a:rPr lang="en-US" altLang="zh-CN" sz="1700" dirty="0">
                <a:solidFill>
                  <a:srgbClr val="000000"/>
                </a:solidFill>
                <a:latin typeface="华文楷体" panose="02010600040101010101" pitchFamily="2" charset="-122"/>
                <a:ea typeface="华文楷体" panose="02010600040101010101" pitchFamily="2" charset="-122"/>
              </a:rPr>
              <a:t>( 3.7 )</a:t>
            </a:r>
            <a:r>
              <a:rPr lang="zh-CN" altLang="en-US" sz="1700" dirty="0">
                <a:solidFill>
                  <a:srgbClr val="000000"/>
                </a:solidFill>
                <a:latin typeface="华文楷体" panose="02010600040101010101" pitchFamily="2" charset="-122"/>
                <a:ea typeface="华文楷体" panose="02010600040101010101" pitchFamily="2" charset="-122"/>
              </a:rPr>
              <a:t>式的参数</a:t>
            </a:r>
            <a:r>
              <a:rPr lang="en-US" altLang="zh-CN" sz="1700" dirty="0">
                <a:solidFill>
                  <a:srgbClr val="000000"/>
                </a:solidFill>
                <a:latin typeface="华文楷体" panose="02010600040101010101" pitchFamily="2" charset="-122"/>
                <a:ea typeface="华文楷体" panose="02010600040101010101" pitchFamily="2" charset="-122"/>
              </a:rPr>
              <a:t>A</a:t>
            </a:r>
            <a:r>
              <a:rPr lang="zh-CN" altLang="en-US" sz="1700" dirty="0">
                <a:solidFill>
                  <a:srgbClr val="000000"/>
                </a:solidFill>
                <a:latin typeface="华文楷体" panose="02010600040101010101" pitchFamily="2" charset="-122"/>
                <a:ea typeface="华文楷体" panose="02010600040101010101" pitchFamily="2" charset="-122"/>
              </a:rPr>
              <a:t>与</a:t>
            </a:r>
            <a:r>
              <a:rPr lang="en-US" altLang="zh-CN" sz="1700" dirty="0">
                <a:solidFill>
                  <a:srgbClr val="000000"/>
                </a:solidFill>
                <a:latin typeface="华文楷体" panose="02010600040101010101" pitchFamily="2" charset="-122"/>
                <a:ea typeface="华文楷体" panose="02010600040101010101" pitchFamily="2" charset="-122"/>
              </a:rPr>
              <a:t>b</a:t>
            </a:r>
            <a:r>
              <a:rPr lang="zh-CN" altLang="en-US" sz="1700" dirty="0">
                <a:solidFill>
                  <a:srgbClr val="000000"/>
                </a:solidFill>
                <a:latin typeface="华文楷体" panose="02010600040101010101" pitchFamily="2" charset="-122"/>
                <a:ea typeface="华文楷体" panose="02010600040101010101" pitchFamily="2" charset="-122"/>
              </a:rPr>
              <a:t>的估计值，即可建立统计模型</a:t>
            </a:r>
          </a:p>
          <a:p>
            <a:pPr marL="285750" indent="-285750" algn="ctr">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a:t>
            </a:r>
            <a:r>
              <a:rPr lang="en-US" altLang="zh-CN" sz="1700" dirty="0">
                <a:solidFill>
                  <a:srgbClr val="000000"/>
                </a:solidFill>
                <a:latin typeface="华文楷体" panose="02010600040101010101" pitchFamily="2" charset="-122"/>
                <a:ea typeface="华文楷体" panose="02010600040101010101" pitchFamily="2" charset="-122"/>
              </a:rPr>
              <a:t>3.8</a:t>
            </a:r>
            <a:r>
              <a:rPr lang="zh-CN" altLang="en-US" sz="1700" dirty="0">
                <a:solidFill>
                  <a:srgbClr val="000000"/>
                </a:solidFill>
                <a:latin typeface="华文楷体" panose="02010600040101010101" pitchFamily="2" charset="-122"/>
                <a:ea typeface="华文楷体" panose="02010600040101010101" pitchFamily="2" charset="-122"/>
              </a:rPr>
              <a:t>）</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根据回归分析的知识（</a:t>
            </a:r>
            <a:r>
              <a:rPr lang="en-US" altLang="zh-CN" sz="1700" dirty="0">
                <a:solidFill>
                  <a:srgbClr val="000000"/>
                </a:solidFill>
                <a:latin typeface="华文楷体" panose="02010600040101010101" pitchFamily="2" charset="-122"/>
                <a:ea typeface="华文楷体" panose="02010600040101010101" pitchFamily="2" charset="-122"/>
              </a:rPr>
              <a:t>3.8</a:t>
            </a:r>
            <a:r>
              <a:rPr lang="zh-CN" altLang="en-US" sz="1700" dirty="0">
                <a:solidFill>
                  <a:srgbClr val="000000"/>
                </a:solidFill>
                <a:latin typeface="华文楷体" panose="02010600040101010101" pitchFamily="2" charset="-122"/>
                <a:ea typeface="华文楷体" panose="02010600040101010101" pitchFamily="2" charset="-122"/>
              </a:rPr>
              <a:t>）式子的统计模型能否作为合理、可靠的预测模型尚需经过统计检验，</a:t>
            </a:r>
          </a:p>
        </p:txBody>
      </p:sp>
      <p:pic>
        <p:nvPicPr>
          <p:cNvPr id="3" name="Object 4">
            <a:extLst>
              <a:ext uri="{FF2B5EF4-FFF2-40B4-BE49-F238E27FC236}">
                <a16:creationId xmlns:a16="http://schemas.microsoft.com/office/drawing/2014/main" id="{89FF97D9-CAE9-49C7-8DE5-5B2726E5E3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3136" y="1288740"/>
            <a:ext cx="1893718" cy="429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Object 8">
            <a:extLst>
              <a:ext uri="{FF2B5EF4-FFF2-40B4-BE49-F238E27FC236}">
                <a16:creationId xmlns:a16="http://schemas.microsoft.com/office/drawing/2014/main" id="{E27358E6-E4C8-46C4-8A8F-C093ECC93E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2299428"/>
            <a:ext cx="2741613"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712489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83177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3.2.3 </a:t>
            </a:r>
            <a:r>
              <a:rPr lang="zh-CN" altLang="en-US" sz="2400" spc="300" dirty="0">
                <a:latin typeface="微软雅黑" panose="020B0503020204020204" pitchFamily="34" charset="-122"/>
                <a:ea typeface="微软雅黑" panose="020B0503020204020204" pitchFamily="34" charset="-122"/>
              </a:rPr>
              <a:t>统计模型法</a:t>
            </a:r>
            <a:r>
              <a:rPr lang="en-US" altLang="zh-CN" sz="2400" spc="300" dirty="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回归分析法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3219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检验条件：                                                                    （</a:t>
            </a:r>
            <a:r>
              <a:rPr lang="en-US" altLang="zh-CN" sz="1700" dirty="0">
                <a:solidFill>
                  <a:srgbClr val="000000"/>
                </a:solidFill>
                <a:latin typeface="华文楷体" panose="02010600040101010101" pitchFamily="2" charset="-122"/>
                <a:ea typeface="华文楷体" panose="02010600040101010101" pitchFamily="2" charset="-122"/>
              </a:rPr>
              <a:t>3.10</a:t>
            </a:r>
            <a:r>
              <a:rPr lang="zh-CN" altLang="en-US" sz="1700" dirty="0">
                <a:solidFill>
                  <a:srgbClr val="000000"/>
                </a:solidFill>
                <a:latin typeface="华文楷体" panose="02010600040101010101" pitchFamily="2" charset="-122"/>
                <a:ea typeface="华文楷体" panose="02010600040101010101" pitchFamily="2" charset="-122"/>
              </a:rPr>
              <a:t>）</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检验条件算式中的     为自由度为</a:t>
            </a:r>
            <a:r>
              <a:rPr lang="en-US" altLang="zh-CN" sz="1700" dirty="0">
                <a:solidFill>
                  <a:srgbClr val="000000"/>
                </a:solidFill>
                <a:latin typeface="华文楷体" panose="02010600040101010101" pitchFamily="2" charset="-122"/>
                <a:ea typeface="华文楷体" panose="02010600040101010101" pitchFamily="2" charset="-122"/>
              </a:rPr>
              <a:t>m</a:t>
            </a:r>
            <a:r>
              <a:rPr lang="zh-CN" altLang="en-US" sz="1700" dirty="0">
                <a:solidFill>
                  <a:srgbClr val="000000"/>
                </a:solidFill>
                <a:latin typeface="华文楷体" panose="02010600040101010101" pitchFamily="2" charset="-122"/>
                <a:ea typeface="华文楷体" panose="02010600040101010101" pitchFamily="2" charset="-122"/>
              </a:rPr>
              <a:t>的</a:t>
            </a:r>
            <a:r>
              <a:rPr lang="en-US" altLang="zh-CN" sz="1700" dirty="0">
                <a:solidFill>
                  <a:srgbClr val="000000"/>
                </a:solidFill>
                <a:latin typeface="华文楷体" panose="02010600040101010101" pitchFamily="2" charset="-122"/>
                <a:ea typeface="华文楷体" panose="02010600040101010101" pitchFamily="2" charset="-122"/>
              </a:rPr>
              <a:t>T</a:t>
            </a:r>
            <a:r>
              <a:rPr lang="zh-CN" altLang="en-US" sz="1700" dirty="0">
                <a:solidFill>
                  <a:srgbClr val="000000"/>
                </a:solidFill>
                <a:latin typeface="华文楷体" panose="02010600040101010101" pitchFamily="2" charset="-122"/>
                <a:ea typeface="华文楷体" panose="02010600040101010101" pitchFamily="2" charset="-122"/>
              </a:rPr>
              <a:t>统计量，</a:t>
            </a:r>
            <a:r>
              <a:rPr lang="el-GR" altLang="zh-CN" sz="1700" dirty="0">
                <a:solidFill>
                  <a:srgbClr val="000000"/>
                </a:solidFill>
                <a:latin typeface="华文楷体" panose="02010600040101010101" pitchFamily="2" charset="-122"/>
                <a:ea typeface="华文楷体" panose="02010600040101010101" pitchFamily="2" charset="-122"/>
              </a:rPr>
              <a:t>α</a:t>
            </a:r>
            <a:r>
              <a:rPr lang="en-US" altLang="zh-CN" sz="1700" dirty="0">
                <a:solidFill>
                  <a:srgbClr val="000000"/>
                </a:solidFill>
                <a:latin typeface="华文楷体" panose="02010600040101010101" pitchFamily="2" charset="-122"/>
                <a:ea typeface="华文楷体" panose="02010600040101010101" pitchFamily="2" charset="-122"/>
              </a:rPr>
              <a:t>=1-</a:t>
            </a:r>
            <a:r>
              <a:rPr lang="el-GR" altLang="zh-CN" sz="1700" dirty="0">
                <a:solidFill>
                  <a:srgbClr val="000000"/>
                </a:solidFill>
                <a:latin typeface="华文楷体" panose="02010600040101010101" pitchFamily="2" charset="-122"/>
                <a:ea typeface="华文楷体" panose="02010600040101010101" pitchFamily="2" charset="-122"/>
              </a:rPr>
              <a:t>β</a:t>
            </a:r>
            <a:r>
              <a:rPr lang="zh-CN" altLang="en-US" sz="1700" dirty="0">
                <a:solidFill>
                  <a:srgbClr val="000000"/>
                </a:solidFill>
                <a:latin typeface="华文楷体" panose="02010600040101010101" pitchFamily="2" charset="-122"/>
                <a:ea typeface="华文楷体" panose="02010600040101010101" pitchFamily="2" charset="-122"/>
              </a:rPr>
              <a:t>，对于给定的</a:t>
            </a:r>
            <a:r>
              <a:rPr lang="en-US" altLang="zh-CN" sz="1700" i="1" dirty="0">
                <a:solidFill>
                  <a:srgbClr val="000000"/>
                </a:solidFill>
                <a:latin typeface="华文楷体" panose="02010600040101010101" pitchFamily="2" charset="-122"/>
                <a:ea typeface="华文楷体" panose="02010600040101010101" pitchFamily="2" charset="-122"/>
              </a:rPr>
              <a:t>m=l-2</a:t>
            </a:r>
            <a:r>
              <a:rPr lang="zh-CN" altLang="en-US" sz="1700" dirty="0">
                <a:solidFill>
                  <a:srgbClr val="000000"/>
                </a:solidFill>
                <a:latin typeface="华文楷体" panose="02010600040101010101" pitchFamily="2" charset="-122"/>
                <a:ea typeface="华文楷体" panose="02010600040101010101" pitchFamily="2" charset="-122"/>
              </a:rPr>
              <a:t>和 </a:t>
            </a:r>
            <a:r>
              <a:rPr lang="el-GR" altLang="zh-CN" sz="1700" i="1" dirty="0">
                <a:solidFill>
                  <a:srgbClr val="000000"/>
                </a:solidFill>
                <a:latin typeface="华文楷体" panose="02010600040101010101" pitchFamily="2" charset="-122"/>
                <a:ea typeface="华文楷体" panose="02010600040101010101" pitchFamily="2" charset="-122"/>
              </a:rPr>
              <a:t>α</a:t>
            </a:r>
            <a:r>
              <a:rPr lang="en-US" altLang="zh-CN" sz="1700" i="1" dirty="0">
                <a:solidFill>
                  <a:srgbClr val="000000"/>
                </a:solidFill>
                <a:latin typeface="华文楷体" panose="02010600040101010101" pitchFamily="2" charset="-122"/>
                <a:ea typeface="华文楷体" panose="02010600040101010101" pitchFamily="2" charset="-122"/>
              </a:rPr>
              <a:t>=1-</a:t>
            </a:r>
            <a:r>
              <a:rPr lang="el-GR" altLang="zh-CN" sz="1700" i="1" dirty="0">
                <a:solidFill>
                  <a:srgbClr val="000000"/>
                </a:solidFill>
                <a:latin typeface="华文楷体" panose="02010600040101010101" pitchFamily="2" charset="-122"/>
                <a:ea typeface="华文楷体" panose="02010600040101010101" pitchFamily="2" charset="-122"/>
              </a:rPr>
              <a:t>β</a:t>
            </a:r>
            <a:r>
              <a:rPr lang="zh-CN" altLang="en-US" sz="1700" dirty="0">
                <a:solidFill>
                  <a:srgbClr val="000000"/>
                </a:solidFill>
                <a:latin typeface="华文楷体" panose="02010600040101010101" pitchFamily="2" charset="-122"/>
                <a:ea typeface="华文楷体" panose="02010600040101010101" pitchFamily="2" charset="-122"/>
              </a:rPr>
              <a:t>可由统计检验表中查出             的数值，从而可判断</a:t>
            </a:r>
            <a:r>
              <a:rPr lang="en-US" altLang="zh-CN" sz="1700" dirty="0">
                <a:solidFill>
                  <a:srgbClr val="000000"/>
                </a:solidFill>
                <a:latin typeface="华文楷体" panose="02010600040101010101" pitchFamily="2" charset="-122"/>
                <a:ea typeface="华文楷体" panose="02010600040101010101" pitchFamily="2" charset="-122"/>
              </a:rPr>
              <a:t>(3.10)</a:t>
            </a:r>
            <a:r>
              <a:rPr lang="zh-CN" altLang="en-US" sz="1700" dirty="0">
                <a:solidFill>
                  <a:srgbClr val="000000"/>
                </a:solidFill>
                <a:latin typeface="华文楷体" panose="02010600040101010101" pitchFamily="2" charset="-122"/>
                <a:ea typeface="华文楷体" panose="02010600040101010101" pitchFamily="2" charset="-122"/>
              </a:rPr>
              <a:t>式是否成立。</a:t>
            </a:r>
          </a:p>
        </p:txBody>
      </p:sp>
      <p:pic>
        <p:nvPicPr>
          <p:cNvPr id="3" name="Object 4">
            <a:extLst>
              <a:ext uri="{FF2B5EF4-FFF2-40B4-BE49-F238E27FC236}">
                <a16:creationId xmlns:a16="http://schemas.microsoft.com/office/drawing/2014/main" id="{353D40E8-6BBB-478E-909C-8488090D37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9689" y="866280"/>
            <a:ext cx="2781300" cy="512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Object 6">
            <a:extLst>
              <a:ext uri="{FF2B5EF4-FFF2-40B4-BE49-F238E27FC236}">
                <a16:creationId xmlns:a16="http://schemas.microsoft.com/office/drawing/2014/main" id="{2DF8EF21-1FFF-4EC4-B64C-3D6F50539D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8780" y="1378356"/>
            <a:ext cx="465185" cy="279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Object 14">
            <a:extLst>
              <a:ext uri="{FF2B5EF4-FFF2-40B4-BE49-F238E27FC236}">
                <a16:creationId xmlns:a16="http://schemas.microsoft.com/office/drawing/2014/main" id="{7BCECF58-382B-4E05-B8BD-0124A7F233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7209" y="1673211"/>
            <a:ext cx="680849" cy="425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5956593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DC4027C3-B32D-4953-92B4-86F18671019E}"/>
              </a:ext>
            </a:extLst>
          </p:cNvPr>
          <p:cNvPicPr>
            <a:picLocks noChangeAspect="1"/>
          </p:cNvPicPr>
          <p:nvPr/>
        </p:nvPicPr>
        <p:blipFill>
          <a:blip r:embed="rId3"/>
          <a:stretch>
            <a:fillRect/>
          </a:stretch>
        </p:blipFill>
        <p:spPr>
          <a:xfrm>
            <a:off x="1354632" y="155014"/>
            <a:ext cx="5183908" cy="4833471"/>
          </a:xfrm>
          <a:prstGeom prst="rect">
            <a:avLst/>
          </a:prstGeom>
        </p:spPr>
      </p:pic>
      <p:sp>
        <p:nvSpPr>
          <p:cNvPr id="4" name="Text Box 43">
            <a:extLst>
              <a:ext uri="{FF2B5EF4-FFF2-40B4-BE49-F238E27FC236}">
                <a16:creationId xmlns:a16="http://schemas.microsoft.com/office/drawing/2014/main" id="{F6185CB9-36B5-49D8-8E46-9362D8D7B398}"/>
              </a:ext>
            </a:extLst>
          </p:cNvPr>
          <p:cNvSpPr txBox="1">
            <a:spLocks noChangeArrowheads="1"/>
          </p:cNvSpPr>
          <p:nvPr/>
        </p:nvSpPr>
        <p:spPr bwMode="auto">
          <a:xfrm>
            <a:off x="6538540" y="4591610"/>
            <a:ext cx="2773363" cy="3968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r>
              <a:rPr lang="zh-CN" altLang="en-US" sz="2000" u="none" dirty="0"/>
              <a:t>预测模型求解流程图</a:t>
            </a:r>
          </a:p>
        </p:txBody>
      </p:sp>
    </p:spTree>
    <p:extLst>
      <p:ext uri="{BB962C8B-B14F-4D97-AF65-F5344CB8AC3E}">
        <p14:creationId xmlns:p14="http://schemas.microsoft.com/office/powerpoint/2010/main" val="2461849974"/>
      </p:ext>
    </p:extLst>
  </p:cSld>
  <p:clrMapOvr>
    <a:masterClrMapping/>
  </p:clrMapOvr>
  <p:transition spd="slow">
    <p:pull/>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209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 </a:t>
            </a:r>
            <a:r>
              <a:rPr lang="zh-CN" altLang="en-US" sz="2400" spc="300" dirty="0">
                <a:latin typeface="微软雅黑" panose="020B0503020204020204" pitchFamily="34" charset="-122"/>
                <a:ea typeface="微软雅黑" panose="020B0503020204020204" pitchFamily="34" charset="-122"/>
              </a:rPr>
              <a:t>软件成本与工期的测算方法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53445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功能分解法</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sz="1600" dirty="0">
                <a:solidFill>
                  <a:srgbClr val="000000"/>
                </a:solidFill>
                <a:latin typeface="华文楷体" panose="02010600040101010101" pitchFamily="2" charset="-122"/>
                <a:ea typeface="华文楷体" panose="02010600040101010101" pitchFamily="2" charset="-122"/>
              </a:rPr>
              <a:t>Delphi</a:t>
            </a:r>
            <a:r>
              <a:rPr lang="zh-CN" altLang="en-US" sz="1600" dirty="0">
                <a:solidFill>
                  <a:srgbClr val="000000"/>
                </a:solidFill>
                <a:latin typeface="华文楷体" panose="02010600040101010101" pitchFamily="2" charset="-122"/>
                <a:ea typeface="华文楷体" panose="02010600040101010101" pitchFamily="2" charset="-122"/>
              </a:rPr>
              <a:t>法</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统计模型法</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600" b="1" dirty="0">
                <a:solidFill>
                  <a:srgbClr val="7030A0"/>
                </a:solidFill>
                <a:latin typeface="华文楷体" panose="02010600040101010101" pitchFamily="2" charset="-122"/>
                <a:ea typeface="华文楷体" panose="02010600040101010101" pitchFamily="2" charset="-122"/>
              </a:rPr>
              <a:t>影响因子法</a:t>
            </a:r>
            <a:endParaRPr lang="zh-CN" altLang="en-US" sz="1600" b="1" i="0" u="none" strike="noStrike" baseline="0" dirty="0">
              <a:solidFill>
                <a:srgbClr val="7030A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07624435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2900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3.2.4 </a:t>
            </a:r>
            <a:r>
              <a:rPr lang="zh-CN" altLang="en-US" sz="2400" spc="300" dirty="0">
                <a:latin typeface="微软雅黑" panose="020B0503020204020204" pitchFamily="34" charset="-122"/>
                <a:ea typeface="微软雅黑" panose="020B0503020204020204" pitchFamily="34" charset="-122"/>
              </a:rPr>
              <a:t>影响因子法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b="1" dirty="0">
                <a:solidFill>
                  <a:srgbClr val="7030A0"/>
                </a:solidFill>
                <a:latin typeface="华文楷体" panose="02010600040101010101" pitchFamily="2" charset="-122"/>
                <a:ea typeface="华文楷体" panose="02010600040101010101" pitchFamily="2" charset="-122"/>
              </a:rPr>
              <a:t>影响因子法</a:t>
            </a:r>
            <a:r>
              <a:rPr lang="zh-CN" altLang="en-US" sz="1700"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又名</a:t>
            </a:r>
            <a:r>
              <a:rPr lang="zh-CN" altLang="en-US" sz="1700" b="1" dirty="0">
                <a:solidFill>
                  <a:srgbClr val="7030A0"/>
                </a:solidFill>
                <a:latin typeface="华文楷体" panose="02010600040101010101" pitchFamily="2" charset="-122"/>
                <a:ea typeface="华文楷体" panose="02010600040101010101" pitchFamily="2" charset="-122"/>
              </a:rPr>
              <a:t>驱动因子法</a:t>
            </a:r>
            <a:r>
              <a:rPr lang="zh-CN" altLang="en-US" sz="1700" dirty="0">
                <a:solidFill>
                  <a:srgbClr val="000000"/>
                </a:solidFill>
                <a:latin typeface="华文楷体" panose="02010600040101010101" pitchFamily="2" charset="-122"/>
                <a:ea typeface="华文楷体" panose="02010600040101010101" pitchFamily="2" charset="-122"/>
              </a:rPr>
              <a:t>，它是一种在统计模型的基础上通过</a:t>
            </a:r>
            <a:r>
              <a:rPr lang="zh-CN" altLang="en-US" sz="1700" b="1" dirty="0">
                <a:solidFill>
                  <a:srgbClr val="7030A0"/>
                </a:solidFill>
                <a:latin typeface="华文楷体" panose="02010600040101010101" pitchFamily="2" charset="-122"/>
                <a:ea typeface="华文楷体" panose="02010600040101010101" pitchFamily="2" charset="-122"/>
              </a:rPr>
              <a:t>引入更多的对</a:t>
            </a:r>
            <a:r>
              <a:rPr lang="en-US" altLang="zh-CN" sz="1700" b="1" dirty="0">
                <a:solidFill>
                  <a:srgbClr val="7030A0"/>
                </a:solidFill>
                <a:latin typeface="华文楷体" panose="02010600040101010101" pitchFamily="2" charset="-122"/>
                <a:ea typeface="华文楷体" panose="02010600040101010101" pitchFamily="2" charset="-122"/>
              </a:rPr>
              <a:t>y</a:t>
            </a:r>
            <a:r>
              <a:rPr lang="zh-CN" altLang="en-US" sz="1700" b="1" dirty="0">
                <a:solidFill>
                  <a:srgbClr val="7030A0"/>
                </a:solidFill>
                <a:latin typeface="华文楷体" panose="02010600040101010101" pitchFamily="2" charset="-122"/>
                <a:ea typeface="华文楷体" panose="02010600040101010101" pitchFamily="2" charset="-122"/>
              </a:rPr>
              <a:t>有影响的要素</a:t>
            </a:r>
            <a:r>
              <a:rPr lang="zh-CN" altLang="en-US" sz="1700" dirty="0">
                <a:solidFill>
                  <a:srgbClr val="000000"/>
                </a:solidFill>
                <a:latin typeface="华文楷体" panose="02010600040101010101" pitchFamily="2" charset="-122"/>
                <a:ea typeface="华文楷体" panose="02010600040101010101" pitchFamily="2" charset="-122"/>
              </a:rPr>
              <a:t>来完成对统计模型估计值的</a:t>
            </a:r>
            <a:r>
              <a:rPr lang="zh-CN" altLang="en-US" sz="1700" b="1" dirty="0">
                <a:solidFill>
                  <a:srgbClr val="7030A0"/>
                </a:solidFill>
                <a:latin typeface="华文楷体" panose="02010600040101010101" pitchFamily="2" charset="-122"/>
                <a:ea typeface="华文楷体" panose="02010600040101010101" pitchFamily="2" charset="-122"/>
              </a:rPr>
              <a:t>修正</a:t>
            </a:r>
            <a:r>
              <a:rPr lang="zh-CN" altLang="en-US" sz="1700" dirty="0">
                <a:solidFill>
                  <a:srgbClr val="000000"/>
                </a:solidFill>
                <a:latin typeface="华文楷体" panose="02010600040101010101" pitchFamily="2" charset="-122"/>
                <a:ea typeface="华文楷体" panose="02010600040101010101" pitchFamily="2" charset="-122"/>
              </a:rPr>
              <a:t>的一种</a:t>
            </a:r>
            <a:r>
              <a:rPr lang="zh-CN" altLang="en-US" sz="1700" b="1" dirty="0">
                <a:solidFill>
                  <a:srgbClr val="7030A0"/>
                </a:solidFill>
                <a:latin typeface="华文楷体" panose="02010600040101010101" pitchFamily="2" charset="-122"/>
                <a:ea typeface="华文楷体" panose="02010600040101010101" pitchFamily="2" charset="-122"/>
              </a:rPr>
              <a:t>定性与定量</a:t>
            </a:r>
            <a:r>
              <a:rPr lang="zh-CN" altLang="en-US" sz="1700" dirty="0">
                <a:solidFill>
                  <a:srgbClr val="000000"/>
                </a:solidFill>
                <a:latin typeface="华文楷体" panose="02010600040101010101" pitchFamily="2" charset="-122"/>
                <a:ea typeface="华文楷体" panose="02010600040101010101" pitchFamily="2" charset="-122"/>
              </a:rPr>
              <a:t>相结合的方法。</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该模型的求解思想</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首先确定对</a:t>
            </a:r>
            <a:r>
              <a:rPr lang="en-US" altLang="zh-CN" sz="1700" dirty="0">
                <a:solidFill>
                  <a:srgbClr val="000000"/>
                </a:solidFill>
                <a:latin typeface="华文楷体" panose="02010600040101010101" pitchFamily="2" charset="-122"/>
                <a:ea typeface="华文楷体" panose="02010600040101010101" pitchFamily="2" charset="-122"/>
              </a:rPr>
              <a:t>y</a:t>
            </a:r>
            <a:r>
              <a:rPr lang="zh-CN" altLang="en-US" sz="1700" b="1" dirty="0">
                <a:solidFill>
                  <a:srgbClr val="7030A0"/>
                </a:solidFill>
                <a:latin typeface="华文楷体" panose="02010600040101010101" pitchFamily="2" charset="-122"/>
                <a:ea typeface="华文楷体" panose="02010600040101010101" pitchFamily="2" charset="-122"/>
              </a:rPr>
              <a:t>较大影响</a:t>
            </a:r>
            <a:r>
              <a:rPr lang="zh-CN" altLang="en-US" sz="1700" dirty="0">
                <a:solidFill>
                  <a:srgbClr val="000000"/>
                </a:solidFill>
                <a:latin typeface="华文楷体" panose="02010600040101010101" pitchFamily="2" charset="-122"/>
                <a:ea typeface="华文楷体" panose="02010600040101010101" pitchFamily="2" charset="-122"/>
              </a:rPr>
              <a:t>的有限的几个要素（定量估计值）作出估计的统计模型；</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考虑到上述因素外的综合影响要素，对上述模型中</a:t>
            </a:r>
            <a:r>
              <a:rPr lang="en-US" altLang="zh-CN" sz="1700" dirty="0">
                <a:solidFill>
                  <a:srgbClr val="000000"/>
                </a:solidFill>
                <a:latin typeface="华文楷体" panose="02010600040101010101" pitchFamily="2" charset="-122"/>
                <a:ea typeface="华文楷体" panose="02010600040101010101" pitchFamily="2" charset="-122"/>
              </a:rPr>
              <a:t>y</a:t>
            </a:r>
            <a:r>
              <a:rPr lang="zh-CN" altLang="en-US" sz="1700" dirty="0">
                <a:solidFill>
                  <a:srgbClr val="000000"/>
                </a:solidFill>
                <a:latin typeface="华文楷体" panose="02010600040101010101" pitchFamily="2" charset="-122"/>
                <a:ea typeface="华文楷体" panose="02010600040101010101" pitchFamily="2" charset="-122"/>
              </a:rPr>
              <a:t>的估计值作出修正。</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修正模型为：</a:t>
            </a:r>
          </a:p>
        </p:txBody>
      </p:sp>
      <p:pic>
        <p:nvPicPr>
          <p:cNvPr id="3" name="图片 2">
            <a:extLst>
              <a:ext uri="{FF2B5EF4-FFF2-40B4-BE49-F238E27FC236}">
                <a16:creationId xmlns:a16="http://schemas.microsoft.com/office/drawing/2014/main" id="{696A3BD8-9BD2-4ECA-B870-816572DB6523}"/>
              </a:ext>
            </a:extLst>
          </p:cNvPr>
          <p:cNvPicPr>
            <a:picLocks noChangeAspect="1"/>
          </p:cNvPicPr>
          <p:nvPr/>
        </p:nvPicPr>
        <p:blipFill>
          <a:blip r:embed="rId3"/>
          <a:stretch>
            <a:fillRect/>
          </a:stretch>
        </p:blipFill>
        <p:spPr>
          <a:xfrm>
            <a:off x="3479601" y="3673517"/>
            <a:ext cx="2184797" cy="1166991"/>
          </a:xfrm>
          <a:prstGeom prst="rect">
            <a:avLst/>
          </a:prstGeom>
        </p:spPr>
      </p:pic>
    </p:spTree>
    <p:extLst>
      <p:ext uri="{BB962C8B-B14F-4D97-AF65-F5344CB8AC3E}">
        <p14:creationId xmlns:p14="http://schemas.microsoft.com/office/powerpoint/2010/main" val="377672796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2900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3.2.4 </a:t>
            </a:r>
            <a:r>
              <a:rPr lang="zh-CN" altLang="en-US" sz="2400" spc="300" dirty="0">
                <a:latin typeface="微软雅黑" panose="020B0503020204020204" pitchFamily="34" charset="-122"/>
                <a:ea typeface="微软雅黑" panose="020B0503020204020204" pitchFamily="34" charset="-122"/>
              </a:rPr>
              <a:t>影响因子法</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83936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此中需要说明的是：</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sz="1700" dirty="0">
                    <a:solidFill>
                      <a:srgbClr val="000000"/>
                    </a:solidFill>
                    <a:latin typeface="华文楷体" panose="02010600040101010101" pitchFamily="2" charset="-122"/>
                    <a:ea typeface="华文楷体" panose="02010600040101010101" pitchFamily="2" charset="-122"/>
                  </a:rPr>
                  <a:t>）影响要素</a:t>
                </a:r>
                <a14:m>
                  <m:oMath xmlns:m="http://schemas.openxmlformats.org/officeDocument/2006/math">
                    <m:sSub>
                      <m:sSubPr>
                        <m:ctrlPr>
                          <a:rPr lang="zh-CN" altLang="en-US" sz="1600" i="1" smtClean="0">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𝑥</m:t>
                        </m:r>
                      </m:e>
                      <m:sub>
                        <m:r>
                          <a:rPr lang="zh-CN" altLang="en-US" sz="1600" i="1">
                            <a:solidFill>
                              <a:srgbClr val="000000"/>
                            </a:solidFill>
                            <a:latin typeface="Cambria Math" panose="02040503050406030204" pitchFamily="18" charset="0"/>
                          </a:rPr>
                          <m:t>1</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𝑥</m:t>
                        </m:r>
                      </m:e>
                      <m:sub>
                        <m:r>
                          <a:rPr lang="zh-CN" altLang="en-US" sz="1600" i="1">
                            <a:solidFill>
                              <a:srgbClr val="000000"/>
                            </a:solidFill>
                            <a:latin typeface="Cambria Math" panose="02040503050406030204" pitchFamily="18" charset="0"/>
                          </a:rPr>
                          <m:t>2</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𝑥</m:t>
                        </m:r>
                      </m:e>
                      <m:sub>
                        <m:r>
                          <a:rPr lang="zh-CN" altLang="en-US" sz="1600" i="1">
                            <a:solidFill>
                              <a:srgbClr val="000000"/>
                            </a:solidFill>
                            <a:latin typeface="Cambria Math" panose="02040503050406030204" pitchFamily="18" charset="0"/>
                          </a:rPr>
                          <m:t>𝑛</m:t>
                        </m:r>
                      </m:sub>
                    </m:sSub>
                  </m:oMath>
                </a14:m>
                <a:r>
                  <a:rPr lang="zh-CN" altLang="en-US" sz="1700" dirty="0">
                    <a:solidFill>
                      <a:srgbClr val="000000"/>
                    </a:solidFill>
                    <a:latin typeface="华文楷体" panose="02010600040101010101" pitchFamily="2" charset="-122"/>
                    <a:ea typeface="华文楷体" panose="02010600040101010101" pitchFamily="2" charset="-122"/>
                  </a:rPr>
                  <a:t>与 </a:t>
                </a:r>
                <a14:m>
                  <m:oMath xmlns:m="http://schemas.openxmlformats.org/officeDocument/2006/math">
                    <m:sSub>
                      <m:sSubPr>
                        <m:ctrlPr>
                          <a:rPr lang="zh-CN" altLang="en-US" sz="1600" i="1" smtClean="0">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𝑈</m:t>
                        </m:r>
                      </m:e>
                      <m:sub>
                        <m:r>
                          <a:rPr lang="zh-CN" altLang="en-US" sz="1600" i="1">
                            <a:solidFill>
                              <a:srgbClr val="000000"/>
                            </a:solidFill>
                            <a:latin typeface="Cambria Math" panose="02040503050406030204" pitchFamily="18" charset="0"/>
                          </a:rPr>
                          <m:t>1</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𝑈</m:t>
                        </m:r>
                      </m:e>
                      <m:sub>
                        <m:r>
                          <a:rPr lang="zh-CN" altLang="en-US" sz="1600" i="1">
                            <a:solidFill>
                              <a:srgbClr val="000000"/>
                            </a:solidFill>
                            <a:latin typeface="Cambria Math" panose="02040503050406030204" pitchFamily="18" charset="0"/>
                          </a:rPr>
                          <m:t>2</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𝑈</m:t>
                        </m:r>
                      </m:e>
                      <m:sub>
                        <m:r>
                          <a:rPr lang="zh-CN" altLang="en-US" sz="1600" i="1">
                            <a:solidFill>
                              <a:srgbClr val="000000"/>
                            </a:solidFill>
                            <a:latin typeface="Cambria Math" panose="02040503050406030204" pitchFamily="18" charset="0"/>
                          </a:rPr>
                          <m:t>𝑚</m:t>
                        </m:r>
                      </m:sub>
                    </m:sSub>
                  </m:oMath>
                </a14:m>
                <a:r>
                  <a:rPr lang="zh-CN" altLang="en-US" sz="1700" dirty="0">
                    <a:solidFill>
                      <a:srgbClr val="000000"/>
                    </a:solidFill>
                    <a:latin typeface="华文楷体" panose="02010600040101010101" pitchFamily="2" charset="-122"/>
                    <a:ea typeface="华文楷体" panose="02010600040101010101" pitchFamily="2" charset="-122"/>
                  </a:rPr>
                  <a:t>的取舍依赖于</a:t>
                </a:r>
                <a:r>
                  <a:rPr lang="en-US" altLang="zh-CN" sz="1700" dirty="0">
                    <a:solidFill>
                      <a:srgbClr val="000000"/>
                    </a:solidFill>
                    <a:latin typeface="华文楷体" panose="02010600040101010101" pitchFamily="2" charset="-122"/>
                    <a:ea typeface="华文楷体" panose="02010600040101010101" pitchFamily="2" charset="-122"/>
                  </a:rPr>
                  <a:t>y</a:t>
                </a:r>
                <a:r>
                  <a:rPr lang="zh-CN" altLang="en-US" sz="1700" dirty="0">
                    <a:solidFill>
                      <a:srgbClr val="000000"/>
                    </a:solidFill>
                    <a:latin typeface="华文楷体" panose="02010600040101010101" pitchFamily="2" charset="-122"/>
                    <a:ea typeface="华文楷体" panose="02010600040101010101" pitchFamily="2" charset="-122"/>
                  </a:rPr>
                  <a:t>，显然对于不同工程经济含义的</a:t>
                </a:r>
                <a:r>
                  <a:rPr lang="en-US" altLang="zh-CN" sz="1700" dirty="0">
                    <a:solidFill>
                      <a:srgbClr val="000000"/>
                    </a:solidFill>
                    <a:latin typeface="华文楷体" panose="02010600040101010101" pitchFamily="2" charset="-122"/>
                    <a:ea typeface="华文楷体" panose="02010600040101010101" pitchFamily="2" charset="-122"/>
                  </a:rPr>
                  <a:t>y</a:t>
                </a:r>
                <a:r>
                  <a:rPr lang="zh-CN" altLang="en-US" sz="1700" dirty="0">
                    <a:solidFill>
                      <a:srgbClr val="000000"/>
                    </a:solidFill>
                    <a:latin typeface="华文楷体" panose="02010600040101010101" pitchFamily="2" charset="-122"/>
                    <a:ea typeface="华文楷体" panose="02010600040101010101" pitchFamily="2" charset="-122"/>
                  </a:rPr>
                  <a:t>应有不同的</a:t>
                </a:r>
                <a14:m>
                  <m:oMath xmlns:m="http://schemas.openxmlformats.org/officeDocument/2006/math">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𝑥</m:t>
                        </m:r>
                      </m:e>
                      <m:sub>
                        <m:r>
                          <a:rPr lang="zh-CN" altLang="en-US" sz="1600" i="1">
                            <a:solidFill>
                              <a:srgbClr val="000000"/>
                            </a:solidFill>
                            <a:latin typeface="Cambria Math" panose="02040503050406030204" pitchFamily="18" charset="0"/>
                          </a:rPr>
                          <m:t>𝑗</m:t>
                        </m:r>
                      </m:sub>
                    </m:sSub>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𝑗</m:t>
                    </m:r>
                    <m:r>
                      <a:rPr lang="zh-CN" altLang="en-US" sz="1600" i="1">
                        <a:solidFill>
                          <a:srgbClr val="000000"/>
                        </a:solidFill>
                        <a:latin typeface="Cambria Math" panose="02040503050406030204" pitchFamily="18" charset="0"/>
                      </a:rPr>
                      <m:t>=1~</m:t>
                    </m:r>
                    <m:r>
                      <a:rPr lang="zh-CN" altLang="en-US" sz="1600" i="1">
                        <a:solidFill>
                          <a:srgbClr val="000000"/>
                        </a:solidFill>
                        <a:latin typeface="Cambria Math" panose="02040503050406030204" pitchFamily="18" charset="0"/>
                      </a:rPr>
                      <m:t>𝑛</m:t>
                    </m:r>
                    <m:r>
                      <a:rPr lang="zh-CN" altLang="en-US" sz="1600" i="1">
                        <a:solidFill>
                          <a:srgbClr val="000000"/>
                        </a:solidFill>
                        <a:latin typeface="Cambria Math" panose="02040503050406030204" pitchFamily="18" charset="0"/>
                      </a:rPr>
                      <m:t>)</m:t>
                    </m:r>
                  </m:oMath>
                </a14:m>
                <a:r>
                  <a:rPr lang="zh-CN" altLang="en-US" sz="1700" dirty="0">
                    <a:solidFill>
                      <a:srgbClr val="000000"/>
                    </a:solidFill>
                    <a:latin typeface="华文楷体" panose="02010600040101010101" pitchFamily="2" charset="-122"/>
                    <a:ea typeface="华文楷体" panose="02010600040101010101" pitchFamily="2" charset="-122"/>
                  </a:rPr>
                  <a:t>与</a:t>
                </a:r>
                <a14:m>
                  <m:oMath xmlns:m="http://schemas.openxmlformats.org/officeDocument/2006/math">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𝑈</m:t>
                        </m:r>
                      </m:e>
                      <m:sub>
                        <m:r>
                          <a:rPr lang="zh-CN" altLang="en-US" sz="1600" i="1">
                            <a:solidFill>
                              <a:srgbClr val="000000"/>
                            </a:solidFill>
                            <a:latin typeface="Cambria Math" panose="02040503050406030204" pitchFamily="18" charset="0"/>
                          </a:rPr>
                          <m:t>𝑘</m:t>
                        </m:r>
                      </m:sub>
                    </m:sSub>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𝑘</m:t>
                    </m:r>
                    <m:r>
                      <a:rPr lang="zh-CN" altLang="en-US" sz="1600" i="1">
                        <a:solidFill>
                          <a:srgbClr val="000000"/>
                        </a:solidFill>
                        <a:latin typeface="Cambria Math" panose="02040503050406030204" pitchFamily="18" charset="0"/>
                      </a:rPr>
                      <m:t>=1~</m:t>
                    </m:r>
                    <m:r>
                      <a:rPr lang="zh-CN" altLang="en-US" sz="1600" i="1">
                        <a:solidFill>
                          <a:srgbClr val="000000"/>
                        </a:solidFill>
                        <a:latin typeface="Cambria Math" panose="02040503050406030204" pitchFamily="18" charset="0"/>
                      </a:rPr>
                      <m:t>𝑚</m:t>
                    </m:r>
                    <m:r>
                      <a:rPr lang="zh-CN" altLang="en-US" sz="1600" i="1">
                        <a:solidFill>
                          <a:srgbClr val="000000"/>
                        </a:solidFill>
                        <a:latin typeface="Cambria Math" panose="02040503050406030204" pitchFamily="18" charset="0"/>
                      </a:rPr>
                      <m:t>)</m:t>
                    </m:r>
                  </m:oMath>
                </a14:m>
                <a:r>
                  <a:rPr lang="zh-CN" altLang="en-US" sz="1700"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2</a:t>
                </a:r>
                <a:r>
                  <a:rPr lang="zh-CN" altLang="en-US" sz="1700" dirty="0">
                    <a:solidFill>
                      <a:srgbClr val="000000"/>
                    </a:solidFill>
                    <a:latin typeface="华文楷体" panose="02010600040101010101" pitchFamily="2" charset="-122"/>
                    <a:ea typeface="华文楷体" panose="02010600040101010101" pitchFamily="2" charset="-122"/>
                  </a:rPr>
                  <a:t>）诸多影响要素归入</a:t>
                </a:r>
                <a14:m>
                  <m:oMath xmlns:m="http://schemas.openxmlformats.org/officeDocument/2006/math">
                    <m:sSub>
                      <m:sSubPr>
                        <m:ctrlPr>
                          <a:rPr lang="zh-CN" altLang="en-US" sz="1600" i="1" smtClean="0">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𝑥</m:t>
                        </m:r>
                      </m:e>
                      <m:sub>
                        <m:r>
                          <a:rPr lang="zh-CN" altLang="en-US" sz="1600" i="1">
                            <a:solidFill>
                              <a:srgbClr val="000000"/>
                            </a:solidFill>
                            <a:latin typeface="Cambria Math" panose="02040503050406030204" pitchFamily="18" charset="0"/>
                          </a:rPr>
                          <m:t>𝑗</m:t>
                        </m:r>
                      </m:sub>
                    </m:sSub>
                  </m:oMath>
                </a14:m>
                <a:r>
                  <a:rPr lang="zh-CN" altLang="en-US" sz="1700" dirty="0">
                    <a:solidFill>
                      <a:srgbClr val="000000"/>
                    </a:solidFill>
                    <a:latin typeface="华文楷体" panose="02010600040101010101" pitchFamily="2" charset="-122"/>
                    <a:ea typeface="华文楷体" panose="02010600040101010101" pitchFamily="2" charset="-122"/>
                  </a:rPr>
                  <a:t>的基本准则有三条：</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对</a:t>
                </a:r>
                <a:r>
                  <a:rPr lang="en-US" altLang="zh-CN" sz="1700" dirty="0">
                    <a:solidFill>
                      <a:srgbClr val="000000"/>
                    </a:solidFill>
                    <a:latin typeface="华文楷体" panose="02010600040101010101" pitchFamily="2" charset="-122"/>
                    <a:ea typeface="华文楷体" panose="02010600040101010101" pitchFamily="2" charset="-122"/>
                  </a:rPr>
                  <a:t>y</a:t>
                </a:r>
                <a:r>
                  <a:rPr lang="zh-CN" altLang="en-US" sz="1700" dirty="0">
                    <a:solidFill>
                      <a:srgbClr val="000000"/>
                    </a:solidFill>
                    <a:latin typeface="华文楷体" panose="02010600040101010101" pitchFamily="2" charset="-122"/>
                    <a:ea typeface="华文楷体" panose="02010600040101010101" pitchFamily="2" charset="-122"/>
                  </a:rPr>
                  <a:t>有</a:t>
                </a:r>
                <a:r>
                  <a:rPr lang="zh-CN" altLang="en-US" sz="1700" b="1" dirty="0">
                    <a:solidFill>
                      <a:srgbClr val="7030A0"/>
                    </a:solidFill>
                    <a:latin typeface="华文楷体" panose="02010600040101010101" pitchFamily="2" charset="-122"/>
                    <a:ea typeface="华文楷体" panose="02010600040101010101" pitchFamily="2" charset="-122"/>
                  </a:rPr>
                  <a:t>重要</a:t>
                </a:r>
                <a:r>
                  <a:rPr lang="zh-CN" altLang="en-US" sz="1700" dirty="0">
                    <a:solidFill>
                      <a:srgbClr val="000000"/>
                    </a:solidFill>
                    <a:latin typeface="华文楷体" panose="02010600040101010101" pitchFamily="2" charset="-122"/>
                    <a:ea typeface="华文楷体" panose="02010600040101010101" pitchFamily="2" charset="-122"/>
                  </a:rPr>
                  <a:t>影响的要素归入</a:t>
                </a:r>
                <a14:m>
                  <m:oMath xmlns:m="http://schemas.openxmlformats.org/officeDocument/2006/math">
                    <m:sSub>
                      <m:sSubPr>
                        <m:ctrlPr>
                          <a:rPr lang="zh-CN" altLang="en-US" sz="1600" b="1" i="1" smtClean="0">
                            <a:solidFill>
                              <a:srgbClr val="7030A0"/>
                            </a:solidFill>
                            <a:latin typeface="Cambria Math" panose="02040503050406030204" pitchFamily="18" charset="0"/>
                          </a:rPr>
                        </m:ctrlPr>
                      </m:sSubPr>
                      <m:e>
                        <m:r>
                          <a:rPr lang="zh-CN" altLang="en-US" sz="1600" b="1" i="1">
                            <a:solidFill>
                              <a:srgbClr val="7030A0"/>
                            </a:solidFill>
                            <a:latin typeface="Cambria Math" panose="02040503050406030204" pitchFamily="18" charset="0"/>
                          </a:rPr>
                          <m:t>𝒙</m:t>
                        </m:r>
                      </m:e>
                      <m:sub>
                        <m:r>
                          <a:rPr lang="zh-CN" altLang="en-US" sz="1600" b="1" i="1">
                            <a:solidFill>
                              <a:srgbClr val="7030A0"/>
                            </a:solidFill>
                            <a:latin typeface="Cambria Math" panose="02040503050406030204" pitchFamily="18" charset="0"/>
                          </a:rPr>
                          <m:t>𝒋</m:t>
                        </m:r>
                      </m:sub>
                    </m:sSub>
                  </m:oMath>
                </a14:m>
                <a:r>
                  <a:rPr lang="zh-CN" altLang="en-US" sz="1700" dirty="0">
                    <a:solidFill>
                      <a:srgbClr val="000000"/>
                    </a:solidFill>
                    <a:latin typeface="华文楷体" panose="02010600040101010101" pitchFamily="2" charset="-122"/>
                    <a:ea typeface="华文楷体" panose="02010600040101010101" pitchFamily="2" charset="-122"/>
                  </a:rPr>
                  <a:t>，而影响相对</a:t>
                </a:r>
                <a:r>
                  <a:rPr lang="zh-CN" altLang="en-US" sz="1700" b="1" dirty="0">
                    <a:solidFill>
                      <a:srgbClr val="7030A0"/>
                    </a:solidFill>
                    <a:latin typeface="华文楷体" panose="02010600040101010101" pitchFamily="2" charset="-122"/>
                    <a:ea typeface="华文楷体" panose="02010600040101010101" pitchFamily="2" charset="-122"/>
                  </a:rPr>
                  <a:t>不重要</a:t>
                </a:r>
                <a:r>
                  <a:rPr lang="zh-CN" altLang="en-US" sz="1700" dirty="0">
                    <a:solidFill>
                      <a:srgbClr val="000000"/>
                    </a:solidFill>
                    <a:latin typeface="华文楷体" panose="02010600040101010101" pitchFamily="2" charset="-122"/>
                    <a:ea typeface="华文楷体" panose="02010600040101010101" pitchFamily="2" charset="-122"/>
                  </a:rPr>
                  <a:t>的要素则归入</a:t>
                </a:r>
                <a14:m>
                  <m:oMath xmlns:m="http://schemas.openxmlformats.org/officeDocument/2006/math">
                    <m:sSub>
                      <m:sSubPr>
                        <m:ctrlPr>
                          <a:rPr lang="zh-CN" altLang="en-US" sz="1600" b="1" i="1" smtClean="0">
                            <a:solidFill>
                              <a:srgbClr val="7030A0"/>
                            </a:solidFill>
                            <a:latin typeface="Cambria Math" panose="02040503050406030204" pitchFamily="18" charset="0"/>
                          </a:rPr>
                        </m:ctrlPr>
                      </m:sSubPr>
                      <m:e>
                        <m:r>
                          <a:rPr lang="zh-CN" altLang="en-US" sz="1600" b="1" i="1">
                            <a:solidFill>
                              <a:srgbClr val="7030A0"/>
                            </a:solidFill>
                            <a:latin typeface="Cambria Math" panose="02040503050406030204" pitchFamily="18" charset="0"/>
                          </a:rPr>
                          <m:t>𝑼</m:t>
                        </m:r>
                      </m:e>
                      <m:sub>
                        <m:r>
                          <a:rPr lang="zh-CN" altLang="en-US" sz="1600" b="1" i="1">
                            <a:solidFill>
                              <a:srgbClr val="7030A0"/>
                            </a:solidFill>
                            <a:latin typeface="Cambria Math" panose="02040503050406030204" pitchFamily="18" charset="0"/>
                          </a:rPr>
                          <m:t>𝒋</m:t>
                        </m:r>
                      </m:sub>
                    </m:sSub>
                  </m:oMath>
                </a14:m>
                <a:r>
                  <a:rPr lang="zh-CN" altLang="en-US" sz="1700" dirty="0">
                    <a:solidFill>
                      <a:srgbClr val="000000"/>
                    </a:solidFill>
                    <a:latin typeface="华文楷体" panose="02010600040101010101" pitchFamily="2" charset="-122"/>
                    <a:ea typeface="华文楷体" panose="02010600040101010101" pitchFamily="2" charset="-122"/>
                  </a:rPr>
                  <a:t>。</a:t>
                </a:r>
              </a:p>
              <a:p>
                <a:pPr marL="1200150" lvl="2" indent="-285750" algn="just">
                  <a:lnSpc>
                    <a:spcPct val="150000"/>
                  </a:lnSpc>
                  <a:buFont typeface="Arial" panose="020B0604020202020204" pitchFamily="34" charset="0"/>
                  <a:buChar char="•"/>
                </a:pPr>
                <a:r>
                  <a:rPr lang="zh-CN" altLang="en-US" sz="1700" b="1" dirty="0">
                    <a:solidFill>
                      <a:srgbClr val="7030A0"/>
                    </a:solidFill>
                    <a:latin typeface="华文楷体" panose="02010600040101010101" pitchFamily="2" charset="-122"/>
                    <a:ea typeface="华文楷体" panose="02010600040101010101" pitchFamily="2" charset="-122"/>
                  </a:rPr>
                  <a:t>易于定量</a:t>
                </a:r>
                <a:r>
                  <a:rPr lang="zh-CN" altLang="en-US" sz="1700" dirty="0">
                    <a:solidFill>
                      <a:srgbClr val="000000"/>
                    </a:solidFill>
                    <a:latin typeface="华文楷体" panose="02010600040101010101" pitchFamily="2" charset="-122"/>
                    <a:ea typeface="华文楷体" panose="02010600040101010101" pitchFamily="2" charset="-122"/>
                  </a:rPr>
                  <a:t>的影响要素归入</a:t>
                </a:r>
                <a14:m>
                  <m:oMath xmlns:m="http://schemas.openxmlformats.org/officeDocument/2006/math">
                    <m:sSub>
                      <m:sSubPr>
                        <m:ctrlPr>
                          <a:rPr lang="zh-CN" altLang="en-US" sz="1600" b="1" i="1" smtClean="0">
                            <a:solidFill>
                              <a:srgbClr val="7030A0"/>
                            </a:solidFill>
                            <a:latin typeface="Cambria Math" panose="02040503050406030204" pitchFamily="18" charset="0"/>
                          </a:rPr>
                        </m:ctrlPr>
                      </m:sSubPr>
                      <m:e>
                        <m:r>
                          <a:rPr lang="zh-CN" altLang="en-US" sz="1600" b="1" i="1">
                            <a:solidFill>
                              <a:srgbClr val="7030A0"/>
                            </a:solidFill>
                            <a:latin typeface="Cambria Math" panose="02040503050406030204" pitchFamily="18" charset="0"/>
                          </a:rPr>
                          <m:t>𝒙</m:t>
                        </m:r>
                      </m:e>
                      <m:sub>
                        <m:r>
                          <a:rPr lang="zh-CN" altLang="en-US" sz="1600" b="1" i="1">
                            <a:solidFill>
                              <a:srgbClr val="7030A0"/>
                            </a:solidFill>
                            <a:latin typeface="Cambria Math" panose="02040503050406030204" pitchFamily="18" charset="0"/>
                          </a:rPr>
                          <m:t>𝒋</m:t>
                        </m:r>
                      </m:sub>
                    </m:sSub>
                  </m:oMath>
                </a14:m>
                <a:r>
                  <a:rPr lang="zh-CN" altLang="en-US" sz="1700" dirty="0">
                    <a:solidFill>
                      <a:srgbClr val="000000"/>
                    </a:solidFill>
                    <a:latin typeface="华文楷体" panose="02010600040101010101" pitchFamily="2" charset="-122"/>
                    <a:ea typeface="华文楷体" panose="02010600040101010101" pitchFamily="2" charset="-122"/>
                  </a:rPr>
                  <a:t>，</a:t>
                </a:r>
                <a:r>
                  <a:rPr lang="zh-CN" altLang="en-US" sz="1700" b="1" dirty="0">
                    <a:solidFill>
                      <a:srgbClr val="7030A0"/>
                    </a:solidFill>
                    <a:latin typeface="华文楷体" panose="02010600040101010101" pitchFamily="2" charset="-122"/>
                    <a:ea typeface="华文楷体" panose="02010600040101010101" pitchFamily="2" charset="-122"/>
                  </a:rPr>
                  <a:t>不易定量</a:t>
                </a:r>
                <a:r>
                  <a:rPr lang="zh-CN" altLang="en-US" sz="1700" dirty="0">
                    <a:solidFill>
                      <a:srgbClr val="000000"/>
                    </a:solidFill>
                    <a:latin typeface="华文楷体" panose="02010600040101010101" pitchFamily="2" charset="-122"/>
                    <a:ea typeface="华文楷体" panose="02010600040101010101" pitchFamily="2" charset="-122"/>
                  </a:rPr>
                  <a:t>的影响要素归入</a:t>
                </a:r>
                <a14:m>
                  <m:oMath xmlns:m="http://schemas.openxmlformats.org/officeDocument/2006/math">
                    <m:sSub>
                      <m:sSubPr>
                        <m:ctrlPr>
                          <a:rPr lang="zh-CN" altLang="en-US" sz="1600" b="1" i="1" smtClean="0">
                            <a:solidFill>
                              <a:srgbClr val="7030A0"/>
                            </a:solidFill>
                            <a:latin typeface="Cambria Math" panose="02040503050406030204" pitchFamily="18" charset="0"/>
                          </a:rPr>
                        </m:ctrlPr>
                      </m:sSubPr>
                      <m:e>
                        <m:r>
                          <a:rPr lang="zh-CN" altLang="en-US" sz="1600" b="1" i="1">
                            <a:solidFill>
                              <a:srgbClr val="7030A0"/>
                            </a:solidFill>
                            <a:latin typeface="Cambria Math" panose="02040503050406030204" pitchFamily="18" charset="0"/>
                          </a:rPr>
                          <m:t>𝑼</m:t>
                        </m:r>
                      </m:e>
                      <m:sub>
                        <m:r>
                          <a:rPr lang="zh-CN" altLang="en-US" sz="1600" b="1" i="1">
                            <a:solidFill>
                              <a:srgbClr val="7030A0"/>
                            </a:solidFill>
                            <a:latin typeface="Cambria Math" panose="02040503050406030204" pitchFamily="18" charset="0"/>
                          </a:rPr>
                          <m:t>𝒋</m:t>
                        </m:r>
                      </m:sub>
                    </m:sSub>
                  </m:oMath>
                </a14:m>
                <a:r>
                  <a:rPr lang="zh-CN" altLang="en-US" sz="1700" dirty="0">
                    <a:solidFill>
                      <a:srgbClr val="000000"/>
                    </a:solidFill>
                    <a:latin typeface="华文楷体" panose="02010600040101010101" pitchFamily="2" charset="-122"/>
                    <a:ea typeface="华文楷体" panose="02010600040101010101" pitchFamily="2" charset="-122"/>
                  </a:rPr>
                  <a:t>。</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a:t>
                </a:r>
                <a14:m>
                  <m:oMath xmlns:m="http://schemas.openxmlformats.org/officeDocument/2006/math">
                    <m:sSub>
                      <m:sSubPr>
                        <m:ctrlPr>
                          <a:rPr lang="zh-CN" altLang="en-US" sz="1600" i="1" smtClean="0">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𝑥</m:t>
                        </m:r>
                      </m:e>
                      <m:sub>
                        <m:r>
                          <a:rPr lang="zh-CN" altLang="en-US" sz="1600" i="1">
                            <a:solidFill>
                              <a:srgbClr val="000000"/>
                            </a:solidFill>
                            <a:latin typeface="Cambria Math" panose="02040503050406030204" pitchFamily="18" charset="0"/>
                          </a:rPr>
                          <m:t>𝑗</m:t>
                        </m:r>
                      </m:sub>
                    </m:sSub>
                  </m:oMath>
                </a14:m>
                <a:r>
                  <a:rPr lang="zh-CN" altLang="en-US" sz="1700" dirty="0">
                    <a:solidFill>
                      <a:srgbClr val="000000"/>
                    </a:solidFill>
                    <a:latin typeface="华文楷体" panose="02010600040101010101" pitchFamily="2" charset="-122"/>
                    <a:ea typeface="华文楷体" panose="02010600040101010101" pitchFamily="2" charset="-122"/>
                  </a:rPr>
                  <a:t>的个数不宜太多，否则统计模型的求解将成为困难。 </a:t>
                </a:r>
              </a:p>
            </p:txBody>
          </p:sp>
        </mc:Choice>
        <mc:Fallback xmlns="">
          <p:sp>
            <p:nvSpPr>
              <p:cNvPr id="2" name="矩形 1">
                <a:extLst>
                  <a:ext uri="{FF2B5EF4-FFF2-40B4-BE49-F238E27FC236}">
                    <a16:creationId xmlns:a16="http://schemas.microsoft.com/office/drawing/2014/main" id="{1A343DEC-CFF6-41F5-B87C-0DFC08C67B76}"/>
                  </a:ext>
                </a:extLst>
              </p:cNvPr>
              <p:cNvSpPr>
                <a:spLocks noRot="1" noChangeAspect="1" noMove="1" noResize="1" noEditPoints="1" noAdjustHandles="1" noChangeArrowheads="1" noChangeShapeType="1" noTextEdit="1"/>
              </p:cNvSpPr>
              <p:nvPr/>
            </p:nvSpPr>
            <p:spPr>
              <a:xfrm>
                <a:off x="611831" y="843428"/>
                <a:ext cx="7920338" cy="2839367"/>
              </a:xfrm>
              <a:prstGeom prst="rect">
                <a:avLst/>
              </a:prstGeom>
              <a:blipFill>
                <a:blip r:embed="rId3"/>
                <a:stretch>
                  <a:fillRect l="-385" r="-462" b="-2146"/>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C033F6D1-60FC-48CC-A0B8-6CF6010B69FD}"/>
              </a:ext>
            </a:extLst>
          </p:cNvPr>
          <p:cNvPicPr>
            <a:picLocks noChangeAspect="1"/>
          </p:cNvPicPr>
          <p:nvPr/>
        </p:nvPicPr>
        <p:blipFill>
          <a:blip r:embed="rId4"/>
          <a:stretch>
            <a:fillRect/>
          </a:stretch>
        </p:blipFill>
        <p:spPr>
          <a:xfrm>
            <a:off x="3479601" y="3776198"/>
            <a:ext cx="2184797" cy="1166991"/>
          </a:xfrm>
          <a:prstGeom prst="rect">
            <a:avLst/>
          </a:prstGeom>
        </p:spPr>
      </p:pic>
    </p:spTree>
    <p:extLst>
      <p:ext uri="{BB962C8B-B14F-4D97-AF65-F5344CB8AC3E}">
        <p14:creationId xmlns:p14="http://schemas.microsoft.com/office/powerpoint/2010/main" val="274923887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2900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3.2.4 </a:t>
            </a:r>
            <a:r>
              <a:rPr lang="zh-CN" altLang="en-US" sz="2400" spc="300" dirty="0">
                <a:latin typeface="微软雅黑" panose="020B0503020204020204" pitchFamily="34" charset="-122"/>
                <a:ea typeface="微软雅黑" panose="020B0503020204020204" pitchFamily="34" charset="-122"/>
              </a:rPr>
              <a:t>影响因子法</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40612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例如考虑一个对通信性能要求较高的软件，若</a:t>
                </a:r>
                <a:r>
                  <a:rPr lang="en-US" altLang="zh-CN" sz="1700" dirty="0">
                    <a:solidFill>
                      <a:srgbClr val="000000"/>
                    </a:solidFill>
                    <a:latin typeface="华文楷体" panose="02010600040101010101" pitchFamily="2" charset="-122"/>
                    <a:ea typeface="华文楷体" panose="02010600040101010101" pitchFamily="2" charset="-122"/>
                  </a:rPr>
                  <a:t>y</a:t>
                </a:r>
                <a:r>
                  <a:rPr lang="zh-CN" altLang="en-US" sz="1700" dirty="0">
                    <a:solidFill>
                      <a:srgbClr val="000000"/>
                    </a:solidFill>
                    <a:latin typeface="华文楷体" panose="02010600040101010101" pitchFamily="2" charset="-122"/>
                    <a:ea typeface="华文楷体" panose="02010600040101010101" pitchFamily="2" charset="-122"/>
                  </a:rPr>
                  <a:t>表示该软件的成本（单位：万元），则其主要影响要素可考虑为硬（软）件的设备（开发工具）投资额</a:t>
                </a:r>
                <a:r>
                  <a:rPr lang="en-US" altLang="zh-CN" sz="1700" dirty="0">
                    <a:solidFill>
                      <a:srgbClr val="000000"/>
                    </a:solidFill>
                    <a:latin typeface="华文楷体" panose="02010600040101010101" pitchFamily="2" charset="-122"/>
                    <a:ea typeface="华文楷体" panose="02010600040101010101" pitchFamily="2" charset="-122"/>
                  </a:rPr>
                  <a:t>x1</a:t>
                </a:r>
                <a:r>
                  <a:rPr lang="zh-CN" altLang="en-US" sz="1700" dirty="0">
                    <a:solidFill>
                      <a:srgbClr val="000000"/>
                    </a:solidFill>
                    <a:latin typeface="华文楷体" panose="02010600040101010101" pitchFamily="2" charset="-122"/>
                    <a:ea typeface="华文楷体" panose="02010600040101010101" pitchFamily="2" charset="-122"/>
                  </a:rPr>
                  <a:t>（单位：万元）和系统构建工期</a:t>
                </a:r>
                <a:r>
                  <a:rPr lang="en-US" altLang="zh-CN" sz="1700" dirty="0">
                    <a:solidFill>
                      <a:srgbClr val="000000"/>
                    </a:solidFill>
                    <a:latin typeface="华文楷体" panose="02010600040101010101" pitchFamily="2" charset="-122"/>
                    <a:ea typeface="华文楷体" panose="02010600040101010101" pitchFamily="2" charset="-122"/>
                  </a:rPr>
                  <a:t>x2</a:t>
                </a:r>
                <a:r>
                  <a:rPr lang="zh-CN" altLang="en-US" sz="1700" dirty="0">
                    <a:solidFill>
                      <a:srgbClr val="000000"/>
                    </a:solidFill>
                    <a:latin typeface="华文楷体" panose="02010600040101010101" pitchFamily="2" charset="-122"/>
                    <a:ea typeface="华文楷体" panose="02010600040101010101" pitchFamily="2" charset="-122"/>
                  </a:rPr>
                  <a:t>（单位：人年），而除</a:t>
                </a:r>
                <a:r>
                  <a:rPr lang="en-US" altLang="zh-CN" sz="1700" dirty="0">
                    <a:solidFill>
                      <a:srgbClr val="000000"/>
                    </a:solidFill>
                    <a:latin typeface="华文楷体" panose="02010600040101010101" pitchFamily="2" charset="-122"/>
                    <a:ea typeface="华文楷体" panose="02010600040101010101" pitchFamily="2" charset="-122"/>
                  </a:rPr>
                  <a:t>x1 </a:t>
                </a: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x2</a:t>
                </a:r>
                <a:r>
                  <a:rPr lang="zh-CN" altLang="en-US" sz="1700" dirty="0">
                    <a:solidFill>
                      <a:srgbClr val="000000"/>
                    </a:solidFill>
                    <a:latin typeface="华文楷体" panose="02010600040101010101" pitchFamily="2" charset="-122"/>
                    <a:ea typeface="华文楷体" panose="02010600040101010101" pitchFamily="2" charset="-122"/>
                  </a:rPr>
                  <a:t>以外对软件成本有影响的因素可分成四类，即系统的规模、复杂性与主要性能需求，系统的功能需求，系统的人力资源特性，系统构建的环境特性。此四类影响因素的详细分解见表</a:t>
                </a:r>
                <a:r>
                  <a:rPr lang="en-US" altLang="zh-CN" sz="1700" dirty="0">
                    <a:solidFill>
                      <a:srgbClr val="000000"/>
                    </a:solidFill>
                    <a:latin typeface="华文楷体" panose="02010600040101010101" pitchFamily="2" charset="-122"/>
                    <a:ea typeface="华文楷体" panose="02010600040101010101" pitchFamily="2" charset="-122"/>
                  </a:rPr>
                  <a:t>3.7</a:t>
                </a:r>
                <a:r>
                  <a:rPr lang="zh-CN" altLang="en-US" sz="1700" dirty="0">
                    <a:solidFill>
                      <a:srgbClr val="000000"/>
                    </a:solidFill>
                    <a:latin typeface="华文楷体" panose="02010600040101010101" pitchFamily="2" charset="-122"/>
                    <a:ea typeface="华文楷体" panose="02010600040101010101" pitchFamily="2" charset="-122"/>
                  </a:rPr>
                  <a:t>。从而有该软件采用影响因子法的修正模型如下</a:t>
                </a:r>
              </a:p>
              <a:p>
                <a:pPr marL="285750" indent="-285750" algn="r">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a:t>
                </a:r>
                <a14:m>
                  <m:oMath xmlns:m="http://schemas.openxmlformats.org/officeDocument/2006/math">
                    <m:d>
                      <m:dPr>
                        <m:begChr m:val="{"/>
                        <m:endChr m:val=""/>
                        <m:ctrlPr>
                          <a:rPr lang="zh-CN" altLang="en-US" sz="1600" i="1" smtClean="0">
                            <a:solidFill>
                              <a:srgbClr val="000000"/>
                            </a:solidFill>
                            <a:latin typeface="Cambria Math" panose="02040503050406030204" pitchFamily="18" charset="0"/>
                          </a:rPr>
                        </m:ctrlPr>
                      </m:dPr>
                      <m:e>
                        <m:eqArr>
                          <m:eqArrPr>
                            <m:ctrlPr>
                              <a:rPr lang="zh-CN" altLang="en-US" sz="1600" i="1">
                                <a:solidFill>
                                  <a:srgbClr val="000000"/>
                                </a:solidFill>
                                <a:latin typeface="Cambria Math" panose="02040503050406030204" pitchFamily="18" charset="0"/>
                              </a:rPr>
                            </m:ctrlPr>
                          </m:eqArrPr>
                          <m:e>
                            <m:r>
                              <a:rPr lang="zh-CN" altLang="en-US" sz="1600" i="1">
                                <a:solidFill>
                                  <a:srgbClr val="000000"/>
                                </a:solidFill>
                                <a:latin typeface="Cambria Math" panose="02040503050406030204" pitchFamily="18" charset="0"/>
                              </a:rPr>
                              <m:t>&amp;</m:t>
                            </m:r>
                            <m:r>
                              <a:rPr lang="zh-CN" altLang="en-US" sz="1600" i="1">
                                <a:solidFill>
                                  <a:srgbClr val="000000"/>
                                </a:solidFill>
                                <a:latin typeface="Cambria Math" panose="02040503050406030204" pitchFamily="18" charset="0"/>
                              </a:rPr>
                              <m:t>𝑦</m:t>
                            </m:r>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𝑈</m:t>
                            </m:r>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𝑔</m:t>
                            </m:r>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𝑥</m:t>
                                </m:r>
                              </m:e>
                              <m:sub>
                                <m:r>
                                  <a:rPr lang="zh-CN" altLang="en-US" sz="1600" i="1">
                                    <a:solidFill>
                                      <a:srgbClr val="000000"/>
                                    </a:solidFill>
                                    <a:latin typeface="Cambria Math" panose="02040503050406030204" pitchFamily="18" charset="0"/>
                                  </a:rPr>
                                  <m:t>1</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𝑥</m:t>
                                </m:r>
                              </m:e>
                              <m:sub>
                                <m:r>
                                  <a:rPr lang="zh-CN" altLang="en-US" sz="1600" i="1">
                                    <a:solidFill>
                                      <a:srgbClr val="000000"/>
                                    </a:solidFill>
                                    <a:latin typeface="Cambria Math" panose="02040503050406030204" pitchFamily="18" charset="0"/>
                                  </a:rPr>
                                  <m:t>2</m:t>
                                </m:r>
                              </m:sub>
                            </m:sSub>
                            <m:r>
                              <a:rPr lang="zh-CN" altLang="en-US" sz="1600" i="1">
                                <a:solidFill>
                                  <a:srgbClr val="000000"/>
                                </a:solidFill>
                                <a:latin typeface="Cambria Math" panose="02040503050406030204" pitchFamily="18" charset="0"/>
                              </a:rPr>
                              <m:t>)</m:t>
                            </m:r>
                          </m:e>
                          <m:e>
                            <m:r>
                              <a:rPr lang="zh-CN" altLang="en-US" sz="1600" i="1">
                                <a:solidFill>
                                  <a:srgbClr val="000000"/>
                                </a:solidFill>
                                <a:latin typeface="Cambria Math" panose="02040503050406030204" pitchFamily="18" charset="0"/>
                              </a:rPr>
                              <m:t>&amp;</m:t>
                            </m:r>
                            <m:r>
                              <a:rPr lang="zh-CN" altLang="en-US" sz="1600" i="1">
                                <a:solidFill>
                                  <a:srgbClr val="000000"/>
                                </a:solidFill>
                                <a:latin typeface="Cambria Math" panose="02040503050406030204" pitchFamily="18" charset="0"/>
                              </a:rPr>
                              <m:t>𝑈</m:t>
                            </m:r>
                            <m:r>
                              <a:rPr lang="zh-CN" altLang="en-US" sz="1600" i="1">
                                <a:solidFill>
                                  <a:srgbClr val="000000"/>
                                </a:solidFill>
                                <a:latin typeface="Cambria Math" panose="02040503050406030204" pitchFamily="18" charset="0"/>
                              </a:rPr>
                              <m:t>=</m:t>
                            </m:r>
                            <m:nary>
                              <m:naryPr>
                                <m:chr m:val="∏"/>
                                <m:ctrlPr>
                                  <a:rPr lang="zh-CN" altLang="en-US" sz="1600" i="1">
                                    <a:solidFill>
                                      <a:srgbClr val="000000"/>
                                    </a:solidFill>
                                    <a:latin typeface="Cambria Math" panose="02040503050406030204" pitchFamily="18" charset="0"/>
                                  </a:rPr>
                                </m:ctrlPr>
                              </m:naryPr>
                              <m:sub>
                                <m:r>
                                  <a:rPr lang="zh-CN" altLang="en-US" sz="1600" i="1">
                                    <a:solidFill>
                                      <a:srgbClr val="000000"/>
                                    </a:solidFill>
                                    <a:latin typeface="Cambria Math" panose="02040503050406030204" pitchFamily="18" charset="0"/>
                                  </a:rPr>
                                  <m:t>𝑗</m:t>
                                </m:r>
                                <m:r>
                                  <a:rPr lang="zh-CN" altLang="en-US" sz="1600" i="1">
                                    <a:solidFill>
                                      <a:srgbClr val="000000"/>
                                    </a:solidFill>
                                    <a:latin typeface="Cambria Math" panose="02040503050406030204" pitchFamily="18" charset="0"/>
                                  </a:rPr>
                                  <m:t>=1</m:t>
                                </m:r>
                              </m:sub>
                              <m:sup>
                                <m:r>
                                  <a:rPr lang="zh-CN" altLang="en-US" sz="1600" i="1">
                                    <a:solidFill>
                                      <a:srgbClr val="000000"/>
                                    </a:solidFill>
                                    <a:latin typeface="Cambria Math" panose="02040503050406030204" pitchFamily="18" charset="0"/>
                                  </a:rPr>
                                  <m:t>18</m:t>
                                </m:r>
                              </m:sup>
                              <m:e>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𝑈</m:t>
                                    </m:r>
                                  </m:e>
                                  <m:sub>
                                    <m:r>
                                      <a:rPr lang="zh-CN" altLang="en-US" sz="1600" i="1">
                                        <a:solidFill>
                                          <a:srgbClr val="000000"/>
                                        </a:solidFill>
                                        <a:latin typeface="Cambria Math" panose="02040503050406030204" pitchFamily="18" charset="0"/>
                                      </a:rPr>
                                      <m:t>𝑗</m:t>
                                    </m:r>
                                  </m:sub>
                                </m:sSub>
                              </m:e>
                            </m:nary>
                          </m:e>
                        </m:eqArr>
                      </m:e>
                    </m:d>
                  </m:oMath>
                </a14:m>
                <a:r>
                  <a:rPr lang="zh-CN" altLang="en-US" sz="1700" dirty="0">
                    <a:solidFill>
                      <a:srgbClr val="000000"/>
                    </a:solidFill>
                    <a:latin typeface="华文楷体" panose="02010600040101010101" pitchFamily="2" charset="-122"/>
                    <a:ea typeface="华文楷体" panose="02010600040101010101" pitchFamily="2" charset="-122"/>
                  </a:rPr>
                  <a:t>                                                          （</a:t>
                </a:r>
                <a:r>
                  <a:rPr lang="en-US" altLang="zh-CN" sz="1700" dirty="0">
                    <a:solidFill>
                      <a:srgbClr val="000000"/>
                    </a:solidFill>
                    <a:latin typeface="华文楷体" panose="02010600040101010101" pitchFamily="2" charset="-122"/>
                    <a:ea typeface="华文楷体" panose="02010600040101010101" pitchFamily="2" charset="-122"/>
                  </a:rPr>
                  <a:t>3.12</a:t>
                </a:r>
                <a:r>
                  <a:rPr lang="zh-CN" altLang="en-US" sz="1700" dirty="0">
                    <a:solidFill>
                      <a:srgbClr val="000000"/>
                    </a:solidFill>
                    <a:latin typeface="华文楷体" panose="02010600040101010101" pitchFamily="2" charset="-122"/>
                    <a:ea typeface="华文楷体" panose="02010600040101010101" pitchFamily="2" charset="-122"/>
                  </a:rPr>
                  <a:t>）</a:t>
                </a:r>
              </a:p>
            </p:txBody>
          </p:sp>
        </mc:Choice>
        <mc:Fallback xmlns="">
          <p:sp>
            <p:nvSpPr>
              <p:cNvPr id="2" name="矩形 1">
                <a:extLst>
                  <a:ext uri="{FF2B5EF4-FFF2-40B4-BE49-F238E27FC236}">
                    <a16:creationId xmlns:a16="http://schemas.microsoft.com/office/drawing/2014/main" id="{1A343DEC-CFF6-41F5-B87C-0DFC08C67B76}"/>
                  </a:ext>
                </a:extLst>
              </p:cNvPr>
              <p:cNvSpPr>
                <a:spLocks noRot="1" noChangeAspect="1" noMove="1" noResize="1" noEditPoints="1" noAdjustHandles="1" noChangeArrowheads="1" noChangeShapeType="1" noTextEdit="1"/>
              </p:cNvSpPr>
              <p:nvPr/>
            </p:nvSpPr>
            <p:spPr>
              <a:xfrm>
                <a:off x="611831" y="843428"/>
                <a:ext cx="7920338" cy="3406125"/>
              </a:xfrm>
              <a:prstGeom prst="rect">
                <a:avLst/>
              </a:prstGeom>
              <a:blipFill>
                <a:blip r:embed="rId3"/>
                <a:stretch>
                  <a:fillRect l="-385" r="-4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4993591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Group 2">
            <a:extLst>
              <a:ext uri="{FF2B5EF4-FFF2-40B4-BE49-F238E27FC236}">
                <a16:creationId xmlns:a16="http://schemas.microsoft.com/office/drawing/2014/main" id="{453697E4-D9BF-454C-AEB6-EE0530B18B90}"/>
              </a:ext>
            </a:extLst>
          </p:cNvPr>
          <p:cNvGraphicFramePr>
            <a:graphicFrameLocks/>
          </p:cNvGraphicFramePr>
          <p:nvPr>
            <p:extLst>
              <p:ext uri="{D42A27DB-BD31-4B8C-83A1-F6EECF244321}">
                <p14:modId xmlns:p14="http://schemas.microsoft.com/office/powerpoint/2010/main" val="1653449346"/>
              </p:ext>
            </p:extLst>
          </p:nvPr>
        </p:nvGraphicFramePr>
        <p:xfrm>
          <a:off x="1184273" y="89535"/>
          <a:ext cx="7448551" cy="4964430"/>
        </p:xfrm>
        <a:graphic>
          <a:graphicData uri="http://schemas.openxmlformats.org/drawingml/2006/table">
            <a:tbl>
              <a:tblPr/>
              <a:tblGrid>
                <a:gridCol w="2389128">
                  <a:extLst>
                    <a:ext uri="{9D8B030D-6E8A-4147-A177-3AD203B41FA5}">
                      <a16:colId xmlns:a16="http://schemas.microsoft.com/office/drawing/2014/main" val="20000"/>
                    </a:ext>
                  </a:extLst>
                </a:gridCol>
                <a:gridCol w="4290490">
                  <a:extLst>
                    <a:ext uri="{9D8B030D-6E8A-4147-A177-3AD203B41FA5}">
                      <a16:colId xmlns:a16="http://schemas.microsoft.com/office/drawing/2014/main" val="20001"/>
                    </a:ext>
                  </a:extLst>
                </a:gridCol>
                <a:gridCol w="768933">
                  <a:extLst>
                    <a:ext uri="{9D8B030D-6E8A-4147-A177-3AD203B41FA5}">
                      <a16:colId xmlns:a16="http://schemas.microsoft.com/office/drawing/2014/main" val="20002"/>
                    </a:ext>
                  </a:extLst>
                </a:gridCol>
              </a:tblGrid>
              <a:tr h="2047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宋体" pitchFamily="2" charset="-122"/>
                          <a:ea typeface="宋体" pitchFamily="2" charset="-122"/>
                        </a:rPr>
                        <a:t>影响类别</a:t>
                      </a:r>
                    </a:p>
                  </a:txBody>
                  <a:tcPr marL="0" marR="0" marT="0" marB="0"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宋体" pitchFamily="2" charset="-122"/>
                          <a:ea typeface="宋体" pitchFamily="2" charset="-122"/>
                        </a:rPr>
                        <a:t>影响要素</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宋体" pitchFamily="2" charset="-122"/>
                          <a:ea typeface="宋体" pitchFamily="2" charset="-122"/>
                        </a:rPr>
                        <a:t>因子</a:t>
                      </a:r>
                    </a:p>
                  </a:txBody>
                  <a:tcPr marL="0" marR="0" marT="0" marB="0"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9575">
                <a:tc rowSpan="6">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宋体" pitchFamily="2" charset="-122"/>
                          <a:ea typeface="宋体" pitchFamily="2" charset="-122"/>
                        </a:rPr>
                        <a:t>系统的规模、复杂性与主要性能要求</a:t>
                      </a:r>
                    </a:p>
                  </a:txBody>
                  <a:tcPr marL="0" marR="0" marT="0" marB="0"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chemeClr val="tx1"/>
                          </a:solidFill>
                          <a:effectLst/>
                          <a:latin typeface="宋体" pitchFamily="2" charset="-122"/>
                          <a:ea typeface="宋体" pitchFamily="2" charset="-122"/>
                        </a:rPr>
                        <a:t>系统规模（通信网络、计算机与数据库规模）</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1" u="none" strike="noStrike" cap="none" normalizeH="0" baseline="0" dirty="0">
                          <a:ln>
                            <a:noFill/>
                          </a:ln>
                          <a:solidFill>
                            <a:schemeClr val="tx1"/>
                          </a:solidFill>
                          <a:effectLst/>
                          <a:latin typeface="宋体" pitchFamily="2" charset="-122"/>
                          <a:ea typeface="宋体" pitchFamily="2" charset="-122"/>
                        </a:rPr>
                        <a:t>U</a:t>
                      </a:r>
                      <a:r>
                        <a:rPr kumimoji="0" lang="en-US" altLang="zh-CN" sz="1600" b="0" i="0" u="none" strike="noStrike" cap="none" normalizeH="0" baseline="-25000" dirty="0">
                          <a:ln>
                            <a:noFill/>
                          </a:ln>
                          <a:solidFill>
                            <a:schemeClr val="tx1"/>
                          </a:solidFill>
                          <a:effectLst/>
                          <a:latin typeface="宋体" pitchFamily="2" charset="-122"/>
                          <a:ea typeface="宋体" pitchFamily="2" charset="-122"/>
                        </a:rPr>
                        <a:t>1</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9575">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chemeClr val="tx1"/>
                          </a:solidFill>
                          <a:effectLst/>
                          <a:latin typeface="宋体" pitchFamily="2" charset="-122"/>
                          <a:ea typeface="宋体" pitchFamily="2" charset="-122"/>
                        </a:rPr>
                        <a:t>系统复杂性（通信网络与系统集成的复杂性）</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1" u="none" strike="noStrike" cap="none" normalizeH="0" baseline="0" dirty="0">
                          <a:ln>
                            <a:noFill/>
                          </a:ln>
                          <a:solidFill>
                            <a:schemeClr val="tx1"/>
                          </a:solidFill>
                          <a:effectLst/>
                          <a:latin typeface="宋体" pitchFamily="2" charset="-122"/>
                          <a:ea typeface="宋体" pitchFamily="2" charset="-122"/>
                        </a:rPr>
                        <a:t>U</a:t>
                      </a:r>
                      <a:r>
                        <a:rPr kumimoji="0" lang="en-US" altLang="zh-CN" sz="1600" b="0" i="0" u="none" strike="noStrike" cap="none" normalizeH="0" baseline="-25000" dirty="0">
                          <a:ln>
                            <a:noFill/>
                          </a:ln>
                          <a:solidFill>
                            <a:schemeClr val="tx1"/>
                          </a:solidFill>
                          <a:effectLst/>
                          <a:latin typeface="宋体" pitchFamily="2" charset="-122"/>
                          <a:ea typeface="宋体" pitchFamily="2" charset="-122"/>
                        </a:rPr>
                        <a:t>2</a:t>
                      </a:r>
                      <a:endParaRPr kumimoji="0" lang="en-US" altLang="zh-CN" sz="1600" b="0" i="0" u="none" strike="noStrike" cap="none" normalizeH="0" baseline="0" dirty="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0478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chemeClr val="tx1"/>
                          </a:solidFill>
                          <a:effectLst/>
                          <a:latin typeface="宋体" pitchFamily="2" charset="-122"/>
                          <a:ea typeface="宋体" pitchFamily="2" charset="-122"/>
                        </a:rPr>
                        <a:t>网络吞吐量</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1" u="none" strike="noStrike" cap="none" normalizeH="0" baseline="0">
                          <a:ln>
                            <a:noFill/>
                          </a:ln>
                          <a:solidFill>
                            <a:schemeClr val="tx1"/>
                          </a:solidFill>
                          <a:effectLst/>
                          <a:latin typeface="宋体" pitchFamily="2" charset="-122"/>
                          <a:ea typeface="宋体" pitchFamily="2" charset="-122"/>
                        </a:rPr>
                        <a:t>U</a:t>
                      </a:r>
                      <a:r>
                        <a:rPr kumimoji="0" lang="en-US" altLang="zh-CN" sz="1600" b="0" i="0" u="none" strike="noStrike" cap="none" normalizeH="0" baseline="-25000">
                          <a:ln>
                            <a:noFill/>
                          </a:ln>
                          <a:solidFill>
                            <a:schemeClr val="tx1"/>
                          </a:solidFill>
                          <a:effectLst/>
                          <a:latin typeface="宋体" pitchFamily="2" charset="-122"/>
                          <a:ea typeface="宋体" pitchFamily="2" charset="-122"/>
                        </a:rPr>
                        <a:t>3</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0478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话音业务呼损率</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1" u="none" strike="noStrike" cap="none" normalizeH="0" baseline="0">
                          <a:ln>
                            <a:noFill/>
                          </a:ln>
                          <a:solidFill>
                            <a:schemeClr val="tx1"/>
                          </a:solidFill>
                          <a:effectLst/>
                          <a:latin typeface="宋体" pitchFamily="2" charset="-122"/>
                          <a:ea typeface="宋体" pitchFamily="2" charset="-122"/>
                        </a:rPr>
                        <a:t>U</a:t>
                      </a:r>
                      <a:r>
                        <a:rPr kumimoji="0" lang="en-US" altLang="zh-CN" sz="1600" b="0" i="0" u="none" strike="noStrike" cap="none" normalizeH="0" baseline="-25000">
                          <a:ln>
                            <a:noFill/>
                          </a:ln>
                          <a:solidFill>
                            <a:schemeClr val="tx1"/>
                          </a:solidFill>
                          <a:effectLst/>
                          <a:latin typeface="宋体" pitchFamily="2" charset="-122"/>
                          <a:ea typeface="宋体" pitchFamily="2" charset="-122"/>
                        </a:rPr>
                        <a:t>4</a:t>
                      </a:r>
                      <a:endParaRPr kumimoji="0" lang="en-US" altLang="zh-CN" sz="1600" b="0"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0478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chemeClr val="tx1"/>
                          </a:solidFill>
                          <a:effectLst/>
                          <a:latin typeface="宋体" pitchFamily="2" charset="-122"/>
                          <a:ea typeface="宋体" pitchFamily="2" charset="-122"/>
                        </a:rPr>
                        <a:t>数据传输速率</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1" u="none" strike="noStrike" cap="none" normalizeH="0" baseline="0" dirty="0">
                          <a:ln>
                            <a:noFill/>
                          </a:ln>
                          <a:solidFill>
                            <a:schemeClr val="tx1"/>
                          </a:solidFill>
                          <a:effectLst/>
                          <a:latin typeface="宋体" pitchFamily="2" charset="-122"/>
                          <a:ea typeface="宋体" pitchFamily="2" charset="-122"/>
                        </a:rPr>
                        <a:t>U</a:t>
                      </a:r>
                      <a:r>
                        <a:rPr kumimoji="0" lang="en-US" altLang="zh-CN" sz="1600" b="0" i="0" u="none" strike="noStrike" cap="none" normalizeH="0" baseline="-25000" dirty="0">
                          <a:ln>
                            <a:noFill/>
                          </a:ln>
                          <a:solidFill>
                            <a:schemeClr val="tx1"/>
                          </a:solidFill>
                          <a:effectLst/>
                          <a:latin typeface="宋体" pitchFamily="2" charset="-122"/>
                          <a:ea typeface="宋体" pitchFamily="2" charset="-122"/>
                        </a:rPr>
                        <a:t>5</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0478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数据传输差错率</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1" u="none" strike="noStrike" cap="none" normalizeH="0" baseline="0">
                          <a:ln>
                            <a:noFill/>
                          </a:ln>
                          <a:solidFill>
                            <a:schemeClr val="tx1"/>
                          </a:solidFill>
                          <a:effectLst/>
                          <a:latin typeface="宋体" pitchFamily="2" charset="-122"/>
                          <a:ea typeface="宋体" pitchFamily="2" charset="-122"/>
                        </a:rPr>
                        <a:t>U</a:t>
                      </a:r>
                      <a:r>
                        <a:rPr kumimoji="0" lang="en-US" altLang="zh-CN" sz="1600" b="0" i="0" u="none" strike="noStrike" cap="none" normalizeH="0" baseline="-25000">
                          <a:ln>
                            <a:noFill/>
                          </a:ln>
                          <a:solidFill>
                            <a:schemeClr val="tx1"/>
                          </a:solidFill>
                          <a:effectLst/>
                          <a:latin typeface="宋体" pitchFamily="2" charset="-122"/>
                          <a:ea typeface="宋体" pitchFamily="2" charset="-122"/>
                        </a:rPr>
                        <a:t>6</a:t>
                      </a:r>
                      <a:endParaRPr kumimoji="0" lang="en-US" altLang="zh-CN" sz="1600" b="0"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04788">
                <a:tc rowSpan="4">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宋体" pitchFamily="2" charset="-122"/>
                          <a:ea typeface="宋体" pitchFamily="2" charset="-122"/>
                        </a:rPr>
                        <a:t>系统功能需求</a:t>
                      </a:r>
                    </a:p>
                  </a:txBody>
                  <a:tcPr marL="0" marR="0" marT="0" marB="0"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chemeClr val="tx1"/>
                          </a:solidFill>
                          <a:effectLst/>
                          <a:latin typeface="宋体" pitchFamily="2" charset="-122"/>
                          <a:ea typeface="宋体" pitchFamily="2" charset="-122"/>
                        </a:rPr>
                        <a:t>系统可靠性、可维护性与综合保障性</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1" u="none" strike="noStrike" cap="none" normalizeH="0" baseline="0">
                          <a:ln>
                            <a:noFill/>
                          </a:ln>
                          <a:solidFill>
                            <a:schemeClr val="tx1"/>
                          </a:solidFill>
                          <a:effectLst/>
                          <a:latin typeface="宋体" pitchFamily="2" charset="-122"/>
                          <a:ea typeface="宋体" pitchFamily="2" charset="-122"/>
                        </a:rPr>
                        <a:t>U</a:t>
                      </a:r>
                      <a:r>
                        <a:rPr kumimoji="0" lang="en-US" altLang="zh-CN" sz="1600" b="0" i="0" u="none" strike="noStrike" cap="none" normalizeH="0" baseline="-25000">
                          <a:ln>
                            <a:noFill/>
                          </a:ln>
                          <a:solidFill>
                            <a:schemeClr val="tx1"/>
                          </a:solidFill>
                          <a:effectLst/>
                          <a:latin typeface="宋体" pitchFamily="2" charset="-122"/>
                          <a:ea typeface="宋体" pitchFamily="2" charset="-122"/>
                        </a:rPr>
                        <a:t>7</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0478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chemeClr val="tx1"/>
                          </a:solidFill>
                          <a:effectLst/>
                          <a:latin typeface="宋体" pitchFamily="2" charset="-122"/>
                          <a:ea typeface="宋体" pitchFamily="2" charset="-122"/>
                        </a:rPr>
                        <a:t>系统的安全性与抗毁性</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1" u="none" strike="noStrike" cap="none" normalizeH="0" baseline="0" dirty="0">
                          <a:ln>
                            <a:noFill/>
                          </a:ln>
                          <a:solidFill>
                            <a:schemeClr val="tx1"/>
                          </a:solidFill>
                          <a:effectLst/>
                          <a:latin typeface="宋体" pitchFamily="2" charset="-122"/>
                          <a:ea typeface="宋体" pitchFamily="2" charset="-122"/>
                        </a:rPr>
                        <a:t>U</a:t>
                      </a:r>
                      <a:r>
                        <a:rPr kumimoji="0" lang="en-US" altLang="zh-CN" sz="1600" b="0" i="0" u="none" strike="noStrike" cap="none" normalizeH="0" baseline="-25000" dirty="0">
                          <a:ln>
                            <a:noFill/>
                          </a:ln>
                          <a:solidFill>
                            <a:schemeClr val="tx1"/>
                          </a:solidFill>
                          <a:effectLst/>
                          <a:latin typeface="宋体" pitchFamily="2" charset="-122"/>
                          <a:ea typeface="宋体" pitchFamily="2" charset="-122"/>
                        </a:rPr>
                        <a:t>8</a:t>
                      </a:r>
                      <a:endParaRPr kumimoji="0" lang="en-US" altLang="zh-CN" sz="1600" b="0" i="0" u="none" strike="noStrike" cap="none" normalizeH="0" baseline="0" dirty="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0478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系统的可测性与可控性</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1" u="none" strike="noStrike" cap="none" normalizeH="0" baseline="0">
                          <a:ln>
                            <a:noFill/>
                          </a:ln>
                          <a:solidFill>
                            <a:schemeClr val="tx1"/>
                          </a:solidFill>
                          <a:effectLst/>
                          <a:latin typeface="宋体" pitchFamily="2" charset="-122"/>
                          <a:ea typeface="宋体" pitchFamily="2" charset="-122"/>
                        </a:rPr>
                        <a:t>U</a:t>
                      </a:r>
                      <a:r>
                        <a:rPr kumimoji="0" lang="en-US" altLang="zh-CN" sz="1600" b="0" i="0" u="none" strike="noStrike" cap="none" normalizeH="0" baseline="-25000">
                          <a:ln>
                            <a:noFill/>
                          </a:ln>
                          <a:solidFill>
                            <a:schemeClr val="tx1"/>
                          </a:solidFill>
                          <a:effectLst/>
                          <a:latin typeface="宋体" pitchFamily="2" charset="-122"/>
                          <a:ea typeface="宋体" pitchFamily="2" charset="-122"/>
                        </a:rPr>
                        <a:t>9</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0478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chemeClr val="tx1"/>
                          </a:solidFill>
                          <a:effectLst/>
                          <a:latin typeface="宋体" pitchFamily="2" charset="-122"/>
                          <a:ea typeface="宋体" pitchFamily="2" charset="-122"/>
                        </a:rPr>
                        <a:t>系统的连通性与互联性</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1" u="none" strike="noStrike" cap="none" normalizeH="0" baseline="0" dirty="0">
                          <a:ln>
                            <a:noFill/>
                          </a:ln>
                          <a:solidFill>
                            <a:schemeClr val="tx1"/>
                          </a:solidFill>
                          <a:effectLst/>
                          <a:latin typeface="宋体" pitchFamily="2" charset="-122"/>
                          <a:ea typeface="宋体" pitchFamily="2" charset="-122"/>
                        </a:rPr>
                        <a:t>U</a:t>
                      </a:r>
                      <a:r>
                        <a:rPr kumimoji="0" lang="en-US" altLang="zh-CN" sz="1600" b="0" i="0" u="none" strike="noStrike" cap="none" normalizeH="0" baseline="-25000" dirty="0">
                          <a:ln>
                            <a:noFill/>
                          </a:ln>
                          <a:solidFill>
                            <a:schemeClr val="tx1"/>
                          </a:solidFill>
                          <a:effectLst/>
                          <a:latin typeface="宋体" pitchFamily="2" charset="-122"/>
                          <a:ea typeface="宋体" pitchFamily="2" charset="-122"/>
                        </a:rPr>
                        <a:t>10</a:t>
                      </a:r>
                      <a:endParaRPr kumimoji="0" lang="en-US" altLang="zh-CN" sz="1600" b="0" i="0" u="none" strike="noStrike" cap="none" normalizeH="0" baseline="0" dirty="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04788">
                <a:tc rowSpan="4">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宋体" pitchFamily="2" charset="-122"/>
                          <a:ea typeface="宋体" pitchFamily="2" charset="-122"/>
                        </a:rPr>
                        <a:t>系统的人力资源投入特性</a:t>
                      </a:r>
                    </a:p>
                  </a:txBody>
                  <a:tcPr marL="0" marR="0" marT="0" marB="0"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a:ln>
                            <a:noFill/>
                          </a:ln>
                          <a:solidFill>
                            <a:schemeClr val="tx1"/>
                          </a:solidFill>
                          <a:effectLst/>
                          <a:latin typeface="宋体" pitchFamily="2" charset="-122"/>
                          <a:ea typeface="宋体" pitchFamily="2" charset="-122"/>
                        </a:rPr>
                        <a:t>人员的软件构建经历</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1" u="none" strike="noStrike" cap="none" normalizeH="0" baseline="0">
                          <a:ln>
                            <a:noFill/>
                          </a:ln>
                          <a:solidFill>
                            <a:schemeClr val="tx1"/>
                          </a:solidFill>
                          <a:effectLst/>
                          <a:latin typeface="宋体" pitchFamily="2" charset="-122"/>
                          <a:ea typeface="宋体" pitchFamily="2" charset="-122"/>
                        </a:rPr>
                        <a:t>U</a:t>
                      </a:r>
                      <a:r>
                        <a:rPr kumimoji="0" lang="en-US" altLang="zh-CN" sz="1600" b="0" i="0" u="none" strike="noStrike" cap="none" normalizeH="0" baseline="-25000">
                          <a:ln>
                            <a:noFill/>
                          </a:ln>
                          <a:solidFill>
                            <a:schemeClr val="tx1"/>
                          </a:solidFill>
                          <a:effectLst/>
                          <a:latin typeface="宋体" pitchFamily="2" charset="-122"/>
                          <a:ea typeface="宋体" pitchFamily="2" charset="-122"/>
                        </a:rPr>
                        <a:t>11</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0478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chemeClr val="tx1"/>
                          </a:solidFill>
                          <a:effectLst/>
                          <a:latin typeface="宋体" pitchFamily="2" charset="-122"/>
                          <a:ea typeface="宋体" pitchFamily="2" charset="-122"/>
                        </a:rPr>
                        <a:t>人员的系统设计能力</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1" u="none" strike="noStrike" cap="none" normalizeH="0" baseline="0">
                          <a:ln>
                            <a:noFill/>
                          </a:ln>
                          <a:solidFill>
                            <a:schemeClr val="tx1"/>
                          </a:solidFill>
                          <a:effectLst/>
                          <a:latin typeface="宋体" pitchFamily="2" charset="-122"/>
                          <a:ea typeface="宋体" pitchFamily="2" charset="-122"/>
                        </a:rPr>
                        <a:t>U</a:t>
                      </a:r>
                      <a:r>
                        <a:rPr kumimoji="0" lang="en-US" altLang="zh-CN" sz="1600" b="0" i="0" u="none" strike="noStrike" cap="none" normalizeH="0" baseline="-25000">
                          <a:ln>
                            <a:noFill/>
                          </a:ln>
                          <a:solidFill>
                            <a:schemeClr val="tx1"/>
                          </a:solidFill>
                          <a:effectLst/>
                          <a:latin typeface="宋体" pitchFamily="2" charset="-122"/>
                          <a:ea typeface="宋体" pitchFamily="2" charset="-122"/>
                        </a:rPr>
                        <a:t>12</a:t>
                      </a:r>
                      <a:endParaRPr kumimoji="0" lang="en-US" altLang="zh-CN" sz="1600" b="0"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0478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chemeClr val="tx1"/>
                          </a:solidFill>
                          <a:effectLst/>
                          <a:latin typeface="宋体" pitchFamily="2" charset="-122"/>
                          <a:ea typeface="宋体" pitchFamily="2" charset="-122"/>
                        </a:rPr>
                        <a:t>人员的系统生产（开发）能力</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1" u="none" strike="noStrike" cap="none" normalizeH="0" baseline="0" dirty="0">
                          <a:ln>
                            <a:noFill/>
                          </a:ln>
                          <a:solidFill>
                            <a:schemeClr val="tx1"/>
                          </a:solidFill>
                          <a:effectLst/>
                          <a:latin typeface="宋体" pitchFamily="2" charset="-122"/>
                          <a:ea typeface="宋体" pitchFamily="2" charset="-122"/>
                        </a:rPr>
                        <a:t>U</a:t>
                      </a:r>
                      <a:r>
                        <a:rPr kumimoji="0" lang="en-US" altLang="zh-CN" sz="1600" b="0" i="0" u="none" strike="noStrike" cap="none" normalizeH="0" baseline="-25000" dirty="0">
                          <a:ln>
                            <a:noFill/>
                          </a:ln>
                          <a:solidFill>
                            <a:schemeClr val="tx1"/>
                          </a:solidFill>
                          <a:effectLst/>
                          <a:latin typeface="宋体" pitchFamily="2" charset="-122"/>
                          <a:ea typeface="宋体" pitchFamily="2" charset="-122"/>
                        </a:rPr>
                        <a:t>13</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0478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chemeClr val="tx1"/>
                          </a:solidFill>
                          <a:effectLst/>
                          <a:latin typeface="宋体" pitchFamily="2" charset="-122"/>
                          <a:ea typeface="宋体" pitchFamily="2" charset="-122"/>
                        </a:rPr>
                        <a:t>人员的系统集成、测试、维护能力</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1" u="none" strike="noStrike" cap="none" normalizeH="0" baseline="0">
                          <a:ln>
                            <a:noFill/>
                          </a:ln>
                          <a:solidFill>
                            <a:schemeClr val="tx1"/>
                          </a:solidFill>
                          <a:effectLst/>
                          <a:latin typeface="宋体" pitchFamily="2" charset="-122"/>
                          <a:ea typeface="宋体" pitchFamily="2" charset="-122"/>
                        </a:rPr>
                        <a:t>U</a:t>
                      </a:r>
                      <a:r>
                        <a:rPr kumimoji="0" lang="en-US" altLang="zh-CN" sz="1600" b="0" i="0" u="none" strike="noStrike" cap="none" normalizeH="0" baseline="-25000">
                          <a:ln>
                            <a:noFill/>
                          </a:ln>
                          <a:solidFill>
                            <a:schemeClr val="tx1"/>
                          </a:solidFill>
                          <a:effectLst/>
                          <a:latin typeface="宋体" pitchFamily="2" charset="-122"/>
                          <a:ea typeface="宋体" pitchFamily="2" charset="-122"/>
                        </a:rPr>
                        <a:t>14</a:t>
                      </a:r>
                      <a:endParaRPr kumimoji="0" lang="en-US" altLang="zh-CN" sz="1600" b="0" i="0" u="none" strike="noStrike" cap="none" normalizeH="0" baseline="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04788">
                <a:tc rowSpan="4">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宋体" pitchFamily="2" charset="-122"/>
                          <a:ea typeface="宋体" pitchFamily="2" charset="-122"/>
                        </a:rPr>
                        <a:t>系统构建的环境特性</a:t>
                      </a:r>
                    </a:p>
                  </a:txBody>
                  <a:tcPr marL="0" marR="0" marT="0" marB="0"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chemeClr val="tx1"/>
                          </a:solidFill>
                          <a:effectLst/>
                          <a:latin typeface="宋体" pitchFamily="2" charset="-122"/>
                          <a:ea typeface="宋体" pitchFamily="2" charset="-122"/>
                        </a:rPr>
                        <a:t>投入资金约束</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1" u="none" strike="noStrike" cap="none" normalizeH="0" baseline="0" dirty="0">
                          <a:ln>
                            <a:noFill/>
                          </a:ln>
                          <a:solidFill>
                            <a:schemeClr val="tx1"/>
                          </a:solidFill>
                          <a:effectLst/>
                          <a:latin typeface="宋体" pitchFamily="2" charset="-122"/>
                          <a:ea typeface="宋体" pitchFamily="2" charset="-122"/>
                        </a:rPr>
                        <a:t>U</a:t>
                      </a:r>
                      <a:r>
                        <a:rPr kumimoji="0" lang="en-US" altLang="zh-CN" sz="1600" b="0" i="0" u="none" strike="noStrike" cap="none" normalizeH="0" baseline="-25000" dirty="0">
                          <a:ln>
                            <a:noFill/>
                          </a:ln>
                          <a:solidFill>
                            <a:schemeClr val="tx1"/>
                          </a:solidFill>
                          <a:effectLst/>
                          <a:latin typeface="宋体" pitchFamily="2" charset="-122"/>
                          <a:ea typeface="宋体" pitchFamily="2" charset="-122"/>
                        </a:rPr>
                        <a:t>15</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0478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chemeClr val="tx1"/>
                          </a:solidFill>
                          <a:effectLst/>
                          <a:latin typeface="宋体" pitchFamily="2" charset="-122"/>
                          <a:ea typeface="宋体" pitchFamily="2" charset="-122"/>
                        </a:rPr>
                        <a:t>系统生产（开发）难度</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1" u="none" strike="noStrike" cap="none" normalizeH="0" baseline="0" dirty="0">
                          <a:ln>
                            <a:noFill/>
                          </a:ln>
                          <a:solidFill>
                            <a:schemeClr val="tx1"/>
                          </a:solidFill>
                          <a:effectLst/>
                          <a:latin typeface="宋体" pitchFamily="2" charset="-122"/>
                          <a:ea typeface="宋体" pitchFamily="2" charset="-122"/>
                        </a:rPr>
                        <a:t>U</a:t>
                      </a:r>
                      <a:r>
                        <a:rPr kumimoji="0" lang="en-US" altLang="zh-CN" sz="1600" b="0" i="0" u="none" strike="noStrike" cap="none" normalizeH="0" baseline="-25000" dirty="0">
                          <a:ln>
                            <a:noFill/>
                          </a:ln>
                          <a:solidFill>
                            <a:schemeClr val="tx1"/>
                          </a:solidFill>
                          <a:effectLst/>
                          <a:latin typeface="宋体" pitchFamily="2" charset="-122"/>
                          <a:ea typeface="宋体" pitchFamily="2" charset="-122"/>
                        </a:rPr>
                        <a:t>16</a:t>
                      </a:r>
                      <a:endParaRPr kumimoji="0" lang="en-US" altLang="zh-CN" sz="1600" b="0" i="0" u="none" strike="noStrike" cap="none" normalizeH="0" baseline="0" dirty="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20478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chemeClr val="tx1"/>
                          </a:solidFill>
                          <a:effectLst/>
                          <a:latin typeface="宋体" pitchFamily="2" charset="-122"/>
                          <a:ea typeface="宋体" pitchFamily="2" charset="-122"/>
                        </a:rPr>
                        <a:t>系统营销投入资金规模</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1" u="none" strike="noStrike" cap="none" normalizeH="0" baseline="0" dirty="0">
                          <a:ln>
                            <a:noFill/>
                          </a:ln>
                          <a:solidFill>
                            <a:schemeClr val="tx1"/>
                          </a:solidFill>
                          <a:effectLst/>
                          <a:latin typeface="宋体" pitchFamily="2" charset="-122"/>
                          <a:ea typeface="宋体" pitchFamily="2" charset="-122"/>
                        </a:rPr>
                        <a:t>U</a:t>
                      </a:r>
                      <a:r>
                        <a:rPr kumimoji="0" lang="en-US" altLang="zh-CN" sz="1600" b="0" i="0" u="none" strike="noStrike" cap="none" normalizeH="0" baseline="-25000" dirty="0">
                          <a:ln>
                            <a:noFill/>
                          </a:ln>
                          <a:solidFill>
                            <a:schemeClr val="tx1"/>
                          </a:solidFill>
                          <a:effectLst/>
                          <a:latin typeface="宋体" pitchFamily="2" charset="-122"/>
                          <a:ea typeface="宋体" pitchFamily="2" charset="-122"/>
                        </a:rPr>
                        <a:t>17</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r h="204788">
                <a:tc vMerge="1">
                  <a:txBody>
                    <a:bodyPr/>
                    <a:lstStyle/>
                    <a:p>
                      <a:endParaRPr lang="zh-CN" altLang="en-US"/>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0" i="0" u="none" strike="noStrike" cap="none" normalizeH="0" baseline="0" dirty="0">
                          <a:ln>
                            <a:noFill/>
                          </a:ln>
                          <a:solidFill>
                            <a:schemeClr val="tx1"/>
                          </a:solidFill>
                          <a:effectLst/>
                          <a:latin typeface="宋体" pitchFamily="2" charset="-122"/>
                          <a:ea typeface="宋体" pitchFamily="2" charset="-122"/>
                        </a:rPr>
                        <a:t>系统运行环境复杂性</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1" u="none" strike="noStrike" cap="none" normalizeH="0" baseline="0" dirty="0">
                          <a:ln>
                            <a:noFill/>
                          </a:ln>
                          <a:solidFill>
                            <a:schemeClr val="tx1"/>
                          </a:solidFill>
                          <a:effectLst/>
                          <a:latin typeface="宋体" pitchFamily="2" charset="-122"/>
                          <a:ea typeface="宋体" pitchFamily="2" charset="-122"/>
                        </a:rPr>
                        <a:t>U</a:t>
                      </a:r>
                      <a:r>
                        <a:rPr kumimoji="0" lang="en-US" altLang="zh-CN" sz="1600" b="0" i="0" u="none" strike="noStrike" cap="none" normalizeH="0" baseline="-25000" dirty="0">
                          <a:ln>
                            <a:noFill/>
                          </a:ln>
                          <a:solidFill>
                            <a:schemeClr val="tx1"/>
                          </a:solidFill>
                          <a:effectLst/>
                          <a:latin typeface="宋体" pitchFamily="2" charset="-122"/>
                          <a:ea typeface="宋体" pitchFamily="2" charset="-122"/>
                        </a:rPr>
                        <a:t>18</a:t>
                      </a:r>
                      <a:endParaRPr kumimoji="0" lang="en-US" altLang="zh-CN" sz="1600" b="0" i="0" u="none" strike="noStrike" cap="none" normalizeH="0" baseline="0" dirty="0">
                        <a:ln>
                          <a:noFill/>
                        </a:ln>
                        <a:solidFill>
                          <a:schemeClr val="tx1"/>
                        </a:solidFill>
                        <a:effectLst/>
                        <a:latin typeface="宋体" pitchFamily="2" charset="-122"/>
                        <a:ea typeface="宋体" pitchFamily="2" charset="-122"/>
                      </a:endParaRP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8"/>
                  </a:ext>
                </a:extLst>
              </a:tr>
            </a:tbl>
          </a:graphicData>
        </a:graphic>
      </p:graphicFrame>
      <p:sp>
        <p:nvSpPr>
          <p:cNvPr id="3" name="Rectangle 70">
            <a:extLst>
              <a:ext uri="{FF2B5EF4-FFF2-40B4-BE49-F238E27FC236}">
                <a16:creationId xmlns:a16="http://schemas.microsoft.com/office/drawing/2014/main" id="{17DBE7D1-647C-4178-A7E1-5B2FB4ADD5D7}"/>
              </a:ext>
            </a:extLst>
          </p:cNvPr>
          <p:cNvSpPr>
            <a:spLocks noChangeArrowheads="1"/>
          </p:cNvSpPr>
          <p:nvPr/>
        </p:nvSpPr>
        <p:spPr bwMode="auto">
          <a:xfrm>
            <a:off x="511176" y="1184910"/>
            <a:ext cx="379412" cy="295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b="1" dirty="0">
                <a:latin typeface="Times New Roman" panose="02020603050405020304" pitchFamily="18" charset="0"/>
              </a:rPr>
              <a:t>某软件影响要素表</a:t>
            </a:r>
          </a:p>
        </p:txBody>
      </p:sp>
    </p:spTree>
    <p:extLst>
      <p:ext uri="{BB962C8B-B14F-4D97-AF65-F5344CB8AC3E}">
        <p14:creationId xmlns:p14="http://schemas.microsoft.com/office/powerpoint/2010/main" val="1188384386"/>
      </p:ext>
    </p:extLst>
  </p:cSld>
  <p:clrMapOvr>
    <a:masterClrMapping/>
  </p:clrMapOvr>
  <p:transition spd="slow">
    <p:pull/>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2900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3.2.4 </a:t>
            </a:r>
            <a:r>
              <a:rPr lang="zh-CN" altLang="en-US" sz="2400" spc="300" dirty="0">
                <a:latin typeface="微软雅黑" panose="020B0503020204020204" pitchFamily="34" charset="-122"/>
                <a:ea typeface="微软雅黑" panose="020B0503020204020204" pitchFamily="34" charset="-122"/>
              </a:rPr>
              <a:t>影响因子法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97910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2. </a:t>
            </a:r>
            <a:r>
              <a:rPr lang="zh-CN" altLang="en-US" sz="1700" dirty="0">
                <a:solidFill>
                  <a:srgbClr val="000000"/>
                </a:solidFill>
                <a:latin typeface="华文楷体" panose="02010600040101010101" pitchFamily="2" charset="-122"/>
                <a:ea typeface="华文楷体" panose="02010600040101010101" pitchFamily="2" charset="-122"/>
              </a:rPr>
              <a:t>影响因子</a:t>
            </a:r>
            <a:r>
              <a:rPr lang="en-US" altLang="zh-CN" sz="1700" dirty="0" err="1">
                <a:solidFill>
                  <a:srgbClr val="000000"/>
                </a:solidFill>
                <a:latin typeface="华文楷体" panose="02010600040101010101" pitchFamily="2" charset="-122"/>
                <a:ea typeface="华文楷体" panose="02010600040101010101" pitchFamily="2" charset="-122"/>
              </a:rPr>
              <a:t>Uj</a:t>
            </a:r>
            <a:r>
              <a:rPr lang="zh-CN" altLang="en-US" sz="1700" dirty="0">
                <a:solidFill>
                  <a:srgbClr val="000000"/>
                </a:solidFill>
                <a:latin typeface="华文楷体" panose="02010600040101010101" pitchFamily="2" charset="-122"/>
                <a:ea typeface="华文楷体" panose="02010600040101010101" pitchFamily="2" charset="-122"/>
              </a:rPr>
              <a:t>的取值方法：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考虑到影响因子</a:t>
            </a:r>
            <a:r>
              <a:rPr lang="en-US" altLang="zh-CN" sz="1700" dirty="0" err="1">
                <a:solidFill>
                  <a:srgbClr val="000000"/>
                </a:solidFill>
                <a:latin typeface="华文楷体" panose="02010600040101010101" pitchFamily="2" charset="-122"/>
                <a:ea typeface="华文楷体" panose="02010600040101010101" pitchFamily="2" charset="-122"/>
              </a:rPr>
              <a:t>Uj</a:t>
            </a:r>
            <a:r>
              <a:rPr lang="zh-CN" altLang="en-US" sz="1700" dirty="0">
                <a:solidFill>
                  <a:srgbClr val="000000"/>
                </a:solidFill>
                <a:latin typeface="华文楷体" panose="02010600040101010101" pitchFamily="2" charset="-122"/>
                <a:ea typeface="华文楷体" panose="02010600040101010101" pitchFamily="2" charset="-122"/>
              </a:rPr>
              <a:t>大多为</a:t>
            </a:r>
            <a:r>
              <a:rPr lang="zh-CN" altLang="en-US" sz="1700" b="1" dirty="0">
                <a:solidFill>
                  <a:srgbClr val="7030A0"/>
                </a:solidFill>
                <a:latin typeface="华文楷体" panose="02010600040101010101" pitchFamily="2" charset="-122"/>
                <a:ea typeface="华文楷体" panose="02010600040101010101" pitchFamily="2" charset="-122"/>
              </a:rPr>
              <a:t>不易量化</a:t>
            </a:r>
            <a:r>
              <a:rPr lang="zh-CN" altLang="en-US" sz="1700" dirty="0">
                <a:solidFill>
                  <a:srgbClr val="000000"/>
                </a:solidFill>
                <a:latin typeface="华文楷体" panose="02010600040101010101" pitchFamily="2" charset="-122"/>
                <a:ea typeface="华文楷体" panose="02010600040101010101" pitchFamily="2" charset="-122"/>
              </a:rPr>
              <a:t>的</a:t>
            </a:r>
            <a:r>
              <a:rPr lang="zh-CN" altLang="en-US" sz="1700" b="1" dirty="0">
                <a:solidFill>
                  <a:srgbClr val="7030A0"/>
                </a:solidFill>
                <a:latin typeface="华文楷体" panose="02010600040101010101" pitchFamily="2" charset="-122"/>
                <a:ea typeface="华文楷体" panose="02010600040101010101" pitchFamily="2" charset="-122"/>
              </a:rPr>
              <a:t>定性变量</a:t>
            </a:r>
            <a:r>
              <a:rPr lang="zh-CN" altLang="en-US" sz="1700" dirty="0">
                <a:solidFill>
                  <a:srgbClr val="000000"/>
                </a:solidFill>
                <a:latin typeface="华文楷体" panose="02010600040101010101" pitchFamily="2" charset="-122"/>
                <a:ea typeface="华文楷体" panose="02010600040101010101" pitchFamily="2" charset="-122"/>
              </a:rPr>
              <a:t>，为使这些定性变量定量化和使模型求解简单化，人们常利用系统工程中给出的</a:t>
            </a:r>
            <a:r>
              <a:rPr lang="zh-CN" altLang="en-US" sz="1700" b="1" dirty="0">
                <a:solidFill>
                  <a:srgbClr val="7030A0"/>
                </a:solidFill>
                <a:latin typeface="华文楷体" panose="02010600040101010101" pitchFamily="2" charset="-122"/>
                <a:ea typeface="华文楷体" panose="02010600040101010101" pitchFamily="2" charset="-122"/>
              </a:rPr>
              <a:t>因子等级评分法</a:t>
            </a:r>
            <a:r>
              <a:rPr lang="zh-CN" altLang="en-US" sz="1700" dirty="0">
                <a:solidFill>
                  <a:srgbClr val="000000"/>
                </a:solidFill>
                <a:latin typeface="华文楷体" panose="02010600040101010101" pitchFamily="2" charset="-122"/>
                <a:ea typeface="华文楷体" panose="02010600040101010101" pitchFamily="2" charset="-122"/>
              </a:rPr>
              <a:t>。</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基本思路为：</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首先，确定各影响因子的</a:t>
            </a:r>
            <a:r>
              <a:rPr lang="zh-CN" altLang="en-US" sz="1700" b="1" dirty="0">
                <a:solidFill>
                  <a:srgbClr val="7030A0"/>
                </a:solidFill>
                <a:latin typeface="华文楷体" panose="02010600040101010101" pitchFamily="2" charset="-122"/>
                <a:ea typeface="华文楷体" panose="02010600040101010101" pitchFamily="2" charset="-122"/>
              </a:rPr>
              <a:t>度量等级数</a:t>
            </a:r>
            <a:r>
              <a:rPr lang="zh-CN" altLang="en-US" sz="1700" dirty="0">
                <a:solidFill>
                  <a:srgbClr val="000000"/>
                </a:solidFill>
                <a:latin typeface="华文楷体" panose="02010600040101010101" pitchFamily="2" charset="-122"/>
                <a:ea typeface="华文楷体" panose="02010600040101010101" pitchFamily="2" charset="-122"/>
              </a:rPr>
              <a:t>（常用的等级数可在</a:t>
            </a:r>
            <a:r>
              <a:rPr lang="en-US" altLang="zh-CN" sz="1700" dirty="0">
                <a:solidFill>
                  <a:srgbClr val="000000"/>
                </a:solidFill>
                <a:latin typeface="华文楷体" panose="02010600040101010101" pitchFamily="2" charset="-122"/>
                <a:ea typeface="华文楷体" panose="02010600040101010101" pitchFamily="2" charset="-122"/>
              </a:rPr>
              <a:t>3~9</a:t>
            </a:r>
            <a:r>
              <a:rPr lang="zh-CN" altLang="en-US" sz="1700" dirty="0">
                <a:solidFill>
                  <a:srgbClr val="000000"/>
                </a:solidFill>
                <a:latin typeface="华文楷体" panose="02010600040101010101" pitchFamily="2" charset="-122"/>
                <a:ea typeface="华文楷体" panose="02010600040101010101" pitchFamily="2" charset="-122"/>
              </a:rPr>
              <a:t>中任取一数），</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然后，给出</a:t>
            </a:r>
            <a:r>
              <a:rPr lang="en-US" altLang="zh-CN" sz="1700" dirty="0" err="1">
                <a:solidFill>
                  <a:srgbClr val="000000"/>
                </a:solidFill>
                <a:latin typeface="华文楷体" panose="02010600040101010101" pitchFamily="2" charset="-122"/>
                <a:ea typeface="华文楷体" panose="02010600040101010101" pitchFamily="2" charset="-122"/>
              </a:rPr>
              <a:t>Uj</a:t>
            </a:r>
            <a:r>
              <a:rPr lang="zh-CN" altLang="en-US" sz="1700" dirty="0">
                <a:solidFill>
                  <a:srgbClr val="000000"/>
                </a:solidFill>
                <a:latin typeface="华文楷体" panose="02010600040101010101" pitchFamily="2" charset="-122"/>
                <a:ea typeface="华文楷体" panose="02010600040101010101" pitchFamily="2" charset="-122"/>
              </a:rPr>
              <a:t>的每一个等级度量的定性（或定量）说明（如表</a:t>
            </a:r>
            <a:r>
              <a:rPr lang="en-US" altLang="zh-CN" sz="1700" dirty="0">
                <a:solidFill>
                  <a:srgbClr val="000000"/>
                </a:solidFill>
                <a:latin typeface="华文楷体" panose="02010600040101010101" pitchFamily="2" charset="-122"/>
                <a:ea typeface="华文楷体" panose="02010600040101010101" pitchFamily="2" charset="-122"/>
              </a:rPr>
              <a:t>3.8</a:t>
            </a:r>
            <a:r>
              <a:rPr lang="zh-CN" altLang="en-US" sz="1700"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最后，给出各影响因子度量的等级分值（如表</a:t>
            </a:r>
            <a:r>
              <a:rPr lang="en-US" altLang="zh-CN" sz="1700" dirty="0">
                <a:solidFill>
                  <a:srgbClr val="000000"/>
                </a:solidFill>
                <a:latin typeface="华文楷体" panose="02010600040101010101" pitchFamily="2" charset="-122"/>
                <a:ea typeface="华文楷体" panose="02010600040101010101" pitchFamily="2" charset="-122"/>
              </a:rPr>
              <a:t>3.9</a:t>
            </a:r>
            <a:r>
              <a:rPr lang="zh-CN" altLang="en-US" sz="1700" dirty="0">
                <a:solidFill>
                  <a:srgbClr val="000000"/>
                </a:solidFill>
                <a:latin typeface="华文楷体" panose="02010600040101010101" pitchFamily="2" charset="-122"/>
                <a:ea typeface="华文楷体" panose="02010600040101010101" pitchFamily="2" charset="-122"/>
              </a:rPr>
              <a:t>），</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从而可由系统有有关人员（或专家）依据软件的具体各类特性的实际状况按照等级分表来给出</a:t>
            </a:r>
            <a:r>
              <a:rPr lang="en-US" altLang="zh-CN" sz="1700" dirty="0" err="1">
                <a:solidFill>
                  <a:srgbClr val="000000"/>
                </a:solidFill>
                <a:latin typeface="华文楷体" panose="02010600040101010101" pitchFamily="2" charset="-122"/>
                <a:ea typeface="华文楷体" panose="02010600040101010101" pitchFamily="2" charset="-122"/>
              </a:rPr>
              <a:t>Uj</a:t>
            </a:r>
            <a:r>
              <a:rPr lang="zh-CN" altLang="en-US" sz="1700" dirty="0">
                <a:solidFill>
                  <a:srgbClr val="000000"/>
                </a:solidFill>
                <a:latin typeface="华文楷体" panose="02010600040101010101" pitchFamily="2" charset="-122"/>
                <a:ea typeface="华文楷体" panose="02010600040101010101" pitchFamily="2" charset="-122"/>
              </a:rPr>
              <a:t>的具体等级分（度量）值，从而完成（</a:t>
            </a:r>
            <a:r>
              <a:rPr lang="en-US" altLang="zh-CN" sz="1700" dirty="0">
                <a:solidFill>
                  <a:srgbClr val="000000"/>
                </a:solidFill>
                <a:latin typeface="华文楷体" panose="02010600040101010101" pitchFamily="2" charset="-122"/>
                <a:ea typeface="华文楷体" panose="02010600040101010101" pitchFamily="2" charset="-122"/>
              </a:rPr>
              <a:t>3.11</a:t>
            </a:r>
            <a:r>
              <a:rPr lang="zh-CN" altLang="en-US" sz="1700" dirty="0">
                <a:solidFill>
                  <a:srgbClr val="000000"/>
                </a:solidFill>
                <a:latin typeface="华文楷体" panose="02010600040101010101" pitchFamily="2" charset="-122"/>
                <a:ea typeface="华文楷体" panose="02010600040101010101" pitchFamily="2" charset="-122"/>
              </a:rPr>
              <a:t>）式模型的求解。</a:t>
            </a:r>
          </a:p>
        </p:txBody>
      </p:sp>
    </p:spTree>
    <p:extLst>
      <p:ext uri="{BB962C8B-B14F-4D97-AF65-F5344CB8AC3E}">
        <p14:creationId xmlns:p14="http://schemas.microsoft.com/office/powerpoint/2010/main" val="178755323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2900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3.2.4 </a:t>
            </a:r>
            <a:r>
              <a:rPr lang="zh-CN" altLang="en-US" sz="2400" spc="300" dirty="0">
                <a:latin typeface="微软雅黑" panose="020B0503020204020204" pitchFamily="34" charset="-122"/>
                <a:ea typeface="微软雅黑" panose="020B0503020204020204" pitchFamily="34" charset="-122"/>
              </a:rPr>
              <a:t>影响因子法</a:t>
            </a:r>
          </a:p>
        </p:txBody>
      </p:sp>
      <p:graphicFrame>
        <p:nvGraphicFramePr>
          <p:cNvPr id="6" name="Group 143">
            <a:extLst>
              <a:ext uri="{FF2B5EF4-FFF2-40B4-BE49-F238E27FC236}">
                <a16:creationId xmlns:a16="http://schemas.microsoft.com/office/drawing/2014/main" id="{4766E7A7-151D-4AB4-B9C0-0E1856445DE7}"/>
              </a:ext>
            </a:extLst>
          </p:cNvPr>
          <p:cNvGraphicFramePr>
            <a:graphicFrameLocks/>
          </p:cNvGraphicFramePr>
          <p:nvPr>
            <p:extLst>
              <p:ext uri="{D42A27DB-BD31-4B8C-83A1-F6EECF244321}">
                <p14:modId xmlns:p14="http://schemas.microsoft.com/office/powerpoint/2010/main" val="3285649454"/>
              </p:ext>
            </p:extLst>
          </p:nvPr>
        </p:nvGraphicFramePr>
        <p:xfrm>
          <a:off x="390525" y="965993"/>
          <a:ext cx="8362950" cy="3211513"/>
        </p:xfrm>
        <a:graphic>
          <a:graphicData uri="http://schemas.openxmlformats.org/drawingml/2006/table">
            <a:tbl>
              <a:tblPr/>
              <a:tblGrid>
                <a:gridCol w="989013">
                  <a:extLst>
                    <a:ext uri="{9D8B030D-6E8A-4147-A177-3AD203B41FA5}">
                      <a16:colId xmlns:a16="http://schemas.microsoft.com/office/drawing/2014/main" val="20000"/>
                    </a:ext>
                  </a:extLst>
                </a:gridCol>
                <a:gridCol w="1060450">
                  <a:extLst>
                    <a:ext uri="{9D8B030D-6E8A-4147-A177-3AD203B41FA5}">
                      <a16:colId xmlns:a16="http://schemas.microsoft.com/office/drawing/2014/main" val="20001"/>
                    </a:ext>
                  </a:extLst>
                </a:gridCol>
                <a:gridCol w="1058862">
                  <a:extLst>
                    <a:ext uri="{9D8B030D-6E8A-4147-A177-3AD203B41FA5}">
                      <a16:colId xmlns:a16="http://schemas.microsoft.com/office/drawing/2014/main" val="20002"/>
                    </a:ext>
                  </a:extLst>
                </a:gridCol>
                <a:gridCol w="882650">
                  <a:extLst>
                    <a:ext uri="{9D8B030D-6E8A-4147-A177-3AD203B41FA5}">
                      <a16:colId xmlns:a16="http://schemas.microsoft.com/office/drawing/2014/main" val="20003"/>
                    </a:ext>
                  </a:extLst>
                </a:gridCol>
                <a:gridCol w="3413125">
                  <a:extLst>
                    <a:ext uri="{9D8B030D-6E8A-4147-A177-3AD203B41FA5}">
                      <a16:colId xmlns:a16="http://schemas.microsoft.com/office/drawing/2014/main" val="20004"/>
                    </a:ext>
                  </a:extLst>
                </a:gridCol>
                <a:gridCol w="958850">
                  <a:extLst>
                    <a:ext uri="{9D8B030D-6E8A-4147-A177-3AD203B41FA5}">
                      <a16:colId xmlns:a16="http://schemas.microsoft.com/office/drawing/2014/main" val="20005"/>
                    </a:ext>
                  </a:extLst>
                </a:gridCol>
              </a:tblGrid>
              <a:tr h="97535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         </a:t>
                      </a:r>
                      <a:r>
                        <a:rPr kumimoji="1" lang="zh-CN" altLang="en-US"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因子</a:t>
                      </a:r>
                    </a:p>
                    <a:p>
                      <a:pPr marL="0" marR="0" lvl="0" indent="0" algn="l" defTabSz="914400" rtl="0" eaLnBrk="1" fontAlgn="base" latinLnBrk="0" hangingPunct="1">
                        <a:lnSpc>
                          <a:spcPct val="100000"/>
                        </a:lnSpc>
                        <a:spcBef>
                          <a:spcPct val="0"/>
                        </a:spcBef>
                        <a:spcAft>
                          <a:spcPct val="0"/>
                        </a:spcAft>
                        <a:buClrTx/>
                        <a:buSzTx/>
                        <a:buFontTx/>
                        <a:buNone/>
                        <a:tabLst/>
                      </a:pPr>
                      <a:endParaRPr kumimoji="1" lang="zh-CN" altLang="en-US"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等级</a:t>
                      </a:r>
                    </a:p>
                  </a:txBody>
                  <a:tcPr marL="0" marR="0" marT="0" marB="0"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1600" b="1" i="0" u="none" strike="noStrike" cap="none" normalizeH="0" baseline="-2500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7</a:t>
                      </a:r>
                      <a:r>
                        <a:rPr kumimoji="1" lang="zh-CN" altLang="en-US"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（系统可靠度）</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1"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1600" b="1" i="0" u="none" strike="noStrike" cap="none" normalizeH="0" baseline="-2500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11</a:t>
                      </a:r>
                      <a:r>
                        <a:rPr kumimoji="1" lang="zh-CN" altLang="en-US" sz="16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（平均经历）</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1600" b="1" i="0" u="none" strike="noStrike" cap="none" normalizeH="0" baseline="-2500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13</a:t>
                      </a:r>
                      <a:r>
                        <a:rPr kumimoji="1" lang="zh-CN" altLang="en-US"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（能力）</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1"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1600" b="1" i="0" u="none" strike="noStrike" cap="none" normalizeH="0" baseline="-2500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15</a:t>
                      </a:r>
                      <a:r>
                        <a:rPr kumimoji="1" lang="zh-CN" altLang="en-US"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（资金约束）</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1"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U</a:t>
                      </a:r>
                      <a:r>
                        <a:rPr kumimoji="1" lang="en-US" altLang="zh-CN" sz="1600" b="1" i="0" u="none" strike="noStrike" cap="none" normalizeH="0" baseline="-2500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18</a:t>
                      </a:r>
                      <a:r>
                        <a:rPr kumimoji="1" lang="zh-CN" altLang="en-US" sz="16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（复杂性）</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35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很低</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≤0.5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≤4</a:t>
                      </a:r>
                      <a:r>
                        <a:rPr kumimoji="1" lang="zh-CN" altLang="en-US" sz="18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个月</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很低</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若投入资金不足，允许追加资金</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简单</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86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较低</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0.5~0.7</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5</a:t>
                      </a:r>
                      <a:r>
                        <a:rPr kumimoji="1" lang="zh-CN" altLang="en-US" sz="18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个月</a:t>
                      </a:r>
                      <a:r>
                        <a:rPr kumimoji="1" lang="en-US" altLang="zh-CN" sz="18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18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年</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较低</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若投入资金不足，允许追加一定数额资金</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较简单</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0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一般</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0.7~0.85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2</a:t>
                      </a:r>
                      <a:r>
                        <a:rPr kumimoji="1" lang="zh-CN" altLang="en-US" sz="18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年</a:t>
                      </a:r>
                      <a:r>
                        <a:rPr kumimoji="1" lang="en-US" altLang="zh-CN" sz="18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~5</a:t>
                      </a:r>
                      <a:r>
                        <a:rPr kumimoji="1" lang="zh-CN" altLang="en-US" sz="18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年</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一般</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按原合同资金结算不允许追加资金投入</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一般</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03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较高</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0.85~0.98</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5</a:t>
                      </a:r>
                      <a:r>
                        <a:rPr kumimoji="1" lang="zh-CN" altLang="en-US" sz="18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年</a:t>
                      </a:r>
                      <a:r>
                        <a:rPr kumimoji="1" lang="en-US" altLang="zh-CN" sz="18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~11</a:t>
                      </a:r>
                      <a:r>
                        <a:rPr kumimoji="1" lang="zh-CN" altLang="en-US" sz="18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年</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较高</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要求降低合同资金预算</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较复杂</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35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很高</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&gt;0.98</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≥12</a:t>
                      </a:r>
                      <a:r>
                        <a:rPr kumimoji="1" lang="zh-CN" altLang="en-US" sz="18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年</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很高</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合同资金投入有较大风险</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Times New Roman" panose="02020603050405020304" pitchFamily="18" charset="0"/>
                          <a:ea typeface="华文楷体" panose="02010600040101010101" pitchFamily="2" charset="-122"/>
                          <a:cs typeface="Times New Roman" panose="02020603050405020304" pitchFamily="18" charset="0"/>
                        </a:rPr>
                        <a:t>复杂</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 name="Rectangle 141">
            <a:extLst>
              <a:ext uri="{FF2B5EF4-FFF2-40B4-BE49-F238E27FC236}">
                <a16:creationId xmlns:a16="http://schemas.microsoft.com/office/drawing/2014/main" id="{83A5218B-FBB8-475F-800F-C7469EF5A00A}"/>
              </a:ext>
            </a:extLst>
          </p:cNvPr>
          <p:cNvSpPr>
            <a:spLocks noChangeArrowheads="1"/>
          </p:cNvSpPr>
          <p:nvPr/>
        </p:nvSpPr>
        <p:spPr bwMode="auto">
          <a:xfrm>
            <a:off x="2561032" y="4375806"/>
            <a:ext cx="40219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nchor="ctr">
            <a:spAutoFit/>
          </a:bodyPr>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b="1" dirty="0">
                <a:latin typeface="华文楷体" panose="02010600040101010101" pitchFamily="2" charset="-122"/>
                <a:ea typeface="华文楷体" panose="02010600040101010101" pitchFamily="2" charset="-122"/>
              </a:rPr>
              <a:t>影响因子等级说明表（部分）</a:t>
            </a:r>
          </a:p>
        </p:txBody>
      </p:sp>
    </p:spTree>
    <p:extLst>
      <p:ext uri="{BB962C8B-B14F-4D97-AF65-F5344CB8AC3E}">
        <p14:creationId xmlns:p14="http://schemas.microsoft.com/office/powerpoint/2010/main" val="58740044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2900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3.2.4 </a:t>
            </a:r>
            <a:r>
              <a:rPr lang="zh-CN" altLang="en-US" sz="2400" spc="300" dirty="0">
                <a:latin typeface="微软雅黑" panose="020B0503020204020204" pitchFamily="34" charset="-122"/>
                <a:ea typeface="微软雅黑" panose="020B0503020204020204" pitchFamily="34" charset="-122"/>
              </a:rPr>
              <a:t>影响因子法</a:t>
            </a:r>
          </a:p>
        </p:txBody>
      </p:sp>
      <p:graphicFrame>
        <p:nvGraphicFramePr>
          <p:cNvPr id="3" name="Group 92">
            <a:extLst>
              <a:ext uri="{FF2B5EF4-FFF2-40B4-BE49-F238E27FC236}">
                <a16:creationId xmlns:a16="http://schemas.microsoft.com/office/drawing/2014/main" id="{56D70DB8-1CFB-4E9F-9260-BB32DE545494}"/>
              </a:ext>
            </a:extLst>
          </p:cNvPr>
          <p:cNvGraphicFramePr>
            <a:graphicFrameLocks noGrp="1"/>
          </p:cNvGraphicFramePr>
          <p:nvPr>
            <p:extLst>
              <p:ext uri="{D42A27DB-BD31-4B8C-83A1-F6EECF244321}">
                <p14:modId xmlns:p14="http://schemas.microsoft.com/office/powerpoint/2010/main" val="386733712"/>
              </p:ext>
            </p:extLst>
          </p:nvPr>
        </p:nvGraphicFramePr>
        <p:xfrm>
          <a:off x="727868" y="1228725"/>
          <a:ext cx="7688263" cy="2535741"/>
        </p:xfrm>
        <a:graphic>
          <a:graphicData uri="http://schemas.openxmlformats.org/drawingml/2006/table">
            <a:tbl>
              <a:tblPr/>
              <a:tblGrid>
                <a:gridCol w="1235075">
                  <a:extLst>
                    <a:ext uri="{9D8B030D-6E8A-4147-A177-3AD203B41FA5}">
                      <a16:colId xmlns:a16="http://schemas.microsoft.com/office/drawing/2014/main" val="20000"/>
                    </a:ext>
                  </a:extLst>
                </a:gridCol>
                <a:gridCol w="644525">
                  <a:extLst>
                    <a:ext uri="{9D8B030D-6E8A-4147-A177-3AD203B41FA5}">
                      <a16:colId xmlns:a16="http://schemas.microsoft.com/office/drawing/2014/main" val="20001"/>
                    </a:ext>
                  </a:extLst>
                </a:gridCol>
                <a:gridCol w="644525">
                  <a:extLst>
                    <a:ext uri="{9D8B030D-6E8A-4147-A177-3AD203B41FA5}">
                      <a16:colId xmlns:a16="http://schemas.microsoft.com/office/drawing/2014/main" val="20002"/>
                    </a:ext>
                  </a:extLst>
                </a:gridCol>
                <a:gridCol w="649288">
                  <a:extLst>
                    <a:ext uri="{9D8B030D-6E8A-4147-A177-3AD203B41FA5}">
                      <a16:colId xmlns:a16="http://schemas.microsoft.com/office/drawing/2014/main" val="20003"/>
                    </a:ext>
                  </a:extLst>
                </a:gridCol>
                <a:gridCol w="642937">
                  <a:extLst>
                    <a:ext uri="{9D8B030D-6E8A-4147-A177-3AD203B41FA5}">
                      <a16:colId xmlns:a16="http://schemas.microsoft.com/office/drawing/2014/main" val="20004"/>
                    </a:ext>
                  </a:extLst>
                </a:gridCol>
                <a:gridCol w="646113">
                  <a:extLst>
                    <a:ext uri="{9D8B030D-6E8A-4147-A177-3AD203B41FA5}">
                      <a16:colId xmlns:a16="http://schemas.microsoft.com/office/drawing/2014/main" val="20005"/>
                    </a:ext>
                  </a:extLst>
                </a:gridCol>
                <a:gridCol w="644525">
                  <a:extLst>
                    <a:ext uri="{9D8B030D-6E8A-4147-A177-3AD203B41FA5}">
                      <a16:colId xmlns:a16="http://schemas.microsoft.com/office/drawing/2014/main" val="20006"/>
                    </a:ext>
                  </a:extLst>
                </a:gridCol>
                <a:gridCol w="647700">
                  <a:extLst>
                    <a:ext uri="{9D8B030D-6E8A-4147-A177-3AD203B41FA5}">
                      <a16:colId xmlns:a16="http://schemas.microsoft.com/office/drawing/2014/main" val="20007"/>
                    </a:ext>
                  </a:extLst>
                </a:gridCol>
                <a:gridCol w="644525">
                  <a:extLst>
                    <a:ext uri="{9D8B030D-6E8A-4147-A177-3AD203B41FA5}">
                      <a16:colId xmlns:a16="http://schemas.microsoft.com/office/drawing/2014/main" val="20008"/>
                    </a:ext>
                  </a:extLst>
                </a:gridCol>
                <a:gridCol w="644525">
                  <a:extLst>
                    <a:ext uri="{9D8B030D-6E8A-4147-A177-3AD203B41FA5}">
                      <a16:colId xmlns:a16="http://schemas.microsoft.com/office/drawing/2014/main" val="20009"/>
                    </a:ext>
                  </a:extLst>
                </a:gridCol>
                <a:gridCol w="644525">
                  <a:extLst>
                    <a:ext uri="{9D8B030D-6E8A-4147-A177-3AD203B41FA5}">
                      <a16:colId xmlns:a16="http://schemas.microsoft.com/office/drawing/2014/main" val="20010"/>
                    </a:ext>
                  </a:extLst>
                </a:gridCol>
              </a:tblGrid>
              <a:tr h="70694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             </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因子</a:t>
                      </a: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等级</a:t>
                      </a:r>
                      <a:r>
                        <a:rPr kumimoji="1" lang="zh-CN" altLang="en-US" sz="16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 </a:t>
                      </a:r>
                    </a:p>
                  </a:txBody>
                  <a:tcPr marL="0" marR="0" marT="0" marB="0"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7</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8</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15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600" b="1"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18</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65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很低</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0.50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0.80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0.50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1.40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0.75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0.70</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65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较低</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0.75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0.75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1.20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0.85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0.85</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65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一般</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1.20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65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较高</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1.25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1.60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1.25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0.85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1.25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1.15</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65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很高</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1.50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2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1.85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1.50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2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0.78</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1.50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2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1.30</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 name="Rectangle 142">
            <a:extLst>
              <a:ext uri="{FF2B5EF4-FFF2-40B4-BE49-F238E27FC236}">
                <a16:creationId xmlns:a16="http://schemas.microsoft.com/office/drawing/2014/main" id="{36B33584-9B00-40FD-9551-EC228E8BFCC8}"/>
              </a:ext>
            </a:extLst>
          </p:cNvPr>
          <p:cNvSpPr>
            <a:spLocks noChangeArrowheads="1"/>
          </p:cNvSpPr>
          <p:nvPr/>
        </p:nvSpPr>
        <p:spPr bwMode="auto">
          <a:xfrm>
            <a:off x="2561031" y="712989"/>
            <a:ext cx="40219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nchor="ctr">
            <a:spAutoFit/>
          </a:bodyPr>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b="1" dirty="0">
                <a:latin typeface="华文楷体" panose="02010600040101010101" pitchFamily="2" charset="-122"/>
                <a:ea typeface="华文楷体" panose="02010600040101010101" pitchFamily="2" charset="-122"/>
              </a:rPr>
              <a:t>影响因子等级分值表（部分）</a:t>
            </a:r>
          </a:p>
        </p:txBody>
      </p:sp>
    </p:spTree>
    <p:extLst>
      <p:ext uri="{BB962C8B-B14F-4D97-AF65-F5344CB8AC3E}">
        <p14:creationId xmlns:p14="http://schemas.microsoft.com/office/powerpoint/2010/main" val="209189746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56121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COCOMO</a:t>
            </a:r>
            <a:r>
              <a:rPr lang="zh-CN" altLang="en-US" sz="2400" spc="300" dirty="0">
                <a:latin typeface="微软雅黑" panose="020B0503020204020204" pitchFamily="34" charset="-122"/>
                <a:ea typeface="微软雅黑" panose="020B0503020204020204" pitchFamily="34" charset="-122"/>
              </a:rPr>
              <a:t>模型</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8018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b="1" dirty="0">
                <a:solidFill>
                  <a:srgbClr val="7030A0"/>
                </a:solidFill>
                <a:latin typeface="华文楷体" panose="02010600040101010101" pitchFamily="2" charset="-122"/>
                <a:ea typeface="华文楷体" panose="02010600040101010101" pitchFamily="2" charset="-122"/>
              </a:rPr>
              <a:t>COCOMO</a:t>
            </a:r>
            <a:r>
              <a:rPr lang="en-US" altLang="zh-CN" sz="1700" dirty="0">
                <a:solidFill>
                  <a:srgbClr val="000000"/>
                </a:solidFill>
                <a:latin typeface="华文楷体" panose="02010600040101010101" pitchFamily="2" charset="-122"/>
                <a:ea typeface="华文楷体" panose="02010600040101010101" pitchFamily="2" charset="-122"/>
              </a:rPr>
              <a:t> ( </a:t>
            </a:r>
            <a:r>
              <a:rPr lang="en-US" altLang="zh-CN" sz="1700" dirty="0" err="1">
                <a:solidFill>
                  <a:srgbClr val="000000"/>
                </a:solidFill>
                <a:latin typeface="华文楷体" panose="02010600040101010101" pitchFamily="2" charset="-122"/>
                <a:ea typeface="华文楷体" panose="02010600040101010101" pitchFamily="2" charset="-122"/>
              </a:rPr>
              <a:t>COnstructive</a:t>
            </a:r>
            <a:r>
              <a:rPr lang="en-US" altLang="zh-CN" sz="1700" dirty="0">
                <a:solidFill>
                  <a:srgbClr val="000000"/>
                </a:solidFill>
                <a:latin typeface="华文楷体" panose="02010600040101010101" pitchFamily="2" charset="-122"/>
                <a:ea typeface="华文楷体" panose="02010600040101010101" pitchFamily="2" charset="-122"/>
              </a:rPr>
              <a:t> </a:t>
            </a:r>
            <a:r>
              <a:rPr lang="en-US" altLang="zh-CN" sz="1700" dirty="0" err="1">
                <a:solidFill>
                  <a:srgbClr val="000000"/>
                </a:solidFill>
                <a:latin typeface="华文楷体" panose="02010600040101010101" pitchFamily="2" charset="-122"/>
                <a:ea typeface="华文楷体" panose="02010600040101010101" pitchFamily="2" charset="-122"/>
              </a:rPr>
              <a:t>COst</a:t>
            </a:r>
            <a:r>
              <a:rPr lang="en-US" altLang="zh-CN" sz="1700" dirty="0">
                <a:solidFill>
                  <a:srgbClr val="000000"/>
                </a:solidFill>
                <a:latin typeface="华文楷体" panose="02010600040101010101" pitchFamily="2" charset="-122"/>
                <a:ea typeface="华文楷体" panose="02010600040101010101" pitchFamily="2" charset="-122"/>
              </a:rPr>
              <a:t> </a:t>
            </a:r>
            <a:r>
              <a:rPr lang="en-US" altLang="zh-CN" sz="1700" dirty="0" err="1">
                <a:solidFill>
                  <a:srgbClr val="000000"/>
                </a:solidFill>
                <a:latin typeface="华文楷体" panose="02010600040101010101" pitchFamily="2" charset="-122"/>
                <a:ea typeface="华文楷体" panose="02010600040101010101" pitchFamily="2" charset="-122"/>
              </a:rPr>
              <a:t>MOdel</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模型</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结构化成本模型</a:t>
            </a:r>
            <a:r>
              <a:rPr lang="en-US" altLang="zh-CN" sz="1700" dirty="0">
                <a:solidFill>
                  <a:srgbClr val="000000"/>
                </a:solidFill>
                <a:latin typeface="华文楷体" panose="02010600040101010101" pitchFamily="2" charset="-122"/>
                <a:ea typeface="华文楷体" panose="02010600040101010101" pitchFamily="2" charset="-122"/>
              </a:rPr>
              <a:t>COCOMO </a:t>
            </a:r>
            <a:r>
              <a:rPr lang="zh-CN" altLang="en-US" sz="1700" dirty="0">
                <a:solidFill>
                  <a:srgbClr val="000000"/>
                </a:solidFill>
                <a:latin typeface="华文楷体" panose="02010600040101010101" pitchFamily="2" charset="-122"/>
                <a:ea typeface="华文楷体" panose="02010600040101010101" pitchFamily="2" charset="-122"/>
              </a:rPr>
              <a:t>系由美国的</a:t>
            </a:r>
            <a:r>
              <a:rPr lang="en-US" altLang="zh-CN" sz="1700" dirty="0">
                <a:solidFill>
                  <a:srgbClr val="000000"/>
                </a:solidFill>
                <a:latin typeface="华文楷体" panose="02010600040101010101" pitchFamily="2" charset="-122"/>
                <a:ea typeface="华文楷体" panose="02010600040101010101" pitchFamily="2" charset="-122"/>
              </a:rPr>
              <a:t>B. W. Boehm </a:t>
            </a:r>
            <a:r>
              <a:rPr lang="zh-CN" altLang="en-US" sz="1700" dirty="0">
                <a:solidFill>
                  <a:srgbClr val="000000"/>
                </a:solidFill>
                <a:latin typeface="华文楷体" panose="02010600040101010101" pitchFamily="2" charset="-122"/>
                <a:ea typeface="华文楷体" panose="02010600040101010101" pitchFamily="2" charset="-122"/>
              </a:rPr>
              <a:t>在其著作</a:t>
            </a:r>
            <a:r>
              <a:rPr lang="en-US" altLang="zh-CN" sz="1700" dirty="0">
                <a:solidFill>
                  <a:srgbClr val="000000"/>
                </a:solidFill>
                <a:latin typeface="华文楷体" panose="02010600040101010101" pitchFamily="2" charset="-122"/>
                <a:ea typeface="华文楷体" panose="02010600040101010101" pitchFamily="2" charset="-122"/>
              </a:rPr>
              <a:t>《Software engineering economics》( 1981) </a:t>
            </a:r>
            <a:r>
              <a:rPr lang="zh-CN" altLang="en-US" sz="1700" dirty="0">
                <a:solidFill>
                  <a:srgbClr val="000000"/>
                </a:solidFill>
                <a:latin typeface="华文楷体" panose="02010600040101010101" pitchFamily="2" charset="-122"/>
                <a:ea typeface="华文楷体" panose="02010600040101010101" pitchFamily="2" charset="-122"/>
              </a:rPr>
              <a:t>中提出</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该模型是在对美国加里福尼亚</a:t>
            </a:r>
            <a:r>
              <a:rPr lang="en-US" altLang="zh-CN" sz="1700" dirty="0">
                <a:solidFill>
                  <a:srgbClr val="000000"/>
                </a:solidFill>
                <a:latin typeface="华文楷体" panose="02010600040101010101" pitchFamily="2" charset="-122"/>
                <a:ea typeface="华文楷体" panose="02010600040101010101" pitchFamily="2" charset="-122"/>
              </a:rPr>
              <a:t>TRW</a:t>
            </a:r>
            <a:r>
              <a:rPr lang="zh-CN" altLang="en-US" sz="1700" dirty="0">
                <a:solidFill>
                  <a:srgbClr val="000000"/>
                </a:solidFill>
                <a:latin typeface="华文楷体" panose="02010600040101010101" pitchFamily="2" charset="-122"/>
                <a:ea typeface="华文楷体" panose="02010600040101010101" pitchFamily="2" charset="-122"/>
              </a:rPr>
              <a:t>公司</a:t>
            </a:r>
            <a:r>
              <a:rPr lang="en-US" altLang="zh-CN" sz="1700" dirty="0">
                <a:solidFill>
                  <a:srgbClr val="000000"/>
                </a:solidFill>
                <a:latin typeface="华文楷体" panose="02010600040101010101" pitchFamily="2" charset="-122"/>
                <a:ea typeface="华文楷体" panose="02010600040101010101" pitchFamily="2" charset="-122"/>
              </a:rPr>
              <a:t>63</a:t>
            </a:r>
            <a:r>
              <a:rPr lang="zh-CN" altLang="en-US" sz="1700" dirty="0">
                <a:solidFill>
                  <a:srgbClr val="000000"/>
                </a:solidFill>
                <a:latin typeface="华文楷体" panose="02010600040101010101" pitchFamily="2" charset="-122"/>
                <a:ea typeface="华文楷体" panose="02010600040101010101" pitchFamily="2" charset="-122"/>
              </a:rPr>
              <a:t>个不同应用领域中的软件开发项目进行详尽分析基础上建立的一个分层次的结构化成本测算模型。</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其中包括</a:t>
            </a:r>
            <a:r>
              <a:rPr lang="zh-CN" altLang="en-US" sz="1700" b="1" dirty="0">
                <a:solidFill>
                  <a:srgbClr val="FF0000"/>
                </a:solidFill>
                <a:latin typeface="华文楷体" panose="02010600040101010101" pitchFamily="2" charset="-122"/>
                <a:ea typeface="华文楷体" panose="02010600040101010101" pitchFamily="2" charset="-122"/>
              </a:rPr>
              <a:t>基本模型</a:t>
            </a:r>
            <a:r>
              <a:rPr lang="en-US" altLang="zh-CN" sz="1700" dirty="0">
                <a:solidFill>
                  <a:srgbClr val="000000"/>
                </a:solidFill>
                <a:latin typeface="华文楷体" panose="02010600040101010101" pitchFamily="2" charset="-122"/>
                <a:ea typeface="华文楷体" panose="02010600040101010101" pitchFamily="2" charset="-122"/>
              </a:rPr>
              <a:t>( Basic Model) </a:t>
            </a:r>
            <a:r>
              <a:rPr lang="zh-CN" altLang="en-US" sz="1700" dirty="0">
                <a:solidFill>
                  <a:srgbClr val="000000"/>
                </a:solidFill>
                <a:latin typeface="华文楷体" panose="02010600040101010101" pitchFamily="2" charset="-122"/>
                <a:ea typeface="华文楷体" panose="02010600040101010101" pitchFamily="2" charset="-122"/>
              </a:rPr>
              <a:t>、</a:t>
            </a:r>
            <a:r>
              <a:rPr lang="zh-CN" altLang="en-US" sz="1700" b="1" dirty="0">
                <a:solidFill>
                  <a:srgbClr val="FF0000"/>
                </a:solidFill>
                <a:latin typeface="华文楷体" panose="02010600040101010101" pitchFamily="2" charset="-122"/>
                <a:ea typeface="华文楷体" panose="02010600040101010101" pitchFamily="2" charset="-122"/>
              </a:rPr>
              <a:t>中级模型</a:t>
            </a:r>
            <a:r>
              <a:rPr lang="en-US" altLang="zh-CN" sz="1700" dirty="0">
                <a:solidFill>
                  <a:srgbClr val="000000"/>
                </a:solidFill>
                <a:latin typeface="华文楷体" panose="02010600040101010101" pitchFamily="2" charset="-122"/>
                <a:ea typeface="华文楷体" panose="02010600040101010101" pitchFamily="2" charset="-122"/>
              </a:rPr>
              <a:t>( Intermediate model) </a:t>
            </a:r>
            <a:r>
              <a:rPr lang="zh-CN" altLang="en-US" sz="1700" dirty="0">
                <a:solidFill>
                  <a:srgbClr val="000000"/>
                </a:solidFill>
                <a:latin typeface="华文楷体" panose="02010600040101010101" pitchFamily="2" charset="-122"/>
                <a:ea typeface="华文楷体" panose="02010600040101010101" pitchFamily="2" charset="-122"/>
              </a:rPr>
              <a:t>和</a:t>
            </a:r>
            <a:r>
              <a:rPr lang="zh-CN" altLang="en-US" sz="1700" b="1" dirty="0">
                <a:solidFill>
                  <a:srgbClr val="FF0000"/>
                </a:solidFill>
                <a:latin typeface="华文楷体" panose="02010600040101010101" pitchFamily="2" charset="-122"/>
                <a:ea typeface="华文楷体" panose="02010600040101010101" pitchFamily="2" charset="-122"/>
              </a:rPr>
              <a:t>详细模型</a:t>
            </a:r>
            <a:r>
              <a:rPr lang="en-US" altLang="zh-CN" sz="1700" dirty="0">
                <a:solidFill>
                  <a:srgbClr val="000000"/>
                </a:solidFill>
                <a:latin typeface="华文楷体" panose="02010600040101010101" pitchFamily="2" charset="-122"/>
                <a:ea typeface="华文楷体" panose="02010600040101010101" pitchFamily="2" charset="-122"/>
              </a:rPr>
              <a:t>(Detailed model) </a:t>
            </a:r>
            <a:r>
              <a:rPr lang="zh-CN" altLang="en-US" sz="1700" dirty="0">
                <a:solidFill>
                  <a:srgbClr val="000000"/>
                </a:solidFill>
                <a:latin typeface="华文楷体" panose="02010600040101010101" pitchFamily="2" charset="-122"/>
                <a:ea typeface="华文楷体" panose="02010600040101010101" pitchFamily="2" charset="-122"/>
              </a:rPr>
              <a:t>等三个子模型。</a:t>
            </a:r>
          </a:p>
        </p:txBody>
      </p:sp>
    </p:spTree>
    <p:extLst>
      <p:ext uri="{BB962C8B-B14F-4D97-AF65-F5344CB8AC3E}">
        <p14:creationId xmlns:p14="http://schemas.microsoft.com/office/powerpoint/2010/main" val="75555746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56121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COCOMO</a:t>
            </a:r>
            <a:r>
              <a:rPr lang="zh-CN" altLang="en-US" sz="2400" spc="300" dirty="0">
                <a:latin typeface="微软雅黑" panose="020B0503020204020204" pitchFamily="34" charset="-122"/>
                <a:ea typeface="微软雅黑" panose="020B0503020204020204" pitchFamily="34" charset="-122"/>
              </a:rPr>
              <a:t>模型</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01702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不同类型的信息系统软件</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在不同的环境和条件下进行开发时</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所面临问题的难度、所花费的工作量和费用都是不同的。</a:t>
            </a: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COCOMO </a:t>
            </a:r>
            <a:r>
              <a:rPr lang="zh-CN" altLang="en-US" sz="1700" dirty="0">
                <a:solidFill>
                  <a:srgbClr val="000000"/>
                </a:solidFill>
                <a:latin typeface="华文楷体" panose="02010600040101010101" pitchFamily="2" charset="-122"/>
                <a:ea typeface="华文楷体" panose="02010600040101010101" pitchFamily="2" charset="-122"/>
              </a:rPr>
              <a:t>模型注意到了这个问题</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它从软件规模和开发方式的特征出发</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将开发工作划分为三个方式</a:t>
            </a:r>
            <a:r>
              <a:rPr lang="en-US" altLang="zh-CN" sz="1700" dirty="0">
                <a:solidFill>
                  <a:srgbClr val="000000"/>
                </a:solidFill>
                <a:latin typeface="华文楷体" panose="02010600040101010101" pitchFamily="2" charset="-122"/>
                <a:ea typeface="华文楷体" panose="02010600040101010101" pitchFamily="2" charset="-122"/>
              </a:rPr>
              <a:t>: </a:t>
            </a:r>
          </a:p>
          <a:p>
            <a:pPr marL="742950" lvl="1" indent="-285750" algn="just">
              <a:lnSpc>
                <a:spcPct val="150000"/>
              </a:lnSpc>
              <a:buFont typeface="Arial" panose="020B0604020202020204" pitchFamily="34" charset="0"/>
              <a:buChar char="•"/>
            </a:pPr>
            <a:r>
              <a:rPr lang="zh-CN" altLang="en-US" sz="1700" b="1" dirty="0">
                <a:solidFill>
                  <a:srgbClr val="7030A0"/>
                </a:solidFill>
                <a:latin typeface="华文楷体" panose="02010600040101010101" pitchFamily="2" charset="-122"/>
                <a:ea typeface="华文楷体" panose="02010600040101010101" pitchFamily="2" charset="-122"/>
              </a:rPr>
              <a:t>有机的</a:t>
            </a:r>
            <a:r>
              <a:rPr lang="en-US" altLang="zh-CN" sz="1700" dirty="0">
                <a:solidFill>
                  <a:srgbClr val="000000"/>
                </a:solidFill>
                <a:latin typeface="华文楷体" panose="02010600040101010101" pitchFamily="2" charset="-122"/>
                <a:ea typeface="华文楷体" panose="02010600040101010101" pitchFamily="2" charset="-122"/>
              </a:rPr>
              <a:t>(Organic) </a:t>
            </a:r>
            <a:r>
              <a:rPr lang="zh-CN" altLang="en-US" sz="1700" dirty="0">
                <a:solidFill>
                  <a:srgbClr val="000000"/>
                </a:solidFill>
                <a:latin typeface="华文楷体" panose="02010600040101010101" pitchFamily="2" charset="-122"/>
                <a:ea typeface="华文楷体" panose="02010600040101010101" pitchFamily="2" charset="-122"/>
              </a:rPr>
              <a:t>、</a:t>
            </a:r>
            <a:r>
              <a:rPr lang="zh-CN" altLang="en-US" sz="1700" b="1" dirty="0">
                <a:solidFill>
                  <a:srgbClr val="7030A0"/>
                </a:solidFill>
                <a:latin typeface="华文楷体" panose="02010600040101010101" pitchFamily="2" charset="-122"/>
                <a:ea typeface="华文楷体" panose="02010600040101010101" pitchFamily="2" charset="-122"/>
              </a:rPr>
              <a:t>嵌入的</a:t>
            </a:r>
            <a:r>
              <a:rPr lang="en-US" altLang="zh-CN" sz="1700" dirty="0">
                <a:solidFill>
                  <a:srgbClr val="000000"/>
                </a:solidFill>
                <a:latin typeface="华文楷体" panose="02010600040101010101" pitchFamily="2" charset="-122"/>
                <a:ea typeface="华文楷体" panose="02010600040101010101" pitchFamily="2" charset="-122"/>
              </a:rPr>
              <a:t>( Embedded ) </a:t>
            </a:r>
            <a:r>
              <a:rPr lang="zh-CN" altLang="en-US" sz="1700" dirty="0">
                <a:solidFill>
                  <a:srgbClr val="000000"/>
                </a:solidFill>
                <a:latin typeface="华文楷体" panose="02010600040101010101" pitchFamily="2" charset="-122"/>
                <a:ea typeface="华文楷体" panose="02010600040101010101" pitchFamily="2" charset="-122"/>
              </a:rPr>
              <a:t>和</a:t>
            </a:r>
            <a:r>
              <a:rPr lang="zh-CN" altLang="en-US" sz="1700" b="1" dirty="0">
                <a:solidFill>
                  <a:srgbClr val="7030A0"/>
                </a:solidFill>
                <a:latin typeface="华文楷体" panose="02010600040101010101" pitchFamily="2" charset="-122"/>
                <a:ea typeface="华文楷体" panose="02010600040101010101" pitchFamily="2" charset="-122"/>
              </a:rPr>
              <a:t>半独立的</a:t>
            </a:r>
            <a:r>
              <a:rPr lang="en-US" altLang="zh-CN" sz="1700" dirty="0">
                <a:solidFill>
                  <a:srgbClr val="000000"/>
                </a:solidFill>
                <a:latin typeface="华文楷体" panose="02010600040101010101" pitchFamily="2" charset="-122"/>
                <a:ea typeface="华文楷体" panose="02010600040101010101" pitchFamily="2" charset="-122"/>
              </a:rPr>
              <a:t>( Semidetached) </a:t>
            </a:r>
            <a:r>
              <a:rPr lang="zh-CN" altLang="en-US" sz="1700" dirty="0">
                <a:solidFill>
                  <a:srgbClr val="000000"/>
                </a:solidFill>
                <a:latin typeface="华文楷体" panose="02010600040101010101" pitchFamily="2" charset="-122"/>
                <a:ea typeface="华文楷体" panose="02010600040101010101" pitchFamily="2" charset="-122"/>
              </a:rPr>
              <a:t>方式。</a:t>
            </a:r>
          </a:p>
        </p:txBody>
      </p:sp>
    </p:spTree>
    <p:extLst>
      <p:ext uri="{BB962C8B-B14F-4D97-AF65-F5344CB8AC3E}">
        <p14:creationId xmlns:p14="http://schemas.microsoft.com/office/powerpoint/2010/main" val="412974589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56121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COCOMO</a:t>
            </a:r>
            <a:r>
              <a:rPr lang="zh-CN" altLang="en-US" sz="2400" spc="300" dirty="0">
                <a:latin typeface="微软雅黑" panose="020B0503020204020204" pitchFamily="34" charset="-122"/>
                <a:ea typeface="微软雅黑" panose="020B0503020204020204" pitchFamily="34" charset="-122"/>
              </a:rPr>
              <a:t>模型</a:t>
            </a:r>
          </a:p>
        </p:txBody>
      </p:sp>
      <p:sp>
        <p:nvSpPr>
          <p:cNvPr id="2" name="矩形 1">
            <a:extLst>
              <a:ext uri="{FF2B5EF4-FFF2-40B4-BE49-F238E27FC236}">
                <a16:creationId xmlns:a16="http://schemas.microsoft.com/office/drawing/2014/main" id="{1A343DEC-CFF6-41F5-B87C-0DFC08C67B76}"/>
              </a:ext>
            </a:extLst>
          </p:cNvPr>
          <p:cNvSpPr/>
          <p:nvPr/>
        </p:nvSpPr>
        <p:spPr>
          <a:xfrm>
            <a:off x="611831" y="678328"/>
            <a:ext cx="7920338" cy="437151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组织型（</a:t>
            </a:r>
            <a:r>
              <a:rPr lang="en-US" altLang="zh-CN" sz="1700" dirty="0">
                <a:solidFill>
                  <a:srgbClr val="000000"/>
                </a:solidFill>
                <a:latin typeface="华文楷体" panose="02010600040101010101" pitchFamily="2" charset="-122"/>
                <a:ea typeface="华文楷体" panose="02010600040101010101" pitchFamily="2" charset="-122"/>
              </a:rPr>
              <a:t>Organic</a:t>
            </a:r>
            <a:r>
              <a:rPr lang="zh-CN" altLang="en-US" sz="1700" dirty="0">
                <a:solidFill>
                  <a:srgbClr val="000000"/>
                </a:solidFill>
                <a:latin typeface="华文楷体" panose="02010600040101010101" pitchFamily="2" charset="-122"/>
                <a:ea typeface="华文楷体" panose="02010600040101010101" pitchFamily="2" charset="-122"/>
              </a:rPr>
              <a:t>又称有机型），</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是指</a:t>
            </a:r>
            <a:r>
              <a:rPr lang="zh-CN" altLang="en-US" sz="1700" b="1" dirty="0">
                <a:solidFill>
                  <a:srgbClr val="7030A0"/>
                </a:solidFill>
                <a:latin typeface="华文楷体" panose="02010600040101010101" pitchFamily="2" charset="-122"/>
                <a:ea typeface="华文楷体" panose="02010600040101010101" pitchFamily="2" charset="-122"/>
              </a:rPr>
              <a:t>规模相对较小</a:t>
            </a:r>
            <a:r>
              <a:rPr lang="zh-CN" altLang="en-US" sz="1700" dirty="0">
                <a:solidFill>
                  <a:srgbClr val="000000"/>
                </a:solidFill>
                <a:latin typeface="华文楷体" panose="02010600040101010101" pitchFamily="2" charset="-122"/>
                <a:ea typeface="华文楷体" panose="02010600040101010101" pitchFamily="2" charset="-122"/>
              </a:rPr>
              <a:t>，结构简单的软件项目，此类软件需求不那么苛刻，开发人员对此类软件产品开发目标理解充分，工作经验丰富，对软件的使用环境很熟悉，受硬件的约束较少，程序的规模不是很大（</a:t>
            </a:r>
            <a:r>
              <a:rPr lang="en-US" altLang="zh-CN" sz="1700" dirty="0">
                <a:solidFill>
                  <a:srgbClr val="000000"/>
                </a:solidFill>
                <a:latin typeface="华文楷体" panose="02010600040101010101" pitchFamily="2" charset="-122"/>
                <a:ea typeface="华文楷体" panose="02010600040101010101" pitchFamily="2" charset="-122"/>
              </a:rPr>
              <a:t>&lt;5</a:t>
            </a:r>
            <a:r>
              <a:rPr lang="zh-CN" altLang="en-US" sz="1700" dirty="0">
                <a:solidFill>
                  <a:srgbClr val="000000"/>
                </a:solidFill>
                <a:latin typeface="华文楷体" panose="02010600040101010101" pitchFamily="2" charset="-122"/>
                <a:ea typeface="华文楷体" panose="02010600040101010101" pitchFamily="2" charset="-122"/>
              </a:rPr>
              <a:t>万行）。</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例如，多数应用软件及老的操作系统和编译程序均属此种类型；</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嵌入型（</a:t>
            </a:r>
            <a:r>
              <a:rPr lang="en-US" altLang="zh-CN" sz="1700" dirty="0">
                <a:solidFill>
                  <a:srgbClr val="000000"/>
                </a:solidFill>
                <a:latin typeface="华文楷体" panose="02010600040101010101" pitchFamily="2" charset="-122"/>
                <a:ea typeface="华文楷体" panose="02010600040101010101" pitchFamily="2" charset="-122"/>
              </a:rPr>
              <a:t>Embedded</a:t>
            </a:r>
            <a:r>
              <a:rPr lang="zh-CN" altLang="en-US" sz="1700"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是指此种软件要求在</a:t>
            </a:r>
            <a:r>
              <a:rPr lang="zh-CN" altLang="en-US" sz="1700" b="1" dirty="0">
                <a:solidFill>
                  <a:srgbClr val="7030A0"/>
                </a:solidFill>
                <a:latin typeface="华文楷体" panose="02010600040101010101" pitchFamily="2" charset="-122"/>
                <a:ea typeface="华文楷体" panose="02010600040101010101" pitchFamily="2" charset="-122"/>
              </a:rPr>
              <a:t>紧密联系的硬件、软件和操作</a:t>
            </a:r>
            <a:r>
              <a:rPr lang="zh-CN" altLang="en-US" sz="1700" dirty="0">
                <a:solidFill>
                  <a:srgbClr val="000000"/>
                </a:solidFill>
                <a:latin typeface="华文楷体" panose="02010600040101010101" pitchFamily="2" charset="-122"/>
                <a:ea typeface="华文楷体" panose="02010600040101010101" pitchFamily="2" charset="-122"/>
              </a:rPr>
              <a:t>的限制条件下运行，通常与某些</a:t>
            </a:r>
            <a:r>
              <a:rPr lang="zh-CN" altLang="en-US" sz="1700" b="1" dirty="0">
                <a:solidFill>
                  <a:srgbClr val="7030A0"/>
                </a:solidFill>
                <a:latin typeface="华文楷体" panose="02010600040101010101" pitchFamily="2" charset="-122"/>
                <a:ea typeface="华文楷体" panose="02010600040101010101" pitchFamily="2" charset="-122"/>
              </a:rPr>
              <a:t>硬件设备</a:t>
            </a:r>
            <a:r>
              <a:rPr lang="zh-CN" altLang="en-US" sz="1700" dirty="0">
                <a:solidFill>
                  <a:srgbClr val="000000"/>
                </a:solidFill>
                <a:latin typeface="华文楷体" panose="02010600040101010101" pitchFamily="2" charset="-122"/>
                <a:ea typeface="华文楷体" panose="02010600040101010101" pitchFamily="2" charset="-122"/>
              </a:rPr>
              <a:t>结合在一起。</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对接口、数据结构、算法要求较高。软件规模任意。</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例如，大而复杂的事务处理系统、大型</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超大型的操作系统、大型航天测控系统、大型指挥系统，均属此种类型；</a:t>
            </a:r>
          </a:p>
        </p:txBody>
      </p:sp>
    </p:spTree>
    <p:extLst>
      <p:ext uri="{BB962C8B-B14F-4D97-AF65-F5344CB8AC3E}">
        <p14:creationId xmlns:p14="http://schemas.microsoft.com/office/powerpoint/2010/main" val="87159121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56121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COCOMO</a:t>
            </a:r>
            <a:r>
              <a:rPr lang="zh-CN" altLang="en-US" sz="2400" spc="300" dirty="0">
                <a:latin typeface="微软雅黑" panose="020B0503020204020204" pitchFamily="34" charset="-122"/>
                <a:ea typeface="微软雅黑" panose="020B0503020204020204" pitchFamily="34" charset="-122"/>
              </a:rPr>
              <a:t>模型</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01702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半独立型（</a:t>
            </a:r>
            <a:r>
              <a:rPr lang="en-US" altLang="zh-CN" sz="1700" dirty="0">
                <a:solidFill>
                  <a:srgbClr val="000000"/>
                </a:solidFill>
                <a:latin typeface="华文楷体" panose="02010600040101010101" pitchFamily="2" charset="-122"/>
                <a:ea typeface="华文楷体" panose="02010600040101010101" pitchFamily="2" charset="-122"/>
              </a:rPr>
              <a:t>Semidetached</a:t>
            </a:r>
            <a:r>
              <a:rPr lang="zh-CN" altLang="en-US" sz="1700"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是指对此种软件的要求介于上述两种软件之间，但</a:t>
            </a:r>
            <a:r>
              <a:rPr lang="zh-CN" altLang="en-US" sz="1700" b="1" dirty="0">
                <a:solidFill>
                  <a:srgbClr val="7030A0"/>
                </a:solidFill>
                <a:latin typeface="华文楷体" panose="02010600040101010101" pitchFamily="2" charset="-122"/>
                <a:ea typeface="华文楷体" panose="02010600040101010101" pitchFamily="2" charset="-122"/>
              </a:rPr>
              <a:t>软件规模和复杂度都属于中等以上</a:t>
            </a:r>
            <a:r>
              <a:rPr lang="zh-CN" altLang="en-US" sz="1700"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例如，大多数事务处理系统、新的操作系统、新的数据库管理系统、大型的库存</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生产控制系统、简单的指挥系统，均属此种类型。</a:t>
            </a:r>
          </a:p>
        </p:txBody>
      </p:sp>
    </p:spTree>
    <p:extLst>
      <p:ext uri="{BB962C8B-B14F-4D97-AF65-F5344CB8AC3E}">
        <p14:creationId xmlns:p14="http://schemas.microsoft.com/office/powerpoint/2010/main" val="67876798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36994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COCOMO</a:t>
            </a:r>
            <a:r>
              <a:rPr lang="zh-CN" altLang="en-US" sz="2400" spc="300" dirty="0">
                <a:latin typeface="微软雅黑" panose="020B0503020204020204" pitchFamily="34" charset="-122"/>
                <a:ea typeface="微软雅黑" panose="020B0503020204020204" pitchFamily="34" charset="-122"/>
              </a:rPr>
              <a:t>模型下各软件开发方式的特征</a:t>
            </a:r>
          </a:p>
        </p:txBody>
      </p:sp>
      <p:pic>
        <p:nvPicPr>
          <p:cNvPr id="3" name="图片 2">
            <a:extLst>
              <a:ext uri="{FF2B5EF4-FFF2-40B4-BE49-F238E27FC236}">
                <a16:creationId xmlns:a16="http://schemas.microsoft.com/office/drawing/2014/main" id="{7F02BD5D-E628-4970-9314-18C04E4BD5AB}"/>
              </a:ext>
            </a:extLst>
          </p:cNvPr>
          <p:cNvPicPr>
            <a:picLocks noChangeAspect="1"/>
          </p:cNvPicPr>
          <p:nvPr/>
        </p:nvPicPr>
        <p:blipFill>
          <a:blip r:embed="rId3"/>
          <a:stretch>
            <a:fillRect/>
          </a:stretch>
        </p:blipFill>
        <p:spPr>
          <a:xfrm>
            <a:off x="585658" y="743960"/>
            <a:ext cx="7972684" cy="4051351"/>
          </a:xfrm>
          <a:prstGeom prst="rect">
            <a:avLst/>
          </a:prstGeom>
        </p:spPr>
      </p:pic>
    </p:spTree>
    <p:extLst>
      <p:ext uri="{BB962C8B-B14F-4D97-AF65-F5344CB8AC3E}">
        <p14:creationId xmlns:p14="http://schemas.microsoft.com/office/powerpoint/2010/main" val="410386600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63870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COCOMO</a:t>
            </a:r>
            <a:r>
              <a:rPr lang="zh-CN" altLang="en-US" sz="2400" spc="300" dirty="0">
                <a:latin typeface="微软雅黑" panose="020B0503020204020204" pitchFamily="34" charset="-122"/>
                <a:ea typeface="微软雅黑" panose="020B0503020204020204" pitchFamily="34" charset="-122"/>
              </a:rPr>
              <a:t>模型（中级模型）</a:t>
            </a:r>
          </a:p>
        </p:txBody>
      </p:sp>
      <p:pic>
        <p:nvPicPr>
          <p:cNvPr id="3" name="图片 2">
            <a:extLst>
              <a:ext uri="{FF2B5EF4-FFF2-40B4-BE49-F238E27FC236}">
                <a16:creationId xmlns:a16="http://schemas.microsoft.com/office/drawing/2014/main" id="{7F2BCC89-3A82-4613-8E93-B053972D645C}"/>
              </a:ext>
            </a:extLst>
          </p:cNvPr>
          <p:cNvPicPr>
            <a:picLocks noChangeAspect="1"/>
          </p:cNvPicPr>
          <p:nvPr/>
        </p:nvPicPr>
        <p:blipFill>
          <a:blip r:embed="rId3"/>
          <a:stretch>
            <a:fillRect/>
          </a:stretch>
        </p:blipFill>
        <p:spPr>
          <a:xfrm>
            <a:off x="656497" y="1402681"/>
            <a:ext cx="7831005" cy="2463274"/>
          </a:xfrm>
          <a:prstGeom prst="rect">
            <a:avLst/>
          </a:prstGeom>
        </p:spPr>
      </p:pic>
      <p:sp>
        <p:nvSpPr>
          <p:cNvPr id="8" name="文本框 7">
            <a:extLst>
              <a:ext uri="{FF2B5EF4-FFF2-40B4-BE49-F238E27FC236}">
                <a16:creationId xmlns:a16="http://schemas.microsoft.com/office/drawing/2014/main" id="{0B1EA52F-71B6-4B2C-9A0A-F5E70565AD6B}"/>
              </a:ext>
            </a:extLst>
          </p:cNvPr>
          <p:cNvSpPr txBox="1"/>
          <p:nvPr/>
        </p:nvSpPr>
        <p:spPr>
          <a:xfrm>
            <a:off x="2286000" y="808781"/>
            <a:ext cx="4572000" cy="461665"/>
          </a:xfrm>
          <a:prstGeom prst="rect">
            <a:avLst/>
          </a:prstGeom>
          <a:noFill/>
        </p:spPr>
        <p:txBody>
          <a:bodyPr wrap="square">
            <a:spAutoFit/>
          </a:bodyPr>
          <a:lstStyle/>
          <a:p>
            <a:pPr algn="ctr">
              <a:spcBef>
                <a:spcPct val="0"/>
              </a:spcBef>
              <a:buClrTx/>
              <a:buFontTx/>
              <a:buNone/>
            </a:pPr>
            <a:r>
              <a:rPr kumimoji="1" lang="zh-CN" altLang="en-US" sz="2400" dirty="0">
                <a:latin typeface="华文楷体" panose="02010600040101010101" pitchFamily="2" charset="-122"/>
                <a:ea typeface="华文楷体" panose="02010600040101010101" pitchFamily="2" charset="-122"/>
              </a:rPr>
              <a:t>表</a:t>
            </a:r>
            <a:r>
              <a:rPr kumimoji="1" lang="en-US" altLang="zh-CN" sz="2400" dirty="0">
                <a:latin typeface="华文楷体" panose="02010600040101010101" pitchFamily="2" charset="-122"/>
                <a:ea typeface="华文楷体" panose="02010600040101010101" pitchFamily="2" charset="-122"/>
              </a:rPr>
              <a:t>3.10  </a:t>
            </a:r>
            <a:r>
              <a:rPr kumimoji="1" lang="zh-CN" altLang="en-US" sz="2400" dirty="0">
                <a:latin typeface="华文楷体" panose="02010600040101010101" pitchFamily="2" charset="-122"/>
                <a:ea typeface="华文楷体" panose="02010600040101010101" pitchFamily="2" charset="-122"/>
              </a:rPr>
              <a:t>形式参数表</a:t>
            </a:r>
          </a:p>
        </p:txBody>
      </p:sp>
      <p:sp>
        <p:nvSpPr>
          <p:cNvPr id="10" name="文本框 9">
            <a:extLst>
              <a:ext uri="{FF2B5EF4-FFF2-40B4-BE49-F238E27FC236}">
                <a16:creationId xmlns:a16="http://schemas.microsoft.com/office/drawing/2014/main" id="{59A82AB7-407D-4D91-8EAF-FD5D6511FBF3}"/>
              </a:ext>
            </a:extLst>
          </p:cNvPr>
          <p:cNvSpPr txBox="1"/>
          <p:nvPr/>
        </p:nvSpPr>
        <p:spPr>
          <a:xfrm>
            <a:off x="1839544" y="4050977"/>
            <a:ext cx="5464909" cy="369332"/>
          </a:xfrm>
          <a:prstGeom prst="rect">
            <a:avLst/>
          </a:prstGeom>
          <a:noFill/>
        </p:spPr>
        <p:txBody>
          <a:bodyPr wrap="square">
            <a:spAutoFit/>
          </a:bodyPr>
          <a:lstStyle/>
          <a:p>
            <a:pPr algn="ctr"/>
            <a:r>
              <a:rPr lang="zh-CN" altLang="en-US" sz="1800" u="none" dirty="0">
                <a:solidFill>
                  <a:srgbClr val="770377"/>
                </a:solidFill>
                <a:ea typeface="黑体" panose="02010609060101010101" pitchFamily="49" charset="-122"/>
              </a:rPr>
              <a:t>注：形式参数的取值与软件类型和软件规模密切相关。</a:t>
            </a:r>
          </a:p>
        </p:txBody>
      </p:sp>
    </p:spTree>
    <p:extLst>
      <p:ext uri="{BB962C8B-B14F-4D97-AF65-F5344CB8AC3E}">
        <p14:creationId xmlns:p14="http://schemas.microsoft.com/office/powerpoint/2010/main" val="357691985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63870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COCOMO</a:t>
            </a:r>
            <a:r>
              <a:rPr lang="zh-CN" altLang="en-US" sz="2400" spc="300" dirty="0">
                <a:latin typeface="微软雅黑" panose="020B0503020204020204" pitchFamily="34" charset="-122"/>
                <a:ea typeface="微软雅黑" panose="020B0503020204020204" pitchFamily="34" charset="-122"/>
              </a:rPr>
              <a:t>模型（中级模型）</a:t>
            </a:r>
          </a:p>
        </p:txBody>
      </p:sp>
      <p:sp>
        <p:nvSpPr>
          <p:cNvPr id="2" name="矩形 1">
            <a:extLst>
              <a:ext uri="{FF2B5EF4-FFF2-40B4-BE49-F238E27FC236}">
                <a16:creationId xmlns:a16="http://schemas.microsoft.com/office/drawing/2014/main" id="{1A343DEC-CFF6-41F5-B87C-0DFC08C67B76}"/>
              </a:ext>
            </a:extLst>
          </p:cNvPr>
          <p:cNvSpPr/>
          <p:nvPr/>
        </p:nvSpPr>
        <p:spPr>
          <a:xfrm>
            <a:off x="611831" y="3948699"/>
            <a:ext cx="7920338" cy="468270"/>
          </a:xfrm>
          <a:prstGeom prst="rect">
            <a:avLst/>
          </a:prstGeom>
        </p:spPr>
        <p:txBody>
          <a:bodyPr wrap="square">
            <a:spAutoFit/>
          </a:bodyPr>
          <a:lstStyle/>
          <a:p>
            <a:pPr algn="ctr">
              <a:lnSpc>
                <a:spcPct val="150000"/>
              </a:lnSpc>
            </a:pPr>
            <a:r>
              <a:rPr lang="zh-CN" altLang="en-US" dirty="0">
                <a:solidFill>
                  <a:srgbClr val="000000"/>
                </a:solidFill>
                <a:latin typeface="华文楷体" panose="02010600040101010101" pitchFamily="2" charset="-122"/>
                <a:ea typeface="华文楷体" panose="02010600040101010101" pitchFamily="2" charset="-122"/>
              </a:rPr>
              <a:t>图</a:t>
            </a:r>
            <a:r>
              <a:rPr lang="en-US" altLang="zh-CN" dirty="0">
                <a:solidFill>
                  <a:srgbClr val="000000"/>
                </a:solidFill>
                <a:latin typeface="华文楷体" panose="02010600040101010101" pitchFamily="2" charset="-122"/>
                <a:ea typeface="华文楷体" panose="02010600040101010101" pitchFamily="2" charset="-122"/>
              </a:rPr>
              <a:t>3.8    COCOMO</a:t>
            </a:r>
            <a:r>
              <a:rPr lang="zh-CN" altLang="en-US" dirty="0">
                <a:solidFill>
                  <a:srgbClr val="000000"/>
                </a:solidFill>
                <a:latin typeface="华文楷体" panose="02010600040101010101" pitchFamily="2" charset="-122"/>
                <a:ea typeface="华文楷体" panose="02010600040101010101" pitchFamily="2" charset="-122"/>
              </a:rPr>
              <a:t>模型求解流程 </a:t>
            </a:r>
          </a:p>
        </p:txBody>
      </p:sp>
      <p:pic>
        <p:nvPicPr>
          <p:cNvPr id="3" name="图片 2">
            <a:extLst>
              <a:ext uri="{FF2B5EF4-FFF2-40B4-BE49-F238E27FC236}">
                <a16:creationId xmlns:a16="http://schemas.microsoft.com/office/drawing/2014/main" id="{E129F9A9-A4A2-4061-91F7-71903603C0B2}"/>
              </a:ext>
            </a:extLst>
          </p:cNvPr>
          <p:cNvPicPr>
            <a:picLocks noChangeAspect="1"/>
          </p:cNvPicPr>
          <p:nvPr/>
        </p:nvPicPr>
        <p:blipFill>
          <a:blip r:embed="rId3"/>
          <a:stretch>
            <a:fillRect/>
          </a:stretch>
        </p:blipFill>
        <p:spPr>
          <a:xfrm>
            <a:off x="654050" y="1035368"/>
            <a:ext cx="7835900" cy="2773816"/>
          </a:xfrm>
          <a:prstGeom prst="rect">
            <a:avLst/>
          </a:prstGeom>
        </p:spPr>
      </p:pic>
    </p:spTree>
    <p:extLst>
      <p:ext uri="{BB962C8B-B14F-4D97-AF65-F5344CB8AC3E}">
        <p14:creationId xmlns:p14="http://schemas.microsoft.com/office/powerpoint/2010/main" val="23124949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63870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COCOMO</a:t>
            </a:r>
            <a:r>
              <a:rPr lang="zh-CN" altLang="en-US" sz="2400" spc="300" dirty="0">
                <a:latin typeface="微软雅黑" panose="020B0503020204020204" pitchFamily="34" charset="-122"/>
                <a:ea typeface="微软雅黑" panose="020B0503020204020204" pitchFamily="34" charset="-122"/>
              </a:rPr>
              <a:t>模型（中级模型）</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5204769" cy="4253537"/>
          </a:xfrm>
          <a:prstGeom prst="rect">
            <a:avLst/>
          </a:prstGeom>
        </p:spPr>
        <p:txBody>
          <a:bodyPr wrap="square">
            <a:spAutoFit/>
          </a:bodyPr>
          <a:lstStyle/>
          <a:p>
            <a:pPr>
              <a:lnSpc>
                <a:spcPct val="115000"/>
              </a:lnSpc>
            </a:pPr>
            <a:r>
              <a:rPr lang="zh-CN" altLang="en-US" sz="2000" u="none" dirty="0">
                <a:latin typeface="华文楷体" panose="02010600040101010101" pitchFamily="2" charset="-122"/>
                <a:ea typeface="华文楷体" panose="02010600040101010101" pitchFamily="2" charset="-122"/>
              </a:rPr>
              <a:t>模型中各变量的工程经济含义如下：</a:t>
            </a:r>
          </a:p>
          <a:p>
            <a:pPr>
              <a:lnSpc>
                <a:spcPct val="115000"/>
              </a:lnSpc>
              <a:buClr>
                <a:schemeClr val="tx1"/>
              </a:buClr>
              <a:buFont typeface="Bookshelf Symbol 7" panose="05010101010101010101" pitchFamily="2" charset="2"/>
              <a:buChar char="t"/>
            </a:pPr>
            <a:r>
              <a:rPr lang="en-US" altLang="zh-CN" sz="1800" u="none" dirty="0">
                <a:latin typeface="华文楷体" panose="02010600040101010101" pitchFamily="2" charset="-122"/>
                <a:ea typeface="华文楷体" panose="02010600040101010101" pitchFamily="2" charset="-122"/>
              </a:rPr>
              <a:t>C</a:t>
            </a:r>
            <a:r>
              <a:rPr lang="en-US" altLang="zh-CN" sz="1800" u="none" baseline="-25000" dirty="0">
                <a:latin typeface="华文楷体" panose="02010600040101010101" pitchFamily="2" charset="-122"/>
                <a:ea typeface="华文楷体" panose="02010600040101010101" pitchFamily="2" charset="-122"/>
              </a:rPr>
              <a:t>s</a:t>
            </a:r>
            <a:r>
              <a:rPr lang="en-US" altLang="zh-CN" sz="1800" u="none" dirty="0">
                <a:latin typeface="华文楷体" panose="02010600040101010101" pitchFamily="2" charset="-122"/>
                <a:ea typeface="华文楷体" panose="02010600040101010101" pitchFamily="2" charset="-122"/>
              </a:rPr>
              <a:t> </a:t>
            </a:r>
            <a:r>
              <a:rPr lang="zh-CN" altLang="en-US" sz="1800" u="none" dirty="0">
                <a:latin typeface="华文楷体" panose="02010600040101010101" pitchFamily="2" charset="-122"/>
                <a:ea typeface="华文楷体" panose="02010600040101010101" pitchFamily="2" charset="-122"/>
              </a:rPr>
              <a:t>：软件开发成本（单位：美元）</a:t>
            </a:r>
          </a:p>
          <a:p>
            <a:pPr>
              <a:lnSpc>
                <a:spcPct val="115000"/>
              </a:lnSpc>
              <a:buClr>
                <a:schemeClr val="tx1"/>
              </a:buClr>
              <a:buFont typeface="Bookshelf Symbol 7" panose="05010101010101010101" pitchFamily="2" charset="2"/>
              <a:buChar char="t"/>
            </a:pPr>
            <a:r>
              <a:rPr lang="en-US" altLang="zh-CN" sz="1800" u="none" dirty="0">
                <a:latin typeface="华文楷体" panose="02010600040101010101" pitchFamily="2" charset="-122"/>
                <a:ea typeface="华文楷体" panose="02010600040101010101" pitchFamily="2" charset="-122"/>
                <a:cs typeface="Arial" panose="020B0604020202020204" pitchFamily="34" charset="0"/>
              </a:rPr>
              <a:t> </a:t>
            </a:r>
            <a:r>
              <a:rPr lang="el-GR" altLang="zh-CN" sz="1800" u="none" dirty="0">
                <a:latin typeface="华文楷体" panose="02010600040101010101" pitchFamily="2" charset="-122"/>
                <a:ea typeface="宋体" panose="02010600030101010101" pitchFamily="2" charset="-122"/>
                <a:cs typeface="Arial" panose="020B0604020202020204" pitchFamily="34" charset="0"/>
              </a:rPr>
              <a:t>α</a:t>
            </a:r>
            <a:r>
              <a:rPr lang="zh-CN" altLang="en-US" sz="1800" u="none" dirty="0">
                <a:latin typeface="华文楷体" panose="02010600040101010101" pitchFamily="2" charset="-122"/>
                <a:ea typeface="华文楷体" panose="02010600040101010101" pitchFamily="2" charset="-122"/>
              </a:rPr>
              <a:t>：软件开发阶段的工时费用率（单位：美元</a:t>
            </a:r>
            <a:r>
              <a:rPr lang="en-US" altLang="zh-CN" sz="1800" u="none" dirty="0">
                <a:latin typeface="华文楷体" panose="02010600040101010101" pitchFamily="2" charset="-122"/>
                <a:ea typeface="华文楷体" panose="02010600040101010101" pitchFamily="2" charset="-122"/>
              </a:rPr>
              <a:t>/</a:t>
            </a:r>
            <a:r>
              <a:rPr lang="zh-CN" altLang="en-US" sz="1800" u="none" dirty="0">
                <a:latin typeface="华文楷体" panose="02010600040101010101" pitchFamily="2" charset="-122"/>
                <a:ea typeface="华文楷体" panose="02010600040101010101" pitchFamily="2" charset="-122"/>
              </a:rPr>
              <a:t>人月）</a:t>
            </a:r>
          </a:p>
          <a:p>
            <a:pPr>
              <a:lnSpc>
                <a:spcPct val="115000"/>
              </a:lnSpc>
              <a:buClr>
                <a:schemeClr val="tx1"/>
              </a:buClr>
              <a:buFont typeface="Bookshelf Symbol 7" panose="05010101010101010101" pitchFamily="2" charset="2"/>
              <a:buChar char="t"/>
            </a:pPr>
            <a:r>
              <a:rPr lang="en-US" altLang="zh-CN" sz="1800" u="none" dirty="0" err="1">
                <a:latin typeface="华文楷体" panose="02010600040101010101" pitchFamily="2" charset="-122"/>
                <a:ea typeface="华文楷体" panose="02010600040101010101" pitchFamily="2" charset="-122"/>
              </a:rPr>
              <a:t>M</a:t>
            </a:r>
            <a:r>
              <a:rPr lang="en-US" altLang="zh-CN" sz="1800" u="none" baseline="-25000" dirty="0" err="1">
                <a:latin typeface="华文楷体" panose="02010600040101010101" pitchFamily="2" charset="-122"/>
                <a:ea typeface="华文楷体" panose="02010600040101010101" pitchFamily="2" charset="-122"/>
              </a:rPr>
              <a:t>s</a:t>
            </a:r>
            <a:r>
              <a:rPr lang="en-US" altLang="zh-CN" sz="1800" u="none" dirty="0">
                <a:latin typeface="华文楷体" panose="02010600040101010101" pitchFamily="2" charset="-122"/>
                <a:ea typeface="华文楷体" panose="02010600040101010101" pitchFamily="2" charset="-122"/>
              </a:rPr>
              <a:t> </a:t>
            </a:r>
            <a:r>
              <a:rPr lang="zh-CN" altLang="en-US" sz="1800" u="none" dirty="0">
                <a:latin typeface="华文楷体" panose="02010600040101010101" pitchFamily="2" charset="-122"/>
                <a:ea typeface="华文楷体" panose="02010600040101010101" pitchFamily="2" charset="-122"/>
              </a:rPr>
              <a:t>：软件开发阶段的修正工作量（单位：人月）</a:t>
            </a:r>
          </a:p>
          <a:p>
            <a:pPr>
              <a:lnSpc>
                <a:spcPct val="115000"/>
              </a:lnSpc>
              <a:buClr>
                <a:schemeClr val="tx1"/>
              </a:buClr>
              <a:buFont typeface="Bookshelf Symbol 7" panose="05010101010101010101" pitchFamily="2" charset="2"/>
              <a:buChar char="t"/>
            </a:pPr>
            <a:r>
              <a:rPr lang="en-US" altLang="zh-CN" sz="1800" u="none" dirty="0">
                <a:latin typeface="华文楷体" panose="02010600040101010101" pitchFamily="2" charset="-122"/>
                <a:ea typeface="华文楷体" panose="02010600040101010101" pitchFamily="2" charset="-122"/>
              </a:rPr>
              <a:t>M</a:t>
            </a:r>
            <a:r>
              <a:rPr lang="en-US" altLang="zh-CN" sz="1800" u="none" baseline="-25000" dirty="0">
                <a:latin typeface="华文楷体" panose="02010600040101010101" pitchFamily="2" charset="-122"/>
                <a:ea typeface="华文楷体" panose="02010600040101010101" pitchFamily="2" charset="-122"/>
              </a:rPr>
              <a:t>o</a:t>
            </a:r>
            <a:r>
              <a:rPr lang="en-US" altLang="zh-CN" sz="1800" u="none" dirty="0">
                <a:latin typeface="华文楷体" panose="02010600040101010101" pitchFamily="2" charset="-122"/>
                <a:ea typeface="华文楷体" panose="02010600040101010101" pitchFamily="2" charset="-122"/>
              </a:rPr>
              <a:t> </a:t>
            </a:r>
            <a:r>
              <a:rPr lang="zh-CN" altLang="en-US" sz="1800" u="none" dirty="0">
                <a:latin typeface="华文楷体" panose="02010600040101010101" pitchFamily="2" charset="-122"/>
                <a:ea typeface="华文楷体" panose="02010600040101010101" pitchFamily="2" charset="-122"/>
              </a:rPr>
              <a:t>：软件开发阶段的基本工作量（单位：人月）</a:t>
            </a:r>
          </a:p>
          <a:p>
            <a:pPr>
              <a:lnSpc>
                <a:spcPct val="115000"/>
              </a:lnSpc>
              <a:buClr>
                <a:schemeClr val="tx1"/>
              </a:buClr>
              <a:buFont typeface="Bookshelf Symbol 7" panose="05010101010101010101" pitchFamily="2" charset="2"/>
              <a:buChar char="t"/>
            </a:pPr>
            <a:r>
              <a:rPr lang="en-US" altLang="zh-CN" sz="1800" b="1" i="1" u="none" dirty="0">
                <a:solidFill>
                  <a:srgbClr val="FF0000"/>
                </a:solidFill>
                <a:latin typeface="华文楷体" panose="02010600040101010101" pitchFamily="2" charset="-122"/>
                <a:ea typeface="华文楷体" panose="02010600040101010101" pitchFamily="2" charset="-122"/>
              </a:rPr>
              <a:t>L</a:t>
            </a:r>
            <a:r>
              <a:rPr lang="en-US" altLang="zh-CN" sz="1800" b="1" u="none" dirty="0">
                <a:solidFill>
                  <a:srgbClr val="FF0000"/>
                </a:solidFill>
                <a:latin typeface="华文楷体" panose="02010600040101010101" pitchFamily="2" charset="-122"/>
                <a:ea typeface="华文楷体" panose="02010600040101010101" pitchFamily="2" charset="-122"/>
              </a:rPr>
              <a:t> </a:t>
            </a:r>
            <a:r>
              <a:rPr lang="zh-CN" altLang="en-US" sz="1800" u="none" dirty="0">
                <a:latin typeface="华文楷体" panose="02010600040101010101" pitchFamily="2" charset="-122"/>
                <a:ea typeface="华文楷体" panose="02010600040101010101" pitchFamily="2" charset="-122"/>
              </a:rPr>
              <a:t>：软件开发规模（单位：源指令</a:t>
            </a:r>
            <a:r>
              <a:rPr lang="zh-CN" altLang="en-US" sz="1800" u="none" dirty="0">
                <a:solidFill>
                  <a:srgbClr val="FF0000"/>
                </a:solidFill>
                <a:latin typeface="华文楷体" panose="02010600040101010101" pitchFamily="2" charset="-122"/>
                <a:ea typeface="华文楷体" panose="02010600040101010101" pitchFamily="2" charset="-122"/>
              </a:rPr>
              <a:t>千行数</a:t>
            </a:r>
            <a:r>
              <a:rPr lang="zh-CN" altLang="en-US" sz="1800" u="none" dirty="0">
                <a:latin typeface="华文楷体" panose="02010600040101010101" pitchFamily="2" charset="-122"/>
                <a:ea typeface="华文楷体" panose="02010600040101010101" pitchFamily="2" charset="-122"/>
              </a:rPr>
              <a:t>或</a:t>
            </a:r>
            <a:r>
              <a:rPr lang="en-US" altLang="zh-CN" sz="1800" u="none" dirty="0">
                <a:latin typeface="华文楷体" panose="02010600040101010101" pitchFamily="2" charset="-122"/>
                <a:ea typeface="华文楷体" panose="02010600040101010101" pitchFamily="2" charset="-122"/>
              </a:rPr>
              <a:t>KDSI</a:t>
            </a:r>
            <a:r>
              <a:rPr lang="zh-CN" altLang="en-US" sz="1800" u="none" dirty="0">
                <a:latin typeface="华文楷体" panose="02010600040101010101" pitchFamily="2" charset="-122"/>
                <a:ea typeface="华文楷体" panose="02010600040101010101" pitchFamily="2" charset="-122"/>
              </a:rPr>
              <a:t>）</a:t>
            </a:r>
          </a:p>
          <a:p>
            <a:pPr>
              <a:lnSpc>
                <a:spcPct val="115000"/>
              </a:lnSpc>
              <a:buClr>
                <a:schemeClr val="tx1"/>
              </a:buClr>
              <a:buFont typeface="Bookshelf Symbol 7" panose="05010101010101010101" pitchFamily="2" charset="2"/>
              <a:buChar char="t"/>
            </a:pPr>
            <a:r>
              <a:rPr lang="en-US" altLang="zh-CN" sz="1800" i="1" u="none" dirty="0">
                <a:latin typeface="华文楷体" panose="02010600040101010101" pitchFamily="2" charset="-122"/>
                <a:ea typeface="华文楷体" panose="02010600040101010101" pitchFamily="2" charset="-122"/>
              </a:rPr>
              <a:t>U</a:t>
            </a:r>
            <a:r>
              <a:rPr lang="en-US" altLang="zh-CN" sz="1800" u="none" dirty="0">
                <a:latin typeface="华文楷体" panose="02010600040101010101" pitchFamily="2" charset="-122"/>
                <a:ea typeface="华文楷体" panose="02010600040101010101" pitchFamily="2" charset="-122"/>
              </a:rPr>
              <a:t> </a:t>
            </a:r>
            <a:r>
              <a:rPr lang="zh-CN" altLang="en-US" sz="1800" u="none" dirty="0">
                <a:latin typeface="华文楷体" panose="02010600040101010101" pitchFamily="2" charset="-122"/>
                <a:ea typeface="华文楷体" panose="02010600040101010101" pitchFamily="2" charset="-122"/>
              </a:rPr>
              <a:t>：软件综合影响因子（无量纲）</a:t>
            </a:r>
          </a:p>
          <a:p>
            <a:pPr>
              <a:lnSpc>
                <a:spcPct val="115000"/>
              </a:lnSpc>
              <a:buClr>
                <a:schemeClr val="tx1"/>
              </a:buClr>
              <a:buFont typeface="Bookshelf Symbol 7" panose="05010101010101010101" pitchFamily="2" charset="2"/>
              <a:buChar char="t"/>
            </a:pPr>
            <a:r>
              <a:rPr lang="en-US" altLang="zh-CN" sz="1800" i="1" u="none" dirty="0" err="1">
                <a:latin typeface="华文楷体" panose="02010600040101010101" pitchFamily="2" charset="-122"/>
                <a:ea typeface="华文楷体" panose="02010600040101010101" pitchFamily="2" charset="-122"/>
              </a:rPr>
              <a:t>U</a:t>
            </a:r>
            <a:r>
              <a:rPr lang="en-US" altLang="zh-CN" sz="1800" u="none" baseline="-25000" dirty="0" err="1">
                <a:latin typeface="华文楷体" panose="02010600040101010101" pitchFamily="2" charset="-122"/>
                <a:ea typeface="华文楷体" panose="02010600040101010101" pitchFamily="2" charset="-122"/>
              </a:rPr>
              <a:t>j</a:t>
            </a:r>
            <a:r>
              <a:rPr lang="en-US" altLang="zh-CN" sz="1800" i="1" u="none" dirty="0">
                <a:latin typeface="华文楷体" panose="02010600040101010101" pitchFamily="2" charset="-122"/>
                <a:ea typeface="华文楷体" panose="02010600040101010101" pitchFamily="2" charset="-122"/>
              </a:rPr>
              <a:t>  </a:t>
            </a:r>
            <a:r>
              <a:rPr lang="zh-CN" altLang="en-US" sz="1800" u="none" dirty="0">
                <a:latin typeface="华文楷体" panose="02010600040101010101" pitchFamily="2" charset="-122"/>
                <a:ea typeface="华文楷体" panose="02010600040101010101" pitchFamily="2" charset="-122"/>
              </a:rPr>
              <a:t>：对成本有一定影响的第</a:t>
            </a:r>
            <a:r>
              <a:rPr lang="en-US" altLang="zh-CN" sz="1800" i="1" u="none" dirty="0">
                <a:latin typeface="华文楷体" panose="02010600040101010101" pitchFamily="2" charset="-122"/>
                <a:ea typeface="华文楷体" panose="02010600040101010101" pitchFamily="2" charset="-122"/>
              </a:rPr>
              <a:t>j</a:t>
            </a:r>
            <a:r>
              <a:rPr lang="zh-CN" altLang="en-US" sz="1800" u="none" dirty="0">
                <a:latin typeface="华文楷体" panose="02010600040101010101" pitchFamily="2" charset="-122"/>
                <a:ea typeface="华文楷体" panose="02010600040101010101" pitchFamily="2" charset="-122"/>
              </a:rPr>
              <a:t>个影响因子（无量纲），</a:t>
            </a:r>
            <a:r>
              <a:rPr lang="en-US" altLang="zh-CN" sz="1800" i="1" u="none" dirty="0">
                <a:latin typeface="华文楷体" panose="02010600040101010101" pitchFamily="2" charset="-122"/>
                <a:ea typeface="华文楷体" panose="02010600040101010101" pitchFamily="2" charset="-122"/>
              </a:rPr>
              <a:t>j </a:t>
            </a:r>
            <a:r>
              <a:rPr lang="en-US" altLang="zh-CN" sz="1800" u="none" dirty="0">
                <a:latin typeface="华文楷体" panose="02010600040101010101" pitchFamily="2" charset="-122"/>
                <a:ea typeface="华文楷体" panose="02010600040101010101" pitchFamily="2" charset="-122"/>
              </a:rPr>
              <a:t>= 1~15</a:t>
            </a:r>
          </a:p>
          <a:p>
            <a:pPr>
              <a:lnSpc>
                <a:spcPct val="115000"/>
              </a:lnSpc>
              <a:buClr>
                <a:schemeClr val="tx1"/>
              </a:buClr>
              <a:buFont typeface="Bookshelf Symbol 7" panose="05010101010101010101" pitchFamily="2" charset="2"/>
              <a:buChar char="t"/>
            </a:pPr>
            <a:r>
              <a:rPr lang="en-US" altLang="zh-CN" sz="1800" u="none" dirty="0">
                <a:latin typeface="华文楷体" panose="02010600040101010101" pitchFamily="2" charset="-122"/>
                <a:ea typeface="华文楷体" panose="02010600040101010101" pitchFamily="2" charset="-122"/>
              </a:rPr>
              <a:t>T</a:t>
            </a:r>
            <a:r>
              <a:rPr lang="en-US" altLang="zh-CN" sz="1800" u="none" baseline="-25000" dirty="0">
                <a:latin typeface="华文楷体" panose="02010600040101010101" pitchFamily="2" charset="-122"/>
                <a:ea typeface="华文楷体" panose="02010600040101010101" pitchFamily="2" charset="-122"/>
              </a:rPr>
              <a:t>d</a:t>
            </a:r>
            <a:r>
              <a:rPr lang="en-US" altLang="zh-CN" sz="1800" u="none" dirty="0">
                <a:latin typeface="华文楷体" panose="02010600040101010101" pitchFamily="2" charset="-122"/>
                <a:ea typeface="华文楷体" panose="02010600040101010101" pitchFamily="2" charset="-122"/>
              </a:rPr>
              <a:t> </a:t>
            </a:r>
            <a:r>
              <a:rPr lang="zh-CN" altLang="en-US" sz="1800" u="none" dirty="0">
                <a:latin typeface="华文楷体" panose="02010600040101010101" pitchFamily="2" charset="-122"/>
                <a:ea typeface="华文楷体" panose="02010600040101010101" pitchFamily="2" charset="-122"/>
              </a:rPr>
              <a:t>：软件开发工期（单位：月）</a:t>
            </a:r>
          </a:p>
          <a:p>
            <a:pPr>
              <a:lnSpc>
                <a:spcPct val="115000"/>
              </a:lnSpc>
              <a:buClr>
                <a:schemeClr val="tx1"/>
              </a:buClr>
              <a:buFont typeface="Bookshelf Symbol 7" panose="05010101010101010101" pitchFamily="2" charset="2"/>
              <a:buChar char="t"/>
            </a:pPr>
            <a:r>
              <a:rPr lang="en-US" altLang="zh-CN" sz="1800" u="none" dirty="0">
                <a:latin typeface="华文楷体" panose="02010600040101010101" pitchFamily="2" charset="-122"/>
                <a:ea typeface="华文楷体" panose="02010600040101010101" pitchFamily="2" charset="-122"/>
              </a:rPr>
              <a:t> r</a:t>
            </a:r>
            <a:r>
              <a:rPr lang="zh-CN" altLang="en-US" sz="1800" u="none" dirty="0">
                <a:latin typeface="华文楷体" panose="02010600040101010101" pitchFamily="2" charset="-122"/>
                <a:ea typeface="华文楷体" panose="02010600040101010101" pitchFamily="2" charset="-122"/>
              </a:rPr>
              <a:t>、</a:t>
            </a:r>
            <a:r>
              <a:rPr lang="en-US" altLang="zh-CN" sz="1800" u="none" dirty="0">
                <a:latin typeface="华文楷体" panose="02010600040101010101" pitchFamily="2" charset="-122"/>
                <a:ea typeface="华文楷体" panose="02010600040101010101" pitchFamily="2" charset="-122"/>
              </a:rPr>
              <a:t>k</a:t>
            </a:r>
            <a:r>
              <a:rPr lang="zh-CN" altLang="en-US" sz="1800" u="none" dirty="0">
                <a:latin typeface="华文楷体" panose="02010600040101010101" pitchFamily="2" charset="-122"/>
                <a:ea typeface="华文楷体" panose="02010600040101010101" pitchFamily="2" charset="-122"/>
              </a:rPr>
              <a:t>、</a:t>
            </a:r>
            <a:r>
              <a:rPr lang="en-US" altLang="zh-CN" sz="1800" u="none" dirty="0">
                <a:latin typeface="华文楷体" panose="02010600040101010101" pitchFamily="2" charset="-122"/>
                <a:ea typeface="华文楷体" panose="02010600040101010101" pitchFamily="2" charset="-122"/>
              </a:rPr>
              <a:t>h</a:t>
            </a:r>
            <a:r>
              <a:rPr lang="zh-CN" altLang="en-US" sz="1800" u="none" dirty="0">
                <a:latin typeface="华文楷体" panose="02010600040101010101" pitchFamily="2" charset="-122"/>
                <a:ea typeface="华文楷体" panose="02010600040101010101" pitchFamily="2" charset="-122"/>
              </a:rPr>
              <a:t>、</a:t>
            </a:r>
            <a:r>
              <a:rPr lang="en-US" altLang="zh-CN" sz="1800" u="none" dirty="0">
                <a:latin typeface="华文楷体" panose="02010600040101010101" pitchFamily="2" charset="-122"/>
                <a:ea typeface="华文楷体" panose="02010600040101010101" pitchFamily="2" charset="-122"/>
              </a:rPr>
              <a:t>d </a:t>
            </a:r>
            <a:r>
              <a:rPr lang="zh-CN" altLang="en-US" sz="1800" u="none" dirty="0">
                <a:latin typeface="华文楷体" panose="02010600040101010101" pitchFamily="2" charset="-122"/>
                <a:ea typeface="华文楷体" panose="02010600040101010101" pitchFamily="2" charset="-122"/>
              </a:rPr>
              <a:t>：形式参数</a:t>
            </a:r>
            <a:endParaRPr lang="zh-CN" altLang="en-US" sz="1800" baseline="-25000" dirty="0">
              <a:solidFill>
                <a:schemeClr val="accent2"/>
              </a:solidFill>
              <a:latin typeface="华文楷体" panose="02010600040101010101" pitchFamily="2" charset="-122"/>
              <a:ea typeface="华文楷体" panose="02010600040101010101" pitchFamily="2" charset="-122"/>
            </a:endParaRPr>
          </a:p>
        </p:txBody>
      </p:sp>
      <p:graphicFrame>
        <p:nvGraphicFramePr>
          <p:cNvPr id="6" name="Object 4">
            <a:extLst>
              <a:ext uri="{FF2B5EF4-FFF2-40B4-BE49-F238E27FC236}">
                <a16:creationId xmlns:a16="http://schemas.microsoft.com/office/drawing/2014/main" id="{3ADA2575-1DB3-4632-8924-1C68ABEBB507}"/>
              </a:ext>
            </a:extLst>
          </p:cNvPr>
          <p:cNvGraphicFramePr>
            <a:graphicFrameLocks noChangeAspect="1"/>
          </p:cNvGraphicFramePr>
          <p:nvPr>
            <p:extLst>
              <p:ext uri="{D42A27DB-BD31-4B8C-83A1-F6EECF244321}">
                <p14:modId xmlns:p14="http://schemas.microsoft.com/office/powerpoint/2010/main" val="1263161372"/>
              </p:ext>
            </p:extLst>
          </p:nvPr>
        </p:nvGraphicFramePr>
        <p:xfrm>
          <a:off x="6647107" y="1080073"/>
          <a:ext cx="1492289" cy="2983353"/>
        </p:xfrm>
        <a:graphic>
          <a:graphicData uri="http://schemas.openxmlformats.org/presentationml/2006/ole">
            <mc:AlternateContent xmlns:mc="http://schemas.openxmlformats.org/markup-compatibility/2006">
              <mc:Choice xmlns:v="urn:schemas-microsoft-com:vml" Requires="v">
                <p:oleObj r:id="rId3" imgW="876300" imgH="1676400" progId="Unknown">
                  <p:embed/>
                </p:oleObj>
              </mc:Choice>
              <mc:Fallback>
                <p:oleObj r:id="rId3" imgW="876300" imgH="1676400" progId="Unknown">
                  <p:embed/>
                  <p:pic>
                    <p:nvPicPr>
                      <p:cNvPr id="6" name="Object 4">
                        <a:extLst>
                          <a:ext uri="{FF2B5EF4-FFF2-40B4-BE49-F238E27FC236}">
                            <a16:creationId xmlns:a16="http://schemas.microsoft.com/office/drawing/2014/main" id="{3ADA2575-1DB3-4632-8924-1C68ABEBB5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7107" y="1080073"/>
                        <a:ext cx="1492289" cy="2983353"/>
                      </a:xfrm>
                      <a:prstGeom prst="rect">
                        <a:avLst/>
                      </a:prstGeom>
                      <a:noFill/>
                      <a:ln>
                        <a:noFill/>
                      </a:ln>
                      <a:effectLst/>
                    </p:spPr>
                  </p:pic>
                </p:oleObj>
              </mc:Fallback>
            </mc:AlternateContent>
          </a:graphicData>
        </a:graphic>
      </p:graphicFrame>
      <p:cxnSp>
        <p:nvCxnSpPr>
          <p:cNvPr id="4" name="直接箭头连接符 3">
            <a:extLst>
              <a:ext uri="{FF2B5EF4-FFF2-40B4-BE49-F238E27FC236}">
                <a16:creationId xmlns:a16="http://schemas.microsoft.com/office/drawing/2014/main" id="{ACA3F9A1-AED9-C414-D299-A829E9C6985A}"/>
              </a:ext>
            </a:extLst>
          </p:cNvPr>
          <p:cNvCxnSpPr/>
          <p:nvPr/>
        </p:nvCxnSpPr>
        <p:spPr>
          <a:xfrm>
            <a:off x="5674794" y="2623731"/>
            <a:ext cx="1167124" cy="3951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C6291CA4-F0C4-32F1-79C2-9443008A2E91}"/>
              </a:ext>
            </a:extLst>
          </p:cNvPr>
          <p:cNvCxnSpPr/>
          <p:nvPr/>
        </p:nvCxnSpPr>
        <p:spPr>
          <a:xfrm>
            <a:off x="5674794" y="2320462"/>
            <a:ext cx="1167124" cy="2067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C331645A-090F-17AD-370F-B0781EF9C1B4}"/>
              </a:ext>
            </a:extLst>
          </p:cNvPr>
          <p:cNvCxnSpPr/>
          <p:nvPr/>
        </p:nvCxnSpPr>
        <p:spPr>
          <a:xfrm flipV="1">
            <a:off x="4052768" y="2145853"/>
            <a:ext cx="2738605" cy="24169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直接箭头连接符 4">
            <a:extLst>
              <a:ext uri="{FF2B5EF4-FFF2-40B4-BE49-F238E27FC236}">
                <a16:creationId xmlns:a16="http://schemas.microsoft.com/office/drawing/2014/main" id="{87584CB4-1124-85BA-9876-C141567C13EA}"/>
              </a:ext>
            </a:extLst>
          </p:cNvPr>
          <p:cNvCxnSpPr/>
          <p:nvPr/>
        </p:nvCxnSpPr>
        <p:spPr>
          <a:xfrm>
            <a:off x="4249658" y="1388046"/>
            <a:ext cx="2541715" cy="2960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967583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56121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COCOMO</a:t>
            </a:r>
            <a:r>
              <a:rPr lang="zh-CN" altLang="en-US" sz="2400" spc="300" dirty="0">
                <a:latin typeface="微软雅黑" panose="020B0503020204020204" pitchFamily="34" charset="-122"/>
                <a:ea typeface="微软雅黑" panose="020B0503020204020204" pitchFamily="34" charset="-122"/>
              </a:rPr>
              <a:t>模型</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80089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例</a:t>
                </a:r>
                <a:r>
                  <a:rPr lang="en-US" altLang="zh-CN" sz="1700" dirty="0">
                    <a:solidFill>
                      <a:srgbClr val="000000"/>
                    </a:solidFill>
                    <a:latin typeface="华文楷体" panose="02010600040101010101" pitchFamily="2" charset="-122"/>
                    <a:ea typeface="华文楷体" panose="02010600040101010101" pitchFamily="2" charset="-122"/>
                  </a:rPr>
                  <a:t>3.4] </a:t>
                </a:r>
                <a:r>
                  <a:rPr lang="zh-CN" altLang="en-US" sz="1700" dirty="0">
                    <a:solidFill>
                      <a:srgbClr val="000000"/>
                    </a:solidFill>
                    <a:latin typeface="华文楷体" panose="02010600040101010101" pitchFamily="2" charset="-122"/>
                    <a:ea typeface="华文楷体" panose="02010600040101010101" pitchFamily="2" charset="-122"/>
                  </a:rPr>
                  <a:t>考虑一个规模为</a:t>
                </a:r>
                <a:r>
                  <a:rPr lang="en-US" altLang="zh-CN" sz="1700" dirty="0">
                    <a:solidFill>
                      <a:srgbClr val="000000"/>
                    </a:solidFill>
                    <a:latin typeface="华文楷体" panose="02010600040101010101" pitchFamily="2" charset="-122"/>
                    <a:ea typeface="华文楷体" panose="02010600040101010101" pitchFamily="2" charset="-122"/>
                  </a:rPr>
                  <a:t>10 </a:t>
                </a:r>
                <a:r>
                  <a:rPr lang="en-US" altLang="zh-CN" sz="1700" dirty="0" err="1">
                    <a:solidFill>
                      <a:srgbClr val="000000"/>
                    </a:solidFill>
                    <a:latin typeface="华文楷体" panose="02010600040101010101" pitchFamily="2" charset="-122"/>
                    <a:ea typeface="华文楷体" panose="02010600040101010101" pitchFamily="2" charset="-122"/>
                  </a:rPr>
                  <a:t>kDSI</a:t>
                </a:r>
                <a:r>
                  <a:rPr lang="zh-CN" altLang="en-US" sz="1700" dirty="0">
                    <a:solidFill>
                      <a:srgbClr val="000000"/>
                    </a:solidFill>
                    <a:latin typeface="华文楷体" panose="02010600040101010101" pitchFamily="2" charset="-122"/>
                    <a:ea typeface="华文楷体" panose="02010600040101010101" pitchFamily="2" charset="-122"/>
                  </a:rPr>
                  <a:t>的商用软件中的远程通信控制软件（</a:t>
                </a:r>
                <a:r>
                  <a:rPr lang="zh-CN" altLang="en-US" sz="1700" dirty="0">
                    <a:solidFill>
                      <a:srgbClr val="FF0000"/>
                    </a:solidFill>
                    <a:latin typeface="华文楷体" panose="02010600040101010101" pitchFamily="2" charset="-122"/>
                    <a:ea typeface="华文楷体" panose="02010600040101010101" pitchFamily="2" charset="-122"/>
                  </a:rPr>
                  <a:t>嵌入型</a:t>
                </a:r>
                <a:r>
                  <a:rPr lang="zh-CN" altLang="en-US" sz="1700" dirty="0">
                    <a:solidFill>
                      <a:srgbClr val="000000"/>
                    </a:solidFill>
                    <a:latin typeface="华文楷体" panose="02010600040101010101" pitchFamily="2" charset="-122"/>
                    <a:ea typeface="华文楷体" panose="02010600040101010101" pitchFamily="2" charset="-122"/>
                  </a:rPr>
                  <a:t>软件），根据该目标软件的目标、功能需求以及开发机构人力资源投入的现实状况，可得到各影响因子</a:t>
                </a:r>
                <a:r>
                  <a:rPr lang="en-US" altLang="zh-CN" sz="1700" dirty="0" err="1">
                    <a:solidFill>
                      <a:srgbClr val="000000"/>
                    </a:solidFill>
                    <a:latin typeface="华文楷体" panose="02010600040101010101" pitchFamily="2" charset="-122"/>
                    <a:ea typeface="华文楷体" panose="02010600040101010101" pitchFamily="2" charset="-122"/>
                  </a:rPr>
                  <a:t>Uj</a:t>
                </a:r>
                <a:r>
                  <a:rPr lang="zh-CN" altLang="en-US" sz="1700" dirty="0">
                    <a:solidFill>
                      <a:srgbClr val="000000"/>
                    </a:solidFill>
                    <a:latin typeface="华文楷体" panose="02010600040101010101" pitchFamily="2" charset="-122"/>
                    <a:ea typeface="华文楷体" panose="02010600040101010101" pitchFamily="2" charset="-122"/>
                  </a:rPr>
                  <a:t>的具体内涵如表</a:t>
                </a:r>
                <a:r>
                  <a:rPr lang="en-US" altLang="zh-CN" sz="1700" dirty="0">
                    <a:solidFill>
                      <a:srgbClr val="000000"/>
                    </a:solidFill>
                    <a:latin typeface="华文楷体" panose="02010600040101010101" pitchFamily="2" charset="-122"/>
                    <a:ea typeface="华文楷体" panose="02010600040101010101" pitchFamily="2" charset="-122"/>
                  </a:rPr>
                  <a:t>3.12</a:t>
                </a:r>
                <a:r>
                  <a:rPr lang="zh-CN" altLang="en-US" sz="1700" dirty="0">
                    <a:solidFill>
                      <a:srgbClr val="000000"/>
                    </a:solidFill>
                    <a:latin typeface="华文楷体" panose="02010600040101010101" pitchFamily="2" charset="-122"/>
                    <a:ea typeface="华文楷体" panose="02010600040101010101" pitchFamily="2" charset="-122"/>
                  </a:rPr>
                  <a:t>的第二列，又得知该软件开发机构的</a:t>
                </a:r>
                <a:r>
                  <a:rPr lang="zh-CN" altLang="en-US" sz="1700" dirty="0">
                    <a:solidFill>
                      <a:srgbClr val="FF0000"/>
                    </a:solidFill>
                    <a:latin typeface="华文楷体" panose="02010600040101010101" pitchFamily="2" charset="-122"/>
                    <a:ea typeface="华文楷体" panose="02010600040101010101" pitchFamily="2" charset="-122"/>
                  </a:rPr>
                  <a:t>工时费用率</a:t>
                </a:r>
                <a14:m>
                  <m:oMath xmlns:m="http://schemas.openxmlformats.org/officeDocument/2006/math">
                    <m:r>
                      <a:rPr lang="zh-CN" altLang="en-US" sz="1600" i="1" smtClean="0">
                        <a:solidFill>
                          <a:srgbClr val="000000"/>
                        </a:solidFill>
                        <a:latin typeface="Cambria Math" panose="02040503050406030204" pitchFamily="18" charset="0"/>
                      </a:rPr>
                      <m:t>𝛼</m:t>
                    </m:r>
                    <m:r>
                      <a:rPr lang="zh-CN" altLang="en-US" sz="1600" i="1" smtClean="0">
                        <a:solidFill>
                          <a:srgbClr val="000000"/>
                        </a:solidFill>
                        <a:latin typeface="Cambria Math" panose="02040503050406030204" pitchFamily="18" charset="0"/>
                      </a:rPr>
                      <m:t>=4000</m:t>
                    </m:r>
                  </m:oMath>
                </a14:m>
                <a:r>
                  <a:rPr lang="zh-CN" altLang="en-US" sz="1700" dirty="0">
                    <a:solidFill>
                      <a:srgbClr val="000000"/>
                    </a:solidFill>
                    <a:latin typeface="华文楷体" panose="02010600040101010101" pitchFamily="2" charset="-122"/>
                    <a:ea typeface="华文楷体" panose="02010600040101010101" pitchFamily="2" charset="-122"/>
                  </a:rPr>
                  <a:t>元</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人月，试对该目标软件的成本、工作量与工期作出估计。</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解：首先由目标软件的基本特性（嵌入型），表</a:t>
                </a:r>
                <a:r>
                  <a:rPr lang="en-US" altLang="zh-CN" sz="1700" dirty="0">
                    <a:solidFill>
                      <a:srgbClr val="000000"/>
                    </a:solidFill>
                    <a:latin typeface="华文楷体" panose="02010600040101010101" pitchFamily="2" charset="-122"/>
                    <a:ea typeface="华文楷体" panose="02010600040101010101" pitchFamily="2" charset="-122"/>
                  </a:rPr>
                  <a:t>3.10</a:t>
                </a:r>
                <a:r>
                  <a:rPr lang="zh-CN" altLang="en-US" sz="1700" dirty="0">
                    <a:solidFill>
                      <a:srgbClr val="000000"/>
                    </a:solidFill>
                    <a:latin typeface="华文楷体" panose="02010600040101010101" pitchFamily="2" charset="-122"/>
                    <a:ea typeface="华文楷体" panose="02010600040101010101" pitchFamily="2" charset="-122"/>
                  </a:rPr>
                  <a:t>和模型</a:t>
                </a:r>
                <a:r>
                  <a:rPr lang="en-US" altLang="zh-CN" sz="1700" dirty="0">
                    <a:solidFill>
                      <a:srgbClr val="000000"/>
                    </a:solidFill>
                    <a:latin typeface="华文楷体" panose="02010600040101010101" pitchFamily="2" charset="-122"/>
                    <a:ea typeface="华文楷体" panose="02010600040101010101" pitchFamily="2" charset="-122"/>
                  </a:rPr>
                  <a:t>(3.13)</a:t>
                </a:r>
                <a:r>
                  <a:rPr lang="zh-CN" altLang="en-US" sz="1700" dirty="0">
                    <a:solidFill>
                      <a:srgbClr val="000000"/>
                    </a:solidFill>
                    <a:latin typeface="华文楷体" panose="02010600040101010101" pitchFamily="2" charset="-122"/>
                    <a:ea typeface="华文楷体" panose="02010600040101010101" pitchFamily="2" charset="-122"/>
                  </a:rPr>
                  <a:t>式可知有                                                                            </a:t>
                </a:r>
              </a:p>
              <a:p>
                <a:pPr marL="285750" indent="-285750" algn="ctr">
                  <a:lnSpc>
                    <a:spcPct val="150000"/>
                  </a:lnSpc>
                  <a:buFont typeface="Arial" panose="020B0604020202020204" pitchFamily="34" charset="0"/>
                  <a:buChar char="•"/>
                </a:pPr>
                <a14:m>
                  <m:oMath xmlns:m="http://schemas.openxmlformats.org/officeDocument/2006/math">
                    <m:sSub>
                      <m:sSubPr>
                        <m:ctrlPr>
                          <a:rPr lang="zh-CN" altLang="en-US" sz="1600" i="1" smtClean="0">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𝑀</m:t>
                        </m:r>
                      </m:e>
                      <m:sub>
                        <m:r>
                          <a:rPr lang="zh-CN" altLang="en-US" sz="1600" i="1">
                            <a:solidFill>
                              <a:srgbClr val="000000"/>
                            </a:solidFill>
                            <a:latin typeface="Cambria Math" panose="02040503050406030204" pitchFamily="18" charset="0"/>
                          </a:rPr>
                          <m:t>0</m:t>
                        </m:r>
                      </m:sub>
                    </m:sSub>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𝑟</m:t>
                    </m:r>
                    <m:sSup>
                      <m:sSupPr>
                        <m:ctrlPr>
                          <a:rPr lang="zh-CN" altLang="en-US" sz="1600" i="1">
                            <a:solidFill>
                              <a:srgbClr val="000000"/>
                            </a:solidFill>
                            <a:latin typeface="Cambria Math" panose="02040503050406030204" pitchFamily="18" charset="0"/>
                          </a:rPr>
                        </m:ctrlPr>
                      </m:sSupPr>
                      <m:e>
                        <m:r>
                          <a:rPr lang="zh-CN" altLang="en-US" sz="1600" i="1">
                            <a:solidFill>
                              <a:srgbClr val="000000"/>
                            </a:solidFill>
                            <a:latin typeface="Cambria Math" panose="02040503050406030204" pitchFamily="18" charset="0"/>
                          </a:rPr>
                          <m:t>𝐿</m:t>
                        </m:r>
                      </m:e>
                      <m:sup>
                        <m:r>
                          <a:rPr lang="zh-CN" altLang="en-US" sz="1600" i="1">
                            <a:solidFill>
                              <a:srgbClr val="000000"/>
                            </a:solidFill>
                            <a:latin typeface="Cambria Math" panose="02040503050406030204" pitchFamily="18" charset="0"/>
                          </a:rPr>
                          <m:t>𝑘</m:t>
                        </m:r>
                      </m:sup>
                    </m:sSup>
                    <m:r>
                      <a:rPr lang="zh-CN" altLang="en-US" sz="1600" i="1">
                        <a:solidFill>
                          <a:srgbClr val="000000"/>
                        </a:solidFill>
                        <a:latin typeface="Cambria Math" panose="02040503050406030204" pitchFamily="18" charset="0"/>
                      </a:rPr>
                      <m:t>=2.8×1</m:t>
                    </m:r>
                    <m:sSup>
                      <m:sSupPr>
                        <m:ctrlPr>
                          <a:rPr lang="zh-CN" altLang="en-US" sz="1600" i="1">
                            <a:solidFill>
                              <a:srgbClr val="000000"/>
                            </a:solidFill>
                            <a:latin typeface="Cambria Math" panose="02040503050406030204" pitchFamily="18" charset="0"/>
                          </a:rPr>
                        </m:ctrlPr>
                      </m:sSupPr>
                      <m:e>
                        <m:r>
                          <a:rPr lang="zh-CN" altLang="en-US" sz="1600" i="1">
                            <a:solidFill>
                              <a:srgbClr val="000000"/>
                            </a:solidFill>
                            <a:latin typeface="Cambria Math" panose="02040503050406030204" pitchFamily="18" charset="0"/>
                          </a:rPr>
                          <m:t>0</m:t>
                        </m:r>
                      </m:e>
                      <m:sup>
                        <m:r>
                          <a:rPr lang="zh-CN" altLang="en-US" sz="1600" i="1">
                            <a:solidFill>
                              <a:srgbClr val="000000"/>
                            </a:solidFill>
                            <a:latin typeface="Cambria Math" panose="02040503050406030204" pitchFamily="18" charset="0"/>
                          </a:rPr>
                          <m:t>1.2</m:t>
                        </m:r>
                      </m:sup>
                    </m:sSup>
                    <m:r>
                      <a:rPr lang="zh-CN" altLang="en-US" sz="1600" i="1">
                        <a:solidFill>
                          <a:srgbClr val="000000"/>
                        </a:solidFill>
                        <a:latin typeface="Cambria Math" panose="02040503050406030204" pitchFamily="18" charset="0"/>
                      </a:rPr>
                      <m:t>=44.38</m:t>
                    </m:r>
                  </m:oMath>
                </a14:m>
                <a:r>
                  <a:rPr lang="zh-CN" altLang="en-US" sz="1700" dirty="0">
                    <a:solidFill>
                      <a:srgbClr val="000000"/>
                    </a:solidFill>
                    <a:latin typeface="华文楷体" panose="02010600040101010101" pitchFamily="2" charset="-122"/>
                    <a:ea typeface="华文楷体" panose="02010600040101010101" pitchFamily="2" charset="-122"/>
                  </a:rPr>
                  <a:t>（人月）</a:t>
                </a:r>
              </a:p>
            </p:txBody>
          </p:sp>
        </mc:Choice>
        <mc:Fallback xmlns="">
          <p:sp>
            <p:nvSpPr>
              <p:cNvPr id="2" name="矩形 1">
                <a:extLst>
                  <a:ext uri="{FF2B5EF4-FFF2-40B4-BE49-F238E27FC236}">
                    <a16:creationId xmlns:a16="http://schemas.microsoft.com/office/drawing/2014/main" id="{1A343DEC-CFF6-41F5-B87C-0DFC08C67B76}"/>
                  </a:ext>
                </a:extLst>
              </p:cNvPr>
              <p:cNvSpPr>
                <a:spLocks noRot="1" noChangeAspect="1" noMove="1" noResize="1" noEditPoints="1" noAdjustHandles="1" noChangeArrowheads="1" noChangeShapeType="1" noTextEdit="1"/>
              </p:cNvSpPr>
              <p:nvPr/>
            </p:nvSpPr>
            <p:spPr>
              <a:xfrm>
                <a:off x="611831" y="843428"/>
                <a:ext cx="7920338" cy="2800895"/>
              </a:xfrm>
              <a:prstGeom prst="rect">
                <a:avLst/>
              </a:prstGeom>
              <a:blipFill>
                <a:blip r:embed="rId3"/>
                <a:stretch>
                  <a:fillRect l="-385" r="-462" b="-19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9564155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56121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COCOMO</a:t>
            </a:r>
            <a:r>
              <a:rPr lang="zh-CN" altLang="en-US" sz="2400" spc="300" dirty="0">
                <a:latin typeface="微软雅黑" panose="020B0503020204020204" pitchFamily="34" charset="-122"/>
                <a:ea typeface="微软雅黑" panose="020B0503020204020204" pitchFamily="34" charset="-122"/>
              </a:rPr>
              <a:t>模型</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10783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其次，由表</a:t>
                </a:r>
                <a:r>
                  <a:rPr lang="en-US" altLang="zh-CN" sz="1700" dirty="0">
                    <a:solidFill>
                      <a:srgbClr val="000000"/>
                    </a:solidFill>
                    <a:latin typeface="华文楷体" panose="02010600040101010101" pitchFamily="2" charset="-122"/>
                    <a:ea typeface="华文楷体" panose="02010600040101010101" pitchFamily="2" charset="-122"/>
                  </a:rPr>
                  <a:t>3.12</a:t>
                </a:r>
                <a:r>
                  <a:rPr lang="zh-CN" altLang="en-US" sz="1700" dirty="0">
                    <a:solidFill>
                      <a:srgbClr val="000000"/>
                    </a:solidFill>
                    <a:latin typeface="华文楷体" panose="02010600040101010101" pitchFamily="2" charset="-122"/>
                    <a:ea typeface="华文楷体" panose="02010600040101010101" pitchFamily="2" charset="-122"/>
                  </a:rPr>
                  <a:t>第二列中对各影响因子的具体内涵及表</a:t>
                </a:r>
                <a:r>
                  <a:rPr lang="en-US" altLang="zh-CN" sz="1700" dirty="0">
                    <a:solidFill>
                      <a:srgbClr val="000000"/>
                    </a:solidFill>
                    <a:latin typeface="华文楷体" panose="02010600040101010101" pitchFamily="2" charset="-122"/>
                    <a:ea typeface="华文楷体" panose="02010600040101010101" pitchFamily="2" charset="-122"/>
                  </a:rPr>
                  <a:t>3.11</a:t>
                </a:r>
                <a:r>
                  <a:rPr lang="zh-CN" altLang="en-US" sz="1700" dirty="0">
                    <a:solidFill>
                      <a:srgbClr val="000000"/>
                    </a:solidFill>
                    <a:latin typeface="华文楷体" panose="02010600040101010101" pitchFamily="2" charset="-122"/>
                    <a:ea typeface="华文楷体" panose="02010600040101010101" pitchFamily="2" charset="-122"/>
                  </a:rPr>
                  <a:t>可得到各影响因子对应的等级分值并记录于表</a:t>
                </a:r>
                <a:r>
                  <a:rPr lang="en-US" altLang="zh-CN" sz="1700" dirty="0">
                    <a:solidFill>
                      <a:srgbClr val="000000"/>
                    </a:solidFill>
                    <a:latin typeface="华文楷体" panose="02010600040101010101" pitchFamily="2" charset="-122"/>
                    <a:ea typeface="华文楷体" panose="02010600040101010101" pitchFamily="2" charset="-122"/>
                  </a:rPr>
                  <a:t>3.12</a:t>
                </a:r>
                <a:r>
                  <a:rPr lang="zh-CN" altLang="en-US" sz="1700" dirty="0">
                    <a:solidFill>
                      <a:srgbClr val="000000"/>
                    </a:solidFill>
                    <a:latin typeface="华文楷体" panose="02010600040101010101" pitchFamily="2" charset="-122"/>
                    <a:ea typeface="华文楷体" panose="02010600040101010101" pitchFamily="2" charset="-122"/>
                  </a:rPr>
                  <a:t>第三列，于是可得到综合影响因子有</a:t>
                </a:r>
              </a:p>
              <a:p>
                <a:pPr algn="ctr"/>
                <a14:m>
                  <m:oMathPara xmlns:m="http://schemas.openxmlformats.org/officeDocument/2006/math">
                    <m:oMathParaPr>
                      <m:jc m:val="center"/>
                    </m:oMathParaPr>
                    <m:oMath xmlns:m="http://schemas.openxmlformats.org/officeDocument/2006/math">
                      <m:r>
                        <a:rPr lang="zh-CN" altLang="en-US" sz="1600" i="1" smtClean="0">
                          <a:solidFill>
                            <a:srgbClr val="000000"/>
                          </a:solidFill>
                          <a:latin typeface="Cambria Math" panose="02040503050406030204" pitchFamily="18" charset="0"/>
                        </a:rPr>
                        <m:t>𝑈</m:t>
                      </m:r>
                      <m:r>
                        <a:rPr lang="zh-CN" altLang="en-US" sz="1600" i="1" smtClean="0">
                          <a:solidFill>
                            <a:srgbClr val="000000"/>
                          </a:solidFill>
                          <a:latin typeface="Cambria Math" panose="02040503050406030204" pitchFamily="18" charset="0"/>
                        </a:rPr>
                        <m:t>=</m:t>
                      </m:r>
                      <m:nary>
                        <m:naryPr>
                          <m:chr m:val="∏"/>
                          <m:ctrlPr>
                            <a:rPr lang="zh-CN" altLang="en-US" sz="1600" i="1">
                              <a:solidFill>
                                <a:srgbClr val="000000"/>
                              </a:solidFill>
                              <a:latin typeface="Cambria Math" panose="02040503050406030204" pitchFamily="18" charset="0"/>
                            </a:rPr>
                          </m:ctrlPr>
                        </m:naryPr>
                        <m:sub>
                          <m:r>
                            <a:rPr lang="zh-CN" altLang="en-US" sz="1600" i="1">
                              <a:solidFill>
                                <a:srgbClr val="000000"/>
                              </a:solidFill>
                              <a:latin typeface="Cambria Math" panose="02040503050406030204" pitchFamily="18" charset="0"/>
                            </a:rPr>
                            <m:t>𝑗</m:t>
                          </m:r>
                          <m:r>
                            <a:rPr lang="zh-CN" altLang="en-US" sz="1600" i="1">
                              <a:solidFill>
                                <a:srgbClr val="000000"/>
                              </a:solidFill>
                              <a:latin typeface="Cambria Math" panose="02040503050406030204" pitchFamily="18" charset="0"/>
                            </a:rPr>
                            <m:t>=1</m:t>
                          </m:r>
                        </m:sub>
                        <m:sup>
                          <m:r>
                            <a:rPr lang="zh-CN" altLang="en-US" sz="1600" i="1">
                              <a:solidFill>
                                <a:srgbClr val="000000"/>
                              </a:solidFill>
                              <a:latin typeface="Cambria Math" panose="02040503050406030204" pitchFamily="18" charset="0"/>
                            </a:rPr>
                            <m:t>15</m:t>
                          </m:r>
                        </m:sup>
                        <m:e>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𝑈</m:t>
                              </m:r>
                            </m:e>
                            <m:sub>
                              <m:r>
                                <a:rPr lang="zh-CN" altLang="en-US" sz="1600" i="1">
                                  <a:solidFill>
                                    <a:srgbClr val="000000"/>
                                  </a:solidFill>
                                  <a:latin typeface="Cambria Math" panose="02040503050406030204" pitchFamily="18" charset="0"/>
                                </a:rPr>
                                <m:t>𝑗</m:t>
                              </m:r>
                            </m:sub>
                          </m:sSub>
                          <m:r>
                            <a:rPr lang="zh-CN" altLang="en-US" sz="1600" i="1">
                              <a:solidFill>
                                <a:srgbClr val="000000"/>
                              </a:solidFill>
                              <a:latin typeface="Cambria Math" panose="02040503050406030204" pitchFamily="18" charset="0"/>
                            </a:rPr>
                            <m:t>=1×0.94×1.30×1.10×⋯×0.91×1.10×1.00=1.17</m:t>
                          </m:r>
                        </m:e>
                      </m:nary>
                    </m:oMath>
                  </m:oMathPara>
                </a14:m>
                <a:endParaRPr lang="zh-CN" altLang="en-US" sz="1600" dirty="0"/>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最后由</a:t>
                </a:r>
                <a:r>
                  <a:rPr lang="en-US" altLang="zh-CN" sz="1700" dirty="0">
                    <a:solidFill>
                      <a:srgbClr val="000000"/>
                    </a:solidFill>
                    <a:latin typeface="华文楷体" panose="02010600040101010101" pitchFamily="2" charset="-122"/>
                    <a:ea typeface="华文楷体" panose="02010600040101010101" pitchFamily="2" charset="-122"/>
                  </a:rPr>
                  <a:t>(3.13)</a:t>
                </a:r>
                <a:r>
                  <a:rPr lang="zh-CN" altLang="en-US" sz="1700" dirty="0">
                    <a:solidFill>
                      <a:srgbClr val="000000"/>
                    </a:solidFill>
                    <a:latin typeface="华文楷体" panose="02010600040101010101" pitchFamily="2" charset="-122"/>
                    <a:ea typeface="华文楷体" panose="02010600040101010101" pitchFamily="2" charset="-122"/>
                  </a:rPr>
                  <a:t>式可得到</a:t>
                </a:r>
                <a:endParaRPr lang="en-US" altLang="zh-CN" sz="1700" dirty="0">
                  <a:solidFill>
                    <a:srgbClr val="000000"/>
                  </a:solidFill>
                  <a:latin typeface="华文楷体" panose="02010600040101010101" pitchFamily="2" charset="-122"/>
                  <a:ea typeface="华文楷体" panose="02010600040101010101" pitchFamily="2" charset="-122"/>
                </a:endParaRPr>
              </a:p>
              <a:p>
                <a:pPr algn="ctr">
                  <a:lnSpc>
                    <a:spcPct val="150000"/>
                  </a:lnSpc>
                </a:pPr>
                <a14:m>
                  <m:oMathPara xmlns:m="http://schemas.openxmlformats.org/officeDocument/2006/math">
                    <m:oMathParaPr>
                      <m:jc m:val="centerGroup"/>
                    </m:oMathParaPr>
                    <m:oMath xmlns:m="http://schemas.openxmlformats.org/officeDocument/2006/math">
                      <m:sSub>
                        <m:sSubPr>
                          <m:ctrlPr>
                            <a:rPr lang="zh-CN" altLang="en-US" sz="1600" i="1" smtClean="0">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𝑀</m:t>
                          </m:r>
                        </m:e>
                        <m:sub>
                          <m:r>
                            <a:rPr lang="zh-CN" altLang="en-US" sz="1600" i="1">
                              <a:solidFill>
                                <a:srgbClr val="000000"/>
                              </a:solidFill>
                              <a:latin typeface="Cambria Math" panose="02040503050406030204" pitchFamily="18" charset="0"/>
                            </a:rPr>
                            <m:t>𝑠</m:t>
                          </m:r>
                        </m:sub>
                      </m:sSub>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𝑈</m:t>
                      </m:r>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𝑀</m:t>
                          </m:r>
                        </m:e>
                        <m:sub>
                          <m:r>
                            <a:rPr lang="zh-CN" altLang="en-US" sz="1600" i="1">
                              <a:solidFill>
                                <a:srgbClr val="000000"/>
                              </a:solidFill>
                              <a:latin typeface="Cambria Math" panose="02040503050406030204" pitchFamily="18" charset="0"/>
                            </a:rPr>
                            <m:t>0</m:t>
                          </m:r>
                        </m:sub>
                      </m:sSub>
                      <m:r>
                        <a:rPr lang="zh-CN" altLang="en-US" sz="1600" i="1">
                          <a:solidFill>
                            <a:srgbClr val="000000"/>
                          </a:solidFill>
                          <a:latin typeface="Cambria Math" panose="02040503050406030204" pitchFamily="18" charset="0"/>
                        </a:rPr>
                        <m:t>=1.17×44.38=51.5(</m:t>
                      </m:r>
                      <m:r>
                        <a:rPr lang="zh-CN" altLang="en-US" sz="1600" i="1">
                          <a:solidFill>
                            <a:srgbClr val="000000"/>
                          </a:solidFill>
                          <a:latin typeface="Cambria Math" panose="02040503050406030204" pitchFamily="18" charset="0"/>
                        </a:rPr>
                        <m:t>人月</m:t>
                      </m:r>
                      <m:r>
                        <a:rPr lang="zh-CN" altLang="en-US" sz="1600" i="1">
                          <a:solidFill>
                            <a:srgbClr val="000000"/>
                          </a:solidFill>
                          <a:latin typeface="Cambria Math" panose="02040503050406030204" pitchFamily="18" charset="0"/>
                        </a:rPr>
                        <m:t>)</m:t>
                      </m:r>
                    </m:oMath>
                    <m:oMath xmlns:m="http://schemas.openxmlformats.org/officeDocument/2006/math">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𝑇</m:t>
                          </m:r>
                        </m:e>
                        <m:sub>
                          <m:r>
                            <a:rPr lang="zh-CN" altLang="en-US" sz="1600" i="1">
                              <a:solidFill>
                                <a:srgbClr val="000000"/>
                              </a:solidFill>
                              <a:latin typeface="Cambria Math" panose="02040503050406030204" pitchFamily="18" charset="0"/>
                            </a:rPr>
                            <m:t>𝑑</m:t>
                          </m:r>
                        </m:sub>
                      </m:sSub>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h</m:t>
                      </m:r>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𝑀</m:t>
                          </m:r>
                        </m:e>
                        <m:sub>
                          <m:r>
                            <a:rPr lang="zh-CN" altLang="en-US" sz="1600" i="1">
                              <a:solidFill>
                                <a:srgbClr val="000000"/>
                              </a:solidFill>
                              <a:latin typeface="Cambria Math" panose="02040503050406030204" pitchFamily="18" charset="0"/>
                            </a:rPr>
                            <m:t>𝑠</m:t>
                          </m:r>
                        </m:sub>
                      </m:sSub>
                      <m:sSup>
                        <m:sSupPr>
                          <m:ctrlPr>
                            <a:rPr lang="zh-CN" altLang="en-US" sz="1600" i="1">
                              <a:solidFill>
                                <a:srgbClr val="000000"/>
                              </a:solidFill>
                              <a:latin typeface="Cambria Math" panose="02040503050406030204" pitchFamily="18" charset="0"/>
                            </a:rPr>
                          </m:ctrlPr>
                        </m:sSupPr>
                        <m:e>
                          <m:r>
                            <a:rPr lang="zh-CN" altLang="en-US" sz="1600" i="1">
                              <a:solidFill>
                                <a:srgbClr val="000000"/>
                              </a:solidFill>
                              <a:latin typeface="Cambria Math" panose="02040503050406030204" pitchFamily="18" charset="0"/>
                            </a:rPr>
                            <m:t>)</m:t>
                          </m:r>
                        </m:e>
                        <m:sup>
                          <m:r>
                            <a:rPr lang="zh-CN" altLang="en-US" sz="1600" i="1">
                              <a:solidFill>
                                <a:srgbClr val="000000"/>
                              </a:solidFill>
                              <a:latin typeface="Cambria Math" panose="02040503050406030204" pitchFamily="18" charset="0"/>
                            </a:rPr>
                            <m:t>𝑑</m:t>
                          </m:r>
                        </m:sup>
                      </m:sSup>
                      <m:r>
                        <a:rPr lang="zh-CN" altLang="en-US" sz="1600" i="1">
                          <a:solidFill>
                            <a:srgbClr val="000000"/>
                          </a:solidFill>
                          <a:latin typeface="Cambria Math" panose="02040503050406030204" pitchFamily="18" charset="0"/>
                        </a:rPr>
                        <m:t>=2.5×(51.5</m:t>
                      </m:r>
                      <m:sSup>
                        <m:sSupPr>
                          <m:ctrlPr>
                            <a:rPr lang="zh-CN" altLang="en-US" sz="1600" i="1">
                              <a:solidFill>
                                <a:srgbClr val="000000"/>
                              </a:solidFill>
                              <a:latin typeface="Cambria Math" panose="02040503050406030204" pitchFamily="18" charset="0"/>
                            </a:rPr>
                          </m:ctrlPr>
                        </m:sSupPr>
                        <m:e>
                          <m:r>
                            <a:rPr lang="zh-CN" altLang="en-US" sz="1600" i="1">
                              <a:solidFill>
                                <a:srgbClr val="000000"/>
                              </a:solidFill>
                              <a:latin typeface="Cambria Math" panose="02040503050406030204" pitchFamily="18" charset="0"/>
                            </a:rPr>
                            <m:t>)</m:t>
                          </m:r>
                        </m:e>
                        <m:sup>
                          <m:r>
                            <a:rPr lang="zh-CN" altLang="en-US" sz="1600" i="1">
                              <a:solidFill>
                                <a:srgbClr val="000000"/>
                              </a:solidFill>
                              <a:latin typeface="Cambria Math" panose="02040503050406030204" pitchFamily="18" charset="0"/>
                            </a:rPr>
                            <m:t>0.32</m:t>
                          </m:r>
                        </m:sup>
                      </m:sSup>
                      <m:r>
                        <a:rPr lang="zh-CN" altLang="en-US" sz="1600" i="1">
                          <a:solidFill>
                            <a:srgbClr val="000000"/>
                          </a:solidFill>
                          <a:latin typeface="Cambria Math" panose="02040503050406030204" pitchFamily="18" charset="0"/>
                        </a:rPr>
                        <m:t>=8.9(</m:t>
                      </m:r>
                      <m:r>
                        <a:rPr lang="zh-CN" altLang="en-US" sz="1600" i="1">
                          <a:solidFill>
                            <a:srgbClr val="000000"/>
                          </a:solidFill>
                          <a:latin typeface="Cambria Math" panose="02040503050406030204" pitchFamily="18" charset="0"/>
                        </a:rPr>
                        <m:t>月</m:t>
                      </m:r>
                      <m:r>
                        <a:rPr lang="zh-CN" altLang="en-US" sz="1600" i="1">
                          <a:solidFill>
                            <a:srgbClr val="000000"/>
                          </a:solidFill>
                          <a:latin typeface="Cambria Math" panose="02040503050406030204" pitchFamily="18" charset="0"/>
                        </a:rPr>
                        <m:t>)</m:t>
                      </m:r>
                    </m:oMath>
                    <m:oMath xmlns:m="http://schemas.openxmlformats.org/officeDocument/2006/math">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𝐶</m:t>
                          </m:r>
                        </m:e>
                        <m:sub>
                          <m:r>
                            <a:rPr lang="zh-CN" altLang="en-US" sz="1600" i="1">
                              <a:solidFill>
                                <a:srgbClr val="000000"/>
                              </a:solidFill>
                              <a:latin typeface="Cambria Math" panose="02040503050406030204" pitchFamily="18" charset="0"/>
                            </a:rPr>
                            <m:t>𝑠</m:t>
                          </m:r>
                        </m:sub>
                      </m:sSub>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𝛼</m:t>
                      </m:r>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𝑀</m:t>
                          </m:r>
                        </m:e>
                        <m:sub>
                          <m:r>
                            <a:rPr lang="zh-CN" altLang="en-US" sz="1600" i="1">
                              <a:solidFill>
                                <a:srgbClr val="000000"/>
                              </a:solidFill>
                              <a:latin typeface="Cambria Math" panose="02040503050406030204" pitchFamily="18" charset="0"/>
                            </a:rPr>
                            <m:t>𝑠</m:t>
                          </m:r>
                        </m:sub>
                      </m:sSub>
                      <m:r>
                        <a:rPr lang="zh-CN" altLang="en-US" sz="1600" i="1">
                          <a:solidFill>
                            <a:srgbClr val="000000"/>
                          </a:solidFill>
                          <a:latin typeface="Cambria Math" panose="02040503050406030204" pitchFamily="18" charset="0"/>
                        </a:rPr>
                        <m:t>=4000×51.5=20.6</m:t>
                      </m:r>
                      <m:r>
                        <a:rPr lang="zh-CN" altLang="en-US" sz="1600" i="1">
                          <a:solidFill>
                            <a:srgbClr val="000000"/>
                          </a:solidFill>
                          <a:latin typeface="Cambria Math" panose="02040503050406030204" pitchFamily="18" charset="0"/>
                        </a:rPr>
                        <m:t>万元</m:t>
                      </m:r>
                    </m:oMath>
                  </m:oMathPara>
                </a14:m>
                <a:endParaRPr lang="zh-CN" altLang="en-US" sz="1600" dirty="0"/>
              </a:p>
            </p:txBody>
          </p:sp>
        </mc:Choice>
        <mc:Fallback xmlns="">
          <p:sp>
            <p:nvSpPr>
              <p:cNvPr id="2" name="矩形 1">
                <a:extLst>
                  <a:ext uri="{FF2B5EF4-FFF2-40B4-BE49-F238E27FC236}">
                    <a16:creationId xmlns:a16="http://schemas.microsoft.com/office/drawing/2014/main" id="{1A343DEC-CFF6-41F5-B87C-0DFC08C67B76}"/>
                  </a:ext>
                </a:extLst>
              </p:cNvPr>
              <p:cNvSpPr>
                <a:spLocks noRot="1" noChangeAspect="1" noMove="1" noResize="1" noEditPoints="1" noAdjustHandles="1" noChangeArrowheads="1" noChangeShapeType="1" noTextEdit="1"/>
              </p:cNvSpPr>
              <p:nvPr/>
            </p:nvSpPr>
            <p:spPr>
              <a:xfrm>
                <a:off x="611831" y="843428"/>
                <a:ext cx="7920338" cy="3107838"/>
              </a:xfrm>
              <a:prstGeom prst="rect">
                <a:avLst/>
              </a:prstGeom>
              <a:blipFill>
                <a:blip r:embed="rId3"/>
                <a:stretch>
                  <a:fillRect l="-385" r="-4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5378853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Group 75">
            <a:extLst>
              <a:ext uri="{FF2B5EF4-FFF2-40B4-BE49-F238E27FC236}">
                <a16:creationId xmlns:a16="http://schemas.microsoft.com/office/drawing/2014/main" id="{B737F346-CE1D-4533-B318-F9F2202FCD1E}"/>
              </a:ext>
            </a:extLst>
          </p:cNvPr>
          <p:cNvGraphicFramePr>
            <a:graphicFrameLocks/>
          </p:cNvGraphicFramePr>
          <p:nvPr>
            <p:extLst>
              <p:ext uri="{D42A27DB-BD31-4B8C-83A1-F6EECF244321}">
                <p14:modId xmlns:p14="http://schemas.microsoft.com/office/powerpoint/2010/main" val="75902778"/>
              </p:ext>
            </p:extLst>
          </p:nvPr>
        </p:nvGraphicFramePr>
        <p:xfrm>
          <a:off x="663801" y="569513"/>
          <a:ext cx="7816396" cy="4526977"/>
        </p:xfrm>
        <a:graphic>
          <a:graphicData uri="http://schemas.openxmlformats.org/drawingml/2006/table">
            <a:tbl>
              <a:tblPr/>
              <a:tblGrid>
                <a:gridCol w="1254286">
                  <a:extLst>
                    <a:ext uri="{9D8B030D-6E8A-4147-A177-3AD203B41FA5}">
                      <a16:colId xmlns:a16="http://schemas.microsoft.com/office/drawing/2014/main" val="20000"/>
                    </a:ext>
                  </a:extLst>
                </a:gridCol>
                <a:gridCol w="2603043">
                  <a:extLst>
                    <a:ext uri="{9D8B030D-6E8A-4147-A177-3AD203B41FA5}">
                      <a16:colId xmlns:a16="http://schemas.microsoft.com/office/drawing/2014/main" val="20001"/>
                    </a:ext>
                  </a:extLst>
                </a:gridCol>
                <a:gridCol w="863321">
                  <a:extLst>
                    <a:ext uri="{9D8B030D-6E8A-4147-A177-3AD203B41FA5}">
                      <a16:colId xmlns:a16="http://schemas.microsoft.com/office/drawing/2014/main" val="20002"/>
                    </a:ext>
                  </a:extLst>
                </a:gridCol>
                <a:gridCol w="495611">
                  <a:extLst>
                    <a:ext uri="{9D8B030D-6E8A-4147-A177-3AD203B41FA5}">
                      <a16:colId xmlns:a16="http://schemas.microsoft.com/office/drawing/2014/main" val="20003"/>
                    </a:ext>
                  </a:extLst>
                </a:gridCol>
                <a:gridCol w="661297">
                  <a:extLst>
                    <a:ext uri="{9D8B030D-6E8A-4147-A177-3AD203B41FA5}">
                      <a16:colId xmlns:a16="http://schemas.microsoft.com/office/drawing/2014/main" val="20004"/>
                    </a:ext>
                  </a:extLst>
                </a:gridCol>
                <a:gridCol w="494157">
                  <a:extLst>
                    <a:ext uri="{9D8B030D-6E8A-4147-A177-3AD203B41FA5}">
                      <a16:colId xmlns:a16="http://schemas.microsoft.com/office/drawing/2014/main" val="20005"/>
                    </a:ext>
                  </a:extLst>
                </a:gridCol>
                <a:gridCol w="825532">
                  <a:extLst>
                    <a:ext uri="{9D8B030D-6E8A-4147-A177-3AD203B41FA5}">
                      <a16:colId xmlns:a16="http://schemas.microsoft.com/office/drawing/2014/main" val="20006"/>
                    </a:ext>
                  </a:extLst>
                </a:gridCol>
                <a:gridCol w="619149">
                  <a:extLst>
                    <a:ext uri="{9D8B030D-6E8A-4147-A177-3AD203B41FA5}">
                      <a16:colId xmlns:a16="http://schemas.microsoft.com/office/drawing/2014/main" val="20007"/>
                    </a:ext>
                  </a:extLst>
                </a:gridCol>
              </a:tblGrid>
              <a:tr h="613597">
                <a:tc gridSpan="2">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zh-CN" altLang="en-US" sz="14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工作量影响要素</a:t>
                      </a: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 </a:t>
                      </a:r>
                      <a:r>
                        <a:rPr kumimoji="0" lang="en-US" altLang="zh-CN" sz="1400" b="0"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非常低</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低</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正常</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高</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非常高</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超高</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66142">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zh-CN" altLang="en-US" sz="14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产品因素类</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20000"/>
                        </a:spcBef>
                        <a:spcAft>
                          <a:spcPct val="0"/>
                        </a:spcAft>
                        <a:buClr>
                          <a:schemeClr val="tx2"/>
                        </a:buClr>
                        <a:buSzPct val="75000"/>
                        <a:buFont typeface="Wingdings" pitchFamily="2" charset="2"/>
                        <a:buNone/>
                        <a:tabLst/>
                      </a:pP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软件可靠性</a:t>
                      </a:r>
                      <a:r>
                        <a:rPr kumimoji="0" lang="en-US" altLang="zh-CN" sz="1400" b="0"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400" b="0"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p>
                    <a:p>
                      <a:pPr marL="0" marR="0" lvl="0" indent="0" algn="l" defTabSz="914400" rtl="0" eaLnBrk="1" fontAlgn="base" latinLnBrk="0" hangingPunct="1">
                        <a:lnSpc>
                          <a:spcPct val="110000"/>
                        </a:lnSpc>
                        <a:spcBef>
                          <a:spcPct val="20000"/>
                        </a:spcBef>
                        <a:spcAft>
                          <a:spcPct val="0"/>
                        </a:spcAft>
                        <a:buClr>
                          <a:schemeClr val="tx2"/>
                        </a:buClr>
                        <a:buSzPct val="75000"/>
                        <a:buFont typeface="Wingdings" pitchFamily="2" charset="2"/>
                        <a:buNone/>
                        <a:tabLst/>
                      </a:pP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数据库规模 </a:t>
                      </a:r>
                      <a:r>
                        <a:rPr kumimoji="0" lang="en-US" altLang="zh-CN" sz="1400" b="0"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400" b="0"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endParaRPr kumimoji="0"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l" defTabSz="914400" rtl="0" eaLnBrk="1" fontAlgn="base" latinLnBrk="0" hangingPunct="1">
                        <a:lnSpc>
                          <a:spcPct val="110000"/>
                        </a:lnSpc>
                        <a:spcBef>
                          <a:spcPct val="20000"/>
                        </a:spcBef>
                        <a:spcAft>
                          <a:spcPct val="0"/>
                        </a:spcAft>
                        <a:buClr>
                          <a:schemeClr val="tx2"/>
                        </a:buClr>
                        <a:buSzPct val="75000"/>
                        <a:buFont typeface="Wingdings" pitchFamily="2" charset="2"/>
                        <a:buNone/>
                        <a:tabLst/>
                      </a:pP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产品复杂性</a:t>
                      </a:r>
                      <a:r>
                        <a:rPr kumimoji="0" lang="en-US" altLang="zh-CN" sz="1400" b="0"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400" b="0"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endParaRPr kumimoji="0"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0.75</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0.70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0.88</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0.94</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0.85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1.15</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1.08</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1.40</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1.16</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1.30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1.65</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57120">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zh-CN" altLang="en-US" sz="14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计算机因素类</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20000"/>
                        </a:spcBef>
                        <a:spcAft>
                          <a:spcPct val="0"/>
                        </a:spcAft>
                        <a:buClr>
                          <a:schemeClr val="tx2"/>
                        </a:buClr>
                        <a:buSzPct val="75000"/>
                        <a:buFont typeface="Wingdings" pitchFamily="2" charset="2"/>
                        <a:buNone/>
                        <a:tabLst/>
                      </a:pP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执行时间限制 </a:t>
                      </a:r>
                      <a:r>
                        <a:rPr kumimoji="0" lang="en-US" altLang="zh-CN" sz="1400" b="0"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400" b="0"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4</a:t>
                      </a:r>
                      <a:endParaRPr kumimoji="0"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l" defTabSz="914400" rtl="0" eaLnBrk="1" fontAlgn="base" latinLnBrk="0" hangingPunct="1">
                        <a:lnSpc>
                          <a:spcPct val="110000"/>
                        </a:lnSpc>
                        <a:spcBef>
                          <a:spcPct val="20000"/>
                        </a:spcBef>
                        <a:spcAft>
                          <a:spcPct val="0"/>
                        </a:spcAft>
                        <a:buClr>
                          <a:schemeClr val="tx2"/>
                        </a:buClr>
                        <a:buSzPct val="75000"/>
                        <a:buFont typeface="Wingdings" pitchFamily="2" charset="2"/>
                        <a:buNone/>
                        <a:tabLst/>
                      </a:pP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主存储限制   </a:t>
                      </a:r>
                      <a:r>
                        <a:rPr kumimoji="0" lang="en-US" altLang="zh-CN" sz="1400" b="0"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400" b="0"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5</a:t>
                      </a:r>
                      <a:endParaRPr kumimoji="0"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l" defTabSz="914400" rtl="0" eaLnBrk="1" fontAlgn="base" latinLnBrk="0" hangingPunct="1">
                        <a:lnSpc>
                          <a:spcPct val="110000"/>
                        </a:lnSpc>
                        <a:spcBef>
                          <a:spcPct val="20000"/>
                        </a:spcBef>
                        <a:spcAft>
                          <a:spcPct val="0"/>
                        </a:spcAft>
                        <a:buClr>
                          <a:schemeClr val="tx2"/>
                        </a:buClr>
                        <a:buSzPct val="75000"/>
                        <a:buFont typeface="Wingdings" pitchFamily="2" charset="2"/>
                        <a:buNone/>
                        <a:tabLst/>
                      </a:pP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虚拟机*易变性 </a:t>
                      </a:r>
                      <a:r>
                        <a:rPr kumimoji="0" lang="en-US" altLang="zh-CN" sz="1400" b="0"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400" b="0"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6</a:t>
                      </a:r>
                      <a:endParaRPr kumimoji="0"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l" defTabSz="914400" rtl="0" eaLnBrk="1" fontAlgn="base" latinLnBrk="0" hangingPunct="1">
                        <a:lnSpc>
                          <a:spcPct val="110000"/>
                        </a:lnSpc>
                        <a:spcBef>
                          <a:spcPct val="20000"/>
                        </a:spcBef>
                        <a:spcAft>
                          <a:spcPct val="0"/>
                        </a:spcAft>
                        <a:buClr>
                          <a:schemeClr val="tx2"/>
                        </a:buClr>
                        <a:buSzPct val="75000"/>
                        <a:buFont typeface="Wingdings" pitchFamily="2" charset="2"/>
                        <a:buNone/>
                        <a:tabLst/>
                      </a:pP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环境周转时间 </a:t>
                      </a:r>
                      <a:r>
                        <a:rPr kumimoji="0" lang="en-US" altLang="zh-CN" sz="1400" b="0"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400" b="0"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7</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0.87</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0.87</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1.11</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1.06</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1.15</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1.07</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1.30</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1.21</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1.30</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1.66</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1.56</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212849">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zh-CN" altLang="en-US" sz="14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人员的因素类</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20000"/>
                        </a:spcBef>
                        <a:spcAft>
                          <a:spcPct val="0"/>
                        </a:spcAft>
                        <a:buClr>
                          <a:schemeClr val="tx2"/>
                        </a:buClr>
                        <a:buSzPct val="75000"/>
                        <a:buFont typeface="Wingdings" pitchFamily="2" charset="2"/>
                        <a:buNone/>
                        <a:tabLst/>
                      </a:pP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分析员能力 </a:t>
                      </a:r>
                      <a:r>
                        <a:rPr kumimoji="0" lang="en-US" altLang="zh-CN" sz="1400" b="0"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400" b="0"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8</a:t>
                      </a:r>
                      <a:endParaRPr kumimoji="0"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p>
                      <a:pPr marL="0" marR="0" lvl="0" indent="0" algn="l" defTabSz="914400" rtl="0" eaLnBrk="1" fontAlgn="base" latinLnBrk="0" hangingPunct="1">
                        <a:lnSpc>
                          <a:spcPct val="110000"/>
                        </a:lnSpc>
                        <a:spcBef>
                          <a:spcPct val="20000"/>
                        </a:spcBef>
                        <a:spcAft>
                          <a:spcPct val="0"/>
                        </a:spcAft>
                        <a:buClr>
                          <a:schemeClr val="tx2"/>
                        </a:buClr>
                        <a:buSzPct val="75000"/>
                        <a:buFont typeface="Wingdings" pitchFamily="2" charset="2"/>
                        <a:buNone/>
                        <a:tabLst/>
                      </a:pP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应用领域实际经验</a:t>
                      </a:r>
                      <a:r>
                        <a:rPr kumimoji="0" lang="en-US" altLang="zh-CN" sz="1400" b="0"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400" b="0"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9</a:t>
                      </a:r>
                      <a:r>
                        <a:rPr kumimoji="0"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 </a:t>
                      </a:r>
                    </a:p>
                    <a:p>
                      <a:pPr marL="0" marR="0" lvl="0" indent="0" algn="l" defTabSz="914400" rtl="0" eaLnBrk="1" fontAlgn="base" latinLnBrk="0" hangingPunct="1">
                        <a:lnSpc>
                          <a:spcPct val="110000"/>
                        </a:lnSpc>
                        <a:spcBef>
                          <a:spcPct val="20000"/>
                        </a:spcBef>
                        <a:spcAft>
                          <a:spcPct val="0"/>
                        </a:spcAft>
                        <a:buClr>
                          <a:schemeClr val="tx2"/>
                        </a:buClr>
                        <a:buSzPct val="75000"/>
                        <a:buFont typeface="Wingdings" pitchFamily="2" charset="2"/>
                        <a:buNone/>
                        <a:tabLst/>
                      </a:pP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程序员能力 </a:t>
                      </a:r>
                      <a:r>
                        <a:rPr kumimoji="0" lang="en-US" altLang="zh-CN" sz="1400" b="0"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400" b="0"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a:t>
                      </a:r>
                      <a:r>
                        <a:rPr kumimoji="0"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 </a:t>
                      </a:r>
                    </a:p>
                    <a:p>
                      <a:pPr marL="0" marR="0" lvl="0" indent="0" algn="l" defTabSz="914400" rtl="0" eaLnBrk="1" fontAlgn="base" latinLnBrk="0" hangingPunct="1">
                        <a:lnSpc>
                          <a:spcPct val="110000"/>
                        </a:lnSpc>
                        <a:spcBef>
                          <a:spcPct val="20000"/>
                        </a:spcBef>
                        <a:spcAft>
                          <a:spcPct val="0"/>
                        </a:spcAft>
                        <a:buClr>
                          <a:schemeClr val="tx2"/>
                        </a:buClr>
                        <a:buSzPct val="75000"/>
                        <a:buFont typeface="Wingdings" pitchFamily="2" charset="2"/>
                        <a:buNone/>
                        <a:tabLst/>
                      </a:pP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虚拟机*使用经验 </a:t>
                      </a:r>
                      <a:r>
                        <a:rPr kumimoji="0" lang="en-US" altLang="zh-CN" sz="1400" b="0"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400" b="0"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a:t>
                      </a:r>
                      <a:r>
                        <a:rPr kumimoji="0"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 </a:t>
                      </a:r>
                    </a:p>
                    <a:p>
                      <a:pPr marL="0" marR="0" lvl="0" indent="0" algn="l" defTabSz="914400" rtl="0" eaLnBrk="1" fontAlgn="base" latinLnBrk="0" hangingPunct="1">
                        <a:lnSpc>
                          <a:spcPct val="110000"/>
                        </a:lnSpc>
                        <a:spcBef>
                          <a:spcPct val="20000"/>
                        </a:spcBef>
                        <a:spcAft>
                          <a:spcPct val="0"/>
                        </a:spcAft>
                        <a:buClr>
                          <a:schemeClr val="tx2"/>
                        </a:buClr>
                        <a:buSzPct val="75000"/>
                        <a:buFont typeface="Wingdings" pitchFamily="2" charset="2"/>
                        <a:buNone/>
                        <a:tabLst/>
                      </a:pP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程序语言使用经验</a:t>
                      </a:r>
                      <a:r>
                        <a:rPr kumimoji="0" lang="en-US" altLang="zh-CN" sz="1400" b="0"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400" b="0"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1.46</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1.29</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1.42</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1.21</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1.41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1.19</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1.13</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1.17</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1.10</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1.07</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0.86</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0.91</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0.86</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0.90</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0.95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0.71</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0.82</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0.70</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01390">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zh-CN" altLang="en-US" sz="14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项目因素类</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20000"/>
                        </a:spcBef>
                        <a:spcAft>
                          <a:spcPct val="0"/>
                        </a:spcAft>
                        <a:buClr>
                          <a:schemeClr val="tx2"/>
                        </a:buClr>
                        <a:buSzPct val="75000"/>
                        <a:buFont typeface="Wingdings" pitchFamily="2" charset="2"/>
                        <a:buNone/>
                        <a:tabLst/>
                      </a:pP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现代程序设计技术</a:t>
                      </a:r>
                      <a:r>
                        <a:rPr kumimoji="0" lang="en-US" altLang="zh-CN" sz="1400" b="0"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400" b="0"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13</a:t>
                      </a:r>
                      <a:r>
                        <a:rPr kumimoji="0"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 </a:t>
                      </a:r>
                    </a:p>
                    <a:p>
                      <a:pPr marL="0" marR="0" lvl="0" indent="0" algn="l" defTabSz="914400" rtl="0" eaLnBrk="1" fontAlgn="base" latinLnBrk="0" hangingPunct="1">
                        <a:lnSpc>
                          <a:spcPct val="110000"/>
                        </a:lnSpc>
                        <a:spcBef>
                          <a:spcPct val="20000"/>
                        </a:spcBef>
                        <a:spcAft>
                          <a:spcPct val="0"/>
                        </a:spcAft>
                        <a:buClr>
                          <a:schemeClr val="tx2"/>
                        </a:buClr>
                        <a:buSzPct val="75000"/>
                        <a:buFont typeface="Wingdings" pitchFamily="2" charset="2"/>
                        <a:buNone/>
                        <a:tabLst/>
                      </a:pP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软件工具的使用  </a:t>
                      </a:r>
                      <a:r>
                        <a:rPr kumimoji="0" lang="en-US" altLang="zh-CN" sz="1400" b="0"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400" b="0"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14</a:t>
                      </a:r>
                      <a:r>
                        <a:rPr kumimoji="0"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 </a:t>
                      </a:r>
                    </a:p>
                    <a:p>
                      <a:pPr marL="0" marR="0" lvl="0" indent="0" algn="l" defTabSz="914400" rtl="0" eaLnBrk="1" fontAlgn="base" latinLnBrk="0" hangingPunct="1">
                        <a:lnSpc>
                          <a:spcPct val="110000"/>
                        </a:lnSpc>
                        <a:spcBef>
                          <a:spcPct val="20000"/>
                        </a:spcBef>
                        <a:spcAft>
                          <a:spcPct val="0"/>
                        </a:spcAft>
                        <a:buClr>
                          <a:schemeClr val="tx2"/>
                        </a:buClr>
                        <a:buSzPct val="75000"/>
                        <a:buFont typeface="Wingdings" pitchFamily="2" charset="2"/>
                        <a:buNone/>
                        <a:tabLst/>
                      </a:pP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开发进度限制 </a:t>
                      </a:r>
                      <a:r>
                        <a:rPr kumimoji="0" lang="en-US" altLang="zh-CN" sz="1400" b="0"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400" b="0"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1.24</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1.24</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1.23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1.10</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1.10</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1.08</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0.91</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0.91</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1.04</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0.82</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0.83</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p>
                      <a:pPr marL="0" marR="0" lvl="0" indent="0" algn="ctr" defTabSz="914400" rtl="0" eaLnBrk="0" fontAlgn="base" latinLnBrk="0" hangingPunct="0">
                        <a:lnSpc>
                          <a:spcPct val="110000"/>
                        </a:lnSpc>
                        <a:spcBef>
                          <a:spcPct val="0"/>
                        </a:spcBef>
                        <a:spcAft>
                          <a:spcPct val="0"/>
                        </a:spcAft>
                        <a:buClrTx/>
                        <a:buSzTx/>
                        <a:buFontTx/>
                        <a:buNone/>
                        <a:tabLst/>
                      </a:pPr>
                      <a:r>
                        <a:rPr kumimoji="1" lang="en-US" altLang="zh-CN" sz="14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Rectangle 72">
            <a:extLst>
              <a:ext uri="{FF2B5EF4-FFF2-40B4-BE49-F238E27FC236}">
                <a16:creationId xmlns:a16="http://schemas.microsoft.com/office/drawing/2014/main" id="{56B31B82-4B62-44F9-B62C-698C4AE23C9E}"/>
              </a:ext>
            </a:extLst>
          </p:cNvPr>
          <p:cNvSpPr>
            <a:spLocks noChangeArrowheads="1"/>
          </p:cNvSpPr>
          <p:nvPr/>
        </p:nvSpPr>
        <p:spPr bwMode="auto">
          <a:xfrm>
            <a:off x="1963737" y="167888"/>
            <a:ext cx="52165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nchor="ctr">
            <a:spAutoFit/>
          </a:bodyPr>
          <a:lstStyle>
            <a:lvl1pPr>
              <a:lnSpc>
                <a:spcPct val="90000"/>
              </a:lnSpc>
              <a:spcBef>
                <a:spcPct val="20000"/>
              </a:spcBef>
              <a:buClr>
                <a:schemeClr val="tx2"/>
              </a:buClr>
              <a:buSzPct val="75000"/>
              <a:buFont typeface="Wingdings" panose="05000000000000000000" pitchFamily="2" charset="2"/>
              <a:buChar char="l"/>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Char char="–"/>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rgbClr val="00CCFF"/>
              </a:buClr>
              <a:buSzPct val="65000"/>
              <a:buFont typeface="Wingdings" panose="05000000000000000000" pitchFamily="2" charset="2"/>
              <a:buChar char="l"/>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tx1"/>
              </a:buClr>
              <a:buChar char="–"/>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Char char="•"/>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0"/>
              </a:spcBef>
              <a:buClrTx/>
              <a:buSzTx/>
              <a:buFontTx/>
              <a:buNone/>
            </a:pPr>
            <a:r>
              <a:rPr kumimoji="1" lang="zh-CN" altLang="en-US" sz="1800" b="1" dirty="0">
                <a:latin typeface="Times New Roman" panose="02020603050405020304" pitchFamily="18" charset="0"/>
              </a:rPr>
              <a:t>表</a:t>
            </a:r>
            <a:r>
              <a:rPr kumimoji="1" lang="en-US" altLang="zh-CN" sz="1800" b="1" dirty="0">
                <a:latin typeface="Times New Roman" panose="02020603050405020304" pitchFamily="18" charset="0"/>
              </a:rPr>
              <a:t>3.11  15</a:t>
            </a:r>
            <a:r>
              <a:rPr kumimoji="1" lang="zh-CN" altLang="en-US" sz="1800" b="1" dirty="0">
                <a:latin typeface="Times New Roman" panose="02020603050405020304" pitchFamily="18" charset="0"/>
              </a:rPr>
              <a:t>种影响软件工程量的因素</a:t>
            </a:r>
            <a:r>
              <a:rPr kumimoji="1" lang="en-US" altLang="zh-CN" sz="1800" b="1" dirty="0" err="1">
                <a:latin typeface="Times New Roman" panose="02020603050405020304" pitchFamily="18" charset="0"/>
              </a:rPr>
              <a:t>U</a:t>
            </a:r>
            <a:r>
              <a:rPr kumimoji="1" lang="en-US" altLang="zh-CN" sz="1800" b="1" baseline="-25000" dirty="0" err="1">
                <a:latin typeface="Times New Roman" panose="02020603050405020304" pitchFamily="18" charset="0"/>
              </a:rPr>
              <a:t>j</a:t>
            </a:r>
            <a:r>
              <a:rPr kumimoji="1" lang="zh-CN" altLang="en-US" sz="1800" b="1" dirty="0">
                <a:latin typeface="Times New Roman" panose="02020603050405020304" pitchFamily="18" charset="0"/>
              </a:rPr>
              <a:t>的等级分值表</a:t>
            </a:r>
          </a:p>
        </p:txBody>
      </p:sp>
    </p:spTree>
    <p:extLst>
      <p:ext uri="{BB962C8B-B14F-4D97-AF65-F5344CB8AC3E}">
        <p14:creationId xmlns:p14="http://schemas.microsoft.com/office/powerpoint/2010/main" val="3269780829"/>
      </p:ext>
    </p:extLst>
  </p:cSld>
  <p:clrMapOvr>
    <a:masterClrMapping/>
  </p:clrMapOvr>
  <p:transition spd="slow">
    <p:pull/>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Group 2">
            <a:extLst>
              <a:ext uri="{FF2B5EF4-FFF2-40B4-BE49-F238E27FC236}">
                <a16:creationId xmlns:a16="http://schemas.microsoft.com/office/drawing/2014/main" id="{DE1E2D85-DC3F-4C41-91E1-1B26C7F37AC4}"/>
              </a:ext>
            </a:extLst>
          </p:cNvPr>
          <p:cNvGraphicFramePr>
            <a:graphicFrameLocks/>
          </p:cNvGraphicFramePr>
          <p:nvPr>
            <p:extLst>
              <p:ext uri="{D42A27DB-BD31-4B8C-83A1-F6EECF244321}">
                <p14:modId xmlns:p14="http://schemas.microsoft.com/office/powerpoint/2010/main" val="3818172988"/>
              </p:ext>
            </p:extLst>
          </p:nvPr>
        </p:nvGraphicFramePr>
        <p:xfrm>
          <a:off x="246742" y="58166"/>
          <a:ext cx="8725808" cy="4641905"/>
        </p:xfrm>
        <a:graphic>
          <a:graphicData uri="http://schemas.openxmlformats.org/drawingml/2006/table">
            <a:tbl>
              <a:tblPr/>
              <a:tblGrid>
                <a:gridCol w="3721782">
                  <a:extLst>
                    <a:ext uri="{9D8B030D-6E8A-4147-A177-3AD203B41FA5}">
                      <a16:colId xmlns:a16="http://schemas.microsoft.com/office/drawing/2014/main" val="20000"/>
                    </a:ext>
                  </a:extLst>
                </a:gridCol>
                <a:gridCol w="3445343">
                  <a:extLst>
                    <a:ext uri="{9D8B030D-6E8A-4147-A177-3AD203B41FA5}">
                      <a16:colId xmlns:a16="http://schemas.microsoft.com/office/drawing/2014/main" val="20001"/>
                    </a:ext>
                  </a:extLst>
                </a:gridCol>
                <a:gridCol w="1558683">
                  <a:extLst>
                    <a:ext uri="{9D8B030D-6E8A-4147-A177-3AD203B41FA5}">
                      <a16:colId xmlns:a16="http://schemas.microsoft.com/office/drawing/2014/main" val="20002"/>
                    </a:ext>
                  </a:extLst>
                </a:gridCol>
              </a:tblGrid>
              <a:tr h="292164">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zh-CN" altLang="en-US" sz="1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影响工作量因素</a:t>
                      </a:r>
                      <a:r>
                        <a:rPr kumimoji="0" lang="zh-CN" altLang="en-US" sz="2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 </a:t>
                      </a:r>
                      <a:r>
                        <a:rPr kumimoji="0" lang="en-US" altLang="zh-CN" sz="1800" b="0" i="1" u="none" strike="noStrike" cap="none" normalizeH="0" baseline="0" dirty="0" err="1">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800" b="0" i="1" u="none" strike="noStrike" cap="none" normalizeH="0" baseline="-25000" dirty="0" err="1">
                          <a:ln>
                            <a:noFill/>
                          </a:ln>
                          <a:solidFill>
                            <a:schemeClr val="tx1"/>
                          </a:solidFill>
                          <a:effectLst/>
                          <a:latin typeface="Times New Roman" panose="02020603050405020304" pitchFamily="18" charset="0"/>
                          <a:ea typeface="宋体" pitchFamily="2" charset="-122"/>
                          <a:cs typeface="Times New Roman" panose="02020603050405020304" pitchFamily="18" charset="0"/>
                        </a:rPr>
                        <a:t>j</a:t>
                      </a:r>
                      <a:endParaRPr kumimoji="0" lang="en-US" altLang="zh-CN" sz="1800" b="0" i="1"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对影响因子要求的现实情况</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等级分取值</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37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软件可靠性（</a:t>
                      </a: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RELY</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只用于局部地区，恢复问题不严重</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（正常）</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86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1" lang="en-US" altLang="zh-CN" sz="1800" b="0"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r>
                        <a:rPr kumimoji="1"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数据库规模（</a:t>
                      </a: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DATA</a:t>
                      </a:r>
                      <a:r>
                        <a:rPr kumimoji="1"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2000</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字节</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0.94</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（低）</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086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产品复杂性（</a:t>
                      </a: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CPLX</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用于远程通信处理</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1.30</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（很高）</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086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4</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时间限制（</a:t>
                      </a: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TIME</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使用</a:t>
                      </a: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70%</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的</a:t>
                      </a: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CPU</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时间</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1.10</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（高）</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086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5</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主存储限制（</a:t>
                      </a: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STOR</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64KB</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中使用</a:t>
                      </a: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45KB</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1.06</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（高）</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086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6</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机器易变性（</a:t>
                      </a: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VIRT</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使用商用微处理器</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（额定值）</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086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7</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周转时间（</a:t>
                      </a: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TURN</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平均</a:t>
                      </a: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小时</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（额定值）</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086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8</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分析员能力（</a:t>
                      </a: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ACAP</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优秀人才</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0.86</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（高）</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086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9</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工作经验（</a:t>
                      </a: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AEXP</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远程通信工作</a:t>
                      </a: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年</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1.10</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（低）</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086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程序员能力（</a:t>
                      </a: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PCAP</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优秀人才</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0.86</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（高）</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086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工作经验（</a:t>
                      </a: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VEXP</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微机工作</a:t>
                      </a: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6</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个月</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（正常）</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086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12</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语言使用经验（</a:t>
                      </a: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LEXP</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12</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个月</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（正常）</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086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13</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使用现代程序设计技术（</a:t>
                      </a: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MODP</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年以上</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0.91</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（高）</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086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1" lang="en-US" altLang="zh-CN" sz="1800" b="0"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14</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使用软件工具（</a:t>
                      </a: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TOOL</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基本的微型机软件</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1.10</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（低）</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0868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1" lang="en-US" altLang="zh-CN" sz="1800" b="0" i="0"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15</a:t>
                      </a:r>
                      <a:r>
                        <a:rPr kumimoji="1"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工期（</a:t>
                      </a: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SCED</a:t>
                      </a:r>
                      <a:r>
                        <a:rPr kumimoji="1"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9</a:t>
                      </a:r>
                      <a:r>
                        <a:rPr kumimoji="1"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个月</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r>
                        <a:rPr kumimoji="1" lang="zh-CN" altLang="en-US"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（正常）</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4" name="Rectangle 72">
            <a:extLst>
              <a:ext uri="{FF2B5EF4-FFF2-40B4-BE49-F238E27FC236}">
                <a16:creationId xmlns:a16="http://schemas.microsoft.com/office/drawing/2014/main" id="{14798E93-13D4-4F4F-8FDE-9E054EE2B4FD}"/>
              </a:ext>
            </a:extLst>
          </p:cNvPr>
          <p:cNvSpPr>
            <a:spLocks noChangeArrowheads="1"/>
          </p:cNvSpPr>
          <p:nvPr/>
        </p:nvSpPr>
        <p:spPr bwMode="auto">
          <a:xfrm>
            <a:off x="1979613" y="4822438"/>
            <a:ext cx="50863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0" tIns="0" rIns="0" bIns="0" anchor="ctr">
            <a:spAutoFit/>
          </a:bodyPr>
          <a:lstStyle>
            <a:lvl1pPr>
              <a:lnSpc>
                <a:spcPct val="90000"/>
              </a:lnSpc>
              <a:spcBef>
                <a:spcPct val="20000"/>
              </a:spcBef>
              <a:buClr>
                <a:schemeClr val="tx2"/>
              </a:buClr>
              <a:buSzPct val="75000"/>
              <a:buFont typeface="Wingdings" panose="05000000000000000000" pitchFamily="2" charset="2"/>
              <a:buChar char="l"/>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Char char="–"/>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rgbClr val="00CCFF"/>
              </a:buClr>
              <a:buSzPct val="65000"/>
              <a:buFont typeface="Wingdings" panose="05000000000000000000" pitchFamily="2" charset="2"/>
              <a:buChar char="l"/>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tx1"/>
              </a:buClr>
              <a:buChar char="–"/>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Char char="•"/>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0"/>
              </a:spcBef>
              <a:buClrTx/>
              <a:buSzTx/>
              <a:buFontTx/>
              <a:buNone/>
            </a:pPr>
            <a:r>
              <a:rPr kumimoji="1" lang="zh-CN" altLang="en-US" sz="1800" b="1" dirty="0">
                <a:latin typeface="Times New Roman" panose="02020603050405020304" pitchFamily="18" charset="0"/>
              </a:rPr>
              <a:t>表</a:t>
            </a:r>
            <a:r>
              <a:rPr kumimoji="1" lang="en-US" altLang="zh-CN" sz="1800" b="1" dirty="0">
                <a:latin typeface="Times New Roman" panose="02020603050405020304" pitchFamily="18" charset="0"/>
              </a:rPr>
              <a:t>3.12  </a:t>
            </a:r>
            <a:r>
              <a:rPr kumimoji="1" lang="zh-CN" altLang="en-US" sz="1800" b="1" dirty="0">
                <a:latin typeface="Times New Roman" panose="02020603050405020304" pitchFamily="18" charset="0"/>
              </a:rPr>
              <a:t>影响工作量因素 </a:t>
            </a:r>
            <a:r>
              <a:rPr kumimoji="1" lang="en-US" altLang="zh-CN" sz="1800" b="1" i="1" dirty="0">
                <a:latin typeface="Times New Roman" panose="02020603050405020304" pitchFamily="18" charset="0"/>
              </a:rPr>
              <a:t>U</a:t>
            </a:r>
            <a:r>
              <a:rPr kumimoji="1" lang="en-US" altLang="zh-CN" sz="1800" b="1" i="1" baseline="-25000" dirty="0">
                <a:latin typeface="Times New Roman" panose="02020603050405020304" pitchFamily="18" charset="0"/>
              </a:rPr>
              <a:t>i </a:t>
            </a:r>
            <a:r>
              <a:rPr kumimoji="1" lang="zh-CN" altLang="en-US" sz="1800" b="1" dirty="0">
                <a:latin typeface="Times New Roman" panose="02020603050405020304" pitchFamily="18" charset="0"/>
              </a:rPr>
              <a:t>的具体内涵</a:t>
            </a:r>
          </a:p>
        </p:txBody>
      </p:sp>
    </p:spTree>
    <p:extLst>
      <p:ext uri="{BB962C8B-B14F-4D97-AF65-F5344CB8AC3E}">
        <p14:creationId xmlns:p14="http://schemas.microsoft.com/office/powerpoint/2010/main" val="2600751661"/>
      </p:ext>
    </p:extLst>
  </p:cSld>
  <p:clrMapOvr>
    <a:masterClrMapping/>
  </p:clrMapOvr>
  <p:transition spd="slow">
    <p:pull/>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1687405"/>
      </p:ext>
    </p:extLst>
  </p:cSld>
  <p:clrMapOvr>
    <a:masterClrMapping/>
  </p:clrMapOvr>
  <p:transition spd="slow">
    <p:pull/>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56121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COCOMO</a:t>
            </a:r>
            <a:r>
              <a:rPr lang="zh-CN" altLang="en-US" sz="2400" spc="300" dirty="0">
                <a:latin typeface="微软雅黑" panose="020B0503020204020204" pitchFamily="34" charset="-122"/>
                <a:ea typeface="微软雅黑" panose="020B0503020204020204" pitchFamily="34" charset="-122"/>
              </a:rPr>
              <a:t>模型</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8018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中级</a:t>
            </a:r>
            <a:r>
              <a:rPr lang="en-US" altLang="zh-CN" sz="1700" dirty="0">
                <a:solidFill>
                  <a:srgbClr val="000000"/>
                </a:solidFill>
                <a:latin typeface="华文楷体" panose="02010600040101010101" pitchFamily="2" charset="-122"/>
                <a:ea typeface="华文楷体" panose="02010600040101010101" pitchFamily="2" charset="-122"/>
              </a:rPr>
              <a:t>COCOMO</a:t>
            </a:r>
            <a:r>
              <a:rPr lang="zh-CN" altLang="en-US" sz="1700" dirty="0">
                <a:solidFill>
                  <a:srgbClr val="000000"/>
                </a:solidFill>
                <a:latin typeface="华文楷体" panose="02010600040101010101" pitchFamily="2" charset="-122"/>
                <a:ea typeface="华文楷体" panose="02010600040101010101" pitchFamily="2" charset="-122"/>
              </a:rPr>
              <a:t>模型</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适用于中、小规模软件的成本估算问题</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但对于大型软件而言这种估算过于粗略，且无法按阶段来估算其工作量与成本的分配问题。</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注：而各阶段成本与工作量的估算则是大型软件人力资源投入与成本的组织与分配所关注的。</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在中级</a:t>
            </a:r>
            <a:r>
              <a:rPr lang="en-US" altLang="zh-CN" sz="1700" dirty="0">
                <a:solidFill>
                  <a:srgbClr val="000000"/>
                </a:solidFill>
                <a:latin typeface="华文楷体" panose="02010600040101010101" pitchFamily="2" charset="-122"/>
                <a:ea typeface="华文楷体" panose="02010600040101010101" pitchFamily="2" charset="-122"/>
              </a:rPr>
              <a:t>COCOMO</a:t>
            </a:r>
            <a:r>
              <a:rPr lang="zh-CN" altLang="en-US" sz="1700" dirty="0">
                <a:solidFill>
                  <a:srgbClr val="000000"/>
                </a:solidFill>
                <a:latin typeface="华文楷体" panose="02010600040101010101" pitchFamily="2" charset="-122"/>
                <a:ea typeface="华文楷体" panose="02010600040101010101" pitchFamily="2" charset="-122"/>
              </a:rPr>
              <a:t>模型的基础上引入了详细（高级）</a:t>
            </a:r>
            <a:r>
              <a:rPr lang="en-US" altLang="zh-CN" sz="1700" dirty="0">
                <a:solidFill>
                  <a:srgbClr val="000000"/>
                </a:solidFill>
                <a:latin typeface="华文楷体" panose="02010600040101010101" pitchFamily="2" charset="-122"/>
                <a:ea typeface="华文楷体" panose="02010600040101010101" pitchFamily="2" charset="-122"/>
              </a:rPr>
              <a:t>COCOMO</a:t>
            </a:r>
            <a:r>
              <a:rPr lang="zh-CN" altLang="en-US" sz="1700" dirty="0">
                <a:solidFill>
                  <a:srgbClr val="000000"/>
                </a:solidFill>
                <a:latin typeface="华文楷体" panose="02010600040101010101" pitchFamily="2" charset="-122"/>
                <a:ea typeface="华文楷体" panose="02010600040101010101" pitchFamily="2" charset="-122"/>
              </a:rPr>
              <a:t>模型。</a:t>
            </a:r>
          </a:p>
        </p:txBody>
      </p:sp>
    </p:spTree>
    <p:extLst>
      <p:ext uri="{BB962C8B-B14F-4D97-AF65-F5344CB8AC3E}">
        <p14:creationId xmlns:p14="http://schemas.microsoft.com/office/powerpoint/2010/main" val="348819454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56121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COCOMO</a:t>
            </a:r>
            <a:r>
              <a:rPr lang="zh-CN" altLang="en-US" sz="2400" spc="300" dirty="0">
                <a:latin typeface="微软雅黑" panose="020B0503020204020204" pitchFamily="34" charset="-122"/>
                <a:ea typeface="微软雅黑" panose="020B0503020204020204" pitchFamily="34" charset="-122"/>
              </a:rPr>
              <a:t>模型</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详细</a:t>
            </a:r>
            <a:r>
              <a:rPr lang="en-US" altLang="zh-CN" sz="1700" dirty="0">
                <a:solidFill>
                  <a:srgbClr val="000000"/>
                </a:solidFill>
                <a:latin typeface="华文楷体" panose="02010600040101010101" pitchFamily="2" charset="-122"/>
                <a:ea typeface="华文楷体" panose="02010600040101010101" pitchFamily="2" charset="-122"/>
              </a:rPr>
              <a:t>COCOMO</a:t>
            </a:r>
            <a:r>
              <a:rPr lang="zh-CN" altLang="en-US" sz="1700" dirty="0">
                <a:solidFill>
                  <a:srgbClr val="000000"/>
                </a:solidFill>
                <a:latin typeface="华文楷体" panose="02010600040101010101" pitchFamily="2" charset="-122"/>
                <a:ea typeface="华文楷体" panose="02010600040101010101" pitchFamily="2" charset="-122"/>
              </a:rPr>
              <a:t>模型与中级</a:t>
            </a:r>
            <a:r>
              <a:rPr lang="en-US" altLang="zh-CN" sz="1700" dirty="0">
                <a:solidFill>
                  <a:srgbClr val="000000"/>
                </a:solidFill>
                <a:latin typeface="华文楷体" panose="02010600040101010101" pitchFamily="2" charset="-122"/>
                <a:ea typeface="华文楷体" panose="02010600040101010101" pitchFamily="2" charset="-122"/>
              </a:rPr>
              <a:t>COCOMO</a:t>
            </a:r>
            <a:r>
              <a:rPr lang="zh-CN" altLang="en-US" sz="1700" dirty="0">
                <a:solidFill>
                  <a:srgbClr val="000000"/>
                </a:solidFill>
                <a:latin typeface="华文楷体" panose="02010600040101010101" pitchFamily="2" charset="-122"/>
                <a:ea typeface="华文楷体" panose="02010600040101010101" pitchFamily="2" charset="-122"/>
              </a:rPr>
              <a:t>模型的区别在于：</a:t>
            </a:r>
          </a:p>
          <a:p>
            <a:pPr marL="742950" lvl="1" indent="-285750" algn="just">
              <a:lnSpc>
                <a:spcPct val="150000"/>
              </a:lnSpc>
              <a:buFont typeface="Arial" panose="020B0604020202020204" pitchFamily="34" charset="0"/>
              <a:buChar char="•"/>
            </a:pPr>
            <a:r>
              <a:rPr lang="zh-CN" altLang="en-US" sz="1700" b="1" dirty="0">
                <a:solidFill>
                  <a:srgbClr val="7030A0"/>
                </a:solidFill>
                <a:latin typeface="华文楷体" panose="02010600040101010101" pitchFamily="2" charset="-122"/>
                <a:ea typeface="华文楷体" panose="02010600040101010101" pitchFamily="2" charset="-122"/>
              </a:rPr>
              <a:t>详细</a:t>
            </a:r>
            <a:r>
              <a:rPr lang="en-US" altLang="zh-CN" sz="1700" b="1" dirty="0">
                <a:solidFill>
                  <a:srgbClr val="7030A0"/>
                </a:solidFill>
                <a:latin typeface="华文楷体" panose="02010600040101010101" pitchFamily="2" charset="-122"/>
                <a:ea typeface="华文楷体" panose="02010600040101010101" pitchFamily="2" charset="-122"/>
              </a:rPr>
              <a:t>COCOMO</a:t>
            </a:r>
            <a:r>
              <a:rPr lang="zh-CN" altLang="en-US" sz="1700" dirty="0">
                <a:solidFill>
                  <a:srgbClr val="000000"/>
                </a:solidFill>
                <a:latin typeface="华文楷体" panose="02010600040101010101" pitchFamily="2" charset="-122"/>
                <a:ea typeface="华文楷体" panose="02010600040101010101" pitchFamily="2" charset="-122"/>
              </a:rPr>
              <a:t>模型在中级</a:t>
            </a:r>
            <a:r>
              <a:rPr lang="en-US" altLang="zh-CN" sz="1700" dirty="0">
                <a:solidFill>
                  <a:srgbClr val="000000"/>
                </a:solidFill>
                <a:latin typeface="华文楷体" panose="02010600040101010101" pitchFamily="2" charset="-122"/>
                <a:ea typeface="华文楷体" panose="02010600040101010101" pitchFamily="2" charset="-122"/>
              </a:rPr>
              <a:t>COCOMO</a:t>
            </a:r>
            <a:r>
              <a:rPr lang="zh-CN" altLang="en-US" sz="1700" dirty="0">
                <a:solidFill>
                  <a:srgbClr val="000000"/>
                </a:solidFill>
                <a:latin typeface="华文楷体" panose="02010600040101010101" pitchFamily="2" charset="-122"/>
                <a:ea typeface="华文楷体" panose="02010600040101010101" pitchFamily="2" charset="-122"/>
              </a:rPr>
              <a:t>模型的基础上，对各影响因子按照开发阶段的</a:t>
            </a:r>
            <a:r>
              <a:rPr lang="zh-CN" altLang="en-US" sz="1700" b="1" dirty="0">
                <a:solidFill>
                  <a:srgbClr val="FF0000"/>
                </a:solidFill>
                <a:latin typeface="华文楷体" panose="02010600040101010101" pitchFamily="2" charset="-122"/>
                <a:ea typeface="华文楷体" panose="02010600040101010101" pitchFamily="2" charset="-122"/>
              </a:rPr>
              <a:t>四个子阶段</a:t>
            </a:r>
            <a:r>
              <a:rPr lang="zh-CN" altLang="en-US" sz="1700" dirty="0">
                <a:solidFill>
                  <a:srgbClr val="000000"/>
                </a:solidFill>
                <a:latin typeface="华文楷体" panose="02010600040101010101" pitchFamily="2" charset="-122"/>
                <a:ea typeface="华文楷体" panose="02010600040101010101" pitchFamily="2" charset="-122"/>
              </a:rPr>
              <a:t>（需求和产品设计子阶段，详细设计子阶段，编程和单元测试子阶段，集成与测试子阶段）作</a:t>
            </a:r>
            <a:r>
              <a:rPr lang="zh-CN" altLang="en-US" sz="1700" b="1" dirty="0">
                <a:solidFill>
                  <a:srgbClr val="7030A0"/>
                </a:solidFill>
                <a:latin typeface="华文楷体" panose="02010600040101010101" pitchFamily="2" charset="-122"/>
                <a:ea typeface="华文楷体" panose="02010600040101010101" pitchFamily="2" charset="-122"/>
              </a:rPr>
              <a:t>进一步的分解</a:t>
            </a:r>
            <a:r>
              <a:rPr lang="zh-CN" altLang="en-US" sz="1700" dirty="0">
                <a:solidFill>
                  <a:srgbClr val="000000"/>
                </a:solidFill>
                <a:latin typeface="华文楷体" panose="02010600040101010101" pitchFamily="2" charset="-122"/>
                <a:ea typeface="华文楷体" panose="02010600040101010101" pitchFamily="2" charset="-122"/>
              </a:rPr>
              <a:t>，并按各子阶段给出各影响因子</a:t>
            </a:r>
            <a:r>
              <a:rPr lang="en-US" altLang="zh-CN" sz="1700" dirty="0" err="1">
                <a:solidFill>
                  <a:srgbClr val="000000"/>
                </a:solidFill>
                <a:latin typeface="华文楷体" panose="02010600040101010101" pitchFamily="2" charset="-122"/>
                <a:ea typeface="华文楷体" panose="02010600040101010101" pitchFamily="2" charset="-122"/>
              </a:rPr>
              <a:t>Uj</a:t>
            </a:r>
            <a:r>
              <a:rPr lang="zh-CN" altLang="en-US" sz="1700" dirty="0">
                <a:solidFill>
                  <a:srgbClr val="000000"/>
                </a:solidFill>
                <a:latin typeface="华文楷体" panose="02010600040101010101" pitchFamily="2" charset="-122"/>
                <a:ea typeface="华文楷体" panose="02010600040101010101" pitchFamily="2" charset="-122"/>
              </a:rPr>
              <a:t>的等级度量分值表及其相应的说明。 </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对于不同类型（组织型、半独立型和嵌入型）和不同规模（小型、次中型、中型、大型、巨型）的软件工程，进一步给出了软件开发四个子阶段的工作量的分布比例（</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）的推荐值。</a:t>
            </a:r>
          </a:p>
        </p:txBody>
      </p:sp>
    </p:spTree>
    <p:extLst>
      <p:ext uri="{BB962C8B-B14F-4D97-AF65-F5344CB8AC3E}">
        <p14:creationId xmlns:p14="http://schemas.microsoft.com/office/powerpoint/2010/main" val="368869320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56121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COCOMO</a:t>
            </a:r>
            <a:r>
              <a:rPr lang="zh-CN" altLang="en-US" sz="2400" spc="300" dirty="0">
                <a:latin typeface="微软雅黑" panose="020B0503020204020204" pitchFamily="34" charset="-122"/>
                <a:ea typeface="微软雅黑" panose="020B0503020204020204" pitchFamily="34" charset="-122"/>
              </a:rPr>
              <a:t>模型</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01702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利用上例所示的模型不仅可以求解出软件工程</a:t>
            </a:r>
            <a:r>
              <a:rPr lang="zh-CN" altLang="en-US" sz="1700" b="1" dirty="0">
                <a:solidFill>
                  <a:srgbClr val="7030A0"/>
                </a:solidFill>
                <a:latin typeface="华文楷体" panose="02010600040101010101" pitchFamily="2" charset="-122"/>
                <a:ea typeface="华文楷体" panose="02010600040101010101" pitchFamily="2" charset="-122"/>
              </a:rPr>
              <a:t>的总成本，工作量及工期</a:t>
            </a:r>
            <a:r>
              <a:rPr lang="zh-CN" altLang="en-US" sz="1700" dirty="0">
                <a:solidFill>
                  <a:srgbClr val="000000"/>
                </a:solidFill>
                <a:latin typeface="华文楷体" panose="02010600040101010101" pitchFamily="2" charset="-122"/>
                <a:ea typeface="华文楷体" panose="02010600040101010101" pitchFamily="2" charset="-122"/>
              </a:rPr>
              <a:t>（进度），而且还能进一步计算出这种成本、工作量和工期（进度）在软件开发各子阶段中的</a:t>
            </a:r>
            <a:r>
              <a:rPr lang="zh-CN" altLang="en-US" sz="1700" b="1" dirty="0">
                <a:solidFill>
                  <a:srgbClr val="000000"/>
                </a:solidFill>
                <a:latin typeface="华文楷体" panose="02010600040101010101" pitchFamily="2" charset="-122"/>
                <a:ea typeface="华文楷体" panose="02010600040101010101" pitchFamily="2" charset="-122"/>
              </a:rPr>
              <a:t>分布比例</a:t>
            </a:r>
            <a:r>
              <a:rPr lang="zh-CN" altLang="en-US" sz="1700" dirty="0">
                <a:solidFill>
                  <a:srgbClr val="000000"/>
                </a:solidFill>
                <a:latin typeface="华文楷体" panose="02010600040101010101" pitchFamily="2" charset="-122"/>
                <a:ea typeface="华文楷体" panose="02010600040101010101" pitchFamily="2" charset="-122"/>
              </a:rPr>
              <a:t>以及对应的劳动生产率（单位：源指令条件</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人月），单位成本（单位：元</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每条指令）等工程经济参数。</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可将上述计算过程组成二张对应的表格以便随时调阅其中的有关细节。</a:t>
            </a:r>
          </a:p>
        </p:txBody>
      </p:sp>
    </p:spTree>
    <p:extLst>
      <p:ext uri="{BB962C8B-B14F-4D97-AF65-F5344CB8AC3E}">
        <p14:creationId xmlns:p14="http://schemas.microsoft.com/office/powerpoint/2010/main" val="103912568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599960"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COCOMO</a:t>
            </a:r>
            <a:r>
              <a:rPr lang="zh-CN" altLang="en-US" sz="2400" spc="300" dirty="0">
                <a:latin typeface="微软雅黑" panose="020B0503020204020204" pitchFamily="34" charset="-122"/>
                <a:ea typeface="微软雅黑" panose="020B0503020204020204" pitchFamily="34" charset="-122"/>
              </a:rPr>
              <a:t>模型的修正</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62461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Boehm</a:t>
            </a:r>
            <a:r>
              <a:rPr lang="zh-CN" altLang="en-US" sz="1700" dirty="0">
                <a:solidFill>
                  <a:srgbClr val="000000"/>
                </a:solidFill>
                <a:latin typeface="华文楷体" panose="02010600040101010101" pitchFamily="2" charset="-122"/>
                <a:ea typeface="华文楷体" panose="02010600040101010101" pitchFamily="2" charset="-122"/>
              </a:rPr>
              <a:t>推出的上述</a:t>
            </a:r>
            <a:r>
              <a:rPr lang="en-US" altLang="zh-CN" sz="1700" dirty="0">
                <a:solidFill>
                  <a:srgbClr val="000000"/>
                </a:solidFill>
                <a:latin typeface="华文楷体" panose="02010600040101010101" pitchFamily="2" charset="-122"/>
                <a:ea typeface="华文楷体" panose="02010600040101010101" pitchFamily="2" charset="-122"/>
              </a:rPr>
              <a:t>COCOMO</a:t>
            </a:r>
            <a:r>
              <a:rPr lang="zh-CN" altLang="en-US" sz="1700" dirty="0">
                <a:solidFill>
                  <a:srgbClr val="000000"/>
                </a:solidFill>
                <a:latin typeface="华文楷体" panose="02010600040101010101" pitchFamily="2" charset="-122"/>
                <a:ea typeface="华文楷体" panose="02010600040101010101" pitchFamily="2" charset="-122"/>
              </a:rPr>
              <a:t>模型是在其所在机构的特定环境下推出的，我们引入该模型时切不可机械搬用，而应在该模型的基础上进行适当修正来寻求适合于我国国情、本企业的构造性成本模型。</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模型修正的基本思想。</a:t>
            </a:r>
          </a:p>
        </p:txBody>
      </p:sp>
    </p:spTree>
    <p:extLst>
      <p:ext uri="{BB962C8B-B14F-4D97-AF65-F5344CB8AC3E}">
        <p14:creationId xmlns:p14="http://schemas.microsoft.com/office/powerpoint/2010/main" val="54518716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a:extLst>
              <a:ext uri="{FF2B5EF4-FFF2-40B4-BE49-F238E27FC236}">
                <a16:creationId xmlns:a16="http://schemas.microsoft.com/office/drawing/2014/main" id="{34676439-1CFA-468E-84B0-56F9A50A77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841361" y="1679701"/>
            <a:ext cx="5581928" cy="3456335"/>
          </a:xfrm>
          <a:prstGeom prst="rect">
            <a:avLst/>
          </a:prstGeom>
          <a:ln>
            <a:solidFill>
              <a:schemeClr val="tx1"/>
            </a:solidFill>
            <a:miter lim="800000"/>
            <a:headEnd/>
            <a:tailEnd/>
          </a:ln>
        </p:spPr>
      </p:pic>
      <p:sp>
        <p:nvSpPr>
          <p:cNvPr id="4" name="文本框 3">
            <a:extLst>
              <a:ext uri="{FF2B5EF4-FFF2-40B4-BE49-F238E27FC236}">
                <a16:creationId xmlns:a16="http://schemas.microsoft.com/office/drawing/2014/main" id="{4C0D6155-73B7-43C5-BFC7-065C92C1DB81}"/>
              </a:ext>
            </a:extLst>
          </p:cNvPr>
          <p:cNvSpPr txBox="1"/>
          <p:nvPr/>
        </p:nvSpPr>
        <p:spPr>
          <a:xfrm>
            <a:off x="120650" y="201173"/>
            <a:ext cx="9023350" cy="153445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a:t>
            </a:r>
            <a:r>
              <a:rPr lang="en-US" altLang="zh-CN" sz="1600" dirty="0">
                <a:solidFill>
                  <a:srgbClr val="000000"/>
                </a:solidFill>
                <a:latin typeface="华文楷体" panose="02010600040101010101" pitchFamily="2" charset="-122"/>
                <a:ea typeface="华文楷体" panose="02010600040101010101" pitchFamily="2" charset="-122"/>
              </a:rPr>
              <a:t>1</a:t>
            </a:r>
            <a:r>
              <a:rPr lang="zh-CN" altLang="en-US" sz="1600" dirty="0">
                <a:solidFill>
                  <a:srgbClr val="000000"/>
                </a:solidFill>
                <a:latin typeface="华文楷体" panose="02010600040101010101" pitchFamily="2" charset="-122"/>
                <a:ea typeface="华文楷体" panose="02010600040101010101" pitchFamily="2" charset="-122"/>
              </a:rPr>
              <a:t>）</a:t>
            </a:r>
            <a:r>
              <a:rPr lang="zh-CN" altLang="en-US" sz="1600" b="1" dirty="0">
                <a:solidFill>
                  <a:srgbClr val="7030A0"/>
                </a:solidFill>
                <a:latin typeface="华文楷体" panose="02010600040101010101" pitchFamily="2" charset="-122"/>
                <a:ea typeface="华文楷体" panose="02010600040101010101" pitchFamily="2" charset="-122"/>
              </a:rPr>
              <a:t>单参数修正</a:t>
            </a:r>
            <a:r>
              <a:rPr lang="zh-CN" altLang="en-US" sz="1600" dirty="0">
                <a:solidFill>
                  <a:srgbClr val="000000"/>
                </a:solidFill>
                <a:latin typeface="华文楷体" panose="02010600040101010101" pitchFamily="2" charset="-122"/>
                <a:ea typeface="华文楷体" panose="02010600040101010101" pitchFamily="2" charset="-122"/>
              </a:rPr>
              <a:t>：设</a:t>
            </a:r>
            <a:r>
              <a:rPr lang="en-US" altLang="zh-CN" sz="1600" dirty="0">
                <a:solidFill>
                  <a:srgbClr val="000000"/>
                </a:solidFill>
                <a:latin typeface="华文楷体" panose="02010600040101010101" pitchFamily="2" charset="-122"/>
                <a:ea typeface="华文楷体" panose="02010600040101010101" pitchFamily="2" charset="-122"/>
              </a:rPr>
              <a:t>M0=</a:t>
            </a:r>
            <a:r>
              <a:rPr lang="en-US" altLang="zh-CN" sz="1600" dirty="0" err="1">
                <a:solidFill>
                  <a:srgbClr val="000000"/>
                </a:solidFill>
                <a:latin typeface="华文楷体" panose="02010600040101010101" pitchFamily="2" charset="-122"/>
                <a:ea typeface="华文楷体" panose="02010600040101010101" pitchFamily="2" charset="-122"/>
              </a:rPr>
              <a:t>rLsk</a:t>
            </a:r>
            <a:r>
              <a:rPr lang="zh-CN" altLang="en-US" sz="1600" dirty="0">
                <a:solidFill>
                  <a:srgbClr val="000000"/>
                </a:solidFill>
                <a:latin typeface="华文楷体" panose="02010600040101010101" pitchFamily="2" charset="-122"/>
                <a:ea typeface="华文楷体" panose="02010600040101010101" pitchFamily="2" charset="-122"/>
              </a:rPr>
              <a:t>中</a:t>
            </a:r>
            <a:r>
              <a:rPr lang="en-US" altLang="zh-CN" sz="1600" dirty="0">
                <a:solidFill>
                  <a:srgbClr val="000000"/>
                </a:solidFill>
                <a:latin typeface="华文楷体" panose="02010600040101010101" pitchFamily="2" charset="-122"/>
                <a:ea typeface="华文楷体" panose="02010600040101010101" pitchFamily="2" charset="-122"/>
              </a:rPr>
              <a:t>Boehm</a:t>
            </a:r>
            <a:r>
              <a:rPr lang="zh-CN" altLang="en-US" sz="1600" dirty="0">
                <a:solidFill>
                  <a:srgbClr val="000000"/>
                </a:solidFill>
                <a:latin typeface="华文楷体" panose="02010600040101010101" pitchFamily="2" charset="-122"/>
                <a:ea typeface="华文楷体" panose="02010600040101010101" pitchFamily="2" charset="-122"/>
              </a:rPr>
              <a:t>给出的</a:t>
            </a:r>
            <a:r>
              <a:rPr lang="en-US" altLang="zh-CN" sz="1600" dirty="0">
                <a:solidFill>
                  <a:srgbClr val="000000"/>
                </a:solidFill>
                <a:latin typeface="华文楷体" panose="02010600040101010101" pitchFamily="2" charset="-122"/>
                <a:ea typeface="华文楷体" panose="02010600040101010101" pitchFamily="2" charset="-122"/>
              </a:rPr>
              <a:t>k=1.05</a:t>
            </a:r>
            <a:r>
              <a:rPr lang="zh-CN" altLang="en-US" sz="1600" dirty="0">
                <a:solidFill>
                  <a:srgbClr val="000000"/>
                </a:solidFill>
                <a:latin typeface="华文楷体" panose="02010600040101010101" pitchFamily="2" charset="-122"/>
                <a:ea typeface="华文楷体" panose="02010600040101010101" pitchFamily="2" charset="-122"/>
              </a:rPr>
              <a:t>可用（</a:t>
            </a:r>
            <a:r>
              <a:rPr lang="en-US" altLang="zh-CN" sz="1600" dirty="0">
                <a:solidFill>
                  <a:srgbClr val="000000"/>
                </a:solidFill>
                <a:latin typeface="华文楷体" panose="02010600040101010101" pitchFamily="2" charset="-122"/>
                <a:ea typeface="华文楷体" panose="02010600040101010101" pitchFamily="2" charset="-122"/>
              </a:rPr>
              <a:t>y=</a:t>
            </a:r>
            <a:r>
              <a:rPr lang="en-US" altLang="zh-CN" sz="1600" dirty="0" err="1">
                <a:solidFill>
                  <a:srgbClr val="000000"/>
                </a:solidFill>
                <a:latin typeface="华文楷体" panose="02010600040101010101" pitchFamily="2" charset="-122"/>
                <a:ea typeface="华文楷体" panose="02010600040101010101" pitchFamily="2" charset="-122"/>
              </a:rPr>
              <a:t>axb</a:t>
            </a:r>
            <a:r>
              <a:rPr lang="zh-CN" altLang="en-US" sz="1600" dirty="0">
                <a:solidFill>
                  <a:srgbClr val="000000"/>
                </a:solidFill>
                <a:latin typeface="华文楷体" panose="02010600040101010101" pitchFamily="2" charset="-122"/>
                <a:ea typeface="华文楷体" panose="02010600040101010101" pitchFamily="2" charset="-122"/>
              </a:rPr>
              <a:t>中</a:t>
            </a:r>
            <a:r>
              <a:rPr lang="en-US" altLang="zh-CN" sz="1600" dirty="0">
                <a:solidFill>
                  <a:srgbClr val="000000"/>
                </a:solidFill>
                <a:latin typeface="华文楷体" panose="02010600040101010101" pitchFamily="2" charset="-122"/>
                <a:ea typeface="华文楷体" panose="02010600040101010101" pitchFamily="2" charset="-122"/>
              </a:rPr>
              <a:t>b</a:t>
            </a:r>
            <a:r>
              <a:rPr lang="zh-CN" altLang="en-US" sz="1600" dirty="0">
                <a:solidFill>
                  <a:srgbClr val="000000"/>
                </a:solidFill>
                <a:latin typeface="华文楷体" panose="02010600040101010101" pitchFamily="2" charset="-122"/>
                <a:ea typeface="华文楷体" panose="02010600040101010101" pitchFamily="2" charset="-122"/>
              </a:rPr>
              <a:t>反映了该曲线的弯曲程度），而</a:t>
            </a:r>
            <a:r>
              <a:rPr lang="en-US" altLang="zh-CN" sz="1600" dirty="0">
                <a:solidFill>
                  <a:srgbClr val="000000"/>
                </a:solidFill>
                <a:latin typeface="华文楷体" panose="02010600040101010101" pitchFamily="2" charset="-122"/>
                <a:ea typeface="华文楷体" panose="02010600040101010101" pitchFamily="2" charset="-122"/>
              </a:rPr>
              <a:t>r</a:t>
            </a:r>
            <a:r>
              <a:rPr lang="zh-CN" altLang="en-US" sz="1600" dirty="0">
                <a:solidFill>
                  <a:srgbClr val="000000"/>
                </a:solidFill>
                <a:latin typeface="华文楷体" panose="02010600040101010101" pitchFamily="2" charset="-122"/>
                <a:ea typeface="华文楷体" panose="02010600040101010101" pitchFamily="2" charset="-122"/>
              </a:rPr>
              <a:t>需修正。此时可利用本企业（软件开发机构）在同样配置环境下过去已完成的同一模式</a:t>
            </a:r>
            <a:r>
              <a:rPr lang="en-US" altLang="zh-CN" sz="1600" dirty="0">
                <a:solidFill>
                  <a:srgbClr val="000000"/>
                </a:solidFill>
                <a:latin typeface="华文楷体" panose="02010600040101010101" pitchFamily="2" charset="-122"/>
                <a:ea typeface="华文楷体" panose="02010600040101010101" pitchFamily="2" charset="-122"/>
              </a:rPr>
              <a:t>n</a:t>
            </a:r>
            <a:r>
              <a:rPr lang="zh-CN" altLang="en-US" sz="1600" dirty="0">
                <a:solidFill>
                  <a:srgbClr val="000000"/>
                </a:solidFill>
                <a:latin typeface="华文楷体" panose="02010600040101010101" pitchFamily="2" charset="-122"/>
                <a:ea typeface="华文楷体" panose="02010600040101010101" pitchFamily="2" charset="-122"/>
              </a:rPr>
              <a:t>个软件项目的样本数据，如规模</a:t>
            </a:r>
            <a:r>
              <a:rPr lang="en-US" altLang="zh-CN" sz="1600" dirty="0">
                <a:solidFill>
                  <a:srgbClr val="000000"/>
                </a:solidFill>
                <a:latin typeface="华文楷体" panose="02010600040101010101" pitchFamily="2" charset="-122"/>
                <a:ea typeface="华文楷体" panose="02010600040101010101" pitchFamily="2" charset="-122"/>
              </a:rPr>
              <a:t>Li</a:t>
            </a:r>
            <a:r>
              <a:rPr lang="zh-CN" altLang="en-US" sz="1600" dirty="0">
                <a:solidFill>
                  <a:srgbClr val="000000"/>
                </a:solidFill>
                <a:latin typeface="华文楷体" panose="02010600040101010101" pitchFamily="2" charset="-122"/>
                <a:ea typeface="华文楷体" panose="02010600040101010101" pitchFamily="2" charset="-122"/>
              </a:rPr>
              <a:t>，工作量乘数</a:t>
            </a:r>
            <a:r>
              <a:rPr lang="en-US" altLang="zh-CN" sz="1600" dirty="0">
                <a:solidFill>
                  <a:srgbClr val="000000"/>
                </a:solidFill>
                <a:latin typeface="华文楷体" panose="02010600040101010101" pitchFamily="2" charset="-122"/>
                <a:ea typeface="华文楷体" panose="02010600040101010101" pitchFamily="2" charset="-122"/>
              </a:rPr>
              <a:t>Ui</a:t>
            </a:r>
            <a:r>
              <a:rPr lang="zh-CN" altLang="en-US" sz="1600" dirty="0">
                <a:solidFill>
                  <a:srgbClr val="000000"/>
                </a:solidFill>
                <a:latin typeface="华文楷体" panose="02010600040101010101" pitchFamily="2" charset="-122"/>
                <a:ea typeface="华文楷体" panose="02010600040101010101" pitchFamily="2" charset="-122"/>
              </a:rPr>
              <a:t>，实际开发工作量</a:t>
            </a:r>
            <a:r>
              <a:rPr lang="en-US" altLang="zh-CN" sz="1600" dirty="0" err="1">
                <a:solidFill>
                  <a:srgbClr val="000000"/>
                </a:solidFill>
                <a:latin typeface="华文楷体" panose="02010600040101010101" pitchFamily="2" charset="-122"/>
                <a:ea typeface="华文楷体" panose="02010600040101010101" pitchFamily="2" charset="-122"/>
              </a:rPr>
              <a:t>MMi</a:t>
            </a:r>
            <a:r>
              <a:rPr lang="zh-CN" altLang="en-US" sz="1600" dirty="0">
                <a:solidFill>
                  <a:srgbClr val="000000"/>
                </a:solidFill>
                <a:latin typeface="华文楷体" panose="02010600040101010101" pitchFamily="2" charset="-122"/>
                <a:ea typeface="华文楷体" panose="02010600040101010101" pitchFamily="2" charset="-122"/>
              </a:rPr>
              <a:t>（</a:t>
            </a:r>
            <a:r>
              <a:rPr lang="en-US" altLang="zh-CN" sz="1600" dirty="0" err="1">
                <a:solidFill>
                  <a:srgbClr val="000000"/>
                </a:solidFill>
                <a:latin typeface="华文楷体" panose="02010600040101010101" pitchFamily="2" charset="-122"/>
                <a:ea typeface="华文楷体" panose="02010600040101010101" pitchFamily="2" charset="-122"/>
              </a:rPr>
              <a:t>i</a:t>
            </a:r>
            <a:r>
              <a:rPr lang="en-US" altLang="zh-CN" sz="1600" dirty="0">
                <a:solidFill>
                  <a:srgbClr val="000000"/>
                </a:solidFill>
                <a:latin typeface="华文楷体" panose="02010600040101010101" pitchFamily="2" charset="-122"/>
                <a:ea typeface="华文楷体" panose="02010600040101010101" pitchFamily="2" charset="-122"/>
              </a:rPr>
              <a:t>=1~n</a:t>
            </a:r>
            <a:r>
              <a:rPr lang="zh-CN" altLang="en-US" sz="1600" dirty="0">
                <a:solidFill>
                  <a:srgbClr val="000000"/>
                </a:solidFill>
                <a:latin typeface="华文楷体" panose="02010600040101010101" pitchFamily="2" charset="-122"/>
                <a:ea typeface="华文楷体" panose="02010600040101010101" pitchFamily="2" charset="-122"/>
              </a:rPr>
              <a:t>），即可通过数理统计中的最小二乘法来求解新的适合于本企业的统计模型。 </a:t>
            </a:r>
          </a:p>
        </p:txBody>
      </p:sp>
    </p:spTree>
    <p:extLst>
      <p:ext uri="{BB962C8B-B14F-4D97-AF65-F5344CB8AC3E}">
        <p14:creationId xmlns:p14="http://schemas.microsoft.com/office/powerpoint/2010/main" val="350110140"/>
      </p:ext>
    </p:extLst>
  </p:cSld>
  <p:clrMapOvr>
    <a:masterClrMapping/>
  </p:clrMapOvr>
  <p:transition spd="slow">
    <p:pull/>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599960"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COCOMO</a:t>
            </a:r>
            <a:r>
              <a:rPr lang="zh-CN" altLang="en-US" sz="2400" spc="300" dirty="0">
                <a:latin typeface="微软雅黑" panose="020B0503020204020204" pitchFamily="34" charset="-122"/>
                <a:ea typeface="微软雅黑" panose="020B0503020204020204" pitchFamily="34" charset="-122"/>
              </a:rPr>
              <a:t>模型的修正</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3219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例</a:t>
            </a:r>
            <a:r>
              <a:rPr lang="en-US" altLang="zh-CN" sz="1700" dirty="0">
                <a:solidFill>
                  <a:srgbClr val="000000"/>
                </a:solidFill>
                <a:latin typeface="华文楷体" panose="02010600040101010101" pitchFamily="2" charset="-122"/>
                <a:ea typeface="华文楷体" panose="02010600040101010101" pitchFamily="2" charset="-122"/>
              </a:rPr>
              <a:t>3.5] </a:t>
            </a:r>
            <a:r>
              <a:rPr lang="zh-CN" altLang="en-US" sz="1700" dirty="0">
                <a:solidFill>
                  <a:srgbClr val="000000"/>
                </a:solidFill>
                <a:latin typeface="华文楷体" panose="02010600040101010101" pitchFamily="2" charset="-122"/>
                <a:ea typeface="华文楷体" panose="02010600040101010101" pitchFamily="2" charset="-122"/>
              </a:rPr>
              <a:t>某软件开发机构已完成了五个组织型软件项目开发，各项目的参数如表</a:t>
            </a:r>
            <a:r>
              <a:rPr lang="en-US" altLang="zh-CN" sz="1700" dirty="0">
                <a:solidFill>
                  <a:srgbClr val="000000"/>
                </a:solidFill>
                <a:latin typeface="华文楷体" panose="02010600040101010101" pitchFamily="2" charset="-122"/>
                <a:ea typeface="华文楷体" panose="02010600040101010101" pitchFamily="2" charset="-122"/>
              </a:rPr>
              <a:t>3.13</a:t>
            </a:r>
            <a:r>
              <a:rPr lang="zh-CN" altLang="en-US" sz="1700" dirty="0">
                <a:solidFill>
                  <a:srgbClr val="000000"/>
                </a:solidFill>
                <a:latin typeface="华文楷体" panose="02010600040101010101" pitchFamily="2" charset="-122"/>
                <a:ea typeface="华文楷体" panose="02010600040101010101" pitchFamily="2" charset="-122"/>
              </a:rPr>
              <a:t>，现取</a:t>
            </a:r>
            <a:r>
              <a:rPr lang="en-US" altLang="zh-CN" sz="1700" dirty="0">
                <a:solidFill>
                  <a:srgbClr val="000000"/>
                </a:solidFill>
                <a:latin typeface="华文楷体" panose="02010600040101010101" pitchFamily="2" charset="-122"/>
                <a:ea typeface="华文楷体" panose="02010600040101010101" pitchFamily="2" charset="-122"/>
              </a:rPr>
              <a:t>k=1.05</a:t>
            </a:r>
            <a:r>
              <a:rPr lang="zh-CN" altLang="en-US" sz="1700" dirty="0">
                <a:solidFill>
                  <a:srgbClr val="000000"/>
                </a:solidFill>
                <a:latin typeface="华文楷体" panose="02010600040101010101" pitchFamily="2" charset="-122"/>
                <a:ea typeface="华文楷体" panose="02010600040101010101" pitchFamily="2" charset="-122"/>
              </a:rPr>
              <a:t>，拟对</a:t>
            </a:r>
            <a:r>
              <a:rPr lang="en-US" altLang="zh-CN" sz="1700" dirty="0">
                <a:solidFill>
                  <a:srgbClr val="000000"/>
                </a:solidFill>
                <a:latin typeface="华文楷体" panose="02010600040101010101" pitchFamily="2" charset="-122"/>
                <a:ea typeface="华文楷体" panose="02010600040101010101" pitchFamily="2" charset="-122"/>
              </a:rPr>
              <a:t>r</a:t>
            </a:r>
            <a:r>
              <a:rPr lang="zh-CN" altLang="en-US" sz="1700" dirty="0">
                <a:solidFill>
                  <a:srgbClr val="000000"/>
                </a:solidFill>
                <a:latin typeface="华文楷体" panose="02010600040101010101" pitchFamily="2" charset="-122"/>
                <a:ea typeface="华文楷体" panose="02010600040101010101" pitchFamily="2" charset="-122"/>
              </a:rPr>
              <a:t>进行修正。试求解在上述开发环境下的成本构造性模型。</a:t>
            </a:r>
          </a:p>
        </p:txBody>
      </p:sp>
      <p:grpSp>
        <p:nvGrpSpPr>
          <p:cNvPr id="6" name="Group 73">
            <a:extLst>
              <a:ext uri="{FF2B5EF4-FFF2-40B4-BE49-F238E27FC236}">
                <a16:creationId xmlns:a16="http://schemas.microsoft.com/office/drawing/2014/main" id="{8E0B41B0-837B-44FB-9BC2-E8324DDA60BA}"/>
              </a:ext>
            </a:extLst>
          </p:cNvPr>
          <p:cNvGrpSpPr>
            <a:grpSpLocks/>
          </p:cNvGrpSpPr>
          <p:nvPr/>
        </p:nvGrpSpPr>
        <p:grpSpPr bwMode="auto">
          <a:xfrm>
            <a:off x="784268" y="2157204"/>
            <a:ext cx="7784646" cy="2629804"/>
            <a:chOff x="97" y="1471"/>
            <a:chExt cx="5461" cy="1868"/>
          </a:xfrm>
        </p:grpSpPr>
        <p:sp>
          <p:nvSpPr>
            <p:cNvPr id="7" name="Rectangle 72">
              <a:extLst>
                <a:ext uri="{FF2B5EF4-FFF2-40B4-BE49-F238E27FC236}">
                  <a16:creationId xmlns:a16="http://schemas.microsoft.com/office/drawing/2014/main" id="{64C973A7-4942-4DA2-B257-89F28F6EE981}"/>
                </a:ext>
              </a:extLst>
            </p:cNvPr>
            <p:cNvSpPr>
              <a:spLocks noChangeArrowheads="1"/>
            </p:cNvSpPr>
            <p:nvPr/>
          </p:nvSpPr>
          <p:spPr bwMode="auto">
            <a:xfrm>
              <a:off x="97" y="1471"/>
              <a:ext cx="5427" cy="1694"/>
            </a:xfrm>
            <a:prstGeom prst="rect">
              <a:avLst/>
            </a:prstGeom>
            <a:solidFill>
              <a:schemeClr val="tx1"/>
            </a:solidFill>
            <a:ln w="9525" algn="ctr">
              <a:solidFill>
                <a:schemeClr val="tx1"/>
              </a:solidFill>
              <a:miter lim="800000"/>
              <a:headEnd/>
              <a:tailEnd/>
            </a:ln>
          </p:spPr>
          <p:txBody>
            <a:bodyPr wrap="none" lIns="0" tIns="0" rIns="0" bIns="0" anchor="ctr"/>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p>
          </p:txBody>
        </p:sp>
        <p:pic>
          <p:nvPicPr>
            <p:cNvPr id="8" name="Picture 71">
              <a:extLst>
                <a:ext uri="{FF2B5EF4-FFF2-40B4-BE49-F238E27FC236}">
                  <a16:creationId xmlns:a16="http://schemas.microsoft.com/office/drawing/2014/main" id="{0A7005FC-0EEF-40E8-89AE-0118D6D06E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 y="1498"/>
              <a:ext cx="5412" cy="1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85086504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599960"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COCOMO</a:t>
            </a:r>
            <a:r>
              <a:rPr lang="zh-CN" altLang="en-US" sz="2400" spc="300" dirty="0">
                <a:latin typeface="微软雅黑" panose="020B0503020204020204" pitchFamily="34" charset="-122"/>
                <a:ea typeface="微软雅黑" panose="020B0503020204020204" pitchFamily="34" charset="-122"/>
              </a:rPr>
              <a:t>模型的修正</a:t>
            </a:r>
          </a:p>
        </p:txBody>
      </p:sp>
      <p:pic>
        <p:nvPicPr>
          <p:cNvPr id="3" name="Picture 4">
            <a:extLst>
              <a:ext uri="{FF2B5EF4-FFF2-40B4-BE49-F238E27FC236}">
                <a16:creationId xmlns:a16="http://schemas.microsoft.com/office/drawing/2014/main" id="{1A88737F-0AF4-4B91-BB0A-462454B4DB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943" r="42313"/>
          <a:stretch>
            <a:fillRect/>
          </a:stretch>
        </p:blipFill>
        <p:spPr bwMode="auto">
          <a:xfrm>
            <a:off x="2195512" y="1102735"/>
            <a:ext cx="4752976" cy="2607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48583879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79607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COCOMO</a:t>
            </a:r>
            <a:r>
              <a:rPr lang="zh-CN" altLang="en-US" sz="2400" spc="300" dirty="0">
                <a:latin typeface="微软雅黑" panose="020B0503020204020204" pitchFamily="34" charset="-122"/>
                <a:ea typeface="微软雅黑" panose="020B0503020204020204" pitchFamily="34" charset="-122"/>
              </a:rPr>
              <a:t>模型的修正 </a:t>
            </a:r>
            <a:r>
              <a:rPr lang="en-US" altLang="zh-CN" sz="2400" spc="300" dirty="0">
                <a:latin typeface="微软雅黑" panose="020B0503020204020204" pitchFamily="34" charset="-122"/>
                <a:ea typeface="微软雅黑" panose="020B0503020204020204" pitchFamily="34" charset="-122"/>
              </a:rPr>
              <a:t>– </a:t>
            </a:r>
            <a:r>
              <a:rPr lang="zh-CN" altLang="en-US" sz="2400" spc="300" dirty="0">
                <a:latin typeface="微软雅黑" panose="020B0503020204020204" pitchFamily="34" charset="-122"/>
                <a:ea typeface="微软雅黑" panose="020B0503020204020204" pitchFamily="34" charset="-122"/>
              </a:rPr>
              <a:t>双参数修正</a:t>
            </a:r>
          </a:p>
        </p:txBody>
      </p:sp>
      <p:pic>
        <p:nvPicPr>
          <p:cNvPr id="6" name="Picture 4">
            <a:extLst>
              <a:ext uri="{FF2B5EF4-FFF2-40B4-BE49-F238E27FC236}">
                <a16:creationId xmlns:a16="http://schemas.microsoft.com/office/drawing/2014/main" id="{DAE96E04-C03B-4B0D-828A-57286FEA16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936687" y="704792"/>
            <a:ext cx="7270626" cy="4076358"/>
          </a:xfrm>
          <a:prstGeom prst="rect">
            <a:avLst/>
          </a:prstGeom>
        </p:spPr>
      </p:pic>
    </p:spTree>
    <p:extLst>
      <p:ext uri="{BB962C8B-B14F-4D97-AF65-F5344CB8AC3E}">
        <p14:creationId xmlns:p14="http://schemas.microsoft.com/office/powerpoint/2010/main" val="4128857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79607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COCOMO</a:t>
            </a:r>
            <a:r>
              <a:rPr lang="zh-CN" altLang="en-US" sz="2400" spc="300" dirty="0">
                <a:latin typeface="微软雅黑" panose="020B0503020204020204" pitchFamily="34" charset="-122"/>
                <a:ea typeface="微软雅黑" panose="020B0503020204020204" pitchFamily="34" charset="-122"/>
              </a:rPr>
              <a:t>模型的修正 </a:t>
            </a:r>
            <a:r>
              <a:rPr lang="en-US" altLang="zh-CN" sz="2400" spc="300" dirty="0">
                <a:latin typeface="微软雅黑" panose="020B0503020204020204" pitchFamily="34" charset="-122"/>
                <a:ea typeface="微软雅黑" panose="020B0503020204020204" pitchFamily="34" charset="-122"/>
              </a:rPr>
              <a:t>– </a:t>
            </a:r>
            <a:r>
              <a:rPr lang="zh-CN" altLang="en-US" sz="2400" spc="300" dirty="0">
                <a:latin typeface="微软雅黑" panose="020B0503020204020204" pitchFamily="34" charset="-122"/>
                <a:ea typeface="微软雅黑" panose="020B0503020204020204" pitchFamily="34" charset="-122"/>
              </a:rPr>
              <a:t>双参数修正</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4736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例</a:t>
            </a:r>
            <a:r>
              <a:rPr lang="en-US" altLang="zh-CN" sz="1700" dirty="0">
                <a:solidFill>
                  <a:srgbClr val="000000"/>
                </a:solidFill>
                <a:latin typeface="华文楷体" panose="02010600040101010101" pitchFamily="2" charset="-122"/>
                <a:ea typeface="华文楷体" panose="02010600040101010101" pitchFamily="2" charset="-122"/>
              </a:rPr>
              <a:t>3.6] </a:t>
            </a:r>
            <a:r>
              <a:rPr lang="zh-CN" altLang="en-US" sz="1700" dirty="0">
                <a:solidFill>
                  <a:srgbClr val="000000"/>
                </a:solidFill>
                <a:latin typeface="华文楷体" panose="02010600040101010101" pitchFamily="2" charset="-122"/>
                <a:ea typeface="华文楷体" panose="02010600040101010101" pitchFamily="2" charset="-122"/>
              </a:rPr>
              <a:t>有关项目参数同表</a:t>
            </a:r>
            <a:r>
              <a:rPr lang="en-US" altLang="zh-CN" sz="1700" dirty="0">
                <a:solidFill>
                  <a:srgbClr val="000000"/>
                </a:solidFill>
                <a:latin typeface="华文楷体" panose="02010600040101010101" pitchFamily="2" charset="-122"/>
                <a:ea typeface="华文楷体" panose="02010600040101010101" pitchFamily="2" charset="-122"/>
              </a:rPr>
              <a:t>3.13</a:t>
            </a:r>
            <a:r>
              <a:rPr lang="zh-CN" altLang="en-US" sz="1700" dirty="0">
                <a:solidFill>
                  <a:srgbClr val="000000"/>
                </a:solidFill>
                <a:latin typeface="华文楷体" panose="02010600040101010101" pitchFamily="2" charset="-122"/>
                <a:ea typeface="华文楷体" panose="02010600040101010101" pitchFamily="2" charset="-122"/>
              </a:rPr>
              <a:t>，试求解在此开发环境下双参数修正的成本模型。</a:t>
            </a:r>
          </a:p>
        </p:txBody>
      </p:sp>
      <p:pic>
        <p:nvPicPr>
          <p:cNvPr id="3" name="Picture 7">
            <a:extLst>
              <a:ext uri="{FF2B5EF4-FFF2-40B4-BE49-F238E27FC236}">
                <a16:creationId xmlns:a16="http://schemas.microsoft.com/office/drawing/2014/main" id="{70471888-AC35-4A07-BB1C-3B9333DA2D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5207" y="1290795"/>
            <a:ext cx="6713585" cy="3609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414417065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79607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COCOMO</a:t>
            </a:r>
            <a:r>
              <a:rPr lang="zh-CN" altLang="en-US" sz="2400" spc="300" dirty="0">
                <a:latin typeface="微软雅黑" panose="020B0503020204020204" pitchFamily="34" charset="-122"/>
                <a:ea typeface="微软雅黑" panose="020B0503020204020204" pitchFamily="34" charset="-122"/>
              </a:rPr>
              <a:t>模型的修正 </a:t>
            </a:r>
            <a:r>
              <a:rPr lang="en-US" altLang="zh-CN" sz="2400" spc="300" dirty="0">
                <a:latin typeface="微软雅黑" panose="020B0503020204020204" pitchFamily="34" charset="-122"/>
                <a:ea typeface="微软雅黑" panose="020B0503020204020204" pitchFamily="34" charset="-122"/>
              </a:rPr>
              <a:t>– </a:t>
            </a:r>
            <a:r>
              <a:rPr lang="zh-CN" altLang="en-US" sz="2400" spc="300" dirty="0">
                <a:latin typeface="微软雅黑" panose="020B0503020204020204" pitchFamily="34" charset="-122"/>
                <a:ea typeface="微软雅黑" panose="020B0503020204020204" pitchFamily="34" charset="-122"/>
              </a:rPr>
              <a:t>双参数修正</a:t>
            </a:r>
          </a:p>
        </p:txBody>
      </p:sp>
      <p:pic>
        <p:nvPicPr>
          <p:cNvPr id="3" name="Picture 6">
            <a:extLst>
              <a:ext uri="{FF2B5EF4-FFF2-40B4-BE49-F238E27FC236}">
                <a16:creationId xmlns:a16="http://schemas.microsoft.com/office/drawing/2014/main" id="{5D19E224-2644-41A1-BF33-F8A5A8F52B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9996"/>
          <a:stretch>
            <a:fillRect/>
          </a:stretch>
        </p:blipFill>
        <p:spPr bwMode="auto">
          <a:xfrm>
            <a:off x="915238" y="669331"/>
            <a:ext cx="7270049" cy="4231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178021267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721788"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COCOMO(2000)</a:t>
            </a:r>
            <a:r>
              <a:rPr lang="zh-CN" altLang="en-US" sz="2400" spc="300" dirty="0">
                <a:latin typeface="微软雅黑" panose="020B0503020204020204" pitchFamily="34" charset="-122"/>
                <a:ea typeface="微软雅黑" panose="020B0503020204020204" pitchFamily="34" charset="-122"/>
              </a:rPr>
              <a:t>介绍</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4576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保留原有功能</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引入 </a:t>
            </a:r>
            <a:r>
              <a:rPr lang="en-US" altLang="zh-CN" dirty="0">
                <a:solidFill>
                  <a:srgbClr val="000000"/>
                </a:solidFill>
                <a:latin typeface="华文楷体" panose="02010600040101010101" pitchFamily="2" charset="-122"/>
                <a:ea typeface="华文楷体" panose="02010600040101010101" pitchFamily="2" charset="-122"/>
              </a:rPr>
              <a:t>1980-2000</a:t>
            </a:r>
            <a:r>
              <a:rPr lang="zh-CN" altLang="en-US" dirty="0">
                <a:solidFill>
                  <a:srgbClr val="000000"/>
                </a:solidFill>
                <a:latin typeface="华文楷体" panose="02010600040101010101" pitchFamily="2" charset="-122"/>
                <a:ea typeface="华文楷体" panose="02010600040101010101" pitchFamily="2" charset="-122"/>
              </a:rPr>
              <a:t>年新的管理概念：如软件重用、过程成熟度等。</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成本估算方法提供多种途径</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功能调整</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支持软件及数据库</a:t>
            </a:r>
            <a:endParaRPr lang="en-US" altLang="zh-CN"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营销手段</a:t>
            </a:r>
          </a:p>
        </p:txBody>
      </p:sp>
    </p:spTree>
    <p:extLst>
      <p:ext uri="{BB962C8B-B14F-4D97-AF65-F5344CB8AC3E}">
        <p14:creationId xmlns:p14="http://schemas.microsoft.com/office/powerpoint/2010/main" val="388515157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721788"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COCOMO(2000)</a:t>
            </a:r>
            <a:r>
              <a:rPr lang="zh-CN" altLang="en-US" sz="2400" spc="300" dirty="0">
                <a:latin typeface="微软雅黑" panose="020B0503020204020204" pitchFamily="34" charset="-122"/>
                <a:ea typeface="微软雅黑" panose="020B0503020204020204" pitchFamily="34" charset="-122"/>
              </a:rPr>
              <a:t>介绍</a:t>
            </a:r>
          </a:p>
        </p:txBody>
      </p:sp>
      <p:pic>
        <p:nvPicPr>
          <p:cNvPr id="3" name="Picture 5">
            <a:extLst>
              <a:ext uri="{FF2B5EF4-FFF2-40B4-BE49-F238E27FC236}">
                <a16:creationId xmlns:a16="http://schemas.microsoft.com/office/drawing/2014/main" id="{F94E8894-1C73-4ADE-8F2B-35F3E661A4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0469"/>
          <a:stretch>
            <a:fillRect/>
          </a:stretch>
        </p:blipFill>
        <p:spPr bwMode="auto">
          <a:xfrm>
            <a:off x="459661" y="1108223"/>
            <a:ext cx="4513445" cy="292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aphicFrame>
        <p:nvGraphicFramePr>
          <p:cNvPr id="2" name="Object 4">
            <a:extLst>
              <a:ext uri="{FF2B5EF4-FFF2-40B4-BE49-F238E27FC236}">
                <a16:creationId xmlns:a16="http://schemas.microsoft.com/office/drawing/2014/main" id="{A8A8B31A-0090-4135-8927-EE9791B2162E}"/>
              </a:ext>
            </a:extLst>
          </p:cNvPr>
          <p:cNvGraphicFramePr>
            <a:graphicFrameLocks noChangeAspect="1"/>
          </p:cNvGraphicFramePr>
          <p:nvPr>
            <p:extLst>
              <p:ext uri="{D42A27DB-BD31-4B8C-83A1-F6EECF244321}">
                <p14:modId xmlns:p14="http://schemas.microsoft.com/office/powerpoint/2010/main" val="4210095805"/>
              </p:ext>
            </p:extLst>
          </p:nvPr>
        </p:nvGraphicFramePr>
        <p:xfrm>
          <a:off x="5993057" y="935348"/>
          <a:ext cx="1492289" cy="2983353"/>
        </p:xfrm>
        <a:graphic>
          <a:graphicData uri="http://schemas.openxmlformats.org/presentationml/2006/ole">
            <mc:AlternateContent xmlns:mc="http://schemas.openxmlformats.org/markup-compatibility/2006">
              <mc:Choice xmlns:v="urn:schemas-microsoft-com:vml" Requires="v">
                <p:oleObj r:id="rId4" imgW="876300" imgH="1676400" progId="Unknown">
                  <p:embed/>
                </p:oleObj>
              </mc:Choice>
              <mc:Fallback>
                <p:oleObj r:id="rId4" imgW="876300" imgH="1676400" progId="Unknown">
                  <p:embed/>
                  <p:pic>
                    <p:nvPicPr>
                      <p:cNvPr id="2" name="Object 4">
                        <a:extLst>
                          <a:ext uri="{FF2B5EF4-FFF2-40B4-BE49-F238E27FC236}">
                            <a16:creationId xmlns:a16="http://schemas.microsoft.com/office/drawing/2014/main" id="{A8A8B31A-0090-4135-8927-EE9791B216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93057" y="935348"/>
                        <a:ext cx="1492289" cy="298335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94596135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721788"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COCOMO(2000)</a:t>
            </a:r>
            <a:r>
              <a:rPr lang="zh-CN" altLang="en-US" sz="2400" spc="300" dirty="0">
                <a:latin typeface="微软雅黑" panose="020B0503020204020204" pitchFamily="34" charset="-122"/>
                <a:ea typeface="微软雅黑" panose="020B0503020204020204" pitchFamily="34" charset="-122"/>
              </a:rPr>
              <a:t>介绍</a:t>
            </a:r>
          </a:p>
        </p:txBody>
      </p:sp>
      <p:pic>
        <p:nvPicPr>
          <p:cNvPr id="3" name="Picture 4">
            <a:extLst>
              <a:ext uri="{FF2B5EF4-FFF2-40B4-BE49-F238E27FC236}">
                <a16:creationId xmlns:a16="http://schemas.microsoft.com/office/drawing/2014/main" id="{6414B469-447D-4C68-916D-A7FFDFB096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6232"/>
          <a:stretch>
            <a:fillRect/>
          </a:stretch>
        </p:blipFill>
        <p:spPr bwMode="auto">
          <a:xfrm>
            <a:off x="3255060" y="1047751"/>
            <a:ext cx="5805291" cy="2815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4" name="图片 3">
            <a:extLst>
              <a:ext uri="{FF2B5EF4-FFF2-40B4-BE49-F238E27FC236}">
                <a16:creationId xmlns:a16="http://schemas.microsoft.com/office/drawing/2014/main" id="{6B4D32FA-E04D-4A4D-8645-5964E7B0159D}"/>
              </a:ext>
            </a:extLst>
          </p:cNvPr>
          <p:cNvPicPr>
            <a:picLocks noChangeAspect="1"/>
          </p:cNvPicPr>
          <p:nvPr/>
        </p:nvPicPr>
        <p:blipFill>
          <a:blip r:embed="rId4"/>
          <a:stretch>
            <a:fillRect/>
          </a:stretch>
        </p:blipFill>
        <p:spPr>
          <a:xfrm>
            <a:off x="83649" y="1356523"/>
            <a:ext cx="3126473" cy="2430454"/>
          </a:xfrm>
          <a:prstGeom prst="rect">
            <a:avLst/>
          </a:prstGeom>
        </p:spPr>
      </p:pic>
    </p:spTree>
    <p:extLst>
      <p:ext uri="{BB962C8B-B14F-4D97-AF65-F5344CB8AC3E}">
        <p14:creationId xmlns:p14="http://schemas.microsoft.com/office/powerpoint/2010/main" val="88954419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721788"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COCOMO(2000)</a:t>
            </a:r>
            <a:r>
              <a:rPr lang="zh-CN" altLang="en-US" sz="2400" spc="300" dirty="0">
                <a:latin typeface="微软雅黑" panose="020B0503020204020204" pitchFamily="34" charset="-122"/>
                <a:ea typeface="微软雅黑" panose="020B0503020204020204" pitchFamily="34" charset="-122"/>
              </a:rPr>
              <a:t>介绍</a:t>
            </a:r>
          </a:p>
        </p:txBody>
      </p:sp>
      <p:pic>
        <p:nvPicPr>
          <p:cNvPr id="3" name="Picture 5">
            <a:extLst>
              <a:ext uri="{FF2B5EF4-FFF2-40B4-BE49-F238E27FC236}">
                <a16:creationId xmlns:a16="http://schemas.microsoft.com/office/drawing/2014/main" id="{B9443331-C65C-40C8-8062-AC785C72F9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6206" y="1271814"/>
            <a:ext cx="7891769" cy="214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319733059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33120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COCOMO</a:t>
            </a:r>
            <a:r>
              <a:rPr lang="zh-CN" altLang="en-US" sz="2400" spc="300" dirty="0">
                <a:latin typeface="微软雅黑" panose="020B0503020204020204" pitchFamily="34" charset="-122"/>
                <a:ea typeface="微软雅黑" panose="020B0503020204020204" pitchFamily="34" charset="-122"/>
              </a:rPr>
              <a:t>指数修正因子等级分表</a:t>
            </a:r>
          </a:p>
        </p:txBody>
      </p:sp>
      <p:graphicFrame>
        <p:nvGraphicFramePr>
          <p:cNvPr id="2" name="表格 2">
            <a:extLst>
              <a:ext uri="{FF2B5EF4-FFF2-40B4-BE49-F238E27FC236}">
                <a16:creationId xmlns:a16="http://schemas.microsoft.com/office/drawing/2014/main" id="{A89C3FA3-0FAD-4E89-9E54-8FC79A374743}"/>
              </a:ext>
            </a:extLst>
          </p:cNvPr>
          <p:cNvGraphicFramePr>
            <a:graphicFrameLocks noGrp="1"/>
          </p:cNvGraphicFramePr>
          <p:nvPr>
            <p:extLst>
              <p:ext uri="{D42A27DB-BD31-4B8C-83A1-F6EECF244321}">
                <p14:modId xmlns:p14="http://schemas.microsoft.com/office/powerpoint/2010/main" val="932735603"/>
              </p:ext>
            </p:extLst>
          </p:nvPr>
        </p:nvGraphicFramePr>
        <p:xfrm>
          <a:off x="200024" y="974990"/>
          <a:ext cx="8743952" cy="3452806"/>
        </p:xfrm>
        <a:graphic>
          <a:graphicData uri="http://schemas.openxmlformats.org/drawingml/2006/table">
            <a:tbl>
              <a:tblPr firstRow="1" bandRow="1">
                <a:tableStyleId>{5C22544A-7EE6-4342-B048-85BDC9FD1C3A}</a:tableStyleId>
              </a:tblPr>
              <a:tblGrid>
                <a:gridCol w="719065">
                  <a:extLst>
                    <a:ext uri="{9D8B030D-6E8A-4147-A177-3AD203B41FA5}">
                      <a16:colId xmlns:a16="http://schemas.microsoft.com/office/drawing/2014/main" val="3092710315"/>
                    </a:ext>
                  </a:extLst>
                </a:gridCol>
                <a:gridCol w="1466923">
                  <a:extLst>
                    <a:ext uri="{9D8B030D-6E8A-4147-A177-3AD203B41FA5}">
                      <a16:colId xmlns:a16="http://schemas.microsoft.com/office/drawing/2014/main" val="1585218545"/>
                    </a:ext>
                  </a:extLst>
                </a:gridCol>
                <a:gridCol w="985545">
                  <a:extLst>
                    <a:ext uri="{9D8B030D-6E8A-4147-A177-3AD203B41FA5}">
                      <a16:colId xmlns:a16="http://schemas.microsoft.com/office/drawing/2014/main" val="4157498533"/>
                    </a:ext>
                  </a:extLst>
                </a:gridCol>
                <a:gridCol w="1266092">
                  <a:extLst>
                    <a:ext uri="{9D8B030D-6E8A-4147-A177-3AD203B41FA5}">
                      <a16:colId xmlns:a16="http://schemas.microsoft.com/office/drawing/2014/main" val="3151939633"/>
                    </a:ext>
                  </a:extLst>
                </a:gridCol>
                <a:gridCol w="1027345">
                  <a:extLst>
                    <a:ext uri="{9D8B030D-6E8A-4147-A177-3AD203B41FA5}">
                      <a16:colId xmlns:a16="http://schemas.microsoft.com/office/drawing/2014/main" val="796937039"/>
                    </a:ext>
                  </a:extLst>
                </a:gridCol>
                <a:gridCol w="1092994">
                  <a:extLst>
                    <a:ext uri="{9D8B030D-6E8A-4147-A177-3AD203B41FA5}">
                      <a16:colId xmlns:a16="http://schemas.microsoft.com/office/drawing/2014/main" val="4175901153"/>
                    </a:ext>
                  </a:extLst>
                </a:gridCol>
                <a:gridCol w="1092994">
                  <a:extLst>
                    <a:ext uri="{9D8B030D-6E8A-4147-A177-3AD203B41FA5}">
                      <a16:colId xmlns:a16="http://schemas.microsoft.com/office/drawing/2014/main" val="3387150310"/>
                    </a:ext>
                  </a:extLst>
                </a:gridCol>
                <a:gridCol w="1092994">
                  <a:extLst>
                    <a:ext uri="{9D8B030D-6E8A-4147-A177-3AD203B41FA5}">
                      <a16:colId xmlns:a16="http://schemas.microsoft.com/office/drawing/2014/main" val="314390615"/>
                    </a:ext>
                  </a:extLst>
                </a:gridCol>
              </a:tblGrid>
              <a:tr h="501385">
                <a:tc>
                  <a:txBody>
                    <a:bodyPr/>
                    <a:lstStyle/>
                    <a:p>
                      <a:pPr algn="ct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b="1" kern="1200" dirty="0">
                          <a:solidFill>
                            <a:schemeClr val="lt1"/>
                          </a:solidFill>
                          <a:latin typeface="Times New Roman" panose="02020603050405020304" pitchFamily="18" charset="0"/>
                          <a:ea typeface="+mn-ea"/>
                          <a:cs typeface="Times New Roman" panose="02020603050405020304" pitchFamily="18" charset="0"/>
                        </a:rPr>
                        <a:t>比例因子</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很低</a:t>
                      </a: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低</a:t>
                      </a: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一般</a:t>
                      </a: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高</a:t>
                      </a: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很高</a:t>
                      </a: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极高</a:t>
                      </a:r>
                    </a:p>
                  </a:txBody>
                  <a:tcPr anchor="ctr"/>
                </a:tc>
                <a:extLst>
                  <a:ext uri="{0D108BD9-81ED-4DB2-BD59-A6C34878D82A}">
                    <a16:rowId xmlns:a16="http://schemas.microsoft.com/office/drawing/2014/main" val="1483513749"/>
                  </a:ext>
                </a:extLst>
              </a:tr>
              <a:tr h="557087">
                <a:tc>
                  <a:txBody>
                    <a:bodyPr/>
                    <a:lstStyle/>
                    <a:p>
                      <a:pPr algn="ctr"/>
                      <a:r>
                        <a:rPr lang="en-US" altLang="zh-CN" sz="1200" dirty="0">
                          <a:latin typeface="Times New Roman" panose="02020603050405020304" pitchFamily="18" charset="0"/>
                          <a:cs typeface="Times New Roman" panose="02020603050405020304" pitchFamily="18" charset="0"/>
                        </a:rPr>
                        <a:t>F1</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1200" dirty="0">
                          <a:solidFill>
                            <a:srgbClr val="000000"/>
                          </a:solidFill>
                          <a:latin typeface="Times New Roman" panose="02020603050405020304" pitchFamily="18" charset="0"/>
                          <a:cs typeface="Times New Roman" panose="02020603050405020304" pitchFamily="18" charset="0"/>
                        </a:rPr>
                        <a:t>PREC</a:t>
                      </a:r>
                      <a:endParaRPr lang="zh-CN" altLang="zh-CN" sz="1200" dirty="0">
                        <a:latin typeface="Times New Roman" panose="02020603050405020304" pitchFamily="18" charset="0"/>
                        <a:cs typeface="Times New Roman" panose="02020603050405020304" pitchFamily="18" charset="0"/>
                      </a:endParaRPr>
                    </a:p>
                    <a:p>
                      <a:pPr algn="ctr"/>
                      <a:r>
                        <a:rPr lang="zh-CN" altLang="en-US" sz="1200" dirty="0">
                          <a:latin typeface="Times New Roman" panose="02020603050405020304" pitchFamily="18" charset="0"/>
                          <a:cs typeface="Times New Roman" panose="02020603050405020304" pitchFamily="18" charset="0"/>
                        </a:rPr>
                        <a:t>先例性</a:t>
                      </a: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全新的</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6.20</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绝大部分新的</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4.96</a:t>
                      </a: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有一些新的</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3.72</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基本熟悉</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2.48</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绝大部分熟悉</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1.24</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完全熟悉</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0.00</a:t>
                      </a:r>
                      <a:endParaRPr lang="zh-CN" altLang="en-US"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25578334"/>
                  </a:ext>
                </a:extLst>
              </a:tr>
              <a:tr h="557087">
                <a:tc>
                  <a:txBody>
                    <a:bodyPr/>
                    <a:lstStyle/>
                    <a:p>
                      <a:pPr algn="ctr"/>
                      <a:r>
                        <a:rPr lang="en-US" altLang="zh-CN" sz="1200" dirty="0">
                          <a:latin typeface="Times New Roman" panose="02020603050405020304" pitchFamily="18" charset="0"/>
                          <a:cs typeface="Times New Roman" panose="02020603050405020304" pitchFamily="18" charset="0"/>
                        </a:rPr>
                        <a:t>F2</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200" dirty="0">
                          <a:latin typeface="Times New Roman" panose="02020603050405020304" pitchFamily="18" charset="0"/>
                          <a:cs typeface="Times New Roman" panose="02020603050405020304" pitchFamily="18" charset="0"/>
                        </a:rPr>
                        <a:t>FLEX</a:t>
                      </a:r>
                    </a:p>
                    <a:p>
                      <a:pPr algn="ctr"/>
                      <a:r>
                        <a:rPr lang="zh-CN" altLang="en-US" sz="1200" dirty="0">
                          <a:latin typeface="Times New Roman" panose="02020603050405020304" pitchFamily="18" charset="0"/>
                          <a:cs typeface="Times New Roman" panose="02020603050405020304" pitchFamily="18" charset="0"/>
                        </a:rPr>
                        <a:t>灵活性</a:t>
                      </a: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严格</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5.07</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偶尔放宽</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4.05</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放宽</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3.04</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基本一致</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2.03</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部分一致</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1.01</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通用目标</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0.00</a:t>
                      </a:r>
                      <a:endParaRPr lang="zh-CN" altLang="en-US"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926952777"/>
                  </a:ext>
                </a:extLst>
              </a:tr>
              <a:tr h="557087">
                <a:tc>
                  <a:txBody>
                    <a:bodyPr/>
                    <a:lstStyle/>
                    <a:p>
                      <a:pPr algn="ctr"/>
                      <a:r>
                        <a:rPr lang="en-US" altLang="zh-CN" sz="1200" dirty="0">
                          <a:latin typeface="Times New Roman" panose="02020603050405020304" pitchFamily="18" charset="0"/>
                          <a:cs typeface="Times New Roman" panose="02020603050405020304" pitchFamily="18" charset="0"/>
                        </a:rPr>
                        <a:t>F3</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200" dirty="0">
                          <a:latin typeface="Times New Roman" panose="02020603050405020304" pitchFamily="18" charset="0"/>
                          <a:cs typeface="Times New Roman" panose="02020603050405020304" pitchFamily="18" charset="0"/>
                        </a:rPr>
                        <a:t>RESL</a:t>
                      </a:r>
                    </a:p>
                    <a:p>
                      <a:pPr algn="ctr"/>
                      <a:r>
                        <a:rPr lang="zh-CN" altLang="en-US" sz="1200" dirty="0">
                          <a:latin typeface="Times New Roman" panose="02020603050405020304" pitchFamily="18" charset="0"/>
                          <a:cs typeface="Times New Roman" panose="02020603050405020304" pitchFamily="18" charset="0"/>
                        </a:rPr>
                        <a:t>体系结构</a:t>
                      </a:r>
                      <a:r>
                        <a:rPr lang="en-US" altLang="zh-CN" sz="1200" dirty="0">
                          <a:latin typeface="Times New Roman" panose="02020603050405020304" pitchFamily="18" charset="0"/>
                          <a:cs typeface="Times New Roman" panose="02020603050405020304" pitchFamily="18" charset="0"/>
                        </a:rPr>
                        <a:t>/</a:t>
                      </a:r>
                      <a:r>
                        <a:rPr lang="zh-CN" altLang="en-US" sz="1200" dirty="0">
                          <a:latin typeface="Times New Roman" panose="02020603050405020304" pitchFamily="18" charset="0"/>
                          <a:cs typeface="Times New Roman" panose="02020603050405020304" pitchFamily="18" charset="0"/>
                        </a:rPr>
                        <a:t>风险化解</a:t>
                      </a: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很少</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7.07</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一些</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5.65</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常常</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4.24</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通常</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2.83</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绝大多数</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1.41</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完全</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0.00</a:t>
                      </a:r>
                      <a:endParaRPr lang="zh-CN" altLang="en-US"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98246170"/>
                  </a:ext>
                </a:extLst>
              </a:tr>
              <a:tr h="557087">
                <a:tc>
                  <a:txBody>
                    <a:bodyPr/>
                    <a:lstStyle/>
                    <a:p>
                      <a:pPr algn="ctr"/>
                      <a:r>
                        <a:rPr lang="en-US" altLang="zh-CN" sz="1200" dirty="0">
                          <a:latin typeface="Times New Roman" panose="02020603050405020304" pitchFamily="18" charset="0"/>
                          <a:cs typeface="Times New Roman" panose="02020603050405020304" pitchFamily="18" charset="0"/>
                        </a:rPr>
                        <a:t>F4</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200" dirty="0">
                          <a:latin typeface="Times New Roman" panose="02020603050405020304" pitchFamily="18" charset="0"/>
                          <a:cs typeface="Times New Roman" panose="02020603050405020304" pitchFamily="18" charset="0"/>
                        </a:rPr>
                        <a:t>TEAM</a:t>
                      </a:r>
                    </a:p>
                    <a:p>
                      <a:pPr algn="ctr"/>
                      <a:r>
                        <a:rPr lang="zh-CN" altLang="en-US" sz="1200" dirty="0">
                          <a:latin typeface="Times New Roman" panose="02020603050405020304" pitchFamily="18" charset="0"/>
                          <a:cs typeface="Times New Roman" panose="02020603050405020304" pitchFamily="18" charset="0"/>
                        </a:rPr>
                        <a:t>团队凝聚力</a:t>
                      </a: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交流非常</a:t>
                      </a:r>
                      <a:endParaRPr lang="en-US" altLang="zh-CN" sz="1200" dirty="0">
                        <a:latin typeface="Times New Roman" panose="02020603050405020304" pitchFamily="18" charset="0"/>
                        <a:cs typeface="Times New Roman" panose="02020603050405020304" pitchFamily="18" charset="0"/>
                      </a:endParaRPr>
                    </a:p>
                    <a:p>
                      <a:pPr algn="ctr"/>
                      <a:r>
                        <a:rPr lang="zh-CN" altLang="en-US" sz="1200" dirty="0">
                          <a:latin typeface="Times New Roman" panose="02020603050405020304" pitchFamily="18" charset="0"/>
                          <a:cs typeface="Times New Roman" panose="02020603050405020304" pitchFamily="18" charset="0"/>
                        </a:rPr>
                        <a:t>困难</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5.48</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交流有一点困难</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4.38</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基本的交流协作 </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3.29</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广泛的协作</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2.18</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高度协作</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1.10</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sz="1200" dirty="0">
                          <a:latin typeface="Times New Roman" panose="02020603050405020304" pitchFamily="18" charset="0"/>
                          <a:cs typeface="Times New Roman" panose="02020603050405020304" pitchFamily="18" charset="0"/>
                        </a:rPr>
                        <a:t>无缝协作</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0.00</a:t>
                      </a:r>
                      <a:endParaRPr lang="zh-CN" altLang="en-US"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44824977"/>
                  </a:ext>
                </a:extLst>
              </a:tr>
              <a:tr h="557087">
                <a:tc>
                  <a:txBody>
                    <a:bodyPr/>
                    <a:lstStyle/>
                    <a:p>
                      <a:pPr algn="ctr"/>
                      <a:r>
                        <a:rPr lang="en-US" altLang="zh-CN" sz="1200" dirty="0">
                          <a:latin typeface="Times New Roman" panose="02020603050405020304" pitchFamily="18" charset="0"/>
                          <a:cs typeface="Times New Roman" panose="02020603050405020304" pitchFamily="18" charset="0"/>
                        </a:rPr>
                        <a:t>F5</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200" dirty="0">
                          <a:latin typeface="Times New Roman" panose="02020603050405020304" pitchFamily="18" charset="0"/>
                          <a:cs typeface="Times New Roman" panose="02020603050405020304" pitchFamily="18" charset="0"/>
                        </a:rPr>
                        <a:t>PMAT</a:t>
                      </a:r>
                    </a:p>
                    <a:p>
                      <a:pPr algn="ctr"/>
                      <a:r>
                        <a:rPr lang="zh-CN" altLang="en-US" sz="1200" dirty="0">
                          <a:latin typeface="Times New Roman" panose="02020603050405020304" pitchFamily="18" charset="0"/>
                          <a:cs typeface="Times New Roman" panose="02020603050405020304" pitchFamily="18" charset="0"/>
                        </a:rPr>
                        <a:t>过程成熟度</a:t>
                      </a:r>
                      <a:endParaRPr lang="en-US" altLang="zh-CN"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200" dirty="0">
                          <a:latin typeface="Times New Roman" panose="02020603050405020304" pitchFamily="18" charset="0"/>
                          <a:cs typeface="Times New Roman" panose="02020603050405020304" pitchFamily="18" charset="0"/>
                        </a:rPr>
                        <a:t>CMM1 </a:t>
                      </a:r>
                      <a:r>
                        <a:rPr lang="zh-CN" altLang="en-US" sz="1200" dirty="0">
                          <a:latin typeface="Times New Roman" panose="02020603050405020304" pitchFamily="18" charset="0"/>
                          <a:cs typeface="Times New Roman" panose="02020603050405020304" pitchFamily="18" charset="0"/>
                        </a:rPr>
                        <a:t>较低</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7.80</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200" dirty="0">
                          <a:latin typeface="Times New Roman" panose="02020603050405020304" pitchFamily="18" charset="0"/>
                          <a:cs typeface="Times New Roman" panose="02020603050405020304" pitchFamily="18" charset="0"/>
                        </a:rPr>
                        <a:t>CMM1 </a:t>
                      </a:r>
                      <a:r>
                        <a:rPr lang="zh-CN" altLang="en-US" sz="1200" dirty="0">
                          <a:latin typeface="Times New Roman" panose="02020603050405020304" pitchFamily="18" charset="0"/>
                          <a:cs typeface="Times New Roman" panose="02020603050405020304" pitchFamily="18" charset="0"/>
                        </a:rPr>
                        <a:t>较高</a:t>
                      </a:r>
                      <a:endParaRPr lang="en-US" altLang="zh-CN" sz="1200" dirty="0">
                        <a:latin typeface="Times New Roman" panose="02020603050405020304" pitchFamily="18" charset="0"/>
                        <a:cs typeface="Times New Roman" panose="02020603050405020304" pitchFamily="18" charset="0"/>
                      </a:endParaRPr>
                    </a:p>
                    <a:p>
                      <a:pPr algn="ctr"/>
                      <a:r>
                        <a:rPr lang="en-US" altLang="zh-CN" sz="1200" dirty="0">
                          <a:latin typeface="Times New Roman" panose="02020603050405020304" pitchFamily="18" charset="0"/>
                          <a:cs typeface="Times New Roman" panose="02020603050405020304" pitchFamily="18" charset="0"/>
                        </a:rPr>
                        <a:t>6.24</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200" dirty="0">
                          <a:latin typeface="Times New Roman" panose="02020603050405020304" pitchFamily="18" charset="0"/>
                          <a:cs typeface="Times New Roman" panose="02020603050405020304" pitchFamily="18" charset="0"/>
                        </a:rPr>
                        <a:t>CMM2</a:t>
                      </a:r>
                    </a:p>
                    <a:p>
                      <a:pPr algn="ctr"/>
                      <a:r>
                        <a:rPr lang="en-US" altLang="zh-CN" sz="1200" dirty="0">
                          <a:latin typeface="Times New Roman" panose="02020603050405020304" pitchFamily="18" charset="0"/>
                          <a:cs typeface="Times New Roman" panose="02020603050405020304" pitchFamily="18" charset="0"/>
                        </a:rPr>
                        <a:t>4.68</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200" dirty="0">
                          <a:latin typeface="Times New Roman" panose="02020603050405020304" pitchFamily="18" charset="0"/>
                          <a:cs typeface="Times New Roman" panose="02020603050405020304" pitchFamily="18" charset="0"/>
                        </a:rPr>
                        <a:t>CMM3</a:t>
                      </a:r>
                    </a:p>
                    <a:p>
                      <a:pPr algn="ctr"/>
                      <a:r>
                        <a:rPr lang="en-US" altLang="zh-CN" sz="1200" dirty="0">
                          <a:latin typeface="Times New Roman" panose="02020603050405020304" pitchFamily="18" charset="0"/>
                          <a:cs typeface="Times New Roman" panose="02020603050405020304" pitchFamily="18" charset="0"/>
                        </a:rPr>
                        <a:t>3.12</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200" dirty="0">
                          <a:latin typeface="Times New Roman" panose="02020603050405020304" pitchFamily="18" charset="0"/>
                          <a:cs typeface="Times New Roman" panose="02020603050405020304" pitchFamily="18" charset="0"/>
                        </a:rPr>
                        <a:t>CMM4</a:t>
                      </a:r>
                    </a:p>
                    <a:p>
                      <a:pPr algn="ctr"/>
                      <a:r>
                        <a:rPr lang="en-US" altLang="zh-CN" sz="1200" dirty="0">
                          <a:latin typeface="Times New Roman" panose="02020603050405020304" pitchFamily="18" charset="0"/>
                          <a:cs typeface="Times New Roman" panose="02020603050405020304" pitchFamily="18" charset="0"/>
                        </a:rPr>
                        <a:t>1.56</a:t>
                      </a:r>
                      <a:endParaRPr lang="zh-CN" altLang="en-US" sz="1200" dirty="0">
                        <a:latin typeface="Times New Roman" panose="02020603050405020304" pitchFamily="18" charset="0"/>
                        <a:cs typeface="Times New Roman" panose="02020603050405020304" pitchFamily="18" charset="0"/>
                      </a:endParaRPr>
                    </a:p>
                  </a:txBody>
                  <a:tcPr anchor="ctr"/>
                </a:tc>
                <a:tc>
                  <a:txBody>
                    <a:bodyPr/>
                    <a:lstStyle/>
                    <a:p>
                      <a:pPr algn="ctr"/>
                      <a:r>
                        <a:rPr lang="en-US" altLang="zh-CN" sz="1200" dirty="0">
                          <a:latin typeface="Times New Roman" panose="02020603050405020304" pitchFamily="18" charset="0"/>
                          <a:cs typeface="Times New Roman" panose="02020603050405020304" pitchFamily="18" charset="0"/>
                        </a:rPr>
                        <a:t>CMM5</a:t>
                      </a:r>
                    </a:p>
                    <a:p>
                      <a:pPr algn="ctr"/>
                      <a:r>
                        <a:rPr lang="en-US" altLang="zh-CN" sz="1200" dirty="0">
                          <a:latin typeface="Times New Roman" panose="02020603050405020304" pitchFamily="18" charset="0"/>
                          <a:cs typeface="Times New Roman" panose="02020603050405020304" pitchFamily="18" charset="0"/>
                        </a:rPr>
                        <a:t>0.00</a:t>
                      </a:r>
                      <a:endParaRPr lang="zh-CN" altLang="en-US" sz="1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732823541"/>
                  </a:ext>
                </a:extLst>
              </a:tr>
            </a:tbl>
          </a:graphicData>
        </a:graphic>
      </p:graphicFrame>
    </p:spTree>
    <p:extLst>
      <p:ext uri="{BB962C8B-B14F-4D97-AF65-F5344CB8AC3E}">
        <p14:creationId xmlns:p14="http://schemas.microsoft.com/office/powerpoint/2010/main" val="248377107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a:extLst>
              <a:ext uri="{FF2B5EF4-FFF2-40B4-BE49-F238E27FC236}">
                <a16:creationId xmlns:a16="http://schemas.microsoft.com/office/drawing/2014/main" id="{D7E4D6E4-A5FE-4275-9187-330435E7D7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471"/>
          <a:stretch>
            <a:fillRect/>
          </a:stretch>
        </p:blipFill>
        <p:spPr>
          <a:xfrm>
            <a:off x="1373775" y="-4763"/>
            <a:ext cx="6396450" cy="4976813"/>
          </a:xfrm>
          <a:prstGeom prst="rect">
            <a:avLst/>
          </a:prstGeom>
        </p:spPr>
      </p:pic>
    </p:spTree>
    <p:extLst>
      <p:ext uri="{BB962C8B-B14F-4D97-AF65-F5344CB8AC3E}">
        <p14:creationId xmlns:p14="http://schemas.microsoft.com/office/powerpoint/2010/main" val="850587478"/>
      </p:ext>
    </p:extLst>
  </p:cSld>
  <p:clrMapOvr>
    <a:masterClrMapping/>
  </p:clrMapOvr>
  <p:transition spd="slow">
    <p:pull/>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36510"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3.2.5 </a:t>
            </a:r>
            <a:r>
              <a:rPr lang="zh-CN" altLang="en-US" sz="2400" spc="300" dirty="0">
                <a:latin typeface="微软雅黑" panose="020B0503020204020204" pitchFamily="34" charset="-122"/>
                <a:ea typeface="微软雅黑" panose="020B0503020204020204" pitchFamily="34" charset="-122"/>
              </a:rPr>
              <a:t>类比法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62461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在信息系统的实际开发中</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不少子系统或模块的软件是利用原有的类似软件作修改而获得的</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即采用所谓的“软件重用”技术</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这时应该对原有的测算模型进行调整。</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类比法是以</a:t>
            </a:r>
            <a:r>
              <a:rPr lang="en-US" altLang="zh-CN" sz="1700" dirty="0">
                <a:solidFill>
                  <a:srgbClr val="000000"/>
                </a:solidFill>
                <a:latin typeface="华文楷体" panose="02010600040101010101" pitchFamily="2" charset="-122"/>
                <a:ea typeface="华文楷体" panose="02010600040101010101" pitchFamily="2" charset="-122"/>
              </a:rPr>
              <a:t>COCOMO</a:t>
            </a:r>
            <a:r>
              <a:rPr lang="zh-CN" altLang="en-US" sz="1700" dirty="0">
                <a:solidFill>
                  <a:srgbClr val="000000"/>
                </a:solidFill>
                <a:latin typeface="华文楷体" panose="02010600040101010101" pitchFamily="2" charset="-122"/>
                <a:ea typeface="华文楷体" panose="02010600040101010101" pitchFamily="2" charset="-122"/>
              </a:rPr>
              <a:t>模型为基础。 </a:t>
            </a:r>
          </a:p>
        </p:txBody>
      </p:sp>
      <p:pic>
        <p:nvPicPr>
          <p:cNvPr id="3" name="图片 2">
            <a:extLst>
              <a:ext uri="{FF2B5EF4-FFF2-40B4-BE49-F238E27FC236}">
                <a16:creationId xmlns:a16="http://schemas.microsoft.com/office/drawing/2014/main" id="{77A44959-8226-4D81-8653-7130421C027E}"/>
              </a:ext>
            </a:extLst>
          </p:cNvPr>
          <p:cNvPicPr>
            <a:picLocks noChangeAspect="1"/>
          </p:cNvPicPr>
          <p:nvPr/>
        </p:nvPicPr>
        <p:blipFill>
          <a:blip r:embed="rId3"/>
          <a:stretch>
            <a:fillRect/>
          </a:stretch>
        </p:blipFill>
        <p:spPr>
          <a:xfrm>
            <a:off x="1198562" y="2571750"/>
            <a:ext cx="6746875" cy="1681085"/>
          </a:xfrm>
          <a:prstGeom prst="rect">
            <a:avLst/>
          </a:prstGeom>
        </p:spPr>
      </p:pic>
      <p:sp>
        <p:nvSpPr>
          <p:cNvPr id="4" name="Rectangle 34">
            <a:extLst>
              <a:ext uri="{FF2B5EF4-FFF2-40B4-BE49-F238E27FC236}">
                <a16:creationId xmlns:a16="http://schemas.microsoft.com/office/drawing/2014/main" id="{EA7686E3-5BCC-4794-A298-BD2A6D4C0775}"/>
              </a:ext>
            </a:extLst>
          </p:cNvPr>
          <p:cNvSpPr>
            <a:spLocks noChangeArrowheads="1"/>
          </p:cNvSpPr>
          <p:nvPr/>
        </p:nvSpPr>
        <p:spPr bwMode="auto">
          <a:xfrm>
            <a:off x="2968996" y="4455946"/>
            <a:ext cx="320600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4091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spAutoFit/>
          </a:bodyPr>
          <a:lstStyle/>
          <a:p>
            <a:pPr>
              <a:buClrTx/>
              <a:buFontTx/>
              <a:buNone/>
            </a:pPr>
            <a:r>
              <a:rPr kumimoji="1" lang="zh-CN" altLang="en-US" u="none" dirty="0">
                <a:solidFill>
                  <a:schemeClr val="tx1"/>
                </a:solidFill>
                <a:latin typeface="Times New Roman" panose="02020603050405020304" pitchFamily="18" charset="0"/>
                <a:ea typeface="宋体" panose="02010600030101010101" pitchFamily="2" charset="-122"/>
              </a:rPr>
              <a:t>图</a:t>
            </a:r>
            <a:r>
              <a:rPr kumimoji="1" lang="en-US" altLang="zh-CN" u="none" dirty="0">
                <a:solidFill>
                  <a:schemeClr val="tx1"/>
                </a:solidFill>
                <a:latin typeface="Times New Roman" panose="02020603050405020304" pitchFamily="18" charset="0"/>
                <a:ea typeface="宋体" panose="02010600030101010101" pitchFamily="2" charset="-122"/>
              </a:rPr>
              <a:t>3.8    COCOMO</a:t>
            </a:r>
            <a:r>
              <a:rPr kumimoji="1" lang="zh-CN" altLang="en-US" u="none" dirty="0">
                <a:solidFill>
                  <a:schemeClr val="tx1"/>
                </a:solidFill>
                <a:latin typeface="Times New Roman" panose="02020603050405020304" pitchFamily="18" charset="0"/>
                <a:ea typeface="宋体" panose="02010600030101010101" pitchFamily="2" charset="-122"/>
              </a:rPr>
              <a:t>模型求解流程 </a:t>
            </a:r>
          </a:p>
        </p:txBody>
      </p:sp>
    </p:spTree>
    <p:extLst>
      <p:ext uri="{BB962C8B-B14F-4D97-AF65-F5344CB8AC3E}">
        <p14:creationId xmlns:p14="http://schemas.microsoft.com/office/powerpoint/2010/main" val="265099346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36510"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3.2.5 </a:t>
            </a:r>
            <a:r>
              <a:rPr lang="zh-CN" altLang="en-US" sz="2400" spc="300" dirty="0">
                <a:latin typeface="微软雅黑" panose="020B0503020204020204" pitchFamily="34" charset="-122"/>
                <a:ea typeface="微软雅黑" panose="020B0503020204020204" pitchFamily="34" charset="-122"/>
              </a:rPr>
              <a:t>类比法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716428"/>
            <a:ext cx="7920338" cy="437151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AAF </a:t>
            </a:r>
            <a:r>
              <a:rPr lang="zh-CN" altLang="en-US" sz="1700" dirty="0">
                <a:solidFill>
                  <a:srgbClr val="000000"/>
                </a:solidFill>
                <a:latin typeface="华文楷体" panose="02010600040101010101" pitchFamily="2" charset="-122"/>
                <a:ea typeface="华文楷体" panose="02010600040101010101" pitchFamily="2" charset="-122"/>
              </a:rPr>
              <a:t>为调节因子</a:t>
            </a:r>
            <a:r>
              <a:rPr lang="en-US" altLang="zh-CN" sz="1700" dirty="0">
                <a:solidFill>
                  <a:srgbClr val="000000"/>
                </a:solidFill>
                <a:latin typeface="华文楷体" panose="02010600040101010101" pitchFamily="2" charset="-122"/>
                <a:ea typeface="华文楷体" panose="02010600040101010101" pitchFamily="2" charset="-122"/>
              </a:rPr>
              <a:t>( Adaptation Adjustment Factor )</a:t>
            </a:r>
          </a:p>
          <a:p>
            <a:pPr marL="742950" lvl="1" indent="-285750" algn="just">
              <a:lnSpc>
                <a:spcPct val="150000"/>
              </a:lnSpc>
              <a:buFont typeface="Arial" panose="020B0604020202020204" pitchFamily="34" charset="0"/>
              <a:buChar char="•"/>
            </a:pPr>
            <a:r>
              <a:rPr lang="en-US" altLang="zh-CN" sz="1700" b="1" dirty="0">
                <a:solidFill>
                  <a:srgbClr val="7030A0"/>
                </a:solidFill>
                <a:latin typeface="华文楷体" panose="02010600040101010101" pitchFamily="2" charset="-122"/>
                <a:ea typeface="华文楷体" panose="02010600040101010101" pitchFamily="2" charset="-122"/>
              </a:rPr>
              <a:t> AAF= 0.40·DM  + 0.30·CM + 0.30·IM </a:t>
            </a:r>
          </a:p>
          <a:p>
            <a:pPr marL="1200150" lvl="2"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DM</a:t>
            </a:r>
            <a:r>
              <a:rPr lang="zh-CN" altLang="en-US" sz="1700" dirty="0">
                <a:solidFill>
                  <a:srgbClr val="000000"/>
                </a:solidFill>
                <a:latin typeface="华文楷体" panose="02010600040101010101" pitchFamily="2" charset="-122"/>
                <a:ea typeface="华文楷体" panose="02010600040101010101" pitchFamily="2" charset="-122"/>
              </a:rPr>
              <a:t>为</a:t>
            </a:r>
            <a:r>
              <a:rPr lang="zh-CN" altLang="en-US" sz="1700" b="1" dirty="0">
                <a:solidFill>
                  <a:srgbClr val="FF0000"/>
                </a:solidFill>
                <a:latin typeface="华文楷体" panose="02010600040101010101" pitchFamily="2" charset="-122"/>
                <a:ea typeface="华文楷体" panose="02010600040101010101" pitchFamily="2" charset="-122"/>
              </a:rPr>
              <a:t>设计修改百分数</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即“重用”软件的设计中需要加以修改以适应新目标的那一部分在整个设计中所占百分比</a:t>
            </a:r>
            <a:r>
              <a:rPr lang="en-US" altLang="zh-CN" sz="1700" dirty="0">
                <a:solidFill>
                  <a:srgbClr val="000000"/>
                </a:solidFill>
                <a:latin typeface="华文楷体" panose="02010600040101010101" pitchFamily="2" charset="-122"/>
                <a:ea typeface="华文楷体" panose="02010600040101010101" pitchFamily="2" charset="-122"/>
              </a:rPr>
              <a:t>;</a:t>
            </a:r>
          </a:p>
          <a:p>
            <a:pPr marL="1200150" lvl="2"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CM</a:t>
            </a:r>
            <a:r>
              <a:rPr lang="zh-CN" altLang="en-US" sz="1700" dirty="0">
                <a:solidFill>
                  <a:srgbClr val="000000"/>
                </a:solidFill>
                <a:latin typeface="华文楷体" panose="02010600040101010101" pitchFamily="2" charset="-122"/>
                <a:ea typeface="华文楷体" panose="02010600040101010101" pitchFamily="2" charset="-122"/>
              </a:rPr>
              <a:t>为</a:t>
            </a:r>
            <a:r>
              <a:rPr lang="zh-CN" altLang="en-US" sz="1700" b="1" dirty="0">
                <a:solidFill>
                  <a:srgbClr val="FF0000"/>
                </a:solidFill>
                <a:latin typeface="华文楷体" panose="02010600040101010101" pitchFamily="2" charset="-122"/>
                <a:ea typeface="华文楷体" panose="02010600040101010101" pitchFamily="2" charset="-122"/>
              </a:rPr>
              <a:t>代码修改百分数</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即“重用”软件中需要修改的部分的编码占整个“重用”软件编码的百分数</a:t>
            </a:r>
            <a:r>
              <a:rPr lang="en-US" altLang="zh-CN" sz="1700" dirty="0">
                <a:solidFill>
                  <a:srgbClr val="000000"/>
                </a:solidFill>
                <a:latin typeface="华文楷体" panose="02010600040101010101" pitchFamily="2" charset="-122"/>
                <a:ea typeface="华文楷体" panose="02010600040101010101" pitchFamily="2" charset="-122"/>
              </a:rPr>
              <a:t>;</a:t>
            </a:r>
          </a:p>
          <a:p>
            <a:pPr marL="1200150" lvl="2"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IM </a:t>
            </a:r>
            <a:r>
              <a:rPr lang="zh-CN" altLang="en-US" sz="1700" dirty="0">
                <a:solidFill>
                  <a:srgbClr val="000000"/>
                </a:solidFill>
                <a:latin typeface="华文楷体" panose="02010600040101010101" pitchFamily="2" charset="-122"/>
                <a:ea typeface="华文楷体" panose="02010600040101010101" pitchFamily="2" charset="-122"/>
              </a:rPr>
              <a:t>为修改后软件所需进行的</a:t>
            </a:r>
            <a:r>
              <a:rPr lang="zh-CN" altLang="en-US" sz="1700" b="1" dirty="0">
                <a:solidFill>
                  <a:srgbClr val="FF0000"/>
                </a:solidFill>
                <a:latin typeface="华文楷体" panose="02010600040101010101" pitchFamily="2" charset="-122"/>
                <a:ea typeface="华文楷体" panose="02010600040101010101" pitchFamily="2" charset="-122"/>
              </a:rPr>
              <a:t>集成工作所占百分比</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即把该“重用”软件结合进整个软件产品中并对其联调的工作量</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与将同样大小的自编软件集成并联调所需工作量之比的百分数。</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上述公式中确定三个系数</a:t>
            </a:r>
            <a:r>
              <a:rPr lang="en-US" altLang="zh-CN" sz="1700" dirty="0">
                <a:solidFill>
                  <a:srgbClr val="000000"/>
                </a:solidFill>
                <a:latin typeface="华文楷体" panose="02010600040101010101" pitchFamily="2" charset="-122"/>
                <a:ea typeface="华文楷体" panose="02010600040101010101" pitchFamily="2" charset="-122"/>
              </a:rPr>
              <a:t>0.40, 0.30, 0.30 </a:t>
            </a:r>
            <a:r>
              <a:rPr lang="zh-CN" altLang="en-US" sz="1700" dirty="0">
                <a:solidFill>
                  <a:srgbClr val="000000"/>
                </a:solidFill>
                <a:latin typeface="华文楷体" panose="02010600040101010101" pitchFamily="2" charset="-122"/>
                <a:ea typeface="华文楷体" panose="02010600040101010101" pitchFamily="2" charset="-122"/>
              </a:rPr>
              <a:t>的依据是设计、编程、集成</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调试三阶段成本占总开发成本的百分比</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这里仅考虑了一般的情况。</a:t>
            </a:r>
          </a:p>
        </p:txBody>
      </p:sp>
    </p:spTree>
    <p:extLst>
      <p:ext uri="{BB962C8B-B14F-4D97-AF65-F5344CB8AC3E}">
        <p14:creationId xmlns:p14="http://schemas.microsoft.com/office/powerpoint/2010/main" val="187550387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36510"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3.2.5 </a:t>
            </a:r>
            <a:r>
              <a:rPr lang="zh-CN" altLang="en-US" sz="2400" spc="300" dirty="0">
                <a:latin typeface="微软雅黑" panose="020B0503020204020204" pitchFamily="34" charset="-122"/>
                <a:ea typeface="微软雅黑" panose="020B0503020204020204" pitchFamily="34" charset="-122"/>
              </a:rPr>
              <a:t>类比法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99266"/>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设原开发软件</a:t>
            </a:r>
            <a:r>
              <a:rPr lang="en-US" altLang="zh-CN" dirty="0">
                <a:solidFill>
                  <a:srgbClr val="000000"/>
                </a:solidFill>
                <a:latin typeface="华文楷体" panose="02010600040101010101" pitchFamily="2" charset="-122"/>
                <a:ea typeface="华文楷体" panose="02010600040101010101" pitchFamily="2" charset="-122"/>
              </a:rPr>
              <a:t>SA</a:t>
            </a:r>
            <a:r>
              <a:rPr lang="zh-CN" altLang="en-US" dirty="0">
                <a:solidFill>
                  <a:srgbClr val="000000"/>
                </a:solidFill>
                <a:latin typeface="华文楷体" panose="02010600040101010101" pitchFamily="2" charset="-122"/>
                <a:ea typeface="华文楷体" panose="02010600040101010101" pitchFamily="2" charset="-122"/>
              </a:rPr>
              <a:t>的规模为</a:t>
            </a:r>
            <a:r>
              <a:rPr lang="en-US" altLang="zh-CN" dirty="0">
                <a:solidFill>
                  <a:srgbClr val="000000"/>
                </a:solidFill>
                <a:latin typeface="华文楷体" panose="02010600040101010101" pitchFamily="2" charset="-122"/>
                <a:ea typeface="华文楷体" panose="02010600040101010101" pitchFamily="2" charset="-122"/>
              </a:rPr>
              <a:t>LA</a:t>
            </a:r>
            <a:r>
              <a:rPr lang="zh-CN" altLang="en-US" dirty="0">
                <a:solidFill>
                  <a:srgbClr val="000000"/>
                </a:solidFill>
                <a:latin typeface="华文楷体" panose="02010600040101010101" pitchFamily="2" charset="-122"/>
                <a:ea typeface="华文楷体" panose="02010600040101010101" pitchFamily="2" charset="-122"/>
              </a:rPr>
              <a:t>，即可估计新的目标软件</a:t>
            </a:r>
            <a:r>
              <a:rPr lang="en-US" altLang="zh-CN" dirty="0">
                <a:solidFill>
                  <a:srgbClr val="000000"/>
                </a:solidFill>
                <a:latin typeface="华文楷体" panose="02010600040101010101" pitchFamily="2" charset="-122"/>
                <a:ea typeface="华文楷体" panose="02010600040101010101" pitchFamily="2" charset="-122"/>
              </a:rPr>
              <a:t>SB</a:t>
            </a:r>
            <a:r>
              <a:rPr lang="zh-CN" altLang="en-US" dirty="0">
                <a:solidFill>
                  <a:srgbClr val="000000"/>
                </a:solidFill>
                <a:latin typeface="华文楷体" panose="02010600040101010101" pitchFamily="2" charset="-122"/>
                <a:ea typeface="华文楷体" panose="02010600040101010101" pitchFamily="2" charset="-122"/>
              </a:rPr>
              <a:t>的规模为：</a:t>
            </a:r>
          </a:p>
          <a:p>
            <a:pPr marL="742950" lvl="1"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LB=LA·AAF</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因此可使用</a:t>
            </a:r>
            <a:r>
              <a:rPr lang="en-US" altLang="zh-CN" dirty="0">
                <a:solidFill>
                  <a:srgbClr val="000000"/>
                </a:solidFill>
                <a:latin typeface="华文楷体" panose="02010600040101010101" pitchFamily="2" charset="-122"/>
                <a:ea typeface="华文楷体" panose="02010600040101010101" pitchFamily="2" charset="-122"/>
              </a:rPr>
              <a:t>COCOMO</a:t>
            </a:r>
            <a:r>
              <a:rPr lang="zh-CN" altLang="en-US" dirty="0">
                <a:solidFill>
                  <a:srgbClr val="000000"/>
                </a:solidFill>
                <a:latin typeface="华文楷体" panose="02010600040101010101" pitchFamily="2" charset="-122"/>
                <a:ea typeface="华文楷体" panose="02010600040101010101" pitchFamily="2" charset="-122"/>
              </a:rPr>
              <a:t>中级模型，即可计算出</a:t>
            </a:r>
            <a:r>
              <a:rPr lang="en-US" altLang="zh-CN" dirty="0" err="1">
                <a:solidFill>
                  <a:srgbClr val="000000"/>
                </a:solidFill>
                <a:latin typeface="华文楷体" panose="02010600040101010101" pitchFamily="2" charset="-122"/>
                <a:ea typeface="华文楷体" panose="02010600040101010101" pitchFamily="2" charset="-122"/>
              </a:rPr>
              <a:t>Ms</a:t>
            </a:r>
            <a:r>
              <a:rPr lang="zh-CN" altLang="en-US" dirty="0">
                <a:solidFill>
                  <a:srgbClr val="000000"/>
                </a:solidFill>
                <a:latin typeface="华文楷体" panose="02010600040101010101" pitchFamily="2" charset="-122"/>
                <a:ea typeface="华文楷体" panose="02010600040101010101" pitchFamily="2" charset="-122"/>
              </a:rPr>
              <a:t>和</a:t>
            </a:r>
            <a:r>
              <a:rPr lang="en-US" altLang="zh-CN" dirty="0">
                <a:solidFill>
                  <a:srgbClr val="000000"/>
                </a:solidFill>
                <a:latin typeface="华文楷体" panose="02010600040101010101" pitchFamily="2" charset="-122"/>
                <a:ea typeface="华文楷体" panose="02010600040101010101" pitchFamily="2" charset="-122"/>
              </a:rPr>
              <a:t>Cs</a:t>
            </a:r>
            <a:r>
              <a:rPr lang="zh-CN" altLang="en-US" dirty="0">
                <a:solidFill>
                  <a:srgbClr val="000000"/>
                </a:solidFill>
                <a:latin typeface="华文楷体" panose="02010600040101010101" pitchFamily="2" charset="-122"/>
                <a:ea typeface="华文楷体" panose="02010600040101010101" pitchFamily="2" charset="-122"/>
              </a:rPr>
              <a:t>。</a:t>
            </a:r>
          </a:p>
        </p:txBody>
      </p:sp>
    </p:spTree>
    <p:extLst>
      <p:ext uri="{BB962C8B-B14F-4D97-AF65-F5344CB8AC3E}">
        <p14:creationId xmlns:p14="http://schemas.microsoft.com/office/powerpoint/2010/main" val="269760634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36510"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3.2.5 </a:t>
            </a:r>
            <a:r>
              <a:rPr lang="zh-CN" altLang="en-US" sz="2400" spc="300" dirty="0">
                <a:latin typeface="微软雅黑" panose="020B0503020204020204" pitchFamily="34" charset="-122"/>
                <a:ea typeface="微软雅黑" panose="020B0503020204020204" pitchFamily="34" charset="-122"/>
              </a:rPr>
              <a:t>类比法</a:t>
            </a:r>
          </a:p>
        </p:txBody>
      </p:sp>
      <p:pic>
        <p:nvPicPr>
          <p:cNvPr id="3" name="Picture 6">
            <a:extLst>
              <a:ext uri="{FF2B5EF4-FFF2-40B4-BE49-F238E27FC236}">
                <a16:creationId xmlns:a16="http://schemas.microsoft.com/office/drawing/2014/main" id="{478FF7C4-8977-49C1-85C4-0E88A740BB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3198" y="695268"/>
            <a:ext cx="6903354" cy="4281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171015655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36510"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3.2.6 </a:t>
            </a:r>
            <a:r>
              <a:rPr lang="zh-CN" altLang="en-US" sz="2400" spc="300" dirty="0">
                <a:latin typeface="微软雅黑" panose="020B0503020204020204" pitchFamily="34" charset="-122"/>
                <a:ea typeface="微软雅黑" panose="020B0503020204020204" pitchFamily="34" charset="-122"/>
              </a:rPr>
              <a:t>表格法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96126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基本思想：将与软件成本有关的工程经济参数，如系统规模、复杂性、工期（进度）、对计算机与通信资源的需求及资金投入约束、劳动生产率、工时费用率以及对成本有影响的其他各类各种影响因子有机地组织起来，并</a:t>
            </a:r>
            <a:r>
              <a:rPr lang="zh-CN" altLang="en-US" b="1" dirty="0">
                <a:solidFill>
                  <a:srgbClr val="FF0000"/>
                </a:solidFill>
                <a:latin typeface="华文楷体" panose="02010600040101010101" pitchFamily="2" charset="-122"/>
                <a:ea typeface="华文楷体" panose="02010600040101010101" pitchFamily="2" charset="-122"/>
              </a:rPr>
              <a:t>汇总成几张表格</a:t>
            </a:r>
            <a:r>
              <a:rPr lang="zh-CN" altLang="en-US" dirty="0">
                <a:solidFill>
                  <a:srgbClr val="000000"/>
                </a:solidFill>
                <a:latin typeface="华文楷体" panose="02010600040101010101" pitchFamily="2" charset="-122"/>
                <a:ea typeface="华文楷体" panose="02010600040101010101" pitchFamily="2" charset="-122"/>
              </a:rPr>
              <a:t>，然后系统设计人员可根据软件的功能需求及开发机构的人员素质、经历等具体情况，按照表格填写的顺序要求进行逐次计算与填写，并最终完成对目标系统软件的成本、工期等参数的估算。</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详细</a:t>
            </a:r>
            <a:r>
              <a:rPr lang="en-US" altLang="zh-CN" dirty="0">
                <a:solidFill>
                  <a:srgbClr val="000000"/>
                </a:solidFill>
                <a:latin typeface="华文楷体" panose="02010600040101010101" pitchFamily="2" charset="-122"/>
                <a:ea typeface="华文楷体" panose="02010600040101010101" pitchFamily="2" charset="-122"/>
              </a:rPr>
              <a:t>COCOMO</a:t>
            </a:r>
            <a:r>
              <a:rPr lang="zh-CN" altLang="en-US" dirty="0">
                <a:solidFill>
                  <a:srgbClr val="000000"/>
                </a:solidFill>
                <a:latin typeface="华文楷体" panose="02010600040101010101" pitchFamily="2" charset="-122"/>
                <a:ea typeface="华文楷体" panose="02010600040101010101" pitchFamily="2" charset="-122"/>
              </a:rPr>
              <a:t>模型等都可视为利用表格法做成本估算的应用案例。 </a:t>
            </a:r>
          </a:p>
        </p:txBody>
      </p:sp>
    </p:spTree>
    <p:extLst>
      <p:ext uri="{BB962C8B-B14F-4D97-AF65-F5344CB8AC3E}">
        <p14:creationId xmlns:p14="http://schemas.microsoft.com/office/powerpoint/2010/main" val="148781000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36510"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3.2.6 </a:t>
            </a:r>
            <a:r>
              <a:rPr lang="zh-CN" altLang="en-US" sz="2400" spc="300" dirty="0">
                <a:latin typeface="微软雅黑" panose="020B0503020204020204" pitchFamily="34" charset="-122"/>
                <a:ea typeface="微软雅黑" panose="020B0503020204020204" pitchFamily="34" charset="-122"/>
              </a:rPr>
              <a:t>表格法</a:t>
            </a:r>
          </a:p>
        </p:txBody>
      </p:sp>
      <p:graphicFrame>
        <p:nvGraphicFramePr>
          <p:cNvPr id="3" name="Group 75">
            <a:extLst>
              <a:ext uri="{FF2B5EF4-FFF2-40B4-BE49-F238E27FC236}">
                <a16:creationId xmlns:a16="http://schemas.microsoft.com/office/drawing/2014/main" id="{A2C1D699-6405-4DBE-BBD0-2396B3EB87C9}"/>
              </a:ext>
            </a:extLst>
          </p:cNvPr>
          <p:cNvGraphicFramePr>
            <a:graphicFrameLocks noGrp="1"/>
          </p:cNvGraphicFramePr>
          <p:nvPr>
            <p:extLst>
              <p:ext uri="{D42A27DB-BD31-4B8C-83A1-F6EECF244321}">
                <p14:modId xmlns:p14="http://schemas.microsoft.com/office/powerpoint/2010/main" val="2236759336"/>
              </p:ext>
            </p:extLst>
          </p:nvPr>
        </p:nvGraphicFramePr>
        <p:xfrm>
          <a:off x="466725" y="745548"/>
          <a:ext cx="8239126" cy="2498724"/>
        </p:xfrm>
        <a:graphic>
          <a:graphicData uri="http://schemas.openxmlformats.org/drawingml/2006/table">
            <a:tbl>
              <a:tblPr/>
              <a:tblGrid>
                <a:gridCol w="857885">
                  <a:extLst>
                    <a:ext uri="{9D8B030D-6E8A-4147-A177-3AD203B41FA5}">
                      <a16:colId xmlns:a16="http://schemas.microsoft.com/office/drawing/2014/main" val="20000"/>
                    </a:ext>
                  </a:extLst>
                </a:gridCol>
                <a:gridCol w="1160994">
                  <a:extLst>
                    <a:ext uri="{9D8B030D-6E8A-4147-A177-3AD203B41FA5}">
                      <a16:colId xmlns:a16="http://schemas.microsoft.com/office/drawing/2014/main" val="20001"/>
                    </a:ext>
                  </a:extLst>
                </a:gridCol>
                <a:gridCol w="1143133">
                  <a:extLst>
                    <a:ext uri="{9D8B030D-6E8A-4147-A177-3AD203B41FA5}">
                      <a16:colId xmlns:a16="http://schemas.microsoft.com/office/drawing/2014/main" val="20002"/>
                    </a:ext>
                  </a:extLst>
                </a:gridCol>
                <a:gridCol w="897538">
                  <a:extLst>
                    <a:ext uri="{9D8B030D-6E8A-4147-A177-3AD203B41FA5}">
                      <a16:colId xmlns:a16="http://schemas.microsoft.com/office/drawing/2014/main" val="20003"/>
                    </a:ext>
                  </a:extLst>
                </a:gridCol>
                <a:gridCol w="1074662">
                  <a:extLst>
                    <a:ext uri="{9D8B030D-6E8A-4147-A177-3AD203B41FA5}">
                      <a16:colId xmlns:a16="http://schemas.microsoft.com/office/drawing/2014/main" val="20004"/>
                    </a:ext>
                  </a:extLst>
                </a:gridCol>
                <a:gridCol w="552213">
                  <a:extLst>
                    <a:ext uri="{9D8B030D-6E8A-4147-A177-3AD203B41FA5}">
                      <a16:colId xmlns:a16="http://schemas.microsoft.com/office/drawing/2014/main" val="20005"/>
                    </a:ext>
                  </a:extLst>
                </a:gridCol>
                <a:gridCol w="614680">
                  <a:extLst>
                    <a:ext uri="{9D8B030D-6E8A-4147-A177-3AD203B41FA5}">
                      <a16:colId xmlns:a16="http://schemas.microsoft.com/office/drawing/2014/main" val="20006"/>
                    </a:ext>
                  </a:extLst>
                </a:gridCol>
                <a:gridCol w="1471272">
                  <a:extLst>
                    <a:ext uri="{9D8B030D-6E8A-4147-A177-3AD203B41FA5}">
                      <a16:colId xmlns:a16="http://schemas.microsoft.com/office/drawing/2014/main" val="20007"/>
                    </a:ext>
                  </a:extLst>
                </a:gridCol>
                <a:gridCol w="466749">
                  <a:extLst>
                    <a:ext uri="{9D8B030D-6E8A-4147-A177-3AD203B41FA5}">
                      <a16:colId xmlns:a16="http://schemas.microsoft.com/office/drawing/2014/main" val="20008"/>
                    </a:ext>
                  </a:extLst>
                </a:gridCol>
              </a:tblGrid>
              <a:tr h="6246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zh-CN" altLang="en-US"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子系统</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DM</a:t>
                      </a:r>
                      <a:r>
                        <a:rPr kumimoji="0" lang="en-US" altLang="zh-CN" sz="1800" b="1"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j</a:t>
                      </a:r>
                      <a:r>
                        <a:rPr kumimoji="0" lang="en-US" altLang="zh-CN" sz="18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CM</a:t>
                      </a:r>
                      <a:r>
                        <a:rPr kumimoji="0" lang="en-US" altLang="zh-CN" sz="1800" b="1"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j</a:t>
                      </a:r>
                      <a:r>
                        <a:rPr kumimoji="0" lang="en-US" altLang="zh-CN" sz="18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IM</a:t>
                      </a:r>
                      <a:r>
                        <a:rPr kumimoji="0" lang="en-US" altLang="zh-CN" sz="1800" b="1"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j</a:t>
                      </a:r>
                      <a:r>
                        <a:rPr kumimoji="0" lang="en-US" altLang="zh-CN" sz="18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AAF</a:t>
                      </a:r>
                      <a:r>
                        <a:rPr kumimoji="0" lang="en-US" altLang="zh-CN" sz="1800" b="1"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j</a:t>
                      </a:r>
                      <a:r>
                        <a:rPr kumimoji="0" lang="en-US" altLang="zh-CN" sz="18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L</a:t>
                      </a:r>
                      <a:r>
                        <a:rPr kumimoji="0" lang="en-US" altLang="zh-CN" sz="1800" b="1"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Aj</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1" i="1" u="none" strike="noStrike" cap="none" normalizeH="0" baseline="0" dirty="0" err="1">
                          <a:ln>
                            <a:noFill/>
                          </a:ln>
                          <a:solidFill>
                            <a:schemeClr val="tx1"/>
                          </a:solidFill>
                          <a:effectLst/>
                          <a:latin typeface="Times New Roman" panose="02020603050405020304" pitchFamily="18" charset="0"/>
                          <a:ea typeface="宋体" pitchFamily="2" charset="-122"/>
                          <a:cs typeface="Times New Roman" panose="02020603050405020304" pitchFamily="18" charset="0"/>
                        </a:rPr>
                        <a:t>L</a:t>
                      </a:r>
                      <a:r>
                        <a:rPr kumimoji="0" lang="en-US" altLang="zh-CN" sz="1800" b="1" i="1" u="none" strike="noStrike" cap="none" normalizeH="0" baseline="-25000" dirty="0" err="1">
                          <a:ln>
                            <a:noFill/>
                          </a:ln>
                          <a:solidFill>
                            <a:schemeClr val="tx1"/>
                          </a:solidFill>
                          <a:effectLst/>
                          <a:latin typeface="Times New Roman" panose="02020603050405020304" pitchFamily="18" charset="0"/>
                          <a:ea typeface="宋体" pitchFamily="2" charset="-122"/>
                          <a:cs typeface="Times New Roman" panose="02020603050405020304" pitchFamily="18" charset="0"/>
                        </a:rPr>
                        <a:t>Bj</a:t>
                      </a:r>
                      <a:endParaRPr kumimoji="0" lang="en-US" altLang="zh-CN" sz="1800" b="1" i="1"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800" b="1"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j1</a:t>
                      </a:r>
                      <a:r>
                        <a:rPr kumimoji="0" lang="en-US" altLang="zh-CN" sz="18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 U</a:t>
                      </a:r>
                      <a:r>
                        <a:rPr kumimoji="0" lang="en-US" altLang="zh-CN" sz="1800" b="1"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j2</a:t>
                      </a:r>
                      <a:r>
                        <a:rPr kumimoji="0" lang="en-US" altLang="zh-CN" sz="18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 U</a:t>
                      </a:r>
                      <a:r>
                        <a:rPr kumimoji="0" lang="en-US" altLang="zh-CN" sz="1800" b="1"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j15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800" b="1"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j</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46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a:t>
                      </a:r>
                      <a:r>
                        <a:rPr kumimoji="0" lang="en-US" altLang="zh-CN" sz="2000" b="0"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90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90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90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8000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46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a:t>
                      </a:r>
                      <a:r>
                        <a:rPr kumimoji="0" lang="en-US" altLang="zh-CN" sz="2000" b="0"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6000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4681">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a:t>
                      </a:r>
                      <a:r>
                        <a:rPr kumimoji="0" lang="en-US" altLang="zh-CN" sz="2000" b="0"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80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80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80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10000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6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6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 name="Text Box 69">
            <a:extLst>
              <a:ext uri="{FF2B5EF4-FFF2-40B4-BE49-F238E27FC236}">
                <a16:creationId xmlns:a16="http://schemas.microsoft.com/office/drawing/2014/main" id="{586C23AD-46CE-4137-BA61-AAD51709F186}"/>
              </a:ext>
            </a:extLst>
          </p:cNvPr>
          <p:cNvSpPr txBox="1">
            <a:spLocks noChangeArrowheads="1"/>
          </p:cNvSpPr>
          <p:nvPr/>
        </p:nvSpPr>
        <p:spPr bwMode="auto">
          <a:xfrm>
            <a:off x="515257" y="3365705"/>
            <a:ext cx="8190594"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0" tIns="0" rIns="0" bIns="0">
            <a:spAutoFit/>
          </a:bodyPr>
          <a:lstStyle>
            <a:lvl1pPr eaLnBrk="0" hangingPunct="0">
              <a:defRPr sz="2400">
                <a:solidFill>
                  <a:schemeClr val="tx1"/>
                </a:solidFill>
                <a:latin typeface="Tahoma" panose="020B0604030504040204" pitchFamily="34" charset="0"/>
                <a:ea typeface="宋体" panose="02010600030101010101" pitchFamily="2" charset="-122"/>
              </a:defRPr>
            </a:lvl1pPr>
            <a:lvl2pPr marL="742950" indent="-285750" eaLnBrk="0" hangingPunct="0">
              <a:defRPr sz="2400">
                <a:solidFill>
                  <a:schemeClr val="tx1"/>
                </a:solidFill>
                <a:latin typeface="Tahoma" panose="020B0604030504040204" pitchFamily="34" charset="0"/>
                <a:ea typeface="宋体" panose="02010600030101010101" pitchFamily="2" charset="-122"/>
              </a:defRPr>
            </a:lvl2pPr>
            <a:lvl3pPr marL="1143000" indent="-228600" eaLnBrk="0" hangingPunct="0">
              <a:defRPr sz="2400">
                <a:solidFill>
                  <a:schemeClr val="tx1"/>
                </a:solidFill>
                <a:latin typeface="Tahoma" panose="020B0604030504040204" pitchFamily="34" charset="0"/>
                <a:ea typeface="宋体" panose="02010600030101010101" pitchFamily="2" charset="-122"/>
              </a:defRPr>
            </a:lvl3pPr>
            <a:lvl4pPr marL="1600200" indent="-228600" eaLnBrk="0" hangingPunct="0">
              <a:defRPr sz="2400">
                <a:solidFill>
                  <a:schemeClr val="tx1"/>
                </a:solidFill>
                <a:latin typeface="Tahoma" panose="020B0604030504040204" pitchFamily="34" charset="0"/>
                <a:ea typeface="宋体" panose="02010600030101010101" pitchFamily="2" charset="-122"/>
              </a:defRPr>
            </a:lvl4pPr>
            <a:lvl5pPr marL="2057400" indent="-228600" eaLnBrk="0" hangingPunct="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eaLnBrk="1" hangingPunct="1">
              <a:spcBef>
                <a:spcPct val="50000"/>
              </a:spcBef>
            </a:pPr>
            <a:r>
              <a:rPr lang="en-US" altLang="zh-CN" sz="1800" dirty="0">
                <a:latin typeface="Times New Roman" panose="02020603050405020304" pitchFamily="18" charset="0"/>
                <a:cs typeface="Times New Roman" panose="02020603050405020304" pitchFamily="18" charset="0"/>
              </a:rPr>
              <a:t>(1) j</a:t>
            </a:r>
            <a:r>
              <a:rPr lang="zh-CN" altLang="en-US" sz="1800" dirty="0">
                <a:latin typeface="Times New Roman" panose="02020603050405020304" pitchFamily="18" charset="0"/>
                <a:cs typeface="Times New Roman" panose="02020603050405020304" pitchFamily="18" charset="0"/>
              </a:rPr>
              <a:t>模块修正百分比 </a:t>
            </a:r>
            <a:r>
              <a:rPr lang="en-US" altLang="zh-CN" sz="1800" dirty="0" err="1">
                <a:latin typeface="Times New Roman" panose="02020603050405020304" pitchFamily="18" charset="0"/>
                <a:cs typeface="Times New Roman" panose="02020603050405020304" pitchFamily="18" charset="0"/>
              </a:rPr>
              <a:t>AAF</a:t>
            </a:r>
            <a:r>
              <a:rPr lang="en-US" altLang="zh-CN" sz="1800" baseline="-25000" dirty="0" err="1">
                <a:latin typeface="Times New Roman" panose="02020603050405020304" pitchFamily="18" charset="0"/>
                <a:cs typeface="Times New Roman" panose="02020603050405020304" pitchFamily="18" charset="0"/>
              </a:rPr>
              <a:t>j</a:t>
            </a:r>
            <a:r>
              <a:rPr lang="en-US" altLang="zh-CN" sz="1800" dirty="0">
                <a:latin typeface="Times New Roman" panose="02020603050405020304" pitchFamily="18" charset="0"/>
                <a:cs typeface="Times New Roman" panose="02020603050405020304" pitchFamily="18" charset="0"/>
              </a:rPr>
              <a:t> = 0.4×DM</a:t>
            </a:r>
            <a:r>
              <a:rPr lang="en-US" altLang="zh-CN" sz="1800" baseline="-25000" dirty="0">
                <a:latin typeface="Times New Roman" panose="02020603050405020304" pitchFamily="18" charset="0"/>
                <a:cs typeface="Times New Roman" panose="02020603050405020304" pitchFamily="18" charset="0"/>
              </a:rPr>
              <a:t>j</a:t>
            </a:r>
            <a:r>
              <a:rPr lang="en-US" altLang="zh-CN" sz="1800" dirty="0">
                <a:latin typeface="Times New Roman" panose="02020603050405020304" pitchFamily="18" charset="0"/>
                <a:cs typeface="Times New Roman" panose="02020603050405020304" pitchFamily="18" charset="0"/>
              </a:rPr>
              <a:t>+0.3×CM</a:t>
            </a:r>
            <a:r>
              <a:rPr lang="en-US" altLang="zh-CN" sz="1800" baseline="-25000" dirty="0">
                <a:latin typeface="Times New Roman" panose="02020603050405020304" pitchFamily="18" charset="0"/>
                <a:cs typeface="Times New Roman" panose="02020603050405020304" pitchFamily="18" charset="0"/>
              </a:rPr>
              <a:t>j</a:t>
            </a:r>
            <a:r>
              <a:rPr lang="en-US" altLang="zh-CN" sz="1800" dirty="0">
                <a:latin typeface="Times New Roman" panose="02020603050405020304" pitchFamily="18" charset="0"/>
                <a:cs typeface="Times New Roman" panose="02020603050405020304" pitchFamily="18" charset="0"/>
              </a:rPr>
              <a:t>+0.3×IM</a:t>
            </a:r>
            <a:r>
              <a:rPr lang="en-US" altLang="zh-CN" sz="1800" baseline="-25000" dirty="0">
                <a:latin typeface="Times New Roman" panose="02020603050405020304" pitchFamily="18" charset="0"/>
                <a:cs typeface="Times New Roman" panose="02020603050405020304" pitchFamily="18" charset="0"/>
              </a:rPr>
              <a:t>j</a:t>
            </a:r>
          </a:p>
          <a:p>
            <a:pPr eaLnBrk="1" hangingPunct="1">
              <a:spcBef>
                <a:spcPct val="50000"/>
              </a:spcBef>
            </a:pPr>
            <a:r>
              <a:rPr lang="en-US" altLang="zh-CN" sz="1800" dirty="0">
                <a:latin typeface="Times New Roman" panose="02020603050405020304" pitchFamily="18" charset="0"/>
                <a:cs typeface="Times New Roman" panose="02020603050405020304" pitchFamily="18" charset="0"/>
              </a:rPr>
              <a:t>(2) j</a:t>
            </a:r>
            <a:r>
              <a:rPr lang="zh-CN" altLang="en-US" sz="1800" dirty="0">
                <a:latin typeface="Times New Roman" panose="02020603050405020304" pitchFamily="18" charset="0"/>
                <a:cs typeface="Times New Roman" panose="02020603050405020304" pitchFamily="18" charset="0"/>
              </a:rPr>
              <a:t>模块规模 </a:t>
            </a:r>
            <a:r>
              <a:rPr lang="en-US" altLang="zh-CN" sz="1800" dirty="0" err="1">
                <a:latin typeface="Times New Roman" panose="02020603050405020304" pitchFamily="18" charset="0"/>
                <a:cs typeface="Times New Roman" panose="02020603050405020304" pitchFamily="18" charset="0"/>
              </a:rPr>
              <a:t>LB</a:t>
            </a:r>
            <a:r>
              <a:rPr lang="en-US" altLang="zh-CN" sz="1800" baseline="-25000" dirty="0" err="1">
                <a:latin typeface="Times New Roman" panose="02020603050405020304" pitchFamily="18" charset="0"/>
                <a:cs typeface="Times New Roman" panose="02020603050405020304" pitchFamily="18" charset="0"/>
              </a:rPr>
              <a:t>j</a:t>
            </a:r>
            <a:r>
              <a:rPr lang="en-US" altLang="zh-CN" sz="1800" dirty="0">
                <a:latin typeface="Times New Roman" panose="02020603050405020304" pitchFamily="18" charset="0"/>
                <a:cs typeface="Times New Roman" panose="02020603050405020304" pitchFamily="18" charset="0"/>
              </a:rPr>
              <a:t> = </a:t>
            </a:r>
            <a:r>
              <a:rPr lang="en-US" altLang="zh-CN" sz="1800" dirty="0" err="1">
                <a:latin typeface="Times New Roman" panose="02020603050405020304" pitchFamily="18" charset="0"/>
                <a:cs typeface="Times New Roman" panose="02020603050405020304" pitchFamily="18" charset="0"/>
              </a:rPr>
              <a:t>L</a:t>
            </a:r>
            <a:r>
              <a:rPr lang="en-US" altLang="zh-CN" sz="1800" baseline="-25000" dirty="0" err="1">
                <a:latin typeface="Times New Roman" panose="02020603050405020304" pitchFamily="18" charset="0"/>
                <a:cs typeface="Times New Roman" panose="02020603050405020304" pitchFamily="18" charset="0"/>
              </a:rPr>
              <a:t>Aj</a:t>
            </a:r>
            <a:r>
              <a:rPr lang="en-US" altLang="zh-CN" sz="1800" dirty="0" err="1">
                <a:latin typeface="Times New Roman" panose="02020603050405020304" pitchFamily="18" charset="0"/>
                <a:cs typeface="Times New Roman" panose="02020603050405020304" pitchFamily="18" charset="0"/>
              </a:rPr>
              <a:t>×AAF</a:t>
            </a:r>
            <a:r>
              <a:rPr lang="en-US" altLang="zh-CN" sz="1800" baseline="-25000" dirty="0" err="1">
                <a:latin typeface="Times New Roman" panose="02020603050405020304" pitchFamily="18" charset="0"/>
                <a:cs typeface="Times New Roman" panose="02020603050405020304" pitchFamily="18" charset="0"/>
              </a:rPr>
              <a:t>j</a:t>
            </a:r>
            <a:endParaRPr lang="en-US" altLang="zh-CN" sz="1800" baseline="-25000" dirty="0">
              <a:latin typeface="Times New Roman" panose="02020603050405020304" pitchFamily="18" charset="0"/>
              <a:cs typeface="Times New Roman" panose="02020603050405020304" pitchFamily="18" charset="0"/>
            </a:endParaRPr>
          </a:p>
          <a:p>
            <a:pPr eaLnBrk="1" hangingPunct="1">
              <a:spcBef>
                <a:spcPct val="50000"/>
              </a:spcBef>
            </a:pPr>
            <a:r>
              <a:rPr lang="en-US" altLang="zh-CN" sz="1800" dirty="0">
                <a:latin typeface="Times New Roman" panose="02020603050405020304" pitchFamily="18" charset="0"/>
                <a:cs typeface="Times New Roman" panose="02020603050405020304" pitchFamily="18" charset="0"/>
              </a:rPr>
              <a:t>(3) j</a:t>
            </a:r>
            <a:r>
              <a:rPr lang="zh-CN" altLang="en-US" sz="1800" dirty="0">
                <a:latin typeface="Times New Roman" panose="02020603050405020304" pitchFamily="18" charset="0"/>
                <a:cs typeface="Times New Roman" panose="02020603050405020304" pitchFamily="18" charset="0"/>
              </a:rPr>
              <a:t>模块工作量乘数 </a:t>
            </a:r>
            <a:r>
              <a:rPr lang="en-US" altLang="zh-CN" sz="1800" dirty="0" err="1">
                <a:latin typeface="Times New Roman" panose="02020603050405020304" pitchFamily="18" charset="0"/>
                <a:cs typeface="Times New Roman" panose="02020603050405020304" pitchFamily="18" charset="0"/>
              </a:rPr>
              <a:t>U</a:t>
            </a:r>
            <a:r>
              <a:rPr lang="en-US" altLang="zh-CN" sz="1800" baseline="-25000" dirty="0" err="1">
                <a:latin typeface="Times New Roman" panose="02020603050405020304" pitchFamily="18" charset="0"/>
                <a:cs typeface="Times New Roman" panose="02020603050405020304" pitchFamily="18" charset="0"/>
              </a:rPr>
              <a:t>j</a:t>
            </a:r>
            <a:r>
              <a:rPr lang="en-US" altLang="zh-CN" sz="1800" dirty="0">
                <a:latin typeface="Times New Roman" panose="02020603050405020304" pitchFamily="18" charset="0"/>
                <a:cs typeface="Times New Roman" panose="02020603050405020304" pitchFamily="18" charset="0"/>
              </a:rPr>
              <a:t> = U</a:t>
            </a:r>
            <a:r>
              <a:rPr lang="en-US" altLang="zh-CN" sz="1800" baseline="-25000" dirty="0">
                <a:latin typeface="Times New Roman" panose="02020603050405020304" pitchFamily="18" charset="0"/>
                <a:cs typeface="Times New Roman" panose="02020603050405020304" pitchFamily="18" charset="0"/>
              </a:rPr>
              <a:t>j1</a:t>
            </a:r>
            <a:r>
              <a:rPr lang="en-US" altLang="zh-CN" sz="1800" dirty="0">
                <a:latin typeface="Times New Roman" panose="02020603050405020304" pitchFamily="18" charset="0"/>
                <a:cs typeface="Times New Roman" panose="02020603050405020304" pitchFamily="18" charset="0"/>
              </a:rPr>
              <a:t>×U</a:t>
            </a:r>
            <a:r>
              <a:rPr lang="en-US" altLang="zh-CN" sz="1800" baseline="-25000" dirty="0">
                <a:latin typeface="Times New Roman" panose="02020603050405020304" pitchFamily="18" charset="0"/>
                <a:cs typeface="Times New Roman" panose="02020603050405020304" pitchFamily="18" charset="0"/>
              </a:rPr>
              <a:t>j2</a:t>
            </a:r>
            <a:r>
              <a:rPr lang="en-US" altLang="zh-CN" sz="1800" dirty="0">
                <a:latin typeface="Times New Roman" panose="02020603050405020304" pitchFamily="18" charset="0"/>
                <a:cs typeface="Times New Roman" panose="02020603050405020304" pitchFamily="18" charset="0"/>
              </a:rPr>
              <a:t>×…×U</a:t>
            </a:r>
            <a:r>
              <a:rPr lang="en-US" altLang="zh-CN" sz="1800" baseline="-25000" dirty="0">
                <a:latin typeface="Times New Roman" panose="02020603050405020304" pitchFamily="18" charset="0"/>
                <a:cs typeface="Times New Roman" panose="02020603050405020304" pitchFamily="18" charset="0"/>
              </a:rPr>
              <a:t>j15</a:t>
            </a:r>
          </a:p>
        </p:txBody>
      </p:sp>
    </p:spTree>
    <p:extLst>
      <p:ext uri="{BB962C8B-B14F-4D97-AF65-F5344CB8AC3E}">
        <p14:creationId xmlns:p14="http://schemas.microsoft.com/office/powerpoint/2010/main" val="316281809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36510"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3.2.6 </a:t>
            </a:r>
            <a:r>
              <a:rPr lang="zh-CN" altLang="en-US" sz="2400" spc="300" dirty="0">
                <a:latin typeface="微软雅黑" panose="020B0503020204020204" pitchFamily="34" charset="-122"/>
                <a:ea typeface="微软雅黑" panose="020B0503020204020204" pitchFamily="34" charset="-122"/>
              </a:rPr>
              <a:t>表格法</a:t>
            </a:r>
          </a:p>
        </p:txBody>
      </p:sp>
      <p:graphicFrame>
        <p:nvGraphicFramePr>
          <p:cNvPr id="3" name="Group 167">
            <a:extLst>
              <a:ext uri="{FF2B5EF4-FFF2-40B4-BE49-F238E27FC236}">
                <a16:creationId xmlns:a16="http://schemas.microsoft.com/office/drawing/2014/main" id="{1D9AB493-0D64-47C0-BA37-FF416223405F}"/>
              </a:ext>
            </a:extLst>
          </p:cNvPr>
          <p:cNvGraphicFramePr>
            <a:graphicFrameLocks noGrp="1"/>
          </p:cNvGraphicFramePr>
          <p:nvPr>
            <p:extLst>
              <p:ext uri="{D42A27DB-BD31-4B8C-83A1-F6EECF244321}">
                <p14:modId xmlns:p14="http://schemas.microsoft.com/office/powerpoint/2010/main" val="3244616594"/>
              </p:ext>
            </p:extLst>
          </p:nvPr>
        </p:nvGraphicFramePr>
        <p:xfrm>
          <a:off x="596504" y="731260"/>
          <a:ext cx="7950992" cy="2779710"/>
        </p:xfrm>
        <a:graphic>
          <a:graphicData uri="http://schemas.openxmlformats.org/drawingml/2006/table">
            <a:tbl>
              <a:tblPr/>
              <a:tblGrid>
                <a:gridCol w="883444">
                  <a:extLst>
                    <a:ext uri="{9D8B030D-6E8A-4147-A177-3AD203B41FA5}">
                      <a16:colId xmlns:a16="http://schemas.microsoft.com/office/drawing/2014/main" val="20000"/>
                    </a:ext>
                  </a:extLst>
                </a:gridCol>
                <a:gridCol w="883443">
                  <a:extLst>
                    <a:ext uri="{9D8B030D-6E8A-4147-A177-3AD203B41FA5}">
                      <a16:colId xmlns:a16="http://schemas.microsoft.com/office/drawing/2014/main" val="20001"/>
                    </a:ext>
                  </a:extLst>
                </a:gridCol>
                <a:gridCol w="883444">
                  <a:extLst>
                    <a:ext uri="{9D8B030D-6E8A-4147-A177-3AD203B41FA5}">
                      <a16:colId xmlns:a16="http://schemas.microsoft.com/office/drawing/2014/main" val="20002"/>
                    </a:ext>
                  </a:extLst>
                </a:gridCol>
                <a:gridCol w="883443">
                  <a:extLst>
                    <a:ext uri="{9D8B030D-6E8A-4147-A177-3AD203B41FA5}">
                      <a16:colId xmlns:a16="http://schemas.microsoft.com/office/drawing/2014/main" val="20003"/>
                    </a:ext>
                  </a:extLst>
                </a:gridCol>
                <a:gridCol w="883444">
                  <a:extLst>
                    <a:ext uri="{9D8B030D-6E8A-4147-A177-3AD203B41FA5}">
                      <a16:colId xmlns:a16="http://schemas.microsoft.com/office/drawing/2014/main" val="20004"/>
                    </a:ext>
                  </a:extLst>
                </a:gridCol>
                <a:gridCol w="883443">
                  <a:extLst>
                    <a:ext uri="{9D8B030D-6E8A-4147-A177-3AD203B41FA5}">
                      <a16:colId xmlns:a16="http://schemas.microsoft.com/office/drawing/2014/main" val="20005"/>
                    </a:ext>
                  </a:extLst>
                </a:gridCol>
                <a:gridCol w="883444">
                  <a:extLst>
                    <a:ext uri="{9D8B030D-6E8A-4147-A177-3AD203B41FA5}">
                      <a16:colId xmlns:a16="http://schemas.microsoft.com/office/drawing/2014/main" val="20006"/>
                    </a:ext>
                  </a:extLst>
                </a:gridCol>
                <a:gridCol w="883443">
                  <a:extLst>
                    <a:ext uri="{9D8B030D-6E8A-4147-A177-3AD203B41FA5}">
                      <a16:colId xmlns:a16="http://schemas.microsoft.com/office/drawing/2014/main" val="20007"/>
                    </a:ext>
                  </a:extLst>
                </a:gridCol>
                <a:gridCol w="883444">
                  <a:extLst>
                    <a:ext uri="{9D8B030D-6E8A-4147-A177-3AD203B41FA5}">
                      <a16:colId xmlns:a16="http://schemas.microsoft.com/office/drawing/2014/main" val="20008"/>
                    </a:ext>
                  </a:extLst>
                </a:gridCol>
              </a:tblGrid>
              <a:tr h="396916">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子系统</a:t>
                      </a:r>
                    </a:p>
                  </a:txBody>
                  <a:tcPr marL="0" marR="0" marT="0" marB="0" anchor="ctr"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L</a:t>
                      </a:r>
                      <a:r>
                        <a:rPr kumimoji="0" lang="en-US" altLang="zh-CN" sz="1800" b="1"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Bj</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U</a:t>
                      </a:r>
                      <a:r>
                        <a:rPr kumimoji="0" lang="en-US" altLang="zh-CN" sz="1800" b="1"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j</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M</a:t>
                      </a:r>
                      <a:r>
                        <a:rPr kumimoji="0" lang="en-US" altLang="zh-CN" sz="1800" b="1"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0j</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M</a:t>
                      </a:r>
                      <a:r>
                        <a:rPr kumimoji="0" lang="en-US" altLang="zh-CN" sz="1800" b="1"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j</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F</a:t>
                      </a:r>
                      <a:r>
                        <a:rPr kumimoji="0" lang="en-US" altLang="zh-CN" sz="1800" b="1"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dj</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F</a:t>
                      </a:r>
                      <a:r>
                        <a:rPr kumimoji="0" lang="en-US" altLang="zh-CN" sz="1800" b="1"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cj</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C</a:t>
                      </a:r>
                      <a:r>
                        <a:rPr kumimoji="0" lang="en-US" altLang="zh-CN" sz="1800" b="1"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j</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C</a:t>
                      </a:r>
                      <a:r>
                        <a:rPr kumimoji="0" lang="en-US" altLang="zh-CN" sz="1800" b="1"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0j</a:t>
                      </a:r>
                    </a:p>
                  </a:txBody>
                  <a:tcPr marL="0" marR="0" marT="0" marB="0" anchor="ctr"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916">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B</a:t>
                      </a:r>
                      <a:r>
                        <a:rPr kumimoji="0" lang="en-US" altLang="zh-CN" sz="1800" b="0"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t>
                      </a: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(7)</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(8)</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(9)</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5.5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(11)</a:t>
                      </a: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916">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B</a:t>
                      </a:r>
                      <a:r>
                        <a:rPr kumimoji="0" lang="en-US" altLang="zh-CN" sz="1800" b="0"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2</a:t>
                      </a: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0.95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6.5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8214">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B</a:t>
                      </a:r>
                      <a:r>
                        <a:rPr kumimoji="0" lang="en-US" altLang="zh-CN" sz="1800" b="0" i="0"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3</a:t>
                      </a: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0.85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6.0</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916">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L</a:t>
                      </a:r>
                      <a:r>
                        <a:rPr kumimoji="0" lang="en-US" altLang="zh-CN" sz="1800" b="0"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S</a:t>
                      </a: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(4)</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开发模式：</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M</a:t>
                      </a:r>
                      <a:r>
                        <a:rPr kumimoji="0" lang="en-US" altLang="zh-CN" sz="1800" b="0"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S</a:t>
                      </a:r>
                      <a:r>
                        <a:rPr kumimoji="0"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Wingdings" pitchFamily="2" charset="2"/>
                        </a:rPr>
                        <a:t>: </a:t>
                      </a:r>
                      <a:r>
                        <a:rPr kumimoji="0" lang="zh-CN" altLang="en-US"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Wingdings" pitchFamily="2" charset="2"/>
                        </a:rPr>
                        <a:t>（</a:t>
                      </a:r>
                      <a:r>
                        <a:rPr kumimoji="0"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Wingdings" pitchFamily="2" charset="2"/>
                        </a:rPr>
                        <a:t>12</a:t>
                      </a:r>
                      <a:r>
                        <a:rPr kumimoji="0" lang="zh-CN" altLang="en-US"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Wingdings" pitchFamily="2" charset="2"/>
                        </a:rPr>
                        <a:t>）</a:t>
                      </a:r>
                      <a:endParaRPr kumimoji="0" lang="zh-CN" altLang="en-US"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3">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C</a:t>
                      </a:r>
                      <a:r>
                        <a:rPr kumimoji="0" lang="en-US" altLang="zh-CN" sz="1800" b="0"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S</a:t>
                      </a:r>
                      <a:r>
                        <a:rPr kumimoji="0"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 (15)</a:t>
                      </a: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4"/>
                  </a:ext>
                </a:extLst>
              </a:tr>
              <a:tr h="396916">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M</a:t>
                      </a:r>
                      <a:r>
                        <a:rPr kumimoji="0" lang="en-US" altLang="zh-CN" sz="1800" b="0"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0S</a:t>
                      </a: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T</a:t>
                      </a:r>
                      <a:r>
                        <a:rPr kumimoji="0" lang="en-US" altLang="zh-CN" sz="1800" b="0"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d</a:t>
                      </a:r>
                      <a:r>
                        <a:rPr kumimoji="0"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Wingdings" pitchFamily="2" charset="2"/>
                        </a:rPr>
                        <a:t>:  </a:t>
                      </a:r>
                      <a:r>
                        <a:rPr kumimoji="0" lang="zh-CN" altLang="en-US"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Wingdings" pitchFamily="2" charset="2"/>
                        </a:rPr>
                        <a:t>（</a:t>
                      </a:r>
                      <a:r>
                        <a:rPr kumimoji="0"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Wingdings" pitchFamily="2" charset="2"/>
                        </a:rPr>
                        <a:t>13</a:t>
                      </a:r>
                      <a:r>
                        <a:rPr kumimoji="0" lang="zh-CN" altLang="en-US"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sym typeface="Wingdings" pitchFamily="2" charset="2"/>
                        </a:rPr>
                        <a:t>）</a:t>
                      </a:r>
                      <a:endParaRPr kumimoji="0" lang="zh-CN" altLang="en-US"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3">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F</a:t>
                      </a:r>
                      <a:r>
                        <a:rPr kumimoji="0" lang="en-US" altLang="zh-CN" sz="1800" b="0"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CS</a:t>
                      </a:r>
                      <a:r>
                        <a:rPr kumimoji="0"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 (16)</a:t>
                      </a: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5"/>
                  </a:ext>
                </a:extLst>
              </a:tr>
              <a:tr h="396916">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F</a:t>
                      </a:r>
                      <a:r>
                        <a:rPr kumimoji="0" lang="en-US" altLang="zh-CN" sz="1800" b="0"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0S</a:t>
                      </a: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(6)</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zh-CN" altLang="zh-CN" sz="1800" b="0"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F</a:t>
                      </a:r>
                      <a:r>
                        <a:rPr kumimoji="0" lang="en-US" altLang="zh-CN" sz="1800" b="0" i="1" u="none" strike="noStrike" cap="none" normalizeH="0" baseline="-25000">
                          <a:ln>
                            <a:noFill/>
                          </a:ln>
                          <a:solidFill>
                            <a:schemeClr val="tx1"/>
                          </a:solidFill>
                          <a:effectLst/>
                          <a:latin typeface="Times New Roman" panose="02020603050405020304" pitchFamily="18" charset="0"/>
                          <a:ea typeface="宋体" pitchFamily="2" charset="-122"/>
                          <a:cs typeface="Times New Roman" panose="02020603050405020304" pitchFamily="18" charset="0"/>
                        </a:rPr>
                        <a:t>dS</a:t>
                      </a:r>
                      <a:r>
                        <a:rPr kumimoji="0"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r>
                        <a:rPr kumimoji="0" lang="zh-CN" altLang="en-US"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r>
                        <a:rPr kumimoji="0" lang="en-US" altLang="zh-CN"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14</a:t>
                      </a:r>
                      <a:r>
                        <a:rPr kumimoji="0" lang="zh-CN" altLang="en-US" sz="1800" b="0" i="1"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3">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altLang="zh-CN" sz="1800" b="0"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F</a:t>
                      </a:r>
                      <a:r>
                        <a:rPr kumimoji="0" lang="el-GR" altLang="zh-CN" sz="1800" b="0" i="1"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α</a:t>
                      </a:r>
                      <a:r>
                        <a:rPr kumimoji="0" lang="en-US" altLang="zh-CN" sz="1800" b="0" i="1" u="none" strike="noStrike" cap="none" normalizeH="0" baseline="-2500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S</a:t>
                      </a:r>
                      <a:r>
                        <a:rPr kumimoji="0" lang="en-US" altLang="zh-CN" sz="1800" b="0"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:(17)</a:t>
                      </a:r>
                      <a:endParaRPr kumimoji="0" lang="zh-CN" altLang="el-GR" sz="1800" b="0" i="1"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24118116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36510"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3.2.6 </a:t>
            </a:r>
            <a:r>
              <a:rPr lang="zh-CN" altLang="en-US" sz="2400" spc="300" dirty="0">
                <a:latin typeface="微软雅黑" panose="020B0503020204020204" pitchFamily="34" charset="-122"/>
                <a:ea typeface="微软雅黑" panose="020B0503020204020204" pitchFamily="34" charset="-122"/>
              </a:rPr>
              <a:t>表格法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8113486" cy="2862322"/>
          </a:xfrm>
          <a:prstGeom prst="rect">
            <a:avLst/>
          </a:prstGeom>
        </p:spPr>
        <p:txBody>
          <a:bodyPr wrap="square">
            <a:spAutoFit/>
          </a:bodyPr>
          <a:lstStyle/>
          <a:p>
            <a:pPr eaLnBrk="1" hangingPunct="1">
              <a:spcBef>
                <a:spcPct val="50000"/>
              </a:spcBef>
            </a:pPr>
            <a:r>
              <a:rPr lang="en-US" altLang="zh-CN" sz="1800" dirty="0">
                <a:latin typeface="Times New Roman" panose="02020603050405020304" pitchFamily="18" charset="0"/>
                <a:cs typeface="Times New Roman" panose="02020603050405020304" pitchFamily="18" charset="0"/>
              </a:rPr>
              <a:t>(4) </a:t>
            </a:r>
            <a:r>
              <a:rPr lang="zh-CN" altLang="en-US" sz="1800" dirty="0">
                <a:latin typeface="Times New Roman" panose="02020603050405020304" pitchFamily="18" charset="0"/>
                <a:cs typeface="Times New Roman" panose="02020603050405020304" pitchFamily="18" charset="0"/>
              </a:rPr>
              <a:t>系统规模 </a:t>
            </a:r>
            <a:r>
              <a:rPr lang="en-US" altLang="zh-CN" sz="1800" dirty="0">
                <a:latin typeface="Times New Roman" panose="02020603050405020304" pitchFamily="18" charset="0"/>
                <a:cs typeface="Times New Roman" panose="02020603050405020304" pitchFamily="18" charset="0"/>
              </a:rPr>
              <a:t>L</a:t>
            </a:r>
            <a:r>
              <a:rPr lang="en-US" altLang="zh-CN" sz="1800" baseline="-25000" dirty="0">
                <a:latin typeface="Times New Roman" panose="02020603050405020304" pitchFamily="18" charset="0"/>
                <a:cs typeface="Times New Roman" panose="02020603050405020304" pitchFamily="18" charset="0"/>
              </a:rPr>
              <a:t>S</a:t>
            </a:r>
            <a:r>
              <a:rPr lang="en-US" altLang="zh-CN" sz="1800" dirty="0">
                <a:latin typeface="Times New Roman" panose="02020603050405020304" pitchFamily="18" charset="0"/>
                <a:cs typeface="Times New Roman" panose="02020603050405020304" pitchFamily="18" charset="0"/>
              </a:rPr>
              <a:t> =</a:t>
            </a:r>
            <a:r>
              <a:rPr lang="el-GR" altLang="zh-CN" sz="1800" dirty="0">
                <a:latin typeface="Times New Roman" panose="02020603050405020304" pitchFamily="18" charset="0"/>
                <a:cs typeface="Times New Roman" panose="02020603050405020304" pitchFamily="18" charset="0"/>
              </a:rPr>
              <a:t>Σ</a:t>
            </a:r>
            <a:r>
              <a:rPr lang="en-US" altLang="zh-CN" sz="1800" dirty="0" err="1">
                <a:latin typeface="Times New Roman" panose="02020603050405020304" pitchFamily="18" charset="0"/>
                <a:cs typeface="Times New Roman" panose="02020603050405020304" pitchFamily="18" charset="0"/>
              </a:rPr>
              <a:t>L</a:t>
            </a:r>
            <a:r>
              <a:rPr lang="en-US" altLang="zh-CN" sz="1800" baseline="-25000" dirty="0" err="1">
                <a:latin typeface="Times New Roman" panose="02020603050405020304" pitchFamily="18" charset="0"/>
                <a:cs typeface="Times New Roman" panose="02020603050405020304" pitchFamily="18" charset="0"/>
              </a:rPr>
              <a:t>j</a:t>
            </a:r>
            <a:r>
              <a:rPr lang="en-US" altLang="zh-CN" sz="1800" dirty="0">
                <a:latin typeface="Times New Roman" panose="02020603050405020304" pitchFamily="18" charset="0"/>
                <a:cs typeface="Times New Roman" panose="02020603050405020304" pitchFamily="18" charset="0"/>
              </a:rPr>
              <a:t>                        	 (11) j</a:t>
            </a:r>
            <a:r>
              <a:rPr lang="zh-CN" altLang="en-US" sz="1800" dirty="0">
                <a:latin typeface="Times New Roman" panose="02020603050405020304" pitchFamily="18" charset="0"/>
                <a:cs typeface="Times New Roman" panose="02020603050405020304" pitchFamily="18" charset="0"/>
              </a:rPr>
              <a:t>模块成本费用率 </a:t>
            </a:r>
            <a:r>
              <a:rPr lang="en-US" altLang="zh-CN" sz="1800" dirty="0">
                <a:latin typeface="Times New Roman" panose="02020603050405020304" pitchFamily="18" charset="0"/>
                <a:cs typeface="Times New Roman" panose="02020603050405020304" pitchFamily="18" charset="0"/>
              </a:rPr>
              <a:t>C</a:t>
            </a:r>
            <a:r>
              <a:rPr lang="en-US" altLang="zh-CN" sz="1800" baseline="-25000" dirty="0">
                <a:latin typeface="Times New Roman" panose="02020603050405020304" pitchFamily="18" charset="0"/>
                <a:cs typeface="Times New Roman" panose="02020603050405020304" pitchFamily="18" charset="0"/>
              </a:rPr>
              <a:t>0j</a:t>
            </a:r>
            <a:r>
              <a:rPr lang="en-US" altLang="zh-CN" sz="1800" dirty="0">
                <a:latin typeface="Times New Roman" panose="02020603050405020304" pitchFamily="18" charset="0"/>
                <a:cs typeface="Times New Roman" panose="02020603050405020304" pitchFamily="18" charset="0"/>
              </a:rPr>
              <a:t> = </a:t>
            </a:r>
            <a:r>
              <a:rPr lang="en-US" altLang="zh-CN" sz="1800" dirty="0" err="1">
                <a:latin typeface="Times New Roman" panose="02020603050405020304" pitchFamily="18" charset="0"/>
                <a:cs typeface="Times New Roman" panose="02020603050405020304" pitchFamily="18" charset="0"/>
              </a:rPr>
              <a:t>C</a:t>
            </a:r>
            <a:r>
              <a:rPr lang="en-US" altLang="zh-CN" sz="1800" baseline="-25000" dirty="0" err="1">
                <a:latin typeface="Times New Roman" panose="02020603050405020304" pitchFamily="18" charset="0"/>
                <a:cs typeface="Times New Roman" panose="02020603050405020304" pitchFamily="18" charset="0"/>
              </a:rPr>
              <a:t>j</a:t>
            </a:r>
            <a:r>
              <a:rPr lang="en-US" altLang="zh-CN" sz="1800" baseline="-25000" dirty="0">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L</a:t>
            </a:r>
            <a:r>
              <a:rPr lang="en-US" altLang="zh-CN" sz="1800" baseline="-25000" dirty="0" err="1">
                <a:latin typeface="Times New Roman" panose="02020603050405020304" pitchFamily="18" charset="0"/>
                <a:cs typeface="Times New Roman" panose="02020603050405020304" pitchFamily="18" charset="0"/>
              </a:rPr>
              <a:t>j</a:t>
            </a:r>
            <a:endParaRPr lang="en-US" altLang="zh-CN" sz="1800" baseline="-25000" dirty="0">
              <a:latin typeface="Times New Roman" panose="02020603050405020304" pitchFamily="18" charset="0"/>
              <a:cs typeface="Times New Roman" panose="02020603050405020304" pitchFamily="18" charset="0"/>
            </a:endParaRPr>
          </a:p>
          <a:p>
            <a:pPr eaLnBrk="1" hangingPunct="1">
              <a:spcBef>
                <a:spcPct val="50000"/>
              </a:spcBef>
            </a:pPr>
            <a:r>
              <a:rPr lang="en-US" altLang="zh-CN" sz="1800" dirty="0">
                <a:latin typeface="Times New Roman" panose="02020603050405020304" pitchFamily="18" charset="0"/>
                <a:cs typeface="Times New Roman" panose="02020603050405020304" pitchFamily="18" charset="0"/>
              </a:rPr>
              <a:t>(5) </a:t>
            </a:r>
            <a:r>
              <a:rPr lang="zh-CN" altLang="en-US" sz="1800" dirty="0">
                <a:latin typeface="Times New Roman" panose="02020603050405020304" pitchFamily="18" charset="0"/>
                <a:cs typeface="Times New Roman" panose="02020603050405020304" pitchFamily="18" charset="0"/>
              </a:rPr>
              <a:t>系统基准工作量 </a:t>
            </a:r>
            <a:r>
              <a:rPr lang="en-US" altLang="zh-CN" sz="1800" dirty="0">
                <a:latin typeface="Times New Roman" panose="02020603050405020304" pitchFamily="18" charset="0"/>
                <a:cs typeface="Times New Roman" panose="02020603050405020304" pitchFamily="18" charset="0"/>
              </a:rPr>
              <a:t>M</a:t>
            </a:r>
            <a:r>
              <a:rPr lang="en-US" altLang="zh-CN" sz="1800" baseline="-25000" dirty="0">
                <a:latin typeface="Times New Roman" panose="02020603050405020304" pitchFamily="18" charset="0"/>
                <a:cs typeface="Times New Roman" panose="02020603050405020304" pitchFamily="18" charset="0"/>
              </a:rPr>
              <a:t>0S</a:t>
            </a:r>
            <a:r>
              <a:rPr lang="en-US" altLang="zh-CN" sz="1800" dirty="0">
                <a:latin typeface="Times New Roman" panose="02020603050405020304" pitchFamily="18" charset="0"/>
                <a:cs typeface="Times New Roman" panose="02020603050405020304" pitchFamily="18" charset="0"/>
              </a:rPr>
              <a:t> = </a:t>
            </a:r>
            <a:r>
              <a:rPr lang="en-US" altLang="zh-CN" sz="1800" dirty="0" err="1">
                <a:latin typeface="Times New Roman" panose="02020603050405020304" pitchFamily="18" charset="0"/>
                <a:cs typeface="Times New Roman" panose="02020603050405020304" pitchFamily="18" charset="0"/>
              </a:rPr>
              <a:t>r</a:t>
            </a:r>
            <a:r>
              <a:rPr lang="en-US" altLang="zh-CN" sz="1600" dirty="0" err="1">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L</a:t>
            </a:r>
            <a:r>
              <a:rPr lang="en-US" altLang="zh-CN" sz="1800" baseline="-25000" dirty="0" err="1">
                <a:latin typeface="Times New Roman" panose="02020603050405020304" pitchFamily="18" charset="0"/>
                <a:cs typeface="Times New Roman" panose="02020603050405020304" pitchFamily="18" charset="0"/>
              </a:rPr>
              <a:t>S</a:t>
            </a:r>
            <a:r>
              <a:rPr lang="en-US" altLang="zh-CN" sz="1800" baseline="30000" dirty="0" err="1">
                <a:latin typeface="Times New Roman" panose="02020603050405020304" pitchFamily="18" charset="0"/>
                <a:cs typeface="Times New Roman" panose="02020603050405020304" pitchFamily="18" charset="0"/>
              </a:rPr>
              <a:t>k</a:t>
            </a:r>
            <a:r>
              <a:rPr lang="en-US" altLang="zh-CN" sz="1800" dirty="0">
                <a:latin typeface="Times New Roman" panose="02020603050405020304" pitchFamily="18" charset="0"/>
                <a:cs typeface="Times New Roman" panose="02020603050405020304" pitchFamily="18" charset="0"/>
              </a:rPr>
              <a:t>	 	 (12) </a:t>
            </a:r>
            <a:r>
              <a:rPr lang="zh-CN" altLang="en-US" sz="1800" dirty="0">
                <a:latin typeface="Times New Roman" panose="02020603050405020304" pitchFamily="18" charset="0"/>
                <a:cs typeface="Times New Roman" panose="02020603050405020304" pitchFamily="18" charset="0"/>
              </a:rPr>
              <a:t>系统工作量 </a:t>
            </a:r>
            <a:r>
              <a:rPr lang="en-US" altLang="zh-CN" sz="1800" dirty="0">
                <a:latin typeface="Times New Roman" panose="02020603050405020304" pitchFamily="18" charset="0"/>
                <a:cs typeface="Times New Roman" panose="02020603050405020304" pitchFamily="18" charset="0"/>
              </a:rPr>
              <a:t>M</a:t>
            </a:r>
            <a:r>
              <a:rPr lang="en-US" altLang="zh-CN" sz="1800" baseline="-25000" dirty="0">
                <a:latin typeface="Times New Roman" panose="02020603050405020304" pitchFamily="18" charset="0"/>
                <a:cs typeface="Times New Roman" panose="02020603050405020304" pitchFamily="18" charset="0"/>
              </a:rPr>
              <a:t>S</a:t>
            </a:r>
            <a:r>
              <a:rPr lang="en-US" altLang="zh-CN" sz="1800" dirty="0">
                <a:latin typeface="Times New Roman" panose="02020603050405020304" pitchFamily="18" charset="0"/>
                <a:cs typeface="Times New Roman" panose="02020603050405020304" pitchFamily="18" charset="0"/>
              </a:rPr>
              <a:t> = </a:t>
            </a:r>
            <a:r>
              <a:rPr lang="el-GR" altLang="zh-CN" sz="1600" dirty="0">
                <a:latin typeface="Times New Roman" panose="02020603050405020304" pitchFamily="18" charset="0"/>
                <a:cs typeface="Times New Roman" panose="02020603050405020304" pitchFamily="18" charset="0"/>
              </a:rPr>
              <a:t>Σ</a:t>
            </a:r>
            <a:r>
              <a:rPr lang="en-US" altLang="zh-CN" sz="1600" dirty="0" err="1">
                <a:latin typeface="Times New Roman" panose="02020603050405020304" pitchFamily="18" charset="0"/>
                <a:cs typeface="Times New Roman" panose="02020603050405020304" pitchFamily="18" charset="0"/>
              </a:rPr>
              <a:t>M</a:t>
            </a:r>
            <a:r>
              <a:rPr lang="en-US" altLang="zh-CN" sz="1800" baseline="-25000" dirty="0" err="1">
                <a:latin typeface="Times New Roman" panose="02020603050405020304" pitchFamily="18" charset="0"/>
                <a:cs typeface="Times New Roman" panose="02020603050405020304" pitchFamily="18" charset="0"/>
              </a:rPr>
              <a:t>j</a:t>
            </a:r>
            <a:r>
              <a:rPr lang="en-US" altLang="zh-CN" sz="1600" dirty="0">
                <a:latin typeface="Times New Roman" panose="02020603050405020304" pitchFamily="18" charset="0"/>
                <a:cs typeface="Times New Roman" panose="02020603050405020304" pitchFamily="18" charset="0"/>
              </a:rPr>
              <a:t> </a:t>
            </a:r>
            <a:endParaRPr lang="en-US" altLang="zh-CN" sz="1800" dirty="0">
              <a:latin typeface="Times New Roman" panose="02020603050405020304" pitchFamily="18" charset="0"/>
              <a:cs typeface="Times New Roman" panose="02020603050405020304" pitchFamily="18" charset="0"/>
            </a:endParaRPr>
          </a:p>
          <a:p>
            <a:pPr eaLnBrk="1" hangingPunct="1">
              <a:spcBef>
                <a:spcPct val="50000"/>
              </a:spcBef>
            </a:pPr>
            <a:r>
              <a:rPr lang="en-US" altLang="zh-CN" sz="1800" dirty="0">
                <a:latin typeface="Times New Roman" panose="02020603050405020304" pitchFamily="18" charset="0"/>
                <a:cs typeface="Times New Roman" panose="02020603050405020304" pitchFamily="18" charset="0"/>
              </a:rPr>
              <a:t>(6) </a:t>
            </a:r>
            <a:r>
              <a:rPr lang="zh-CN" altLang="en-US" sz="1800" dirty="0">
                <a:latin typeface="Times New Roman" panose="02020603050405020304" pitchFamily="18" charset="0"/>
                <a:cs typeface="Times New Roman" panose="02020603050405020304" pitchFamily="18" charset="0"/>
              </a:rPr>
              <a:t>系统基本劳动生产率 </a:t>
            </a:r>
            <a:r>
              <a:rPr lang="en-US" altLang="zh-CN" sz="1800" dirty="0">
                <a:latin typeface="Times New Roman" panose="02020603050405020304" pitchFamily="18" charset="0"/>
                <a:cs typeface="Times New Roman" panose="02020603050405020304" pitchFamily="18" charset="0"/>
              </a:rPr>
              <a:t>F</a:t>
            </a:r>
            <a:r>
              <a:rPr lang="en-US" altLang="zh-CN" sz="1800" baseline="-25000" dirty="0">
                <a:latin typeface="Times New Roman" panose="02020603050405020304" pitchFamily="18" charset="0"/>
                <a:cs typeface="Times New Roman" panose="02020603050405020304" pitchFamily="18" charset="0"/>
              </a:rPr>
              <a:t>0S</a:t>
            </a:r>
            <a:r>
              <a:rPr lang="en-US" altLang="zh-CN" sz="1800" dirty="0">
                <a:latin typeface="Times New Roman" panose="02020603050405020304" pitchFamily="18" charset="0"/>
                <a:cs typeface="Times New Roman" panose="02020603050405020304" pitchFamily="18" charset="0"/>
              </a:rPr>
              <a:t> = L</a:t>
            </a:r>
            <a:r>
              <a:rPr lang="en-US" altLang="zh-CN" sz="1800" baseline="-25000" dirty="0">
                <a:latin typeface="Times New Roman" panose="02020603050405020304" pitchFamily="18" charset="0"/>
                <a:cs typeface="Times New Roman" panose="02020603050405020304" pitchFamily="18" charset="0"/>
              </a:rPr>
              <a:t>S </a:t>
            </a:r>
            <a:r>
              <a:rPr lang="en-US" altLang="zh-CN" sz="1800" dirty="0">
                <a:latin typeface="Times New Roman" panose="02020603050405020304" pitchFamily="18" charset="0"/>
                <a:cs typeface="Times New Roman" panose="02020603050405020304" pitchFamily="18" charset="0"/>
              </a:rPr>
              <a:t>/ M</a:t>
            </a:r>
            <a:r>
              <a:rPr lang="en-US" altLang="zh-CN" sz="1800" baseline="-25000" dirty="0">
                <a:latin typeface="Times New Roman" panose="02020603050405020304" pitchFamily="18" charset="0"/>
                <a:cs typeface="Times New Roman" panose="02020603050405020304" pitchFamily="18" charset="0"/>
              </a:rPr>
              <a:t>0S</a:t>
            </a:r>
            <a:r>
              <a:rPr lang="en-US" altLang="zh-CN" sz="1800" dirty="0">
                <a:latin typeface="Times New Roman" panose="02020603050405020304" pitchFamily="18" charset="0"/>
                <a:cs typeface="Times New Roman" panose="02020603050405020304" pitchFamily="18" charset="0"/>
              </a:rPr>
              <a:t>  	 (13) </a:t>
            </a:r>
            <a:r>
              <a:rPr lang="zh-CN" altLang="en-US" sz="1800" dirty="0">
                <a:latin typeface="Times New Roman" panose="02020603050405020304" pitchFamily="18" charset="0"/>
                <a:cs typeface="Times New Roman" panose="02020603050405020304" pitchFamily="18" charset="0"/>
              </a:rPr>
              <a:t>系统工期 </a:t>
            </a:r>
            <a:r>
              <a:rPr lang="en-US" altLang="zh-CN" sz="1800" dirty="0">
                <a:latin typeface="Times New Roman" panose="02020603050405020304" pitchFamily="18" charset="0"/>
                <a:cs typeface="Times New Roman" panose="02020603050405020304" pitchFamily="18" charset="0"/>
              </a:rPr>
              <a:t>T</a:t>
            </a:r>
            <a:r>
              <a:rPr lang="en-US" altLang="zh-CN" sz="1800" baseline="-25000" dirty="0">
                <a:latin typeface="Times New Roman" panose="02020603050405020304" pitchFamily="18" charset="0"/>
                <a:cs typeface="Times New Roman" panose="02020603050405020304" pitchFamily="18" charset="0"/>
              </a:rPr>
              <a:t>d</a:t>
            </a:r>
            <a:r>
              <a:rPr lang="en-US" altLang="zh-CN" sz="1800" dirty="0">
                <a:latin typeface="Times New Roman" panose="02020603050405020304" pitchFamily="18" charset="0"/>
                <a:cs typeface="Times New Roman" panose="02020603050405020304" pitchFamily="18" charset="0"/>
              </a:rPr>
              <a:t> = h(M</a:t>
            </a:r>
            <a:r>
              <a:rPr lang="en-US" altLang="zh-CN" sz="1800" baseline="-25000" dirty="0">
                <a:latin typeface="Times New Roman" panose="02020603050405020304" pitchFamily="18" charset="0"/>
                <a:cs typeface="Times New Roman" panose="02020603050405020304" pitchFamily="18" charset="0"/>
              </a:rPr>
              <a:t>S</a:t>
            </a:r>
            <a:r>
              <a:rPr lang="en-US" altLang="zh-CN" sz="1800" dirty="0">
                <a:latin typeface="Times New Roman" panose="02020603050405020304" pitchFamily="18" charset="0"/>
                <a:cs typeface="Times New Roman" panose="02020603050405020304" pitchFamily="18" charset="0"/>
              </a:rPr>
              <a:t>)</a:t>
            </a:r>
            <a:r>
              <a:rPr lang="en-US" altLang="zh-CN" sz="1800" baseline="30000" dirty="0">
                <a:latin typeface="Times New Roman" panose="02020603050405020304" pitchFamily="18" charset="0"/>
                <a:cs typeface="Times New Roman" panose="02020603050405020304" pitchFamily="18" charset="0"/>
              </a:rPr>
              <a:t>k</a:t>
            </a:r>
          </a:p>
          <a:p>
            <a:pPr eaLnBrk="1" hangingPunct="1">
              <a:spcBef>
                <a:spcPct val="50000"/>
              </a:spcBef>
            </a:pPr>
            <a:r>
              <a:rPr lang="en-US" altLang="zh-CN" sz="1800" dirty="0">
                <a:latin typeface="Times New Roman" panose="02020603050405020304" pitchFamily="18" charset="0"/>
                <a:cs typeface="Times New Roman" panose="02020603050405020304" pitchFamily="18" charset="0"/>
              </a:rPr>
              <a:t>(7) j</a:t>
            </a:r>
            <a:r>
              <a:rPr lang="zh-CN" altLang="en-US" sz="1800" dirty="0">
                <a:latin typeface="Times New Roman" panose="02020603050405020304" pitchFamily="18" charset="0"/>
                <a:cs typeface="Times New Roman" panose="02020603050405020304" pitchFamily="18" charset="0"/>
              </a:rPr>
              <a:t>模块基本工作量 </a:t>
            </a:r>
            <a:r>
              <a:rPr lang="en-US" altLang="zh-CN" sz="1800" dirty="0">
                <a:latin typeface="Times New Roman" panose="02020603050405020304" pitchFamily="18" charset="0"/>
                <a:cs typeface="Times New Roman" panose="02020603050405020304" pitchFamily="18" charset="0"/>
              </a:rPr>
              <a:t>M</a:t>
            </a:r>
            <a:r>
              <a:rPr lang="en-US" altLang="zh-CN" sz="1800" baseline="-25000" dirty="0">
                <a:latin typeface="Times New Roman" panose="02020603050405020304" pitchFamily="18" charset="0"/>
                <a:cs typeface="Times New Roman" panose="02020603050405020304" pitchFamily="18" charset="0"/>
              </a:rPr>
              <a:t>0j</a:t>
            </a:r>
            <a:r>
              <a:rPr lang="en-US" altLang="zh-CN" sz="1800" dirty="0">
                <a:latin typeface="Times New Roman" panose="02020603050405020304" pitchFamily="18" charset="0"/>
                <a:cs typeface="Times New Roman" panose="02020603050405020304" pitchFamily="18" charset="0"/>
              </a:rPr>
              <a:t> = </a:t>
            </a:r>
            <a:r>
              <a:rPr lang="en-US" altLang="zh-CN" sz="1800" dirty="0" err="1">
                <a:latin typeface="Times New Roman" panose="02020603050405020304" pitchFamily="18" charset="0"/>
                <a:cs typeface="Times New Roman" panose="02020603050405020304" pitchFamily="18" charset="0"/>
              </a:rPr>
              <a:t>L</a:t>
            </a:r>
            <a:r>
              <a:rPr lang="en-US" altLang="zh-CN" sz="1800" baseline="-25000" dirty="0" err="1">
                <a:latin typeface="Times New Roman" panose="02020603050405020304" pitchFamily="18" charset="0"/>
                <a:cs typeface="Times New Roman" panose="02020603050405020304" pitchFamily="18" charset="0"/>
              </a:rPr>
              <a:t>j</a:t>
            </a:r>
            <a:r>
              <a:rPr lang="en-US" altLang="zh-CN" sz="1800" baseline="-25000" dirty="0">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 F</a:t>
            </a:r>
            <a:r>
              <a:rPr lang="en-US" altLang="zh-CN" sz="1800" baseline="-25000" dirty="0">
                <a:latin typeface="Times New Roman" panose="02020603050405020304" pitchFamily="18" charset="0"/>
                <a:cs typeface="Times New Roman" panose="02020603050405020304" pitchFamily="18" charset="0"/>
              </a:rPr>
              <a:t>0S              </a:t>
            </a:r>
            <a:r>
              <a:rPr lang="en-US" altLang="zh-CN" sz="1800" dirty="0">
                <a:latin typeface="Times New Roman" panose="02020603050405020304" pitchFamily="18" charset="0"/>
                <a:cs typeface="Times New Roman" panose="02020603050405020304" pitchFamily="18" charset="0"/>
              </a:rPr>
              <a:t>	 (14) </a:t>
            </a:r>
            <a:r>
              <a:rPr lang="zh-CN" altLang="en-US" sz="1800" dirty="0">
                <a:latin typeface="Times New Roman" panose="02020603050405020304" pitchFamily="18" charset="0"/>
                <a:cs typeface="Times New Roman" panose="02020603050405020304" pitchFamily="18" charset="0"/>
              </a:rPr>
              <a:t>系统劳动生产率</a:t>
            </a:r>
            <a:r>
              <a:rPr lang="en-US" altLang="zh-CN" sz="1800" dirty="0" err="1">
                <a:latin typeface="Times New Roman" panose="02020603050405020304" pitchFamily="18" charset="0"/>
                <a:cs typeface="Times New Roman" panose="02020603050405020304" pitchFamily="18" charset="0"/>
              </a:rPr>
              <a:t>F</a:t>
            </a:r>
            <a:r>
              <a:rPr lang="en-US" altLang="zh-CN" sz="1800" baseline="-25000" dirty="0" err="1">
                <a:latin typeface="Times New Roman" panose="02020603050405020304" pitchFamily="18" charset="0"/>
                <a:cs typeface="Times New Roman" panose="02020603050405020304" pitchFamily="18" charset="0"/>
              </a:rPr>
              <a:t>dS</a:t>
            </a:r>
            <a:r>
              <a:rPr lang="en-US" altLang="zh-CN" sz="1800" dirty="0">
                <a:latin typeface="Times New Roman" panose="02020603050405020304" pitchFamily="18" charset="0"/>
                <a:cs typeface="Times New Roman" panose="02020603050405020304" pitchFamily="18" charset="0"/>
              </a:rPr>
              <a:t> = L</a:t>
            </a:r>
            <a:r>
              <a:rPr lang="en-US" altLang="zh-CN" sz="1800" baseline="-25000" dirty="0">
                <a:latin typeface="Times New Roman" panose="02020603050405020304" pitchFamily="18" charset="0"/>
                <a:cs typeface="Times New Roman" panose="02020603050405020304" pitchFamily="18" charset="0"/>
              </a:rPr>
              <a:t>S </a:t>
            </a:r>
            <a:r>
              <a:rPr lang="en-US" altLang="zh-CN" sz="1800" dirty="0">
                <a:latin typeface="Times New Roman" panose="02020603050405020304" pitchFamily="18" charset="0"/>
                <a:cs typeface="Times New Roman" panose="02020603050405020304" pitchFamily="18" charset="0"/>
              </a:rPr>
              <a:t>/ M</a:t>
            </a:r>
            <a:r>
              <a:rPr lang="en-US" altLang="zh-CN" sz="1800" baseline="-25000" dirty="0">
                <a:latin typeface="Times New Roman" panose="02020603050405020304" pitchFamily="18" charset="0"/>
                <a:cs typeface="Times New Roman" panose="02020603050405020304" pitchFamily="18" charset="0"/>
              </a:rPr>
              <a:t>S</a:t>
            </a:r>
          </a:p>
          <a:p>
            <a:pPr eaLnBrk="1" hangingPunct="1">
              <a:spcBef>
                <a:spcPct val="50000"/>
              </a:spcBef>
            </a:pPr>
            <a:r>
              <a:rPr lang="en-US" altLang="zh-CN" sz="1800" dirty="0">
                <a:latin typeface="Times New Roman" panose="02020603050405020304" pitchFamily="18" charset="0"/>
                <a:cs typeface="Times New Roman" panose="02020603050405020304" pitchFamily="18" charset="0"/>
              </a:rPr>
              <a:t>(8) j</a:t>
            </a:r>
            <a:r>
              <a:rPr lang="zh-CN" altLang="en-US" sz="1800" dirty="0">
                <a:latin typeface="Times New Roman" panose="02020603050405020304" pitchFamily="18" charset="0"/>
                <a:cs typeface="Times New Roman" panose="02020603050405020304" pitchFamily="18" charset="0"/>
              </a:rPr>
              <a:t>模块工作量 </a:t>
            </a:r>
            <a:r>
              <a:rPr lang="en-US" altLang="zh-CN" sz="1800" dirty="0" err="1">
                <a:latin typeface="Times New Roman" panose="02020603050405020304" pitchFamily="18" charset="0"/>
                <a:cs typeface="Times New Roman" panose="02020603050405020304" pitchFamily="18" charset="0"/>
              </a:rPr>
              <a:t>M</a:t>
            </a:r>
            <a:r>
              <a:rPr lang="en-US" altLang="zh-CN" sz="1800" baseline="-25000" dirty="0" err="1">
                <a:latin typeface="Times New Roman" panose="02020603050405020304" pitchFamily="18" charset="0"/>
                <a:cs typeface="Times New Roman" panose="02020603050405020304" pitchFamily="18" charset="0"/>
              </a:rPr>
              <a:t>j</a:t>
            </a:r>
            <a:r>
              <a:rPr lang="en-US" altLang="zh-CN" sz="1800" dirty="0">
                <a:latin typeface="Times New Roman" panose="02020603050405020304" pitchFamily="18" charset="0"/>
                <a:cs typeface="Times New Roman" panose="02020603050405020304" pitchFamily="18" charset="0"/>
              </a:rPr>
              <a:t> = M</a:t>
            </a:r>
            <a:r>
              <a:rPr lang="en-US" altLang="zh-CN" sz="1800" baseline="-25000" dirty="0">
                <a:latin typeface="Times New Roman" panose="02020603050405020304" pitchFamily="18" charset="0"/>
                <a:cs typeface="Times New Roman" panose="02020603050405020304" pitchFamily="18" charset="0"/>
              </a:rPr>
              <a:t>0j</a:t>
            </a:r>
            <a:r>
              <a:rPr lang="en-US" altLang="zh-CN" sz="1800" dirty="0">
                <a:latin typeface="Times New Roman" panose="02020603050405020304" pitchFamily="18" charset="0"/>
                <a:cs typeface="Times New Roman" panose="02020603050405020304" pitchFamily="18" charset="0"/>
              </a:rPr>
              <a:t>×U</a:t>
            </a:r>
            <a:r>
              <a:rPr lang="en-US" altLang="zh-CN" sz="1800" baseline="-25000" dirty="0">
                <a:latin typeface="Times New Roman" panose="02020603050405020304" pitchFamily="18" charset="0"/>
                <a:cs typeface="Times New Roman" panose="02020603050405020304" pitchFamily="18" charset="0"/>
              </a:rPr>
              <a:t>j</a:t>
            </a:r>
            <a:r>
              <a:rPr lang="en-US" altLang="zh-CN" sz="1800" dirty="0">
                <a:latin typeface="Times New Roman" panose="02020603050405020304" pitchFamily="18" charset="0"/>
                <a:cs typeface="Times New Roman" panose="02020603050405020304" pitchFamily="18" charset="0"/>
              </a:rPr>
              <a:t>       	 (15) </a:t>
            </a:r>
            <a:r>
              <a:rPr lang="zh-CN" altLang="en-US" sz="1800" dirty="0">
                <a:latin typeface="Times New Roman" panose="02020603050405020304" pitchFamily="18" charset="0"/>
                <a:cs typeface="Times New Roman" panose="02020603050405020304" pitchFamily="18" charset="0"/>
              </a:rPr>
              <a:t>系统成本 </a:t>
            </a:r>
            <a:r>
              <a:rPr lang="en-US" altLang="zh-CN" sz="1800" dirty="0">
                <a:latin typeface="Times New Roman" panose="02020603050405020304" pitchFamily="18" charset="0"/>
                <a:cs typeface="Times New Roman" panose="02020603050405020304" pitchFamily="18" charset="0"/>
              </a:rPr>
              <a:t>C</a:t>
            </a:r>
            <a:r>
              <a:rPr lang="en-US" altLang="zh-CN" sz="1800" baseline="-25000" dirty="0">
                <a:latin typeface="Times New Roman" panose="02020603050405020304" pitchFamily="18" charset="0"/>
                <a:cs typeface="Times New Roman" panose="02020603050405020304" pitchFamily="18" charset="0"/>
              </a:rPr>
              <a:t>S</a:t>
            </a:r>
            <a:r>
              <a:rPr lang="en-US" altLang="zh-CN" sz="1800" dirty="0">
                <a:latin typeface="Times New Roman" panose="02020603050405020304" pitchFamily="18" charset="0"/>
                <a:cs typeface="Times New Roman" panose="02020603050405020304" pitchFamily="18" charset="0"/>
              </a:rPr>
              <a:t> = </a:t>
            </a:r>
            <a:r>
              <a:rPr lang="el-GR" altLang="zh-CN" sz="1600" dirty="0">
                <a:latin typeface="Times New Roman" panose="02020603050405020304" pitchFamily="18" charset="0"/>
                <a:cs typeface="Times New Roman" panose="02020603050405020304" pitchFamily="18" charset="0"/>
              </a:rPr>
              <a:t>Σ</a:t>
            </a:r>
            <a:r>
              <a:rPr lang="en-US" altLang="zh-CN" sz="1600" dirty="0" err="1">
                <a:latin typeface="Times New Roman" panose="02020603050405020304" pitchFamily="18" charset="0"/>
                <a:cs typeface="Times New Roman" panose="02020603050405020304" pitchFamily="18" charset="0"/>
              </a:rPr>
              <a:t>C</a:t>
            </a:r>
            <a:r>
              <a:rPr lang="en-US" altLang="zh-CN" sz="1800" baseline="-25000" dirty="0" err="1">
                <a:latin typeface="Times New Roman" panose="02020603050405020304" pitchFamily="18" charset="0"/>
                <a:cs typeface="Times New Roman" panose="02020603050405020304" pitchFamily="18" charset="0"/>
              </a:rPr>
              <a:t>j</a:t>
            </a:r>
            <a:r>
              <a:rPr lang="en-US" altLang="zh-CN" sz="1600" dirty="0">
                <a:latin typeface="Times New Roman" panose="02020603050405020304" pitchFamily="18" charset="0"/>
                <a:cs typeface="Times New Roman" panose="02020603050405020304" pitchFamily="18" charset="0"/>
              </a:rPr>
              <a:t> </a:t>
            </a:r>
            <a:endParaRPr lang="en-US" altLang="zh-CN" sz="1800" dirty="0">
              <a:latin typeface="Times New Roman" panose="02020603050405020304" pitchFamily="18" charset="0"/>
              <a:cs typeface="Times New Roman" panose="02020603050405020304" pitchFamily="18" charset="0"/>
            </a:endParaRPr>
          </a:p>
          <a:p>
            <a:pPr eaLnBrk="1" hangingPunct="1">
              <a:spcBef>
                <a:spcPct val="50000"/>
              </a:spcBef>
            </a:pPr>
            <a:r>
              <a:rPr lang="en-US" altLang="zh-CN" sz="1800" dirty="0">
                <a:latin typeface="Times New Roman" panose="02020603050405020304" pitchFamily="18" charset="0"/>
                <a:cs typeface="Times New Roman" panose="02020603050405020304" pitchFamily="18" charset="0"/>
              </a:rPr>
              <a:t>(9) j</a:t>
            </a:r>
            <a:r>
              <a:rPr lang="zh-CN" altLang="en-US" sz="1800" dirty="0">
                <a:latin typeface="Times New Roman" panose="02020603050405020304" pitchFamily="18" charset="0"/>
                <a:cs typeface="Times New Roman" panose="02020603050405020304" pitchFamily="18" charset="0"/>
              </a:rPr>
              <a:t>模块劳动生产率 </a:t>
            </a:r>
            <a:r>
              <a:rPr lang="en-US" altLang="zh-CN" sz="1800" dirty="0" err="1">
                <a:latin typeface="Times New Roman" panose="02020603050405020304" pitchFamily="18" charset="0"/>
                <a:cs typeface="Times New Roman" panose="02020603050405020304" pitchFamily="18" charset="0"/>
              </a:rPr>
              <a:t>F</a:t>
            </a:r>
            <a:r>
              <a:rPr lang="en-US" altLang="zh-CN" sz="1800" baseline="-25000" dirty="0" err="1">
                <a:latin typeface="Times New Roman" panose="02020603050405020304" pitchFamily="18" charset="0"/>
                <a:cs typeface="Times New Roman" panose="02020603050405020304" pitchFamily="18" charset="0"/>
              </a:rPr>
              <a:t>dj</a:t>
            </a:r>
            <a:r>
              <a:rPr lang="en-US" altLang="zh-CN" sz="1800" dirty="0">
                <a:latin typeface="Times New Roman" panose="02020603050405020304" pitchFamily="18" charset="0"/>
                <a:cs typeface="Times New Roman" panose="02020603050405020304" pitchFamily="18" charset="0"/>
              </a:rPr>
              <a:t> = </a:t>
            </a:r>
            <a:r>
              <a:rPr lang="en-US" altLang="zh-CN" sz="1800" dirty="0" err="1">
                <a:latin typeface="Times New Roman" panose="02020603050405020304" pitchFamily="18" charset="0"/>
                <a:cs typeface="Times New Roman" panose="02020603050405020304" pitchFamily="18" charset="0"/>
              </a:rPr>
              <a:t>L</a:t>
            </a:r>
            <a:r>
              <a:rPr lang="en-US" altLang="zh-CN" sz="1800" baseline="-25000" dirty="0" err="1">
                <a:latin typeface="Times New Roman" panose="02020603050405020304" pitchFamily="18" charset="0"/>
                <a:cs typeface="Times New Roman" panose="02020603050405020304" pitchFamily="18" charset="0"/>
              </a:rPr>
              <a:t>j</a:t>
            </a:r>
            <a:r>
              <a:rPr lang="en-US" altLang="zh-CN" sz="1800" baseline="-25000" dirty="0">
                <a:latin typeface="Times New Roman" panose="02020603050405020304" pitchFamily="18" charset="0"/>
                <a:cs typeface="Times New Roman" panose="02020603050405020304" pitchFamily="18" charset="0"/>
              </a:rPr>
              <a:t> </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M</a:t>
            </a:r>
            <a:r>
              <a:rPr lang="en-US" altLang="zh-CN" sz="1800" baseline="-25000" dirty="0" err="1">
                <a:latin typeface="Times New Roman" panose="02020603050405020304" pitchFamily="18" charset="0"/>
                <a:cs typeface="Times New Roman" panose="02020603050405020304" pitchFamily="18" charset="0"/>
              </a:rPr>
              <a:t>j</a:t>
            </a:r>
            <a:r>
              <a:rPr lang="en-US" altLang="zh-CN" sz="1800" dirty="0">
                <a:latin typeface="Times New Roman" panose="02020603050405020304" pitchFamily="18" charset="0"/>
                <a:cs typeface="Times New Roman" panose="02020603050405020304" pitchFamily="18" charset="0"/>
              </a:rPr>
              <a:t>    	 (16) </a:t>
            </a:r>
            <a:r>
              <a:rPr lang="zh-CN" altLang="en-US" sz="1800" dirty="0">
                <a:latin typeface="Times New Roman" panose="02020603050405020304" pitchFamily="18" charset="0"/>
                <a:cs typeface="Times New Roman" panose="02020603050405020304" pitchFamily="18" charset="0"/>
              </a:rPr>
              <a:t>系统成本费用率 </a:t>
            </a:r>
            <a:r>
              <a:rPr lang="en-US" altLang="zh-CN" sz="1800" dirty="0">
                <a:latin typeface="Times New Roman" panose="02020603050405020304" pitchFamily="18" charset="0"/>
                <a:cs typeface="Times New Roman" panose="02020603050405020304" pitchFamily="18" charset="0"/>
              </a:rPr>
              <a:t>F</a:t>
            </a:r>
            <a:r>
              <a:rPr lang="en-US" altLang="zh-CN" sz="1800" baseline="-25000" dirty="0">
                <a:latin typeface="Times New Roman" panose="02020603050405020304" pitchFamily="18" charset="0"/>
                <a:cs typeface="Times New Roman" panose="02020603050405020304" pitchFamily="18" charset="0"/>
              </a:rPr>
              <a:t>CS</a:t>
            </a:r>
            <a:r>
              <a:rPr lang="en-US" altLang="zh-CN" sz="1800" dirty="0">
                <a:latin typeface="Times New Roman" panose="02020603050405020304" pitchFamily="18" charset="0"/>
                <a:cs typeface="Times New Roman" panose="02020603050405020304" pitchFamily="18" charset="0"/>
              </a:rPr>
              <a:t> = C</a:t>
            </a:r>
            <a:r>
              <a:rPr lang="en-US" altLang="zh-CN" sz="1800" baseline="-25000" dirty="0">
                <a:latin typeface="Times New Roman" panose="02020603050405020304" pitchFamily="18" charset="0"/>
                <a:cs typeface="Times New Roman" panose="02020603050405020304" pitchFamily="18" charset="0"/>
              </a:rPr>
              <a:t>S </a:t>
            </a:r>
            <a:r>
              <a:rPr lang="en-US" altLang="zh-CN" sz="1800" dirty="0">
                <a:latin typeface="Times New Roman" panose="02020603050405020304" pitchFamily="18" charset="0"/>
                <a:cs typeface="Times New Roman" panose="02020603050405020304" pitchFamily="18" charset="0"/>
              </a:rPr>
              <a:t>/ L</a:t>
            </a:r>
            <a:r>
              <a:rPr lang="en-US" altLang="zh-CN" sz="1800" baseline="-25000" dirty="0">
                <a:latin typeface="Times New Roman" panose="02020603050405020304" pitchFamily="18" charset="0"/>
                <a:cs typeface="Times New Roman" panose="02020603050405020304" pitchFamily="18" charset="0"/>
              </a:rPr>
              <a:t>S</a:t>
            </a:r>
          </a:p>
          <a:p>
            <a:pPr eaLnBrk="1" hangingPunct="1">
              <a:spcBef>
                <a:spcPct val="50000"/>
              </a:spcBef>
            </a:pPr>
            <a:r>
              <a:rPr lang="en-US" altLang="zh-CN" sz="1800" dirty="0">
                <a:latin typeface="Times New Roman" panose="02020603050405020304" pitchFamily="18" charset="0"/>
                <a:cs typeface="Times New Roman" panose="02020603050405020304" pitchFamily="18" charset="0"/>
              </a:rPr>
              <a:t>(10) j</a:t>
            </a:r>
            <a:r>
              <a:rPr lang="zh-CN" altLang="en-US" sz="1800" dirty="0">
                <a:latin typeface="Times New Roman" panose="02020603050405020304" pitchFamily="18" charset="0"/>
                <a:cs typeface="Times New Roman" panose="02020603050405020304" pitchFamily="18" charset="0"/>
              </a:rPr>
              <a:t>模块成本 </a:t>
            </a:r>
            <a:r>
              <a:rPr lang="en-US" altLang="zh-CN" sz="1800" dirty="0" err="1">
                <a:latin typeface="Times New Roman" panose="02020603050405020304" pitchFamily="18" charset="0"/>
                <a:cs typeface="Times New Roman" panose="02020603050405020304" pitchFamily="18" charset="0"/>
              </a:rPr>
              <a:t>C</a:t>
            </a:r>
            <a:r>
              <a:rPr lang="en-US" altLang="zh-CN" sz="1800" baseline="-25000" dirty="0" err="1">
                <a:latin typeface="Times New Roman" panose="02020603050405020304" pitchFamily="18" charset="0"/>
                <a:cs typeface="Times New Roman" panose="02020603050405020304" pitchFamily="18" charset="0"/>
              </a:rPr>
              <a:t>j</a:t>
            </a:r>
            <a:r>
              <a:rPr lang="en-US" altLang="zh-CN" sz="1800" dirty="0">
                <a:latin typeface="Times New Roman" panose="02020603050405020304" pitchFamily="18" charset="0"/>
                <a:cs typeface="Times New Roman" panose="02020603050405020304" pitchFamily="18" charset="0"/>
              </a:rPr>
              <a:t> = </a:t>
            </a:r>
            <a:r>
              <a:rPr lang="en-US" altLang="zh-CN" sz="1800" dirty="0" err="1">
                <a:latin typeface="Times New Roman" panose="02020603050405020304" pitchFamily="18" charset="0"/>
                <a:cs typeface="Times New Roman" panose="02020603050405020304" pitchFamily="18" charset="0"/>
              </a:rPr>
              <a:t>F</a:t>
            </a:r>
            <a:r>
              <a:rPr lang="en-US" altLang="zh-CN" sz="1800" baseline="-25000" dirty="0" err="1">
                <a:latin typeface="Times New Roman" panose="02020603050405020304" pitchFamily="18" charset="0"/>
                <a:cs typeface="Times New Roman" panose="02020603050405020304" pitchFamily="18" charset="0"/>
              </a:rPr>
              <a:t>cj</a:t>
            </a:r>
            <a:r>
              <a:rPr lang="en-US" altLang="zh-CN" sz="1600" dirty="0" err="1">
                <a:latin typeface="Times New Roman" panose="02020603050405020304" pitchFamily="18" charset="0"/>
                <a:cs typeface="Times New Roman" panose="02020603050405020304" pitchFamily="18" charset="0"/>
              </a:rPr>
              <a:t>×M</a:t>
            </a:r>
            <a:r>
              <a:rPr lang="en-US" altLang="zh-CN" sz="1800" baseline="-25000" dirty="0" err="1">
                <a:latin typeface="Times New Roman" panose="02020603050405020304" pitchFamily="18" charset="0"/>
                <a:cs typeface="Times New Roman" panose="02020603050405020304" pitchFamily="18" charset="0"/>
              </a:rPr>
              <a:t>j</a:t>
            </a:r>
            <a:r>
              <a:rPr lang="en-US" altLang="zh-CN" sz="1600" dirty="0">
                <a:latin typeface="Times New Roman" panose="02020603050405020304" pitchFamily="18" charset="0"/>
                <a:cs typeface="Times New Roman" panose="02020603050405020304" pitchFamily="18" charset="0"/>
              </a:rPr>
              <a:t>           	 (17) </a:t>
            </a:r>
            <a:r>
              <a:rPr lang="zh-CN" altLang="en-US" sz="1600" dirty="0">
                <a:latin typeface="Times New Roman" panose="02020603050405020304" pitchFamily="18" charset="0"/>
                <a:cs typeface="Times New Roman" panose="02020603050405020304" pitchFamily="18" charset="0"/>
              </a:rPr>
              <a:t>系统工时费用率 </a:t>
            </a:r>
            <a:r>
              <a:rPr lang="en-US" altLang="zh-CN" sz="1600" dirty="0">
                <a:latin typeface="Times New Roman" panose="02020603050405020304" pitchFamily="18" charset="0"/>
                <a:cs typeface="Times New Roman" panose="02020603050405020304" pitchFamily="18" charset="0"/>
              </a:rPr>
              <a:t>F</a:t>
            </a:r>
            <a:r>
              <a:rPr lang="el-GR" altLang="zh-CN" sz="1800" baseline="-25000" dirty="0">
                <a:latin typeface="Times New Roman" panose="02020603050405020304" pitchFamily="18" charset="0"/>
                <a:cs typeface="Times New Roman" panose="02020603050405020304" pitchFamily="18" charset="0"/>
              </a:rPr>
              <a:t>αS</a:t>
            </a:r>
            <a:r>
              <a:rPr lang="en-US" altLang="zh-CN" sz="1600" dirty="0">
                <a:latin typeface="Times New Roman" panose="02020603050405020304" pitchFamily="18" charset="0"/>
                <a:cs typeface="Times New Roman" panose="02020603050405020304" pitchFamily="18" charset="0"/>
              </a:rPr>
              <a:t> = C</a:t>
            </a:r>
            <a:r>
              <a:rPr lang="en-US" altLang="zh-CN" sz="1800" baseline="-25000" dirty="0">
                <a:latin typeface="Times New Roman" panose="02020603050405020304" pitchFamily="18" charset="0"/>
                <a:cs typeface="Times New Roman" panose="02020603050405020304" pitchFamily="18" charset="0"/>
              </a:rPr>
              <a:t>S </a:t>
            </a:r>
            <a:r>
              <a:rPr lang="en-US" altLang="zh-CN" sz="1600" dirty="0">
                <a:latin typeface="Times New Roman" panose="02020603050405020304" pitchFamily="18" charset="0"/>
                <a:cs typeface="Times New Roman" panose="02020603050405020304" pitchFamily="18" charset="0"/>
              </a:rPr>
              <a:t>/ M</a:t>
            </a:r>
            <a:r>
              <a:rPr lang="en-US" altLang="zh-CN" sz="1800" baseline="-25000" dirty="0">
                <a:latin typeface="Times New Roman" panose="02020603050405020304" pitchFamily="18" charset="0"/>
                <a:cs typeface="Times New Roman" panose="02020603050405020304" pitchFamily="18" charset="0"/>
              </a:rPr>
              <a:t>S</a:t>
            </a:r>
            <a:endParaRPr lang="el-GR" altLang="zh-CN" sz="1800"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112132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36510"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3.2.6 </a:t>
            </a:r>
            <a:r>
              <a:rPr lang="zh-CN" altLang="en-US" sz="2400" spc="300" dirty="0">
                <a:latin typeface="微软雅黑" panose="020B0503020204020204" pitchFamily="34" charset="-122"/>
                <a:ea typeface="微软雅黑" panose="020B0503020204020204" pitchFamily="34" charset="-122"/>
              </a:rPr>
              <a:t>表格法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13026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若需分阶段计算：则可将（</a:t>
            </a:r>
            <a:r>
              <a:rPr lang="en-US" altLang="zh-CN" dirty="0">
                <a:solidFill>
                  <a:srgbClr val="000000"/>
                </a:solidFill>
                <a:latin typeface="华文楷体" panose="02010600040101010101" pitchFamily="2" charset="-122"/>
                <a:ea typeface="华文楷体" panose="02010600040101010101" pitchFamily="2" charset="-122"/>
              </a:rPr>
              <a:t>8</a:t>
            </a:r>
            <a:r>
              <a:rPr lang="zh-CN" altLang="en-US" dirty="0">
                <a:solidFill>
                  <a:srgbClr val="000000"/>
                </a:solidFill>
                <a:latin typeface="华文楷体" panose="02010600040101010101" pitchFamily="2" charset="-122"/>
                <a:ea typeface="华文楷体" panose="02010600040101010101" pitchFamily="2" charset="-122"/>
              </a:rPr>
              <a:t>）的</a:t>
            </a:r>
            <a:r>
              <a:rPr lang="en-US" altLang="zh-CN" dirty="0" err="1">
                <a:solidFill>
                  <a:srgbClr val="000000"/>
                </a:solidFill>
                <a:latin typeface="华文楷体" panose="02010600040101010101" pitchFamily="2" charset="-122"/>
                <a:ea typeface="华文楷体" panose="02010600040101010101" pitchFamily="2" charset="-122"/>
              </a:rPr>
              <a:t>Mj</a:t>
            </a:r>
            <a:r>
              <a:rPr lang="zh-CN" altLang="en-US" dirty="0">
                <a:solidFill>
                  <a:srgbClr val="000000"/>
                </a:solidFill>
                <a:latin typeface="华文楷体" panose="02010600040101010101" pitchFamily="2" charset="-122"/>
                <a:ea typeface="华文楷体" panose="02010600040101010101" pitchFamily="2" charset="-122"/>
              </a:rPr>
              <a:t>按各阶段工作量划分，后述计算与上类同。</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系统基准工作量</a:t>
            </a:r>
            <a:r>
              <a:rPr lang="en-US" altLang="zh-CN" dirty="0">
                <a:solidFill>
                  <a:srgbClr val="000000"/>
                </a:solidFill>
                <a:latin typeface="华文楷体" panose="02010600040101010101" pitchFamily="2" charset="-122"/>
                <a:ea typeface="华文楷体" panose="02010600040101010101" pitchFamily="2" charset="-122"/>
              </a:rPr>
              <a:t>M0S</a:t>
            </a:r>
            <a:r>
              <a:rPr lang="zh-CN" altLang="en-US" dirty="0">
                <a:solidFill>
                  <a:srgbClr val="000000"/>
                </a:solidFill>
                <a:latin typeface="华文楷体" panose="02010600040101010101" pitchFamily="2" charset="-122"/>
                <a:ea typeface="华文楷体" panose="02010600040101010101" pitchFamily="2" charset="-122"/>
              </a:rPr>
              <a:t>是在未考虑工作量乘数情况下采用函数计算而成</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系统工作量</a:t>
            </a:r>
            <a:r>
              <a:rPr lang="en-US" altLang="zh-CN" dirty="0">
                <a:solidFill>
                  <a:srgbClr val="000000"/>
                </a:solidFill>
                <a:latin typeface="华文楷体" panose="02010600040101010101" pitchFamily="2" charset="-122"/>
                <a:ea typeface="华文楷体" panose="02010600040101010101" pitchFamily="2" charset="-122"/>
              </a:rPr>
              <a:t>MS</a:t>
            </a:r>
            <a:r>
              <a:rPr lang="zh-CN" altLang="en-US" dirty="0">
                <a:solidFill>
                  <a:srgbClr val="000000"/>
                </a:solidFill>
                <a:latin typeface="华文楷体" panose="02010600040101010101" pitchFamily="2" charset="-122"/>
                <a:ea typeface="华文楷体" panose="02010600040101010101" pitchFamily="2" charset="-122"/>
              </a:rPr>
              <a:t>是在综合考虑了工作量乘数后采用函数计算而成</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同样，系统基本劳动生产率</a:t>
            </a:r>
            <a:r>
              <a:rPr lang="en-US" altLang="zh-CN" dirty="0">
                <a:solidFill>
                  <a:srgbClr val="000000"/>
                </a:solidFill>
                <a:latin typeface="华文楷体" panose="02010600040101010101" pitchFamily="2" charset="-122"/>
                <a:ea typeface="华文楷体" panose="02010600040101010101" pitchFamily="2" charset="-122"/>
              </a:rPr>
              <a:t>F0S</a:t>
            </a:r>
            <a:r>
              <a:rPr lang="zh-CN" altLang="en-US" dirty="0">
                <a:solidFill>
                  <a:srgbClr val="000000"/>
                </a:solidFill>
                <a:latin typeface="华文楷体" panose="02010600040101010101" pitchFamily="2" charset="-122"/>
                <a:ea typeface="华文楷体" panose="02010600040101010101" pitchFamily="2" charset="-122"/>
              </a:rPr>
              <a:t>与系统劳动成产率</a:t>
            </a:r>
            <a:r>
              <a:rPr lang="en-US" altLang="zh-CN" dirty="0" err="1">
                <a:solidFill>
                  <a:srgbClr val="000000"/>
                </a:solidFill>
                <a:latin typeface="华文楷体" panose="02010600040101010101" pitchFamily="2" charset="-122"/>
                <a:ea typeface="华文楷体" panose="02010600040101010101" pitchFamily="2" charset="-122"/>
              </a:rPr>
              <a:t>FdS</a:t>
            </a:r>
            <a:r>
              <a:rPr lang="zh-CN" altLang="en-US" dirty="0">
                <a:solidFill>
                  <a:srgbClr val="000000"/>
                </a:solidFill>
                <a:latin typeface="华文楷体" panose="02010600040101010101" pitchFamily="2" charset="-122"/>
                <a:ea typeface="华文楷体" panose="02010600040101010101" pitchFamily="2" charset="-122"/>
              </a:rPr>
              <a:t>的区别与上相同</a:t>
            </a:r>
          </a:p>
        </p:txBody>
      </p:sp>
    </p:spTree>
    <p:extLst>
      <p:ext uri="{BB962C8B-B14F-4D97-AF65-F5344CB8AC3E}">
        <p14:creationId xmlns:p14="http://schemas.microsoft.com/office/powerpoint/2010/main" val="278499218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2900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3.2.7 </a:t>
            </a:r>
            <a:r>
              <a:rPr lang="zh-CN" altLang="en-US" sz="2400" spc="300" dirty="0">
                <a:latin typeface="微软雅黑" panose="020B0503020204020204" pitchFamily="34" charset="-122"/>
                <a:ea typeface="微软雅黑" panose="020B0503020204020204" pitchFamily="34" charset="-122"/>
              </a:rPr>
              <a:t>设备的折旧</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设备折旧</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固定资产折旧</a:t>
            </a:r>
            <a:r>
              <a:rPr lang="en-US" altLang="zh-CN" sz="1700"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设备在长期的使用过程中仍然保持它原有的实物形态，但由于不断耗损使它的价值部分地、逐渐地减少。以货币表现的固定资产因耗损而减少的这部分价值在会计核算上叫做固定资产折旧。</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这种逐渐地、部分地耗损而转移到产品成本中去的那部分价值，构成产品成本的一项生产费用，在会计核算上叫做折旧费或折旧额。</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计人产品成本中的固定资产折旧费在产品销售后转化为货币资金，作为固定资产耗损部分价值的补偿。</a:t>
            </a:r>
          </a:p>
        </p:txBody>
      </p:sp>
    </p:spTree>
    <p:extLst>
      <p:ext uri="{BB962C8B-B14F-4D97-AF65-F5344CB8AC3E}">
        <p14:creationId xmlns:p14="http://schemas.microsoft.com/office/powerpoint/2010/main" val="87736052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2900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3.2.7 </a:t>
            </a:r>
            <a:r>
              <a:rPr lang="zh-CN" altLang="en-US" sz="2400" spc="300" dirty="0">
                <a:latin typeface="微软雅黑" panose="020B0503020204020204" pitchFamily="34" charset="-122"/>
                <a:ea typeface="微软雅黑" panose="020B0503020204020204" pitchFamily="34" charset="-122"/>
              </a:rPr>
              <a:t>设备的折旧</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862322"/>
          </a:xfrm>
          <a:prstGeom prst="rect">
            <a:avLst/>
          </a:prstGeom>
        </p:spPr>
        <p:txBody>
          <a:bodyPr wrap="square">
            <a:spAutoFit/>
          </a:bodyPr>
          <a:lstStyle/>
          <a:p>
            <a:pPr marL="342900" indent="-342900">
              <a:buFont typeface="Arial" panose="020B0604020202020204" pitchFamily="34" charset="0"/>
              <a:buChar char="•"/>
            </a:pPr>
            <a:r>
              <a:rPr lang="zh-CN" altLang="en-US" sz="2000" dirty="0">
                <a:latin typeface="华文楷体" panose="02010600040101010101" pitchFamily="2" charset="-122"/>
                <a:ea typeface="华文楷体" panose="02010600040101010101" pitchFamily="2" charset="-122"/>
              </a:rPr>
              <a:t>常用的设备折旧方法：直线折旧法与加速折旧法</a:t>
            </a:r>
            <a:endParaRPr lang="en-US" altLang="zh-CN" sz="2000" dirty="0">
              <a:latin typeface="华文楷体" panose="02010600040101010101" pitchFamily="2" charset="-122"/>
              <a:ea typeface="华文楷体" panose="02010600040101010101" pitchFamily="2" charset="-122"/>
            </a:endParaRPr>
          </a:p>
          <a:p>
            <a:pPr marL="342900" indent="-342900">
              <a:buFont typeface="Arial" panose="020B0604020202020204" pitchFamily="34" charset="0"/>
              <a:buChar char="•"/>
            </a:pPr>
            <a:r>
              <a:rPr lang="zh-CN" altLang="en-US" sz="2000" dirty="0">
                <a:latin typeface="华文楷体" panose="02010600040101010101" pitchFamily="2" charset="-122"/>
                <a:ea typeface="华文楷体" panose="02010600040101010101" pitchFamily="2" charset="-122"/>
              </a:rPr>
              <a:t>直线折旧法</a:t>
            </a:r>
            <a:endParaRPr lang="en-US" altLang="zh-CN" sz="2000" dirty="0">
              <a:latin typeface="华文楷体" panose="02010600040101010101" pitchFamily="2" charset="-122"/>
              <a:ea typeface="华文楷体" panose="02010600040101010101" pitchFamily="2" charset="-122"/>
            </a:endParaRPr>
          </a:p>
          <a:p>
            <a:pPr marL="800100" lvl="1" indent="-342900">
              <a:buFont typeface="Arial" panose="020B0604020202020204" pitchFamily="34" charset="0"/>
              <a:buChar char="•"/>
            </a:pPr>
            <a:r>
              <a:rPr lang="zh-CN" altLang="en-US" sz="2000" dirty="0">
                <a:latin typeface="华文楷体" panose="02010600040101010101" pitchFamily="2" charset="-122"/>
                <a:ea typeface="华文楷体" panose="02010600040101010101" pitchFamily="2" charset="-122"/>
              </a:rPr>
              <a:t>基本思想是设备在使用期内，平均地分摊设备价值来作为设备的折旧额。</a:t>
            </a:r>
          </a:p>
          <a:p>
            <a:pPr>
              <a:buSzPct val="105000"/>
              <a:buFontTx/>
              <a:buNone/>
            </a:pPr>
            <a:r>
              <a:rPr lang="zh-CN" altLang="en-US" sz="2000" dirty="0">
                <a:latin typeface="华文楷体" panose="02010600040101010101" pitchFamily="2" charset="-122"/>
                <a:ea typeface="华文楷体" panose="02010600040101010101" pitchFamily="2" charset="-122"/>
              </a:rPr>
              <a:t>    </a:t>
            </a:r>
            <a:r>
              <a:rPr lang="en-US" altLang="zh-CN" sz="2000" dirty="0">
                <a:latin typeface="华文楷体" panose="02010600040101010101" pitchFamily="2" charset="-122"/>
                <a:ea typeface="华文楷体" panose="02010600040101010101" pitchFamily="2" charset="-122"/>
              </a:rPr>
              <a:t>A</a:t>
            </a:r>
            <a:r>
              <a:rPr lang="en-US" altLang="zh-CN" sz="2000" baseline="-25000" dirty="0">
                <a:latin typeface="华文楷体" panose="02010600040101010101" pitchFamily="2" charset="-122"/>
                <a:ea typeface="华文楷体" panose="02010600040101010101" pitchFamily="2" charset="-122"/>
              </a:rPr>
              <a:t>b </a:t>
            </a:r>
            <a:r>
              <a:rPr lang="zh-CN" altLang="en-US" sz="2000" dirty="0">
                <a:latin typeface="华文楷体" panose="02010600040101010101" pitchFamily="2" charset="-122"/>
                <a:ea typeface="华文楷体" panose="02010600040101010101" pitchFamily="2" charset="-122"/>
              </a:rPr>
              <a:t>：一年设备的折旧额 </a:t>
            </a:r>
          </a:p>
          <a:p>
            <a:pPr>
              <a:buSzPct val="105000"/>
              <a:buFontTx/>
              <a:buNone/>
            </a:pPr>
            <a:r>
              <a:rPr lang="en-US" altLang="zh-CN" sz="2000" dirty="0">
                <a:latin typeface="华文楷体" panose="02010600040101010101" pitchFamily="2" charset="-122"/>
                <a:ea typeface="华文楷体" panose="02010600040101010101" pitchFamily="2" charset="-122"/>
              </a:rPr>
              <a:t>     k</a:t>
            </a:r>
            <a:r>
              <a:rPr lang="en-US" altLang="zh-CN" sz="2000" baseline="-25000" dirty="0">
                <a:latin typeface="华文楷体" panose="02010600040101010101" pitchFamily="2" charset="-122"/>
                <a:ea typeface="华文楷体" panose="02010600040101010101" pitchFamily="2" charset="-122"/>
              </a:rPr>
              <a:t>0 </a:t>
            </a:r>
            <a:r>
              <a:rPr lang="zh-CN" altLang="en-US" sz="2000" dirty="0">
                <a:latin typeface="华文楷体" panose="02010600040101010101" pitchFamily="2" charset="-122"/>
                <a:ea typeface="华文楷体" panose="02010600040101010101" pitchFamily="2" charset="-122"/>
              </a:rPr>
              <a:t>：设备的原始价值 </a:t>
            </a:r>
          </a:p>
          <a:p>
            <a:pPr>
              <a:buSzPct val="105000"/>
              <a:buFontTx/>
              <a:buNone/>
            </a:pPr>
            <a:r>
              <a:rPr lang="en-US" altLang="zh-CN" sz="2000" dirty="0">
                <a:latin typeface="华文楷体" panose="02010600040101010101" pitchFamily="2" charset="-122"/>
                <a:ea typeface="华文楷体" panose="02010600040101010101" pitchFamily="2" charset="-122"/>
              </a:rPr>
              <a:t>     </a:t>
            </a:r>
            <a:r>
              <a:rPr lang="en-US" altLang="zh-CN" sz="2000" i="1" dirty="0">
                <a:latin typeface="华文楷体" panose="02010600040101010101" pitchFamily="2" charset="-122"/>
                <a:ea typeface="华文楷体" panose="02010600040101010101" pitchFamily="2" charset="-122"/>
              </a:rPr>
              <a:t>O </a:t>
            </a:r>
            <a:r>
              <a:rPr lang="zh-CN" altLang="en-US" sz="2000" dirty="0">
                <a:latin typeface="华文楷体" panose="02010600040101010101" pitchFamily="2" charset="-122"/>
                <a:ea typeface="华文楷体" panose="02010600040101010101" pitchFamily="2" charset="-122"/>
              </a:rPr>
              <a:t>：设备的预计残值</a:t>
            </a:r>
          </a:p>
          <a:p>
            <a:pPr>
              <a:buSzPct val="105000"/>
              <a:buFontTx/>
              <a:buNone/>
            </a:pPr>
            <a:r>
              <a:rPr lang="en-US" altLang="zh-CN" sz="2000" dirty="0">
                <a:latin typeface="华文楷体" panose="02010600040101010101" pitchFamily="2" charset="-122"/>
                <a:ea typeface="华文楷体" panose="02010600040101010101" pitchFamily="2" charset="-122"/>
              </a:rPr>
              <a:t>     </a:t>
            </a:r>
            <a:r>
              <a:rPr lang="en-US" altLang="zh-CN" sz="2000" i="1" dirty="0">
                <a:latin typeface="华文楷体" panose="02010600040101010101" pitchFamily="2" charset="-122"/>
                <a:ea typeface="华文楷体" panose="02010600040101010101" pitchFamily="2" charset="-122"/>
              </a:rPr>
              <a:t>T </a:t>
            </a:r>
            <a:r>
              <a:rPr lang="zh-CN" altLang="en-US" sz="2000" dirty="0">
                <a:latin typeface="华文楷体" panose="02010600040101010101" pitchFamily="2" charset="-122"/>
                <a:ea typeface="华文楷体" panose="02010600040101010101" pitchFamily="2" charset="-122"/>
              </a:rPr>
              <a:t>：最终使用年限</a:t>
            </a:r>
          </a:p>
          <a:p>
            <a:pPr>
              <a:buSzPct val="105000"/>
              <a:buFontTx/>
              <a:buNone/>
            </a:pPr>
            <a:r>
              <a:rPr lang="en-US" altLang="zh-CN" sz="2000" dirty="0">
                <a:latin typeface="华文楷体" panose="02010600040101010101" pitchFamily="2" charset="-122"/>
                <a:ea typeface="华文楷体" panose="02010600040101010101" pitchFamily="2" charset="-122"/>
              </a:rPr>
              <a:t>     </a:t>
            </a:r>
            <a:r>
              <a:rPr lang="el-GR" altLang="zh-CN" sz="2000" dirty="0">
                <a:latin typeface="华文楷体" panose="02010600040101010101" pitchFamily="2" charset="-122"/>
                <a:ea typeface="华文楷体" panose="02010600040101010101" pitchFamily="2" charset="-122"/>
              </a:rPr>
              <a:t>α</a:t>
            </a:r>
            <a:r>
              <a:rPr lang="zh-CN" altLang="en-US" sz="2000" dirty="0">
                <a:latin typeface="华文楷体" panose="02010600040101010101" pitchFamily="2" charset="-122"/>
                <a:ea typeface="华文楷体" panose="02010600040101010101" pitchFamily="2" charset="-122"/>
              </a:rPr>
              <a:t>：设备的年折旧率 </a:t>
            </a:r>
          </a:p>
        </p:txBody>
      </p:sp>
      <p:graphicFrame>
        <p:nvGraphicFramePr>
          <p:cNvPr id="6" name="Object 4">
            <a:extLst>
              <a:ext uri="{FF2B5EF4-FFF2-40B4-BE49-F238E27FC236}">
                <a16:creationId xmlns:a16="http://schemas.microsoft.com/office/drawing/2014/main" id="{CF915618-8C0B-4EF1-8143-21D05D485449}"/>
              </a:ext>
            </a:extLst>
          </p:cNvPr>
          <p:cNvGraphicFramePr>
            <a:graphicFrameLocks noChangeAspect="1"/>
          </p:cNvGraphicFramePr>
          <p:nvPr>
            <p:extLst>
              <p:ext uri="{D42A27DB-BD31-4B8C-83A1-F6EECF244321}">
                <p14:modId xmlns:p14="http://schemas.microsoft.com/office/powerpoint/2010/main" val="1823834976"/>
              </p:ext>
            </p:extLst>
          </p:nvPr>
        </p:nvGraphicFramePr>
        <p:xfrm>
          <a:off x="5307014" y="2203957"/>
          <a:ext cx="2130184" cy="1244093"/>
        </p:xfrm>
        <a:graphic>
          <a:graphicData uri="http://schemas.openxmlformats.org/presentationml/2006/ole">
            <mc:AlternateContent xmlns:mc="http://schemas.openxmlformats.org/markup-compatibility/2006">
              <mc:Choice xmlns:v="urn:schemas-microsoft-com:vml" Requires="v">
                <p:oleObj name="公式" r:id="rId3" imgW="1422400" imgH="850900" progId="Equation.3">
                  <p:embed/>
                </p:oleObj>
              </mc:Choice>
              <mc:Fallback>
                <p:oleObj name="公式" r:id="rId3" imgW="1422400" imgH="850900" progId="Equation.3">
                  <p:embed/>
                  <p:pic>
                    <p:nvPicPr>
                      <p:cNvPr id="6" name="Object 4">
                        <a:extLst>
                          <a:ext uri="{FF2B5EF4-FFF2-40B4-BE49-F238E27FC236}">
                            <a16:creationId xmlns:a16="http://schemas.microsoft.com/office/drawing/2014/main" id="{CF915618-8C0B-4EF1-8143-21D05D4854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7014" y="2203957"/>
                        <a:ext cx="2130184" cy="124409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13742983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2900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3.2.7 </a:t>
            </a:r>
            <a:r>
              <a:rPr lang="zh-CN" altLang="en-US" sz="2400" spc="300" dirty="0">
                <a:latin typeface="微软雅黑" panose="020B0503020204020204" pitchFamily="34" charset="-122"/>
                <a:ea typeface="微软雅黑" panose="020B0503020204020204" pitchFamily="34" charset="-122"/>
              </a:rPr>
              <a:t>设备的折旧</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096955"/>
          </a:xfrm>
          <a:prstGeom prst="rect">
            <a:avLst/>
          </a:prstGeom>
        </p:spPr>
        <p:txBody>
          <a:bodyPr wrap="square">
            <a:spAutoFit/>
          </a:bodyPr>
          <a:lstStyle/>
          <a:p>
            <a:pPr marL="342900" indent="-342900">
              <a:buSzPct val="110000"/>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 加速折旧法的基本思想：</a:t>
            </a:r>
          </a:p>
          <a:p>
            <a:pPr marL="800100" lvl="1" indent="-342900">
              <a:buSzPct val="110000"/>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有形损耗</a:t>
            </a:r>
          </a:p>
          <a:p>
            <a:pPr marL="800100" lvl="1" indent="-342900">
              <a:buSzPct val="110000"/>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无形损耗</a:t>
            </a:r>
          </a:p>
          <a:p>
            <a:pPr marL="800100" lvl="1" indent="-342900">
              <a:buSzPct val="110000"/>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收益和费用相配比（会计原则）</a:t>
            </a:r>
            <a:endParaRPr lang="en-US" altLang="zh-CN" dirty="0">
              <a:latin typeface="华文楷体" panose="02010600040101010101" pitchFamily="2" charset="-122"/>
              <a:ea typeface="华文楷体" panose="02010600040101010101" pitchFamily="2" charset="-122"/>
            </a:endParaRPr>
          </a:p>
          <a:p>
            <a:pPr marL="800100" lvl="1" indent="-342900">
              <a:buSzPct val="110000"/>
              <a:buFont typeface="Arial" panose="020B0604020202020204" pitchFamily="34" charset="0"/>
              <a:buChar char="•"/>
            </a:pPr>
            <a:endParaRPr lang="zh-CN" altLang="en-US" dirty="0">
              <a:latin typeface="华文楷体" panose="02010600040101010101" pitchFamily="2" charset="-122"/>
              <a:ea typeface="华文楷体" panose="02010600040101010101" pitchFamily="2" charset="-122"/>
            </a:endParaRPr>
          </a:p>
          <a:p>
            <a:pPr marL="800100" lvl="1" indent="-342900">
              <a:buSzPct val="110000"/>
              <a:buFont typeface="Arial" panose="020B0604020202020204" pitchFamily="34" charset="0"/>
              <a:buChar char="•"/>
            </a:pPr>
            <a:endParaRPr lang="zh-CN" altLang="en-US" dirty="0">
              <a:latin typeface="华文楷体" panose="02010600040101010101" pitchFamily="2" charset="-122"/>
              <a:ea typeface="华文楷体" panose="02010600040101010101" pitchFamily="2" charset="-122"/>
            </a:endParaRPr>
          </a:p>
          <a:p>
            <a:pPr marL="800100" lvl="1" indent="-342900">
              <a:buSzPct val="110000"/>
              <a:buFont typeface="Arial" panose="020B0604020202020204" pitchFamily="34" charset="0"/>
              <a:buChar char="•"/>
            </a:pPr>
            <a:endParaRPr lang="zh-CN" altLang="en-US" dirty="0">
              <a:latin typeface="华文楷体" panose="02010600040101010101" pitchFamily="2" charset="-122"/>
              <a:ea typeface="华文楷体" panose="02010600040101010101" pitchFamily="2" charset="-122"/>
            </a:endParaRPr>
          </a:p>
          <a:p>
            <a:pPr marL="800100" lvl="1" indent="-342900">
              <a:buSzPct val="110000"/>
              <a:buFont typeface="Arial" panose="020B0604020202020204" pitchFamily="34" charset="0"/>
              <a:buChar char="•"/>
            </a:pPr>
            <a:endParaRPr lang="zh-CN" altLang="en-US" dirty="0">
              <a:latin typeface="华文楷体" panose="02010600040101010101" pitchFamily="2" charset="-122"/>
              <a:ea typeface="华文楷体" panose="02010600040101010101" pitchFamily="2" charset="-122"/>
            </a:endParaRPr>
          </a:p>
          <a:p>
            <a:pPr marL="1257300" lvl="2" indent="-342900">
              <a:lnSpc>
                <a:spcPct val="70000"/>
              </a:lnSpc>
              <a:spcBef>
                <a:spcPct val="90000"/>
              </a:spcBef>
              <a:buSzPct val="105000"/>
              <a:buFont typeface="Arial" panose="020B0604020202020204" pitchFamily="34" charset="0"/>
              <a:buChar char="•"/>
            </a:pPr>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注：</a:t>
            </a:r>
            <a:endParaRPr lang="en-US" altLang="zh-CN" dirty="0">
              <a:latin typeface="华文楷体" panose="02010600040101010101" pitchFamily="2" charset="-122"/>
              <a:ea typeface="华文楷体" panose="02010600040101010101" pitchFamily="2" charset="-122"/>
            </a:endParaRPr>
          </a:p>
          <a:p>
            <a:pPr marL="1257300" lvl="2" indent="-342900">
              <a:lnSpc>
                <a:spcPct val="70000"/>
              </a:lnSpc>
              <a:spcBef>
                <a:spcPct val="90000"/>
              </a:spcBef>
              <a:buSzPct val="105000"/>
              <a:buFont typeface="Arial" panose="020B0604020202020204" pitchFamily="34" charset="0"/>
              <a:buChar char="•"/>
            </a:pPr>
            <a:r>
              <a:rPr lang="en-US" altLang="zh-CN" dirty="0">
                <a:latin typeface="华文楷体" panose="02010600040101010101" pitchFamily="2" charset="-122"/>
                <a:ea typeface="华文楷体" panose="02010600040101010101" pitchFamily="2" charset="-122"/>
              </a:rPr>
              <a:t>A</a:t>
            </a:r>
            <a:r>
              <a:rPr lang="en-US" altLang="zh-CN" baseline="-25000" dirty="0">
                <a:latin typeface="华文楷体" panose="02010600040101010101" pitchFamily="2" charset="-122"/>
                <a:ea typeface="华文楷体" panose="02010600040101010101" pitchFamily="2" charset="-122"/>
              </a:rPr>
              <a:t>t</a:t>
            </a:r>
            <a:r>
              <a:rPr lang="zh-CN" altLang="en-US" dirty="0">
                <a:latin typeface="华文楷体" panose="02010600040101010101" pitchFamily="2" charset="-122"/>
                <a:ea typeface="华文楷体" panose="02010600040101010101" pitchFamily="2" charset="-122"/>
              </a:rPr>
              <a:t>：设备在使用年限内第</a:t>
            </a:r>
            <a:r>
              <a:rPr lang="en-US" altLang="zh-CN" i="1" dirty="0">
                <a:latin typeface="华文楷体" panose="02010600040101010101" pitchFamily="2" charset="-122"/>
                <a:ea typeface="华文楷体" panose="02010600040101010101" pitchFamily="2" charset="-122"/>
              </a:rPr>
              <a:t>t</a:t>
            </a:r>
            <a:r>
              <a:rPr lang="zh-CN" altLang="en-US" dirty="0">
                <a:latin typeface="华文楷体" panose="02010600040101010101" pitchFamily="2" charset="-122"/>
                <a:ea typeface="华文楷体" panose="02010600040101010101" pitchFamily="2" charset="-122"/>
              </a:rPr>
              <a:t>年的折旧额</a:t>
            </a:r>
          </a:p>
          <a:p>
            <a:pPr marL="1257300" lvl="2" indent="-342900">
              <a:lnSpc>
                <a:spcPct val="70000"/>
              </a:lnSpc>
              <a:spcBef>
                <a:spcPct val="90000"/>
              </a:spcBef>
              <a:buSzPct val="105000"/>
              <a:buFont typeface="Arial" panose="020B0604020202020204" pitchFamily="34" charset="0"/>
              <a:buChar char="•"/>
            </a:pPr>
            <a:r>
              <a:rPr lang="en-US" altLang="zh-CN" i="1" dirty="0">
                <a:latin typeface="华文楷体" panose="02010600040101010101" pitchFamily="2" charset="-122"/>
                <a:ea typeface="华文楷体" panose="02010600040101010101" pitchFamily="2" charset="-122"/>
              </a:rPr>
              <a:t>t </a:t>
            </a:r>
            <a:r>
              <a:rPr lang="zh-CN" altLang="en-US" i="1"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 设备使用的年数</a:t>
            </a:r>
          </a:p>
          <a:p>
            <a:pPr marL="1257300" lvl="2" indent="-342900">
              <a:lnSpc>
                <a:spcPct val="70000"/>
              </a:lnSpc>
              <a:spcBef>
                <a:spcPct val="90000"/>
              </a:spcBef>
              <a:buSzPct val="105000"/>
              <a:buFont typeface="Arial" panose="020B0604020202020204" pitchFamily="34" charset="0"/>
              <a:buChar char="•"/>
            </a:pPr>
            <a:r>
              <a:rPr lang="en-US" altLang="zh-CN" i="1" dirty="0">
                <a:latin typeface="华文楷体" panose="02010600040101010101" pitchFamily="2" charset="-122"/>
                <a:ea typeface="华文楷体" panose="02010600040101010101" pitchFamily="2" charset="-122"/>
              </a:rPr>
              <a:t>T </a:t>
            </a:r>
            <a:r>
              <a:rPr lang="zh-CN" altLang="en-US" i="1"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设备使用年限。</a:t>
            </a:r>
          </a:p>
        </p:txBody>
      </p:sp>
      <p:graphicFrame>
        <p:nvGraphicFramePr>
          <p:cNvPr id="6" name="Object 4">
            <a:extLst>
              <a:ext uri="{FF2B5EF4-FFF2-40B4-BE49-F238E27FC236}">
                <a16:creationId xmlns:a16="http://schemas.microsoft.com/office/drawing/2014/main" id="{8499F5C2-8CC7-49F3-99FE-D99C8C0F5D89}"/>
              </a:ext>
            </a:extLst>
          </p:cNvPr>
          <p:cNvGraphicFramePr>
            <a:graphicFrameLocks noChangeAspect="1"/>
          </p:cNvGraphicFramePr>
          <p:nvPr>
            <p:extLst>
              <p:ext uri="{D42A27DB-BD31-4B8C-83A1-F6EECF244321}">
                <p14:modId xmlns:p14="http://schemas.microsoft.com/office/powerpoint/2010/main" val="3246412891"/>
              </p:ext>
            </p:extLst>
          </p:nvPr>
        </p:nvGraphicFramePr>
        <p:xfrm>
          <a:off x="2414806" y="2125116"/>
          <a:ext cx="4013408" cy="893268"/>
        </p:xfrm>
        <a:graphic>
          <a:graphicData uri="http://schemas.openxmlformats.org/presentationml/2006/ole">
            <mc:AlternateContent xmlns:mc="http://schemas.openxmlformats.org/markup-compatibility/2006">
              <mc:Choice xmlns:v="urn:schemas-microsoft-com:vml" Requires="v">
                <p:oleObj name="公式" r:id="rId3" imgW="2743200" imgH="635000" progId="Equation.3">
                  <p:embed/>
                </p:oleObj>
              </mc:Choice>
              <mc:Fallback>
                <p:oleObj name="公式" r:id="rId3" imgW="2743200" imgH="635000" progId="Equation.3">
                  <p:embed/>
                  <p:pic>
                    <p:nvPicPr>
                      <p:cNvPr id="6" name="Object 4">
                        <a:extLst>
                          <a:ext uri="{FF2B5EF4-FFF2-40B4-BE49-F238E27FC236}">
                            <a16:creationId xmlns:a16="http://schemas.microsoft.com/office/drawing/2014/main" id="{8499F5C2-8CC7-49F3-99FE-D99C8C0F5D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4806" y="2125116"/>
                        <a:ext cx="4013408" cy="89326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93013535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2900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3.2.7 </a:t>
            </a:r>
            <a:r>
              <a:rPr lang="zh-CN" altLang="en-US" sz="2400" spc="300" dirty="0">
                <a:latin typeface="微软雅黑" panose="020B0503020204020204" pitchFamily="34" charset="-122"/>
                <a:ea typeface="微软雅黑" panose="020B0503020204020204" pitchFamily="34" charset="-122"/>
              </a:rPr>
              <a:t>设备的折旧</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48601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例</a:t>
                </a:r>
                <a:r>
                  <a:rPr lang="en-US" altLang="zh-CN" sz="1700" dirty="0">
                    <a:solidFill>
                      <a:srgbClr val="000000"/>
                    </a:solidFill>
                    <a:latin typeface="华文楷体" panose="02010600040101010101" pitchFamily="2" charset="-122"/>
                    <a:ea typeface="华文楷体" panose="02010600040101010101" pitchFamily="2" charset="-122"/>
                  </a:rPr>
                  <a:t>3.8]   </a:t>
                </a:r>
                <a:r>
                  <a:rPr lang="zh-CN" altLang="en-US" sz="1700" dirty="0">
                    <a:solidFill>
                      <a:srgbClr val="000000"/>
                    </a:solidFill>
                    <a:latin typeface="华文楷体" panose="02010600040101010101" pitchFamily="2" charset="-122"/>
                    <a:ea typeface="华文楷体" panose="02010600040101010101" pitchFamily="2" charset="-122"/>
                  </a:rPr>
                  <a:t>设某型计算机其购买价格（原始价值）为</a:t>
                </a:r>
                <a:r>
                  <a:rPr lang="en-US" altLang="zh-CN" sz="1700" dirty="0">
                    <a:solidFill>
                      <a:srgbClr val="000000"/>
                    </a:solidFill>
                    <a:latin typeface="华文楷体" panose="02010600040101010101" pitchFamily="2" charset="-122"/>
                    <a:ea typeface="华文楷体" panose="02010600040101010101" pitchFamily="2" charset="-122"/>
                  </a:rPr>
                  <a:t>9200</a:t>
                </a:r>
                <a:r>
                  <a:rPr lang="zh-CN" altLang="en-US" sz="1700" dirty="0">
                    <a:solidFill>
                      <a:srgbClr val="000000"/>
                    </a:solidFill>
                    <a:latin typeface="华文楷体" panose="02010600040101010101" pitchFamily="2" charset="-122"/>
                    <a:ea typeface="华文楷体" panose="02010600040101010101" pitchFamily="2" charset="-122"/>
                  </a:rPr>
                  <a:t>元，预计使用五年，其残值估计为</a:t>
                </a:r>
                <a:r>
                  <a:rPr lang="en-US" altLang="zh-CN" sz="1700" dirty="0">
                    <a:solidFill>
                      <a:srgbClr val="000000"/>
                    </a:solidFill>
                    <a:latin typeface="华文楷体" panose="02010600040101010101" pitchFamily="2" charset="-122"/>
                    <a:ea typeface="华文楷体" panose="02010600040101010101" pitchFamily="2" charset="-122"/>
                  </a:rPr>
                  <a:t>200</a:t>
                </a:r>
                <a:r>
                  <a:rPr lang="zh-CN" altLang="en-US" sz="1700" dirty="0">
                    <a:solidFill>
                      <a:srgbClr val="000000"/>
                    </a:solidFill>
                    <a:latin typeface="华文楷体" panose="02010600040101010101" pitchFamily="2" charset="-122"/>
                    <a:ea typeface="华文楷体" panose="02010600040101010101" pitchFamily="2" charset="-122"/>
                  </a:rPr>
                  <a:t>元。试求该计算机应摊入成本中的各年设备折旧费。</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解：由于</a:t>
                </a:r>
                <a:r>
                  <a:rPr lang="en-US" altLang="zh-CN" sz="1700" dirty="0">
                    <a:solidFill>
                      <a:srgbClr val="000000"/>
                    </a:solidFill>
                    <a:latin typeface="华文楷体" panose="02010600040101010101" pitchFamily="2" charset="-122"/>
                    <a:ea typeface="华文楷体" panose="02010600040101010101" pitchFamily="2" charset="-122"/>
                  </a:rPr>
                  <a:t>ko=9200</a:t>
                </a:r>
                <a:r>
                  <a:rPr lang="zh-CN" altLang="en-US" sz="1700" dirty="0">
                    <a:solidFill>
                      <a:srgbClr val="000000"/>
                    </a:solidFill>
                    <a:latin typeface="华文楷体" panose="02010600040101010101" pitchFamily="2" charset="-122"/>
                    <a:ea typeface="华文楷体" panose="02010600040101010101" pitchFamily="2" charset="-122"/>
                  </a:rPr>
                  <a:t>元，</a:t>
                </a:r>
                <a:r>
                  <a:rPr lang="en-US" altLang="zh-CN" sz="1700" dirty="0">
                    <a:solidFill>
                      <a:srgbClr val="000000"/>
                    </a:solidFill>
                    <a:latin typeface="华文楷体" panose="02010600040101010101" pitchFamily="2" charset="-122"/>
                    <a:ea typeface="华文楷体" panose="02010600040101010101" pitchFamily="2" charset="-122"/>
                  </a:rPr>
                  <a:t>T=5</a:t>
                </a:r>
                <a:r>
                  <a:rPr lang="zh-CN" altLang="en-US" sz="1700" dirty="0">
                    <a:solidFill>
                      <a:srgbClr val="000000"/>
                    </a:solidFill>
                    <a:latin typeface="华文楷体" panose="02010600040101010101" pitchFamily="2" charset="-122"/>
                    <a:ea typeface="华文楷体" panose="02010600040101010101" pitchFamily="2" charset="-122"/>
                  </a:rPr>
                  <a:t>年，</a:t>
                </a:r>
                <a:r>
                  <a:rPr lang="en-US" altLang="zh-CN" sz="1700" dirty="0">
                    <a:solidFill>
                      <a:srgbClr val="000000"/>
                    </a:solidFill>
                    <a:latin typeface="华文楷体" panose="02010600040101010101" pitchFamily="2" charset="-122"/>
                    <a:ea typeface="华文楷体" panose="02010600040101010101" pitchFamily="2" charset="-122"/>
                  </a:rPr>
                  <a:t>O=200</a:t>
                </a:r>
                <a:r>
                  <a:rPr lang="zh-CN" altLang="en-US" sz="1700" dirty="0">
                    <a:solidFill>
                      <a:srgbClr val="000000"/>
                    </a:solidFill>
                    <a:latin typeface="华文楷体" panose="02010600040101010101" pitchFamily="2" charset="-122"/>
                    <a:ea typeface="华文楷体" panose="02010600040101010101" pitchFamily="2" charset="-122"/>
                  </a:rPr>
                  <a:t>元，</a:t>
                </a:r>
              </a:p>
              <a:p>
                <a:pPr marL="285750" indent="-285750" algn="just">
                  <a:lnSpc>
                    <a:spcPct val="150000"/>
                  </a:lnSpc>
                  <a:buFont typeface="Arial" panose="020B0604020202020204" pitchFamily="34" charset="0"/>
                  <a:buChar char="•"/>
                </a:pPr>
                <a14:m>
                  <m:oMath xmlns:m="http://schemas.openxmlformats.org/officeDocument/2006/math">
                    <m:r>
                      <a:rPr lang="zh-CN" altLang="en-US" sz="1600" i="1" smtClean="0">
                        <a:solidFill>
                          <a:srgbClr val="000000"/>
                        </a:solidFill>
                        <a:latin typeface="Cambria Math" panose="02040503050406030204" pitchFamily="18" charset="0"/>
                      </a:rPr>
                      <m:t>𝑈</m:t>
                    </m:r>
                    <m:r>
                      <a:rPr lang="zh-CN" altLang="en-US" sz="1600" i="1" smtClean="0">
                        <a:solidFill>
                          <a:srgbClr val="000000"/>
                        </a:solidFill>
                        <a:latin typeface="Cambria Math" panose="02040503050406030204" pitchFamily="18" charset="0"/>
                      </a:rPr>
                      <m:t>=</m:t>
                    </m:r>
                    <m:f>
                      <m:fPr>
                        <m:ctrlPr>
                          <a:rPr lang="zh-CN" altLang="en-US" sz="1600" i="1">
                            <a:solidFill>
                              <a:srgbClr val="000000"/>
                            </a:solidFill>
                            <a:latin typeface="Cambria Math" panose="02040503050406030204" pitchFamily="18" charset="0"/>
                          </a:rPr>
                        </m:ctrlPr>
                      </m:fPr>
                      <m:num>
                        <m:r>
                          <a:rPr lang="zh-CN" altLang="en-US" sz="1600" i="1">
                            <a:solidFill>
                              <a:srgbClr val="000000"/>
                            </a:solidFill>
                            <a:latin typeface="Cambria Math" panose="02040503050406030204" pitchFamily="18" charset="0"/>
                          </a:rPr>
                          <m:t>𝑇</m:t>
                        </m:r>
                        <m:r>
                          <a:rPr lang="zh-CN" altLang="en-US" sz="1600" i="1">
                            <a:solidFill>
                              <a:srgbClr val="000000"/>
                            </a:solidFill>
                            <a:latin typeface="Cambria Math" panose="02040503050406030204" pitchFamily="18" charset="0"/>
                          </a:rPr>
                          <m:t>+1−</m:t>
                        </m:r>
                        <m:r>
                          <a:rPr lang="zh-CN" altLang="en-US" sz="1600" i="1">
                            <a:solidFill>
                              <a:srgbClr val="000000"/>
                            </a:solidFill>
                            <a:latin typeface="Cambria Math" panose="02040503050406030204" pitchFamily="18" charset="0"/>
                          </a:rPr>
                          <m:t>𝑡</m:t>
                        </m:r>
                      </m:num>
                      <m:den>
                        <m:f>
                          <m:fPr>
                            <m:ctrlPr>
                              <a:rPr lang="zh-CN" altLang="en-US" sz="1600" i="1">
                                <a:solidFill>
                                  <a:srgbClr val="000000"/>
                                </a:solidFill>
                                <a:latin typeface="Cambria Math" panose="02040503050406030204" pitchFamily="18" charset="0"/>
                              </a:rPr>
                            </m:ctrlPr>
                          </m:fPr>
                          <m:num>
                            <m:r>
                              <a:rPr lang="zh-CN" altLang="en-US" sz="1600" i="1">
                                <a:solidFill>
                                  <a:srgbClr val="000000"/>
                                </a:solidFill>
                                <a:latin typeface="Cambria Math" panose="02040503050406030204" pitchFamily="18" charset="0"/>
                              </a:rPr>
                              <m:t>𝑇</m:t>
                            </m:r>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𝑇</m:t>
                            </m:r>
                            <m:r>
                              <a:rPr lang="zh-CN" altLang="en-US" sz="1600" i="1">
                                <a:solidFill>
                                  <a:srgbClr val="000000"/>
                                </a:solidFill>
                                <a:latin typeface="Cambria Math" panose="02040503050406030204" pitchFamily="18" charset="0"/>
                              </a:rPr>
                              <m:t>+1)</m:t>
                            </m:r>
                          </m:num>
                          <m:den>
                            <m:r>
                              <a:rPr lang="zh-CN" altLang="en-US" sz="1600" i="1">
                                <a:solidFill>
                                  <a:srgbClr val="000000"/>
                                </a:solidFill>
                                <a:latin typeface="Cambria Math" panose="02040503050406030204" pitchFamily="18" charset="0"/>
                              </a:rPr>
                              <m:t>2</m:t>
                            </m:r>
                          </m:den>
                        </m:f>
                      </m:den>
                    </m:f>
                    <m:r>
                      <a:rPr lang="zh-CN" altLang="en-US" sz="1600" i="1">
                        <a:solidFill>
                          <a:srgbClr val="000000"/>
                        </a:solidFill>
                        <a:latin typeface="Cambria Math" panose="02040503050406030204" pitchFamily="18" charset="0"/>
                      </a:rPr>
                      <m:t>=</m:t>
                    </m:r>
                    <m:f>
                      <m:fPr>
                        <m:ctrlPr>
                          <a:rPr lang="zh-CN" altLang="en-US" sz="1600" i="1">
                            <a:solidFill>
                              <a:srgbClr val="000000"/>
                            </a:solidFill>
                            <a:latin typeface="Cambria Math" panose="02040503050406030204" pitchFamily="18" charset="0"/>
                          </a:rPr>
                        </m:ctrlPr>
                      </m:fPr>
                      <m:num>
                        <m:r>
                          <a:rPr lang="zh-CN" altLang="en-US" sz="1600" i="1">
                            <a:solidFill>
                              <a:srgbClr val="000000"/>
                            </a:solidFill>
                            <a:latin typeface="Cambria Math" panose="02040503050406030204" pitchFamily="18" charset="0"/>
                          </a:rPr>
                          <m:t>6−</m:t>
                        </m:r>
                        <m:r>
                          <a:rPr lang="zh-CN" altLang="en-US" sz="1600" i="1">
                            <a:solidFill>
                              <a:srgbClr val="000000"/>
                            </a:solidFill>
                            <a:latin typeface="Cambria Math" panose="02040503050406030204" pitchFamily="18" charset="0"/>
                          </a:rPr>
                          <m:t>𝑡</m:t>
                        </m:r>
                      </m:num>
                      <m:den>
                        <m:r>
                          <a:rPr lang="zh-CN" altLang="en-US" sz="1600" i="1">
                            <a:solidFill>
                              <a:srgbClr val="000000"/>
                            </a:solidFill>
                            <a:latin typeface="Cambria Math" panose="02040503050406030204" pitchFamily="18" charset="0"/>
                          </a:rPr>
                          <m:t>15</m:t>
                        </m:r>
                      </m:den>
                    </m:f>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𝑡</m:t>
                    </m:r>
                    <m:r>
                      <a:rPr lang="zh-CN" altLang="en-US" sz="1600" i="1">
                        <a:solidFill>
                          <a:srgbClr val="000000"/>
                        </a:solidFill>
                        <a:latin typeface="Cambria Math" panose="02040503050406030204" pitchFamily="18" charset="0"/>
                      </a:rPr>
                      <m:t>=1.2.3.4.5</m:t>
                    </m:r>
                  </m:oMath>
                </a14:m>
                <a:r>
                  <a:rPr lang="en-US" altLang="zh-CN" sz="1700" dirty="0">
                    <a:solidFill>
                      <a:srgbClr val="000000"/>
                    </a:solidFill>
                    <a:latin typeface="华文楷体" panose="02010600040101010101" pitchFamily="2" charset="-122"/>
                    <a:ea typeface="华文楷体" panose="02010600040101010101" pitchFamily="2" charset="-122"/>
                  </a:rPr>
                  <a:t>, ko</a:t>
                </a: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O=9200-200=9000</a:t>
                </a:r>
                <a:r>
                  <a:rPr lang="zh-CN" altLang="en-US" sz="1700" dirty="0">
                    <a:solidFill>
                      <a:srgbClr val="000000"/>
                    </a:solidFill>
                    <a:latin typeface="华文楷体" panose="02010600040101010101" pitchFamily="2" charset="-122"/>
                    <a:ea typeface="华文楷体" panose="02010600040101010101" pitchFamily="2" charset="-122"/>
                  </a:rPr>
                  <a:t>元</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从而由（</a:t>
                </a:r>
                <a:r>
                  <a:rPr lang="en-US" altLang="zh-CN" sz="1700" dirty="0">
                    <a:solidFill>
                      <a:srgbClr val="000000"/>
                    </a:solidFill>
                    <a:latin typeface="华文楷体" panose="02010600040101010101" pitchFamily="2" charset="-122"/>
                    <a:ea typeface="华文楷体" panose="02010600040101010101" pitchFamily="2" charset="-122"/>
                  </a:rPr>
                  <a:t>3.20</a:t>
                </a:r>
                <a:r>
                  <a:rPr lang="zh-CN" altLang="en-US" sz="1700" dirty="0">
                    <a:solidFill>
                      <a:srgbClr val="000000"/>
                    </a:solidFill>
                    <a:latin typeface="华文楷体" panose="02010600040101010101" pitchFamily="2" charset="-122"/>
                    <a:ea typeface="华文楷体" panose="02010600040101010101" pitchFamily="2" charset="-122"/>
                  </a:rPr>
                  <a:t>）式可得下表</a:t>
                </a:r>
              </a:p>
              <a:p>
                <a:pPr marL="285750" indent="-285750" algn="just">
                  <a:lnSpc>
                    <a:spcPct val="150000"/>
                  </a:lnSpc>
                  <a:buFont typeface="Arial" panose="020B0604020202020204" pitchFamily="34" charset="0"/>
                  <a:buChar char="•"/>
                </a:pPr>
                <a:endParaRPr lang="zh-CN" altLang="en-US"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由表</a:t>
                </a:r>
                <a:r>
                  <a:rPr lang="en-US" altLang="zh-CN" sz="1700" dirty="0">
                    <a:solidFill>
                      <a:srgbClr val="000000"/>
                    </a:solidFill>
                    <a:latin typeface="华文楷体" panose="02010600040101010101" pitchFamily="2" charset="-122"/>
                    <a:ea typeface="华文楷体" panose="02010600040101010101" pitchFamily="2" charset="-122"/>
                  </a:rPr>
                  <a:t>3.18</a:t>
                </a:r>
                <a:r>
                  <a:rPr lang="zh-CN" altLang="en-US" sz="1700" dirty="0">
                    <a:solidFill>
                      <a:srgbClr val="000000"/>
                    </a:solidFill>
                    <a:latin typeface="华文楷体" panose="02010600040101010101" pitchFamily="2" charset="-122"/>
                    <a:ea typeface="华文楷体" panose="02010600040101010101" pitchFamily="2" charset="-122"/>
                  </a:rPr>
                  <a:t>可知，该计算机设备各年</a:t>
                </a:r>
                <a:r>
                  <a:rPr lang="zh-CN" altLang="en-US" sz="1700" b="1" dirty="0">
                    <a:solidFill>
                      <a:srgbClr val="FF0000"/>
                    </a:solidFill>
                    <a:latin typeface="华文楷体" panose="02010600040101010101" pitchFamily="2" charset="-122"/>
                    <a:ea typeface="华文楷体" panose="02010600040101010101" pitchFamily="2" charset="-122"/>
                  </a:rPr>
                  <a:t>折旧呈递降趋势</a:t>
                </a:r>
                <a:r>
                  <a:rPr lang="zh-CN" altLang="en-US" sz="1700" dirty="0">
                    <a:solidFill>
                      <a:srgbClr val="000000"/>
                    </a:solidFill>
                    <a:latin typeface="华文楷体" panose="02010600040101010101" pitchFamily="2" charset="-122"/>
                    <a:ea typeface="华文楷体" panose="02010600040101010101" pitchFamily="2" charset="-122"/>
                  </a:rPr>
                  <a:t>，但各年折旧总额 </a:t>
                </a:r>
                <a14:m>
                  <m:oMath xmlns:m="http://schemas.openxmlformats.org/officeDocument/2006/math">
                    <m:nary>
                      <m:naryPr>
                        <m:chr m:val="∑"/>
                        <m:ctrlPr>
                          <a:rPr lang="zh-CN" altLang="en-US" sz="1600" i="1" smtClean="0">
                            <a:solidFill>
                              <a:srgbClr val="000000"/>
                            </a:solidFill>
                            <a:latin typeface="Cambria Math" panose="02040503050406030204" pitchFamily="18" charset="0"/>
                          </a:rPr>
                        </m:ctrlPr>
                      </m:naryPr>
                      <m:sub>
                        <m:r>
                          <a:rPr lang="zh-CN" altLang="en-US" sz="1600" i="1">
                            <a:solidFill>
                              <a:srgbClr val="000000"/>
                            </a:solidFill>
                            <a:latin typeface="Cambria Math" panose="02040503050406030204" pitchFamily="18" charset="0"/>
                          </a:rPr>
                          <m:t>𝑡</m:t>
                        </m:r>
                        <m:r>
                          <a:rPr lang="zh-CN" altLang="en-US" sz="1600" i="1">
                            <a:solidFill>
                              <a:srgbClr val="000000"/>
                            </a:solidFill>
                            <a:latin typeface="Cambria Math" panose="02040503050406030204" pitchFamily="18" charset="0"/>
                          </a:rPr>
                          <m:t>=1</m:t>
                        </m:r>
                      </m:sub>
                      <m:sup>
                        <m:r>
                          <a:rPr lang="zh-CN" altLang="en-US" sz="1600" i="1">
                            <a:solidFill>
                              <a:srgbClr val="000000"/>
                            </a:solidFill>
                            <a:latin typeface="Cambria Math" panose="02040503050406030204" pitchFamily="18" charset="0"/>
                          </a:rPr>
                          <m:t>5</m:t>
                        </m:r>
                      </m:sup>
                      <m:e>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𝐴</m:t>
                            </m:r>
                          </m:e>
                          <m:sub>
                            <m:r>
                              <a:rPr lang="zh-CN" altLang="en-US" sz="1600" i="1">
                                <a:solidFill>
                                  <a:srgbClr val="000000"/>
                                </a:solidFill>
                                <a:latin typeface="Cambria Math" panose="02040503050406030204" pitchFamily="18" charset="0"/>
                              </a:rPr>
                              <m:t>𝑡</m:t>
                            </m:r>
                          </m:sub>
                        </m:sSub>
                      </m:e>
                    </m:nary>
                    <m:r>
                      <a:rPr lang="zh-CN" altLang="en-US" sz="1600" i="1">
                        <a:solidFill>
                          <a:srgbClr val="000000"/>
                        </a:solidFill>
                        <a:latin typeface="Cambria Math" panose="02040503050406030204" pitchFamily="18" charset="0"/>
                      </a:rPr>
                      <m:t>=9000</m:t>
                    </m:r>
                    <m:r>
                      <a:rPr lang="zh-CN" altLang="en-US" sz="1600" i="1">
                        <a:solidFill>
                          <a:srgbClr val="000000"/>
                        </a:solidFill>
                        <a:latin typeface="Cambria Math" panose="02040503050406030204" pitchFamily="18" charset="0"/>
                      </a:rPr>
                      <m:t>元</m:t>
                    </m:r>
                  </m:oMath>
                </a14:m>
                <a:r>
                  <a:rPr lang="zh-CN" altLang="en-US" sz="1700" dirty="0">
                    <a:solidFill>
                      <a:srgbClr val="000000"/>
                    </a:solidFill>
                    <a:latin typeface="华文楷体" panose="02010600040101010101" pitchFamily="2" charset="-122"/>
                    <a:ea typeface="华文楷体" panose="02010600040101010101" pitchFamily="2" charset="-122"/>
                  </a:rPr>
                  <a:t>，再加上残值</a:t>
                </a:r>
                <a:r>
                  <a:rPr lang="en-US" altLang="zh-CN" sz="1700" dirty="0">
                    <a:solidFill>
                      <a:srgbClr val="000000"/>
                    </a:solidFill>
                    <a:latin typeface="华文楷体" panose="02010600040101010101" pitchFamily="2" charset="-122"/>
                    <a:ea typeface="华文楷体" panose="02010600040101010101" pitchFamily="2" charset="-122"/>
                  </a:rPr>
                  <a:t>200</a:t>
                </a:r>
                <a:r>
                  <a:rPr lang="zh-CN" altLang="en-US" sz="1700" dirty="0">
                    <a:solidFill>
                      <a:srgbClr val="000000"/>
                    </a:solidFill>
                    <a:latin typeface="华文楷体" panose="02010600040101010101" pitchFamily="2" charset="-122"/>
                    <a:ea typeface="华文楷体" panose="02010600040101010101" pitchFamily="2" charset="-122"/>
                  </a:rPr>
                  <a:t>元，即为该计算机的原始价值</a:t>
                </a:r>
              </a:p>
            </p:txBody>
          </p:sp>
        </mc:Choice>
        <mc:Fallback xmlns="">
          <p:sp>
            <p:nvSpPr>
              <p:cNvPr id="2" name="矩形 1">
                <a:extLst>
                  <a:ext uri="{FF2B5EF4-FFF2-40B4-BE49-F238E27FC236}">
                    <a16:creationId xmlns:a16="http://schemas.microsoft.com/office/drawing/2014/main" id="{1A343DEC-CFF6-41F5-B87C-0DFC08C67B76}"/>
                  </a:ext>
                </a:extLst>
              </p:cNvPr>
              <p:cNvSpPr>
                <a:spLocks noRot="1" noChangeAspect="1" noMove="1" noResize="1" noEditPoints="1" noAdjustHandles="1" noChangeArrowheads="1" noChangeShapeType="1" noTextEdit="1"/>
              </p:cNvSpPr>
              <p:nvPr/>
            </p:nvSpPr>
            <p:spPr>
              <a:xfrm>
                <a:off x="611831" y="843428"/>
                <a:ext cx="7920338" cy="3486019"/>
              </a:xfrm>
              <a:prstGeom prst="rect">
                <a:avLst/>
              </a:prstGeom>
              <a:blipFill>
                <a:blip r:embed="rId3"/>
                <a:stretch>
                  <a:fillRect l="-385" r="-462" b="-4371"/>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DE80010D-C000-4F58-AE34-0A60B91E4D33}"/>
              </a:ext>
            </a:extLst>
          </p:cNvPr>
          <p:cNvPicPr>
            <a:picLocks noChangeAspect="1"/>
          </p:cNvPicPr>
          <p:nvPr/>
        </p:nvPicPr>
        <p:blipFill>
          <a:blip r:embed="rId4"/>
          <a:stretch>
            <a:fillRect/>
          </a:stretch>
        </p:blipFill>
        <p:spPr>
          <a:xfrm>
            <a:off x="6029325" y="2157413"/>
            <a:ext cx="3023909" cy="1348888"/>
          </a:xfrm>
          <a:prstGeom prst="rect">
            <a:avLst/>
          </a:prstGeom>
        </p:spPr>
      </p:pic>
    </p:spTree>
    <p:extLst>
      <p:ext uri="{BB962C8B-B14F-4D97-AF65-F5344CB8AC3E}">
        <p14:creationId xmlns:p14="http://schemas.microsoft.com/office/powerpoint/2010/main" val="17845373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6995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学习目标</a:t>
            </a:r>
            <a:r>
              <a:rPr lang="en-US" altLang="zh-CN" sz="2400" spc="300" dirty="0">
                <a:latin typeface="微软雅黑" panose="020B0503020204020204" pitchFamily="34" charset="-122"/>
                <a:ea typeface="微软雅黑" panose="020B0503020204020204" pitchFamily="34" charset="-122"/>
              </a:rPr>
              <a:t> </a:t>
            </a:r>
            <a:endParaRPr lang="zh-CN" altLang="en-US" sz="2400" spc="300" dirty="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2456"/>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3.1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软件的成本构成及其影响因素分析</a:t>
            </a: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3.2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软件成本与工期的测算方法</a:t>
            </a:r>
          </a:p>
          <a:p>
            <a:pPr marL="342900" indent="-342900" algn="just">
              <a:lnSpc>
                <a:spcPct val="150000"/>
              </a:lnSpc>
              <a:buFont typeface="Arial" panose="020B0604020202020204" pitchFamily="34" charset="0"/>
              <a:buChar char="•"/>
            </a:pPr>
            <a:r>
              <a:rPr lang="en-US" altLang="zh-CN"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3.3 </a:t>
            </a:r>
            <a:r>
              <a:rPr lang="zh-CN" altLang="en-US"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软件成本与价值工程分析 </a:t>
            </a: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3.4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软件产品的定价与营销</a:t>
            </a:r>
          </a:p>
        </p:txBody>
      </p:sp>
    </p:spTree>
    <p:extLst>
      <p:ext uri="{BB962C8B-B14F-4D97-AF65-F5344CB8AC3E}">
        <p14:creationId xmlns:p14="http://schemas.microsoft.com/office/powerpoint/2010/main" val="365956262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674678"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3.3 </a:t>
            </a:r>
            <a:r>
              <a:rPr lang="zh-CN" altLang="en-US" sz="2400" spc="300" dirty="0">
                <a:latin typeface="微软雅黑" panose="020B0503020204020204" pitchFamily="34" charset="-122"/>
                <a:ea typeface="微软雅黑" panose="020B0503020204020204" pitchFamily="34" charset="-122"/>
              </a:rPr>
              <a:t>软件成本与价值工程分析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价值工程分析原理</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价值工程分析（</a:t>
            </a:r>
            <a:r>
              <a:rPr lang="en-US" altLang="zh-CN" sz="1700" dirty="0">
                <a:solidFill>
                  <a:srgbClr val="000000"/>
                </a:solidFill>
                <a:latin typeface="华文楷体" panose="02010600040101010101" pitchFamily="2" charset="-122"/>
                <a:ea typeface="华文楷体" panose="02010600040101010101" pitchFamily="2" charset="-122"/>
              </a:rPr>
              <a:t>Value Engineering Analysis</a:t>
            </a: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VEA</a:t>
            </a:r>
            <a:r>
              <a:rPr lang="zh-CN" altLang="en-US" sz="1700"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是一种通过对产品（或系统）的</a:t>
            </a:r>
            <a:r>
              <a:rPr lang="zh-CN" altLang="en-US" sz="1700" dirty="0">
                <a:solidFill>
                  <a:srgbClr val="FF0000"/>
                </a:solidFill>
                <a:latin typeface="华文楷体" panose="02010600040101010101" pitchFamily="2" charset="-122"/>
                <a:ea typeface="华文楷体" panose="02010600040101010101" pitchFamily="2" charset="-122"/>
              </a:rPr>
              <a:t>功能</a:t>
            </a:r>
            <a:r>
              <a:rPr lang="zh-CN" altLang="en-US" sz="1700" dirty="0">
                <a:solidFill>
                  <a:srgbClr val="000000"/>
                </a:solidFill>
                <a:latin typeface="华文楷体" panose="02010600040101010101" pitchFamily="2" charset="-122"/>
                <a:ea typeface="华文楷体" panose="02010600040101010101" pitchFamily="2" charset="-122"/>
              </a:rPr>
              <a:t>或</a:t>
            </a:r>
            <a:r>
              <a:rPr lang="zh-CN" altLang="en-US" sz="1700" dirty="0">
                <a:solidFill>
                  <a:srgbClr val="FF0000"/>
                </a:solidFill>
                <a:latin typeface="华文楷体" panose="02010600040101010101" pitchFamily="2" charset="-122"/>
                <a:ea typeface="华文楷体" panose="02010600040101010101" pitchFamily="2" charset="-122"/>
              </a:rPr>
              <a:t>成本</a:t>
            </a:r>
            <a:r>
              <a:rPr lang="zh-CN" altLang="en-US" sz="1700" dirty="0">
                <a:solidFill>
                  <a:srgbClr val="000000"/>
                </a:solidFill>
                <a:latin typeface="华文楷体" panose="02010600040101010101" pitchFamily="2" charset="-122"/>
                <a:ea typeface="华文楷体" panose="02010600040101010101" pitchFamily="2" charset="-122"/>
              </a:rPr>
              <a:t>间的关系研究，来改进产品（或系统）经济效益的一种技术经济与管理方法。</a:t>
            </a: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VEA</a:t>
            </a:r>
            <a:r>
              <a:rPr lang="zh-CN" altLang="en-US" sz="1700" dirty="0">
                <a:solidFill>
                  <a:srgbClr val="000000"/>
                </a:solidFill>
                <a:latin typeface="华文楷体" panose="02010600040101010101" pitchFamily="2" charset="-122"/>
                <a:ea typeface="华文楷体" panose="02010600040101010101" pitchFamily="2" charset="-122"/>
              </a:rPr>
              <a:t>是二战时期美国设计师麦尔斯（</a:t>
            </a:r>
            <a:r>
              <a:rPr lang="en-US" altLang="zh-CN" sz="1700" dirty="0" err="1">
                <a:solidFill>
                  <a:srgbClr val="000000"/>
                </a:solidFill>
                <a:latin typeface="华文楷体" panose="02010600040101010101" pitchFamily="2" charset="-122"/>
                <a:ea typeface="华文楷体" panose="02010600040101010101" pitchFamily="2" charset="-122"/>
              </a:rPr>
              <a:t>L.S.Miles</a:t>
            </a:r>
            <a:r>
              <a:rPr lang="zh-CN" altLang="en-US" sz="1700" dirty="0">
                <a:solidFill>
                  <a:srgbClr val="000000"/>
                </a:solidFill>
                <a:latin typeface="华文楷体" panose="02010600040101010101" pitchFamily="2" charset="-122"/>
                <a:ea typeface="华文楷体" panose="02010600040101010101" pitchFamily="2" charset="-122"/>
              </a:rPr>
              <a:t>）在石棉短缺问题上研究出代替材料的方法，他总结出一套在保证相同功能的前提下降低成本的较完整的科学技术方法，其后又发展到改进设计、工艺和生产领域，而至目前完善成为一种技术经济分析方法，统称为价值工程（</a:t>
            </a:r>
            <a:r>
              <a:rPr lang="en-US" altLang="zh-CN" sz="1700" dirty="0">
                <a:solidFill>
                  <a:srgbClr val="000000"/>
                </a:solidFill>
                <a:latin typeface="华文楷体" panose="02010600040101010101" pitchFamily="2" charset="-122"/>
                <a:ea typeface="华文楷体" panose="02010600040101010101" pitchFamily="2" charset="-122"/>
              </a:rPr>
              <a:t>VE</a:t>
            </a:r>
            <a:r>
              <a:rPr lang="zh-CN" altLang="en-US" sz="1700" dirty="0">
                <a:solidFill>
                  <a:srgbClr val="000000"/>
                </a:solidFill>
                <a:latin typeface="华文楷体" panose="02010600040101010101" pitchFamily="2" charset="-122"/>
                <a:ea typeface="华文楷体" panose="02010600040101010101" pitchFamily="2" charset="-122"/>
              </a:rPr>
              <a:t>）。</a:t>
            </a:r>
          </a:p>
        </p:txBody>
      </p:sp>
    </p:spTree>
    <p:extLst>
      <p:ext uri="{BB962C8B-B14F-4D97-AF65-F5344CB8AC3E}">
        <p14:creationId xmlns:p14="http://schemas.microsoft.com/office/powerpoint/2010/main" val="37801185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674678"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3.3 </a:t>
            </a:r>
            <a:r>
              <a:rPr lang="zh-CN" altLang="en-US" sz="2400" spc="300" dirty="0">
                <a:latin typeface="微软雅黑" panose="020B0503020204020204" pitchFamily="34" charset="-122"/>
                <a:ea typeface="微软雅黑" panose="020B0503020204020204" pitchFamily="34" charset="-122"/>
              </a:rPr>
              <a:t>软件成本与价值工程分析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58668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价值工程基本原理</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价值工程是以谋求最低的产品寿命周期成本，可靠地实现使用者所需的必要功能，对产品的功能成本进行有组织的系统分析的一种技术方法。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注：寿命周期成本（</a:t>
            </a:r>
            <a:r>
              <a:rPr lang="en-US" altLang="zh-CN" sz="1700" dirty="0">
                <a:solidFill>
                  <a:srgbClr val="000000"/>
                </a:solidFill>
                <a:latin typeface="华文楷体" panose="02010600040101010101" pitchFamily="2" charset="-122"/>
                <a:ea typeface="华文楷体" panose="02010600040101010101" pitchFamily="2" charset="-122"/>
              </a:rPr>
              <a:t>C</a:t>
            </a:r>
            <a:r>
              <a:rPr lang="zh-CN" altLang="en-US" sz="1700" dirty="0">
                <a:solidFill>
                  <a:srgbClr val="000000"/>
                </a:solidFill>
                <a:latin typeface="华文楷体" panose="02010600040101010101" pitchFamily="2" charset="-122"/>
                <a:ea typeface="华文楷体" panose="02010600040101010101" pitchFamily="2" charset="-122"/>
              </a:rPr>
              <a:t>）：产品从设计制造到交付使用，直到报废为止全过程的生产费用和使用费用之和。</a:t>
            </a:r>
          </a:p>
          <a:p>
            <a:pPr marL="285750" indent="-285750" algn="just">
              <a:lnSpc>
                <a:spcPct val="150000"/>
              </a:lnSpc>
              <a:buFont typeface="Arial" panose="020B0604020202020204" pitchFamily="34" charset="0"/>
              <a:buChar char="•"/>
            </a:pPr>
            <a:endParaRPr lang="zh-CN" altLang="en-US"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zh-CN" altLang="en-US"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zh-CN" altLang="en-US"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价值工程分析的核心要素：</a:t>
            </a:r>
            <a:r>
              <a:rPr lang="zh-CN" altLang="en-US" sz="1700" b="1" dirty="0">
                <a:solidFill>
                  <a:srgbClr val="FF0000"/>
                </a:solidFill>
                <a:latin typeface="华文楷体" panose="02010600040101010101" pitchFamily="2" charset="-122"/>
                <a:ea typeface="华文楷体" panose="02010600040101010101" pitchFamily="2" charset="-122"/>
              </a:rPr>
              <a:t>功能、成本、价值</a:t>
            </a:r>
          </a:p>
        </p:txBody>
      </p:sp>
      <p:grpSp>
        <p:nvGrpSpPr>
          <p:cNvPr id="6" name="Group 10">
            <a:extLst>
              <a:ext uri="{FF2B5EF4-FFF2-40B4-BE49-F238E27FC236}">
                <a16:creationId xmlns:a16="http://schemas.microsoft.com/office/drawing/2014/main" id="{4CD6D6FA-2CAD-4FD6-AF70-45C9B4CFE529}"/>
              </a:ext>
            </a:extLst>
          </p:cNvPr>
          <p:cNvGrpSpPr>
            <a:grpSpLocks/>
          </p:cNvGrpSpPr>
          <p:nvPr/>
        </p:nvGrpSpPr>
        <p:grpSpPr bwMode="auto">
          <a:xfrm>
            <a:off x="1705769" y="2908300"/>
            <a:ext cx="5732462" cy="1050925"/>
            <a:chOff x="1104" y="1810"/>
            <a:chExt cx="3792" cy="704"/>
          </a:xfrm>
        </p:grpSpPr>
        <p:sp>
          <p:nvSpPr>
            <p:cNvPr id="7" name="Text Box 11">
              <a:extLst>
                <a:ext uri="{FF2B5EF4-FFF2-40B4-BE49-F238E27FC236}">
                  <a16:creationId xmlns:a16="http://schemas.microsoft.com/office/drawing/2014/main" id="{EAE3C877-0690-4ADA-9851-7C16167CD59E}"/>
                </a:ext>
              </a:extLst>
            </p:cNvPr>
            <p:cNvSpPr txBox="1">
              <a:spLocks noChangeArrowheads="1"/>
            </p:cNvSpPr>
            <p:nvPr/>
          </p:nvSpPr>
          <p:spPr bwMode="auto">
            <a:xfrm>
              <a:off x="1104" y="2018"/>
              <a:ext cx="1281"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buClr>
                  <a:schemeClr val="tx2"/>
                </a:buClr>
                <a:buSzPct val="90000"/>
                <a:buFont typeface="Symbol" panose="05050102010706020507" pitchFamily="18" charset="2"/>
                <a:buNone/>
              </a:pPr>
              <a:r>
                <a:rPr kumimoji="1" lang="zh-CN" altLang="en-US" sz="2400" u="none">
                  <a:solidFill>
                    <a:schemeClr val="tx1"/>
                  </a:solidFill>
                  <a:latin typeface="Times New Roman" panose="02020603050405020304" pitchFamily="18" charset="0"/>
                  <a:ea typeface="宋体" panose="02010600030101010101" pitchFamily="2" charset="-122"/>
                </a:rPr>
                <a:t>价值（</a:t>
              </a:r>
              <a:r>
                <a:rPr kumimoji="1" lang="en-US" altLang="zh-CN" sz="2400" u="none">
                  <a:solidFill>
                    <a:schemeClr val="tx1"/>
                  </a:solidFill>
                  <a:latin typeface="Times New Roman" panose="02020603050405020304" pitchFamily="18" charset="0"/>
                  <a:ea typeface="宋体" panose="02010600030101010101" pitchFamily="2" charset="-122"/>
                </a:rPr>
                <a:t>V）＝</a:t>
              </a:r>
            </a:p>
          </p:txBody>
        </p:sp>
        <p:sp>
          <p:nvSpPr>
            <p:cNvPr id="8" name="Line 12">
              <a:extLst>
                <a:ext uri="{FF2B5EF4-FFF2-40B4-BE49-F238E27FC236}">
                  <a16:creationId xmlns:a16="http://schemas.microsoft.com/office/drawing/2014/main" id="{EBF75A1A-D660-4610-8AC2-973B80ECDD52}"/>
                </a:ext>
              </a:extLst>
            </p:cNvPr>
            <p:cNvSpPr>
              <a:spLocks noChangeShapeType="1"/>
            </p:cNvSpPr>
            <p:nvPr/>
          </p:nvSpPr>
          <p:spPr bwMode="auto">
            <a:xfrm>
              <a:off x="2496" y="2160"/>
              <a:ext cx="2112" cy="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9" name="Text Box 13">
              <a:extLst>
                <a:ext uri="{FF2B5EF4-FFF2-40B4-BE49-F238E27FC236}">
                  <a16:creationId xmlns:a16="http://schemas.microsoft.com/office/drawing/2014/main" id="{E2B0F3F5-2F71-45A5-819B-7F8742FB7663}"/>
                </a:ext>
              </a:extLst>
            </p:cNvPr>
            <p:cNvSpPr txBox="1">
              <a:spLocks noChangeArrowheads="1"/>
            </p:cNvSpPr>
            <p:nvPr/>
          </p:nvSpPr>
          <p:spPr bwMode="auto">
            <a:xfrm>
              <a:off x="2833" y="1810"/>
              <a:ext cx="1460"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buClr>
                  <a:schemeClr val="tx2"/>
                </a:buClr>
                <a:buSzPct val="90000"/>
                <a:buFont typeface="Symbol" panose="05050102010706020507" pitchFamily="18" charset="2"/>
                <a:buNone/>
              </a:pPr>
              <a:r>
                <a:rPr kumimoji="1" lang="zh-CN" altLang="en-US" sz="2400" u="none" dirty="0">
                  <a:solidFill>
                    <a:schemeClr val="tx1"/>
                  </a:solidFill>
                  <a:latin typeface="Times New Roman" panose="02020603050405020304" pitchFamily="18" charset="0"/>
                  <a:ea typeface="宋体" panose="02010600030101010101" pitchFamily="2" charset="-122"/>
                </a:rPr>
                <a:t>产品功能（</a:t>
              </a:r>
              <a:r>
                <a:rPr kumimoji="1" lang="en-US" altLang="zh-CN" sz="2400" u="none" dirty="0">
                  <a:solidFill>
                    <a:schemeClr val="tx1"/>
                  </a:solidFill>
                  <a:latin typeface="Times New Roman" panose="02020603050405020304" pitchFamily="18" charset="0"/>
                  <a:ea typeface="宋体" panose="02010600030101010101" pitchFamily="2" charset="-122"/>
                </a:rPr>
                <a:t>F）</a:t>
              </a:r>
            </a:p>
          </p:txBody>
        </p:sp>
        <p:sp>
          <p:nvSpPr>
            <p:cNvPr id="10" name="Text Box 14">
              <a:extLst>
                <a:ext uri="{FF2B5EF4-FFF2-40B4-BE49-F238E27FC236}">
                  <a16:creationId xmlns:a16="http://schemas.microsoft.com/office/drawing/2014/main" id="{33A0DCFE-4D48-4FBC-8F4C-F39292CB7BC0}"/>
                </a:ext>
              </a:extLst>
            </p:cNvPr>
            <p:cNvSpPr txBox="1">
              <a:spLocks noChangeArrowheads="1"/>
            </p:cNvSpPr>
            <p:nvPr/>
          </p:nvSpPr>
          <p:spPr bwMode="auto">
            <a:xfrm>
              <a:off x="2545" y="2207"/>
              <a:ext cx="2351"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2"/>
                </a:buClr>
                <a:buSzPct val="90000"/>
                <a:buFont typeface="Symbol" panose="05050102010706020507" pitchFamily="18" charset="2"/>
                <a:buNone/>
              </a:pPr>
              <a:r>
                <a:rPr kumimoji="1" lang="zh-CN" altLang="en-US" sz="2400" u="none" dirty="0">
                  <a:solidFill>
                    <a:schemeClr val="tx1"/>
                  </a:solidFill>
                  <a:latin typeface="Times New Roman" panose="02020603050405020304" pitchFamily="18" charset="0"/>
                  <a:ea typeface="宋体" panose="02010600030101010101" pitchFamily="2" charset="-122"/>
                </a:rPr>
                <a:t>寿命周期成本（</a:t>
              </a:r>
              <a:r>
                <a:rPr kumimoji="1" lang="en-US" altLang="zh-CN" sz="2400" u="none" dirty="0">
                  <a:solidFill>
                    <a:schemeClr val="tx1"/>
                  </a:solidFill>
                  <a:latin typeface="Times New Roman" panose="02020603050405020304" pitchFamily="18" charset="0"/>
                  <a:ea typeface="宋体" panose="02010600030101010101" pitchFamily="2" charset="-122"/>
                </a:rPr>
                <a:t>C）</a:t>
              </a:r>
            </a:p>
          </p:txBody>
        </p:sp>
      </p:grpSp>
    </p:spTree>
    <p:extLst>
      <p:ext uri="{BB962C8B-B14F-4D97-AF65-F5344CB8AC3E}">
        <p14:creationId xmlns:p14="http://schemas.microsoft.com/office/powerpoint/2010/main" val="219385362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674678"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3.3 </a:t>
            </a:r>
            <a:r>
              <a:rPr lang="zh-CN" altLang="en-US" sz="2400" spc="300" dirty="0">
                <a:latin typeface="微软雅黑" panose="020B0503020204020204" pitchFamily="34" charset="-122"/>
                <a:ea typeface="微软雅黑" panose="020B0503020204020204" pitchFamily="34" charset="-122"/>
              </a:rPr>
              <a:t>软件成本与价值工程分析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4736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提高</a:t>
            </a:r>
            <a:r>
              <a:rPr lang="en-US" altLang="zh-CN" sz="1700" dirty="0">
                <a:solidFill>
                  <a:srgbClr val="000000"/>
                </a:solidFill>
                <a:latin typeface="华文楷体" panose="02010600040101010101" pitchFamily="2" charset="-122"/>
                <a:ea typeface="华文楷体" panose="02010600040101010101" pitchFamily="2" charset="-122"/>
              </a:rPr>
              <a:t>V</a:t>
            </a:r>
            <a:r>
              <a:rPr lang="zh-CN" altLang="en-US" sz="1700" dirty="0">
                <a:solidFill>
                  <a:srgbClr val="000000"/>
                </a:solidFill>
                <a:latin typeface="华文楷体" panose="02010600040101010101" pitchFamily="2" charset="-122"/>
                <a:ea typeface="华文楷体" panose="02010600040101010101" pitchFamily="2" charset="-122"/>
              </a:rPr>
              <a:t>的途径：根据公式</a:t>
            </a:r>
          </a:p>
        </p:txBody>
      </p:sp>
      <p:grpSp>
        <p:nvGrpSpPr>
          <p:cNvPr id="6" name="Group 4">
            <a:extLst>
              <a:ext uri="{FF2B5EF4-FFF2-40B4-BE49-F238E27FC236}">
                <a16:creationId xmlns:a16="http://schemas.microsoft.com/office/drawing/2014/main" id="{46C28819-56FC-45BB-A025-F87674D7A423}"/>
              </a:ext>
            </a:extLst>
          </p:cNvPr>
          <p:cNvGrpSpPr>
            <a:grpSpLocks/>
          </p:cNvGrpSpPr>
          <p:nvPr/>
        </p:nvGrpSpPr>
        <p:grpSpPr bwMode="auto">
          <a:xfrm>
            <a:off x="3636963" y="648447"/>
            <a:ext cx="1143000" cy="870467"/>
            <a:chOff x="2976" y="192"/>
            <a:chExt cx="720" cy="613"/>
          </a:xfrm>
        </p:grpSpPr>
        <p:sp>
          <p:nvSpPr>
            <p:cNvPr id="7" name="Text Box 5">
              <a:extLst>
                <a:ext uri="{FF2B5EF4-FFF2-40B4-BE49-F238E27FC236}">
                  <a16:creationId xmlns:a16="http://schemas.microsoft.com/office/drawing/2014/main" id="{3DCCD19C-4CD1-4C9C-8F8D-71843211A18C}"/>
                </a:ext>
              </a:extLst>
            </p:cNvPr>
            <p:cNvSpPr txBox="1">
              <a:spLocks noChangeArrowheads="1"/>
            </p:cNvSpPr>
            <p:nvPr/>
          </p:nvSpPr>
          <p:spPr bwMode="auto">
            <a:xfrm>
              <a:off x="2976" y="336"/>
              <a:ext cx="366"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buClr>
                  <a:schemeClr val="tx2"/>
                </a:buClr>
                <a:buSzPct val="90000"/>
                <a:buFont typeface="Symbol" panose="05050102010706020507" pitchFamily="18" charset="2"/>
                <a:buNone/>
              </a:pPr>
              <a:r>
                <a:rPr kumimoji="1" lang="en-US" altLang="zh-CN" sz="2400" u="none" dirty="0">
                  <a:solidFill>
                    <a:schemeClr val="tx1"/>
                  </a:solidFill>
                  <a:latin typeface="Times New Roman" panose="02020603050405020304" pitchFamily="18" charset="0"/>
                  <a:ea typeface="Gungsuh" panose="02030600000101010101" pitchFamily="18" charset="-127"/>
                </a:rPr>
                <a:t>V=</a:t>
              </a:r>
            </a:p>
          </p:txBody>
        </p:sp>
        <p:sp>
          <p:nvSpPr>
            <p:cNvPr id="8" name="Text Box 6">
              <a:extLst>
                <a:ext uri="{FF2B5EF4-FFF2-40B4-BE49-F238E27FC236}">
                  <a16:creationId xmlns:a16="http://schemas.microsoft.com/office/drawing/2014/main" id="{A4A94779-DB54-4F36-AA7A-1C5EDDC403CA}"/>
                </a:ext>
              </a:extLst>
            </p:cNvPr>
            <p:cNvSpPr txBox="1">
              <a:spLocks noChangeArrowheads="1"/>
            </p:cNvSpPr>
            <p:nvPr/>
          </p:nvSpPr>
          <p:spPr bwMode="auto">
            <a:xfrm>
              <a:off x="3408" y="192"/>
              <a:ext cx="224"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buClr>
                  <a:schemeClr val="tx2"/>
                </a:buClr>
                <a:buSzPct val="90000"/>
                <a:buFont typeface="Symbol" panose="05050102010706020507" pitchFamily="18" charset="2"/>
                <a:buNone/>
              </a:pPr>
              <a:r>
                <a:rPr kumimoji="1" lang="en-US" altLang="zh-CN" sz="2400" u="none">
                  <a:solidFill>
                    <a:schemeClr val="tx1"/>
                  </a:solidFill>
                  <a:latin typeface="Times New Roman" panose="02020603050405020304" pitchFamily="18" charset="0"/>
                  <a:ea typeface="Gungsuh" panose="02030600000101010101" pitchFamily="18" charset="-127"/>
                </a:rPr>
                <a:t>F</a:t>
              </a:r>
            </a:p>
          </p:txBody>
        </p:sp>
        <p:sp>
          <p:nvSpPr>
            <p:cNvPr id="9" name="Text Box 7">
              <a:extLst>
                <a:ext uri="{FF2B5EF4-FFF2-40B4-BE49-F238E27FC236}">
                  <a16:creationId xmlns:a16="http://schemas.microsoft.com/office/drawing/2014/main" id="{476507E0-95FC-4206-A262-00272F2FBE01}"/>
                </a:ext>
              </a:extLst>
            </p:cNvPr>
            <p:cNvSpPr txBox="1">
              <a:spLocks noChangeArrowheads="1"/>
            </p:cNvSpPr>
            <p:nvPr/>
          </p:nvSpPr>
          <p:spPr bwMode="auto">
            <a:xfrm>
              <a:off x="3408" y="480"/>
              <a:ext cx="246" cy="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buClr>
                  <a:schemeClr val="tx2"/>
                </a:buClr>
                <a:buSzPct val="90000"/>
                <a:buFont typeface="Symbol" panose="05050102010706020507" pitchFamily="18" charset="2"/>
                <a:buNone/>
              </a:pPr>
              <a:r>
                <a:rPr kumimoji="1" lang="en-US" altLang="zh-CN" sz="2400" u="none">
                  <a:solidFill>
                    <a:schemeClr val="tx1"/>
                  </a:solidFill>
                  <a:latin typeface="Times New Roman" panose="02020603050405020304" pitchFamily="18" charset="0"/>
                  <a:ea typeface="Gungsuh" panose="02030600000101010101" pitchFamily="18" charset="-127"/>
                </a:rPr>
                <a:t>C</a:t>
              </a:r>
            </a:p>
          </p:txBody>
        </p:sp>
        <p:sp>
          <p:nvSpPr>
            <p:cNvPr id="10" name="Line 8">
              <a:extLst>
                <a:ext uri="{FF2B5EF4-FFF2-40B4-BE49-F238E27FC236}">
                  <a16:creationId xmlns:a16="http://schemas.microsoft.com/office/drawing/2014/main" id="{7670A2D3-9D60-409A-B523-5B7DB5A66F52}"/>
                </a:ext>
              </a:extLst>
            </p:cNvPr>
            <p:cNvSpPr>
              <a:spLocks noChangeShapeType="1"/>
            </p:cNvSpPr>
            <p:nvPr/>
          </p:nvSpPr>
          <p:spPr bwMode="auto">
            <a:xfrm>
              <a:off x="3360" y="511"/>
              <a:ext cx="336" cy="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1600"/>
            </a:p>
          </p:txBody>
        </p:sp>
      </p:grpSp>
      <p:grpSp>
        <p:nvGrpSpPr>
          <p:cNvPr id="41" name="组合 40">
            <a:extLst>
              <a:ext uri="{FF2B5EF4-FFF2-40B4-BE49-F238E27FC236}">
                <a16:creationId xmlns:a16="http://schemas.microsoft.com/office/drawing/2014/main" id="{26F40765-4B0A-497C-94C0-BA4CC9397DA5}"/>
              </a:ext>
            </a:extLst>
          </p:cNvPr>
          <p:cNvGrpSpPr/>
          <p:nvPr/>
        </p:nvGrpSpPr>
        <p:grpSpPr>
          <a:xfrm>
            <a:off x="1423988" y="1485036"/>
            <a:ext cx="4992687" cy="2835275"/>
            <a:chOff x="1423988" y="1485036"/>
            <a:chExt cx="4992687" cy="2835275"/>
          </a:xfrm>
        </p:grpSpPr>
        <p:sp>
          <p:nvSpPr>
            <p:cNvPr id="3" name="Text Box 9">
              <a:extLst>
                <a:ext uri="{FF2B5EF4-FFF2-40B4-BE49-F238E27FC236}">
                  <a16:creationId xmlns:a16="http://schemas.microsoft.com/office/drawing/2014/main" id="{F9AB7365-00D1-410B-B183-8448AB0F9D0D}"/>
                </a:ext>
              </a:extLst>
            </p:cNvPr>
            <p:cNvSpPr txBox="1">
              <a:spLocks noChangeArrowheads="1"/>
            </p:cNvSpPr>
            <p:nvPr/>
          </p:nvSpPr>
          <p:spPr bwMode="auto">
            <a:xfrm>
              <a:off x="1500188" y="1485036"/>
              <a:ext cx="3276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2"/>
                </a:buClr>
                <a:buSzPct val="90000"/>
                <a:buFont typeface="Symbol" panose="05050102010706020507" pitchFamily="18" charset="2"/>
                <a:buNone/>
              </a:pPr>
              <a:r>
                <a:rPr kumimoji="1" lang="en-US" altLang="zh-CN" sz="2800" u="none" dirty="0">
                  <a:solidFill>
                    <a:schemeClr val="tx1"/>
                  </a:solidFill>
                  <a:latin typeface="Times New Roman" panose="02020603050405020304" pitchFamily="18" charset="0"/>
                  <a:ea typeface="BatangChe" panose="02030609000101010101" pitchFamily="49" charset="-127"/>
                </a:rPr>
                <a:t>（1）</a:t>
              </a:r>
              <a:r>
                <a:rPr kumimoji="1" lang="zh-CN" altLang="en-US" sz="2800" u="none" dirty="0">
                  <a:solidFill>
                    <a:schemeClr val="tx1"/>
                  </a:solidFill>
                  <a:latin typeface="Times New Roman" panose="02020603050405020304" pitchFamily="18" charset="0"/>
                  <a:ea typeface="BatangChe" panose="02030609000101010101" pitchFamily="49" charset="-127"/>
                </a:rPr>
                <a:t>   </a:t>
              </a:r>
              <a:r>
                <a:rPr kumimoji="1" lang="en-US" altLang="zh-CN" sz="2800" u="none" dirty="0">
                  <a:solidFill>
                    <a:schemeClr val="tx1"/>
                  </a:solidFill>
                  <a:latin typeface="Times New Roman" panose="02020603050405020304" pitchFamily="18" charset="0"/>
                  <a:ea typeface="BatangChe" panose="02030609000101010101" pitchFamily="49" charset="-127"/>
                </a:rPr>
                <a:t>F </a:t>
              </a:r>
              <a:r>
                <a:rPr kumimoji="1" lang="en-US" altLang="zh-CN" sz="2800" u="none" dirty="0">
                  <a:solidFill>
                    <a:schemeClr val="tx1"/>
                  </a:solidFill>
                  <a:latin typeface="Times New Roman" panose="02020603050405020304" pitchFamily="18" charset="0"/>
                  <a:ea typeface="BatangChe" panose="02030609000101010101" pitchFamily="49" charset="-127"/>
                  <a:sym typeface="Symbol" panose="05050102010706020507" pitchFamily="18" charset="2"/>
                </a:rPr>
                <a:t> ，C  </a:t>
              </a:r>
            </a:p>
          </p:txBody>
        </p:sp>
        <p:sp>
          <p:nvSpPr>
            <p:cNvPr id="4" name="Text Box 10">
              <a:extLst>
                <a:ext uri="{FF2B5EF4-FFF2-40B4-BE49-F238E27FC236}">
                  <a16:creationId xmlns:a16="http://schemas.microsoft.com/office/drawing/2014/main" id="{AAF09FA3-2B50-4F29-9BD4-33C6276E9C9A}"/>
                </a:ext>
              </a:extLst>
            </p:cNvPr>
            <p:cNvSpPr txBox="1">
              <a:spLocks noChangeArrowheads="1"/>
            </p:cNvSpPr>
            <p:nvPr/>
          </p:nvSpPr>
          <p:spPr bwMode="auto">
            <a:xfrm>
              <a:off x="1493838" y="2004149"/>
              <a:ext cx="33575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buClr>
                  <a:schemeClr val="tx2"/>
                </a:buClr>
                <a:buSzPct val="90000"/>
                <a:buFont typeface="Symbol" panose="05050102010706020507" pitchFamily="18" charset="2"/>
                <a:buNone/>
              </a:pPr>
              <a:r>
                <a:rPr kumimoji="1" lang="zh-CN" altLang="en-US" sz="2800" u="none">
                  <a:solidFill>
                    <a:schemeClr val="tx1"/>
                  </a:solidFill>
                  <a:latin typeface="Times New Roman" panose="02020603050405020304" pitchFamily="18" charset="0"/>
                  <a:ea typeface="BatangChe" panose="02030609000101010101" pitchFamily="49" charset="-127"/>
                </a:rPr>
                <a:t>（2）   </a:t>
              </a:r>
              <a:r>
                <a:rPr kumimoji="1" lang="en-US" altLang="zh-CN" sz="2800" u="none">
                  <a:solidFill>
                    <a:schemeClr val="tx1"/>
                  </a:solidFill>
                  <a:latin typeface="Times New Roman" panose="02020603050405020304" pitchFamily="18" charset="0"/>
                  <a:ea typeface="BatangChe" panose="02030609000101010101" pitchFamily="49" charset="-127"/>
                </a:rPr>
                <a:t>F  </a:t>
              </a:r>
              <a:r>
                <a:rPr kumimoji="1" lang="zh-CN" altLang="en-US" sz="2800" u="none">
                  <a:solidFill>
                    <a:schemeClr val="tx1"/>
                  </a:solidFill>
                  <a:latin typeface="Times New Roman" panose="02020603050405020304" pitchFamily="18" charset="0"/>
                  <a:ea typeface="BatangChe" panose="02030609000101010101" pitchFamily="49" charset="-127"/>
                  <a:sym typeface="Symbol" panose="05050102010706020507" pitchFamily="18" charset="2"/>
                </a:rPr>
                <a:t>， </a:t>
              </a:r>
              <a:r>
                <a:rPr kumimoji="1" lang="en-US" altLang="zh-CN" sz="2800" u="none">
                  <a:solidFill>
                    <a:schemeClr val="tx1"/>
                  </a:solidFill>
                  <a:latin typeface="Times New Roman" panose="02020603050405020304" pitchFamily="18" charset="0"/>
                  <a:ea typeface="BatangChe" panose="02030609000101010101" pitchFamily="49" charset="-127"/>
                  <a:sym typeface="Symbol" panose="05050102010706020507" pitchFamily="18" charset="2"/>
                </a:rPr>
                <a:t>C  </a:t>
              </a:r>
              <a:r>
                <a:rPr kumimoji="1" lang="zh-CN" altLang="en-US" sz="2800" u="none">
                  <a:solidFill>
                    <a:schemeClr val="tx1"/>
                  </a:solidFill>
                  <a:latin typeface="Times New Roman" panose="02020603050405020304" pitchFamily="18" charset="0"/>
                  <a:ea typeface="BatangChe" panose="02030609000101010101" pitchFamily="49" charset="-127"/>
                  <a:sym typeface="Symbol" panose="05050102010706020507" pitchFamily="18" charset="2"/>
                </a:rPr>
                <a:t>  </a:t>
              </a:r>
            </a:p>
          </p:txBody>
        </p:sp>
        <p:sp>
          <p:nvSpPr>
            <p:cNvPr id="5" name="Text Box 11">
              <a:extLst>
                <a:ext uri="{FF2B5EF4-FFF2-40B4-BE49-F238E27FC236}">
                  <a16:creationId xmlns:a16="http://schemas.microsoft.com/office/drawing/2014/main" id="{CC567D42-2FF3-49EF-B77B-C5A9D8F49BE2}"/>
                </a:ext>
              </a:extLst>
            </p:cNvPr>
            <p:cNvSpPr txBox="1">
              <a:spLocks noChangeArrowheads="1"/>
            </p:cNvSpPr>
            <p:nvPr/>
          </p:nvSpPr>
          <p:spPr bwMode="auto">
            <a:xfrm>
              <a:off x="1500188" y="2529611"/>
              <a:ext cx="3276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2"/>
                </a:buClr>
                <a:buSzPct val="90000"/>
                <a:buFont typeface="Symbol" panose="05050102010706020507" pitchFamily="18" charset="2"/>
                <a:buNone/>
              </a:pPr>
              <a:r>
                <a:rPr kumimoji="1" lang="zh-CN" altLang="en-US" sz="2800" u="none">
                  <a:solidFill>
                    <a:schemeClr val="tx1"/>
                  </a:solidFill>
                  <a:latin typeface="Times New Roman" panose="02020603050405020304" pitchFamily="18" charset="0"/>
                  <a:ea typeface="BatangChe" panose="02030609000101010101" pitchFamily="49" charset="-127"/>
                </a:rPr>
                <a:t>（3）   </a:t>
              </a:r>
              <a:r>
                <a:rPr kumimoji="1" lang="en-US" altLang="zh-CN" sz="2800" u="none">
                  <a:solidFill>
                    <a:schemeClr val="tx1"/>
                  </a:solidFill>
                  <a:latin typeface="Times New Roman" panose="02020603050405020304" pitchFamily="18" charset="0"/>
                  <a:ea typeface="BatangChe" panose="02030609000101010101" pitchFamily="49" charset="-127"/>
                </a:rPr>
                <a:t>F  </a:t>
              </a:r>
              <a:r>
                <a:rPr kumimoji="1" lang="zh-CN" altLang="en-US" sz="2800" u="none">
                  <a:solidFill>
                    <a:schemeClr val="tx1"/>
                  </a:solidFill>
                  <a:latin typeface="Times New Roman" panose="02020603050405020304" pitchFamily="18" charset="0"/>
                  <a:ea typeface="BatangChe" panose="02030609000101010101" pitchFamily="49" charset="-127"/>
                  <a:sym typeface="Symbol" panose="05050102010706020507" pitchFamily="18" charset="2"/>
                </a:rPr>
                <a:t>，</a:t>
              </a:r>
              <a:r>
                <a:rPr kumimoji="1" lang="en-US" altLang="zh-CN" sz="2800" u="none">
                  <a:solidFill>
                    <a:schemeClr val="tx1"/>
                  </a:solidFill>
                  <a:latin typeface="Times New Roman" panose="02020603050405020304" pitchFamily="18" charset="0"/>
                  <a:ea typeface="BatangChe" panose="02030609000101010101" pitchFamily="49" charset="-127"/>
                  <a:sym typeface="Symbol" panose="05050102010706020507" pitchFamily="18" charset="2"/>
                </a:rPr>
                <a:t> C    </a:t>
              </a:r>
              <a:r>
                <a:rPr kumimoji="1" lang="zh-CN" altLang="en-US" sz="2800" u="none">
                  <a:solidFill>
                    <a:schemeClr val="tx1"/>
                  </a:solidFill>
                  <a:latin typeface="Times New Roman" panose="02020603050405020304" pitchFamily="18" charset="0"/>
                  <a:ea typeface="BatangChe" panose="02030609000101010101" pitchFamily="49" charset="-127"/>
                </a:rPr>
                <a:t> </a:t>
              </a:r>
            </a:p>
          </p:txBody>
        </p:sp>
        <p:sp>
          <p:nvSpPr>
            <p:cNvPr id="12" name="Text Box 12">
              <a:extLst>
                <a:ext uri="{FF2B5EF4-FFF2-40B4-BE49-F238E27FC236}">
                  <a16:creationId xmlns:a16="http://schemas.microsoft.com/office/drawing/2014/main" id="{9534B992-D456-4C72-B74C-E6E27E8B106D}"/>
                </a:ext>
              </a:extLst>
            </p:cNvPr>
            <p:cNvSpPr txBox="1">
              <a:spLocks noChangeArrowheads="1"/>
            </p:cNvSpPr>
            <p:nvPr/>
          </p:nvSpPr>
          <p:spPr bwMode="auto">
            <a:xfrm>
              <a:off x="1423988" y="3188424"/>
              <a:ext cx="33528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tx2"/>
                </a:buClr>
                <a:buSzPct val="90000"/>
                <a:buFont typeface="Symbol" panose="05050102010706020507" pitchFamily="18" charset="2"/>
                <a:buNone/>
              </a:pPr>
              <a:r>
                <a:rPr kumimoji="1" lang="zh-CN" altLang="en-US" sz="2800" u="none">
                  <a:solidFill>
                    <a:schemeClr val="tx1"/>
                  </a:solidFill>
                  <a:latin typeface="Times New Roman" panose="02020603050405020304" pitchFamily="18" charset="0"/>
                  <a:ea typeface="BatangChe" panose="02030609000101010101" pitchFamily="49" charset="-127"/>
                </a:rPr>
                <a:t> （4）   </a:t>
              </a:r>
              <a:r>
                <a:rPr kumimoji="1" lang="en-US" altLang="zh-CN" sz="2800" u="none">
                  <a:solidFill>
                    <a:schemeClr val="tx1"/>
                  </a:solidFill>
                  <a:latin typeface="Times New Roman" panose="02020603050405020304" pitchFamily="18" charset="0"/>
                  <a:ea typeface="BatangChe" panose="02030609000101010101" pitchFamily="49" charset="-127"/>
                  <a:sym typeface="Symbol" panose="05050102010706020507" pitchFamily="18" charset="2"/>
                </a:rPr>
                <a:t>C  </a:t>
              </a:r>
              <a:r>
                <a:rPr kumimoji="1" lang="zh-CN" altLang="en-US" sz="2800" u="none">
                  <a:solidFill>
                    <a:schemeClr val="tx1"/>
                  </a:solidFill>
                  <a:latin typeface="Times New Roman" panose="02020603050405020304" pitchFamily="18" charset="0"/>
                  <a:ea typeface="BatangChe" panose="02030609000101010101" pitchFamily="49" charset="-127"/>
                  <a:sym typeface="Symbol" panose="05050102010706020507" pitchFamily="18" charset="2"/>
                </a:rPr>
                <a:t>，</a:t>
              </a:r>
              <a:r>
                <a:rPr kumimoji="1" lang="en-US" altLang="zh-CN" sz="2800" u="none">
                  <a:solidFill>
                    <a:schemeClr val="tx1"/>
                  </a:solidFill>
                  <a:latin typeface="Times New Roman" panose="02020603050405020304" pitchFamily="18" charset="0"/>
                  <a:ea typeface="BatangChe" panose="02030609000101010101" pitchFamily="49" charset="-127"/>
                  <a:sym typeface="Symbol" panose="05050102010706020507" pitchFamily="18" charset="2"/>
                </a:rPr>
                <a:t> </a:t>
              </a:r>
              <a:r>
                <a:rPr kumimoji="1" lang="en-US" altLang="zh-CN" sz="2800" u="none">
                  <a:solidFill>
                    <a:schemeClr val="tx1"/>
                  </a:solidFill>
                  <a:latin typeface="Times New Roman" panose="02020603050405020304" pitchFamily="18" charset="0"/>
                  <a:ea typeface="BatangChe" panose="02030609000101010101" pitchFamily="49" charset="-127"/>
                </a:rPr>
                <a:t>F </a:t>
              </a:r>
              <a:r>
                <a:rPr kumimoji="1" lang="zh-CN" altLang="en-US" sz="2800" u="none">
                  <a:solidFill>
                    <a:schemeClr val="tx1"/>
                  </a:solidFill>
                  <a:latin typeface="Times New Roman" panose="02020603050405020304" pitchFamily="18" charset="0"/>
                  <a:ea typeface="BatangChe" panose="02030609000101010101" pitchFamily="49" charset="-127"/>
                  <a:sym typeface="Symbol" panose="05050102010706020507" pitchFamily="18" charset="2"/>
                </a:rPr>
                <a:t></a:t>
              </a:r>
            </a:p>
          </p:txBody>
        </p:sp>
        <p:sp>
          <p:nvSpPr>
            <p:cNvPr id="14" name="AutoShape 13">
              <a:extLst>
                <a:ext uri="{FF2B5EF4-FFF2-40B4-BE49-F238E27FC236}">
                  <a16:creationId xmlns:a16="http://schemas.microsoft.com/office/drawing/2014/main" id="{97A60CEB-F05F-4D22-B52F-49C034CACFF4}"/>
                </a:ext>
              </a:extLst>
            </p:cNvPr>
            <p:cNvSpPr>
              <a:spLocks noChangeArrowheads="1"/>
            </p:cNvSpPr>
            <p:nvPr/>
          </p:nvSpPr>
          <p:spPr bwMode="auto">
            <a:xfrm>
              <a:off x="4929188" y="1621561"/>
              <a:ext cx="533400" cy="134938"/>
            </a:xfrm>
            <a:prstGeom prst="rightArrow">
              <a:avLst>
                <a:gd name="adj1" fmla="val 50000"/>
                <a:gd name="adj2" fmla="val 9882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AutoShape 14">
              <a:extLst>
                <a:ext uri="{FF2B5EF4-FFF2-40B4-BE49-F238E27FC236}">
                  <a16:creationId xmlns:a16="http://schemas.microsoft.com/office/drawing/2014/main" id="{2464D964-2154-4F2C-8D82-D75A8F87315B}"/>
                </a:ext>
              </a:extLst>
            </p:cNvPr>
            <p:cNvSpPr>
              <a:spLocks noChangeArrowheads="1"/>
            </p:cNvSpPr>
            <p:nvPr/>
          </p:nvSpPr>
          <p:spPr bwMode="auto">
            <a:xfrm>
              <a:off x="4929188" y="2166074"/>
              <a:ext cx="533400" cy="136525"/>
            </a:xfrm>
            <a:prstGeom prst="rightArrow">
              <a:avLst>
                <a:gd name="adj1" fmla="val 50000"/>
                <a:gd name="adj2" fmla="val 97674"/>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AutoShape 15">
              <a:extLst>
                <a:ext uri="{FF2B5EF4-FFF2-40B4-BE49-F238E27FC236}">
                  <a16:creationId xmlns:a16="http://schemas.microsoft.com/office/drawing/2014/main" id="{DD79A6D5-C368-4E89-A6AE-1B9A5D97D987}"/>
                </a:ext>
              </a:extLst>
            </p:cNvPr>
            <p:cNvSpPr>
              <a:spLocks noChangeArrowheads="1"/>
            </p:cNvSpPr>
            <p:nvPr/>
          </p:nvSpPr>
          <p:spPr bwMode="auto">
            <a:xfrm>
              <a:off x="4914900" y="3256686"/>
              <a:ext cx="533400" cy="134938"/>
            </a:xfrm>
            <a:prstGeom prst="rightArrow">
              <a:avLst>
                <a:gd name="adj1" fmla="val 50000"/>
                <a:gd name="adj2" fmla="val 9882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AutoShape 16">
              <a:extLst>
                <a:ext uri="{FF2B5EF4-FFF2-40B4-BE49-F238E27FC236}">
                  <a16:creationId xmlns:a16="http://schemas.microsoft.com/office/drawing/2014/main" id="{BF1B6EA2-2921-48F2-A515-48E031A529E8}"/>
                </a:ext>
              </a:extLst>
            </p:cNvPr>
            <p:cNvSpPr>
              <a:spLocks noChangeArrowheads="1"/>
            </p:cNvSpPr>
            <p:nvPr/>
          </p:nvSpPr>
          <p:spPr bwMode="auto">
            <a:xfrm>
              <a:off x="4914900" y="3869461"/>
              <a:ext cx="533400" cy="136525"/>
            </a:xfrm>
            <a:prstGeom prst="rightArrow">
              <a:avLst>
                <a:gd name="adj1" fmla="val 50000"/>
                <a:gd name="adj2" fmla="val 97674"/>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Rectangle 17">
              <a:extLst>
                <a:ext uri="{FF2B5EF4-FFF2-40B4-BE49-F238E27FC236}">
                  <a16:creationId xmlns:a16="http://schemas.microsoft.com/office/drawing/2014/main" id="{F527FC19-5973-4265-B6DD-F37053244F5F}"/>
                </a:ext>
              </a:extLst>
            </p:cNvPr>
            <p:cNvSpPr>
              <a:spLocks noChangeArrowheads="1"/>
            </p:cNvSpPr>
            <p:nvPr/>
          </p:nvSpPr>
          <p:spPr bwMode="auto">
            <a:xfrm>
              <a:off x="5614988" y="3801199"/>
              <a:ext cx="7445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Tx/>
                <a:buFontTx/>
                <a:buNone/>
              </a:pPr>
              <a:r>
                <a:rPr kumimoji="1" lang="en-US" altLang="zh-CN" sz="2800" u="none">
                  <a:solidFill>
                    <a:schemeClr val="tx1"/>
                  </a:solidFill>
                  <a:latin typeface="Times New Roman" panose="02020603050405020304" pitchFamily="18" charset="0"/>
                  <a:ea typeface="BatangChe" panose="02030609000101010101" pitchFamily="49" charset="-127"/>
                  <a:sym typeface="Symbol" panose="05050102010706020507" pitchFamily="18" charset="2"/>
                </a:rPr>
                <a:t>V </a:t>
              </a:r>
              <a:endParaRPr kumimoji="1" lang="zh-CN" altLang="en-US" sz="2800" u="none">
                <a:solidFill>
                  <a:schemeClr val="tx1"/>
                </a:solidFill>
                <a:latin typeface="Times New Roman" panose="02020603050405020304" pitchFamily="18" charset="0"/>
                <a:ea typeface="BatangChe" panose="02030609000101010101" pitchFamily="49" charset="-127"/>
                <a:sym typeface="Symbol" panose="05050102010706020507" pitchFamily="18" charset="2"/>
              </a:endParaRPr>
            </a:p>
          </p:txBody>
        </p:sp>
        <p:sp>
          <p:nvSpPr>
            <p:cNvPr id="24" name="Rectangle 18">
              <a:extLst>
                <a:ext uri="{FF2B5EF4-FFF2-40B4-BE49-F238E27FC236}">
                  <a16:creationId xmlns:a16="http://schemas.microsoft.com/office/drawing/2014/main" id="{4915745A-B81F-4D1B-9F47-413A719A9034}"/>
                </a:ext>
              </a:extLst>
            </p:cNvPr>
            <p:cNvSpPr>
              <a:spLocks noChangeArrowheads="1"/>
            </p:cNvSpPr>
            <p:nvPr/>
          </p:nvSpPr>
          <p:spPr bwMode="auto">
            <a:xfrm>
              <a:off x="5672138" y="3191599"/>
              <a:ext cx="7445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ClrTx/>
                <a:buFontTx/>
                <a:buNone/>
              </a:pPr>
              <a:r>
                <a:rPr kumimoji="1" lang="en-US" altLang="zh-CN" sz="2800" u="none">
                  <a:solidFill>
                    <a:schemeClr val="tx1"/>
                  </a:solidFill>
                  <a:latin typeface="Times New Roman" panose="02020603050405020304" pitchFamily="18" charset="0"/>
                  <a:ea typeface="BatangChe" panose="02030609000101010101" pitchFamily="49" charset="-127"/>
                  <a:sym typeface="Symbol" panose="05050102010706020507" pitchFamily="18" charset="2"/>
                </a:rPr>
                <a:t>V </a:t>
              </a:r>
              <a:endParaRPr kumimoji="1" lang="zh-CN" altLang="en-US" sz="2800" u="none">
                <a:solidFill>
                  <a:schemeClr val="tx1"/>
                </a:solidFill>
                <a:latin typeface="Times New Roman" panose="02020603050405020304" pitchFamily="18" charset="0"/>
                <a:ea typeface="BatangChe" panose="02030609000101010101" pitchFamily="49" charset="-127"/>
                <a:sym typeface="Symbol" panose="05050102010706020507" pitchFamily="18" charset="2"/>
              </a:endParaRPr>
            </a:p>
          </p:txBody>
        </p:sp>
        <p:sp>
          <p:nvSpPr>
            <p:cNvPr id="26" name="Rectangle 19">
              <a:extLst>
                <a:ext uri="{FF2B5EF4-FFF2-40B4-BE49-F238E27FC236}">
                  <a16:creationId xmlns:a16="http://schemas.microsoft.com/office/drawing/2014/main" id="{8A6CABD1-5717-4F29-8D4A-C6FDEBEB084C}"/>
                </a:ext>
              </a:extLst>
            </p:cNvPr>
            <p:cNvSpPr>
              <a:spLocks noChangeArrowheads="1"/>
            </p:cNvSpPr>
            <p:nvPr/>
          </p:nvSpPr>
          <p:spPr bwMode="auto">
            <a:xfrm>
              <a:off x="5614988" y="1485036"/>
              <a:ext cx="7445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Tx/>
                <a:buFontTx/>
                <a:buNone/>
              </a:pPr>
              <a:r>
                <a:rPr kumimoji="1" lang="en-US" altLang="zh-CN" sz="2800" u="none">
                  <a:solidFill>
                    <a:schemeClr val="tx1"/>
                  </a:solidFill>
                  <a:latin typeface="Times New Roman" panose="02020603050405020304" pitchFamily="18" charset="0"/>
                  <a:ea typeface="BatangChe" panose="02030609000101010101" pitchFamily="49" charset="-127"/>
                  <a:sym typeface="Symbol" panose="05050102010706020507" pitchFamily="18" charset="2"/>
                </a:rPr>
                <a:t>V </a:t>
              </a:r>
              <a:endParaRPr kumimoji="1" lang="zh-CN" altLang="en-US" sz="2800" u="none">
                <a:solidFill>
                  <a:schemeClr val="tx1"/>
                </a:solidFill>
                <a:latin typeface="Times New Roman" panose="02020603050405020304" pitchFamily="18" charset="0"/>
                <a:ea typeface="BatangChe" panose="02030609000101010101" pitchFamily="49" charset="-127"/>
                <a:sym typeface="Symbol" panose="05050102010706020507" pitchFamily="18" charset="2"/>
              </a:endParaRPr>
            </a:p>
          </p:txBody>
        </p:sp>
        <p:sp>
          <p:nvSpPr>
            <p:cNvPr id="28" name="Rectangle 20">
              <a:extLst>
                <a:ext uri="{FF2B5EF4-FFF2-40B4-BE49-F238E27FC236}">
                  <a16:creationId xmlns:a16="http://schemas.microsoft.com/office/drawing/2014/main" id="{7ABA3051-11DA-47AD-BA62-27788C50B554}"/>
                </a:ext>
              </a:extLst>
            </p:cNvPr>
            <p:cNvSpPr>
              <a:spLocks noChangeArrowheads="1"/>
            </p:cNvSpPr>
            <p:nvPr/>
          </p:nvSpPr>
          <p:spPr bwMode="auto">
            <a:xfrm>
              <a:off x="1500188" y="3801199"/>
              <a:ext cx="316865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ClrTx/>
                <a:buFontTx/>
                <a:buNone/>
              </a:pPr>
              <a:r>
                <a:rPr kumimoji="1" lang="zh-CN" altLang="en-US" sz="2800" u="none">
                  <a:solidFill>
                    <a:schemeClr val="tx1"/>
                  </a:solidFill>
                  <a:latin typeface="Times New Roman" panose="02020603050405020304" pitchFamily="18" charset="0"/>
                  <a:ea typeface="BatangChe" panose="02030609000101010101" pitchFamily="49" charset="-127"/>
                </a:rPr>
                <a:t>（5）   </a:t>
              </a:r>
              <a:r>
                <a:rPr kumimoji="1" lang="en-US" altLang="zh-CN" sz="2800" u="none">
                  <a:solidFill>
                    <a:schemeClr val="tx1"/>
                  </a:solidFill>
                  <a:latin typeface="Times New Roman" panose="02020603050405020304" pitchFamily="18" charset="0"/>
                  <a:ea typeface="BatangChe" panose="02030609000101010101" pitchFamily="49" charset="-127"/>
                </a:rPr>
                <a:t>F  </a:t>
              </a:r>
              <a:r>
                <a:rPr kumimoji="1" lang="en-US" altLang="zh-CN" sz="2800" u="none">
                  <a:solidFill>
                    <a:schemeClr val="tx1"/>
                  </a:solidFill>
                  <a:latin typeface="Times New Roman" panose="02020603050405020304" pitchFamily="18" charset="0"/>
                  <a:ea typeface="BatangChe" panose="02030609000101010101" pitchFamily="49" charset="-127"/>
                  <a:sym typeface="Symbol" panose="05050102010706020507" pitchFamily="18" charset="2"/>
                </a:rPr>
                <a:t></a:t>
              </a:r>
              <a:r>
                <a:rPr kumimoji="1" lang="zh-CN" altLang="en-US" sz="2800" u="none">
                  <a:solidFill>
                    <a:schemeClr val="tx1"/>
                  </a:solidFill>
                  <a:latin typeface="Times New Roman" panose="02020603050405020304" pitchFamily="18" charset="0"/>
                  <a:ea typeface="BatangChe" panose="02030609000101010101" pitchFamily="49" charset="-127"/>
                  <a:sym typeface="Symbol" panose="05050102010706020507" pitchFamily="18" charset="2"/>
                </a:rPr>
                <a:t>，</a:t>
              </a:r>
              <a:r>
                <a:rPr kumimoji="1" lang="en-US" altLang="zh-CN" sz="2800" u="none">
                  <a:solidFill>
                    <a:schemeClr val="tx1"/>
                  </a:solidFill>
                  <a:latin typeface="Times New Roman" panose="02020603050405020304" pitchFamily="18" charset="0"/>
                  <a:ea typeface="BatangChe" panose="02030609000101010101" pitchFamily="49" charset="-127"/>
                  <a:sym typeface="Symbol" panose="05050102010706020507" pitchFamily="18" charset="2"/>
                </a:rPr>
                <a:t> C </a:t>
              </a:r>
              <a:endParaRPr kumimoji="1" lang="zh-CN" altLang="en-US" sz="2800" u="none">
                <a:solidFill>
                  <a:schemeClr val="tx1"/>
                </a:solidFill>
                <a:latin typeface="Times New Roman" panose="02020603050405020304" pitchFamily="18" charset="0"/>
                <a:ea typeface="BatangChe" panose="02030609000101010101" pitchFamily="49" charset="-127"/>
                <a:sym typeface="Symbol" panose="05050102010706020507" pitchFamily="18" charset="2"/>
              </a:endParaRPr>
            </a:p>
          </p:txBody>
        </p:sp>
        <p:sp>
          <p:nvSpPr>
            <p:cNvPr id="30" name="Rectangle 21">
              <a:extLst>
                <a:ext uri="{FF2B5EF4-FFF2-40B4-BE49-F238E27FC236}">
                  <a16:creationId xmlns:a16="http://schemas.microsoft.com/office/drawing/2014/main" id="{8BBDDCDD-1B9C-4E89-B924-4B6B21B1578C}"/>
                </a:ext>
              </a:extLst>
            </p:cNvPr>
            <p:cNvSpPr>
              <a:spLocks noChangeArrowheads="1"/>
            </p:cNvSpPr>
            <p:nvPr/>
          </p:nvSpPr>
          <p:spPr bwMode="auto">
            <a:xfrm>
              <a:off x="5614988" y="2099399"/>
              <a:ext cx="7445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ClrTx/>
                <a:buFontTx/>
                <a:buNone/>
              </a:pPr>
              <a:r>
                <a:rPr kumimoji="1" lang="en-US" altLang="zh-CN" sz="2800" u="none">
                  <a:solidFill>
                    <a:schemeClr val="tx1"/>
                  </a:solidFill>
                  <a:latin typeface="Times New Roman" panose="02020603050405020304" pitchFamily="18" charset="0"/>
                  <a:ea typeface="BatangChe" panose="02030609000101010101" pitchFamily="49" charset="-127"/>
                  <a:sym typeface="Symbol" panose="05050102010706020507" pitchFamily="18" charset="2"/>
                </a:rPr>
                <a:t>V </a:t>
              </a:r>
              <a:endParaRPr kumimoji="1" lang="zh-CN" altLang="en-US" sz="2800" u="none">
                <a:solidFill>
                  <a:schemeClr val="tx1"/>
                </a:solidFill>
                <a:latin typeface="Times New Roman" panose="02020603050405020304" pitchFamily="18" charset="0"/>
                <a:ea typeface="BatangChe" panose="02030609000101010101" pitchFamily="49" charset="-127"/>
                <a:sym typeface="Symbol" panose="05050102010706020507" pitchFamily="18" charset="2"/>
              </a:endParaRPr>
            </a:p>
          </p:txBody>
        </p:sp>
        <p:sp>
          <p:nvSpPr>
            <p:cNvPr id="32" name="Rectangle 22">
              <a:extLst>
                <a:ext uri="{FF2B5EF4-FFF2-40B4-BE49-F238E27FC236}">
                  <a16:creationId xmlns:a16="http://schemas.microsoft.com/office/drawing/2014/main" id="{B491DFBA-D751-4E5D-9A68-9200F914BB2C}"/>
                </a:ext>
              </a:extLst>
            </p:cNvPr>
            <p:cNvSpPr>
              <a:spLocks noChangeArrowheads="1"/>
            </p:cNvSpPr>
            <p:nvPr/>
          </p:nvSpPr>
          <p:spPr bwMode="auto">
            <a:xfrm>
              <a:off x="5614988" y="2642324"/>
              <a:ext cx="7445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ClrTx/>
                <a:buFontTx/>
                <a:buNone/>
              </a:pPr>
              <a:r>
                <a:rPr kumimoji="1" lang="en-US" altLang="zh-CN" sz="2800" u="none">
                  <a:solidFill>
                    <a:schemeClr val="tx1"/>
                  </a:solidFill>
                  <a:latin typeface="Times New Roman" panose="02020603050405020304" pitchFamily="18" charset="0"/>
                  <a:ea typeface="BatangChe" panose="02030609000101010101" pitchFamily="49" charset="-127"/>
                  <a:sym typeface="Symbol" panose="05050102010706020507" pitchFamily="18" charset="2"/>
                </a:rPr>
                <a:t>V </a:t>
              </a:r>
              <a:endParaRPr kumimoji="1" lang="zh-CN" altLang="en-US" sz="2800" u="none">
                <a:solidFill>
                  <a:schemeClr val="tx1"/>
                </a:solidFill>
                <a:latin typeface="Times New Roman" panose="02020603050405020304" pitchFamily="18" charset="0"/>
                <a:ea typeface="BatangChe" panose="02030609000101010101" pitchFamily="49" charset="-127"/>
                <a:sym typeface="Symbol" panose="05050102010706020507" pitchFamily="18" charset="2"/>
              </a:endParaRPr>
            </a:p>
          </p:txBody>
        </p:sp>
        <p:sp>
          <p:nvSpPr>
            <p:cNvPr id="40" name="AutoShape 23">
              <a:extLst>
                <a:ext uri="{FF2B5EF4-FFF2-40B4-BE49-F238E27FC236}">
                  <a16:creationId xmlns:a16="http://schemas.microsoft.com/office/drawing/2014/main" id="{0898D73C-D241-4E7C-865D-5A326BE397E6}"/>
                </a:ext>
              </a:extLst>
            </p:cNvPr>
            <p:cNvSpPr>
              <a:spLocks noChangeArrowheads="1"/>
            </p:cNvSpPr>
            <p:nvPr/>
          </p:nvSpPr>
          <p:spPr bwMode="auto">
            <a:xfrm>
              <a:off x="4929188" y="2710586"/>
              <a:ext cx="533400" cy="136525"/>
            </a:xfrm>
            <a:prstGeom prst="rightArrow">
              <a:avLst>
                <a:gd name="adj1" fmla="val 50000"/>
                <a:gd name="adj2" fmla="val 97674"/>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158763527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674678"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3.3 </a:t>
            </a:r>
            <a:r>
              <a:rPr lang="zh-CN" altLang="en-US" sz="2400" spc="300" dirty="0">
                <a:latin typeface="微软雅黑" panose="020B0503020204020204" pitchFamily="34" charset="-122"/>
                <a:ea typeface="微软雅黑" panose="020B0503020204020204" pitchFamily="34" charset="-122"/>
              </a:rPr>
              <a:t>软件成本与价值工程分析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为了实现这一目的，价值工程分析需要采取如下的措施来完成：</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sz="1700" dirty="0">
                <a:solidFill>
                  <a:srgbClr val="000000"/>
                </a:solidFill>
                <a:latin typeface="华文楷体" panose="02010600040101010101" pitchFamily="2" charset="-122"/>
                <a:ea typeface="华文楷体" panose="02010600040101010101" pitchFamily="2" charset="-122"/>
              </a:rPr>
              <a:t>）对所选定的分析对象的功能作正确的描述</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2</a:t>
            </a:r>
            <a:r>
              <a:rPr lang="zh-CN" altLang="en-US" sz="1700" dirty="0">
                <a:solidFill>
                  <a:srgbClr val="000000"/>
                </a:solidFill>
                <a:latin typeface="华文楷体" panose="02010600040101010101" pitchFamily="2" charset="-122"/>
                <a:ea typeface="华文楷体" panose="02010600040101010101" pitchFamily="2" charset="-122"/>
              </a:rPr>
              <a:t>）明确功能特性的具体需求</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3</a:t>
            </a:r>
            <a:r>
              <a:rPr lang="zh-CN" altLang="en-US" sz="1700" dirty="0">
                <a:solidFill>
                  <a:srgbClr val="000000"/>
                </a:solidFill>
                <a:latin typeface="华文楷体" panose="02010600040101010101" pitchFamily="2" charset="-122"/>
                <a:ea typeface="华文楷体" panose="02010600040101010101" pitchFamily="2" charset="-122"/>
              </a:rPr>
              <a:t>）通过去掉不合理的功能、合理选择辅助功能、强化基本功能、降低过剩功能和美学功能的水平等手段来达到降低成本，提高产品价值的目的。</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显然，采用上述各种措施的过程实质上是一种</a:t>
            </a:r>
            <a:r>
              <a:rPr lang="zh-CN" altLang="en-US" sz="1700" b="1" dirty="0">
                <a:solidFill>
                  <a:srgbClr val="FF0000"/>
                </a:solidFill>
                <a:latin typeface="华文楷体" panose="02010600040101010101" pitchFamily="2" charset="-122"/>
                <a:ea typeface="华文楷体" panose="02010600040101010101" pitchFamily="2" charset="-122"/>
              </a:rPr>
              <a:t>创造性</a:t>
            </a:r>
            <a:r>
              <a:rPr lang="zh-CN" altLang="en-US" sz="1700" dirty="0">
                <a:solidFill>
                  <a:srgbClr val="000000"/>
                </a:solidFill>
                <a:latin typeface="华文楷体" panose="02010600040101010101" pitchFamily="2" charset="-122"/>
                <a:ea typeface="华文楷体" panose="02010600040101010101" pitchFamily="2" charset="-122"/>
              </a:rPr>
              <a:t>的</a:t>
            </a:r>
            <a:r>
              <a:rPr lang="zh-CN" altLang="en-US" sz="1700" b="1" dirty="0">
                <a:solidFill>
                  <a:srgbClr val="FF0000"/>
                </a:solidFill>
                <a:latin typeface="华文楷体" panose="02010600040101010101" pitchFamily="2" charset="-122"/>
                <a:ea typeface="华文楷体" panose="02010600040101010101" pitchFamily="2" charset="-122"/>
              </a:rPr>
              <a:t>思维活动过程</a:t>
            </a:r>
            <a:r>
              <a:rPr lang="zh-CN" altLang="en-US" sz="1700" dirty="0">
                <a:solidFill>
                  <a:srgbClr val="000000"/>
                </a:solidFill>
                <a:latin typeface="华文楷体" panose="02010600040101010101" pitchFamily="2" charset="-122"/>
                <a:ea typeface="华文楷体" panose="02010600040101010101" pitchFamily="2" charset="-122"/>
              </a:rPr>
              <a:t>，它只有通过有组织的</a:t>
            </a:r>
            <a:r>
              <a:rPr lang="zh-CN" altLang="en-US" sz="1700" b="1" dirty="0">
                <a:solidFill>
                  <a:srgbClr val="FF0000"/>
                </a:solidFill>
                <a:latin typeface="华文楷体" panose="02010600040101010101" pitchFamily="2" charset="-122"/>
                <a:ea typeface="华文楷体" panose="02010600040101010101" pitchFamily="2" charset="-122"/>
              </a:rPr>
              <a:t>团队</a:t>
            </a:r>
            <a:r>
              <a:rPr lang="zh-CN" altLang="en-US" sz="1700" dirty="0">
                <a:solidFill>
                  <a:srgbClr val="000000"/>
                </a:solidFill>
                <a:latin typeface="华文楷体" panose="02010600040101010101" pitchFamily="2" charset="-122"/>
                <a:ea typeface="华文楷体" panose="02010600040101010101" pitchFamily="2" charset="-122"/>
              </a:rPr>
              <a:t>（价值工程分析小组）的有序的积极工作，才能取得成效。有关价值工程分析的创新过程详见图</a:t>
            </a:r>
            <a:r>
              <a:rPr lang="en-US" altLang="zh-CN" sz="1700" dirty="0">
                <a:solidFill>
                  <a:srgbClr val="000000"/>
                </a:solidFill>
                <a:latin typeface="华文楷体" panose="02010600040101010101" pitchFamily="2" charset="-122"/>
                <a:ea typeface="华文楷体" panose="02010600040101010101" pitchFamily="2" charset="-122"/>
              </a:rPr>
              <a:t>3.9</a:t>
            </a:r>
            <a:r>
              <a:rPr lang="zh-CN" altLang="en-US" sz="1700" dirty="0">
                <a:solidFill>
                  <a:srgbClr val="000000"/>
                </a:solidFill>
                <a:latin typeface="华文楷体" panose="02010600040101010101" pitchFamily="2" charset="-122"/>
                <a:ea typeface="华文楷体" panose="02010600040101010101" pitchFamily="2" charset="-122"/>
              </a:rPr>
              <a:t>。</a:t>
            </a:r>
          </a:p>
        </p:txBody>
      </p:sp>
    </p:spTree>
    <p:extLst>
      <p:ext uri="{BB962C8B-B14F-4D97-AF65-F5344CB8AC3E}">
        <p14:creationId xmlns:p14="http://schemas.microsoft.com/office/powerpoint/2010/main" val="23108221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674678"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3.3 </a:t>
            </a:r>
            <a:r>
              <a:rPr lang="zh-CN" altLang="en-US" sz="2400" spc="300" dirty="0">
                <a:latin typeface="微软雅黑" panose="020B0503020204020204" pitchFamily="34" charset="-122"/>
                <a:ea typeface="微软雅黑" panose="020B0503020204020204" pitchFamily="34" charset="-122"/>
              </a:rPr>
              <a:t>软件成本与价值工程分析</a:t>
            </a:r>
          </a:p>
        </p:txBody>
      </p:sp>
      <p:pic>
        <p:nvPicPr>
          <p:cNvPr id="3" name="Picture 2">
            <a:extLst>
              <a:ext uri="{FF2B5EF4-FFF2-40B4-BE49-F238E27FC236}">
                <a16:creationId xmlns:a16="http://schemas.microsoft.com/office/drawing/2014/main" id="{99EEF0BF-ACDC-41CB-BA0A-316953F0DF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899" r="35431"/>
          <a:stretch>
            <a:fillRect/>
          </a:stretch>
        </p:blipFill>
        <p:spPr bwMode="auto">
          <a:xfrm>
            <a:off x="2686051" y="650582"/>
            <a:ext cx="3289614" cy="4502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77051088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08449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 价值工程分析过程</a:t>
            </a:r>
          </a:p>
        </p:txBody>
      </p:sp>
      <p:graphicFrame>
        <p:nvGraphicFramePr>
          <p:cNvPr id="8" name="Group 34">
            <a:extLst>
              <a:ext uri="{FF2B5EF4-FFF2-40B4-BE49-F238E27FC236}">
                <a16:creationId xmlns:a16="http://schemas.microsoft.com/office/drawing/2014/main" id="{1F0BAADB-399E-4351-8E53-C13ABC8977EA}"/>
              </a:ext>
            </a:extLst>
          </p:cNvPr>
          <p:cNvGraphicFramePr>
            <a:graphicFrameLocks/>
          </p:cNvGraphicFramePr>
          <p:nvPr>
            <p:extLst>
              <p:ext uri="{D42A27DB-BD31-4B8C-83A1-F6EECF244321}">
                <p14:modId xmlns:p14="http://schemas.microsoft.com/office/powerpoint/2010/main" val="2418758794"/>
              </p:ext>
            </p:extLst>
          </p:nvPr>
        </p:nvGraphicFramePr>
        <p:xfrm>
          <a:off x="515257" y="845560"/>
          <a:ext cx="8301037" cy="4005840"/>
        </p:xfrm>
        <a:graphic>
          <a:graphicData uri="http://schemas.openxmlformats.org/drawingml/2006/table">
            <a:tbl>
              <a:tblPr/>
              <a:tblGrid>
                <a:gridCol w="1720850">
                  <a:extLst>
                    <a:ext uri="{9D8B030D-6E8A-4147-A177-3AD203B41FA5}">
                      <a16:colId xmlns:a16="http://schemas.microsoft.com/office/drawing/2014/main" val="3792647176"/>
                    </a:ext>
                  </a:extLst>
                </a:gridCol>
                <a:gridCol w="3140075">
                  <a:extLst>
                    <a:ext uri="{9D8B030D-6E8A-4147-A177-3AD203B41FA5}">
                      <a16:colId xmlns:a16="http://schemas.microsoft.com/office/drawing/2014/main" val="2693644269"/>
                    </a:ext>
                  </a:extLst>
                </a:gridCol>
                <a:gridCol w="3440112">
                  <a:extLst>
                    <a:ext uri="{9D8B030D-6E8A-4147-A177-3AD203B41FA5}">
                      <a16:colId xmlns:a16="http://schemas.microsoft.com/office/drawing/2014/main" val="2528857145"/>
                    </a:ext>
                  </a:extLst>
                </a:gridCol>
              </a:tblGrid>
              <a:tr h="366713">
                <a:tc>
                  <a:txBody>
                    <a:bodyPr/>
                    <a:lstStyle>
                      <a:lvl1pPr>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a:spcBef>
                          <a:spcPct val="20000"/>
                        </a:spcBef>
                        <a:defRPr b="1">
                          <a:solidFill>
                            <a:schemeClr val="tx1"/>
                          </a:solidFill>
                          <a:latin typeface="宋体" panose="02010600030101010101" pitchFamily="2" charset="-122"/>
                          <a:ea typeface="宋体" panose="02010600030101010101" pitchFamily="2" charset="-122"/>
                        </a:defRPr>
                      </a:lvl4pPr>
                      <a:lvl5pPr>
                        <a:spcBef>
                          <a:spcPct val="20000"/>
                        </a:spcBef>
                        <a:defRPr b="1">
                          <a:solidFill>
                            <a:schemeClr val="tx1"/>
                          </a:solidFill>
                          <a:latin typeface="宋体" panose="02010600030101010101" pitchFamily="2" charset="-122"/>
                          <a:ea typeface="宋体" panose="02010600030101010101" pitchFamily="2" charset="-122"/>
                        </a:defRPr>
                      </a:lvl5pPr>
                      <a:lvl6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阶    段</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a:spcBef>
                          <a:spcPct val="20000"/>
                        </a:spcBef>
                        <a:defRPr b="1">
                          <a:solidFill>
                            <a:schemeClr val="tx1"/>
                          </a:solidFill>
                          <a:latin typeface="宋体" panose="02010600030101010101" pitchFamily="2" charset="-122"/>
                          <a:ea typeface="宋体" panose="02010600030101010101" pitchFamily="2" charset="-122"/>
                        </a:defRPr>
                      </a:lvl4pPr>
                      <a:lvl5pPr>
                        <a:spcBef>
                          <a:spcPct val="20000"/>
                        </a:spcBef>
                        <a:defRPr b="1">
                          <a:solidFill>
                            <a:schemeClr val="tx1"/>
                          </a:solidFill>
                          <a:latin typeface="宋体" panose="02010600030101010101" pitchFamily="2" charset="-122"/>
                          <a:ea typeface="宋体" panose="02010600030101010101" pitchFamily="2" charset="-122"/>
                        </a:defRPr>
                      </a:lvl5pPr>
                      <a:lvl6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r>
                        <a:rPr kumimoji="0"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步        骤</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a:spcBef>
                          <a:spcPct val="20000"/>
                        </a:spcBef>
                        <a:defRPr b="1">
                          <a:solidFill>
                            <a:schemeClr val="tx1"/>
                          </a:solidFill>
                          <a:latin typeface="宋体" panose="02010600030101010101" pitchFamily="2" charset="-122"/>
                          <a:ea typeface="宋体" panose="02010600030101010101" pitchFamily="2" charset="-122"/>
                        </a:defRPr>
                      </a:lvl4pPr>
                      <a:lvl5pPr>
                        <a:spcBef>
                          <a:spcPct val="20000"/>
                        </a:spcBef>
                        <a:defRPr b="1">
                          <a:solidFill>
                            <a:schemeClr val="tx1"/>
                          </a:solidFill>
                          <a:latin typeface="宋体" panose="02010600030101010101" pitchFamily="2" charset="-122"/>
                          <a:ea typeface="宋体" panose="02010600030101010101" pitchFamily="2" charset="-122"/>
                        </a:defRPr>
                      </a:lvl5pPr>
                      <a:lvl6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应回答的问题</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835912978"/>
                  </a:ext>
                </a:extLst>
              </a:tr>
              <a:tr h="832427">
                <a:tc>
                  <a:txBody>
                    <a:bodyPr/>
                    <a:lstStyle>
                      <a:lvl1pPr>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a:spcBef>
                          <a:spcPct val="20000"/>
                        </a:spcBef>
                        <a:defRPr b="1">
                          <a:solidFill>
                            <a:schemeClr val="tx1"/>
                          </a:solidFill>
                          <a:latin typeface="宋体" panose="02010600030101010101" pitchFamily="2" charset="-122"/>
                          <a:ea typeface="宋体" panose="02010600030101010101" pitchFamily="2" charset="-122"/>
                        </a:defRPr>
                      </a:lvl4pPr>
                      <a:lvl5pPr>
                        <a:spcBef>
                          <a:spcPct val="20000"/>
                        </a:spcBef>
                        <a:defRPr b="1">
                          <a:solidFill>
                            <a:schemeClr val="tx1"/>
                          </a:solidFill>
                          <a:latin typeface="宋体" panose="02010600030101010101" pitchFamily="2" charset="-122"/>
                          <a:ea typeface="宋体" panose="02010600030101010101" pitchFamily="2" charset="-122"/>
                        </a:defRPr>
                      </a:lvl5pPr>
                      <a:lvl6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endParaRPr kumimoji="0"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r>
                        <a:rPr kumimoji="0"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准备阶段</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a:spcBef>
                          <a:spcPct val="20000"/>
                        </a:spcBef>
                        <a:defRPr b="1">
                          <a:solidFill>
                            <a:schemeClr val="tx1"/>
                          </a:solidFill>
                          <a:latin typeface="宋体" panose="02010600030101010101" pitchFamily="2" charset="-122"/>
                          <a:ea typeface="宋体" panose="02010600030101010101" pitchFamily="2" charset="-122"/>
                        </a:defRPr>
                      </a:lvl4pPr>
                      <a:lvl5pPr>
                        <a:spcBef>
                          <a:spcPct val="20000"/>
                        </a:spcBef>
                        <a:defRPr b="1">
                          <a:solidFill>
                            <a:schemeClr val="tx1"/>
                          </a:solidFill>
                          <a:latin typeface="宋体" panose="02010600030101010101" pitchFamily="2" charset="-122"/>
                          <a:ea typeface="宋体" panose="02010600030101010101" pitchFamily="2" charset="-122"/>
                        </a:defRPr>
                      </a:lvl5pPr>
                      <a:lvl6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1.</a:t>
                      </a:r>
                      <a:r>
                        <a:rPr kumimoji="0" lang="zh-CN" altLang="en-US" sz="1400" b="1" i="0" u="none" strike="noStrike" cap="none" normalizeH="0" baseline="0">
                          <a:ln>
                            <a:noFill/>
                          </a:ln>
                          <a:solidFill>
                            <a:srgbClr val="C107B8"/>
                          </a:solidFill>
                          <a:effectLst/>
                          <a:latin typeface="宋体" panose="02010600030101010101" pitchFamily="2" charset="-122"/>
                          <a:ea typeface="宋体" panose="02010600030101010101" pitchFamily="2" charset="-122"/>
                        </a:rPr>
                        <a:t>对象选择</a:t>
                      </a:r>
                    </a:p>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2</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组成价值工程小组</a:t>
                      </a:r>
                    </a:p>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3.制定工作计划</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a:spcBef>
                          <a:spcPct val="20000"/>
                        </a:spcBef>
                        <a:defRPr b="1">
                          <a:solidFill>
                            <a:schemeClr val="tx1"/>
                          </a:solidFill>
                          <a:latin typeface="宋体" panose="02010600030101010101" pitchFamily="2" charset="-122"/>
                          <a:ea typeface="宋体" panose="02010600030101010101" pitchFamily="2" charset="-122"/>
                        </a:defRPr>
                      </a:lvl4pPr>
                      <a:lvl5pPr>
                        <a:spcBef>
                          <a:spcPct val="20000"/>
                        </a:spcBef>
                        <a:defRPr b="1">
                          <a:solidFill>
                            <a:schemeClr val="tx1"/>
                          </a:solidFill>
                          <a:latin typeface="宋体" panose="02010600030101010101" pitchFamily="2" charset="-122"/>
                          <a:ea typeface="宋体" panose="02010600030101010101" pitchFamily="2" charset="-122"/>
                        </a:defRPr>
                      </a:lvl5pPr>
                      <a:lvl6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VE</a:t>
                      </a: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对象是什么?</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394694281"/>
                  </a:ext>
                </a:extLst>
              </a:tr>
              <a:tr h="845127">
                <a:tc>
                  <a:txBody>
                    <a:bodyPr/>
                    <a:lstStyle>
                      <a:lvl1pPr>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a:spcBef>
                          <a:spcPct val="20000"/>
                        </a:spcBef>
                        <a:defRPr b="1">
                          <a:solidFill>
                            <a:schemeClr val="tx1"/>
                          </a:solidFill>
                          <a:latin typeface="宋体" panose="02010600030101010101" pitchFamily="2" charset="-122"/>
                          <a:ea typeface="宋体" panose="02010600030101010101" pitchFamily="2" charset="-122"/>
                        </a:defRPr>
                      </a:lvl4pPr>
                      <a:lvl5pPr>
                        <a:spcBef>
                          <a:spcPct val="20000"/>
                        </a:spcBef>
                        <a:defRPr b="1">
                          <a:solidFill>
                            <a:schemeClr val="tx1"/>
                          </a:solidFill>
                          <a:latin typeface="宋体" panose="02010600030101010101" pitchFamily="2" charset="-122"/>
                          <a:ea typeface="宋体" panose="02010600030101010101" pitchFamily="2" charset="-122"/>
                        </a:defRPr>
                      </a:lvl5pPr>
                      <a:lvl6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分析阶段</a:t>
                      </a:r>
                    </a:p>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a:spcBef>
                          <a:spcPct val="20000"/>
                        </a:spcBef>
                        <a:defRPr b="1">
                          <a:solidFill>
                            <a:schemeClr val="tx1"/>
                          </a:solidFill>
                          <a:latin typeface="宋体" panose="02010600030101010101" pitchFamily="2" charset="-122"/>
                          <a:ea typeface="宋体" panose="02010600030101010101" pitchFamily="2" charset="-122"/>
                        </a:defRPr>
                      </a:lvl4pPr>
                      <a:lvl5pPr>
                        <a:spcBef>
                          <a:spcPct val="20000"/>
                        </a:spcBef>
                        <a:defRPr b="1">
                          <a:solidFill>
                            <a:schemeClr val="tx1"/>
                          </a:solidFill>
                          <a:latin typeface="宋体" panose="02010600030101010101" pitchFamily="2" charset="-122"/>
                          <a:ea typeface="宋体" panose="02010600030101010101" pitchFamily="2" charset="-122"/>
                        </a:defRPr>
                      </a:lvl5pPr>
                      <a:lvl6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r>
                        <a:rPr kumimoji="0"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4.</a:t>
                      </a:r>
                      <a:r>
                        <a:rPr kumimoji="0" lang="zh-CN" altLang="en-US" sz="1400" b="1" i="0" u="none" strike="noStrike" cap="none" normalizeH="0" baseline="0" dirty="0">
                          <a:ln>
                            <a:noFill/>
                          </a:ln>
                          <a:solidFill>
                            <a:srgbClr val="C107B8"/>
                          </a:solidFill>
                          <a:effectLst/>
                          <a:latin typeface="宋体" panose="02010600030101010101" pitchFamily="2" charset="-122"/>
                          <a:ea typeface="宋体" panose="02010600030101010101" pitchFamily="2" charset="-122"/>
                        </a:rPr>
                        <a:t>搜集整理信息资料</a:t>
                      </a:r>
                    </a:p>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r>
                        <a:rPr kumimoji="0"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5.</a:t>
                      </a:r>
                      <a:r>
                        <a:rPr kumimoji="0" lang="zh-CN" altLang="en-US" sz="1400" b="1" i="0" u="none" strike="noStrike" cap="none" normalizeH="0" baseline="0" dirty="0">
                          <a:ln>
                            <a:noFill/>
                          </a:ln>
                          <a:solidFill>
                            <a:srgbClr val="C107B8"/>
                          </a:solidFill>
                          <a:effectLst/>
                          <a:latin typeface="宋体" panose="02010600030101010101" pitchFamily="2" charset="-122"/>
                          <a:ea typeface="宋体" panose="02010600030101010101" pitchFamily="2" charset="-122"/>
                        </a:rPr>
                        <a:t>功能系统分析</a:t>
                      </a:r>
                    </a:p>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r>
                        <a:rPr kumimoji="0"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6.</a:t>
                      </a:r>
                      <a:r>
                        <a:rPr kumimoji="0" lang="zh-CN" altLang="en-US" sz="1400" b="1" i="0" u="none" strike="noStrike" cap="none" normalizeH="0" baseline="0" dirty="0">
                          <a:ln>
                            <a:noFill/>
                          </a:ln>
                          <a:solidFill>
                            <a:srgbClr val="C107B8"/>
                          </a:solidFill>
                          <a:effectLst/>
                          <a:latin typeface="宋体" panose="02010600030101010101" pitchFamily="2" charset="-122"/>
                          <a:ea typeface="宋体" panose="02010600030101010101" pitchFamily="2" charset="-122"/>
                        </a:rPr>
                        <a:t>功能评价</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a:spcBef>
                          <a:spcPct val="20000"/>
                        </a:spcBef>
                        <a:defRPr b="1">
                          <a:solidFill>
                            <a:schemeClr val="tx1"/>
                          </a:solidFill>
                          <a:latin typeface="宋体" panose="02010600030101010101" pitchFamily="2" charset="-122"/>
                          <a:ea typeface="宋体" panose="02010600030101010101" pitchFamily="2" charset="-122"/>
                        </a:defRPr>
                      </a:lvl4pPr>
                      <a:lvl5pPr>
                        <a:spcBef>
                          <a:spcPct val="20000"/>
                        </a:spcBef>
                        <a:defRPr b="1">
                          <a:solidFill>
                            <a:schemeClr val="tx1"/>
                          </a:solidFill>
                          <a:latin typeface="宋体" panose="02010600030101010101" pitchFamily="2" charset="-122"/>
                          <a:ea typeface="宋体" panose="02010600030101010101" pitchFamily="2" charset="-122"/>
                        </a:defRPr>
                      </a:lvl5pPr>
                      <a:lvl6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endParaRPr kumimoji="0"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r>
                        <a:rPr kumimoji="0"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该对象的用途是什么?</a:t>
                      </a:r>
                    </a:p>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r>
                        <a:rPr kumimoji="0"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成本和价值是多少?</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22631211"/>
                  </a:ext>
                </a:extLst>
              </a:tr>
              <a:tr h="856673">
                <a:tc>
                  <a:txBody>
                    <a:bodyPr/>
                    <a:lstStyle>
                      <a:lvl1pPr>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a:spcBef>
                          <a:spcPct val="20000"/>
                        </a:spcBef>
                        <a:defRPr b="1">
                          <a:solidFill>
                            <a:schemeClr val="tx1"/>
                          </a:solidFill>
                          <a:latin typeface="宋体" panose="02010600030101010101" pitchFamily="2" charset="-122"/>
                          <a:ea typeface="宋体" panose="02010600030101010101" pitchFamily="2" charset="-122"/>
                        </a:defRPr>
                      </a:lvl4pPr>
                      <a:lvl5pPr>
                        <a:spcBef>
                          <a:spcPct val="20000"/>
                        </a:spcBef>
                        <a:defRPr b="1">
                          <a:solidFill>
                            <a:schemeClr val="tx1"/>
                          </a:solidFill>
                          <a:latin typeface="宋体" panose="02010600030101010101" pitchFamily="2" charset="-122"/>
                          <a:ea typeface="宋体" panose="02010600030101010101" pitchFamily="2" charset="-122"/>
                        </a:defRPr>
                      </a:lvl5pPr>
                      <a:lvl6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创新阶段</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a:spcBef>
                          <a:spcPct val="20000"/>
                        </a:spcBef>
                        <a:defRPr b="1">
                          <a:solidFill>
                            <a:schemeClr val="tx1"/>
                          </a:solidFill>
                          <a:latin typeface="宋体" panose="02010600030101010101" pitchFamily="2" charset="-122"/>
                          <a:ea typeface="宋体" panose="02010600030101010101" pitchFamily="2" charset="-122"/>
                        </a:defRPr>
                      </a:lvl4pPr>
                      <a:lvl5pPr>
                        <a:spcBef>
                          <a:spcPct val="20000"/>
                        </a:spcBef>
                        <a:defRPr b="1">
                          <a:solidFill>
                            <a:schemeClr val="tx1"/>
                          </a:solidFill>
                          <a:latin typeface="宋体" panose="02010600030101010101" pitchFamily="2" charset="-122"/>
                          <a:ea typeface="宋体" panose="02010600030101010101" pitchFamily="2" charset="-122"/>
                        </a:defRPr>
                      </a:lvl5pPr>
                      <a:lvl6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r>
                        <a:rPr kumimoji="0"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7.</a:t>
                      </a:r>
                      <a:r>
                        <a:rPr kumimoji="0" lang="zh-CN" altLang="en-US" sz="1400" b="1" i="0" u="none" strike="noStrike" cap="none" normalizeH="0" baseline="0" dirty="0">
                          <a:ln>
                            <a:noFill/>
                          </a:ln>
                          <a:solidFill>
                            <a:srgbClr val="C107B8"/>
                          </a:solidFill>
                          <a:effectLst/>
                          <a:latin typeface="宋体" panose="02010600030101010101" pitchFamily="2" charset="-122"/>
                          <a:ea typeface="宋体" panose="02010600030101010101" pitchFamily="2" charset="-122"/>
                        </a:rPr>
                        <a:t>方案创新</a:t>
                      </a:r>
                    </a:p>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r>
                        <a:rPr kumimoji="0"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8.</a:t>
                      </a:r>
                      <a:r>
                        <a:rPr kumimoji="0" lang="zh-CN" altLang="en-US" sz="1400" b="1" i="0" u="none" strike="noStrike" cap="none" normalizeH="0" baseline="0" dirty="0">
                          <a:ln>
                            <a:noFill/>
                          </a:ln>
                          <a:solidFill>
                            <a:srgbClr val="C107B8"/>
                          </a:solidFill>
                          <a:effectLst/>
                          <a:latin typeface="宋体" panose="02010600030101010101" pitchFamily="2" charset="-122"/>
                          <a:ea typeface="宋体" panose="02010600030101010101" pitchFamily="2" charset="-122"/>
                        </a:rPr>
                        <a:t>方案评价</a:t>
                      </a:r>
                    </a:p>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r>
                        <a:rPr kumimoji="0"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9.提案编写</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a:spcBef>
                          <a:spcPct val="20000"/>
                        </a:spcBef>
                        <a:defRPr b="1">
                          <a:solidFill>
                            <a:schemeClr val="tx1"/>
                          </a:solidFill>
                          <a:latin typeface="宋体" panose="02010600030101010101" pitchFamily="2" charset="-122"/>
                          <a:ea typeface="宋体" panose="02010600030101010101" pitchFamily="2" charset="-122"/>
                        </a:defRPr>
                      </a:lvl4pPr>
                      <a:lvl5pPr>
                        <a:spcBef>
                          <a:spcPct val="20000"/>
                        </a:spcBef>
                        <a:defRPr b="1">
                          <a:solidFill>
                            <a:schemeClr val="tx1"/>
                          </a:solidFill>
                          <a:latin typeface="宋体" panose="02010600030101010101" pitchFamily="2" charset="-122"/>
                          <a:ea typeface="宋体" panose="02010600030101010101" pitchFamily="2" charset="-122"/>
                        </a:defRPr>
                      </a:lvl5pPr>
                      <a:lvl6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是否有替代方案?</a:t>
                      </a:r>
                    </a:p>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新方案的成本是多少?</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04182865"/>
                  </a:ext>
                </a:extLst>
              </a:tr>
              <a:tr h="1104900">
                <a:tc>
                  <a:txBody>
                    <a:bodyPr/>
                    <a:lstStyle>
                      <a:lvl1pPr>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a:spcBef>
                          <a:spcPct val="20000"/>
                        </a:spcBef>
                        <a:defRPr b="1">
                          <a:solidFill>
                            <a:schemeClr val="tx1"/>
                          </a:solidFill>
                          <a:latin typeface="宋体" panose="02010600030101010101" pitchFamily="2" charset="-122"/>
                          <a:ea typeface="宋体" panose="02010600030101010101" pitchFamily="2" charset="-122"/>
                        </a:defRPr>
                      </a:lvl4pPr>
                      <a:lvl5pPr>
                        <a:spcBef>
                          <a:spcPct val="20000"/>
                        </a:spcBef>
                        <a:defRPr b="1">
                          <a:solidFill>
                            <a:schemeClr val="tx1"/>
                          </a:solidFill>
                          <a:latin typeface="宋体" panose="02010600030101010101" pitchFamily="2" charset="-122"/>
                          <a:ea typeface="宋体" panose="02010600030101010101" pitchFamily="2" charset="-122"/>
                        </a:defRPr>
                      </a:lvl5pPr>
                      <a:lvl6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p>
                      <a:pPr marL="0" marR="0" lvl="0" indent="0" algn="ctr"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实施阶段</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a:spcBef>
                          <a:spcPct val="20000"/>
                        </a:spcBef>
                        <a:defRPr b="1">
                          <a:solidFill>
                            <a:schemeClr val="tx1"/>
                          </a:solidFill>
                          <a:latin typeface="宋体" panose="02010600030101010101" pitchFamily="2" charset="-122"/>
                          <a:ea typeface="宋体" panose="02010600030101010101" pitchFamily="2" charset="-122"/>
                        </a:defRPr>
                      </a:lvl4pPr>
                      <a:lvl5pPr>
                        <a:spcBef>
                          <a:spcPct val="20000"/>
                        </a:spcBef>
                        <a:defRPr b="1">
                          <a:solidFill>
                            <a:schemeClr val="tx1"/>
                          </a:solidFill>
                          <a:latin typeface="宋体" panose="02010600030101010101" pitchFamily="2" charset="-122"/>
                          <a:ea typeface="宋体" panose="02010600030101010101" pitchFamily="2" charset="-122"/>
                        </a:defRPr>
                      </a:lvl5pPr>
                      <a:lvl6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r>
                        <a:rPr kumimoji="0"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10.审批</a:t>
                      </a:r>
                    </a:p>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r>
                        <a:rPr kumimoji="0"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11.实施与检查</a:t>
                      </a:r>
                    </a:p>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r>
                        <a:rPr kumimoji="0"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12.成果鉴定</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a:spcBef>
                          <a:spcPct val="20000"/>
                        </a:spcBef>
                        <a:defRPr b="1">
                          <a:solidFill>
                            <a:schemeClr val="tx1"/>
                          </a:solidFill>
                          <a:latin typeface="宋体" panose="02010600030101010101" pitchFamily="2" charset="-122"/>
                          <a:ea typeface="宋体" panose="02010600030101010101" pitchFamily="2" charset="-122"/>
                        </a:defRPr>
                      </a:lvl4pPr>
                      <a:lvl5pPr>
                        <a:spcBef>
                          <a:spcPct val="20000"/>
                        </a:spcBef>
                        <a:defRPr b="1">
                          <a:solidFill>
                            <a:schemeClr val="tx1"/>
                          </a:solidFill>
                          <a:latin typeface="宋体" panose="02010600030101010101" pitchFamily="2" charset="-122"/>
                          <a:ea typeface="宋体" panose="02010600030101010101" pitchFamily="2" charset="-122"/>
                        </a:defRPr>
                      </a:lvl5pPr>
                      <a:lvl6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anose="05000000000000000000" pitchFamily="2" charset="2"/>
                        <a:buNone/>
                        <a:tabLst/>
                      </a:pPr>
                      <a:endParaRPr kumimoji="0"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721878734"/>
                  </a:ext>
                </a:extLst>
              </a:tr>
            </a:tbl>
          </a:graphicData>
        </a:graphic>
      </p:graphicFrame>
    </p:spTree>
    <p:extLst>
      <p:ext uri="{BB962C8B-B14F-4D97-AF65-F5344CB8AC3E}">
        <p14:creationId xmlns:p14="http://schemas.microsoft.com/office/powerpoint/2010/main" val="382270719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dissolve">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674678"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3.3 </a:t>
            </a:r>
            <a:r>
              <a:rPr lang="zh-CN" altLang="en-US" sz="2400" spc="300" dirty="0">
                <a:latin typeface="微软雅黑" panose="020B0503020204020204" pitchFamily="34" charset="-122"/>
                <a:ea typeface="微软雅黑" panose="020B0503020204020204" pitchFamily="34" charset="-122"/>
              </a:rPr>
              <a:t>软件成本与价值工程分析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40944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价值工程的特点：</a:t>
            </a: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sz="1700" dirty="0">
                <a:solidFill>
                  <a:srgbClr val="000000"/>
                </a:solidFill>
                <a:latin typeface="华文楷体" panose="02010600040101010101" pitchFamily="2" charset="-122"/>
                <a:ea typeface="华文楷体" panose="02010600040101010101" pitchFamily="2" charset="-122"/>
              </a:rPr>
              <a:t>）着眼于寿命周期成本</a:t>
            </a: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2) </a:t>
            </a:r>
            <a:r>
              <a:rPr lang="zh-CN" altLang="en-US" sz="1700" dirty="0">
                <a:solidFill>
                  <a:srgbClr val="000000"/>
                </a:solidFill>
                <a:latin typeface="华文楷体" panose="02010600040101010101" pitchFamily="2" charset="-122"/>
                <a:ea typeface="华文楷体" panose="02010600040101010101" pitchFamily="2" charset="-122"/>
              </a:rPr>
              <a:t>以提高价值为目标，反映了生产者和用户的共同利益</a:t>
            </a: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3) </a:t>
            </a:r>
            <a:r>
              <a:rPr lang="zh-CN" altLang="en-US" sz="1700" dirty="0">
                <a:solidFill>
                  <a:srgbClr val="000000"/>
                </a:solidFill>
                <a:latin typeface="华文楷体" panose="02010600040101010101" pitchFamily="2" charset="-122"/>
                <a:ea typeface="华文楷体" panose="02010600040101010101" pitchFamily="2" charset="-122"/>
              </a:rPr>
              <a:t>以功能分析为核心</a:t>
            </a: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4) </a:t>
            </a:r>
            <a:r>
              <a:rPr lang="zh-CN" altLang="en-US" sz="1700" dirty="0">
                <a:solidFill>
                  <a:srgbClr val="000000"/>
                </a:solidFill>
                <a:latin typeface="华文楷体" panose="02010600040101010101" pitchFamily="2" charset="-122"/>
                <a:ea typeface="华文楷体" panose="02010600040101010101" pitchFamily="2" charset="-122"/>
              </a:rPr>
              <a:t>是有组织的集体创造活动</a:t>
            </a: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5) </a:t>
            </a:r>
            <a:r>
              <a:rPr lang="zh-CN" altLang="en-US" sz="1700" dirty="0">
                <a:solidFill>
                  <a:srgbClr val="000000"/>
                </a:solidFill>
                <a:latin typeface="华文楷体" panose="02010600040101010101" pitchFamily="2" charset="-122"/>
                <a:ea typeface="华文楷体" panose="02010600040101010101" pitchFamily="2" charset="-122"/>
              </a:rPr>
              <a:t>其应用一般在方案的研究设计阶段</a:t>
            </a:r>
          </a:p>
        </p:txBody>
      </p:sp>
    </p:spTree>
    <p:extLst>
      <p:ext uri="{BB962C8B-B14F-4D97-AF65-F5344CB8AC3E}">
        <p14:creationId xmlns:p14="http://schemas.microsoft.com/office/powerpoint/2010/main" val="222640856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674678"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3.3 </a:t>
            </a:r>
            <a:r>
              <a:rPr lang="zh-CN" altLang="en-US" sz="2400" spc="300" dirty="0">
                <a:latin typeface="微软雅黑" panose="020B0503020204020204" pitchFamily="34" charset="-122"/>
                <a:ea typeface="微软雅黑" panose="020B0503020204020204" pitchFamily="34" charset="-122"/>
              </a:rPr>
              <a:t>软件成本与价值工程分析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786278"/>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软件工程中常用的价值分析对象：</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开发过程中的各模块（子系统）</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组织流程中的各工序</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设计过程中的各功能结构方案</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开发模型</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测试方案</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开发工具</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影响软件质量的各要素等</a:t>
            </a:r>
          </a:p>
        </p:txBody>
      </p:sp>
    </p:spTree>
    <p:extLst>
      <p:ext uri="{BB962C8B-B14F-4D97-AF65-F5344CB8AC3E}">
        <p14:creationId xmlns:p14="http://schemas.microsoft.com/office/powerpoint/2010/main" val="61365628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674678"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3.3 </a:t>
            </a:r>
            <a:r>
              <a:rPr lang="zh-CN" altLang="en-US" sz="2400" spc="300" dirty="0">
                <a:latin typeface="微软雅黑" panose="020B0503020204020204" pitchFamily="34" charset="-122"/>
                <a:ea typeface="微软雅黑" panose="020B0503020204020204" pitchFamily="34" charset="-122"/>
              </a:rPr>
              <a:t>软件成本与价值工程分析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58668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确定价值分析对象后，收集有关资料，目的是来完成功能分析和评价，确定哪些价值分析对象应作为进一步重点功能改进对象。 </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采用的方法</a:t>
            </a:r>
          </a:p>
          <a:p>
            <a:pPr marL="742950" lvl="1" indent="-285750" algn="just">
              <a:lnSpc>
                <a:spcPct val="150000"/>
              </a:lnSpc>
              <a:buFont typeface="Arial" panose="020B0604020202020204" pitchFamily="34" charset="0"/>
              <a:buChar char="•"/>
            </a:pPr>
            <a:r>
              <a:rPr lang="zh-CN" altLang="en-US" sz="1700" b="1" dirty="0">
                <a:solidFill>
                  <a:srgbClr val="FF0000"/>
                </a:solidFill>
                <a:latin typeface="华文楷体" panose="02010600040101010101" pitchFamily="2" charset="-122"/>
                <a:ea typeface="华文楷体" panose="02010600040101010101" pitchFamily="2" charset="-122"/>
              </a:rPr>
              <a:t>价值系数法</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通过判断一个产品或系统所具有的功能是否与其所支付的成本相匹配，来确定重点功能改进对象。 </a:t>
            </a:r>
          </a:p>
          <a:p>
            <a:pPr marL="742950" lvl="1" indent="-285750" algn="just">
              <a:lnSpc>
                <a:spcPct val="150000"/>
              </a:lnSpc>
              <a:buFont typeface="Arial" panose="020B0604020202020204" pitchFamily="34" charset="0"/>
              <a:buChar char="•"/>
            </a:pPr>
            <a:r>
              <a:rPr lang="en-US" altLang="zh-CN" sz="1700" b="1" dirty="0">
                <a:solidFill>
                  <a:srgbClr val="FF0000"/>
                </a:solidFill>
                <a:latin typeface="华文楷体" panose="02010600040101010101" pitchFamily="2" charset="-122"/>
                <a:ea typeface="华文楷体" panose="02010600040101010101" pitchFamily="2" charset="-122"/>
              </a:rPr>
              <a:t>ABC</a:t>
            </a:r>
            <a:r>
              <a:rPr lang="zh-CN" altLang="en-US" sz="1700" b="1" dirty="0">
                <a:solidFill>
                  <a:srgbClr val="FF0000"/>
                </a:solidFill>
                <a:latin typeface="华文楷体" panose="02010600040101010101" pitchFamily="2" charset="-122"/>
                <a:ea typeface="华文楷体" panose="02010600040101010101" pitchFamily="2" charset="-122"/>
              </a:rPr>
              <a:t>分类法</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通过对被考察对象的有序组织、排序与相应计算，将被考察对象分为</a:t>
            </a:r>
            <a:r>
              <a:rPr lang="en-US" altLang="zh-CN" sz="1700" dirty="0">
                <a:solidFill>
                  <a:srgbClr val="000000"/>
                </a:solidFill>
                <a:latin typeface="华文楷体" panose="02010600040101010101" pitchFamily="2" charset="-122"/>
                <a:ea typeface="华文楷体" panose="02010600040101010101" pitchFamily="2" charset="-122"/>
              </a:rPr>
              <a:t>ABC</a:t>
            </a:r>
            <a:r>
              <a:rPr lang="zh-CN" altLang="en-US" sz="1700" dirty="0">
                <a:solidFill>
                  <a:srgbClr val="000000"/>
                </a:solidFill>
                <a:latin typeface="华文楷体" panose="02010600040101010101" pitchFamily="2" charset="-122"/>
                <a:ea typeface="华文楷体" panose="02010600040101010101" pitchFamily="2" charset="-122"/>
              </a:rPr>
              <a:t>三类，进而确定重点功能改进对象。</a:t>
            </a:r>
          </a:p>
        </p:txBody>
      </p:sp>
    </p:spTree>
    <p:extLst>
      <p:ext uri="{BB962C8B-B14F-4D97-AF65-F5344CB8AC3E}">
        <p14:creationId xmlns:p14="http://schemas.microsoft.com/office/powerpoint/2010/main" val="36641864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价值系数法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34899"/>
          </a:xfrm>
          <a:prstGeom prst="rect">
            <a:avLst/>
          </a:prstGeom>
        </p:spPr>
        <p:txBody>
          <a:bodyPr wrap="square">
            <a:spAutoFit/>
          </a:bodyPr>
          <a:lstStyle/>
          <a:p>
            <a:pPr marL="609600" indent="-609600">
              <a:lnSpc>
                <a:spcPct val="105000"/>
              </a:lnSpc>
              <a:buSzPct val="105000"/>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设价值分析的对象为软件的各模块（子系统 ），有</a:t>
            </a:r>
            <a:r>
              <a:rPr lang="en-US" altLang="zh-CN" dirty="0">
                <a:latin typeface="华文楷体" panose="02010600040101010101" pitchFamily="2" charset="-122"/>
                <a:ea typeface="华文楷体" panose="02010600040101010101" pitchFamily="2" charset="-122"/>
              </a:rPr>
              <a:t>m</a:t>
            </a:r>
            <a:r>
              <a:rPr lang="zh-CN" altLang="en-US" dirty="0">
                <a:latin typeface="华文楷体" panose="02010600040101010101" pitchFamily="2" charset="-122"/>
                <a:ea typeface="华文楷体" panose="02010600040101010101" pitchFamily="2" charset="-122"/>
              </a:rPr>
              <a:t>个。</a:t>
            </a:r>
          </a:p>
          <a:p>
            <a:pPr marL="990600" lvl="1" indent="-533400">
              <a:lnSpc>
                <a:spcPct val="105000"/>
              </a:lnSpc>
              <a:buSzPct val="105000"/>
              <a:buFont typeface="Arial" panose="020B0604020202020204" pitchFamily="34" charset="0"/>
              <a:buChar char="•"/>
            </a:pPr>
            <a:r>
              <a:rPr lang="zh-CN" altLang="en-US" dirty="0">
                <a:solidFill>
                  <a:srgbClr val="C107B8"/>
                </a:solidFill>
                <a:latin typeface="华文楷体" panose="02010600040101010101" pitchFamily="2" charset="-122"/>
                <a:ea typeface="华文楷体" panose="02010600040101010101" pitchFamily="2" charset="-122"/>
              </a:rPr>
              <a:t>采用价值系数法进行功能成本分析需引入三个参数：</a:t>
            </a:r>
          </a:p>
          <a:p>
            <a:pPr marL="1371600" lvl="2" indent="-457200">
              <a:lnSpc>
                <a:spcPct val="105000"/>
              </a:lnSpc>
              <a:buSzPct val="65000"/>
              <a:buFont typeface="Arial" panose="020B0604020202020204" pitchFamily="34" charset="0"/>
              <a:buChar char="•"/>
            </a:pPr>
            <a:r>
              <a:rPr lang="en-US" altLang="zh-CN" i="1" dirty="0">
                <a:latin typeface="华文楷体" panose="02010600040101010101" pitchFamily="2" charset="-122"/>
                <a:ea typeface="华文楷体" panose="02010600040101010101" pitchFamily="2" charset="-122"/>
              </a:rPr>
              <a:t>j</a:t>
            </a:r>
            <a:r>
              <a:rPr lang="zh-CN" altLang="en-US" dirty="0">
                <a:latin typeface="华文楷体" panose="02010600040101010101" pitchFamily="2" charset="-122"/>
                <a:ea typeface="华文楷体" panose="02010600040101010101" pitchFamily="2" charset="-122"/>
              </a:rPr>
              <a:t>子系统的功能系数</a:t>
            </a:r>
            <a:r>
              <a:rPr lang="en-US" altLang="zh-CN" i="1" dirty="0" err="1">
                <a:latin typeface="华文楷体" panose="02010600040101010101" pitchFamily="2" charset="-122"/>
                <a:ea typeface="华文楷体" panose="02010600040101010101" pitchFamily="2" charset="-122"/>
              </a:rPr>
              <a:t>FI</a:t>
            </a:r>
            <a:r>
              <a:rPr lang="en-US" altLang="zh-CN" i="1" baseline="-25000" dirty="0" err="1">
                <a:latin typeface="华文楷体" panose="02010600040101010101" pitchFamily="2" charset="-122"/>
                <a:ea typeface="华文楷体" panose="02010600040101010101" pitchFamily="2" charset="-122"/>
              </a:rPr>
              <a:t>j</a:t>
            </a:r>
            <a:endParaRPr lang="zh-CN" altLang="en-US" i="1" baseline="-25000" dirty="0">
              <a:latin typeface="华文楷体" panose="02010600040101010101" pitchFamily="2" charset="-122"/>
              <a:ea typeface="华文楷体" panose="02010600040101010101" pitchFamily="2" charset="-122"/>
            </a:endParaRPr>
          </a:p>
          <a:p>
            <a:pPr marL="1371600" lvl="2" indent="-457200">
              <a:lnSpc>
                <a:spcPct val="105000"/>
              </a:lnSpc>
              <a:buSzPct val="65000"/>
              <a:buFont typeface="Arial" panose="020B0604020202020204" pitchFamily="34" charset="0"/>
              <a:buChar char="•"/>
            </a:pPr>
            <a:r>
              <a:rPr lang="en-US" altLang="zh-CN" i="1" dirty="0">
                <a:latin typeface="华文楷体" panose="02010600040101010101" pitchFamily="2" charset="-122"/>
                <a:ea typeface="华文楷体" panose="02010600040101010101" pitchFamily="2" charset="-122"/>
              </a:rPr>
              <a:t>j</a:t>
            </a:r>
            <a:r>
              <a:rPr lang="zh-CN" altLang="en-US" dirty="0">
                <a:latin typeface="华文楷体" panose="02010600040101010101" pitchFamily="2" charset="-122"/>
                <a:ea typeface="华文楷体" panose="02010600040101010101" pitchFamily="2" charset="-122"/>
              </a:rPr>
              <a:t>子系统的成本系数</a:t>
            </a:r>
            <a:r>
              <a:rPr lang="en-US" altLang="zh-CN" i="1" dirty="0" err="1">
                <a:latin typeface="华文楷体" panose="02010600040101010101" pitchFamily="2" charset="-122"/>
                <a:ea typeface="华文楷体" panose="02010600040101010101" pitchFamily="2" charset="-122"/>
              </a:rPr>
              <a:t>CI</a:t>
            </a:r>
            <a:r>
              <a:rPr lang="en-US" altLang="zh-CN" i="1" baseline="-25000" dirty="0" err="1">
                <a:latin typeface="华文楷体" panose="02010600040101010101" pitchFamily="2" charset="-122"/>
                <a:ea typeface="华文楷体" panose="02010600040101010101" pitchFamily="2" charset="-122"/>
              </a:rPr>
              <a:t>j</a:t>
            </a:r>
            <a:endParaRPr lang="zh-CN" altLang="en-US" dirty="0">
              <a:latin typeface="华文楷体" panose="02010600040101010101" pitchFamily="2" charset="-122"/>
              <a:ea typeface="华文楷体" panose="02010600040101010101" pitchFamily="2" charset="-122"/>
            </a:endParaRPr>
          </a:p>
          <a:p>
            <a:pPr marL="1371600" lvl="2" indent="-457200">
              <a:lnSpc>
                <a:spcPct val="105000"/>
              </a:lnSpc>
              <a:buSzPct val="65000"/>
              <a:buFont typeface="Arial" panose="020B0604020202020204" pitchFamily="34" charset="0"/>
              <a:buChar char="•"/>
            </a:pPr>
            <a:r>
              <a:rPr lang="en-US" altLang="zh-CN" i="1" dirty="0">
                <a:latin typeface="华文楷体" panose="02010600040101010101" pitchFamily="2" charset="-122"/>
                <a:ea typeface="华文楷体" panose="02010600040101010101" pitchFamily="2" charset="-122"/>
              </a:rPr>
              <a:t>j</a:t>
            </a:r>
            <a:r>
              <a:rPr lang="zh-CN" altLang="en-US" dirty="0">
                <a:latin typeface="华文楷体" panose="02010600040101010101" pitchFamily="2" charset="-122"/>
                <a:ea typeface="华文楷体" panose="02010600040101010101" pitchFamily="2" charset="-122"/>
              </a:rPr>
              <a:t>子系统的价值系数</a:t>
            </a:r>
            <a:r>
              <a:rPr lang="en-US" altLang="zh-CN" i="1" dirty="0" err="1">
                <a:latin typeface="华文楷体" panose="02010600040101010101" pitchFamily="2" charset="-122"/>
                <a:ea typeface="华文楷体" panose="02010600040101010101" pitchFamily="2" charset="-122"/>
              </a:rPr>
              <a:t>VI</a:t>
            </a:r>
            <a:r>
              <a:rPr lang="en-US" altLang="zh-CN" i="1" baseline="-25000" dirty="0" err="1">
                <a:latin typeface="华文楷体" panose="02010600040101010101" pitchFamily="2" charset="-122"/>
                <a:ea typeface="华文楷体" panose="02010600040101010101" pitchFamily="2" charset="-122"/>
              </a:rPr>
              <a:t>j</a:t>
            </a:r>
            <a:endParaRPr lang="en-US" altLang="zh-CN" i="1" baseline="-25000" dirty="0">
              <a:latin typeface="华文楷体" panose="02010600040101010101" pitchFamily="2" charset="-122"/>
              <a:ea typeface="华文楷体" panose="02010600040101010101" pitchFamily="2" charset="-122"/>
            </a:endParaRPr>
          </a:p>
          <a:p>
            <a:pPr marL="1371600" lvl="2" indent="-457200">
              <a:lnSpc>
                <a:spcPct val="105000"/>
              </a:lnSpc>
              <a:buSzPct val="65000"/>
              <a:buFont typeface="Arial" panose="020B0604020202020204" pitchFamily="34" charset="0"/>
              <a:buChar char="•"/>
            </a:pPr>
            <a:endParaRPr lang="zh-CN" altLang="en-US" i="1" baseline="-25000" dirty="0">
              <a:latin typeface="华文楷体" panose="02010600040101010101" pitchFamily="2" charset="-122"/>
              <a:ea typeface="华文楷体" panose="02010600040101010101" pitchFamily="2" charset="-122"/>
            </a:endParaRPr>
          </a:p>
        </p:txBody>
      </p:sp>
      <p:graphicFrame>
        <p:nvGraphicFramePr>
          <p:cNvPr id="6" name="Object 4">
            <a:extLst>
              <a:ext uri="{FF2B5EF4-FFF2-40B4-BE49-F238E27FC236}">
                <a16:creationId xmlns:a16="http://schemas.microsoft.com/office/drawing/2014/main" id="{0934093C-873E-40D0-950E-C33CF8D7AAED}"/>
              </a:ext>
            </a:extLst>
          </p:cNvPr>
          <p:cNvGraphicFramePr>
            <a:graphicFrameLocks noChangeAspect="1"/>
          </p:cNvGraphicFramePr>
          <p:nvPr>
            <p:extLst>
              <p:ext uri="{D42A27DB-BD31-4B8C-83A1-F6EECF244321}">
                <p14:modId xmlns:p14="http://schemas.microsoft.com/office/powerpoint/2010/main" val="2702241097"/>
              </p:ext>
            </p:extLst>
          </p:nvPr>
        </p:nvGraphicFramePr>
        <p:xfrm>
          <a:off x="2228254" y="2438419"/>
          <a:ext cx="4687491" cy="819150"/>
        </p:xfrm>
        <a:graphic>
          <a:graphicData uri="http://schemas.openxmlformats.org/presentationml/2006/ole">
            <mc:AlternateContent xmlns:mc="http://schemas.openxmlformats.org/markup-compatibility/2006">
              <mc:Choice xmlns:v="urn:schemas-microsoft-com:vml" Requires="v">
                <p:oleObj r:id="rId3" imgW="2311400" imgH="457200" progId="Equation.DSMT4">
                  <p:embed/>
                </p:oleObj>
              </mc:Choice>
              <mc:Fallback>
                <p:oleObj r:id="rId3" imgW="2311400" imgH="457200" progId="Equation.DSMT4">
                  <p:embed/>
                  <p:pic>
                    <p:nvPicPr>
                      <p:cNvPr id="6" name="Object 4">
                        <a:extLst>
                          <a:ext uri="{FF2B5EF4-FFF2-40B4-BE49-F238E27FC236}">
                            <a16:creationId xmlns:a16="http://schemas.microsoft.com/office/drawing/2014/main" id="{0934093C-873E-40D0-950E-C33CF8D7AA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8254" y="2438419"/>
                        <a:ext cx="4687491" cy="819150"/>
                      </a:xfrm>
                      <a:prstGeom prst="rect">
                        <a:avLst/>
                      </a:prstGeom>
                      <a:noFill/>
                      <a:ln>
                        <a:noFill/>
                      </a:ln>
                      <a:effectLst/>
                    </p:spPr>
                  </p:pic>
                </p:oleObj>
              </mc:Fallback>
            </mc:AlternateContent>
          </a:graphicData>
        </a:graphic>
      </p:graphicFrame>
      <p:sp>
        <p:nvSpPr>
          <p:cNvPr id="8" name="文本框 7">
            <a:extLst>
              <a:ext uri="{FF2B5EF4-FFF2-40B4-BE49-F238E27FC236}">
                <a16:creationId xmlns:a16="http://schemas.microsoft.com/office/drawing/2014/main" id="{F6442236-BA6D-4810-833E-44F0A7009B20}"/>
              </a:ext>
            </a:extLst>
          </p:cNvPr>
          <p:cNvSpPr txBox="1"/>
          <p:nvPr/>
        </p:nvSpPr>
        <p:spPr>
          <a:xfrm>
            <a:off x="515257" y="3257569"/>
            <a:ext cx="8113486" cy="1596078"/>
          </a:xfrm>
          <a:prstGeom prst="rect">
            <a:avLst/>
          </a:prstGeom>
          <a:noFill/>
        </p:spPr>
        <p:txBody>
          <a:bodyPr wrap="square">
            <a:spAutoFit/>
          </a:bodyPr>
          <a:lstStyle/>
          <a:p>
            <a:pPr marL="285750" indent="-285750">
              <a:lnSpc>
                <a:spcPct val="110000"/>
              </a:lnSpc>
              <a:buClr>
                <a:srgbClr val="770377"/>
              </a:buClr>
              <a:buFont typeface="Arial" panose="020B0604020202020204" pitchFamily="34" charset="0"/>
              <a:buChar char="•"/>
            </a:pPr>
            <a:r>
              <a:rPr lang="en-US" altLang="zh-CN" u="none" dirty="0">
                <a:latin typeface="华文楷体" panose="02010600040101010101" pitchFamily="2" charset="-122"/>
                <a:ea typeface="华文楷体" panose="02010600040101010101" pitchFamily="2" charset="-122"/>
              </a:rPr>
              <a:t> </a:t>
            </a:r>
            <a:r>
              <a:rPr lang="zh-CN" altLang="en-US" u="none" dirty="0">
                <a:latin typeface="华文楷体" panose="02010600040101010101" pitchFamily="2" charset="-122"/>
                <a:ea typeface="华文楷体" panose="02010600040101010101" pitchFamily="2" charset="-122"/>
              </a:rPr>
              <a:t>说明：</a:t>
            </a:r>
          </a:p>
          <a:p>
            <a:pPr marL="285750" indent="-285750">
              <a:lnSpc>
                <a:spcPct val="110000"/>
              </a:lnSpc>
              <a:buClr>
                <a:srgbClr val="770377"/>
              </a:buClr>
              <a:buFont typeface="Arial" panose="020B0604020202020204" pitchFamily="34" charset="0"/>
              <a:buChar char="•"/>
            </a:pPr>
            <a:r>
              <a:rPr lang="en-US" altLang="zh-CN" i="1" u="none" dirty="0" err="1">
                <a:latin typeface="华文楷体" panose="02010600040101010101" pitchFamily="2" charset="-122"/>
                <a:ea typeface="华文楷体" panose="02010600040101010101" pitchFamily="2" charset="-122"/>
              </a:rPr>
              <a:t>C</a:t>
            </a:r>
            <a:r>
              <a:rPr lang="en-US" altLang="zh-CN" i="1" u="none" baseline="-25000" dirty="0" err="1">
                <a:latin typeface="华文楷体" panose="02010600040101010101" pitchFamily="2" charset="-122"/>
                <a:ea typeface="华文楷体" panose="02010600040101010101" pitchFamily="2" charset="-122"/>
              </a:rPr>
              <a:t>j</a:t>
            </a:r>
            <a:r>
              <a:rPr lang="zh-CN" altLang="en-US" u="none" dirty="0">
                <a:latin typeface="华文楷体" panose="02010600040101010101" pitchFamily="2" charset="-122"/>
                <a:ea typeface="华文楷体" panose="02010600040101010101" pitchFamily="2" charset="-122"/>
              </a:rPr>
              <a:t> 可通过功能分解法、类比法、统计法等得到；</a:t>
            </a:r>
          </a:p>
          <a:p>
            <a:pPr marL="285750" indent="-285750">
              <a:lnSpc>
                <a:spcPct val="110000"/>
              </a:lnSpc>
              <a:buClr>
                <a:srgbClr val="770377"/>
              </a:buClr>
              <a:buFont typeface="Arial" panose="020B0604020202020204" pitchFamily="34" charset="0"/>
              <a:buChar char="•"/>
            </a:pPr>
            <a:r>
              <a:rPr lang="zh-CN" altLang="en-US" u="none" dirty="0">
                <a:latin typeface="华文楷体" panose="02010600040101010101" pitchFamily="2" charset="-122"/>
                <a:ea typeface="华文楷体" panose="02010600040101010101" pitchFamily="2" charset="-122"/>
              </a:rPr>
              <a:t>成本系数</a:t>
            </a:r>
            <a:r>
              <a:rPr lang="en-US" altLang="zh-CN" i="1" u="none" dirty="0" err="1">
                <a:latin typeface="华文楷体" panose="02010600040101010101" pitchFamily="2" charset="-122"/>
                <a:ea typeface="华文楷体" panose="02010600040101010101" pitchFamily="2" charset="-122"/>
              </a:rPr>
              <a:t>CI</a:t>
            </a:r>
            <a:r>
              <a:rPr lang="en-US" altLang="zh-CN" i="1" u="none" baseline="-25000" dirty="0" err="1">
                <a:latin typeface="华文楷体" panose="02010600040101010101" pitchFamily="2" charset="-122"/>
                <a:ea typeface="华文楷体" panose="02010600040101010101" pitchFamily="2" charset="-122"/>
              </a:rPr>
              <a:t>j</a:t>
            </a:r>
            <a:r>
              <a:rPr lang="zh-CN" altLang="en-US" u="none" dirty="0">
                <a:latin typeface="华文楷体" panose="02010600040101010101" pitchFamily="2" charset="-122"/>
                <a:ea typeface="华文楷体" panose="02010600040101010101" pitchFamily="2" charset="-122"/>
              </a:rPr>
              <a:t>的数值反映了该子系统成本总成本中所占的份额（比例）；</a:t>
            </a:r>
          </a:p>
          <a:p>
            <a:pPr marL="285750" indent="-285750">
              <a:lnSpc>
                <a:spcPct val="110000"/>
              </a:lnSpc>
              <a:buClr>
                <a:srgbClr val="770377"/>
              </a:buClr>
              <a:buFont typeface="Arial" panose="020B0604020202020204" pitchFamily="34" charset="0"/>
              <a:buChar char="•"/>
            </a:pPr>
            <a:r>
              <a:rPr lang="zh-CN" altLang="en-US" u="none" dirty="0">
                <a:latin typeface="华文楷体" panose="02010600040101010101" pitchFamily="2" charset="-122"/>
                <a:ea typeface="华文楷体" panose="02010600040101010101" pitchFamily="2" charset="-122"/>
              </a:rPr>
              <a:t>建立功能综合评价过程示意图，运用层次分析法（</a:t>
            </a:r>
            <a:r>
              <a:rPr lang="en-US" altLang="zh-CN" u="none" dirty="0">
                <a:latin typeface="华文楷体" panose="02010600040101010101" pitchFamily="2" charset="-122"/>
                <a:ea typeface="华文楷体" panose="02010600040101010101" pitchFamily="2" charset="-122"/>
              </a:rPr>
              <a:t>AHP</a:t>
            </a:r>
            <a:r>
              <a:rPr lang="zh-CN" altLang="en-US" u="none" dirty="0">
                <a:latin typeface="华文楷体" panose="02010600040101010101" pitchFamily="2" charset="-122"/>
                <a:ea typeface="华文楷体" panose="02010600040101010101" pitchFamily="2" charset="-122"/>
              </a:rPr>
              <a:t>法）可以求得各子系统的功能系数</a:t>
            </a:r>
            <a:r>
              <a:rPr lang="en-US" altLang="zh-CN" i="1" u="none" dirty="0" err="1">
                <a:latin typeface="华文楷体" panose="02010600040101010101" pitchFamily="2" charset="-122"/>
                <a:ea typeface="华文楷体" panose="02010600040101010101" pitchFamily="2" charset="-122"/>
              </a:rPr>
              <a:t>FI</a:t>
            </a:r>
            <a:r>
              <a:rPr lang="en-US" altLang="zh-CN" i="1" u="none" baseline="-25000" dirty="0" err="1">
                <a:latin typeface="华文楷体" panose="02010600040101010101" pitchFamily="2" charset="-122"/>
                <a:ea typeface="华文楷体" panose="02010600040101010101" pitchFamily="2" charset="-122"/>
              </a:rPr>
              <a:t>j</a:t>
            </a:r>
            <a:r>
              <a:rPr lang="zh-CN" altLang="en-US" i="1" u="none" baseline="-25000" dirty="0">
                <a:latin typeface="华文楷体" panose="02010600040101010101" pitchFamily="2" charset="-122"/>
                <a:ea typeface="华文楷体" panose="02010600040101010101" pitchFamily="2" charset="-122"/>
              </a:rPr>
              <a:t>。</a:t>
            </a:r>
            <a:endParaRPr lang="zh-CN" altLang="en-US" u="none"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59055864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FBDA4FFA-5FF4-4F24-A16C-C6D9F89CC2C2}"/>
              </a:ext>
            </a:extLst>
          </p:cNvPr>
          <p:cNvSpPr txBox="1"/>
          <p:nvPr/>
        </p:nvSpPr>
        <p:spPr>
          <a:xfrm>
            <a:off x="2946400" y="4584184"/>
            <a:ext cx="3251200" cy="369332"/>
          </a:xfrm>
          <a:prstGeom prst="rect">
            <a:avLst/>
          </a:prstGeom>
          <a:noFill/>
        </p:spPr>
        <p:txBody>
          <a:bodyPr wrap="square">
            <a:spAutoFit/>
          </a:bodyPr>
          <a:lstStyle/>
          <a:p>
            <a:r>
              <a:rPr kumimoji="1" lang="zh-CN" altLang="en-US" sz="1800" u="none" dirty="0">
                <a:solidFill>
                  <a:schemeClr val="tx1"/>
                </a:solidFill>
                <a:latin typeface="Times New Roman" panose="02020603050405020304" pitchFamily="18" charset="0"/>
                <a:ea typeface="宋体" panose="02010600030101010101" pitchFamily="2" charset="-122"/>
              </a:rPr>
              <a:t>系统功能综合评价过程示意图</a:t>
            </a:r>
            <a:endParaRPr lang="zh-CN" altLang="en-US" dirty="0"/>
          </a:p>
        </p:txBody>
      </p:sp>
      <p:pic>
        <p:nvPicPr>
          <p:cNvPr id="4" name="图片 3">
            <a:extLst>
              <a:ext uri="{FF2B5EF4-FFF2-40B4-BE49-F238E27FC236}">
                <a16:creationId xmlns:a16="http://schemas.microsoft.com/office/drawing/2014/main" id="{A5360076-D4A8-4591-A27D-373685684050}"/>
              </a:ext>
            </a:extLst>
          </p:cNvPr>
          <p:cNvPicPr>
            <a:picLocks noChangeAspect="1"/>
          </p:cNvPicPr>
          <p:nvPr/>
        </p:nvPicPr>
        <p:blipFill>
          <a:blip r:embed="rId3"/>
          <a:stretch>
            <a:fillRect/>
          </a:stretch>
        </p:blipFill>
        <p:spPr>
          <a:xfrm>
            <a:off x="2082055" y="164584"/>
            <a:ext cx="4979889" cy="4419600"/>
          </a:xfrm>
          <a:prstGeom prst="rect">
            <a:avLst/>
          </a:prstGeom>
        </p:spPr>
      </p:pic>
    </p:spTree>
    <p:extLst>
      <p:ext uri="{BB962C8B-B14F-4D97-AF65-F5344CB8AC3E}">
        <p14:creationId xmlns:p14="http://schemas.microsoft.com/office/powerpoint/2010/main" val="3269675636"/>
      </p:ext>
    </p:extLst>
  </p:cSld>
  <p:clrMapOvr>
    <a:masterClrMapping/>
  </p:clrMapOvr>
  <p:transition spd="slow">
    <p:pull/>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价值系数法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816429"/>
          </a:xfrm>
          <a:prstGeom prst="rect">
            <a:avLst/>
          </a:prstGeom>
        </p:spPr>
        <p:txBody>
          <a:bodyPr wrap="square">
            <a:spAutoFit/>
          </a:bodyPr>
          <a:lstStyle/>
          <a:p>
            <a:pPr marL="457200" indent="-457200">
              <a:buFont typeface="Arial" panose="020B0604020202020204" pitchFamily="34" charset="0"/>
              <a:buChar char="•"/>
            </a:pPr>
            <a:r>
              <a:rPr lang="zh-CN" altLang="en-US" sz="2000" dirty="0">
                <a:latin typeface="华文楷体" panose="02010600040101010101" pitchFamily="2" charset="-122"/>
                <a:ea typeface="华文楷体" panose="02010600040101010101" pitchFamily="2" charset="-122"/>
              </a:rPr>
              <a:t>利用价值系数可进行各子系统的功能</a:t>
            </a:r>
            <a:r>
              <a:rPr lang="en-US" altLang="zh-CN" sz="2000" dirty="0">
                <a:latin typeface="华文楷体" panose="02010600040101010101" pitchFamily="2" charset="-122"/>
                <a:ea typeface="华文楷体" panose="02010600040101010101" pitchFamily="2" charset="-122"/>
              </a:rPr>
              <a:t>/</a:t>
            </a:r>
            <a:r>
              <a:rPr lang="zh-CN" altLang="en-US" sz="2000" dirty="0">
                <a:latin typeface="华文楷体" panose="02010600040101010101" pitchFamily="2" charset="-122"/>
                <a:ea typeface="华文楷体" panose="02010600040101010101" pitchFamily="2" charset="-122"/>
              </a:rPr>
              <a:t>成本分析和评价：</a:t>
            </a:r>
          </a:p>
          <a:p>
            <a:pPr marL="838200" lvl="1" indent="-381000">
              <a:buFont typeface="Arial" panose="020B0604020202020204" pitchFamily="34" charset="0"/>
              <a:buChar char="•"/>
            </a:pPr>
            <a:r>
              <a:rPr lang="zh-CN" altLang="en-US" sz="2000" dirty="0">
                <a:latin typeface="华文楷体" panose="02010600040101010101" pitchFamily="2" charset="-122"/>
                <a:ea typeface="华文楷体" panose="02010600040101010101" pitchFamily="2" charset="-122"/>
              </a:rPr>
              <a:t>若 </a:t>
            </a:r>
            <a:r>
              <a:rPr lang="en-US" altLang="zh-CN" sz="2000" i="1" dirty="0" err="1">
                <a:latin typeface="华文楷体" panose="02010600040101010101" pitchFamily="2" charset="-122"/>
                <a:ea typeface="华文楷体" panose="02010600040101010101" pitchFamily="2" charset="-122"/>
              </a:rPr>
              <a:t>VI</a:t>
            </a:r>
            <a:r>
              <a:rPr lang="en-US" altLang="zh-CN" sz="2000" i="1" baseline="-25000" dirty="0" err="1">
                <a:latin typeface="华文楷体" panose="02010600040101010101" pitchFamily="2" charset="-122"/>
                <a:ea typeface="华文楷体" panose="02010600040101010101" pitchFamily="2" charset="-122"/>
              </a:rPr>
              <a:t>j</a:t>
            </a:r>
            <a:r>
              <a:rPr lang="en-US" altLang="zh-CN" sz="2000" dirty="0">
                <a:latin typeface="华文楷体" panose="02010600040101010101" pitchFamily="2" charset="-122"/>
                <a:ea typeface="华文楷体" panose="02010600040101010101" pitchFamily="2" charset="-122"/>
              </a:rPr>
              <a:t>=1</a:t>
            </a:r>
            <a:endParaRPr lang="zh-CN" altLang="en-US" sz="2000" dirty="0">
              <a:latin typeface="华文楷体" panose="02010600040101010101" pitchFamily="2" charset="-122"/>
              <a:ea typeface="华文楷体" panose="02010600040101010101" pitchFamily="2" charset="-122"/>
            </a:endParaRPr>
          </a:p>
          <a:p>
            <a:pPr marL="1257300" lvl="2" indent="-342900">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说明该子系统</a:t>
            </a:r>
            <a:r>
              <a:rPr lang="en-US" altLang="zh-CN" i="1" dirty="0">
                <a:latin typeface="华文楷体" panose="02010600040101010101" pitchFamily="2" charset="-122"/>
                <a:ea typeface="华文楷体" panose="02010600040101010101" pitchFamily="2" charset="-122"/>
              </a:rPr>
              <a:t>j</a:t>
            </a:r>
            <a:r>
              <a:rPr lang="zh-CN" altLang="en-US" dirty="0">
                <a:latin typeface="华文楷体" panose="02010600040101010101" pitchFamily="2" charset="-122"/>
                <a:ea typeface="华文楷体" panose="02010600040101010101" pitchFamily="2" charset="-122"/>
              </a:rPr>
              <a:t>的功能与成本配置恰当，相对合理</a:t>
            </a:r>
          </a:p>
          <a:p>
            <a:pPr marL="1257300" lvl="2" indent="-342900">
              <a:buFont typeface="Arial" panose="020B0604020202020204" pitchFamily="34" charset="0"/>
              <a:buChar char="•"/>
            </a:pPr>
            <a:r>
              <a:rPr lang="zh-CN" altLang="en-US" dirty="0">
                <a:solidFill>
                  <a:srgbClr val="BA2852"/>
                </a:solidFill>
                <a:latin typeface="华文楷体" panose="02010600040101010101" pitchFamily="2" charset="-122"/>
                <a:ea typeface="华文楷体" panose="02010600040101010101" pitchFamily="2" charset="-122"/>
              </a:rPr>
              <a:t>该子系统不作为功能改进对象</a:t>
            </a:r>
          </a:p>
          <a:p>
            <a:pPr marL="838200" lvl="1" indent="-381000">
              <a:buFont typeface="Arial" panose="020B0604020202020204" pitchFamily="34" charset="0"/>
              <a:buChar char="•"/>
            </a:pPr>
            <a:r>
              <a:rPr lang="zh-CN" altLang="en-US" sz="2000" dirty="0">
                <a:latin typeface="华文楷体" panose="02010600040101010101" pitchFamily="2" charset="-122"/>
                <a:ea typeface="华文楷体" panose="02010600040101010101" pitchFamily="2" charset="-122"/>
              </a:rPr>
              <a:t>若 </a:t>
            </a:r>
            <a:r>
              <a:rPr lang="en-US" altLang="zh-CN" sz="2000" i="1" dirty="0" err="1">
                <a:latin typeface="华文楷体" panose="02010600040101010101" pitchFamily="2" charset="-122"/>
                <a:ea typeface="华文楷体" panose="02010600040101010101" pitchFamily="2" charset="-122"/>
              </a:rPr>
              <a:t>VI</a:t>
            </a:r>
            <a:r>
              <a:rPr lang="en-US" altLang="zh-CN" sz="2000" i="1" baseline="-25000" dirty="0" err="1">
                <a:latin typeface="华文楷体" panose="02010600040101010101" pitchFamily="2" charset="-122"/>
                <a:ea typeface="华文楷体" panose="02010600040101010101" pitchFamily="2" charset="-122"/>
              </a:rPr>
              <a:t>j</a:t>
            </a:r>
            <a:r>
              <a:rPr lang="en-US" altLang="zh-CN" sz="2000" i="1" dirty="0">
                <a:latin typeface="华文楷体" panose="02010600040101010101" pitchFamily="2" charset="-122"/>
                <a:ea typeface="华文楷体" panose="02010600040101010101" pitchFamily="2" charset="-122"/>
              </a:rPr>
              <a:t>&gt;</a:t>
            </a:r>
            <a:r>
              <a:rPr lang="en-US" altLang="zh-CN" sz="2000" dirty="0">
                <a:latin typeface="华文楷体" panose="02010600040101010101" pitchFamily="2" charset="-122"/>
                <a:ea typeface="华文楷体" panose="02010600040101010101" pitchFamily="2" charset="-122"/>
              </a:rPr>
              <a:t>1</a:t>
            </a:r>
            <a:r>
              <a:rPr lang="zh-CN" altLang="en-US" sz="2000" dirty="0">
                <a:latin typeface="华文楷体" panose="02010600040101010101" pitchFamily="2" charset="-122"/>
                <a:ea typeface="华文楷体" panose="02010600040101010101" pitchFamily="2" charset="-122"/>
              </a:rPr>
              <a:t> </a:t>
            </a:r>
            <a:endParaRPr lang="en-US" altLang="zh-CN" sz="2000" dirty="0">
              <a:latin typeface="华文楷体" panose="02010600040101010101" pitchFamily="2" charset="-122"/>
              <a:ea typeface="华文楷体" panose="02010600040101010101" pitchFamily="2" charset="-122"/>
            </a:endParaRPr>
          </a:p>
          <a:p>
            <a:pPr marL="1257300" lvl="2" indent="-342900">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说明该子系统功能的实际成本偏小，应适当加大该子系统的成本以完善其对应的功能</a:t>
            </a:r>
          </a:p>
          <a:p>
            <a:pPr marL="1257300" lvl="2" indent="-342900">
              <a:buFont typeface="Arial" panose="020B0604020202020204" pitchFamily="34" charset="0"/>
              <a:buChar char="•"/>
            </a:pPr>
            <a:r>
              <a:rPr lang="zh-CN" altLang="en-US" dirty="0">
                <a:solidFill>
                  <a:srgbClr val="BA2852"/>
                </a:solidFill>
                <a:latin typeface="华文楷体" panose="02010600040101010101" pitchFamily="2" charset="-122"/>
                <a:ea typeface="华文楷体" panose="02010600040101010101" pitchFamily="2" charset="-122"/>
              </a:rPr>
              <a:t>该子系统作为一般性功能改进对象</a:t>
            </a:r>
          </a:p>
          <a:p>
            <a:pPr marL="838200" lvl="1" indent="-381000">
              <a:buFont typeface="Arial" panose="020B0604020202020204" pitchFamily="34" charset="0"/>
              <a:buChar char="•"/>
            </a:pPr>
            <a:r>
              <a:rPr lang="zh-CN" altLang="en-US" sz="2000" dirty="0">
                <a:latin typeface="华文楷体" panose="02010600040101010101" pitchFamily="2" charset="-122"/>
                <a:ea typeface="华文楷体" panose="02010600040101010101" pitchFamily="2" charset="-122"/>
              </a:rPr>
              <a:t>若 </a:t>
            </a:r>
            <a:r>
              <a:rPr lang="en-US" altLang="zh-CN" sz="2000" i="1" dirty="0" err="1">
                <a:latin typeface="华文楷体" panose="02010600040101010101" pitchFamily="2" charset="-122"/>
                <a:ea typeface="华文楷体" panose="02010600040101010101" pitchFamily="2" charset="-122"/>
              </a:rPr>
              <a:t>VI</a:t>
            </a:r>
            <a:r>
              <a:rPr lang="en-US" altLang="zh-CN" sz="2000" i="1" baseline="-25000" dirty="0" err="1">
                <a:latin typeface="华文楷体" panose="02010600040101010101" pitchFamily="2" charset="-122"/>
                <a:ea typeface="华文楷体" panose="02010600040101010101" pitchFamily="2" charset="-122"/>
              </a:rPr>
              <a:t>j</a:t>
            </a:r>
            <a:r>
              <a:rPr lang="en-US" altLang="zh-CN" sz="2000" dirty="0">
                <a:latin typeface="华文楷体" panose="02010600040101010101" pitchFamily="2" charset="-122"/>
                <a:ea typeface="华文楷体" panose="02010600040101010101" pitchFamily="2" charset="-122"/>
              </a:rPr>
              <a:t>&lt;1</a:t>
            </a:r>
            <a:r>
              <a:rPr lang="zh-CN" altLang="en-US" sz="2000" dirty="0">
                <a:latin typeface="华文楷体" panose="02010600040101010101" pitchFamily="2" charset="-122"/>
                <a:ea typeface="华文楷体" panose="02010600040101010101" pitchFamily="2" charset="-122"/>
              </a:rPr>
              <a:t> </a:t>
            </a:r>
          </a:p>
          <a:p>
            <a:pPr marL="1257300" lvl="2" indent="-342900">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说明该子系统功能分配的成本过高，需要对该子系统的结构设计进行改进或降低相应的硬件设备价格或软件开发费用，以达到最终降低子系统成本的目的，并促使功能与成本的匹配。</a:t>
            </a:r>
          </a:p>
          <a:p>
            <a:pPr marL="1257300" lvl="2" indent="-342900">
              <a:buFont typeface="Arial" panose="020B0604020202020204" pitchFamily="34" charset="0"/>
              <a:buChar char="•"/>
            </a:pPr>
            <a:r>
              <a:rPr lang="zh-CN" altLang="en-US" dirty="0">
                <a:solidFill>
                  <a:srgbClr val="BA2852"/>
                </a:solidFill>
                <a:latin typeface="华文楷体" panose="02010600040101010101" pitchFamily="2" charset="-122"/>
                <a:ea typeface="华文楷体" panose="02010600040101010101" pitchFamily="2" charset="-122"/>
              </a:rPr>
              <a:t>该子系统作为重点功能改进对象</a:t>
            </a:r>
            <a:endParaRPr lang="zh-CN" altLang="en-US" sz="20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89339460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5277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ABC</a:t>
            </a:r>
            <a:r>
              <a:rPr lang="zh-CN" altLang="en-US" sz="2400" spc="300" dirty="0">
                <a:latin typeface="微软雅黑" panose="020B0503020204020204" pitchFamily="34" charset="-122"/>
                <a:ea typeface="微软雅黑" panose="020B0503020204020204" pitchFamily="34" charset="-122"/>
              </a:rPr>
              <a:t>分类法</a:t>
            </a:r>
          </a:p>
        </p:txBody>
      </p:sp>
      <p:sp>
        <p:nvSpPr>
          <p:cNvPr id="2" name="矩形 1">
            <a:extLst>
              <a:ext uri="{FF2B5EF4-FFF2-40B4-BE49-F238E27FC236}">
                <a16:creationId xmlns:a16="http://schemas.microsoft.com/office/drawing/2014/main" id="{1A343DEC-CFF6-41F5-B87C-0DFC08C67B76}"/>
              </a:ext>
            </a:extLst>
          </p:cNvPr>
          <p:cNvSpPr/>
          <p:nvPr/>
        </p:nvSpPr>
        <p:spPr>
          <a:xfrm>
            <a:off x="611831" y="703728"/>
            <a:ext cx="7920338" cy="437151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ABC</a:t>
            </a:r>
            <a:r>
              <a:rPr lang="zh-CN" altLang="en-US" sz="1700" dirty="0">
                <a:solidFill>
                  <a:srgbClr val="000000"/>
                </a:solidFill>
                <a:latin typeface="华文楷体" panose="02010600040101010101" pitchFamily="2" charset="-122"/>
                <a:ea typeface="华文楷体" panose="02010600040101010101" pitchFamily="2" charset="-122"/>
              </a:rPr>
              <a:t>分析法（</a:t>
            </a:r>
            <a:r>
              <a:rPr lang="en-US" altLang="zh-CN" sz="1700" dirty="0">
                <a:solidFill>
                  <a:srgbClr val="000000"/>
                </a:solidFill>
                <a:latin typeface="华文楷体" panose="02010600040101010101" pitchFamily="2" charset="-122"/>
                <a:ea typeface="华文楷体" panose="02010600040101010101" pitchFamily="2" charset="-122"/>
              </a:rPr>
              <a:t>Pareto </a:t>
            </a:r>
            <a:r>
              <a:rPr lang="zh-CN" altLang="en-US" sz="1700" dirty="0">
                <a:solidFill>
                  <a:srgbClr val="000000"/>
                </a:solidFill>
                <a:latin typeface="华文楷体" panose="02010600040101010101" pitchFamily="2" charset="-122"/>
                <a:ea typeface="华文楷体" panose="02010600040101010101" pitchFamily="2" charset="-122"/>
              </a:rPr>
              <a:t>分析法）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是意大利经济学家帕莱脱</a:t>
            </a:r>
            <a:r>
              <a:rPr lang="en-US" altLang="zh-CN" sz="1700" dirty="0">
                <a:solidFill>
                  <a:srgbClr val="000000"/>
                </a:solidFill>
                <a:latin typeface="华文楷体" panose="02010600040101010101" pitchFamily="2" charset="-122"/>
                <a:ea typeface="华文楷体" panose="02010600040101010101" pitchFamily="2" charset="-122"/>
              </a:rPr>
              <a:t>(Pareto</a:t>
            </a:r>
            <a:r>
              <a:rPr lang="zh-CN" altLang="en-US" sz="1700" dirty="0">
                <a:solidFill>
                  <a:srgbClr val="000000"/>
                </a:solidFill>
                <a:latin typeface="华文楷体" panose="02010600040101010101" pitchFamily="2" charset="-122"/>
                <a:ea typeface="华文楷体" panose="02010600040101010101" pitchFamily="2" charset="-122"/>
              </a:rPr>
              <a:t>）提出的，是一种可应用于软件成本控制、质量控制等方面的一种十分有效的技术经济方法或统计方法。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以软件模块为考察对象，以成本为度量指标的</a:t>
            </a:r>
            <a:r>
              <a:rPr lang="en-US" altLang="zh-CN" sz="1700" dirty="0">
                <a:solidFill>
                  <a:srgbClr val="000000"/>
                </a:solidFill>
                <a:latin typeface="华文楷体" panose="02010600040101010101" pitchFamily="2" charset="-122"/>
                <a:ea typeface="华文楷体" panose="02010600040101010101" pitchFamily="2" charset="-122"/>
              </a:rPr>
              <a:t>ABC</a:t>
            </a:r>
            <a:r>
              <a:rPr lang="zh-CN" altLang="en-US" sz="1700" dirty="0">
                <a:solidFill>
                  <a:srgbClr val="000000"/>
                </a:solidFill>
                <a:latin typeface="华文楷体" panose="02010600040101010101" pitchFamily="2" charset="-122"/>
                <a:ea typeface="华文楷体" panose="02010600040101010101" pitchFamily="2" charset="-122"/>
              </a:rPr>
              <a:t>分类法的步骤：</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将各模块成本自大到小排序，计算各模块的成本系数。</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计算累计成本系数，并寻找</a:t>
            </a:r>
            <a:r>
              <a:rPr lang="en-US" altLang="zh-CN" sz="1700" dirty="0">
                <a:solidFill>
                  <a:srgbClr val="000000"/>
                </a:solidFill>
                <a:latin typeface="华文楷体" panose="02010600040101010101" pitchFamily="2" charset="-122"/>
                <a:ea typeface="华文楷体" panose="02010600040101010101" pitchFamily="2" charset="-122"/>
              </a:rPr>
              <a:t>A</a:t>
            </a: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B</a:t>
            </a: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C</a:t>
            </a:r>
            <a:r>
              <a:rPr lang="zh-CN" altLang="en-US" sz="1700" dirty="0">
                <a:solidFill>
                  <a:srgbClr val="000000"/>
                </a:solidFill>
                <a:latin typeface="华文楷体" panose="02010600040101010101" pitchFamily="2" charset="-122"/>
                <a:ea typeface="华文楷体" panose="02010600040101010101" pitchFamily="2" charset="-122"/>
              </a:rPr>
              <a:t>分类点。</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做直方图，在横轴上获得</a:t>
            </a:r>
            <a:r>
              <a:rPr lang="en-US" altLang="zh-CN" sz="1700" dirty="0">
                <a:solidFill>
                  <a:srgbClr val="000000"/>
                </a:solidFill>
                <a:latin typeface="华文楷体" panose="02010600040101010101" pitchFamily="2" charset="-122"/>
                <a:ea typeface="华文楷体" panose="02010600040101010101" pitchFamily="2" charset="-122"/>
              </a:rPr>
              <a:t>A</a:t>
            </a: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B</a:t>
            </a: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C</a:t>
            </a:r>
            <a:r>
              <a:rPr lang="zh-CN" altLang="en-US" sz="1700" dirty="0">
                <a:solidFill>
                  <a:srgbClr val="000000"/>
                </a:solidFill>
                <a:latin typeface="华文楷体" panose="02010600040101010101" pitchFamily="2" charset="-122"/>
                <a:ea typeface="华文楷体" panose="02010600040101010101" pitchFamily="2" charset="-122"/>
              </a:rPr>
              <a:t>分类点，以及对应的三个类（集合）。</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利用</a:t>
            </a:r>
            <a:r>
              <a:rPr lang="en-US" altLang="zh-CN" sz="1700" dirty="0">
                <a:solidFill>
                  <a:srgbClr val="000000"/>
                </a:solidFill>
                <a:latin typeface="华文楷体" panose="02010600040101010101" pitchFamily="2" charset="-122"/>
                <a:ea typeface="华文楷体" panose="02010600040101010101" pitchFamily="2" charset="-122"/>
              </a:rPr>
              <a:t>ABC</a:t>
            </a:r>
            <a:r>
              <a:rPr lang="zh-CN" altLang="en-US" sz="1700" dirty="0">
                <a:solidFill>
                  <a:srgbClr val="000000"/>
                </a:solidFill>
                <a:latin typeface="华文楷体" panose="02010600040101010101" pitchFamily="2" charset="-122"/>
                <a:ea typeface="华文楷体" panose="02010600040101010101" pitchFamily="2" charset="-122"/>
              </a:rPr>
              <a:t>分类法得：</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a:t>
            </a:r>
            <a:r>
              <a:rPr lang="en-US" altLang="zh-CN" sz="1700" dirty="0">
                <a:solidFill>
                  <a:srgbClr val="000000"/>
                </a:solidFill>
                <a:latin typeface="华文楷体" panose="02010600040101010101" pitchFamily="2" charset="-122"/>
                <a:ea typeface="华文楷体" panose="02010600040101010101" pitchFamily="2" charset="-122"/>
              </a:rPr>
              <a:t>A</a:t>
            </a:r>
            <a:r>
              <a:rPr lang="zh-CN" altLang="en-US" sz="1700" dirty="0">
                <a:solidFill>
                  <a:srgbClr val="000000"/>
                </a:solidFill>
                <a:latin typeface="华文楷体" panose="02010600040101010101" pitchFamily="2" charset="-122"/>
                <a:ea typeface="华文楷体" panose="02010600040101010101" pitchFamily="2" charset="-122"/>
              </a:rPr>
              <a:t>类模块集合是做价值分析时的重点考察对象</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a:t>
            </a:r>
            <a:r>
              <a:rPr lang="en-US" altLang="zh-CN" sz="1700" dirty="0">
                <a:solidFill>
                  <a:srgbClr val="000000"/>
                </a:solidFill>
                <a:latin typeface="华文楷体" panose="02010600040101010101" pitchFamily="2" charset="-122"/>
                <a:ea typeface="华文楷体" panose="02010600040101010101" pitchFamily="2" charset="-122"/>
              </a:rPr>
              <a:t>B</a:t>
            </a:r>
            <a:r>
              <a:rPr lang="zh-CN" altLang="en-US" sz="1700" dirty="0">
                <a:solidFill>
                  <a:srgbClr val="000000"/>
                </a:solidFill>
                <a:latin typeface="华文楷体" panose="02010600040101010101" pitchFamily="2" charset="-122"/>
                <a:ea typeface="华文楷体" panose="02010600040101010101" pitchFamily="2" charset="-122"/>
              </a:rPr>
              <a:t>类模块集合是做价值分析时的一般考察对象</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a:t>
            </a:r>
            <a:r>
              <a:rPr lang="en-US" altLang="zh-CN" sz="1700" dirty="0">
                <a:solidFill>
                  <a:srgbClr val="000000"/>
                </a:solidFill>
                <a:latin typeface="华文楷体" panose="02010600040101010101" pitchFamily="2" charset="-122"/>
                <a:ea typeface="华文楷体" panose="02010600040101010101" pitchFamily="2" charset="-122"/>
              </a:rPr>
              <a:t>C</a:t>
            </a:r>
            <a:r>
              <a:rPr lang="zh-CN" altLang="en-US" sz="1700" dirty="0">
                <a:solidFill>
                  <a:srgbClr val="000000"/>
                </a:solidFill>
                <a:latin typeface="华文楷体" panose="02010600040101010101" pitchFamily="2" charset="-122"/>
                <a:ea typeface="华文楷体" panose="02010600040101010101" pitchFamily="2" charset="-122"/>
              </a:rPr>
              <a:t>类模块集合不做为价值分析时的考察对象。</a:t>
            </a:r>
          </a:p>
        </p:txBody>
      </p:sp>
    </p:spTree>
    <p:extLst>
      <p:ext uri="{BB962C8B-B14F-4D97-AF65-F5344CB8AC3E}">
        <p14:creationId xmlns:p14="http://schemas.microsoft.com/office/powerpoint/2010/main" val="49236474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5277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ABC</a:t>
            </a:r>
            <a:r>
              <a:rPr lang="zh-CN" altLang="en-US" sz="2400" spc="300" dirty="0">
                <a:latin typeface="微软雅黑" panose="020B0503020204020204" pitchFamily="34" charset="-122"/>
                <a:ea typeface="微软雅黑" panose="020B0503020204020204" pitchFamily="34" charset="-122"/>
              </a:rPr>
              <a:t>分类法</a:t>
            </a:r>
          </a:p>
        </p:txBody>
      </p:sp>
      <p:pic>
        <p:nvPicPr>
          <p:cNvPr id="3" name="Picture 3">
            <a:extLst>
              <a:ext uri="{FF2B5EF4-FFF2-40B4-BE49-F238E27FC236}">
                <a16:creationId xmlns:a16="http://schemas.microsoft.com/office/drawing/2014/main" id="{3D611FAC-19B0-4501-A489-A5565D0092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740" b="3020"/>
          <a:stretch>
            <a:fillRect/>
          </a:stretch>
        </p:blipFill>
        <p:spPr bwMode="auto">
          <a:xfrm>
            <a:off x="1378223" y="704792"/>
            <a:ext cx="6387553" cy="4388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93567386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5277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ABC</a:t>
            </a:r>
            <a:r>
              <a:rPr lang="zh-CN" altLang="en-US" sz="2400" spc="300" dirty="0">
                <a:latin typeface="微软雅黑" panose="020B0503020204020204" pitchFamily="34" charset="-122"/>
                <a:ea typeface="微软雅黑" panose="020B0503020204020204" pitchFamily="34" charset="-122"/>
              </a:rPr>
              <a:t>分类法</a:t>
            </a:r>
          </a:p>
        </p:txBody>
      </p:sp>
      <p:pic>
        <p:nvPicPr>
          <p:cNvPr id="6" name="Picture 2">
            <a:extLst>
              <a:ext uri="{FF2B5EF4-FFF2-40B4-BE49-F238E27FC236}">
                <a16:creationId xmlns:a16="http://schemas.microsoft.com/office/drawing/2014/main" id="{63E9C888-FCBC-4FDD-BBAB-48B74CED36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970" r="21735"/>
          <a:stretch>
            <a:fillRect/>
          </a:stretch>
        </p:blipFill>
        <p:spPr>
          <a:xfrm>
            <a:off x="1776794" y="803462"/>
            <a:ext cx="5590411" cy="4180616"/>
          </a:xfrm>
          <a:prstGeom prst="rect">
            <a:avLst/>
          </a:prstGeom>
        </p:spPr>
      </p:pic>
    </p:spTree>
    <p:extLst>
      <p:ext uri="{BB962C8B-B14F-4D97-AF65-F5344CB8AC3E}">
        <p14:creationId xmlns:p14="http://schemas.microsoft.com/office/powerpoint/2010/main" val="322230772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711284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二八效应即</a:t>
            </a:r>
            <a:r>
              <a:rPr lang="en-US" altLang="zh-CN" sz="2400" spc="300" dirty="0">
                <a:latin typeface="微软雅黑" panose="020B0503020204020204" pitchFamily="34" charset="-122"/>
                <a:ea typeface="微软雅黑" panose="020B0503020204020204" pitchFamily="34" charset="-122"/>
              </a:rPr>
              <a:t>80/20</a:t>
            </a:r>
            <a:r>
              <a:rPr lang="zh-CN" altLang="en-US" sz="2400" spc="300" dirty="0">
                <a:latin typeface="微软雅黑" panose="020B0503020204020204" pitchFamily="34" charset="-122"/>
                <a:ea typeface="微软雅黑" panose="020B0503020204020204" pitchFamily="34" charset="-122"/>
              </a:rPr>
              <a:t>法则（</a:t>
            </a:r>
            <a:r>
              <a:rPr lang="en-US" altLang="zh-CN" sz="2400" spc="300" dirty="0">
                <a:latin typeface="微软雅黑" panose="020B0503020204020204" pitchFamily="34" charset="-122"/>
                <a:ea typeface="微软雅黑" panose="020B0503020204020204" pitchFamily="34" charset="-122"/>
              </a:rPr>
              <a:t>The 80/20 Rule</a:t>
            </a:r>
            <a:r>
              <a:rPr lang="zh-CN" altLang="en-US" sz="2400" spc="300" dirty="0">
                <a:latin typeface="微软雅黑" panose="020B0503020204020204" pitchFamily="34" charset="-122"/>
                <a:ea typeface="微软雅黑" panose="020B0503020204020204" pitchFamily="34" charset="-122"/>
              </a:rPr>
              <a:t>）</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8018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二八效应又称为帕莱脱法则、帕莱脱定律、最省力法则或不平衡原则、犹太法则。此法则是由意大利经济学家帕莱脱提出的。</a:t>
            </a: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80/20</a:t>
            </a:r>
            <a:r>
              <a:rPr lang="zh-CN" altLang="en-US" sz="1700" dirty="0">
                <a:solidFill>
                  <a:srgbClr val="000000"/>
                </a:solidFill>
                <a:latin typeface="华文楷体" panose="02010600040101010101" pitchFamily="2" charset="-122"/>
                <a:ea typeface="华文楷体" panose="02010600040101010101" pitchFamily="2" charset="-122"/>
              </a:rPr>
              <a:t>的法则认为：</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原因和结果、投入和产出、努力和报酬之间本来存在着无法解释的不平衡。一般来说，投入和努力可以分为两种不同的类型 。</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多数，它们只能造成少许的影响；</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少数，它们造成主要的、重大的影响。</a:t>
            </a:r>
          </a:p>
        </p:txBody>
      </p:sp>
    </p:spTree>
    <p:extLst>
      <p:ext uri="{BB962C8B-B14F-4D97-AF65-F5344CB8AC3E}">
        <p14:creationId xmlns:p14="http://schemas.microsoft.com/office/powerpoint/2010/main" val="375866442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711284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二八效应即</a:t>
            </a:r>
            <a:r>
              <a:rPr lang="en-US" altLang="zh-CN" sz="2400" spc="300" dirty="0">
                <a:latin typeface="微软雅黑" panose="020B0503020204020204" pitchFamily="34" charset="-122"/>
                <a:ea typeface="微软雅黑" panose="020B0503020204020204" pitchFamily="34" charset="-122"/>
              </a:rPr>
              <a:t>80/20</a:t>
            </a:r>
            <a:r>
              <a:rPr lang="zh-CN" altLang="en-US" sz="2400" spc="300" dirty="0">
                <a:latin typeface="微软雅黑" panose="020B0503020204020204" pitchFamily="34" charset="-122"/>
                <a:ea typeface="微软雅黑" panose="020B0503020204020204" pitchFamily="34" charset="-122"/>
              </a:rPr>
              <a:t>法则（</a:t>
            </a:r>
            <a:r>
              <a:rPr lang="en-US" altLang="zh-CN" sz="2400" spc="300" dirty="0">
                <a:latin typeface="微软雅黑" panose="020B0503020204020204" pitchFamily="34" charset="-122"/>
                <a:ea typeface="微软雅黑" panose="020B0503020204020204" pitchFamily="34" charset="-122"/>
              </a:rPr>
              <a:t>The 80/20 Rule</a:t>
            </a:r>
            <a:r>
              <a:rPr lang="zh-CN" altLang="en-US" sz="2400" spc="300" dirty="0">
                <a:latin typeface="微软雅黑" panose="020B0503020204020204" pitchFamily="34" charset="-122"/>
                <a:ea typeface="微软雅黑" panose="020B0503020204020204" pitchFamily="34" charset="-122"/>
              </a:rPr>
              <a:t>）</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97910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一般情形下，产出或报酬是由少数的原因、投入和努力所产生的。原因与结果、投入与产出、努力与报酬之间的关系往往是不平衡的。</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若以数学方式测量这个不平衡，得到的基准线是一个</a:t>
            </a:r>
            <a:r>
              <a:rPr lang="en-US" altLang="zh-CN" sz="1700" dirty="0">
                <a:solidFill>
                  <a:srgbClr val="000000"/>
                </a:solidFill>
                <a:latin typeface="华文楷体" panose="02010600040101010101" pitchFamily="2" charset="-122"/>
                <a:ea typeface="华文楷体" panose="02010600040101010101" pitchFamily="2" charset="-122"/>
              </a:rPr>
              <a:t>80/20</a:t>
            </a:r>
            <a:r>
              <a:rPr lang="zh-CN" altLang="en-US" sz="1700" dirty="0">
                <a:solidFill>
                  <a:srgbClr val="000000"/>
                </a:solidFill>
                <a:latin typeface="华文楷体" panose="02010600040101010101" pitchFamily="2" charset="-122"/>
                <a:ea typeface="华文楷体" panose="02010600040101010101" pitchFamily="2" charset="-122"/>
              </a:rPr>
              <a:t>关系；结果、产出或报酬的</a:t>
            </a:r>
            <a:r>
              <a:rPr lang="en-US" altLang="zh-CN" sz="1700" dirty="0">
                <a:solidFill>
                  <a:srgbClr val="000000"/>
                </a:solidFill>
                <a:latin typeface="华文楷体" panose="02010600040101010101" pitchFamily="2" charset="-122"/>
                <a:ea typeface="华文楷体" panose="02010600040101010101" pitchFamily="2" charset="-122"/>
              </a:rPr>
              <a:t>80</a:t>
            </a:r>
            <a:r>
              <a:rPr lang="zh-CN" altLang="en-US" sz="1700" dirty="0">
                <a:solidFill>
                  <a:srgbClr val="000000"/>
                </a:solidFill>
                <a:latin typeface="华文楷体" panose="02010600040101010101" pitchFamily="2" charset="-122"/>
                <a:ea typeface="华文楷体" panose="02010600040101010101" pitchFamily="2" charset="-122"/>
              </a:rPr>
              <a:t>％取决于</a:t>
            </a:r>
            <a:r>
              <a:rPr lang="en-US" altLang="zh-CN" sz="1700" dirty="0">
                <a:solidFill>
                  <a:srgbClr val="000000"/>
                </a:solidFill>
                <a:latin typeface="华文楷体" panose="02010600040101010101" pitchFamily="2" charset="-122"/>
                <a:ea typeface="华文楷体" panose="02010600040101010101" pitchFamily="2" charset="-122"/>
              </a:rPr>
              <a:t>20</a:t>
            </a:r>
            <a:r>
              <a:rPr lang="zh-CN" altLang="en-US" sz="1700" dirty="0">
                <a:solidFill>
                  <a:srgbClr val="000000"/>
                </a:solidFill>
                <a:latin typeface="华文楷体" panose="02010600040101010101" pitchFamily="2" charset="-122"/>
                <a:ea typeface="华文楷体" panose="02010600040101010101" pitchFamily="2" charset="-122"/>
              </a:rPr>
              <a:t>％的原因、投入或努力。</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例如，世界上大约</a:t>
            </a:r>
            <a:r>
              <a:rPr lang="en-US" altLang="zh-CN" sz="1700" dirty="0">
                <a:solidFill>
                  <a:srgbClr val="000000"/>
                </a:solidFill>
                <a:latin typeface="华文楷体" panose="02010600040101010101" pitchFamily="2" charset="-122"/>
                <a:ea typeface="华文楷体" panose="02010600040101010101" pitchFamily="2" charset="-122"/>
              </a:rPr>
              <a:t>80</a:t>
            </a:r>
            <a:r>
              <a:rPr lang="zh-CN" altLang="en-US" sz="1700" dirty="0">
                <a:solidFill>
                  <a:srgbClr val="000000"/>
                </a:solidFill>
                <a:latin typeface="华文楷体" panose="02010600040101010101" pitchFamily="2" charset="-122"/>
                <a:ea typeface="华文楷体" panose="02010600040101010101" pitchFamily="2" charset="-122"/>
              </a:rPr>
              <a:t>％的资源是由世界上</a:t>
            </a:r>
            <a:r>
              <a:rPr lang="en-US" altLang="zh-CN" sz="1700" dirty="0">
                <a:solidFill>
                  <a:srgbClr val="000000"/>
                </a:solidFill>
                <a:latin typeface="华文楷体" panose="02010600040101010101" pitchFamily="2" charset="-122"/>
                <a:ea typeface="华文楷体" panose="02010600040101010101" pitchFamily="2" charset="-122"/>
              </a:rPr>
              <a:t>15</a:t>
            </a:r>
            <a:r>
              <a:rPr lang="zh-CN" altLang="en-US" sz="1700" dirty="0">
                <a:solidFill>
                  <a:srgbClr val="000000"/>
                </a:solidFill>
                <a:latin typeface="华文楷体" panose="02010600040101010101" pitchFamily="2" charset="-122"/>
                <a:ea typeface="华文楷体" panose="02010600040101010101" pitchFamily="2" charset="-122"/>
              </a:rPr>
              <a:t>％的人口所耗尽的；世界财富的</a:t>
            </a:r>
            <a:r>
              <a:rPr lang="en-US" altLang="zh-CN" sz="1700" dirty="0">
                <a:solidFill>
                  <a:srgbClr val="000000"/>
                </a:solidFill>
                <a:latin typeface="华文楷体" panose="02010600040101010101" pitchFamily="2" charset="-122"/>
                <a:ea typeface="华文楷体" panose="02010600040101010101" pitchFamily="2" charset="-122"/>
              </a:rPr>
              <a:t>80</a:t>
            </a:r>
            <a:r>
              <a:rPr lang="zh-CN" altLang="en-US" sz="1700" dirty="0">
                <a:solidFill>
                  <a:srgbClr val="000000"/>
                </a:solidFill>
                <a:latin typeface="华文楷体" panose="02010600040101010101" pitchFamily="2" charset="-122"/>
                <a:ea typeface="华文楷体" panose="02010600040101010101" pitchFamily="2" charset="-122"/>
              </a:rPr>
              <a:t>％为</a:t>
            </a:r>
            <a:r>
              <a:rPr lang="en-US" altLang="zh-CN" sz="1700" dirty="0">
                <a:solidFill>
                  <a:srgbClr val="000000"/>
                </a:solidFill>
                <a:latin typeface="华文楷体" panose="02010600040101010101" pitchFamily="2" charset="-122"/>
                <a:ea typeface="华文楷体" panose="02010600040101010101" pitchFamily="2" charset="-122"/>
              </a:rPr>
              <a:t>25</a:t>
            </a:r>
            <a:r>
              <a:rPr lang="zh-CN" altLang="en-US" sz="1700" dirty="0">
                <a:solidFill>
                  <a:srgbClr val="000000"/>
                </a:solidFill>
                <a:latin typeface="华文楷体" panose="02010600040101010101" pitchFamily="2" charset="-122"/>
                <a:ea typeface="华文楷体" panose="02010600040101010101" pitchFamily="2" charset="-122"/>
              </a:rPr>
              <a:t>％的人所拥有；在一个国家的医疗体系中，</a:t>
            </a:r>
            <a:r>
              <a:rPr lang="en-US" altLang="zh-CN" sz="1700" dirty="0">
                <a:solidFill>
                  <a:srgbClr val="000000"/>
                </a:solidFill>
                <a:latin typeface="华文楷体" panose="02010600040101010101" pitchFamily="2" charset="-122"/>
                <a:ea typeface="华文楷体" panose="02010600040101010101" pitchFamily="2" charset="-122"/>
              </a:rPr>
              <a:t>20</a:t>
            </a:r>
            <a:r>
              <a:rPr lang="zh-CN" altLang="en-US" sz="1700" dirty="0">
                <a:solidFill>
                  <a:srgbClr val="000000"/>
                </a:solidFill>
                <a:latin typeface="华文楷体" panose="02010600040101010101" pitchFamily="2" charset="-122"/>
                <a:ea typeface="华文楷体" panose="02010600040101010101" pitchFamily="2" charset="-122"/>
              </a:rPr>
              <a:t>％的人口与</a:t>
            </a:r>
            <a:r>
              <a:rPr lang="en-US" altLang="zh-CN" sz="1700" dirty="0">
                <a:solidFill>
                  <a:srgbClr val="000000"/>
                </a:solidFill>
                <a:latin typeface="华文楷体" panose="02010600040101010101" pitchFamily="2" charset="-122"/>
                <a:ea typeface="华文楷体" panose="02010600040101010101" pitchFamily="2" charset="-122"/>
              </a:rPr>
              <a:t>20</a:t>
            </a:r>
            <a:r>
              <a:rPr lang="zh-CN" altLang="en-US" sz="1700" dirty="0">
                <a:solidFill>
                  <a:srgbClr val="000000"/>
                </a:solidFill>
                <a:latin typeface="华文楷体" panose="02010600040101010101" pitchFamily="2" charset="-122"/>
                <a:ea typeface="华文楷体" panose="02010600040101010101" pitchFamily="2" charset="-122"/>
              </a:rPr>
              <a:t>％的疾病，会消耗</a:t>
            </a:r>
            <a:r>
              <a:rPr lang="en-US" altLang="zh-CN" sz="1700" dirty="0">
                <a:solidFill>
                  <a:srgbClr val="000000"/>
                </a:solidFill>
                <a:latin typeface="华文楷体" panose="02010600040101010101" pitchFamily="2" charset="-122"/>
                <a:ea typeface="华文楷体" panose="02010600040101010101" pitchFamily="2" charset="-122"/>
              </a:rPr>
              <a:t>80</a:t>
            </a:r>
            <a:r>
              <a:rPr lang="zh-CN" altLang="en-US" sz="1700" dirty="0">
                <a:solidFill>
                  <a:srgbClr val="000000"/>
                </a:solidFill>
                <a:latin typeface="华文楷体" panose="02010600040101010101" pitchFamily="2" charset="-122"/>
                <a:ea typeface="华文楷体" panose="02010600040101010101" pitchFamily="2" charset="-122"/>
              </a:rPr>
              <a:t>％的医疗资源。</a:t>
            </a:r>
            <a:r>
              <a:rPr lang="en-US" altLang="zh-CN" sz="1700" dirty="0">
                <a:solidFill>
                  <a:srgbClr val="000000"/>
                </a:solidFill>
                <a:latin typeface="华文楷体" panose="02010600040101010101" pitchFamily="2" charset="-122"/>
                <a:ea typeface="华文楷体" panose="02010600040101010101" pitchFamily="2" charset="-122"/>
              </a:rPr>
              <a:t>80/20</a:t>
            </a:r>
            <a:r>
              <a:rPr lang="zh-CN" altLang="en-US" sz="1700" dirty="0">
                <a:solidFill>
                  <a:srgbClr val="000000"/>
                </a:solidFill>
                <a:latin typeface="华文楷体" panose="02010600040101010101" pitchFamily="2" charset="-122"/>
                <a:ea typeface="华文楷体" panose="02010600040101010101" pitchFamily="2" charset="-122"/>
              </a:rPr>
              <a:t>原则表明在投入与产出、原因与结果以及努力与报酬之间存在着固有的不平衡。</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这说明少量的原因、投入和努力会有大量的收获、产出或回报。只有几件事情是重要的，大部分都微不足道。 </a:t>
            </a:r>
          </a:p>
        </p:txBody>
      </p:sp>
    </p:spTree>
    <p:extLst>
      <p:ext uri="{BB962C8B-B14F-4D97-AF65-F5344CB8AC3E}">
        <p14:creationId xmlns:p14="http://schemas.microsoft.com/office/powerpoint/2010/main" val="282086732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711284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二八效应即</a:t>
            </a:r>
            <a:r>
              <a:rPr lang="en-US" altLang="zh-CN" sz="2400" spc="300" dirty="0">
                <a:latin typeface="微软雅黑" panose="020B0503020204020204" pitchFamily="34" charset="-122"/>
                <a:ea typeface="微软雅黑" panose="020B0503020204020204" pitchFamily="34" charset="-122"/>
              </a:rPr>
              <a:t>80/20</a:t>
            </a:r>
            <a:r>
              <a:rPr lang="zh-CN" altLang="en-US" sz="2400" spc="300" dirty="0">
                <a:latin typeface="微软雅黑" panose="020B0503020204020204" pitchFamily="34" charset="-122"/>
                <a:ea typeface="微软雅黑" panose="020B0503020204020204" pitchFamily="34" charset="-122"/>
              </a:rPr>
              <a:t>法则（</a:t>
            </a:r>
            <a:r>
              <a:rPr lang="en-US" altLang="zh-CN" sz="2400" spc="300" dirty="0">
                <a:latin typeface="微软雅黑" panose="020B0503020204020204" pitchFamily="34" charset="-122"/>
                <a:ea typeface="微软雅黑" panose="020B0503020204020204" pitchFamily="34" charset="-122"/>
              </a:rPr>
              <a:t>The 80/20 Rule</a:t>
            </a:r>
            <a:r>
              <a:rPr lang="zh-CN" altLang="en-US" sz="2400" spc="300" dirty="0">
                <a:latin typeface="微软雅黑" panose="020B0503020204020204" pitchFamily="34" charset="-122"/>
                <a:ea typeface="微软雅黑" panose="020B0503020204020204" pitchFamily="34" charset="-122"/>
              </a:rPr>
              <a:t>）</a:t>
            </a:r>
          </a:p>
        </p:txBody>
      </p:sp>
      <p:pic>
        <p:nvPicPr>
          <p:cNvPr id="3" name="Picture 2">
            <a:extLst>
              <a:ext uri="{FF2B5EF4-FFF2-40B4-BE49-F238E27FC236}">
                <a16:creationId xmlns:a16="http://schemas.microsoft.com/office/drawing/2014/main" id="{7328B243-1EE7-40B5-A7E3-B5CA878B05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410"/>
          <a:stretch>
            <a:fillRect/>
          </a:stretch>
        </p:blipFill>
        <p:spPr bwMode="auto">
          <a:xfrm>
            <a:off x="768800" y="849923"/>
            <a:ext cx="7475607" cy="3443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132958725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711284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二八效应即</a:t>
            </a:r>
            <a:r>
              <a:rPr lang="en-US" altLang="zh-CN" sz="2400" spc="300" dirty="0">
                <a:latin typeface="微软雅黑" panose="020B0503020204020204" pitchFamily="34" charset="-122"/>
                <a:ea typeface="微软雅黑" panose="020B0503020204020204" pitchFamily="34" charset="-122"/>
              </a:rPr>
              <a:t>80/20</a:t>
            </a:r>
            <a:r>
              <a:rPr lang="zh-CN" altLang="en-US" sz="2400" spc="300" dirty="0">
                <a:latin typeface="微软雅黑" panose="020B0503020204020204" pitchFamily="34" charset="-122"/>
                <a:ea typeface="微软雅黑" panose="020B0503020204020204" pitchFamily="34" charset="-122"/>
              </a:rPr>
              <a:t>法则（</a:t>
            </a:r>
            <a:r>
              <a:rPr lang="en-US" altLang="zh-CN" sz="2400" spc="300" dirty="0">
                <a:latin typeface="微软雅黑" panose="020B0503020204020204" pitchFamily="34" charset="-122"/>
                <a:ea typeface="微软雅黑" panose="020B0503020204020204" pitchFamily="34" charset="-122"/>
              </a:rPr>
              <a:t>The 80/20 Rule</a:t>
            </a:r>
            <a:r>
              <a:rPr lang="zh-CN" altLang="en-US" sz="2400" spc="300" dirty="0">
                <a:latin typeface="微软雅黑" panose="020B0503020204020204" pitchFamily="34" charset="-122"/>
                <a:ea typeface="微软雅黑" panose="020B0503020204020204" pitchFamily="34" charset="-122"/>
              </a:rPr>
              <a:t>）</a:t>
            </a:r>
          </a:p>
        </p:txBody>
      </p:sp>
      <p:pic>
        <p:nvPicPr>
          <p:cNvPr id="2" name="Picture 2">
            <a:extLst>
              <a:ext uri="{FF2B5EF4-FFF2-40B4-BE49-F238E27FC236}">
                <a16:creationId xmlns:a16="http://schemas.microsoft.com/office/drawing/2014/main" id="{F29230E0-69B4-4A4E-998C-5BE0F7D728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8276" y="704792"/>
            <a:ext cx="7296898" cy="376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53170048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711284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二八效应即</a:t>
            </a:r>
            <a:r>
              <a:rPr lang="en-US" altLang="zh-CN" sz="2400" spc="300" dirty="0">
                <a:latin typeface="微软雅黑" panose="020B0503020204020204" pitchFamily="34" charset="-122"/>
                <a:ea typeface="微软雅黑" panose="020B0503020204020204" pitchFamily="34" charset="-122"/>
              </a:rPr>
              <a:t>80/20</a:t>
            </a:r>
            <a:r>
              <a:rPr lang="zh-CN" altLang="en-US" sz="2400" spc="300" dirty="0">
                <a:latin typeface="微软雅黑" panose="020B0503020204020204" pitchFamily="34" charset="-122"/>
                <a:ea typeface="微软雅黑" panose="020B0503020204020204" pitchFamily="34" charset="-122"/>
              </a:rPr>
              <a:t>法则（</a:t>
            </a:r>
            <a:r>
              <a:rPr lang="en-US" altLang="zh-CN" sz="2400" spc="300" dirty="0">
                <a:latin typeface="微软雅黑" panose="020B0503020204020204" pitchFamily="34" charset="-122"/>
                <a:ea typeface="微软雅黑" panose="020B0503020204020204" pitchFamily="34" charset="-122"/>
              </a:rPr>
              <a:t>The 80/20 Rule</a:t>
            </a:r>
            <a:r>
              <a:rPr lang="zh-CN" altLang="en-US" sz="2400" spc="300" dirty="0">
                <a:latin typeface="微软雅黑" panose="020B0503020204020204" pitchFamily="34" charset="-122"/>
                <a:ea typeface="微软雅黑" panose="020B0503020204020204" pitchFamily="34" charset="-122"/>
              </a:rPr>
              <a:t>）</a:t>
            </a:r>
          </a:p>
        </p:txBody>
      </p:sp>
      <p:pic>
        <p:nvPicPr>
          <p:cNvPr id="3" name="Picture 2">
            <a:extLst>
              <a:ext uri="{FF2B5EF4-FFF2-40B4-BE49-F238E27FC236}">
                <a16:creationId xmlns:a16="http://schemas.microsoft.com/office/drawing/2014/main" id="{3F2B6018-90DA-4C55-878D-EB46A9F1D1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0446" r="33414"/>
          <a:stretch>
            <a:fillRect/>
          </a:stretch>
        </p:blipFill>
        <p:spPr bwMode="auto">
          <a:xfrm>
            <a:off x="2298017" y="624114"/>
            <a:ext cx="4417415" cy="4137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22896097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13634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3.3.2  </a:t>
            </a:r>
            <a:r>
              <a:rPr lang="zh-CN" altLang="en-US" sz="2400" spc="300" dirty="0">
                <a:latin typeface="微软雅黑" panose="020B0503020204020204" pitchFamily="34" charset="-122"/>
                <a:ea typeface="微软雅黑" panose="020B0503020204020204" pitchFamily="34" charset="-122"/>
              </a:rPr>
              <a:t>价值工程分析与成本估值</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58293"/>
          </a:xfrm>
          <a:prstGeom prst="rect">
            <a:avLst/>
          </a:prstGeom>
        </p:spPr>
        <p:txBody>
          <a:bodyPr wrap="square">
            <a:spAutoFit/>
          </a:bodyPr>
          <a:lstStyle/>
          <a:p>
            <a:pPr algn="ctr">
              <a:lnSpc>
                <a:spcPct val="140000"/>
              </a:lnSpc>
            </a:pPr>
            <a:r>
              <a:rPr lang="zh-CN" altLang="en-US" sz="2000" u="none" dirty="0">
                <a:ea typeface="黑体" panose="02010609060101010101" pitchFamily="49" charset="-122"/>
              </a:rPr>
              <a:t>思考</a:t>
            </a:r>
          </a:p>
          <a:p>
            <a:pPr algn="ctr">
              <a:lnSpc>
                <a:spcPct val="140000"/>
              </a:lnSpc>
            </a:pPr>
            <a:r>
              <a:rPr lang="zh-CN" altLang="en-US" sz="1800" u="none" dirty="0">
                <a:solidFill>
                  <a:srgbClr val="BA2852"/>
                </a:solidFill>
                <a:ea typeface="黑体" panose="02010609060101010101" pitchFamily="49" charset="-122"/>
              </a:rPr>
              <a:t>基于价值分析原理的成本估值</a:t>
            </a:r>
          </a:p>
          <a:p>
            <a:pPr algn="ctr">
              <a:lnSpc>
                <a:spcPct val="140000"/>
              </a:lnSpc>
            </a:pPr>
            <a:r>
              <a:rPr lang="zh-CN" altLang="en-US" sz="1800" u="none" dirty="0">
                <a:solidFill>
                  <a:srgbClr val="BA2852"/>
                </a:solidFill>
                <a:ea typeface="黑体" panose="02010609060101010101" pitchFamily="49" charset="-122"/>
              </a:rPr>
              <a:t>与上一节的其他成本估算有何不同？</a:t>
            </a:r>
          </a:p>
        </p:txBody>
      </p:sp>
    </p:spTree>
    <p:extLst>
      <p:ext uri="{BB962C8B-B14F-4D97-AF65-F5344CB8AC3E}">
        <p14:creationId xmlns:p14="http://schemas.microsoft.com/office/powerpoint/2010/main" val="158539125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13634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3.3.2  </a:t>
            </a:r>
            <a:r>
              <a:rPr lang="zh-CN" altLang="en-US" sz="2400" spc="300" dirty="0">
                <a:latin typeface="微软雅黑" panose="020B0503020204020204" pitchFamily="34" charset="-122"/>
                <a:ea typeface="微软雅黑" panose="020B0503020204020204" pitchFamily="34" charset="-122"/>
              </a:rPr>
              <a:t>价值工程分析与成本估值</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97910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基本原理</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是对</a:t>
            </a:r>
            <a:r>
              <a:rPr lang="en-US" altLang="zh-CN" sz="1700" dirty="0">
                <a:solidFill>
                  <a:srgbClr val="000000"/>
                </a:solidFill>
                <a:latin typeface="华文楷体" panose="02010600040101010101" pitchFamily="2" charset="-122"/>
                <a:ea typeface="华文楷体" panose="02010600040101010101" pitchFamily="2" charset="-122"/>
              </a:rPr>
              <a:t>NIS</a:t>
            </a:r>
            <a:r>
              <a:rPr lang="zh-CN" altLang="en-US" sz="1700" dirty="0">
                <a:solidFill>
                  <a:srgbClr val="000000"/>
                </a:solidFill>
                <a:latin typeface="华文楷体" panose="02010600040101010101" pitchFamily="2" charset="-122"/>
                <a:ea typeface="华文楷体" panose="02010600040101010101" pitchFamily="2" charset="-122"/>
              </a:rPr>
              <a:t>的每一个子系统引入一个依赖于功能与成本的</a:t>
            </a:r>
            <a:r>
              <a:rPr lang="zh-CN" altLang="en-US" sz="1700" b="1" dirty="0">
                <a:solidFill>
                  <a:srgbClr val="FF0000"/>
                </a:solidFill>
                <a:latin typeface="华文楷体" panose="02010600040101010101" pitchFamily="2" charset="-122"/>
                <a:ea typeface="华文楷体" panose="02010600040101010101" pitchFamily="2" charset="-122"/>
              </a:rPr>
              <a:t>价值系数</a:t>
            </a:r>
            <a:r>
              <a:rPr lang="zh-CN" altLang="en-US" sz="1700" dirty="0">
                <a:solidFill>
                  <a:srgbClr val="000000"/>
                </a:solidFill>
                <a:latin typeface="华文楷体" panose="02010600040101010101" pitchFamily="2" charset="-122"/>
                <a:ea typeface="华文楷体" panose="02010600040101010101" pitchFamily="2" charset="-122"/>
              </a:rPr>
              <a:t>，从而可根据每一子系统的价值系数的数值大小来进行</a:t>
            </a:r>
            <a:r>
              <a:rPr lang="zh-CN" altLang="en-US" sz="1700" b="1" dirty="0">
                <a:solidFill>
                  <a:srgbClr val="FF0000"/>
                </a:solidFill>
                <a:latin typeface="华文楷体" panose="02010600040101010101" pitchFamily="2" charset="-122"/>
                <a:ea typeface="华文楷体" panose="02010600040101010101" pitchFamily="2" charset="-122"/>
              </a:rPr>
              <a:t>功能</a:t>
            </a:r>
            <a:r>
              <a:rPr lang="en-US" altLang="zh-CN" sz="1700" b="1" dirty="0">
                <a:solidFill>
                  <a:srgbClr val="FF0000"/>
                </a:solidFill>
                <a:latin typeface="华文楷体" panose="02010600040101010101" pitchFamily="2" charset="-122"/>
                <a:ea typeface="华文楷体" panose="02010600040101010101" pitchFamily="2" charset="-122"/>
              </a:rPr>
              <a:t>/</a:t>
            </a:r>
            <a:r>
              <a:rPr lang="zh-CN" altLang="en-US" sz="1700" b="1" dirty="0">
                <a:solidFill>
                  <a:srgbClr val="FF0000"/>
                </a:solidFill>
                <a:latin typeface="华文楷体" panose="02010600040101010101" pitchFamily="2" charset="-122"/>
                <a:ea typeface="华文楷体" panose="02010600040101010101" pitchFamily="2" charset="-122"/>
              </a:rPr>
              <a:t>成本分析</a:t>
            </a:r>
            <a:r>
              <a:rPr lang="zh-CN" altLang="en-US" sz="1700" dirty="0">
                <a:solidFill>
                  <a:srgbClr val="000000"/>
                </a:solidFill>
                <a:latin typeface="华文楷体" panose="02010600040101010101" pitchFamily="2" charset="-122"/>
                <a:ea typeface="华文楷体" panose="02010600040101010101" pitchFamily="2" charset="-122"/>
              </a:rPr>
              <a:t>和将</a:t>
            </a:r>
            <a:r>
              <a:rPr lang="zh-CN" altLang="en-US" sz="1700" b="1" dirty="0">
                <a:solidFill>
                  <a:srgbClr val="FF0000"/>
                </a:solidFill>
                <a:latin typeface="华文楷体" panose="02010600040101010101" pitchFamily="2" charset="-122"/>
                <a:ea typeface="华文楷体" panose="02010600040101010101" pitchFamily="2" charset="-122"/>
              </a:rPr>
              <a:t>目标成本分解</a:t>
            </a:r>
            <a:r>
              <a:rPr lang="zh-CN" altLang="en-US" sz="1700" dirty="0">
                <a:solidFill>
                  <a:srgbClr val="000000"/>
                </a:solidFill>
                <a:latin typeface="华文楷体" panose="02010600040101010101" pitchFamily="2" charset="-122"/>
                <a:ea typeface="华文楷体" panose="02010600040101010101" pitchFamily="2" charset="-122"/>
              </a:rPr>
              <a:t>到各个子系统中去。</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系统的目标成本</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可根据投资者的约束（如</a:t>
            </a:r>
            <a:r>
              <a:rPr lang="en-US" altLang="zh-CN" sz="1700" dirty="0">
                <a:solidFill>
                  <a:srgbClr val="000000"/>
                </a:solidFill>
                <a:latin typeface="华文楷体" panose="02010600040101010101" pitchFamily="2" charset="-122"/>
                <a:ea typeface="华文楷体" panose="02010600040101010101" pitchFamily="2" charset="-122"/>
              </a:rPr>
              <a:t>NIS</a:t>
            </a:r>
            <a:r>
              <a:rPr lang="zh-CN" altLang="en-US" sz="1700" dirty="0">
                <a:solidFill>
                  <a:srgbClr val="000000"/>
                </a:solidFill>
                <a:latin typeface="华文楷体" panose="02010600040101010101" pitchFamily="2" charset="-122"/>
                <a:ea typeface="华文楷体" panose="02010600040101010101" pitchFamily="2" charset="-122"/>
              </a:rPr>
              <a:t>招标者的要求或</a:t>
            </a:r>
            <a:r>
              <a:rPr lang="en-US" altLang="zh-CN" sz="1700" dirty="0">
                <a:solidFill>
                  <a:srgbClr val="000000"/>
                </a:solidFill>
                <a:latin typeface="华文楷体" panose="02010600040101010101" pitchFamily="2" charset="-122"/>
                <a:ea typeface="华文楷体" panose="02010600040101010101" pitchFamily="2" charset="-122"/>
              </a:rPr>
              <a:t>IT</a:t>
            </a:r>
            <a:r>
              <a:rPr lang="zh-CN" altLang="en-US" sz="1700" dirty="0">
                <a:solidFill>
                  <a:srgbClr val="000000"/>
                </a:solidFill>
                <a:latin typeface="华文楷体" panose="02010600040101010101" pitchFamily="2" charset="-122"/>
                <a:ea typeface="华文楷体" panose="02010600040101010101" pitchFamily="2" charset="-122"/>
              </a:rPr>
              <a:t>企业的资金现状）和成本估算（如采用功能分解法来估算）相结合来确定。</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注：根据价值工程法的上述原理可知该方法一般适用于在系统规划后的各子系统</a:t>
            </a:r>
            <a:r>
              <a:rPr lang="zh-CN" altLang="en-US" sz="1700" b="1" dirty="0">
                <a:solidFill>
                  <a:srgbClr val="FF0000"/>
                </a:solidFill>
                <a:latin typeface="华文楷体" panose="02010600040101010101" pitchFamily="2" charset="-122"/>
                <a:ea typeface="华文楷体" panose="02010600040101010101" pitchFamily="2" charset="-122"/>
              </a:rPr>
              <a:t>计划成本</a:t>
            </a:r>
            <a:r>
              <a:rPr lang="zh-CN" altLang="en-US" sz="1700" dirty="0">
                <a:solidFill>
                  <a:srgbClr val="000000"/>
                </a:solidFill>
                <a:latin typeface="华文楷体" panose="02010600040101010101" pitchFamily="2" charset="-122"/>
                <a:ea typeface="华文楷体" panose="02010600040101010101" pitchFamily="2" charset="-122"/>
              </a:rPr>
              <a:t>的确定问题，</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该方法计算流程详见图</a:t>
            </a:r>
            <a:r>
              <a:rPr lang="en-US" altLang="zh-CN" sz="1700" dirty="0">
                <a:solidFill>
                  <a:srgbClr val="000000"/>
                </a:solidFill>
                <a:latin typeface="华文楷体" panose="02010600040101010101" pitchFamily="2" charset="-122"/>
                <a:ea typeface="华文楷体" panose="02010600040101010101" pitchFamily="2" charset="-122"/>
              </a:rPr>
              <a:t>3.13</a:t>
            </a:r>
            <a:r>
              <a:rPr lang="zh-CN" altLang="en-US" sz="1700" dirty="0">
                <a:solidFill>
                  <a:srgbClr val="000000"/>
                </a:solidFill>
                <a:latin typeface="华文楷体" panose="02010600040101010101" pitchFamily="2" charset="-122"/>
                <a:ea typeface="华文楷体" panose="02010600040101010101" pitchFamily="2" charset="-122"/>
              </a:rPr>
              <a:t>。</a:t>
            </a:r>
          </a:p>
        </p:txBody>
      </p:sp>
    </p:spTree>
    <p:extLst>
      <p:ext uri="{BB962C8B-B14F-4D97-AF65-F5344CB8AC3E}">
        <p14:creationId xmlns:p14="http://schemas.microsoft.com/office/powerpoint/2010/main" val="422811981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ACAB2079-58AB-451B-8376-53503FE50703}"/>
              </a:ext>
            </a:extLst>
          </p:cNvPr>
          <p:cNvPicPr>
            <a:picLocks noChangeAspect="1"/>
          </p:cNvPicPr>
          <p:nvPr/>
        </p:nvPicPr>
        <p:blipFill>
          <a:blip r:embed="rId3"/>
          <a:stretch>
            <a:fillRect/>
          </a:stretch>
        </p:blipFill>
        <p:spPr>
          <a:xfrm>
            <a:off x="2692278" y="190500"/>
            <a:ext cx="3988044" cy="4762500"/>
          </a:xfrm>
          <a:prstGeom prst="rect">
            <a:avLst/>
          </a:prstGeom>
        </p:spPr>
      </p:pic>
      <p:sp>
        <p:nvSpPr>
          <p:cNvPr id="5" name="Text Box 34">
            <a:extLst>
              <a:ext uri="{FF2B5EF4-FFF2-40B4-BE49-F238E27FC236}">
                <a16:creationId xmlns:a16="http://schemas.microsoft.com/office/drawing/2014/main" id="{EA83B2D4-A75C-4934-87A0-8561A29B96A0}"/>
              </a:ext>
            </a:extLst>
          </p:cNvPr>
          <p:cNvSpPr txBox="1">
            <a:spLocks noChangeArrowheads="1"/>
          </p:cNvSpPr>
          <p:nvPr/>
        </p:nvSpPr>
        <p:spPr bwMode="auto">
          <a:xfrm>
            <a:off x="1048306" y="387350"/>
            <a:ext cx="369332" cy="436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CCFFCC"/>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eaVert" wrap="square" lIns="0" tIns="0" rIns="0" bIns="0">
            <a:spAutoFit/>
          </a:bodyPr>
          <a:lstStyle/>
          <a:p>
            <a:pPr eaLnBrk="0" hangingPunct="0">
              <a:spcBef>
                <a:spcPct val="50000"/>
              </a:spcBef>
              <a:buClrTx/>
              <a:buFontTx/>
              <a:buNone/>
            </a:pPr>
            <a:r>
              <a:rPr lang="zh-CN" altLang="en-US" sz="2400" u="none" dirty="0">
                <a:solidFill>
                  <a:schemeClr val="tx1"/>
                </a:solidFill>
                <a:latin typeface="Times New Roman" panose="02020603050405020304" pitchFamily="18" charset="0"/>
                <a:ea typeface="宋体" panose="02010600030101010101" pitchFamily="2" charset="-122"/>
              </a:rPr>
              <a:t>价值工程法成本估值计算流程图</a:t>
            </a:r>
          </a:p>
        </p:txBody>
      </p:sp>
    </p:spTree>
    <p:extLst>
      <p:ext uri="{BB962C8B-B14F-4D97-AF65-F5344CB8AC3E}">
        <p14:creationId xmlns:p14="http://schemas.microsoft.com/office/powerpoint/2010/main" val="241657818"/>
      </p:ext>
    </p:extLst>
  </p:cSld>
  <p:clrMapOvr>
    <a:masterClrMapping/>
  </p:clrMapOvr>
  <p:transition spd="slow">
    <p:pull/>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13634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3.3.3 </a:t>
            </a:r>
            <a:r>
              <a:rPr lang="zh-CN" altLang="en-US" sz="2400" spc="300" dirty="0">
                <a:latin typeface="微软雅黑" panose="020B0503020204020204" pitchFamily="34" charset="-122"/>
                <a:ea typeface="微软雅黑" panose="020B0503020204020204" pitchFamily="34" charset="-122"/>
              </a:rPr>
              <a:t>价值工程分析与成本控制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97910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例</a:t>
            </a:r>
            <a:r>
              <a:rPr lang="en-US" altLang="zh-CN" sz="1700" dirty="0">
                <a:solidFill>
                  <a:srgbClr val="000000"/>
                </a:solidFill>
                <a:latin typeface="华文楷体" panose="02010600040101010101" pitchFamily="2" charset="-122"/>
                <a:ea typeface="华文楷体" panose="02010600040101010101" pitchFamily="2" charset="-122"/>
              </a:rPr>
              <a:t>3.10]  </a:t>
            </a:r>
            <a:r>
              <a:rPr lang="zh-CN" altLang="en-US" sz="1700" dirty="0">
                <a:solidFill>
                  <a:srgbClr val="000000"/>
                </a:solidFill>
                <a:latin typeface="华文楷体" panose="02010600040101010101" pitchFamily="2" charset="-122"/>
                <a:ea typeface="华文楷体" panose="02010600040101010101" pitchFamily="2" charset="-122"/>
              </a:rPr>
              <a:t>某城市交通控制系统根据用户需求调查、需求分析和概要设计，确定该</a:t>
            </a:r>
            <a:r>
              <a:rPr lang="en-US" altLang="zh-CN" sz="1700" dirty="0">
                <a:solidFill>
                  <a:srgbClr val="000000"/>
                </a:solidFill>
                <a:latin typeface="华文楷体" panose="02010600040101010101" pitchFamily="2" charset="-122"/>
                <a:ea typeface="华文楷体" panose="02010600040101010101" pitchFamily="2" charset="-122"/>
              </a:rPr>
              <a:t>NIS</a:t>
            </a:r>
            <a:r>
              <a:rPr lang="zh-CN" altLang="en-US" sz="1700" dirty="0">
                <a:solidFill>
                  <a:srgbClr val="000000"/>
                </a:solidFill>
                <a:latin typeface="华文楷体" panose="02010600040101010101" pitchFamily="2" charset="-122"/>
                <a:ea typeface="华文楷体" panose="02010600040101010101" pitchFamily="2" charset="-122"/>
              </a:rPr>
              <a:t>（网络信息系统）的系统结构如图</a:t>
            </a:r>
            <a:r>
              <a:rPr lang="en-US" altLang="zh-CN" sz="1700" dirty="0">
                <a:solidFill>
                  <a:srgbClr val="000000"/>
                </a:solidFill>
                <a:latin typeface="华文楷体" panose="02010600040101010101" pitchFamily="2" charset="-122"/>
                <a:ea typeface="华文楷体" panose="02010600040101010101" pitchFamily="2" charset="-122"/>
              </a:rPr>
              <a:t>3.14</a:t>
            </a:r>
            <a:r>
              <a:rPr lang="zh-CN" altLang="en-US" sz="1700" dirty="0">
                <a:solidFill>
                  <a:srgbClr val="000000"/>
                </a:solidFill>
                <a:latin typeface="华文楷体" panose="02010600040101010101" pitchFamily="2" charset="-122"/>
                <a:ea typeface="华文楷体" panose="02010600040101010101" pitchFamily="2" charset="-122"/>
              </a:rPr>
              <a:t>所示</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该系统由信息采集子系统、网络信息传输子系统、图像显示子系统等七个子系统构成的一个软</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硬件系统，其中</a:t>
            </a:r>
            <a:r>
              <a:rPr lang="zh-CN" altLang="en-US" sz="1700" b="1" dirty="0">
                <a:solidFill>
                  <a:srgbClr val="FF0000"/>
                </a:solidFill>
                <a:latin typeface="华文楷体" panose="02010600040101010101" pitchFamily="2" charset="-122"/>
                <a:ea typeface="华文楷体" panose="02010600040101010101" pitchFamily="2" charset="-122"/>
              </a:rPr>
              <a:t>信息采集子系统</a:t>
            </a:r>
            <a:r>
              <a:rPr lang="zh-CN" altLang="en-US" sz="1700" dirty="0">
                <a:solidFill>
                  <a:srgbClr val="000000"/>
                </a:solidFill>
                <a:latin typeface="华文楷体" panose="02010600040101010101" pitchFamily="2" charset="-122"/>
                <a:ea typeface="华文楷体" panose="02010600040101010101" pitchFamily="2" charset="-122"/>
              </a:rPr>
              <a:t>通过在该城市的主要交通路口布设的传感器（压力、振动传感器）和摄像机来完成对各交通路口的车流信息的采集任务，然后这些有关信息经网络传输到控制中心的数据库（车流到达与控制信息数据库）存贮起来，并随时从数据库中调用有关数据来完成该交通道路口的图像显示和进行车流分析与实时控制，而</a:t>
            </a:r>
            <a:r>
              <a:rPr lang="zh-CN" altLang="en-US" sz="1700" b="1" dirty="0">
                <a:solidFill>
                  <a:srgbClr val="FF0000"/>
                </a:solidFill>
                <a:latin typeface="华文楷体" panose="02010600040101010101" pitchFamily="2" charset="-122"/>
                <a:ea typeface="华文楷体" panose="02010600040101010101" pitchFamily="2" charset="-122"/>
              </a:rPr>
              <a:t>交通事故处理支持子系统</a:t>
            </a:r>
            <a:r>
              <a:rPr lang="zh-CN" altLang="en-US" sz="1700" dirty="0">
                <a:solidFill>
                  <a:srgbClr val="000000"/>
                </a:solidFill>
                <a:latin typeface="华文楷体" panose="02010600040101010101" pitchFamily="2" charset="-122"/>
                <a:ea typeface="华文楷体" panose="02010600040101010101" pitchFamily="2" charset="-122"/>
              </a:rPr>
              <a:t>则完成对突发事件的应急处理事务支持，网络管理子系统则负责对网络的日常管理如网络的接口管理，配置管理安全管理、维护管理等功能。</a:t>
            </a:r>
          </a:p>
        </p:txBody>
      </p:sp>
    </p:spTree>
    <p:extLst>
      <p:ext uri="{BB962C8B-B14F-4D97-AF65-F5344CB8AC3E}">
        <p14:creationId xmlns:p14="http://schemas.microsoft.com/office/powerpoint/2010/main" val="303178682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13634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3.3.3  </a:t>
            </a:r>
            <a:r>
              <a:rPr lang="zh-CN" altLang="en-US" sz="2400" spc="300" dirty="0">
                <a:latin typeface="微软雅黑" panose="020B0503020204020204" pitchFamily="34" charset="-122"/>
                <a:ea typeface="微软雅黑" panose="020B0503020204020204" pitchFamily="34" charset="-122"/>
              </a:rPr>
              <a:t>价值工程分析与成本控制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731260"/>
            <a:ext cx="7920338" cy="83978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现经成本估计并报政府批准，拟下拨政府经费</a:t>
            </a:r>
            <a:r>
              <a:rPr lang="en-US" altLang="zh-CN" sz="1700" dirty="0">
                <a:solidFill>
                  <a:srgbClr val="000000"/>
                </a:solidFill>
                <a:latin typeface="华文楷体" panose="02010600040101010101" pitchFamily="2" charset="-122"/>
                <a:ea typeface="华文楷体" panose="02010600040101010101" pitchFamily="2" charset="-122"/>
              </a:rPr>
              <a:t>120</a:t>
            </a:r>
            <a:r>
              <a:rPr lang="zh-CN" altLang="en-US" sz="1700" dirty="0">
                <a:solidFill>
                  <a:srgbClr val="000000"/>
                </a:solidFill>
                <a:latin typeface="华文楷体" panose="02010600040101010101" pitchFamily="2" charset="-122"/>
                <a:ea typeface="华文楷体" panose="02010600040101010101" pitchFamily="2" charset="-122"/>
              </a:rPr>
              <a:t>万来完成该系统的构建任务，试对该</a:t>
            </a:r>
            <a:r>
              <a:rPr lang="en-US" altLang="zh-CN" sz="1700" dirty="0">
                <a:solidFill>
                  <a:srgbClr val="000000"/>
                </a:solidFill>
                <a:latin typeface="华文楷体" panose="02010600040101010101" pitchFamily="2" charset="-122"/>
                <a:ea typeface="华文楷体" panose="02010600040101010101" pitchFamily="2" charset="-122"/>
              </a:rPr>
              <a:t>NIS</a:t>
            </a:r>
            <a:r>
              <a:rPr lang="zh-CN" altLang="en-US" sz="1700" dirty="0">
                <a:solidFill>
                  <a:srgbClr val="000000"/>
                </a:solidFill>
                <a:latin typeface="华文楷体" panose="02010600040101010101" pitchFamily="2" charset="-122"/>
                <a:ea typeface="华文楷体" panose="02010600040101010101" pitchFamily="2" charset="-122"/>
              </a:rPr>
              <a:t>进行目标成本分解和进行功能</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成本分析。</a:t>
            </a:r>
          </a:p>
        </p:txBody>
      </p:sp>
      <p:grpSp>
        <p:nvGrpSpPr>
          <p:cNvPr id="6" name="Group 2">
            <a:extLst>
              <a:ext uri="{FF2B5EF4-FFF2-40B4-BE49-F238E27FC236}">
                <a16:creationId xmlns:a16="http://schemas.microsoft.com/office/drawing/2014/main" id="{8D66ED29-6FB6-483A-854A-EBD425930A83}"/>
              </a:ext>
            </a:extLst>
          </p:cNvPr>
          <p:cNvGrpSpPr>
            <a:grpSpLocks/>
          </p:cNvGrpSpPr>
          <p:nvPr/>
        </p:nvGrpSpPr>
        <p:grpSpPr bwMode="auto">
          <a:xfrm>
            <a:off x="2159075" y="1631851"/>
            <a:ext cx="4485565" cy="3427243"/>
            <a:chOff x="208" y="403"/>
            <a:chExt cx="3873" cy="2956"/>
          </a:xfrm>
        </p:grpSpPr>
        <p:sp>
          <p:nvSpPr>
            <p:cNvPr id="7" name="Rectangle 3">
              <a:extLst>
                <a:ext uri="{FF2B5EF4-FFF2-40B4-BE49-F238E27FC236}">
                  <a16:creationId xmlns:a16="http://schemas.microsoft.com/office/drawing/2014/main" id="{ADF240FD-1D64-4022-A4EB-C4E8CC23E53A}"/>
                </a:ext>
              </a:extLst>
            </p:cNvPr>
            <p:cNvSpPr>
              <a:spLocks noChangeArrowheads="1"/>
            </p:cNvSpPr>
            <p:nvPr/>
          </p:nvSpPr>
          <p:spPr bwMode="auto">
            <a:xfrm>
              <a:off x="208" y="403"/>
              <a:ext cx="3873" cy="2956"/>
            </a:xfrm>
            <a:prstGeom prst="rect">
              <a:avLst/>
            </a:prstGeom>
            <a:solidFill>
              <a:schemeClr val="tx1">
                <a:alpha val="0"/>
              </a:schemeClr>
            </a:solidFill>
            <a:ln w="9525" algn="ctr">
              <a:solidFill>
                <a:srgbClr val="993300"/>
              </a:solidFill>
              <a:miter lim="800000"/>
              <a:headEnd/>
              <a:tailEnd/>
            </a:ln>
          </p:spPr>
          <p:txBody>
            <a:bodyPr wrap="none" lIns="0" tIns="0" rIns="0" bIns="0" anchor="ctr"/>
            <a:lstStyle>
              <a:lvl1pPr>
                <a:lnSpc>
                  <a:spcPct val="90000"/>
                </a:lnSpc>
                <a:spcBef>
                  <a:spcPct val="20000"/>
                </a:spcBef>
                <a:buClr>
                  <a:schemeClr val="tx2"/>
                </a:buClr>
                <a:buSzPct val="75000"/>
                <a:buFont typeface="Wingdings" panose="05000000000000000000" pitchFamily="2" charset="2"/>
                <a:buChar char="l"/>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Char char="–"/>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rgbClr val="00CCFF"/>
                </a:buClr>
                <a:buSzPct val="65000"/>
                <a:buFont typeface="Wingdings" panose="05000000000000000000" pitchFamily="2" charset="2"/>
                <a:buChar char="l"/>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tx1"/>
                </a:buClr>
                <a:buChar char="–"/>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Char char="•"/>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9pPr>
            </a:lstStyle>
            <a:p>
              <a:pPr eaLnBrk="1" hangingPunct="1">
                <a:lnSpc>
                  <a:spcPct val="100000"/>
                </a:lnSpc>
                <a:spcBef>
                  <a:spcPct val="0"/>
                </a:spcBef>
                <a:buClrTx/>
                <a:buSzTx/>
                <a:buFontTx/>
                <a:buNone/>
              </a:pPr>
              <a:endParaRPr lang="zh-CN" altLang="en-US" sz="2400">
                <a:latin typeface="Tahoma" panose="020B0604030504040204" pitchFamily="34" charset="0"/>
              </a:endParaRPr>
            </a:p>
          </p:txBody>
        </p:sp>
        <p:pic>
          <p:nvPicPr>
            <p:cNvPr id="8" name="Picture 4">
              <a:extLst>
                <a:ext uri="{FF2B5EF4-FFF2-40B4-BE49-F238E27FC236}">
                  <a16:creationId xmlns:a16="http://schemas.microsoft.com/office/drawing/2014/main" id="{4901CC31-0D79-4345-91AB-0DB8C39F10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27953"/>
            <a:stretch>
              <a:fillRect/>
            </a:stretch>
          </p:blipFill>
          <p:spPr bwMode="auto">
            <a:xfrm>
              <a:off x="345" y="406"/>
              <a:ext cx="3689" cy="2886"/>
            </a:xfrm>
            <a:prstGeom prst="rect">
              <a:avLst/>
            </a:prstGeom>
            <a:solidFill>
              <a:schemeClr val="accent1"/>
            </a:solidFill>
            <a:ln w="9525" algn="ctr">
              <a:solidFill>
                <a:srgbClr val="993300"/>
              </a:solidFill>
              <a:miter lim="800000"/>
              <a:headEnd/>
              <a:tailEnd/>
            </a:ln>
          </p:spPr>
        </p:pic>
      </p:grpSp>
    </p:spTree>
    <p:extLst>
      <p:ext uri="{BB962C8B-B14F-4D97-AF65-F5344CB8AC3E}">
        <p14:creationId xmlns:p14="http://schemas.microsoft.com/office/powerpoint/2010/main" val="158150282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5136342"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3.3.3  </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价值工程分析与成本控制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47367"/>
          </a:xfrm>
          <a:prstGeom prst="rect">
            <a:avLst/>
          </a:prstGeom>
        </p:spPr>
        <p:txBody>
          <a:bodyPr wrap="square">
            <a:spAutoFit/>
          </a:bodyPr>
          <a:lstStyle/>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解</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目标成本</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=120-24(</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其他费用</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)=96</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万元</a:t>
            </a:r>
          </a:p>
        </p:txBody>
      </p:sp>
      <p:pic>
        <p:nvPicPr>
          <p:cNvPr id="3" name="Picture 3">
            <a:extLst>
              <a:ext uri="{FF2B5EF4-FFF2-40B4-BE49-F238E27FC236}">
                <a16:creationId xmlns:a16="http://schemas.microsoft.com/office/drawing/2014/main" id="{6F8A9374-B56E-4ED6-BA19-5E43A8667C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880" y="1290795"/>
            <a:ext cx="7266597" cy="336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420476666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B89CE6C9-15DE-4940-9BBD-5CB5987CD5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6633" b="3523"/>
          <a:stretch>
            <a:fillRect/>
          </a:stretch>
        </p:blipFill>
        <p:spPr bwMode="auto">
          <a:xfrm>
            <a:off x="1397704" y="46892"/>
            <a:ext cx="6348592" cy="49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378634634"/>
      </p:ext>
    </p:extLst>
  </p:cSld>
  <p:clrMapOvr>
    <a:masterClrMapping/>
  </p:clrMapOvr>
  <p:transition spd="slow">
    <p:pull/>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136342"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3.3.3 </a:t>
            </a:r>
            <a:r>
              <a:rPr lang="zh-CN" altLang="en-US" sz="2400" spc="300" dirty="0">
                <a:latin typeface="微软雅黑" panose="020B0503020204020204" pitchFamily="34" charset="-122"/>
                <a:ea typeface="微软雅黑" panose="020B0503020204020204" pitchFamily="34" charset="-122"/>
              </a:rPr>
              <a:t>价值工程分析与成本控制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58668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ABC</a:t>
            </a:r>
            <a:r>
              <a:rPr lang="zh-CN" altLang="en-US" sz="1700" dirty="0">
                <a:solidFill>
                  <a:srgbClr val="000000"/>
                </a:solidFill>
                <a:latin typeface="华文楷体" panose="02010600040101010101" pitchFamily="2" charset="-122"/>
                <a:ea typeface="华文楷体" panose="02010600040101010101" pitchFamily="2" charset="-122"/>
              </a:rPr>
              <a:t>分类法</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成本控制</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要求成本管理人员及时发现并纠正成本执行与成本计划之间的偏差，将成本控制在目标成本之内。</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运用价值分析作软件成本控制的</a:t>
            </a:r>
            <a:r>
              <a:rPr lang="zh-CN" altLang="en-US" sz="1700" b="1" dirty="0">
                <a:solidFill>
                  <a:srgbClr val="FF0000"/>
                </a:solidFill>
                <a:latin typeface="华文楷体" panose="02010600040101010101" pitchFamily="2" charset="-122"/>
                <a:ea typeface="华文楷体" panose="02010600040101010101" pitchFamily="2" charset="-122"/>
              </a:rPr>
              <a:t>基本思想</a:t>
            </a:r>
            <a:r>
              <a:rPr lang="zh-CN" altLang="en-US" sz="1700"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首先对被考察的对象进行</a:t>
            </a:r>
            <a:r>
              <a:rPr lang="en-US" altLang="zh-CN" sz="1700" dirty="0">
                <a:solidFill>
                  <a:srgbClr val="000000"/>
                </a:solidFill>
                <a:latin typeface="华文楷体" panose="02010600040101010101" pitchFamily="2" charset="-122"/>
                <a:ea typeface="华文楷体" panose="02010600040101010101" pitchFamily="2" charset="-122"/>
              </a:rPr>
              <a:t>ABC</a:t>
            </a:r>
            <a:r>
              <a:rPr lang="zh-CN" altLang="en-US" sz="1700" dirty="0">
                <a:solidFill>
                  <a:srgbClr val="000000"/>
                </a:solidFill>
                <a:latin typeface="华文楷体" panose="02010600040101010101" pitchFamily="2" charset="-122"/>
                <a:ea typeface="华文楷体" panose="02010600040101010101" pitchFamily="2" charset="-122"/>
              </a:rPr>
              <a:t>分类，从中</a:t>
            </a:r>
            <a:r>
              <a:rPr lang="zh-CN" altLang="en-US" sz="1700" b="1" dirty="0">
                <a:solidFill>
                  <a:srgbClr val="FF0000"/>
                </a:solidFill>
                <a:latin typeface="华文楷体" panose="02010600040101010101" pitchFamily="2" charset="-122"/>
                <a:ea typeface="华文楷体" panose="02010600040101010101" pitchFamily="2" charset="-122"/>
              </a:rPr>
              <a:t>选出重点考察对象</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然后对每一重点考察对象引入一些与成本、进度有关的</a:t>
            </a:r>
            <a:r>
              <a:rPr lang="zh-CN" altLang="en-US" sz="1700" b="1" dirty="0">
                <a:solidFill>
                  <a:srgbClr val="FF0000"/>
                </a:solidFill>
                <a:latin typeface="华文楷体" panose="02010600040101010101" pitchFamily="2" charset="-122"/>
                <a:ea typeface="华文楷体" panose="02010600040101010101" pitchFamily="2" charset="-122"/>
              </a:rPr>
              <a:t>工程经济参数</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在软件开发过程中对这些工程经济参数进行不断的观察，并根据这些工程经济参数的状态采取相应的措施，以达到成本控制的目的。</a:t>
            </a:r>
          </a:p>
        </p:txBody>
      </p:sp>
    </p:spTree>
    <p:extLst>
      <p:ext uri="{BB962C8B-B14F-4D97-AF65-F5344CB8AC3E}">
        <p14:creationId xmlns:p14="http://schemas.microsoft.com/office/powerpoint/2010/main" val="150718321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518638"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1</a:t>
            </a:r>
            <a:r>
              <a:rPr lang="zh-CN" altLang="en-US" sz="2400" spc="300" dirty="0">
                <a:latin typeface="微软雅黑" panose="020B0503020204020204" pitchFamily="34" charset="-122"/>
                <a:ea typeface="微软雅黑" panose="020B0503020204020204" pitchFamily="34" charset="-122"/>
              </a:rPr>
              <a:t>、</a:t>
            </a:r>
            <a:r>
              <a:rPr lang="en-US" altLang="zh-CN" sz="2400" spc="300" dirty="0">
                <a:latin typeface="微软雅黑" panose="020B0503020204020204" pitchFamily="34" charset="-122"/>
                <a:ea typeface="微软雅黑" panose="020B0503020204020204" pitchFamily="34" charset="-122"/>
              </a:rPr>
              <a:t>ABC</a:t>
            </a:r>
            <a:r>
              <a:rPr lang="zh-CN" altLang="en-US" sz="2400" spc="300" dirty="0">
                <a:latin typeface="微软雅黑" panose="020B0503020204020204" pitchFamily="34" charset="-122"/>
                <a:ea typeface="微软雅黑" panose="020B0503020204020204" pitchFamily="34" charset="-122"/>
              </a:rPr>
              <a:t>分类法</a:t>
            </a:r>
          </a:p>
        </p:txBody>
      </p:sp>
      <p:pic>
        <p:nvPicPr>
          <p:cNvPr id="3" name="Picture 4">
            <a:extLst>
              <a:ext uri="{FF2B5EF4-FFF2-40B4-BE49-F238E27FC236}">
                <a16:creationId xmlns:a16="http://schemas.microsoft.com/office/drawing/2014/main" id="{814300A8-B16E-4484-8D08-486FD4F855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469" r="8640" b="8629"/>
          <a:stretch>
            <a:fillRect/>
          </a:stretch>
        </p:blipFill>
        <p:spPr bwMode="auto">
          <a:xfrm>
            <a:off x="348456" y="650582"/>
            <a:ext cx="8447087" cy="299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Rectangle 3">
            <a:extLst>
              <a:ext uri="{FF2B5EF4-FFF2-40B4-BE49-F238E27FC236}">
                <a16:creationId xmlns:a16="http://schemas.microsoft.com/office/drawing/2014/main" id="{A317977C-D7E4-49F7-80BF-05F10C341E57}"/>
              </a:ext>
            </a:extLst>
          </p:cNvPr>
          <p:cNvSpPr txBox="1">
            <a:spLocks noChangeArrowheads="1"/>
          </p:cNvSpPr>
          <p:nvPr/>
        </p:nvSpPr>
        <p:spPr>
          <a:xfrm>
            <a:off x="371474" y="3675836"/>
            <a:ext cx="8401050" cy="112913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ltLang="zh-CN" sz="2000" i="1" dirty="0">
                <a:latin typeface="Times New Roman" panose="02020603050405020304" pitchFamily="18" charset="0"/>
                <a:cs typeface="Times New Roman" panose="02020603050405020304" pitchFamily="18" charset="0"/>
              </a:rPr>
              <a:t>A</a:t>
            </a:r>
            <a:r>
              <a:rPr lang="en-US" altLang="zh-CN" sz="2000" dirty="0">
                <a:latin typeface="Times New Roman" panose="02020603050405020304" pitchFamily="18" charset="0"/>
                <a:cs typeface="Times New Roman" panose="02020603050405020304" pitchFamily="18" charset="0"/>
              </a:rPr>
              <a:t> = { </a:t>
            </a:r>
            <a:r>
              <a:rPr lang="en-US" altLang="zh-CN" sz="2000" i="1" dirty="0">
                <a:latin typeface="Times New Roman" panose="02020603050405020304" pitchFamily="18" charset="0"/>
                <a:cs typeface="Times New Roman" panose="02020603050405020304" pitchFamily="18" charset="0"/>
              </a:rPr>
              <a:t>N</a:t>
            </a:r>
            <a:r>
              <a:rPr lang="en-US" altLang="zh-CN" sz="2000" i="1" baseline="-25000" dirty="0">
                <a:latin typeface="Times New Roman" panose="02020603050405020304" pitchFamily="18" charset="0"/>
                <a:cs typeface="Times New Roman" panose="02020603050405020304" pitchFamily="18" charset="0"/>
              </a:rPr>
              <a:t>1</a:t>
            </a:r>
            <a:r>
              <a:rPr lang="en-US" altLang="zh-CN" sz="2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N</a:t>
            </a:r>
            <a:r>
              <a:rPr lang="en-US" altLang="zh-CN" sz="2000" i="1" baseline="-25000" dirty="0">
                <a:latin typeface="Times New Roman" panose="02020603050405020304" pitchFamily="18" charset="0"/>
                <a:cs typeface="Times New Roman" panose="02020603050405020304" pitchFamily="18" charset="0"/>
              </a:rPr>
              <a:t>3</a:t>
            </a:r>
            <a:r>
              <a:rPr lang="en-US" altLang="zh-CN" sz="2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N</a:t>
            </a:r>
            <a:r>
              <a:rPr lang="en-US" altLang="zh-CN" sz="2000" i="1" baseline="-25000" dirty="0">
                <a:latin typeface="Times New Roman" panose="02020603050405020304" pitchFamily="18" charset="0"/>
                <a:cs typeface="Times New Roman" panose="02020603050405020304" pitchFamily="18" charset="0"/>
              </a:rPr>
              <a:t>5</a:t>
            </a:r>
            <a:r>
              <a:rPr lang="en-US" altLang="zh-CN" sz="2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N</a:t>
            </a:r>
            <a:r>
              <a:rPr lang="en-US" altLang="zh-CN" sz="2000" i="1" baseline="-25000" dirty="0">
                <a:latin typeface="Times New Roman" panose="02020603050405020304" pitchFamily="18" charset="0"/>
                <a:cs typeface="Times New Roman" panose="02020603050405020304" pitchFamily="18" charset="0"/>
              </a:rPr>
              <a:t>2 </a:t>
            </a:r>
            <a:r>
              <a:rPr lang="en-US" altLang="zh-CN" sz="2000" dirty="0">
                <a:latin typeface="Times New Roman" panose="02020603050405020304" pitchFamily="18" charset="0"/>
                <a:cs typeface="Times New Roman" panose="02020603050405020304" pitchFamily="18" charset="0"/>
              </a:rPr>
              <a:t>}</a:t>
            </a:r>
          </a:p>
          <a:p>
            <a:r>
              <a:rPr lang="en-US" altLang="zh-CN" sz="2000" i="1" dirty="0">
                <a:latin typeface="Times New Roman" panose="02020603050405020304" pitchFamily="18" charset="0"/>
                <a:cs typeface="Times New Roman" panose="02020603050405020304" pitchFamily="18" charset="0"/>
              </a:rPr>
              <a:t>B</a:t>
            </a:r>
            <a:r>
              <a:rPr lang="en-US" altLang="zh-CN" sz="2000" dirty="0">
                <a:latin typeface="Times New Roman" panose="02020603050405020304" pitchFamily="18" charset="0"/>
                <a:cs typeface="Times New Roman" panose="02020603050405020304" pitchFamily="18" charset="0"/>
              </a:rPr>
              <a:t> = { </a:t>
            </a:r>
            <a:r>
              <a:rPr lang="en-US" altLang="zh-CN" sz="2000" i="1" dirty="0">
                <a:latin typeface="Times New Roman" panose="02020603050405020304" pitchFamily="18" charset="0"/>
                <a:cs typeface="Times New Roman" panose="02020603050405020304" pitchFamily="18" charset="0"/>
              </a:rPr>
              <a:t>N</a:t>
            </a:r>
            <a:r>
              <a:rPr lang="en-US" altLang="zh-CN" sz="2000" i="1" baseline="-25000" dirty="0">
                <a:latin typeface="Times New Roman" panose="02020603050405020304" pitchFamily="18" charset="0"/>
                <a:cs typeface="Times New Roman" panose="02020603050405020304" pitchFamily="18" charset="0"/>
              </a:rPr>
              <a:t>4</a:t>
            </a:r>
            <a:r>
              <a:rPr lang="en-US" altLang="zh-CN" sz="2000" dirty="0">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N</a:t>
            </a:r>
            <a:r>
              <a:rPr lang="en-US" altLang="zh-CN" sz="2000" i="1" baseline="-25000" dirty="0">
                <a:latin typeface="Times New Roman" panose="02020603050405020304" pitchFamily="18" charset="0"/>
                <a:cs typeface="Times New Roman" panose="02020603050405020304" pitchFamily="18" charset="0"/>
              </a:rPr>
              <a:t>7 </a:t>
            </a:r>
            <a:r>
              <a:rPr lang="en-US" altLang="zh-CN" sz="2000" dirty="0">
                <a:latin typeface="Times New Roman" panose="02020603050405020304" pitchFamily="18" charset="0"/>
                <a:cs typeface="Times New Roman" panose="02020603050405020304" pitchFamily="18" charset="0"/>
              </a:rPr>
              <a:t>}</a:t>
            </a:r>
          </a:p>
          <a:p>
            <a:r>
              <a:rPr lang="en-US" altLang="zh-CN" sz="2000" i="1" dirty="0">
                <a:latin typeface="Times New Roman" panose="02020603050405020304" pitchFamily="18" charset="0"/>
                <a:cs typeface="Times New Roman" panose="02020603050405020304" pitchFamily="18" charset="0"/>
              </a:rPr>
              <a:t>C</a:t>
            </a:r>
            <a:r>
              <a:rPr lang="en-US" altLang="zh-CN" sz="2000" dirty="0">
                <a:latin typeface="Times New Roman" panose="02020603050405020304" pitchFamily="18" charset="0"/>
                <a:cs typeface="Times New Roman" panose="02020603050405020304" pitchFamily="18" charset="0"/>
              </a:rPr>
              <a:t> = { </a:t>
            </a:r>
            <a:r>
              <a:rPr lang="en-US" altLang="zh-CN" sz="2000" i="1" dirty="0">
                <a:latin typeface="Times New Roman" panose="02020603050405020304" pitchFamily="18" charset="0"/>
                <a:cs typeface="Times New Roman" panose="02020603050405020304" pitchFamily="18" charset="0"/>
              </a:rPr>
              <a:t>N</a:t>
            </a:r>
            <a:r>
              <a:rPr lang="en-US" altLang="zh-CN" sz="2000" i="1" baseline="-25000" dirty="0">
                <a:latin typeface="Times New Roman" panose="02020603050405020304" pitchFamily="18" charset="0"/>
                <a:cs typeface="Times New Roman" panose="02020603050405020304" pitchFamily="18" charset="0"/>
              </a:rPr>
              <a:t>6 </a:t>
            </a:r>
            <a:r>
              <a:rPr lang="en-US" altLang="zh-CN"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4598216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327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2.</a:t>
            </a:r>
            <a:r>
              <a:rPr lang="zh-CN" altLang="en-US" sz="2400" spc="300" dirty="0">
                <a:latin typeface="微软雅黑" panose="020B0503020204020204" pitchFamily="34" charset="-122"/>
                <a:ea typeface="微软雅黑" panose="020B0503020204020204" pitchFamily="34" charset="-122"/>
              </a:rPr>
              <a:t>挣值管理与成本控制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40944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项目的挣值管理（</a:t>
            </a:r>
            <a:r>
              <a:rPr lang="en-US" altLang="zh-CN" sz="1700" dirty="0">
                <a:solidFill>
                  <a:srgbClr val="000000"/>
                </a:solidFill>
                <a:latin typeface="华文楷体" panose="02010600040101010101" pitchFamily="2" charset="-122"/>
                <a:ea typeface="华文楷体" panose="02010600040101010101" pitchFamily="2" charset="-122"/>
              </a:rPr>
              <a:t>Earned Value Management </a:t>
            </a: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EVM</a:t>
            </a:r>
            <a:r>
              <a:rPr lang="zh-CN" altLang="en-US" sz="1700" dirty="0">
                <a:solidFill>
                  <a:srgbClr val="000000"/>
                </a:solidFill>
                <a:latin typeface="华文楷体" panose="02010600040101010101" pitchFamily="2" charset="-122"/>
                <a:ea typeface="华文楷体" panose="02010600040101010101" pitchFamily="2" charset="-122"/>
              </a:rPr>
              <a:t>）</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挣值管理</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用与</a:t>
            </a:r>
            <a:r>
              <a:rPr lang="zh-CN" altLang="en-US" sz="1700" b="1" dirty="0">
                <a:solidFill>
                  <a:srgbClr val="FF0000"/>
                </a:solidFill>
                <a:latin typeface="华文楷体" panose="02010600040101010101" pitchFamily="2" charset="-122"/>
                <a:ea typeface="华文楷体" panose="02010600040101010101" pitchFamily="2" charset="-122"/>
              </a:rPr>
              <a:t>进度计划</a:t>
            </a:r>
            <a:r>
              <a:rPr lang="zh-CN" altLang="en-US" sz="1700" dirty="0">
                <a:solidFill>
                  <a:srgbClr val="000000"/>
                </a:solidFill>
                <a:latin typeface="华文楷体" panose="02010600040101010101" pitchFamily="2" charset="-122"/>
                <a:ea typeface="华文楷体" panose="02010600040101010101" pitchFamily="2" charset="-122"/>
              </a:rPr>
              <a:t>、</a:t>
            </a:r>
            <a:r>
              <a:rPr lang="zh-CN" altLang="en-US" sz="1700" b="1" dirty="0">
                <a:solidFill>
                  <a:srgbClr val="FF0000"/>
                </a:solidFill>
                <a:latin typeface="华文楷体" panose="02010600040101010101" pitchFamily="2" charset="-122"/>
                <a:ea typeface="华文楷体" panose="02010600040101010101" pitchFamily="2" charset="-122"/>
              </a:rPr>
              <a:t>成本预算</a:t>
            </a:r>
            <a:r>
              <a:rPr lang="zh-CN" altLang="en-US" sz="1700" dirty="0">
                <a:solidFill>
                  <a:srgbClr val="000000"/>
                </a:solidFill>
                <a:latin typeface="华文楷体" panose="02010600040101010101" pitchFamily="2" charset="-122"/>
                <a:ea typeface="华文楷体" panose="02010600040101010101" pitchFamily="2" charset="-122"/>
              </a:rPr>
              <a:t>和</a:t>
            </a:r>
            <a:r>
              <a:rPr lang="zh-CN" altLang="en-US" sz="1700" b="1" dirty="0">
                <a:solidFill>
                  <a:srgbClr val="FF0000"/>
                </a:solidFill>
                <a:latin typeface="华文楷体" panose="02010600040101010101" pitchFamily="2" charset="-122"/>
                <a:ea typeface="华文楷体" panose="02010600040101010101" pitchFamily="2" charset="-122"/>
              </a:rPr>
              <a:t>实际成本</a:t>
            </a:r>
            <a:r>
              <a:rPr lang="zh-CN" altLang="en-US" sz="1700" dirty="0">
                <a:solidFill>
                  <a:srgbClr val="000000"/>
                </a:solidFill>
                <a:latin typeface="华文楷体" panose="02010600040101010101" pitchFamily="2" charset="-122"/>
                <a:ea typeface="华文楷体" panose="02010600040101010101" pitchFamily="2" charset="-122"/>
              </a:rPr>
              <a:t>相联系的三个独立的变量，进行项目绩效测量的一种方法。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用于项目成本和进度的综合监控 </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挣值管理以差异分析为基础</a:t>
            </a:r>
            <a:endParaRPr lang="en-US" altLang="zh-CN" sz="17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01196592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3009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挣值管理与成本控制</a:t>
            </a:r>
          </a:p>
        </p:txBody>
      </p:sp>
      <p:grpSp>
        <p:nvGrpSpPr>
          <p:cNvPr id="6" name="Group 3">
            <a:extLst>
              <a:ext uri="{FF2B5EF4-FFF2-40B4-BE49-F238E27FC236}">
                <a16:creationId xmlns:a16="http://schemas.microsoft.com/office/drawing/2014/main" id="{E6ED2A14-50AC-4F54-8982-23DB10F1277D}"/>
              </a:ext>
            </a:extLst>
          </p:cNvPr>
          <p:cNvGrpSpPr>
            <a:grpSpLocks/>
          </p:cNvGrpSpPr>
          <p:nvPr/>
        </p:nvGrpSpPr>
        <p:grpSpPr bwMode="auto">
          <a:xfrm>
            <a:off x="646880" y="1247762"/>
            <a:ext cx="7860054" cy="2647975"/>
            <a:chOff x="770" y="1443"/>
            <a:chExt cx="3373" cy="1166"/>
          </a:xfrm>
        </p:grpSpPr>
        <p:sp>
          <p:nvSpPr>
            <p:cNvPr id="7" name="Rectangle 4">
              <a:extLst>
                <a:ext uri="{FF2B5EF4-FFF2-40B4-BE49-F238E27FC236}">
                  <a16:creationId xmlns:a16="http://schemas.microsoft.com/office/drawing/2014/main" id="{D7836F91-8D56-4867-9150-9DC35E5C9A9E}"/>
                </a:ext>
              </a:extLst>
            </p:cNvPr>
            <p:cNvSpPr>
              <a:spLocks noChangeArrowheads="1"/>
            </p:cNvSpPr>
            <p:nvPr/>
          </p:nvSpPr>
          <p:spPr bwMode="auto">
            <a:xfrm>
              <a:off x="770" y="1443"/>
              <a:ext cx="3373" cy="1166"/>
            </a:xfrm>
            <a:prstGeom prst="rect">
              <a:avLst/>
            </a:prstGeom>
            <a:solidFill>
              <a:schemeClr val="tx1"/>
            </a:solidFill>
            <a:ln w="9525" algn="ctr">
              <a:solidFill>
                <a:schemeClr val="tx1"/>
              </a:solidFill>
              <a:miter lim="800000"/>
              <a:headEnd/>
              <a:tailEnd/>
            </a:ln>
          </p:spPr>
          <p:txBody>
            <a:bodyPr wrap="none" lIns="0" tIns="0" rIns="0" bIns="0" anchor="ctr"/>
            <a:lstStyle>
              <a:lvl1pPr>
                <a:lnSpc>
                  <a:spcPct val="90000"/>
                </a:lnSpc>
                <a:spcBef>
                  <a:spcPct val="20000"/>
                </a:spcBef>
                <a:buClr>
                  <a:schemeClr val="tx2"/>
                </a:buClr>
                <a:buSzPct val="75000"/>
                <a:buFont typeface="Wingdings" panose="05000000000000000000" pitchFamily="2" charset="2"/>
                <a:buChar char="l"/>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Char char="–"/>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rgbClr val="00CCFF"/>
                </a:buClr>
                <a:buSzPct val="65000"/>
                <a:buFont typeface="Wingdings" panose="05000000000000000000" pitchFamily="2" charset="2"/>
                <a:buChar char="l"/>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tx1"/>
                </a:buClr>
                <a:buChar char="–"/>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Char char="•"/>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9pPr>
            </a:lstStyle>
            <a:p>
              <a:pPr eaLnBrk="1" hangingPunct="1">
                <a:lnSpc>
                  <a:spcPct val="100000"/>
                </a:lnSpc>
                <a:spcBef>
                  <a:spcPct val="0"/>
                </a:spcBef>
                <a:buClrTx/>
                <a:buSzTx/>
                <a:buFontTx/>
                <a:buNone/>
              </a:pPr>
              <a:endParaRPr lang="zh-CN" altLang="en-US" sz="2400">
                <a:latin typeface="Tahoma" panose="020B0604030504040204" pitchFamily="34" charset="0"/>
              </a:endParaRPr>
            </a:p>
          </p:txBody>
        </p:sp>
        <p:pic>
          <p:nvPicPr>
            <p:cNvPr id="8" name="Picture 5">
              <a:extLst>
                <a:ext uri="{FF2B5EF4-FFF2-40B4-BE49-F238E27FC236}">
                  <a16:creationId xmlns:a16="http://schemas.microsoft.com/office/drawing/2014/main" id="{DF441320-EC18-4696-863A-80292CDEEE8C}"/>
                </a:ext>
              </a:extLst>
            </p:cNvPr>
            <p:cNvPicPr>
              <a:picLocks noChangeAspect="1" noChangeArrowheads="1"/>
            </p:cNvPicPr>
            <p:nvPr/>
          </p:nvPicPr>
          <p:blipFill>
            <a:blip r:embed="rId3">
              <a:grayscl/>
              <a:biLevel thresh="50000"/>
              <a:extLst>
                <a:ext uri="{28A0092B-C50C-407E-A947-70E740481C1C}">
                  <a14:useLocalDpi xmlns:a14="http://schemas.microsoft.com/office/drawing/2010/main" val="0"/>
                </a:ext>
              </a:extLst>
            </a:blip>
            <a:srcRect/>
            <a:stretch>
              <a:fillRect/>
            </a:stretch>
          </p:blipFill>
          <p:spPr bwMode="auto">
            <a:xfrm>
              <a:off x="802" y="1461"/>
              <a:ext cx="3322" cy="1123"/>
            </a:xfrm>
            <a:prstGeom prst="rect">
              <a:avLst/>
            </a:prstGeom>
            <a:solidFill>
              <a:schemeClr val="bg1"/>
            </a:solidFill>
            <a:ln w="9525" algn="ctr">
              <a:solidFill>
                <a:schemeClr val="tx1"/>
              </a:solidFill>
              <a:miter lim="800000"/>
              <a:headEnd/>
              <a:tailEnd/>
            </a:ln>
          </p:spPr>
        </p:pic>
      </p:grpSp>
    </p:spTree>
    <p:extLst>
      <p:ext uri="{BB962C8B-B14F-4D97-AF65-F5344CB8AC3E}">
        <p14:creationId xmlns:p14="http://schemas.microsoft.com/office/powerpoint/2010/main" val="208045383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591379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3.3.3 </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价值工程分析与成本控制 </a:t>
            </a: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例</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409442"/>
          </a:xfrm>
          <a:prstGeom prst="rect">
            <a:avLst/>
          </a:prstGeom>
        </p:spPr>
        <p:txBody>
          <a:bodyPr wrap="square">
            <a:spAutoFit/>
          </a:bodyPr>
          <a:lstStyle/>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假设一个为期</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5</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年、预计成本为</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10</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亿美元的飞机研制项目，前两年半的预算成本为</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5</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亿美元，也就是说预计项目进行到一半时人工费和材料费花到</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5</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亿美元。假设到这个时候项目只花了</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4.5</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亿美元，是否可以称之为“低于预算”？</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如果实际情况是项目的进度滞后呢？</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引入项目已完工部分的价值</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zh-CN" altLang="en-US" sz="17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挣值</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EV=</a:t>
            </a:r>
            <a:r>
              <a:rPr kumimoji="0" lang="zh-CN" altLang="en-US" sz="17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实际完成的作业量 </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zh-CN" altLang="en-US" sz="17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其预算（计划）成本 </a:t>
            </a:r>
          </a:p>
        </p:txBody>
      </p:sp>
    </p:spTree>
    <p:extLst>
      <p:ext uri="{BB962C8B-B14F-4D97-AF65-F5344CB8AC3E}">
        <p14:creationId xmlns:p14="http://schemas.microsoft.com/office/powerpoint/2010/main" val="113151673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330090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挣值管理与成本控制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624612"/>
          </a:xfrm>
          <a:prstGeom prst="rect">
            <a:avLst/>
          </a:prstGeom>
        </p:spPr>
        <p:txBody>
          <a:bodyPr wrap="square">
            <a:spAutoFit/>
          </a:bodyPr>
          <a:lstStyle/>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挣值分析方法的基本思想</a:t>
            </a:r>
          </a:p>
          <a:p>
            <a:pPr marL="742950" marR="0" lvl="1"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就是通过引进一个中间变量即“</a:t>
            </a:r>
            <a:r>
              <a:rPr kumimoji="0" lang="zh-CN" altLang="en-US" sz="17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挣值</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”，来帮助项目管理者分析项目的成本和工期的变动情况并给出相应的信息，以便他们能够对项目成本的发展趋势做出科学的预测与判断，并提出相应的对策。</a:t>
            </a:r>
          </a:p>
        </p:txBody>
      </p:sp>
    </p:spTree>
    <p:extLst>
      <p:ext uri="{BB962C8B-B14F-4D97-AF65-F5344CB8AC3E}">
        <p14:creationId xmlns:p14="http://schemas.microsoft.com/office/powerpoint/2010/main" val="29201519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156966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挣值管理</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409442"/>
          </a:xfrm>
          <a:prstGeom prst="rect">
            <a:avLst/>
          </a:prstGeom>
        </p:spPr>
        <p:txBody>
          <a:bodyPr wrap="square">
            <a:spAutoFit/>
          </a:bodyPr>
          <a:lstStyle/>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7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计划值</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PV</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Planed Value</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）又叫计划工作量的</a:t>
            </a:r>
            <a:r>
              <a:rPr kumimoji="0" lang="zh-CN" altLang="en-US" sz="17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预算费用</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(BCWS</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Budgeted Cost for Work Scheduled )</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。是指项目实施过程中某阶段计划要求完成的工作量所需的预算工时（或费用）。</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计算公式是：</a:t>
            </a:r>
            <a:endPar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285750" marR="0" lvl="0" indent="-285750" algn="ctr"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PV=BCWS=</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计划工作量*预算定额</a:t>
            </a:r>
            <a:endPar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PV</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主要反映进度计划应当完成的工作量，而不是反映应消耗的工时或费用。</a:t>
            </a:r>
          </a:p>
        </p:txBody>
      </p:sp>
    </p:spTree>
    <p:extLst>
      <p:ext uri="{BB962C8B-B14F-4D97-AF65-F5344CB8AC3E}">
        <p14:creationId xmlns:p14="http://schemas.microsoft.com/office/powerpoint/2010/main" val="189419887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156966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挣值管理</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32197"/>
          </a:xfrm>
          <a:prstGeom prst="rect">
            <a:avLst/>
          </a:prstGeom>
        </p:spPr>
        <p:txBody>
          <a:bodyPr wrap="square">
            <a:spAutoFit/>
          </a:bodyPr>
          <a:lstStyle/>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700" b="1" i="0" u="none" strike="noStrike" kern="1200" cap="none" spc="0" normalizeH="0" baseline="0" noProof="0" dirty="0">
                <a:ln>
                  <a:noFill/>
                </a:ln>
                <a:solidFill>
                  <a:srgbClr val="FF0000"/>
                </a:solidFill>
                <a:effectLst/>
                <a:uLnTx/>
                <a:uFillTx/>
                <a:latin typeface="华文楷体" panose="02010600040101010101" pitchFamily="2" charset="-122"/>
                <a:ea typeface="华文楷体" panose="02010600040101010101" pitchFamily="2" charset="-122"/>
                <a:cs typeface="+mn-cs"/>
              </a:rPr>
              <a:t>实际成本</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AC</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Actual Cost</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）又叫已完成工作量的实际费用（</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ACWP</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Actual Cost for Work Performed</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）。指项目实施过程中某阶段实际完成的工作量所消耗的工时（或费用）。主要反映项目执行的实际消耗指标。</a:t>
            </a:r>
          </a:p>
        </p:txBody>
      </p:sp>
    </p:spTree>
    <p:extLst>
      <p:ext uri="{BB962C8B-B14F-4D97-AF65-F5344CB8AC3E}">
        <p14:creationId xmlns:p14="http://schemas.microsoft.com/office/powerpoint/2010/main" val="427538245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1569660" cy="461665"/>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挣值管理</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409442"/>
          </a:xfrm>
          <a:prstGeom prst="rect">
            <a:avLst/>
          </a:prstGeom>
        </p:spPr>
        <p:txBody>
          <a:bodyPr wrap="square">
            <a:spAutoFit/>
          </a:bodyPr>
          <a:lstStyle/>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7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挣值：（</a:t>
            </a:r>
            <a:r>
              <a:rPr kumimoji="0" lang="en-US" altLang="zh-CN" sz="17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EV</a:t>
            </a:r>
            <a:r>
              <a:rPr kumimoji="0" lang="zh-CN" altLang="en-US" sz="17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en-US" altLang="zh-CN" sz="17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Earned Value</a:t>
            </a:r>
            <a:r>
              <a:rPr kumimoji="0" lang="zh-CN" altLang="en-US" sz="17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）又叫已完成工作量的预算成本（</a:t>
            </a:r>
            <a:r>
              <a:rPr kumimoji="0" lang="en-US" altLang="zh-CN" sz="17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BCWP</a:t>
            </a:r>
            <a:r>
              <a:rPr kumimoji="0" lang="zh-CN" altLang="en-US" sz="17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r>
              <a:rPr kumimoji="0" lang="en-US" altLang="zh-CN" sz="17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Budgeted Cost for Work Performed</a:t>
            </a:r>
            <a:r>
              <a:rPr kumimoji="0" lang="zh-CN" altLang="en-US" sz="17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a:t>
            </a:r>
            <a:endParaRPr kumimoji="0" lang="en-US" altLang="zh-CN" sz="17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7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指项目实施过程中某阶段实际完成工作量及按预算定额计算出来的工时（或费用）之积。</a:t>
            </a:r>
            <a:endParaRPr kumimoji="0" lang="en-US" altLang="zh-CN" sz="17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7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计算公式：</a:t>
            </a:r>
            <a:endParaRPr kumimoji="0" lang="en-US" altLang="zh-CN" sz="17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endParaRPr>
          </a:p>
          <a:p>
            <a:pPr marL="285750" marR="0" lvl="0" indent="-285750" algn="ctr"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EV=BCWP=</a:t>
            </a:r>
            <a:r>
              <a:rPr kumimoji="0" lang="zh-CN" altLang="en-US" sz="1700" b="0" i="0" u="none" strike="noStrike" kern="1200" cap="none" spc="0" normalizeH="0" baseline="0" noProof="0" dirty="0">
                <a:ln>
                  <a:noFill/>
                </a:ln>
                <a:solidFill>
                  <a:prstClr val="black"/>
                </a:solidFill>
                <a:effectLst/>
                <a:uLnTx/>
                <a:uFillTx/>
                <a:latin typeface="华文楷体" panose="02010600040101010101" pitchFamily="2" charset="-122"/>
                <a:ea typeface="华文楷体" panose="02010600040101010101" pitchFamily="2" charset="-122"/>
                <a:cs typeface="+mn-cs"/>
              </a:rPr>
              <a:t>已完成工作量*预算定额</a:t>
            </a:r>
          </a:p>
        </p:txBody>
      </p:sp>
    </p:spTree>
    <p:extLst>
      <p:ext uri="{BB962C8B-B14F-4D97-AF65-F5344CB8AC3E}">
        <p14:creationId xmlns:p14="http://schemas.microsoft.com/office/powerpoint/2010/main" val="408906762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56096" y="263974"/>
            <a:ext cx="2969687" cy="415604"/>
            <a:chOff x="695" y="497"/>
            <a:chExt cx="5429" cy="873"/>
          </a:xfrm>
        </p:grpSpPr>
        <p:sp>
          <p:nvSpPr>
            <p:cNvPr id="4" name="TextBox 54"/>
            <p:cNvSpPr txBox="1"/>
            <p:nvPr/>
          </p:nvSpPr>
          <p:spPr>
            <a:xfrm>
              <a:off x="1109" y="497"/>
              <a:ext cx="5015" cy="873"/>
            </a:xfrm>
            <a:prstGeom prst="rect">
              <a:avLst/>
            </a:prstGeom>
            <a:noFill/>
          </p:spPr>
          <p:txBody>
            <a:bodyPr wrap="square"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en-US" sz="2099" b="1" dirty="0">
                  <a:solidFill>
                    <a:srgbClr val="484849"/>
                  </a:solidFill>
                  <a:latin typeface="微软雅黑" panose="020B0503020204020204" pitchFamily="34" charset="-122"/>
                  <a:ea typeface="微软雅黑" panose="020B0503020204020204" pitchFamily="34" charset="-122"/>
                </a:rPr>
                <a:t>挣值分析</a:t>
              </a:r>
            </a:p>
          </p:txBody>
        </p:sp>
        <p:sp>
          <p:nvSpPr>
            <p:cNvPr id="13" name="Freeform 6"/>
            <p:cNvSpPr/>
            <p:nvPr/>
          </p:nvSpPr>
          <p:spPr bwMode="auto">
            <a:xfrm>
              <a:off x="695" y="696"/>
              <a:ext cx="414" cy="423"/>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2C99C0"/>
            </a:solidFill>
            <a:ln>
              <a:noFill/>
            </a:ln>
          </p:spPr>
          <p:txBody>
            <a:bodyPr vert="horz" wrap="square" lIns="68553" tIns="34277" rIns="68553" bIns="34277" numCol="1" anchor="t" anchorCtr="0" compatLnSpc="1"/>
            <a:lstStyle/>
            <a:p>
              <a:pPr defTabSz="685526">
                <a:defRPr/>
              </a:pPr>
              <a:endParaRPr lang="zh-CN" altLang="en-US" sz="1349" kern="0">
                <a:solidFill>
                  <a:srgbClr val="294A5A"/>
                </a:solidFill>
              </a:endParaRPr>
            </a:p>
          </p:txBody>
        </p:sp>
      </p:grpSp>
      <p:pic>
        <p:nvPicPr>
          <p:cNvPr id="9" name="图片 8"/>
          <p:cNvPicPr>
            <a:picLocks noChangeAspect="1"/>
          </p:cNvPicPr>
          <p:nvPr/>
        </p:nvPicPr>
        <p:blipFill>
          <a:blip r:embed="rId3"/>
          <a:stretch>
            <a:fillRect/>
          </a:stretch>
        </p:blipFill>
        <p:spPr>
          <a:xfrm>
            <a:off x="616042" y="3219569"/>
            <a:ext cx="5854953" cy="1535726"/>
          </a:xfrm>
          <a:prstGeom prst="rect">
            <a:avLst/>
          </a:prstGeom>
        </p:spPr>
      </p:pic>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6042" y="1174930"/>
            <a:ext cx="4457612" cy="1133683"/>
          </a:xfrm>
          <a:prstGeom prst="rect">
            <a:avLst/>
          </a:prstGeom>
        </p:spPr>
      </p:pic>
      <p:sp>
        <p:nvSpPr>
          <p:cNvPr id="12" name="矩形 11"/>
          <p:cNvSpPr/>
          <p:nvPr/>
        </p:nvSpPr>
        <p:spPr>
          <a:xfrm>
            <a:off x="623813" y="2392974"/>
            <a:ext cx="5675704" cy="715196"/>
          </a:xfrm>
          <a:prstGeom prst="rect">
            <a:avLst/>
          </a:prstGeom>
        </p:spPr>
        <p:txBody>
          <a:bodyPr wrap="square">
            <a:spAutoFit/>
          </a:bodyPr>
          <a:lstStyle/>
          <a:p>
            <a:r>
              <a:rPr lang="en-US" altLang="zh-CN" sz="1349" dirty="0"/>
              <a:t>AC=</a:t>
            </a:r>
            <a:r>
              <a:rPr lang="zh-CN" altLang="en-US" sz="1349" dirty="0"/>
              <a:t>实际工作量 </a:t>
            </a:r>
            <a:r>
              <a:rPr lang="en-US" altLang="zh-CN" sz="1349" dirty="0"/>
              <a:t>X </a:t>
            </a:r>
            <a:r>
              <a:rPr lang="zh-CN" altLang="en-US" sz="1349" dirty="0"/>
              <a:t>实际单价 （</a:t>
            </a:r>
            <a:r>
              <a:rPr lang="en-US" altLang="zh-CN" sz="1349" dirty="0"/>
              <a:t>Actual Cost</a:t>
            </a:r>
            <a:r>
              <a:rPr lang="zh-CN" altLang="en-US" sz="1349" dirty="0"/>
              <a:t>实际工作的实际花费） </a:t>
            </a:r>
            <a:endParaRPr lang="en-US" altLang="zh-CN" sz="1349" dirty="0"/>
          </a:p>
          <a:p>
            <a:r>
              <a:rPr lang="en-US" altLang="zh-CN" sz="1349" dirty="0"/>
              <a:t>PV=</a:t>
            </a:r>
            <a:r>
              <a:rPr lang="zh-CN" altLang="en-US" sz="1349" dirty="0"/>
              <a:t>计划工作量 </a:t>
            </a:r>
            <a:r>
              <a:rPr lang="en-US" altLang="zh-CN" sz="1349" dirty="0"/>
              <a:t>X </a:t>
            </a:r>
            <a:r>
              <a:rPr lang="zh-CN" altLang="en-US" sz="1349" dirty="0"/>
              <a:t>计划单价 （</a:t>
            </a:r>
            <a:r>
              <a:rPr lang="en-US" altLang="zh-CN" sz="1349" dirty="0"/>
              <a:t>Plan Value</a:t>
            </a:r>
            <a:r>
              <a:rPr lang="zh-CN" altLang="en-US" sz="1349" dirty="0"/>
              <a:t>计划工作的预算价值）</a:t>
            </a:r>
          </a:p>
          <a:p>
            <a:r>
              <a:rPr lang="en-US" altLang="zh-CN" sz="1349" dirty="0"/>
              <a:t>EV=</a:t>
            </a:r>
            <a:r>
              <a:rPr lang="zh-CN" altLang="en-US" sz="1349" dirty="0"/>
              <a:t>实际工作量 </a:t>
            </a:r>
            <a:r>
              <a:rPr lang="en-US" altLang="zh-CN" sz="1349" dirty="0"/>
              <a:t>X </a:t>
            </a:r>
            <a:r>
              <a:rPr lang="zh-CN" altLang="en-US" sz="1349" dirty="0"/>
              <a:t>计划单价 （</a:t>
            </a:r>
            <a:r>
              <a:rPr lang="en-US" altLang="zh-CN" sz="1349" dirty="0"/>
              <a:t>Earned Value</a:t>
            </a:r>
            <a:r>
              <a:rPr lang="zh-CN" altLang="en-US" sz="1349" dirty="0"/>
              <a:t>实际工作的预算价值、挣值）</a:t>
            </a:r>
          </a:p>
        </p:txBody>
      </p:sp>
    </p:spTree>
    <p:extLst>
      <p:ext uri="{BB962C8B-B14F-4D97-AF65-F5344CB8AC3E}">
        <p14:creationId xmlns:p14="http://schemas.microsoft.com/office/powerpoint/2010/main" val="939731484"/>
      </p:ext>
    </p:extLst>
  </p:cSld>
  <p:clrMapOvr>
    <a:masterClrMapping/>
  </p:clrMapOvr>
  <p:transition spd="slow" advClick="0" advTm="3624">
    <p:pull/>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56096" y="577518"/>
            <a:ext cx="2969687" cy="415604"/>
            <a:chOff x="695" y="497"/>
            <a:chExt cx="5429" cy="873"/>
          </a:xfrm>
        </p:grpSpPr>
        <p:sp>
          <p:nvSpPr>
            <p:cNvPr id="4" name="TextBox 54"/>
            <p:cNvSpPr txBox="1"/>
            <p:nvPr/>
          </p:nvSpPr>
          <p:spPr>
            <a:xfrm>
              <a:off x="1109" y="497"/>
              <a:ext cx="5015" cy="873"/>
            </a:xfrm>
            <a:prstGeom prst="rect">
              <a:avLst/>
            </a:prstGeom>
            <a:noFill/>
          </p:spPr>
          <p:txBody>
            <a:bodyPr wrap="square"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en-US" sz="2099" b="1" dirty="0">
                  <a:solidFill>
                    <a:srgbClr val="484849"/>
                  </a:solidFill>
                  <a:latin typeface="微软雅黑" panose="020B0503020204020204" pitchFamily="34" charset="-122"/>
                  <a:ea typeface="微软雅黑" panose="020B0503020204020204" pitchFamily="34" charset="-122"/>
                </a:rPr>
                <a:t>绩效指标</a:t>
              </a:r>
            </a:p>
          </p:txBody>
        </p:sp>
        <p:sp>
          <p:nvSpPr>
            <p:cNvPr id="13" name="Freeform 6"/>
            <p:cNvSpPr/>
            <p:nvPr/>
          </p:nvSpPr>
          <p:spPr bwMode="auto">
            <a:xfrm>
              <a:off x="695" y="696"/>
              <a:ext cx="414" cy="423"/>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2C99C0"/>
            </a:solidFill>
            <a:ln>
              <a:noFill/>
            </a:ln>
          </p:spPr>
          <p:txBody>
            <a:bodyPr vert="horz" wrap="square" lIns="68553" tIns="34277" rIns="68553" bIns="34277" numCol="1" anchor="t" anchorCtr="0" compatLnSpc="1"/>
            <a:lstStyle/>
            <a:p>
              <a:pPr defTabSz="685526">
                <a:defRPr/>
              </a:pPr>
              <a:endParaRPr lang="zh-CN" altLang="en-US" sz="1349" kern="0">
                <a:solidFill>
                  <a:srgbClr val="294A5A"/>
                </a:solidFill>
              </a:endParaRPr>
            </a:p>
          </p:txBody>
        </p:sp>
      </p:grpSp>
      <p:sp>
        <p:nvSpPr>
          <p:cNvPr id="8" name="矩形 7"/>
          <p:cNvSpPr/>
          <p:nvPr/>
        </p:nvSpPr>
        <p:spPr>
          <a:xfrm>
            <a:off x="611945" y="968843"/>
            <a:ext cx="7523059" cy="3391569"/>
          </a:xfrm>
          <a:prstGeom prst="rect">
            <a:avLst/>
          </a:prstGeom>
        </p:spPr>
        <p:txBody>
          <a:bodyPr wrap="square">
            <a:spAutoFit/>
          </a:bodyPr>
          <a:lstStyle/>
          <a:p>
            <a:br>
              <a:rPr lang="zh-CN" altLang="en-US" sz="1649" dirty="0">
                <a:latin typeface="宋体" panose="02010600030101010101" pitchFamily="2" charset="-122"/>
              </a:rPr>
            </a:br>
            <a:r>
              <a:rPr lang="zh-CN" altLang="en-US" sz="1649" b="1" dirty="0">
                <a:solidFill>
                  <a:srgbClr val="121212"/>
                </a:solidFill>
                <a:latin typeface="宋体" panose="02010600030101010101" pitchFamily="2" charset="-122"/>
              </a:rPr>
              <a:t>成本偏差（</a:t>
            </a:r>
            <a:r>
              <a:rPr lang="en-US" altLang="zh-CN" sz="1649" b="1" dirty="0">
                <a:solidFill>
                  <a:srgbClr val="121212"/>
                </a:solidFill>
                <a:latin typeface="宋体" panose="02010600030101010101" pitchFamily="2" charset="-122"/>
              </a:rPr>
              <a:t>Cost Variance, CV</a:t>
            </a:r>
            <a:r>
              <a:rPr lang="zh-CN" altLang="en-US" sz="1649" b="1" dirty="0">
                <a:solidFill>
                  <a:srgbClr val="121212"/>
                </a:solidFill>
                <a:latin typeface="宋体" panose="02010600030101010101" pitchFamily="2" charset="-122"/>
              </a:rPr>
              <a:t>）</a:t>
            </a:r>
            <a:r>
              <a:rPr lang="zh-CN" altLang="en-US" sz="1649" dirty="0">
                <a:solidFill>
                  <a:srgbClr val="121212"/>
                </a:solidFill>
                <a:latin typeface="宋体" panose="02010600030101010101" pitchFamily="2" charset="-122"/>
              </a:rPr>
              <a:t>，截止到某时点发生的实际成本与计划成本的偏差，</a:t>
            </a:r>
            <a:r>
              <a:rPr lang="en-US" altLang="zh-CN" sz="1649" dirty="0">
                <a:solidFill>
                  <a:srgbClr val="121212"/>
                </a:solidFill>
                <a:latin typeface="宋体" panose="02010600030101010101" pitchFamily="2" charset="-122"/>
              </a:rPr>
              <a:t>CV=EV-AC</a:t>
            </a:r>
            <a:r>
              <a:rPr lang="zh-CN" altLang="en-US" sz="1649" dirty="0">
                <a:solidFill>
                  <a:srgbClr val="121212"/>
                </a:solidFill>
                <a:latin typeface="宋体" panose="02010600030101010101" pitchFamily="2" charset="-122"/>
              </a:rPr>
              <a:t>。当</a:t>
            </a:r>
            <a:r>
              <a:rPr lang="en-US" altLang="zh-CN" sz="1649" dirty="0">
                <a:solidFill>
                  <a:srgbClr val="121212"/>
                </a:solidFill>
                <a:latin typeface="宋体" panose="02010600030101010101" pitchFamily="2" charset="-122"/>
              </a:rPr>
              <a:t>CV</a:t>
            </a:r>
            <a:r>
              <a:rPr lang="zh-CN" altLang="en-US" sz="1649" dirty="0">
                <a:solidFill>
                  <a:srgbClr val="121212"/>
                </a:solidFill>
                <a:latin typeface="宋体" panose="02010600030101010101" pitchFamily="2" charset="-122"/>
              </a:rPr>
              <a:t>为正值时，表示实际消耗的人工（或费用）低于预算值，即有结余或效率高；当</a:t>
            </a:r>
            <a:r>
              <a:rPr lang="en-US" altLang="zh-CN" sz="1649" dirty="0">
                <a:solidFill>
                  <a:srgbClr val="121212"/>
                </a:solidFill>
                <a:latin typeface="宋体" panose="02010600030101010101" pitchFamily="2" charset="-122"/>
              </a:rPr>
              <a:t>CV</a:t>
            </a:r>
            <a:r>
              <a:rPr lang="zh-CN" altLang="en-US" sz="1649" dirty="0">
                <a:solidFill>
                  <a:srgbClr val="121212"/>
                </a:solidFill>
                <a:latin typeface="宋体" panose="02010600030101010101" pitchFamily="2" charset="-122"/>
              </a:rPr>
              <a:t>等于零时，表示实际消耗的人工（或费用）等于预算值；当</a:t>
            </a:r>
            <a:r>
              <a:rPr lang="en-US" altLang="zh-CN" sz="1649" dirty="0">
                <a:solidFill>
                  <a:srgbClr val="121212"/>
                </a:solidFill>
                <a:latin typeface="宋体" panose="02010600030101010101" pitchFamily="2" charset="-122"/>
              </a:rPr>
              <a:t>CV</a:t>
            </a:r>
            <a:r>
              <a:rPr lang="zh-CN" altLang="en-US" sz="1649" dirty="0">
                <a:solidFill>
                  <a:srgbClr val="121212"/>
                </a:solidFill>
                <a:latin typeface="宋体" panose="02010600030101010101" pitchFamily="2" charset="-122"/>
              </a:rPr>
              <a:t>为负值时，表示实际消耗的人工（或费用）超出预算值或超支。</a:t>
            </a:r>
            <a:br>
              <a:rPr lang="en-US" altLang="zh-CN" sz="1649" dirty="0">
                <a:latin typeface="宋体" panose="02010600030101010101" pitchFamily="2" charset="-122"/>
              </a:rPr>
            </a:br>
            <a:r>
              <a:rPr lang="zh-CN" altLang="en-US" sz="1649" b="1" dirty="0">
                <a:solidFill>
                  <a:srgbClr val="121212"/>
                </a:solidFill>
                <a:latin typeface="宋体" panose="02010600030101010101" pitchFamily="2" charset="-122"/>
              </a:rPr>
              <a:t>进度偏差（</a:t>
            </a:r>
            <a:r>
              <a:rPr lang="en-US" altLang="zh-CN" sz="1649" b="1" dirty="0">
                <a:solidFill>
                  <a:srgbClr val="121212"/>
                </a:solidFill>
                <a:latin typeface="宋体" panose="02010600030101010101" pitchFamily="2" charset="-122"/>
              </a:rPr>
              <a:t>Schedule Variance, SV</a:t>
            </a:r>
            <a:r>
              <a:rPr lang="zh-CN" altLang="en-US" sz="1649" b="1" dirty="0">
                <a:solidFill>
                  <a:srgbClr val="121212"/>
                </a:solidFill>
                <a:latin typeface="宋体" panose="02010600030101010101" pitchFamily="2" charset="-122"/>
              </a:rPr>
              <a:t>）</a:t>
            </a:r>
            <a:r>
              <a:rPr lang="zh-CN" altLang="en-US" sz="1649" dirty="0">
                <a:solidFill>
                  <a:srgbClr val="121212"/>
                </a:solidFill>
                <a:latin typeface="宋体" panose="02010600030101010101" pitchFamily="2" charset="-122"/>
              </a:rPr>
              <a:t>，截止到某时点的实际进度与计划进度的偏差</a:t>
            </a:r>
            <a:r>
              <a:rPr lang="zh-CN" altLang="en-US" sz="1649" b="1" dirty="0">
                <a:solidFill>
                  <a:srgbClr val="121212"/>
                </a:solidFill>
                <a:latin typeface="宋体" panose="02010600030101010101" pitchFamily="2" charset="-122"/>
              </a:rPr>
              <a:t>，</a:t>
            </a:r>
            <a:r>
              <a:rPr lang="en-US" altLang="zh-CN" sz="1649" dirty="0">
                <a:solidFill>
                  <a:srgbClr val="121212"/>
                </a:solidFill>
                <a:latin typeface="宋体" panose="02010600030101010101" pitchFamily="2" charset="-122"/>
              </a:rPr>
              <a:t>SV=EV-PV</a:t>
            </a:r>
            <a:r>
              <a:rPr lang="zh-CN" altLang="en-US" sz="1649" dirty="0">
                <a:solidFill>
                  <a:srgbClr val="121212"/>
                </a:solidFill>
                <a:latin typeface="宋体" panose="02010600030101010101" pitchFamily="2" charset="-122"/>
              </a:rPr>
              <a:t>。当</a:t>
            </a:r>
            <a:r>
              <a:rPr lang="en-US" altLang="zh-CN" sz="1649" dirty="0">
                <a:solidFill>
                  <a:srgbClr val="121212"/>
                </a:solidFill>
                <a:latin typeface="宋体" panose="02010600030101010101" pitchFamily="2" charset="-122"/>
              </a:rPr>
              <a:t>SV</a:t>
            </a:r>
            <a:r>
              <a:rPr lang="zh-CN" altLang="en-US" sz="1649" dirty="0">
                <a:solidFill>
                  <a:srgbClr val="121212"/>
                </a:solidFill>
                <a:latin typeface="宋体" panose="02010600030101010101" pitchFamily="2" charset="-122"/>
              </a:rPr>
              <a:t>为正值时，表示进度提前；当</a:t>
            </a:r>
            <a:r>
              <a:rPr lang="en-US" altLang="zh-CN" sz="1649" dirty="0">
                <a:solidFill>
                  <a:srgbClr val="121212"/>
                </a:solidFill>
                <a:latin typeface="宋体" panose="02010600030101010101" pitchFamily="2" charset="-122"/>
              </a:rPr>
              <a:t>SV</a:t>
            </a:r>
            <a:r>
              <a:rPr lang="zh-CN" altLang="en-US" sz="1649" dirty="0">
                <a:solidFill>
                  <a:srgbClr val="121212"/>
                </a:solidFill>
                <a:latin typeface="宋体" panose="02010600030101010101" pitchFamily="2" charset="-122"/>
              </a:rPr>
              <a:t>等于零时，表示实际与计划相符。当</a:t>
            </a:r>
            <a:r>
              <a:rPr lang="en-US" altLang="zh-CN" sz="1649" dirty="0">
                <a:solidFill>
                  <a:srgbClr val="121212"/>
                </a:solidFill>
                <a:latin typeface="宋体" panose="02010600030101010101" pitchFamily="2" charset="-122"/>
              </a:rPr>
              <a:t>SV</a:t>
            </a:r>
            <a:r>
              <a:rPr lang="zh-CN" altLang="en-US" sz="1649" dirty="0">
                <a:solidFill>
                  <a:srgbClr val="121212"/>
                </a:solidFill>
                <a:latin typeface="宋体" panose="02010600030101010101" pitchFamily="2" charset="-122"/>
              </a:rPr>
              <a:t>为负值时，表示进度延误。</a:t>
            </a:r>
            <a:br>
              <a:rPr lang="zh-CN" altLang="en-US" sz="1649" dirty="0">
                <a:latin typeface="宋体" panose="02010600030101010101" pitchFamily="2" charset="-122"/>
              </a:rPr>
            </a:br>
            <a:r>
              <a:rPr lang="zh-CN" altLang="en-US" sz="1649" b="1" dirty="0">
                <a:solidFill>
                  <a:srgbClr val="121212"/>
                </a:solidFill>
                <a:latin typeface="宋体" panose="02010600030101010101" pitchFamily="2" charset="-122"/>
              </a:rPr>
              <a:t>成本绩效指数（</a:t>
            </a:r>
            <a:r>
              <a:rPr lang="en-US" altLang="zh-CN" sz="1649" b="1" dirty="0">
                <a:solidFill>
                  <a:srgbClr val="121212"/>
                </a:solidFill>
                <a:latin typeface="宋体" panose="02010600030101010101" pitchFamily="2" charset="-122"/>
              </a:rPr>
              <a:t>Cost Performance Index, CPI</a:t>
            </a:r>
            <a:r>
              <a:rPr lang="zh-CN" altLang="en-US" sz="1649" b="1" dirty="0">
                <a:solidFill>
                  <a:srgbClr val="121212"/>
                </a:solidFill>
                <a:latin typeface="宋体" panose="02010600030101010101" pitchFamily="2" charset="-122"/>
              </a:rPr>
              <a:t>）</a:t>
            </a:r>
            <a:r>
              <a:rPr lang="zh-CN" altLang="en-US" sz="1649" dirty="0">
                <a:solidFill>
                  <a:srgbClr val="121212"/>
                </a:solidFill>
                <a:latin typeface="宋体" panose="02010600030101010101" pitchFamily="2" charset="-122"/>
              </a:rPr>
              <a:t>，截止到某时点衡量成本绩效的一种指标，也就是实际每花一元钱，完成做了多少钱的事（花钱的效率），</a:t>
            </a:r>
            <a:r>
              <a:rPr lang="en-US" altLang="zh-CN" sz="1649" b="1" dirty="0">
                <a:solidFill>
                  <a:srgbClr val="121212"/>
                </a:solidFill>
                <a:latin typeface="宋体" panose="02010600030101010101" pitchFamily="2" charset="-122"/>
              </a:rPr>
              <a:t>CPI=EV/AC</a:t>
            </a:r>
            <a:r>
              <a:rPr lang="zh-CN" altLang="en-US" sz="1649" b="1" dirty="0">
                <a:solidFill>
                  <a:srgbClr val="121212"/>
                </a:solidFill>
                <a:latin typeface="宋体" panose="02010600030101010101" pitchFamily="2" charset="-122"/>
              </a:rPr>
              <a:t>。</a:t>
            </a:r>
            <a:br>
              <a:rPr lang="en-US" altLang="zh-CN" sz="1649" dirty="0">
                <a:latin typeface="宋体" panose="02010600030101010101" pitchFamily="2" charset="-122"/>
              </a:rPr>
            </a:br>
            <a:r>
              <a:rPr lang="zh-CN" altLang="en-US" sz="1649" b="1" dirty="0">
                <a:solidFill>
                  <a:srgbClr val="121212"/>
                </a:solidFill>
                <a:latin typeface="宋体" panose="02010600030101010101" pitchFamily="2" charset="-122"/>
              </a:rPr>
              <a:t>进度绩效指数（</a:t>
            </a:r>
            <a:r>
              <a:rPr lang="en-US" altLang="zh-CN" sz="1649" b="1" dirty="0">
                <a:solidFill>
                  <a:srgbClr val="121212"/>
                </a:solidFill>
                <a:latin typeface="宋体" panose="02010600030101010101" pitchFamily="2" charset="-122"/>
              </a:rPr>
              <a:t>Schedule Performance Index, SPI</a:t>
            </a:r>
            <a:r>
              <a:rPr lang="zh-CN" altLang="en-US" sz="1649" b="1" dirty="0">
                <a:solidFill>
                  <a:srgbClr val="121212"/>
                </a:solidFill>
                <a:latin typeface="宋体" panose="02010600030101010101" pitchFamily="2" charset="-122"/>
              </a:rPr>
              <a:t>）</a:t>
            </a:r>
            <a:r>
              <a:rPr lang="zh-CN" altLang="en-US" sz="1649" dirty="0">
                <a:solidFill>
                  <a:srgbClr val="121212"/>
                </a:solidFill>
                <a:latin typeface="宋体" panose="02010600030101010101" pitchFamily="2" charset="-122"/>
              </a:rPr>
              <a:t>，截止到某时点衡量进度绩效的一种指标，也就是实际完成的工作量与计划完成工作量之比，</a:t>
            </a:r>
            <a:r>
              <a:rPr lang="en-US" altLang="zh-CN" sz="1649" b="1" dirty="0">
                <a:solidFill>
                  <a:srgbClr val="121212"/>
                </a:solidFill>
                <a:latin typeface="宋体" panose="02010600030101010101" pitchFamily="2" charset="-122"/>
              </a:rPr>
              <a:t>SPI=EV/PV</a:t>
            </a:r>
            <a:endParaRPr lang="zh-CN" altLang="en-US" sz="1649" dirty="0">
              <a:latin typeface="宋体" panose="02010600030101010101" pitchFamily="2" charset="-122"/>
            </a:endParaRPr>
          </a:p>
        </p:txBody>
      </p:sp>
    </p:spTree>
    <p:extLst>
      <p:ext uri="{BB962C8B-B14F-4D97-AF65-F5344CB8AC3E}">
        <p14:creationId xmlns:p14="http://schemas.microsoft.com/office/powerpoint/2010/main" val="1360245504"/>
      </p:ext>
    </p:extLst>
  </p:cSld>
  <p:clrMapOvr>
    <a:masterClrMapping/>
  </p:clrMapOvr>
  <p:transition spd="slow" advClick="0" advTm="3624">
    <p:pull/>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468589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挣值管理：四个绩效评价参数</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017027"/>
          </a:xfrm>
          <a:prstGeom prst="rect">
            <a:avLst/>
          </a:prstGeom>
        </p:spPr>
        <p:txBody>
          <a:bodyPr wrap="square">
            <a:spAutoFit/>
          </a:bodyPr>
          <a:lstStyle/>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1</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、成本偏差（</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CV</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Cost Variance</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CV=EV-AC=</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已完成工作量 *（单位工作量的预算成本</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单位工作量实际成本）</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CV &gt; 0   </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表示实际消耗的费用低于预算值，即有结余或效率高 </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CV = 0   </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表示实际消耗的费用等于预算值 </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CV &lt; 0   </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表示实际消耗的费用超出预算值或超支 </a:t>
            </a:r>
          </a:p>
        </p:txBody>
      </p:sp>
    </p:spTree>
    <p:extLst>
      <p:ext uri="{BB962C8B-B14F-4D97-AF65-F5344CB8AC3E}">
        <p14:creationId xmlns:p14="http://schemas.microsoft.com/office/powerpoint/2010/main" val="36917319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468589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挣值管理：四个绩效评价参数</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017027"/>
          </a:xfrm>
          <a:prstGeom prst="rect">
            <a:avLst/>
          </a:prstGeom>
        </p:spPr>
        <p:txBody>
          <a:bodyPr wrap="square">
            <a:spAutoFit/>
          </a:bodyPr>
          <a:lstStyle/>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2</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、进度偏差（</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SV</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Schedule Variance</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SV=EV-PV= </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单位工作量的预算成本 * </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已完成工作量</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计划工作量）</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SV &gt; 0    </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表示进度提前  </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SV = 0    </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表示实际与计划相符 </a:t>
            </a:r>
            <a:endPar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SV &lt; 0    </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表示进度延误 　</a:t>
            </a:r>
          </a:p>
        </p:txBody>
      </p:sp>
    </p:spTree>
    <p:extLst>
      <p:ext uri="{BB962C8B-B14F-4D97-AF65-F5344CB8AC3E}">
        <p14:creationId xmlns:p14="http://schemas.microsoft.com/office/powerpoint/2010/main" val="172865853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468589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挣值管理：四个绩效评价参数</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017027"/>
          </a:xfrm>
          <a:prstGeom prst="rect">
            <a:avLst/>
          </a:prstGeom>
        </p:spPr>
        <p:txBody>
          <a:bodyPr wrap="square">
            <a:spAutoFit/>
          </a:bodyPr>
          <a:lstStyle/>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3</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、成本绩效指标（</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CPI</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Cost Performed Index</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CPI=EV/AC=</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单位工作量的预算成本</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单位工作量的实际成本</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当</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CPI&gt;1</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时，表示低于预算，即实际费用低于预算费用 </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当</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CPI=1</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时，表示实际费用与预算费用持平 </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当</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CPI&lt;1</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时，表示超出预算，即实际费用高于预算费用 </a:t>
            </a:r>
          </a:p>
        </p:txBody>
      </p:sp>
    </p:spTree>
    <p:extLst>
      <p:ext uri="{BB962C8B-B14F-4D97-AF65-F5344CB8AC3E}">
        <p14:creationId xmlns:p14="http://schemas.microsoft.com/office/powerpoint/2010/main" val="34953767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468589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挣值管理：四个绩效评价参数</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409442"/>
          </a:xfrm>
          <a:prstGeom prst="rect">
            <a:avLst/>
          </a:prstGeom>
        </p:spPr>
        <p:txBody>
          <a:bodyPr wrap="square">
            <a:spAutoFit/>
          </a:bodyPr>
          <a:lstStyle/>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4</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、进度绩效指标（</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SPI , Schedule Performed Index</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SPI=EV/PV=</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已完成工作量</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计划工作量</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当</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SPI&gt;1</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时，表示进度超前</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当</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SPI=1</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时，表示实际进度与计划进度相同</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当</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SPI&lt;1</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时，表示进度延误</a:t>
            </a:r>
            <a:endPar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spTree>
    <p:extLst>
      <p:ext uri="{BB962C8B-B14F-4D97-AF65-F5344CB8AC3E}">
        <p14:creationId xmlns:p14="http://schemas.microsoft.com/office/powerpoint/2010/main" val="31570949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156966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挣值管理</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194272"/>
          </a:xfrm>
          <a:prstGeom prst="rect">
            <a:avLst/>
          </a:prstGeom>
        </p:spPr>
        <p:txBody>
          <a:bodyPr wrap="square">
            <a:spAutoFit/>
          </a:bodyPr>
          <a:lstStyle/>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完工估算成本（</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EAC)</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1</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．假定项目未完工部分按目前的成本绩效进行</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EAC =BAC/CPI      </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2</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．假定项目未完工部分按计划效率进行</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EAC =AC+(BAC</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EV)</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3</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．全面重估剩余工作成本</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       </a:t>
            </a:r>
            <a:r>
              <a:rPr kumimoji="0" lang="en-US" altLang="zh-CN"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EAC = AC+</a:t>
            </a:r>
            <a:r>
              <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rPr>
              <a:t>重估剩余工作成本</a:t>
            </a: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kumimoji="0" lang="zh-CN" altLang="en-US" sz="1700" b="0" i="0" u="none" strike="noStrike" kern="1200" cap="none" spc="0" normalizeH="0" baseline="0" noProof="0" dirty="0">
              <a:ln>
                <a:noFill/>
              </a:ln>
              <a:solidFill>
                <a:srgbClr val="000000"/>
              </a:solidFill>
              <a:effectLst/>
              <a:uLnTx/>
              <a:uFillTx/>
              <a:latin typeface="华文楷体" panose="02010600040101010101" pitchFamily="2" charset="-122"/>
              <a:ea typeface="华文楷体" panose="02010600040101010101" pitchFamily="2" charset="-122"/>
              <a:cs typeface="+mn-cs"/>
            </a:endParaRPr>
          </a:p>
        </p:txBody>
      </p:sp>
    </p:spTree>
    <p:extLst>
      <p:ext uri="{BB962C8B-B14F-4D97-AF65-F5344CB8AC3E}">
        <p14:creationId xmlns:p14="http://schemas.microsoft.com/office/powerpoint/2010/main" val="391960152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56096" y="577518"/>
            <a:ext cx="2969687" cy="415604"/>
            <a:chOff x="695" y="497"/>
            <a:chExt cx="5429" cy="873"/>
          </a:xfrm>
        </p:grpSpPr>
        <p:sp>
          <p:nvSpPr>
            <p:cNvPr id="4" name="TextBox 54"/>
            <p:cNvSpPr txBox="1"/>
            <p:nvPr/>
          </p:nvSpPr>
          <p:spPr>
            <a:xfrm>
              <a:off x="1109" y="497"/>
              <a:ext cx="5015" cy="873"/>
            </a:xfrm>
            <a:prstGeom prst="rect">
              <a:avLst/>
            </a:prstGeom>
            <a:noFill/>
          </p:spPr>
          <p:txBody>
            <a:bodyPr wrap="square"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en-US" sz="2099" b="1" dirty="0">
                  <a:solidFill>
                    <a:srgbClr val="484849"/>
                  </a:solidFill>
                  <a:latin typeface="微软雅黑" panose="020B0503020204020204" pitchFamily="34" charset="-122"/>
                  <a:ea typeface="微软雅黑" panose="020B0503020204020204" pitchFamily="34" charset="-122"/>
                </a:rPr>
                <a:t>绩效指标</a:t>
              </a:r>
            </a:p>
          </p:txBody>
        </p:sp>
        <p:sp>
          <p:nvSpPr>
            <p:cNvPr id="13" name="Freeform 6"/>
            <p:cNvSpPr/>
            <p:nvPr/>
          </p:nvSpPr>
          <p:spPr bwMode="auto">
            <a:xfrm>
              <a:off x="695" y="696"/>
              <a:ext cx="414" cy="423"/>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2C99C0"/>
            </a:solidFill>
            <a:ln>
              <a:noFill/>
            </a:ln>
          </p:spPr>
          <p:txBody>
            <a:bodyPr vert="horz" wrap="square" lIns="68553" tIns="34277" rIns="68553" bIns="34277" numCol="1" anchor="t" anchorCtr="0" compatLnSpc="1"/>
            <a:lstStyle/>
            <a:p>
              <a:pPr defTabSz="685526">
                <a:defRPr/>
              </a:pPr>
              <a:endParaRPr lang="zh-CN" altLang="en-US" sz="1349" kern="0">
                <a:solidFill>
                  <a:srgbClr val="294A5A"/>
                </a:solidFill>
              </a:endParaRPr>
            </a:p>
          </p:txBody>
        </p:sp>
      </p:grpSp>
      <p:pic>
        <p:nvPicPr>
          <p:cNvPr id="10" name="图片 9"/>
          <p:cNvPicPr>
            <a:picLocks noChangeAspect="1"/>
          </p:cNvPicPr>
          <p:nvPr/>
        </p:nvPicPr>
        <p:blipFill>
          <a:blip r:embed="rId3"/>
          <a:stretch>
            <a:fillRect/>
          </a:stretch>
        </p:blipFill>
        <p:spPr>
          <a:xfrm>
            <a:off x="407511" y="1330097"/>
            <a:ext cx="4231471" cy="3293886"/>
          </a:xfrm>
          <a:prstGeom prst="rect">
            <a:avLst/>
          </a:prstGeom>
        </p:spPr>
      </p:pic>
      <p:sp>
        <p:nvSpPr>
          <p:cNvPr id="9" name="文本框 8">
            <a:extLst>
              <a:ext uri="{FF2B5EF4-FFF2-40B4-BE49-F238E27FC236}">
                <a16:creationId xmlns:a16="http://schemas.microsoft.com/office/drawing/2014/main" id="{DEBE28D0-A0DA-8B3B-4C89-CE7DE6AA67CD}"/>
              </a:ext>
            </a:extLst>
          </p:cNvPr>
          <p:cNvSpPr txBox="1"/>
          <p:nvPr/>
        </p:nvSpPr>
        <p:spPr>
          <a:xfrm>
            <a:off x="4998464" y="1299996"/>
            <a:ext cx="3858596" cy="3323987"/>
          </a:xfrm>
          <a:prstGeom prst="rect">
            <a:avLst/>
          </a:prstGeom>
          <a:noFill/>
        </p:spPr>
        <p:txBody>
          <a:bodyPr wrap="square">
            <a:spAutoFit/>
          </a:bodyPr>
          <a:lstStyle/>
          <a:p>
            <a:r>
              <a:rPr lang="en-US" altLang="zh-CN" sz="1400" dirty="0"/>
              <a:t>1</a:t>
            </a:r>
            <a:r>
              <a:rPr lang="zh-CN" altLang="en-US" sz="1400" dirty="0"/>
              <a:t>）典型情况（已经确定工期延误，无法弥补）</a:t>
            </a:r>
          </a:p>
          <a:p>
            <a:endParaRPr lang="zh-CN" altLang="en-US" sz="1400" dirty="0"/>
          </a:p>
          <a:p>
            <a:r>
              <a:rPr lang="en-US" altLang="zh-CN" sz="1400" dirty="0"/>
              <a:t>ETC=(BAC-EV)/CPI</a:t>
            </a:r>
          </a:p>
          <a:p>
            <a:endParaRPr lang="en-US" altLang="zh-CN" sz="1400" dirty="0"/>
          </a:p>
          <a:p>
            <a:r>
              <a:rPr lang="en-US" altLang="zh-CN" sz="1400" dirty="0"/>
              <a:t>EAC=ETC+AC</a:t>
            </a:r>
          </a:p>
          <a:p>
            <a:endParaRPr lang="en-US" altLang="zh-CN" sz="1400" dirty="0"/>
          </a:p>
          <a:p>
            <a:r>
              <a:rPr lang="en-US" altLang="zh-CN" sz="1400" dirty="0"/>
              <a:t>VAC=BAC-EAC</a:t>
            </a:r>
          </a:p>
          <a:p>
            <a:endParaRPr lang="en-US" altLang="zh-CN" sz="1400" dirty="0"/>
          </a:p>
          <a:p>
            <a:r>
              <a:rPr lang="zh-CN" altLang="en-US" sz="1400" dirty="0"/>
              <a:t>（</a:t>
            </a:r>
            <a:r>
              <a:rPr lang="en-US" altLang="zh-CN" sz="1400" dirty="0"/>
              <a:t>2</a:t>
            </a:r>
            <a:r>
              <a:rPr lang="zh-CN" altLang="en-US" sz="1400" dirty="0"/>
              <a:t>）非典型情况（可以调整弥补工期）</a:t>
            </a:r>
          </a:p>
          <a:p>
            <a:endParaRPr lang="zh-CN" altLang="en-US" sz="1400" dirty="0"/>
          </a:p>
          <a:p>
            <a:r>
              <a:rPr lang="en-US" altLang="zh-CN" sz="1400" dirty="0"/>
              <a:t>ETC=BAC-EV</a:t>
            </a:r>
          </a:p>
          <a:p>
            <a:endParaRPr lang="en-US" altLang="zh-CN" sz="1400" dirty="0"/>
          </a:p>
          <a:p>
            <a:r>
              <a:rPr lang="en-US" altLang="zh-CN" sz="1400" dirty="0"/>
              <a:t>EAC=ETC+AC</a:t>
            </a:r>
          </a:p>
          <a:p>
            <a:endParaRPr lang="en-US" altLang="zh-CN" sz="1400" dirty="0"/>
          </a:p>
          <a:p>
            <a:r>
              <a:rPr lang="en-US" altLang="zh-CN" sz="1400" dirty="0"/>
              <a:t>VAC=BAC-EAC</a:t>
            </a:r>
            <a:endParaRPr lang="zh-CN" altLang="en-US" sz="1400" dirty="0"/>
          </a:p>
        </p:txBody>
      </p:sp>
    </p:spTree>
    <p:extLst>
      <p:ext uri="{BB962C8B-B14F-4D97-AF65-F5344CB8AC3E}">
        <p14:creationId xmlns:p14="http://schemas.microsoft.com/office/powerpoint/2010/main" val="1545873589"/>
      </p:ext>
    </p:extLst>
  </p:cSld>
  <p:clrMapOvr>
    <a:masterClrMapping/>
  </p:clrMapOvr>
  <p:transition spd="slow" advClick="0" advTm="3624">
    <p:pull/>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 name="Group 2">
            <a:extLst>
              <a:ext uri="{FF2B5EF4-FFF2-40B4-BE49-F238E27FC236}">
                <a16:creationId xmlns:a16="http://schemas.microsoft.com/office/drawing/2014/main" id="{6892EE94-02C5-4313-8F4D-683D873EEF48}"/>
              </a:ext>
            </a:extLst>
          </p:cNvPr>
          <p:cNvGrpSpPr>
            <a:grpSpLocks/>
          </p:cNvGrpSpPr>
          <p:nvPr/>
        </p:nvGrpSpPr>
        <p:grpSpPr bwMode="auto">
          <a:xfrm>
            <a:off x="801914" y="118836"/>
            <a:ext cx="7540171" cy="4789912"/>
            <a:chOff x="384" y="144"/>
            <a:chExt cx="5184" cy="3843"/>
          </a:xfrm>
        </p:grpSpPr>
        <p:sp>
          <p:nvSpPr>
            <p:cNvPr id="55" name="Line 3">
              <a:extLst>
                <a:ext uri="{FF2B5EF4-FFF2-40B4-BE49-F238E27FC236}">
                  <a16:creationId xmlns:a16="http://schemas.microsoft.com/office/drawing/2014/main" id="{8F3D0103-62B8-46C6-AC90-8808CDB4E4FB}"/>
                </a:ext>
              </a:extLst>
            </p:cNvPr>
            <p:cNvSpPr>
              <a:spLocks noChangeShapeType="1"/>
            </p:cNvSpPr>
            <p:nvPr/>
          </p:nvSpPr>
          <p:spPr bwMode="auto">
            <a:xfrm flipH="1">
              <a:off x="4272" y="288"/>
              <a:ext cx="0" cy="3015"/>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6" name="Line 4">
              <a:extLst>
                <a:ext uri="{FF2B5EF4-FFF2-40B4-BE49-F238E27FC236}">
                  <a16:creationId xmlns:a16="http://schemas.microsoft.com/office/drawing/2014/main" id="{213ADE15-B5A1-4976-8417-59BE5F8D63B6}"/>
                </a:ext>
              </a:extLst>
            </p:cNvPr>
            <p:cNvSpPr>
              <a:spLocks noChangeShapeType="1"/>
            </p:cNvSpPr>
            <p:nvPr/>
          </p:nvSpPr>
          <p:spPr bwMode="auto">
            <a:xfrm flipV="1">
              <a:off x="720" y="672"/>
              <a:ext cx="38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7" name="Line 5">
              <a:extLst>
                <a:ext uri="{FF2B5EF4-FFF2-40B4-BE49-F238E27FC236}">
                  <a16:creationId xmlns:a16="http://schemas.microsoft.com/office/drawing/2014/main" id="{7FA5984C-8D1F-4D3B-83EE-B9912BE420A8}"/>
                </a:ext>
              </a:extLst>
            </p:cNvPr>
            <p:cNvSpPr>
              <a:spLocks noChangeShapeType="1"/>
            </p:cNvSpPr>
            <p:nvPr/>
          </p:nvSpPr>
          <p:spPr bwMode="auto">
            <a:xfrm>
              <a:off x="816" y="672"/>
              <a:ext cx="0" cy="247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8" name="Line 6">
              <a:extLst>
                <a:ext uri="{FF2B5EF4-FFF2-40B4-BE49-F238E27FC236}">
                  <a16:creationId xmlns:a16="http://schemas.microsoft.com/office/drawing/2014/main" id="{BC965433-5060-437E-BEBE-820F12082A86}"/>
                </a:ext>
              </a:extLst>
            </p:cNvPr>
            <p:cNvSpPr>
              <a:spLocks noChangeShapeType="1"/>
            </p:cNvSpPr>
            <p:nvPr/>
          </p:nvSpPr>
          <p:spPr bwMode="auto">
            <a:xfrm>
              <a:off x="624" y="3120"/>
              <a:ext cx="3888"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 name="Line 7">
              <a:extLst>
                <a:ext uri="{FF2B5EF4-FFF2-40B4-BE49-F238E27FC236}">
                  <a16:creationId xmlns:a16="http://schemas.microsoft.com/office/drawing/2014/main" id="{A01DD29B-A73A-4CA2-A119-F5A8641F4C24}"/>
                </a:ext>
              </a:extLst>
            </p:cNvPr>
            <p:cNvSpPr>
              <a:spLocks noChangeShapeType="1"/>
            </p:cNvSpPr>
            <p:nvPr/>
          </p:nvSpPr>
          <p:spPr bwMode="auto">
            <a:xfrm flipH="1">
              <a:off x="1056" y="144"/>
              <a:ext cx="0" cy="3388"/>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0" name="Line 8">
              <a:extLst>
                <a:ext uri="{FF2B5EF4-FFF2-40B4-BE49-F238E27FC236}">
                  <a16:creationId xmlns:a16="http://schemas.microsoft.com/office/drawing/2014/main" id="{BD2CF053-8BE6-49C7-A16D-A9BD0BC86AB5}"/>
                </a:ext>
              </a:extLst>
            </p:cNvPr>
            <p:cNvSpPr>
              <a:spLocks noChangeShapeType="1"/>
            </p:cNvSpPr>
            <p:nvPr/>
          </p:nvSpPr>
          <p:spPr bwMode="auto">
            <a:xfrm>
              <a:off x="960" y="1584"/>
              <a:ext cx="2832" cy="0"/>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1" name="Freeform 9">
              <a:extLst>
                <a:ext uri="{FF2B5EF4-FFF2-40B4-BE49-F238E27FC236}">
                  <a16:creationId xmlns:a16="http://schemas.microsoft.com/office/drawing/2014/main" id="{60DDDE31-266B-4C32-891A-55BFFCE8A1A7}"/>
                </a:ext>
              </a:extLst>
            </p:cNvPr>
            <p:cNvSpPr>
              <a:spLocks/>
            </p:cNvSpPr>
            <p:nvPr/>
          </p:nvSpPr>
          <p:spPr bwMode="auto">
            <a:xfrm>
              <a:off x="1040" y="1065"/>
              <a:ext cx="3328" cy="2037"/>
            </a:xfrm>
            <a:custGeom>
              <a:avLst/>
              <a:gdLst>
                <a:gd name="T0" fmla="*/ 4164 w 2660"/>
                <a:gd name="T1" fmla="*/ 0 h 2360"/>
                <a:gd name="T2" fmla="*/ 3287 w 2660"/>
                <a:gd name="T3" fmla="*/ 74 h 2360"/>
                <a:gd name="T4" fmla="*/ 2505 w 2660"/>
                <a:gd name="T5" fmla="*/ 432 h 2360"/>
                <a:gd name="T6" fmla="*/ 1628 w 2660"/>
                <a:gd name="T7" fmla="*/ 1311 h 2360"/>
                <a:gd name="T8" fmla="*/ 0 w 2660"/>
                <a:gd name="T9" fmla="*/ 1758 h 2360"/>
                <a:gd name="T10" fmla="*/ 0 60000 65536"/>
                <a:gd name="T11" fmla="*/ 0 60000 65536"/>
                <a:gd name="T12" fmla="*/ 0 60000 65536"/>
                <a:gd name="T13" fmla="*/ 0 60000 65536"/>
                <a:gd name="T14" fmla="*/ 0 60000 65536"/>
                <a:gd name="T15" fmla="*/ 0 w 2660"/>
                <a:gd name="T16" fmla="*/ 0 h 2360"/>
                <a:gd name="T17" fmla="*/ 2660 w 2660"/>
                <a:gd name="T18" fmla="*/ 2360 h 2360"/>
              </a:gdLst>
              <a:ahLst/>
              <a:cxnLst>
                <a:cxn ang="T10">
                  <a:pos x="T0" y="T1"/>
                </a:cxn>
                <a:cxn ang="T11">
                  <a:pos x="T2" y="T3"/>
                </a:cxn>
                <a:cxn ang="T12">
                  <a:pos x="T4" y="T5"/>
                </a:cxn>
                <a:cxn ang="T13">
                  <a:pos x="T6" y="T7"/>
                </a:cxn>
                <a:cxn ang="T14">
                  <a:pos x="T8" y="T9"/>
                </a:cxn>
              </a:cxnLst>
              <a:rect l="T15" t="T16" r="T17" b="T18"/>
              <a:pathLst>
                <a:path w="2660" h="2360">
                  <a:moveTo>
                    <a:pt x="2660" y="0"/>
                  </a:moveTo>
                  <a:cubicBezTo>
                    <a:pt x="2468" y="1"/>
                    <a:pt x="2277" y="3"/>
                    <a:pt x="2100" y="100"/>
                  </a:cubicBezTo>
                  <a:cubicBezTo>
                    <a:pt x="1923" y="197"/>
                    <a:pt x="1777" y="303"/>
                    <a:pt x="1600" y="580"/>
                  </a:cubicBezTo>
                  <a:cubicBezTo>
                    <a:pt x="1423" y="857"/>
                    <a:pt x="1307" y="1463"/>
                    <a:pt x="1040" y="1760"/>
                  </a:cubicBezTo>
                  <a:cubicBezTo>
                    <a:pt x="773" y="2057"/>
                    <a:pt x="386" y="2208"/>
                    <a:pt x="0" y="2360"/>
                  </a:cubicBez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 name="Line 10">
              <a:extLst>
                <a:ext uri="{FF2B5EF4-FFF2-40B4-BE49-F238E27FC236}">
                  <a16:creationId xmlns:a16="http://schemas.microsoft.com/office/drawing/2014/main" id="{6A4D6ADA-E19A-4DC1-9CBC-BFD09857FDD1}"/>
                </a:ext>
              </a:extLst>
            </p:cNvPr>
            <p:cNvSpPr>
              <a:spLocks noChangeShapeType="1"/>
            </p:cNvSpPr>
            <p:nvPr/>
          </p:nvSpPr>
          <p:spPr bwMode="auto">
            <a:xfrm flipH="1" flipV="1">
              <a:off x="3488" y="1229"/>
              <a:ext cx="1077" cy="45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3" name="Text Box 11">
              <a:extLst>
                <a:ext uri="{FF2B5EF4-FFF2-40B4-BE49-F238E27FC236}">
                  <a16:creationId xmlns:a16="http://schemas.microsoft.com/office/drawing/2014/main" id="{0A319BC7-6A4A-471D-97EB-5D9E14F39B6F}"/>
                </a:ext>
              </a:extLst>
            </p:cNvPr>
            <p:cNvSpPr txBox="1">
              <a:spLocks noChangeArrowheads="1"/>
            </p:cNvSpPr>
            <p:nvPr/>
          </p:nvSpPr>
          <p:spPr bwMode="auto">
            <a:xfrm>
              <a:off x="1634" y="3759"/>
              <a:ext cx="2652" cy="228"/>
            </a:xfrm>
            <a:prstGeom prst="rect">
              <a:avLst/>
            </a:prstGeom>
            <a:solidFill>
              <a:schemeClr val="accent1"/>
            </a:solidFill>
            <a:ln w="9525">
              <a:solidFill>
                <a:schemeClr val="tx1"/>
              </a:solidFill>
              <a:miter lim="800000"/>
              <a:headEnd/>
              <a:tailEnd/>
            </a:ln>
          </p:spPr>
          <p:txBody>
            <a:bodyPr lIns="0" tIns="7200" rIns="0" bIns="0"/>
            <a:lstStyle>
              <a:lvl1pPr>
                <a:lnSpc>
                  <a:spcPct val="90000"/>
                </a:lnSpc>
                <a:spcBef>
                  <a:spcPct val="20000"/>
                </a:spcBef>
                <a:buClr>
                  <a:schemeClr val="tx2"/>
                </a:buClr>
                <a:buSzPct val="75000"/>
                <a:buFont typeface="Wingdings" panose="05000000000000000000" pitchFamily="2" charset="2"/>
                <a:buChar char="l"/>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Char char="–"/>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rgbClr val="00CCFF"/>
                </a:buClr>
                <a:buSzPct val="65000"/>
                <a:buFont typeface="Wingdings" panose="05000000000000000000" pitchFamily="2" charset="2"/>
                <a:buChar char="l"/>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tx1"/>
                </a:buClr>
                <a:buChar char="–"/>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Char char="•"/>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CN"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项目成本挣值分析预测示意图</a:t>
              </a:r>
            </a:p>
          </p:txBody>
        </p:sp>
        <p:sp>
          <p:nvSpPr>
            <p:cNvPr id="64" name="Text Box 12">
              <a:extLst>
                <a:ext uri="{FF2B5EF4-FFF2-40B4-BE49-F238E27FC236}">
                  <a16:creationId xmlns:a16="http://schemas.microsoft.com/office/drawing/2014/main" id="{67DB3387-8161-46CF-A2D2-FD293BE29C77}"/>
                </a:ext>
              </a:extLst>
            </p:cNvPr>
            <p:cNvSpPr txBox="1">
              <a:spLocks noChangeArrowheads="1"/>
            </p:cNvSpPr>
            <p:nvPr/>
          </p:nvSpPr>
          <p:spPr bwMode="auto">
            <a:xfrm>
              <a:off x="432" y="144"/>
              <a:ext cx="240" cy="43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7200" rIns="0" bIns="0"/>
            <a:lstStyle>
              <a:lvl1pPr>
                <a:lnSpc>
                  <a:spcPct val="90000"/>
                </a:lnSpc>
                <a:spcBef>
                  <a:spcPct val="20000"/>
                </a:spcBef>
                <a:buClr>
                  <a:schemeClr val="tx2"/>
                </a:buClr>
                <a:buSzPct val="75000"/>
                <a:buFont typeface="Wingdings" panose="05000000000000000000" pitchFamily="2" charset="2"/>
                <a:buChar char="l"/>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Char char="–"/>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rgbClr val="00CCFF"/>
                </a:buClr>
                <a:buSzPct val="65000"/>
                <a:buFont typeface="Wingdings" panose="05000000000000000000" pitchFamily="2" charset="2"/>
                <a:buChar char="l"/>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tx1"/>
                </a:buClr>
                <a:buChar char="–"/>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Char char="•"/>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成</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本  </a:t>
              </a:r>
            </a:p>
          </p:txBody>
        </p:sp>
        <p:sp>
          <p:nvSpPr>
            <p:cNvPr id="65" name="Text Box 13">
              <a:extLst>
                <a:ext uri="{FF2B5EF4-FFF2-40B4-BE49-F238E27FC236}">
                  <a16:creationId xmlns:a16="http://schemas.microsoft.com/office/drawing/2014/main" id="{7C4F6BDE-E423-4835-B131-820D12E2B79C}"/>
                </a:ext>
              </a:extLst>
            </p:cNvPr>
            <p:cNvSpPr txBox="1">
              <a:spLocks noChangeArrowheads="1"/>
            </p:cNvSpPr>
            <p:nvPr/>
          </p:nvSpPr>
          <p:spPr bwMode="auto">
            <a:xfrm>
              <a:off x="1248" y="1339"/>
              <a:ext cx="1008" cy="209"/>
            </a:xfrm>
            <a:prstGeom prst="rect">
              <a:avLst/>
            </a:prstGeom>
            <a:solidFill>
              <a:schemeClr val="accent1"/>
            </a:solidFill>
            <a:ln w="9525">
              <a:solidFill>
                <a:schemeClr val="tx1"/>
              </a:solidFill>
              <a:miter lim="800000"/>
              <a:headEnd/>
              <a:tailEnd/>
            </a:ln>
          </p:spPr>
          <p:txBody>
            <a:bodyPr lIns="0" tIns="7200" rIns="0" bIns="0"/>
            <a:lstStyle>
              <a:lvl1pPr>
                <a:lnSpc>
                  <a:spcPct val="90000"/>
                </a:lnSpc>
                <a:spcBef>
                  <a:spcPct val="20000"/>
                </a:spcBef>
                <a:buClr>
                  <a:schemeClr val="tx2"/>
                </a:buClr>
                <a:buSzPct val="75000"/>
                <a:buFont typeface="Wingdings" panose="05000000000000000000" pitchFamily="2" charset="2"/>
                <a:buChar char="l"/>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Char char="–"/>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rgbClr val="00CCFF"/>
                </a:buClr>
                <a:buSzPct val="65000"/>
                <a:buFont typeface="Wingdings" panose="05000000000000000000" pitchFamily="2" charset="2"/>
                <a:buChar char="l"/>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tx1"/>
                </a:buClr>
                <a:buChar char="–"/>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Char char="•"/>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CN" altLang="en-US" sz="16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实际成本曲线</a:t>
              </a:r>
            </a:p>
          </p:txBody>
        </p:sp>
        <p:sp>
          <p:nvSpPr>
            <p:cNvPr id="66" name="Text Box 14">
              <a:extLst>
                <a:ext uri="{FF2B5EF4-FFF2-40B4-BE49-F238E27FC236}">
                  <a16:creationId xmlns:a16="http://schemas.microsoft.com/office/drawing/2014/main" id="{DA469AE2-A03B-4541-BD65-06460EE5C6F4}"/>
                </a:ext>
              </a:extLst>
            </p:cNvPr>
            <p:cNvSpPr txBox="1">
              <a:spLocks noChangeArrowheads="1"/>
            </p:cNvSpPr>
            <p:nvPr/>
          </p:nvSpPr>
          <p:spPr bwMode="auto">
            <a:xfrm>
              <a:off x="1392" y="1778"/>
              <a:ext cx="720" cy="200"/>
            </a:xfrm>
            <a:prstGeom prst="rect">
              <a:avLst/>
            </a:prstGeom>
            <a:solidFill>
              <a:schemeClr val="accent1"/>
            </a:solidFill>
            <a:ln w="9525">
              <a:solidFill>
                <a:schemeClr val="tx1"/>
              </a:solidFill>
              <a:miter lim="800000"/>
              <a:headEnd/>
              <a:tailEnd/>
            </a:ln>
          </p:spPr>
          <p:txBody>
            <a:bodyPr lIns="0" tIns="7200" rIns="0" bIns="0"/>
            <a:lstStyle>
              <a:lvl1pPr>
                <a:lnSpc>
                  <a:spcPct val="90000"/>
                </a:lnSpc>
                <a:spcBef>
                  <a:spcPct val="20000"/>
                </a:spcBef>
                <a:buClr>
                  <a:schemeClr val="tx2"/>
                </a:buClr>
                <a:buSzPct val="75000"/>
                <a:buFont typeface="Wingdings" panose="05000000000000000000" pitchFamily="2" charset="2"/>
                <a:buChar char="l"/>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Char char="–"/>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rgbClr val="00CCFF"/>
                </a:buClr>
                <a:buSzPct val="65000"/>
                <a:buFont typeface="Wingdings" panose="05000000000000000000" pitchFamily="2" charset="2"/>
                <a:buChar char="l"/>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tx1"/>
                </a:buClr>
                <a:buChar char="–"/>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Char char="•"/>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CN" altLang="en-US" sz="16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挣值曲线</a:t>
              </a:r>
            </a:p>
          </p:txBody>
        </p:sp>
        <p:sp>
          <p:nvSpPr>
            <p:cNvPr id="67" name="Text Box 15">
              <a:extLst>
                <a:ext uri="{FF2B5EF4-FFF2-40B4-BE49-F238E27FC236}">
                  <a16:creationId xmlns:a16="http://schemas.microsoft.com/office/drawing/2014/main" id="{F11DFACB-B946-4994-9318-4F8497958196}"/>
                </a:ext>
              </a:extLst>
            </p:cNvPr>
            <p:cNvSpPr txBox="1">
              <a:spLocks noChangeArrowheads="1"/>
            </p:cNvSpPr>
            <p:nvPr/>
          </p:nvSpPr>
          <p:spPr bwMode="auto">
            <a:xfrm>
              <a:off x="4640" y="3029"/>
              <a:ext cx="904" cy="229"/>
            </a:xfrm>
            <a:prstGeom prst="rect">
              <a:avLst/>
            </a:prstGeom>
            <a:solidFill>
              <a:schemeClr val="accent1"/>
            </a:solidFill>
            <a:ln w="9525">
              <a:solidFill>
                <a:schemeClr val="tx1"/>
              </a:solidFill>
              <a:miter lim="800000"/>
              <a:headEnd/>
              <a:tailEnd/>
            </a:ln>
          </p:spPr>
          <p:txBody>
            <a:bodyPr lIns="0" tIns="7200" rIns="0" bIns="0"/>
            <a:lstStyle>
              <a:lvl1pPr>
                <a:lnSpc>
                  <a:spcPct val="90000"/>
                </a:lnSpc>
                <a:spcBef>
                  <a:spcPct val="20000"/>
                </a:spcBef>
                <a:buClr>
                  <a:schemeClr val="tx2"/>
                </a:buClr>
                <a:buSzPct val="75000"/>
                <a:buFont typeface="Wingdings" panose="05000000000000000000" pitchFamily="2" charset="2"/>
                <a:buChar char="l"/>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Char char="–"/>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rgbClr val="00CCFF"/>
                </a:buClr>
                <a:buSzPct val="65000"/>
                <a:buFont typeface="Wingdings" panose="05000000000000000000" pitchFamily="2" charset="2"/>
                <a:buChar char="l"/>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tx1"/>
                </a:buClr>
                <a:buChar char="–"/>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Char char="•"/>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日历工期</a:t>
              </a:r>
            </a:p>
          </p:txBody>
        </p:sp>
        <p:sp>
          <p:nvSpPr>
            <p:cNvPr id="68" name="Line 16">
              <a:extLst>
                <a:ext uri="{FF2B5EF4-FFF2-40B4-BE49-F238E27FC236}">
                  <a16:creationId xmlns:a16="http://schemas.microsoft.com/office/drawing/2014/main" id="{A0152AC7-6DCE-4BE1-BB0C-6CF76850EBBF}"/>
                </a:ext>
              </a:extLst>
            </p:cNvPr>
            <p:cNvSpPr>
              <a:spLocks noChangeShapeType="1"/>
            </p:cNvSpPr>
            <p:nvPr/>
          </p:nvSpPr>
          <p:spPr bwMode="auto">
            <a:xfrm>
              <a:off x="2624" y="1092"/>
              <a:ext cx="0" cy="2330"/>
            </a:xfrm>
            <a:prstGeom prst="line">
              <a:avLst/>
            </a:prstGeom>
            <a:noFill/>
            <a:ln w="9525">
              <a:solidFill>
                <a:schemeClr val="tx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 name="Rectangle 17">
              <a:extLst>
                <a:ext uri="{FF2B5EF4-FFF2-40B4-BE49-F238E27FC236}">
                  <a16:creationId xmlns:a16="http://schemas.microsoft.com/office/drawing/2014/main" id="{A83BF31F-060C-4EAF-8330-9BB73B873AC9}"/>
                </a:ext>
              </a:extLst>
            </p:cNvPr>
            <p:cNvSpPr>
              <a:spLocks noChangeArrowheads="1"/>
            </p:cNvSpPr>
            <p:nvPr/>
          </p:nvSpPr>
          <p:spPr bwMode="auto">
            <a:xfrm>
              <a:off x="4544" y="1686"/>
              <a:ext cx="928" cy="274"/>
            </a:xfrm>
            <a:prstGeom prst="rect">
              <a:avLst/>
            </a:prstGeom>
            <a:solidFill>
              <a:schemeClr val="accent1"/>
            </a:solidFill>
            <a:ln w="9525">
              <a:solidFill>
                <a:schemeClr val="tx1"/>
              </a:solidFill>
              <a:miter lim="800000"/>
              <a:headEnd/>
              <a:tailEnd/>
            </a:ln>
          </p:spPr>
          <p:txBody>
            <a:bodyPr wrap="none" anchor="ctr"/>
            <a:lstStyle>
              <a:lvl1pPr>
                <a:lnSpc>
                  <a:spcPct val="90000"/>
                </a:lnSpc>
                <a:spcBef>
                  <a:spcPct val="20000"/>
                </a:spcBef>
                <a:buClr>
                  <a:schemeClr val="tx2"/>
                </a:buClr>
                <a:buSzPct val="75000"/>
                <a:buFont typeface="Wingdings" panose="05000000000000000000" pitchFamily="2" charset="2"/>
                <a:buChar char="l"/>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Char char="–"/>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rgbClr val="00CCFF"/>
                </a:buClr>
                <a:buSzPct val="65000"/>
                <a:buFont typeface="Wingdings" panose="05000000000000000000" pitchFamily="2" charset="2"/>
                <a:buChar char="l"/>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tx1"/>
                </a:buClr>
                <a:buChar char="–"/>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Char char="•"/>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C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预算（基线）</a:t>
              </a:r>
            </a:p>
          </p:txBody>
        </p:sp>
        <p:sp>
          <p:nvSpPr>
            <p:cNvPr id="70" name="Freeform 18">
              <a:extLst>
                <a:ext uri="{FF2B5EF4-FFF2-40B4-BE49-F238E27FC236}">
                  <a16:creationId xmlns:a16="http://schemas.microsoft.com/office/drawing/2014/main" id="{5F541057-C5E2-4C3E-9783-613134747C27}"/>
                </a:ext>
              </a:extLst>
            </p:cNvPr>
            <p:cNvSpPr>
              <a:spLocks/>
            </p:cNvSpPr>
            <p:nvPr/>
          </p:nvSpPr>
          <p:spPr bwMode="auto">
            <a:xfrm>
              <a:off x="1056" y="1536"/>
              <a:ext cx="1584" cy="1553"/>
            </a:xfrm>
            <a:custGeom>
              <a:avLst/>
              <a:gdLst>
                <a:gd name="T0" fmla="*/ 0 w 1608"/>
                <a:gd name="T1" fmla="*/ 1364 h 1768"/>
                <a:gd name="T2" fmla="*/ 466 w 1608"/>
                <a:gd name="T3" fmla="*/ 1142 h 1768"/>
                <a:gd name="T4" fmla="*/ 978 w 1608"/>
                <a:gd name="T5" fmla="*/ 846 h 1768"/>
                <a:gd name="T6" fmla="*/ 1398 w 1608"/>
                <a:gd name="T7" fmla="*/ 438 h 1768"/>
                <a:gd name="T8" fmla="*/ 1537 w 1608"/>
                <a:gd name="T9" fmla="*/ 68 h 1768"/>
                <a:gd name="T10" fmla="*/ 1537 w 1608"/>
                <a:gd name="T11" fmla="*/ 31 h 1768"/>
                <a:gd name="T12" fmla="*/ 0 60000 65536"/>
                <a:gd name="T13" fmla="*/ 0 60000 65536"/>
                <a:gd name="T14" fmla="*/ 0 60000 65536"/>
                <a:gd name="T15" fmla="*/ 0 60000 65536"/>
                <a:gd name="T16" fmla="*/ 0 60000 65536"/>
                <a:gd name="T17" fmla="*/ 0 60000 65536"/>
                <a:gd name="T18" fmla="*/ 0 w 1608"/>
                <a:gd name="T19" fmla="*/ 0 h 1768"/>
                <a:gd name="T20" fmla="*/ 1608 w 1608"/>
                <a:gd name="T21" fmla="*/ 1768 h 1768"/>
              </a:gdLst>
              <a:ahLst/>
              <a:cxnLst>
                <a:cxn ang="T12">
                  <a:pos x="T0" y="T1"/>
                </a:cxn>
                <a:cxn ang="T13">
                  <a:pos x="T2" y="T3"/>
                </a:cxn>
                <a:cxn ang="T14">
                  <a:pos x="T4" y="T5"/>
                </a:cxn>
                <a:cxn ang="T15">
                  <a:pos x="T6" y="T7"/>
                </a:cxn>
                <a:cxn ang="T16">
                  <a:pos x="T8" y="T9"/>
                </a:cxn>
                <a:cxn ang="T17">
                  <a:pos x="T10" y="T11"/>
                </a:cxn>
              </a:cxnLst>
              <a:rect l="T18" t="T19" r="T20" b="T21"/>
              <a:pathLst>
                <a:path w="1608" h="1768">
                  <a:moveTo>
                    <a:pt x="0" y="1768"/>
                  </a:moveTo>
                  <a:cubicBezTo>
                    <a:pt x="156" y="1680"/>
                    <a:pt x="312" y="1592"/>
                    <a:pt x="480" y="1480"/>
                  </a:cubicBezTo>
                  <a:cubicBezTo>
                    <a:pt x="648" y="1368"/>
                    <a:pt x="848" y="1248"/>
                    <a:pt x="1008" y="1096"/>
                  </a:cubicBezTo>
                  <a:cubicBezTo>
                    <a:pt x="1168" y="944"/>
                    <a:pt x="1344" y="736"/>
                    <a:pt x="1440" y="568"/>
                  </a:cubicBezTo>
                  <a:cubicBezTo>
                    <a:pt x="1536" y="400"/>
                    <a:pt x="1560" y="176"/>
                    <a:pt x="1584" y="88"/>
                  </a:cubicBezTo>
                  <a:cubicBezTo>
                    <a:pt x="1608" y="0"/>
                    <a:pt x="1596" y="20"/>
                    <a:pt x="1584" y="40"/>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1" name="Freeform 19">
              <a:extLst>
                <a:ext uri="{FF2B5EF4-FFF2-40B4-BE49-F238E27FC236}">
                  <a16:creationId xmlns:a16="http://schemas.microsoft.com/office/drawing/2014/main" id="{7320FE09-0835-46DE-8167-B0F0098FE3DA}"/>
                </a:ext>
              </a:extLst>
            </p:cNvPr>
            <p:cNvSpPr>
              <a:spLocks/>
            </p:cNvSpPr>
            <p:nvPr/>
          </p:nvSpPr>
          <p:spPr bwMode="auto">
            <a:xfrm>
              <a:off x="1040" y="2006"/>
              <a:ext cx="1584" cy="1096"/>
            </a:xfrm>
            <a:custGeom>
              <a:avLst/>
              <a:gdLst>
                <a:gd name="T0" fmla="*/ 0 w 1584"/>
                <a:gd name="T1" fmla="*/ 1043 h 1152"/>
                <a:gd name="T2" fmla="*/ 672 w 1584"/>
                <a:gd name="T3" fmla="*/ 782 h 1152"/>
                <a:gd name="T4" fmla="*/ 1200 w 1584"/>
                <a:gd name="T5" fmla="*/ 478 h 1152"/>
                <a:gd name="T6" fmla="*/ 1488 w 1584"/>
                <a:gd name="T7" fmla="*/ 174 h 1152"/>
                <a:gd name="T8" fmla="*/ 1584 w 1584"/>
                <a:gd name="T9" fmla="*/ 0 h 1152"/>
                <a:gd name="T10" fmla="*/ 0 60000 65536"/>
                <a:gd name="T11" fmla="*/ 0 60000 65536"/>
                <a:gd name="T12" fmla="*/ 0 60000 65536"/>
                <a:gd name="T13" fmla="*/ 0 60000 65536"/>
                <a:gd name="T14" fmla="*/ 0 60000 65536"/>
                <a:gd name="T15" fmla="*/ 0 w 1584"/>
                <a:gd name="T16" fmla="*/ 0 h 1152"/>
                <a:gd name="T17" fmla="*/ 1584 w 1584"/>
                <a:gd name="T18" fmla="*/ 1152 h 1152"/>
              </a:gdLst>
              <a:ahLst/>
              <a:cxnLst>
                <a:cxn ang="T10">
                  <a:pos x="T0" y="T1"/>
                </a:cxn>
                <a:cxn ang="T11">
                  <a:pos x="T2" y="T3"/>
                </a:cxn>
                <a:cxn ang="T12">
                  <a:pos x="T4" y="T5"/>
                </a:cxn>
                <a:cxn ang="T13">
                  <a:pos x="T6" y="T7"/>
                </a:cxn>
                <a:cxn ang="T14">
                  <a:pos x="T8" y="T9"/>
                </a:cxn>
              </a:cxnLst>
              <a:rect l="T15" t="T16" r="T17" b="T18"/>
              <a:pathLst>
                <a:path w="1584" h="1152">
                  <a:moveTo>
                    <a:pt x="0" y="1152"/>
                  </a:moveTo>
                  <a:cubicBezTo>
                    <a:pt x="236" y="1060"/>
                    <a:pt x="472" y="968"/>
                    <a:pt x="672" y="864"/>
                  </a:cubicBezTo>
                  <a:cubicBezTo>
                    <a:pt x="872" y="760"/>
                    <a:pt x="1064" y="640"/>
                    <a:pt x="1200" y="528"/>
                  </a:cubicBezTo>
                  <a:cubicBezTo>
                    <a:pt x="1336" y="416"/>
                    <a:pt x="1424" y="280"/>
                    <a:pt x="1488" y="192"/>
                  </a:cubicBezTo>
                  <a:cubicBezTo>
                    <a:pt x="1552" y="104"/>
                    <a:pt x="1568" y="52"/>
                    <a:pt x="1584" y="0"/>
                  </a:cubicBezTo>
                </a:path>
              </a:pathLst>
            </a:custGeom>
            <a:noFill/>
            <a:ln w="38100">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2" name="Line 20">
              <a:extLst>
                <a:ext uri="{FF2B5EF4-FFF2-40B4-BE49-F238E27FC236}">
                  <a16:creationId xmlns:a16="http://schemas.microsoft.com/office/drawing/2014/main" id="{E595A44A-D5D9-4C51-BCBE-76ADBFCAAFFF}"/>
                </a:ext>
              </a:extLst>
            </p:cNvPr>
            <p:cNvSpPr>
              <a:spLocks noChangeShapeType="1"/>
            </p:cNvSpPr>
            <p:nvPr/>
          </p:nvSpPr>
          <p:spPr bwMode="auto">
            <a:xfrm flipH="1">
              <a:off x="944" y="2052"/>
              <a:ext cx="24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 name="Line 21">
              <a:extLst>
                <a:ext uri="{FF2B5EF4-FFF2-40B4-BE49-F238E27FC236}">
                  <a16:creationId xmlns:a16="http://schemas.microsoft.com/office/drawing/2014/main" id="{8D1A20D3-A63A-43CA-A42C-682B3EAFAAD2}"/>
                </a:ext>
              </a:extLst>
            </p:cNvPr>
            <p:cNvSpPr>
              <a:spLocks noChangeShapeType="1"/>
            </p:cNvSpPr>
            <p:nvPr/>
          </p:nvSpPr>
          <p:spPr bwMode="auto">
            <a:xfrm>
              <a:off x="1808" y="1960"/>
              <a:ext cx="432" cy="54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4" name="Line 22">
              <a:extLst>
                <a:ext uri="{FF2B5EF4-FFF2-40B4-BE49-F238E27FC236}">
                  <a16:creationId xmlns:a16="http://schemas.microsoft.com/office/drawing/2014/main" id="{03C6FAB4-DF05-4B4A-9496-8FD1EE635E44}"/>
                </a:ext>
              </a:extLst>
            </p:cNvPr>
            <p:cNvSpPr>
              <a:spLocks noChangeShapeType="1"/>
            </p:cNvSpPr>
            <p:nvPr/>
          </p:nvSpPr>
          <p:spPr bwMode="auto">
            <a:xfrm>
              <a:off x="2064" y="1522"/>
              <a:ext cx="464" cy="34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5" name="Line 23">
              <a:extLst>
                <a:ext uri="{FF2B5EF4-FFF2-40B4-BE49-F238E27FC236}">
                  <a16:creationId xmlns:a16="http://schemas.microsoft.com/office/drawing/2014/main" id="{CDDD3F45-9A37-47BC-8D38-0EA698A7794F}"/>
                </a:ext>
              </a:extLst>
            </p:cNvPr>
            <p:cNvSpPr>
              <a:spLocks noChangeShapeType="1"/>
            </p:cNvSpPr>
            <p:nvPr/>
          </p:nvSpPr>
          <p:spPr bwMode="auto">
            <a:xfrm>
              <a:off x="960" y="2298"/>
              <a:ext cx="21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6" name="Line 24">
              <a:extLst>
                <a:ext uri="{FF2B5EF4-FFF2-40B4-BE49-F238E27FC236}">
                  <a16:creationId xmlns:a16="http://schemas.microsoft.com/office/drawing/2014/main" id="{FF6E4C50-A5D7-4AD1-9FFD-BB700B7E8122}"/>
                </a:ext>
              </a:extLst>
            </p:cNvPr>
            <p:cNvSpPr>
              <a:spLocks noChangeShapeType="1"/>
            </p:cNvSpPr>
            <p:nvPr/>
          </p:nvSpPr>
          <p:spPr bwMode="auto">
            <a:xfrm>
              <a:off x="1040" y="3377"/>
              <a:ext cx="1584"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7" name="Text Box 25">
              <a:extLst>
                <a:ext uri="{FF2B5EF4-FFF2-40B4-BE49-F238E27FC236}">
                  <a16:creationId xmlns:a16="http://schemas.microsoft.com/office/drawing/2014/main" id="{A6E9D280-54D5-4FF2-AA02-6A4E9B7CA43E}"/>
                </a:ext>
              </a:extLst>
            </p:cNvPr>
            <p:cNvSpPr txBox="1">
              <a:spLocks noChangeArrowheads="1"/>
            </p:cNvSpPr>
            <p:nvPr/>
          </p:nvSpPr>
          <p:spPr bwMode="auto">
            <a:xfrm>
              <a:off x="1584" y="3148"/>
              <a:ext cx="720" cy="272"/>
            </a:xfrm>
            <a:prstGeom prst="rect">
              <a:avLst/>
            </a:prstGeom>
            <a:solidFill>
              <a:schemeClr val="accent1"/>
            </a:solidFill>
            <a:ln w="9525">
              <a:solidFill>
                <a:schemeClr val="tx1"/>
              </a:solidFill>
              <a:miter lim="800000"/>
              <a:headEnd/>
              <a:tailEnd/>
            </a:ln>
          </p:spPr>
          <p:txBody>
            <a:bodyPr>
              <a:spAutoFit/>
            </a:bodyPr>
            <a:lstStyle>
              <a:lvl1pPr>
                <a:lnSpc>
                  <a:spcPct val="90000"/>
                </a:lnSpc>
                <a:spcBef>
                  <a:spcPct val="20000"/>
                </a:spcBef>
                <a:buClr>
                  <a:schemeClr val="tx2"/>
                </a:buClr>
                <a:buSzPct val="75000"/>
                <a:buFont typeface="Wingdings" panose="05000000000000000000" pitchFamily="2" charset="2"/>
                <a:buChar char="l"/>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Char char="–"/>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rgbClr val="00CCFF"/>
                </a:buClr>
                <a:buSzPct val="65000"/>
                <a:buFont typeface="Wingdings" panose="05000000000000000000" pitchFamily="2" charset="2"/>
                <a:buChar char="l"/>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tx1"/>
                </a:buClr>
                <a:buChar char="–"/>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Char char="•"/>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16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实际工期</a:t>
              </a:r>
            </a:p>
          </p:txBody>
        </p:sp>
        <p:sp>
          <p:nvSpPr>
            <p:cNvPr id="78" name="Line 26">
              <a:extLst>
                <a:ext uri="{FF2B5EF4-FFF2-40B4-BE49-F238E27FC236}">
                  <a16:creationId xmlns:a16="http://schemas.microsoft.com/office/drawing/2014/main" id="{A1FFC166-68BA-425C-BDAB-41E41A9F2C86}"/>
                </a:ext>
              </a:extLst>
            </p:cNvPr>
            <p:cNvSpPr>
              <a:spLocks noChangeShapeType="1"/>
            </p:cNvSpPr>
            <p:nvPr/>
          </p:nvSpPr>
          <p:spPr bwMode="auto">
            <a:xfrm>
              <a:off x="2960" y="2280"/>
              <a:ext cx="0" cy="822"/>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9" name="Line 27">
              <a:extLst>
                <a:ext uri="{FF2B5EF4-FFF2-40B4-BE49-F238E27FC236}">
                  <a16:creationId xmlns:a16="http://schemas.microsoft.com/office/drawing/2014/main" id="{2615EB0A-634F-4063-8C45-3945DC02565D}"/>
                </a:ext>
              </a:extLst>
            </p:cNvPr>
            <p:cNvSpPr>
              <a:spLocks noChangeShapeType="1"/>
            </p:cNvSpPr>
            <p:nvPr/>
          </p:nvSpPr>
          <p:spPr bwMode="auto">
            <a:xfrm>
              <a:off x="3296" y="2052"/>
              <a:ext cx="0" cy="105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0" name="Line 28">
              <a:extLst>
                <a:ext uri="{FF2B5EF4-FFF2-40B4-BE49-F238E27FC236}">
                  <a16:creationId xmlns:a16="http://schemas.microsoft.com/office/drawing/2014/main" id="{B5BC69B5-4ADA-4B84-B40A-1ED098278C9E}"/>
                </a:ext>
              </a:extLst>
            </p:cNvPr>
            <p:cNvSpPr>
              <a:spLocks noChangeShapeType="1"/>
            </p:cNvSpPr>
            <p:nvPr/>
          </p:nvSpPr>
          <p:spPr bwMode="auto">
            <a:xfrm flipH="1">
              <a:off x="3696" y="1536"/>
              <a:ext cx="0" cy="1584"/>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1" name="Text Box 29">
              <a:extLst>
                <a:ext uri="{FF2B5EF4-FFF2-40B4-BE49-F238E27FC236}">
                  <a16:creationId xmlns:a16="http://schemas.microsoft.com/office/drawing/2014/main" id="{9283A025-51FB-4343-BE6B-288D99946E82}"/>
                </a:ext>
              </a:extLst>
            </p:cNvPr>
            <p:cNvSpPr txBox="1">
              <a:spLocks noChangeArrowheads="1"/>
            </p:cNvSpPr>
            <p:nvPr/>
          </p:nvSpPr>
          <p:spPr bwMode="auto">
            <a:xfrm>
              <a:off x="2720" y="2554"/>
              <a:ext cx="192" cy="469"/>
            </a:xfrm>
            <a:prstGeom prst="rect">
              <a:avLst/>
            </a:prstGeom>
            <a:solidFill>
              <a:schemeClr val="accent1"/>
            </a:solidFill>
            <a:ln w="9525">
              <a:solidFill>
                <a:schemeClr val="tx1"/>
              </a:solidFill>
              <a:miter lim="800000"/>
              <a:headEnd/>
              <a:tailEnd/>
            </a:ln>
          </p:spPr>
          <p:txBody>
            <a:bodyPr>
              <a:spAutoFit/>
            </a:bodyPr>
            <a:lstStyle>
              <a:lvl1pPr>
                <a:lnSpc>
                  <a:spcPct val="90000"/>
                </a:lnSpc>
                <a:spcBef>
                  <a:spcPct val="20000"/>
                </a:spcBef>
                <a:buClr>
                  <a:schemeClr val="tx2"/>
                </a:buClr>
                <a:buSzPct val="75000"/>
                <a:buFont typeface="Wingdings" panose="05000000000000000000" pitchFamily="2" charset="2"/>
                <a:buChar char="l"/>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Char char="–"/>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rgbClr val="00CCFF"/>
                </a:buClr>
                <a:buSzPct val="65000"/>
                <a:buFont typeface="Wingdings" panose="05000000000000000000" pitchFamily="2" charset="2"/>
                <a:buChar char="l"/>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tx1"/>
                </a:buClr>
                <a:buChar char="–"/>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Char char="•"/>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6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PV</a:t>
              </a:r>
            </a:p>
          </p:txBody>
        </p:sp>
        <p:sp>
          <p:nvSpPr>
            <p:cNvPr id="82" name="Text Box 30">
              <a:extLst>
                <a:ext uri="{FF2B5EF4-FFF2-40B4-BE49-F238E27FC236}">
                  <a16:creationId xmlns:a16="http://schemas.microsoft.com/office/drawing/2014/main" id="{63D14726-AB20-410C-AA3E-2ABBC64DFAD1}"/>
                </a:ext>
              </a:extLst>
            </p:cNvPr>
            <p:cNvSpPr txBox="1">
              <a:spLocks noChangeArrowheads="1"/>
            </p:cNvSpPr>
            <p:nvPr/>
          </p:nvSpPr>
          <p:spPr bwMode="auto">
            <a:xfrm>
              <a:off x="2400" y="3468"/>
              <a:ext cx="432" cy="27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20000"/>
                </a:spcBef>
                <a:buClr>
                  <a:schemeClr val="tx2"/>
                </a:buClr>
                <a:buSzPct val="75000"/>
                <a:buFont typeface="Wingdings" panose="05000000000000000000" pitchFamily="2" charset="2"/>
                <a:buChar char="l"/>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Char char="–"/>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rgbClr val="00CCFF"/>
                </a:buClr>
                <a:buSzPct val="65000"/>
                <a:buFont typeface="Wingdings" panose="05000000000000000000" pitchFamily="2" charset="2"/>
                <a:buChar char="l"/>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tx1"/>
                </a:buClr>
                <a:buChar char="–"/>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Char char="•"/>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zh-CN" sz="16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2 </a:t>
              </a:r>
              <a:r>
                <a:rPr kumimoji="0" lang="zh-CN" altLang="en-US" sz="16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年</a:t>
              </a:r>
            </a:p>
          </p:txBody>
        </p:sp>
        <p:sp>
          <p:nvSpPr>
            <p:cNvPr id="83" name="Text Box 31">
              <a:extLst>
                <a:ext uri="{FF2B5EF4-FFF2-40B4-BE49-F238E27FC236}">
                  <a16:creationId xmlns:a16="http://schemas.microsoft.com/office/drawing/2014/main" id="{B14C19AA-9BE6-4475-B110-28D4FA9C8C35}"/>
                </a:ext>
              </a:extLst>
            </p:cNvPr>
            <p:cNvSpPr txBox="1">
              <a:spLocks noChangeArrowheads="1"/>
            </p:cNvSpPr>
            <p:nvPr/>
          </p:nvSpPr>
          <p:spPr bwMode="auto">
            <a:xfrm>
              <a:off x="4128" y="3422"/>
              <a:ext cx="432" cy="27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ct val="20000"/>
                </a:spcBef>
                <a:buClr>
                  <a:schemeClr val="tx2"/>
                </a:buClr>
                <a:buSzPct val="75000"/>
                <a:buFont typeface="Wingdings" panose="05000000000000000000" pitchFamily="2" charset="2"/>
                <a:buChar char="l"/>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Char char="–"/>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rgbClr val="00CCFF"/>
                </a:buClr>
                <a:buSzPct val="65000"/>
                <a:buFont typeface="Wingdings" panose="05000000000000000000" pitchFamily="2" charset="2"/>
                <a:buChar char="l"/>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tx1"/>
                </a:buClr>
                <a:buChar char="–"/>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Char char="•"/>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kumimoji="0" lang="en-US" altLang="zh-CN" sz="16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4</a:t>
              </a:r>
              <a:r>
                <a:rPr kumimoji="0" lang="zh-CN" altLang="en-US" sz="16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年</a:t>
              </a:r>
            </a:p>
          </p:txBody>
        </p:sp>
        <p:sp>
          <p:nvSpPr>
            <p:cNvPr id="84" name="Text Box 32">
              <a:extLst>
                <a:ext uri="{FF2B5EF4-FFF2-40B4-BE49-F238E27FC236}">
                  <a16:creationId xmlns:a16="http://schemas.microsoft.com/office/drawing/2014/main" id="{B6304446-4AD3-48D8-886A-AEEF739F0ED8}"/>
                </a:ext>
              </a:extLst>
            </p:cNvPr>
            <p:cNvSpPr txBox="1">
              <a:spLocks noChangeArrowheads="1"/>
            </p:cNvSpPr>
            <p:nvPr/>
          </p:nvSpPr>
          <p:spPr bwMode="auto">
            <a:xfrm>
              <a:off x="3064" y="2383"/>
              <a:ext cx="208" cy="469"/>
            </a:xfrm>
            <a:prstGeom prst="rect">
              <a:avLst/>
            </a:prstGeom>
            <a:solidFill>
              <a:schemeClr val="accent1"/>
            </a:solidFill>
            <a:ln w="9525">
              <a:solidFill>
                <a:schemeClr val="tx1"/>
              </a:solidFill>
              <a:miter lim="800000"/>
              <a:headEnd/>
              <a:tailEnd/>
            </a:ln>
          </p:spPr>
          <p:txBody>
            <a:bodyPr>
              <a:spAutoFit/>
            </a:bodyPr>
            <a:lstStyle>
              <a:lvl1pPr>
                <a:lnSpc>
                  <a:spcPct val="90000"/>
                </a:lnSpc>
                <a:spcBef>
                  <a:spcPct val="20000"/>
                </a:spcBef>
                <a:buClr>
                  <a:schemeClr val="tx2"/>
                </a:buClr>
                <a:buSzPct val="75000"/>
                <a:buFont typeface="Wingdings" panose="05000000000000000000" pitchFamily="2" charset="2"/>
                <a:buChar char="l"/>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Char char="–"/>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rgbClr val="00CCFF"/>
                </a:buClr>
                <a:buSzPct val="65000"/>
                <a:buFont typeface="Wingdings" panose="05000000000000000000" pitchFamily="2" charset="2"/>
                <a:buChar char="l"/>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tx1"/>
                </a:buClr>
                <a:buChar char="–"/>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Char char="•"/>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6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EV</a:t>
              </a:r>
            </a:p>
          </p:txBody>
        </p:sp>
        <p:sp>
          <p:nvSpPr>
            <p:cNvPr id="85" name="Text Box 33">
              <a:extLst>
                <a:ext uri="{FF2B5EF4-FFF2-40B4-BE49-F238E27FC236}">
                  <a16:creationId xmlns:a16="http://schemas.microsoft.com/office/drawing/2014/main" id="{ED20D392-F38F-4F69-8493-B417AC203306}"/>
                </a:ext>
              </a:extLst>
            </p:cNvPr>
            <p:cNvSpPr txBox="1">
              <a:spLocks noChangeArrowheads="1"/>
            </p:cNvSpPr>
            <p:nvPr/>
          </p:nvSpPr>
          <p:spPr bwMode="auto">
            <a:xfrm>
              <a:off x="3488" y="2280"/>
              <a:ext cx="192" cy="469"/>
            </a:xfrm>
            <a:prstGeom prst="rect">
              <a:avLst/>
            </a:prstGeom>
            <a:solidFill>
              <a:schemeClr val="accent1"/>
            </a:solidFill>
            <a:ln w="9525">
              <a:solidFill>
                <a:schemeClr val="tx1"/>
              </a:solidFill>
              <a:miter lim="800000"/>
              <a:headEnd/>
              <a:tailEnd/>
            </a:ln>
          </p:spPr>
          <p:txBody>
            <a:bodyPr>
              <a:spAutoFit/>
            </a:bodyPr>
            <a:lstStyle>
              <a:lvl1pPr>
                <a:lnSpc>
                  <a:spcPct val="90000"/>
                </a:lnSpc>
                <a:spcBef>
                  <a:spcPct val="20000"/>
                </a:spcBef>
                <a:buClr>
                  <a:schemeClr val="tx2"/>
                </a:buClr>
                <a:buSzPct val="75000"/>
                <a:buFont typeface="Wingdings" panose="05000000000000000000" pitchFamily="2" charset="2"/>
                <a:buChar char="l"/>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Char char="–"/>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rgbClr val="00CCFF"/>
                </a:buClr>
                <a:buSzPct val="65000"/>
                <a:buFont typeface="Wingdings" panose="05000000000000000000" pitchFamily="2" charset="2"/>
                <a:buChar char="l"/>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tx1"/>
                </a:buClr>
                <a:buChar char="–"/>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Char char="•"/>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16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AC</a:t>
              </a:r>
            </a:p>
          </p:txBody>
        </p:sp>
        <p:sp>
          <p:nvSpPr>
            <p:cNvPr id="86" name="Freeform 34">
              <a:extLst>
                <a:ext uri="{FF2B5EF4-FFF2-40B4-BE49-F238E27FC236}">
                  <a16:creationId xmlns:a16="http://schemas.microsoft.com/office/drawing/2014/main" id="{54354D43-EB9E-4676-8FA6-E3EFE184B95C}"/>
                </a:ext>
              </a:extLst>
            </p:cNvPr>
            <p:cNvSpPr>
              <a:spLocks/>
            </p:cNvSpPr>
            <p:nvPr/>
          </p:nvSpPr>
          <p:spPr bwMode="auto">
            <a:xfrm>
              <a:off x="2640" y="288"/>
              <a:ext cx="1584" cy="1279"/>
            </a:xfrm>
            <a:custGeom>
              <a:avLst/>
              <a:gdLst>
                <a:gd name="T0" fmla="*/ 0 w 1712"/>
                <a:gd name="T1" fmla="*/ 1082 h 1512"/>
                <a:gd name="T2" fmla="*/ 82 w 1712"/>
                <a:gd name="T3" fmla="*/ 807 h 1512"/>
                <a:gd name="T4" fmla="*/ 205 w 1712"/>
                <a:gd name="T5" fmla="*/ 567 h 1512"/>
                <a:gd name="T6" fmla="*/ 452 w 1712"/>
                <a:gd name="T7" fmla="*/ 327 h 1512"/>
                <a:gd name="T8" fmla="*/ 781 w 1712"/>
                <a:gd name="T9" fmla="*/ 120 h 1512"/>
                <a:gd name="T10" fmla="*/ 1356 w 1712"/>
                <a:gd name="T11" fmla="*/ 17 h 1512"/>
                <a:gd name="T12" fmla="*/ 1438 w 1712"/>
                <a:gd name="T13" fmla="*/ 17 h 1512"/>
                <a:gd name="T14" fmla="*/ 0 60000 65536"/>
                <a:gd name="T15" fmla="*/ 0 60000 65536"/>
                <a:gd name="T16" fmla="*/ 0 60000 65536"/>
                <a:gd name="T17" fmla="*/ 0 60000 65536"/>
                <a:gd name="T18" fmla="*/ 0 60000 65536"/>
                <a:gd name="T19" fmla="*/ 0 60000 65536"/>
                <a:gd name="T20" fmla="*/ 0 60000 65536"/>
                <a:gd name="T21" fmla="*/ 0 w 1712"/>
                <a:gd name="T22" fmla="*/ 0 h 1512"/>
                <a:gd name="T23" fmla="*/ 1712 w 1712"/>
                <a:gd name="T24" fmla="*/ 1512 h 151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12" h="1512">
                  <a:moveTo>
                    <a:pt x="0" y="1512"/>
                  </a:moveTo>
                  <a:cubicBezTo>
                    <a:pt x="28" y="1380"/>
                    <a:pt x="56" y="1248"/>
                    <a:pt x="96" y="1128"/>
                  </a:cubicBezTo>
                  <a:cubicBezTo>
                    <a:pt x="136" y="1008"/>
                    <a:pt x="168" y="904"/>
                    <a:pt x="240" y="792"/>
                  </a:cubicBezTo>
                  <a:cubicBezTo>
                    <a:pt x="312" y="680"/>
                    <a:pt x="416" y="560"/>
                    <a:pt x="528" y="456"/>
                  </a:cubicBezTo>
                  <a:cubicBezTo>
                    <a:pt x="640" y="352"/>
                    <a:pt x="736" y="240"/>
                    <a:pt x="912" y="168"/>
                  </a:cubicBezTo>
                  <a:cubicBezTo>
                    <a:pt x="1088" y="96"/>
                    <a:pt x="1456" y="48"/>
                    <a:pt x="1584" y="24"/>
                  </a:cubicBezTo>
                  <a:cubicBezTo>
                    <a:pt x="1712" y="0"/>
                    <a:pt x="1696" y="12"/>
                    <a:pt x="1680" y="24"/>
                  </a:cubicBezTo>
                </a:path>
              </a:pathLst>
            </a:custGeom>
            <a:noFill/>
            <a:ln w="28575">
              <a:solidFill>
                <a:srgbClr val="FF33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7" name="Freeform 35">
              <a:extLst>
                <a:ext uri="{FF2B5EF4-FFF2-40B4-BE49-F238E27FC236}">
                  <a16:creationId xmlns:a16="http://schemas.microsoft.com/office/drawing/2014/main" id="{A06A872F-F8F0-4E73-A742-D17EA65A27D9}"/>
                </a:ext>
              </a:extLst>
            </p:cNvPr>
            <p:cNvSpPr>
              <a:spLocks/>
            </p:cNvSpPr>
            <p:nvPr/>
          </p:nvSpPr>
          <p:spPr bwMode="auto">
            <a:xfrm>
              <a:off x="2640" y="684"/>
              <a:ext cx="1632" cy="929"/>
            </a:xfrm>
            <a:custGeom>
              <a:avLst/>
              <a:gdLst>
                <a:gd name="T0" fmla="*/ 0 w 1632"/>
                <a:gd name="T1" fmla="*/ 884 h 976"/>
                <a:gd name="T2" fmla="*/ 144 w 1632"/>
                <a:gd name="T3" fmla="*/ 623 h 976"/>
                <a:gd name="T4" fmla="*/ 480 w 1632"/>
                <a:gd name="T5" fmla="*/ 319 h 976"/>
                <a:gd name="T6" fmla="*/ 912 w 1632"/>
                <a:gd name="T7" fmla="*/ 102 h 976"/>
                <a:gd name="T8" fmla="*/ 1440 w 1632"/>
                <a:gd name="T9" fmla="*/ 14 h 976"/>
                <a:gd name="T10" fmla="*/ 1632 w 1632"/>
                <a:gd name="T11" fmla="*/ 14 h 976"/>
                <a:gd name="T12" fmla="*/ 0 60000 65536"/>
                <a:gd name="T13" fmla="*/ 0 60000 65536"/>
                <a:gd name="T14" fmla="*/ 0 60000 65536"/>
                <a:gd name="T15" fmla="*/ 0 60000 65536"/>
                <a:gd name="T16" fmla="*/ 0 60000 65536"/>
                <a:gd name="T17" fmla="*/ 0 60000 65536"/>
                <a:gd name="T18" fmla="*/ 0 w 1632"/>
                <a:gd name="T19" fmla="*/ 0 h 976"/>
                <a:gd name="T20" fmla="*/ 1632 w 1632"/>
                <a:gd name="T21" fmla="*/ 976 h 976"/>
              </a:gdLst>
              <a:ahLst/>
              <a:cxnLst>
                <a:cxn ang="T12">
                  <a:pos x="T0" y="T1"/>
                </a:cxn>
                <a:cxn ang="T13">
                  <a:pos x="T2" y="T3"/>
                </a:cxn>
                <a:cxn ang="T14">
                  <a:pos x="T4" y="T5"/>
                </a:cxn>
                <a:cxn ang="T15">
                  <a:pos x="T6" y="T7"/>
                </a:cxn>
                <a:cxn ang="T16">
                  <a:pos x="T8" y="T9"/>
                </a:cxn>
                <a:cxn ang="T17">
                  <a:pos x="T10" y="T11"/>
                </a:cxn>
              </a:cxnLst>
              <a:rect l="T18" t="T19" r="T20" b="T21"/>
              <a:pathLst>
                <a:path w="1632" h="976">
                  <a:moveTo>
                    <a:pt x="0" y="976"/>
                  </a:moveTo>
                  <a:cubicBezTo>
                    <a:pt x="32" y="884"/>
                    <a:pt x="64" y="792"/>
                    <a:pt x="144" y="688"/>
                  </a:cubicBezTo>
                  <a:cubicBezTo>
                    <a:pt x="224" y="584"/>
                    <a:pt x="352" y="448"/>
                    <a:pt x="480" y="352"/>
                  </a:cubicBezTo>
                  <a:cubicBezTo>
                    <a:pt x="608" y="256"/>
                    <a:pt x="752" y="168"/>
                    <a:pt x="912" y="112"/>
                  </a:cubicBezTo>
                  <a:cubicBezTo>
                    <a:pt x="1072" y="56"/>
                    <a:pt x="1320" y="32"/>
                    <a:pt x="1440" y="16"/>
                  </a:cubicBezTo>
                  <a:cubicBezTo>
                    <a:pt x="1560" y="0"/>
                    <a:pt x="1596" y="8"/>
                    <a:pt x="1632" y="16"/>
                  </a:cubicBezTo>
                </a:path>
              </a:pathLst>
            </a:custGeom>
            <a:noFill/>
            <a:ln w="28575">
              <a:solidFill>
                <a:schemeClr val="accent1"/>
              </a:solidFill>
              <a:prstDash val="lgDash"/>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8" name="Freeform 36">
              <a:extLst>
                <a:ext uri="{FF2B5EF4-FFF2-40B4-BE49-F238E27FC236}">
                  <a16:creationId xmlns:a16="http://schemas.microsoft.com/office/drawing/2014/main" id="{2479C030-DFD1-4A4A-8371-6517BBC9EADC}"/>
                </a:ext>
              </a:extLst>
            </p:cNvPr>
            <p:cNvSpPr>
              <a:spLocks/>
            </p:cNvSpPr>
            <p:nvPr/>
          </p:nvSpPr>
          <p:spPr bwMode="auto">
            <a:xfrm>
              <a:off x="2640" y="471"/>
              <a:ext cx="1584" cy="1096"/>
            </a:xfrm>
            <a:custGeom>
              <a:avLst/>
              <a:gdLst>
                <a:gd name="T0" fmla="*/ 0 w 1584"/>
                <a:gd name="T1" fmla="*/ 1043 h 1152"/>
                <a:gd name="T2" fmla="*/ 144 w 1584"/>
                <a:gd name="T3" fmla="*/ 695 h 1152"/>
                <a:gd name="T4" fmla="*/ 192 w 1584"/>
                <a:gd name="T5" fmla="*/ 652 h 1152"/>
                <a:gd name="T6" fmla="*/ 384 w 1584"/>
                <a:gd name="T7" fmla="*/ 435 h 1152"/>
                <a:gd name="T8" fmla="*/ 720 w 1584"/>
                <a:gd name="T9" fmla="*/ 217 h 1152"/>
                <a:gd name="T10" fmla="*/ 1104 w 1584"/>
                <a:gd name="T11" fmla="*/ 87 h 1152"/>
                <a:gd name="T12" fmla="*/ 1584 w 1584"/>
                <a:gd name="T13" fmla="*/ 0 h 1152"/>
                <a:gd name="T14" fmla="*/ 0 60000 65536"/>
                <a:gd name="T15" fmla="*/ 0 60000 65536"/>
                <a:gd name="T16" fmla="*/ 0 60000 65536"/>
                <a:gd name="T17" fmla="*/ 0 60000 65536"/>
                <a:gd name="T18" fmla="*/ 0 60000 65536"/>
                <a:gd name="T19" fmla="*/ 0 60000 65536"/>
                <a:gd name="T20" fmla="*/ 0 60000 65536"/>
                <a:gd name="T21" fmla="*/ 0 w 1584"/>
                <a:gd name="T22" fmla="*/ 0 h 1152"/>
                <a:gd name="T23" fmla="*/ 1584 w 1584"/>
                <a:gd name="T24" fmla="*/ 1152 h 11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84" h="1152">
                  <a:moveTo>
                    <a:pt x="0" y="1152"/>
                  </a:moveTo>
                  <a:cubicBezTo>
                    <a:pt x="56" y="996"/>
                    <a:pt x="112" y="840"/>
                    <a:pt x="144" y="768"/>
                  </a:cubicBezTo>
                  <a:cubicBezTo>
                    <a:pt x="176" y="696"/>
                    <a:pt x="152" y="768"/>
                    <a:pt x="192" y="720"/>
                  </a:cubicBezTo>
                  <a:cubicBezTo>
                    <a:pt x="232" y="672"/>
                    <a:pt x="296" y="560"/>
                    <a:pt x="384" y="480"/>
                  </a:cubicBezTo>
                  <a:cubicBezTo>
                    <a:pt x="472" y="400"/>
                    <a:pt x="600" y="304"/>
                    <a:pt x="720" y="240"/>
                  </a:cubicBezTo>
                  <a:cubicBezTo>
                    <a:pt x="840" y="176"/>
                    <a:pt x="960" y="136"/>
                    <a:pt x="1104" y="96"/>
                  </a:cubicBezTo>
                  <a:cubicBezTo>
                    <a:pt x="1248" y="56"/>
                    <a:pt x="1416" y="28"/>
                    <a:pt x="1584" y="0"/>
                  </a:cubicBezTo>
                </a:path>
              </a:pathLst>
            </a:custGeom>
            <a:noFill/>
            <a:ln w="28575">
              <a:solidFill>
                <a:schemeClr val="accent2"/>
              </a:solidFill>
              <a:prstDash val="lgDashDotDot"/>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9" name="Line 37">
              <a:extLst>
                <a:ext uri="{FF2B5EF4-FFF2-40B4-BE49-F238E27FC236}">
                  <a16:creationId xmlns:a16="http://schemas.microsoft.com/office/drawing/2014/main" id="{57A33136-F4C3-469E-A7FD-7514C5E8E173}"/>
                </a:ext>
              </a:extLst>
            </p:cNvPr>
            <p:cNvSpPr>
              <a:spLocks noChangeShapeType="1"/>
            </p:cNvSpPr>
            <p:nvPr/>
          </p:nvSpPr>
          <p:spPr bwMode="auto">
            <a:xfrm>
              <a:off x="4176" y="1065"/>
              <a:ext cx="3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 name="Line 38">
              <a:extLst>
                <a:ext uri="{FF2B5EF4-FFF2-40B4-BE49-F238E27FC236}">
                  <a16:creationId xmlns:a16="http://schemas.microsoft.com/office/drawing/2014/main" id="{EF5F332C-08E2-4023-B93E-2FF5979FD225}"/>
                </a:ext>
              </a:extLst>
            </p:cNvPr>
            <p:cNvSpPr>
              <a:spLocks noChangeShapeType="1"/>
            </p:cNvSpPr>
            <p:nvPr/>
          </p:nvSpPr>
          <p:spPr bwMode="auto">
            <a:xfrm>
              <a:off x="4464" y="699"/>
              <a:ext cx="0" cy="366"/>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1" name="AutoShape 39">
              <a:extLst>
                <a:ext uri="{FF2B5EF4-FFF2-40B4-BE49-F238E27FC236}">
                  <a16:creationId xmlns:a16="http://schemas.microsoft.com/office/drawing/2014/main" id="{2B7588E8-B804-4A50-9C29-B0F7D2BEF7C7}"/>
                </a:ext>
              </a:extLst>
            </p:cNvPr>
            <p:cNvSpPr>
              <a:spLocks noChangeArrowheads="1"/>
            </p:cNvSpPr>
            <p:nvPr/>
          </p:nvSpPr>
          <p:spPr bwMode="auto">
            <a:xfrm>
              <a:off x="4416" y="1110"/>
              <a:ext cx="1152" cy="412"/>
            </a:xfrm>
            <a:prstGeom prst="wedgeRectCallout">
              <a:avLst>
                <a:gd name="adj1" fmla="val -45833"/>
                <a:gd name="adj2" fmla="val -137815"/>
              </a:avLst>
            </a:prstGeom>
            <a:solidFill>
              <a:schemeClr val="accent1"/>
            </a:solidFill>
            <a:ln w="9525">
              <a:solidFill>
                <a:schemeClr val="tx1"/>
              </a:solidFill>
              <a:miter lim="800000"/>
              <a:headEnd/>
              <a:tailEnd/>
            </a:ln>
          </p:spPr>
          <p:txBody>
            <a:bodyPr/>
            <a:lstStyle>
              <a:lvl1pPr>
                <a:lnSpc>
                  <a:spcPct val="90000"/>
                </a:lnSpc>
                <a:spcBef>
                  <a:spcPct val="20000"/>
                </a:spcBef>
                <a:buClr>
                  <a:schemeClr val="tx2"/>
                </a:buClr>
                <a:buSzPct val="75000"/>
                <a:buFont typeface="Wingdings" panose="05000000000000000000" pitchFamily="2" charset="2"/>
                <a:buChar char="l"/>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Char char="–"/>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rgbClr val="00CCFF"/>
                </a:buClr>
                <a:buSzPct val="65000"/>
                <a:buFont typeface="Wingdings" panose="05000000000000000000" pitchFamily="2" charset="2"/>
                <a:buChar char="l"/>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tx1"/>
                </a:buClr>
                <a:buChar char="–"/>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Char char="•"/>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zh-CN" sz="1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Variance at Com: VAC=BAC – EAC</a:t>
              </a:r>
            </a:p>
          </p:txBody>
        </p:sp>
        <p:sp>
          <p:nvSpPr>
            <p:cNvPr id="92" name="Line 40">
              <a:extLst>
                <a:ext uri="{FF2B5EF4-FFF2-40B4-BE49-F238E27FC236}">
                  <a16:creationId xmlns:a16="http://schemas.microsoft.com/office/drawing/2014/main" id="{01CCE8B0-DBF5-4D66-8218-B1D3045B30B6}"/>
                </a:ext>
              </a:extLst>
            </p:cNvPr>
            <p:cNvSpPr>
              <a:spLocks noChangeShapeType="1"/>
            </p:cNvSpPr>
            <p:nvPr/>
          </p:nvSpPr>
          <p:spPr bwMode="auto">
            <a:xfrm flipV="1">
              <a:off x="2448" y="672"/>
              <a:ext cx="0" cy="914"/>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3" name="AutoShape 41">
              <a:extLst>
                <a:ext uri="{FF2B5EF4-FFF2-40B4-BE49-F238E27FC236}">
                  <a16:creationId xmlns:a16="http://schemas.microsoft.com/office/drawing/2014/main" id="{F99174A2-1110-49C8-A794-F6EAE1E3D32A}"/>
                </a:ext>
              </a:extLst>
            </p:cNvPr>
            <p:cNvSpPr>
              <a:spLocks noChangeArrowheads="1"/>
            </p:cNvSpPr>
            <p:nvPr/>
          </p:nvSpPr>
          <p:spPr bwMode="auto">
            <a:xfrm>
              <a:off x="1104" y="726"/>
              <a:ext cx="1104" cy="474"/>
            </a:xfrm>
            <a:prstGeom prst="wedgeRoundRectCallout">
              <a:avLst>
                <a:gd name="adj1" fmla="val 72463"/>
                <a:gd name="adj2" fmla="val 23699"/>
                <a:gd name="adj3" fmla="val 16667"/>
              </a:avLst>
            </a:prstGeom>
            <a:solidFill>
              <a:schemeClr val="accent1"/>
            </a:solidFill>
            <a:ln w="9525">
              <a:solidFill>
                <a:schemeClr val="tx1"/>
              </a:solidFill>
              <a:miter lim="800000"/>
              <a:headEnd/>
              <a:tailEnd/>
            </a:ln>
          </p:spPr>
          <p:txBody>
            <a:bodyPr/>
            <a:lstStyle>
              <a:lvl1pPr>
                <a:lnSpc>
                  <a:spcPct val="90000"/>
                </a:lnSpc>
                <a:spcBef>
                  <a:spcPct val="20000"/>
                </a:spcBef>
                <a:buClr>
                  <a:schemeClr val="tx2"/>
                </a:buClr>
                <a:buSzPct val="75000"/>
                <a:buFont typeface="Wingdings" panose="05000000000000000000" pitchFamily="2" charset="2"/>
                <a:buChar char="l"/>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Char char="–"/>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rgbClr val="00CCFF"/>
                </a:buClr>
                <a:buSzPct val="65000"/>
                <a:buFont typeface="Wingdings" panose="05000000000000000000" pitchFamily="2" charset="2"/>
                <a:buChar char="l"/>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tx1"/>
                </a:buClr>
                <a:buChar char="–"/>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Char char="•"/>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zh-CN" sz="1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ETC</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zh-CN" sz="14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 EAC –AC</a:t>
              </a:r>
            </a:p>
          </p:txBody>
        </p:sp>
        <p:sp>
          <p:nvSpPr>
            <p:cNvPr id="94" name="AutoShape 42">
              <a:extLst>
                <a:ext uri="{FF2B5EF4-FFF2-40B4-BE49-F238E27FC236}">
                  <a16:creationId xmlns:a16="http://schemas.microsoft.com/office/drawing/2014/main" id="{F3667896-E2C5-4CA6-9937-B3A573CFC30E}"/>
                </a:ext>
              </a:extLst>
            </p:cNvPr>
            <p:cNvSpPr>
              <a:spLocks noChangeArrowheads="1"/>
            </p:cNvSpPr>
            <p:nvPr/>
          </p:nvSpPr>
          <p:spPr bwMode="auto">
            <a:xfrm>
              <a:off x="384" y="1920"/>
              <a:ext cx="288" cy="639"/>
            </a:xfrm>
            <a:prstGeom prst="wedgeRoundRectCallout">
              <a:avLst>
                <a:gd name="adj1" fmla="val 99653"/>
                <a:gd name="adj2" fmla="val -106023"/>
                <a:gd name="adj3" fmla="val 16667"/>
              </a:avLst>
            </a:prstGeom>
            <a:solidFill>
              <a:schemeClr val="accent1"/>
            </a:solidFill>
            <a:ln w="9525">
              <a:solidFill>
                <a:schemeClr val="tx1"/>
              </a:solidFill>
              <a:miter lim="800000"/>
              <a:headEnd/>
              <a:tailEnd/>
            </a:ln>
          </p:spPr>
          <p:txBody>
            <a:bodyPr/>
            <a:lstStyle>
              <a:lvl1pPr>
                <a:lnSpc>
                  <a:spcPct val="90000"/>
                </a:lnSpc>
                <a:spcBef>
                  <a:spcPct val="20000"/>
                </a:spcBef>
                <a:buClr>
                  <a:schemeClr val="tx2"/>
                </a:buClr>
                <a:buSzPct val="75000"/>
                <a:buFont typeface="Wingdings" panose="05000000000000000000" pitchFamily="2" charset="2"/>
                <a:buChar char="l"/>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Char char="–"/>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rgbClr val="00CCFF"/>
                </a:buClr>
                <a:buSzPct val="65000"/>
                <a:buFont typeface="Wingdings" panose="05000000000000000000" pitchFamily="2" charset="2"/>
                <a:buChar char="l"/>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tx1"/>
                </a:buClr>
                <a:buChar char="–"/>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Char char="•"/>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6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E</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6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A</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zh-CN" sz="1600" b="1"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C</a:t>
              </a:r>
            </a:p>
          </p:txBody>
        </p:sp>
        <p:sp>
          <p:nvSpPr>
            <p:cNvPr id="95" name="Line 43">
              <a:extLst>
                <a:ext uri="{FF2B5EF4-FFF2-40B4-BE49-F238E27FC236}">
                  <a16:creationId xmlns:a16="http://schemas.microsoft.com/office/drawing/2014/main" id="{FE2DAD13-9BF9-4C22-ADB6-04F4C9197749}"/>
                </a:ext>
              </a:extLst>
            </p:cNvPr>
            <p:cNvSpPr>
              <a:spLocks noChangeShapeType="1"/>
            </p:cNvSpPr>
            <p:nvPr/>
          </p:nvSpPr>
          <p:spPr bwMode="auto">
            <a:xfrm>
              <a:off x="768" y="288"/>
              <a:ext cx="384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6" name="Line 44">
              <a:extLst>
                <a:ext uri="{FF2B5EF4-FFF2-40B4-BE49-F238E27FC236}">
                  <a16:creationId xmlns:a16="http://schemas.microsoft.com/office/drawing/2014/main" id="{8C906EF2-058F-42BA-BA4A-A5AD26C876D1}"/>
                </a:ext>
              </a:extLst>
            </p:cNvPr>
            <p:cNvSpPr>
              <a:spLocks noChangeShapeType="1"/>
            </p:cNvSpPr>
            <p:nvPr/>
          </p:nvSpPr>
          <p:spPr bwMode="auto">
            <a:xfrm flipV="1">
              <a:off x="4464" y="288"/>
              <a:ext cx="0" cy="384"/>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7" name="Line 45">
              <a:extLst>
                <a:ext uri="{FF2B5EF4-FFF2-40B4-BE49-F238E27FC236}">
                  <a16:creationId xmlns:a16="http://schemas.microsoft.com/office/drawing/2014/main" id="{7F9FFDFC-6DB5-44C9-AFB7-1D5E022EF088}"/>
                </a:ext>
              </a:extLst>
            </p:cNvPr>
            <p:cNvSpPr>
              <a:spLocks noChangeShapeType="1"/>
            </p:cNvSpPr>
            <p:nvPr/>
          </p:nvSpPr>
          <p:spPr bwMode="auto">
            <a:xfrm flipV="1">
              <a:off x="816" y="288"/>
              <a:ext cx="0" cy="432"/>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98" name="Line 46">
              <a:extLst>
                <a:ext uri="{FF2B5EF4-FFF2-40B4-BE49-F238E27FC236}">
                  <a16:creationId xmlns:a16="http://schemas.microsoft.com/office/drawing/2014/main" id="{05B63FA6-D3B8-4F92-9F0A-257150189F41}"/>
                </a:ext>
              </a:extLst>
            </p:cNvPr>
            <p:cNvSpPr>
              <a:spLocks noChangeShapeType="1"/>
            </p:cNvSpPr>
            <p:nvPr/>
          </p:nvSpPr>
          <p:spPr bwMode="auto">
            <a:xfrm flipV="1">
              <a:off x="2448" y="288"/>
              <a:ext cx="0" cy="384"/>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grpSp>
    </p:spTree>
    <p:extLst>
      <p:ext uri="{BB962C8B-B14F-4D97-AF65-F5344CB8AC3E}">
        <p14:creationId xmlns:p14="http://schemas.microsoft.com/office/powerpoint/2010/main" val="2483024058"/>
      </p:ext>
    </p:extLst>
  </p:cSld>
  <p:clrMapOvr>
    <a:masterClrMapping/>
  </p:clrMapOvr>
  <p:transition spd="slow">
    <p:pull/>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353723" y="556749"/>
            <a:ext cx="6664637" cy="1754326"/>
          </a:xfrm>
          <a:prstGeom prst="rect">
            <a:avLst/>
          </a:prstGeom>
        </p:spPr>
        <p:txBody>
          <a:bodyPr wrap="square">
            <a:spAutoFit/>
          </a:bodyPr>
          <a:lstStyle/>
          <a:p>
            <a:r>
              <a:rPr lang="zh-CN" altLang="en-US" dirty="0"/>
              <a:t>某项目计划工期为</a:t>
            </a:r>
            <a:r>
              <a:rPr lang="en-US" altLang="zh-CN" dirty="0"/>
              <a:t>8</a:t>
            </a:r>
            <a:r>
              <a:rPr lang="zh-CN" altLang="en-US" dirty="0"/>
              <a:t>年，预算总成本为</a:t>
            </a:r>
            <a:r>
              <a:rPr lang="en-US" altLang="zh-CN" dirty="0"/>
              <a:t>1600</a:t>
            </a:r>
            <a:r>
              <a:rPr lang="zh-CN" altLang="en-US" dirty="0"/>
              <a:t>万元。在项目实施过程中，通过对成本的核算和有关成本与进度记录得知，在开工后第</a:t>
            </a:r>
            <a:r>
              <a:rPr lang="en-US" altLang="zh-CN" dirty="0"/>
              <a:t>4</a:t>
            </a:r>
            <a:r>
              <a:rPr lang="zh-CN" altLang="en-US" dirty="0"/>
              <a:t>年年末的实际情况是：开工后</a:t>
            </a:r>
            <a:r>
              <a:rPr lang="en-US" altLang="zh-CN" dirty="0"/>
              <a:t>4</a:t>
            </a:r>
            <a:r>
              <a:rPr lang="zh-CN" altLang="en-US" dirty="0"/>
              <a:t>年末实际成本发生额为</a:t>
            </a:r>
            <a:r>
              <a:rPr lang="en-US" altLang="zh-CN" dirty="0"/>
              <a:t>400</a:t>
            </a:r>
            <a:r>
              <a:rPr lang="zh-CN" altLang="en-US" dirty="0"/>
              <a:t>万元，所完成工作的计划预算成本额为</a:t>
            </a:r>
            <a:r>
              <a:rPr lang="en-US" altLang="zh-CN" dirty="0"/>
              <a:t>200</a:t>
            </a:r>
            <a:r>
              <a:rPr lang="zh-CN" altLang="en-US" dirty="0"/>
              <a:t>万元。与该项目预算成本比较可知：当工期过半时，项目的计划成本发生额应该为</a:t>
            </a:r>
            <a:r>
              <a:rPr lang="en-US" altLang="zh-CN" dirty="0"/>
              <a:t>800</a:t>
            </a:r>
            <a:r>
              <a:rPr lang="zh-CN" altLang="en-US" dirty="0"/>
              <a:t>万元。试分析该项目的成本执行情况和计划完工情况。</a:t>
            </a:r>
          </a:p>
        </p:txBody>
      </p:sp>
      <p:sp>
        <p:nvSpPr>
          <p:cNvPr id="9" name="矩形 8"/>
          <p:cNvSpPr/>
          <p:nvPr/>
        </p:nvSpPr>
        <p:spPr>
          <a:xfrm>
            <a:off x="353723" y="2723030"/>
            <a:ext cx="8368785" cy="2031325"/>
          </a:xfrm>
          <a:prstGeom prst="rect">
            <a:avLst/>
          </a:prstGeom>
        </p:spPr>
        <p:txBody>
          <a:bodyPr wrap="square">
            <a:spAutoFit/>
          </a:bodyPr>
          <a:lstStyle/>
          <a:p>
            <a:r>
              <a:rPr lang="zh-CN" altLang="en-US" b="1" dirty="0"/>
              <a:t>由已知条件可知：</a:t>
            </a:r>
            <a:endParaRPr lang="en-US" altLang="zh-CN" b="1" dirty="0"/>
          </a:p>
          <a:p>
            <a:endParaRPr lang="en-US" altLang="zh-CN" b="1" dirty="0"/>
          </a:p>
          <a:p>
            <a:r>
              <a:rPr lang="en-US" altLang="zh-CN" dirty="0"/>
              <a:t>PV=800</a:t>
            </a:r>
            <a:r>
              <a:rPr lang="zh-CN" altLang="en-US" dirty="0"/>
              <a:t>万元 </a:t>
            </a:r>
            <a:r>
              <a:rPr lang="en-US" altLang="zh-CN" dirty="0"/>
              <a:t>AC=400</a:t>
            </a:r>
            <a:r>
              <a:rPr lang="zh-CN" altLang="en-US" dirty="0"/>
              <a:t>万元 </a:t>
            </a:r>
            <a:r>
              <a:rPr lang="en-US" altLang="zh-CN" dirty="0"/>
              <a:t>EV=200</a:t>
            </a:r>
            <a:r>
              <a:rPr lang="zh-CN" altLang="en-US" dirty="0"/>
              <a:t>万元</a:t>
            </a:r>
            <a:endParaRPr lang="en-US" altLang="zh-CN" dirty="0"/>
          </a:p>
          <a:p>
            <a:r>
              <a:rPr lang="en-US" altLang="zh-CN" dirty="0"/>
              <a:t>CV=EV-AC=200-400=-200 </a:t>
            </a:r>
            <a:r>
              <a:rPr lang="zh-CN" altLang="en-US" dirty="0"/>
              <a:t>成本超支</a:t>
            </a:r>
            <a:r>
              <a:rPr lang="en-US" altLang="zh-CN" dirty="0"/>
              <a:t>200</a:t>
            </a:r>
            <a:r>
              <a:rPr lang="zh-CN" altLang="en-US" dirty="0"/>
              <a:t>万元</a:t>
            </a:r>
            <a:endParaRPr lang="en-US" altLang="zh-CN" dirty="0"/>
          </a:p>
          <a:p>
            <a:r>
              <a:rPr lang="en-US" altLang="zh-CN" dirty="0"/>
              <a:t>SV=EV-PV=200-800=-600 </a:t>
            </a:r>
            <a:r>
              <a:rPr lang="zh-CN" altLang="en-US" dirty="0"/>
              <a:t>进度落后</a:t>
            </a:r>
            <a:r>
              <a:rPr lang="en-US" altLang="zh-CN" dirty="0"/>
              <a:t>600</a:t>
            </a:r>
            <a:r>
              <a:rPr lang="zh-CN" altLang="en-US" dirty="0"/>
              <a:t>万元</a:t>
            </a:r>
            <a:endParaRPr lang="en-US" altLang="zh-CN" dirty="0"/>
          </a:p>
          <a:p>
            <a:r>
              <a:rPr lang="en-US" altLang="zh-CN" dirty="0"/>
              <a:t>SPI=EV/PV=200/800=25% 4</a:t>
            </a:r>
            <a:r>
              <a:rPr lang="zh-CN" altLang="en-US" dirty="0"/>
              <a:t>年只完成了</a:t>
            </a:r>
            <a:r>
              <a:rPr lang="en-US" altLang="zh-CN" dirty="0"/>
              <a:t>4</a:t>
            </a:r>
            <a:r>
              <a:rPr lang="zh-CN" altLang="en-US" dirty="0"/>
              <a:t>年工期的</a:t>
            </a:r>
            <a:r>
              <a:rPr lang="en-US" altLang="zh-CN" dirty="0"/>
              <a:t>25%</a:t>
            </a:r>
            <a:r>
              <a:rPr lang="zh-CN" altLang="en-US" dirty="0"/>
              <a:t>，相当于只完成了总任务在</a:t>
            </a:r>
            <a:r>
              <a:rPr lang="en-US" altLang="zh-CN" dirty="0"/>
              <a:t>1/4.</a:t>
            </a:r>
          </a:p>
          <a:p>
            <a:r>
              <a:rPr lang="en-US" altLang="zh-CN" dirty="0"/>
              <a:t>CPI=EV/AC=200/400=50% </a:t>
            </a:r>
            <a:r>
              <a:rPr lang="zh-CN" altLang="en-US" dirty="0"/>
              <a:t>完成同样的工作量实际发生成本是预算成本的</a:t>
            </a:r>
            <a:r>
              <a:rPr lang="en-US" altLang="zh-CN" dirty="0"/>
              <a:t>2</a:t>
            </a:r>
            <a:r>
              <a:rPr lang="zh-CN" altLang="en-US" dirty="0"/>
              <a:t>倍。</a:t>
            </a:r>
          </a:p>
        </p:txBody>
      </p:sp>
    </p:spTree>
    <p:extLst>
      <p:ext uri="{BB962C8B-B14F-4D97-AF65-F5344CB8AC3E}">
        <p14:creationId xmlns:p14="http://schemas.microsoft.com/office/powerpoint/2010/main" val="3232108085"/>
      </p:ext>
    </p:extLst>
  </p:cSld>
  <p:clrMapOvr>
    <a:masterClrMapping/>
  </p:clrMapOvr>
  <p:transition spd="slow" advClick="0" advTm="3624">
    <p:pull/>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54"/>
          <p:cNvSpPr txBox="1"/>
          <p:nvPr/>
        </p:nvSpPr>
        <p:spPr>
          <a:xfrm>
            <a:off x="505717" y="322824"/>
            <a:ext cx="2099172" cy="415604"/>
          </a:xfrm>
          <a:prstGeom prst="rect">
            <a:avLst/>
          </a:prstGeom>
          <a:noFill/>
        </p:spPr>
        <p:txBody>
          <a:bodyPr wrap="square"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en-US" sz="2099" b="1" dirty="0">
                <a:solidFill>
                  <a:srgbClr val="484849"/>
                </a:solidFill>
                <a:latin typeface="微软雅黑" panose="020B0503020204020204" pitchFamily="34" charset="-122"/>
                <a:ea typeface="微软雅黑" panose="020B0503020204020204" pitchFamily="34" charset="-122"/>
              </a:rPr>
              <a:t>挣值管理的套路</a:t>
            </a:r>
          </a:p>
        </p:txBody>
      </p:sp>
      <p:sp>
        <p:nvSpPr>
          <p:cNvPr id="8" name="矩形 7"/>
          <p:cNvSpPr/>
          <p:nvPr/>
        </p:nvSpPr>
        <p:spPr>
          <a:xfrm>
            <a:off x="407510" y="1018898"/>
            <a:ext cx="7511554" cy="3783600"/>
          </a:xfrm>
          <a:prstGeom prst="rect">
            <a:avLst/>
          </a:prstGeom>
        </p:spPr>
        <p:txBody>
          <a:bodyPr wrap="square">
            <a:spAutoFit/>
          </a:bodyPr>
          <a:lstStyle/>
          <a:p>
            <a:r>
              <a:rPr lang="zh-CN" altLang="en-US" sz="1499" dirty="0"/>
              <a:t>① 得到三个基础值（工作绩效数据）→ ② 评估当前偏差状态（工作绩效信息）→ ③预测未来具体步骤：</a:t>
            </a:r>
            <a:endParaRPr lang="en-US" altLang="zh-CN" sz="1499" dirty="0"/>
          </a:p>
          <a:p>
            <a:endParaRPr lang="en-US" altLang="zh-CN" sz="1499" dirty="0"/>
          </a:p>
          <a:p>
            <a:r>
              <a:rPr lang="zh-CN" altLang="en-US" sz="1499" dirty="0"/>
              <a:t>① 找到三个值（对应工作绩效数据）</a:t>
            </a:r>
            <a:r>
              <a:rPr lang="en-US" altLang="zh-CN" sz="1499" dirty="0"/>
              <a:t>PV=12 EV=10.4 AC=10.7</a:t>
            </a:r>
          </a:p>
          <a:p>
            <a:endParaRPr lang="en-US" altLang="zh-CN" sz="1499" dirty="0"/>
          </a:p>
          <a:p>
            <a:r>
              <a:rPr lang="en-US" altLang="zh-CN" sz="1499" dirty="0"/>
              <a:t>② </a:t>
            </a:r>
            <a:r>
              <a:rPr lang="zh-CN" altLang="en-US" sz="1499" dirty="0"/>
              <a:t>评估当前偏差状态（工作绩效信息）</a:t>
            </a:r>
            <a:endParaRPr lang="en-US" altLang="zh-CN" sz="1499" dirty="0"/>
          </a:p>
          <a:p>
            <a:r>
              <a:rPr lang="zh-CN" altLang="en-US" sz="1499" dirty="0"/>
              <a:t>成本偏差</a:t>
            </a:r>
            <a:r>
              <a:rPr lang="en-US" altLang="zh-CN" sz="1499" dirty="0"/>
              <a:t>CV=EV-AC=10.4-10.7=-0.3 </a:t>
            </a:r>
            <a:r>
              <a:rPr lang="zh-CN" altLang="en-US" sz="1499" dirty="0"/>
              <a:t>负值 超支 正值 节约</a:t>
            </a:r>
            <a:endParaRPr lang="en-US" altLang="zh-CN" sz="1499" dirty="0"/>
          </a:p>
          <a:p>
            <a:r>
              <a:rPr lang="zh-CN" altLang="en-US" sz="1499" dirty="0"/>
              <a:t>进度偏差</a:t>
            </a:r>
            <a:r>
              <a:rPr lang="en-US" altLang="zh-CN" sz="1499" dirty="0"/>
              <a:t>SV=EV-PV=10.4-12=-1.6 </a:t>
            </a:r>
            <a:r>
              <a:rPr lang="zh-CN" altLang="en-US" sz="1499" dirty="0"/>
              <a:t>负值 拖后 正值 超前</a:t>
            </a:r>
            <a:endParaRPr lang="en-US" altLang="zh-CN" sz="1499" dirty="0"/>
          </a:p>
          <a:p>
            <a:r>
              <a:rPr lang="zh-CN" altLang="en-US" sz="1499" dirty="0"/>
              <a:t>计算两个指数：</a:t>
            </a:r>
            <a:endParaRPr lang="en-US" altLang="zh-CN" sz="1499" dirty="0"/>
          </a:p>
          <a:p>
            <a:r>
              <a:rPr lang="zh-CN" altLang="en-US" sz="1499" dirty="0"/>
              <a:t>成本绩效指数</a:t>
            </a:r>
            <a:r>
              <a:rPr lang="en-US" altLang="zh-CN" sz="1499" dirty="0"/>
              <a:t>CPI=EV/AC=10.4/10.7=0.972 “</a:t>
            </a:r>
            <a:r>
              <a:rPr lang="zh-CN" altLang="en-US" sz="1499" dirty="0"/>
              <a:t>花</a:t>
            </a:r>
            <a:r>
              <a:rPr lang="en-US" altLang="zh-CN" sz="1499" dirty="0"/>
              <a:t>1</a:t>
            </a:r>
            <a:r>
              <a:rPr lang="zh-CN" altLang="en-US" sz="1499" dirty="0"/>
              <a:t>元干</a:t>
            </a:r>
            <a:r>
              <a:rPr lang="en-US" altLang="zh-CN" sz="1499" dirty="0"/>
              <a:t>0.972</a:t>
            </a:r>
            <a:r>
              <a:rPr lang="zh-CN" altLang="en-US" sz="1499" dirty="0"/>
              <a:t>的活”，小于</a:t>
            </a:r>
            <a:r>
              <a:rPr lang="en-US" altLang="zh-CN" sz="1499" dirty="0"/>
              <a:t>1</a:t>
            </a:r>
            <a:r>
              <a:rPr lang="zh-CN" altLang="en-US" sz="1499" dirty="0"/>
              <a:t>代表成本超支。</a:t>
            </a:r>
            <a:endParaRPr lang="en-US" altLang="zh-CN" sz="1499" dirty="0"/>
          </a:p>
          <a:p>
            <a:r>
              <a:rPr lang="zh-CN" altLang="en-US" sz="1499" dirty="0"/>
              <a:t>进度绩效指数</a:t>
            </a:r>
            <a:r>
              <a:rPr lang="en-US" altLang="zh-CN" sz="1499" dirty="0"/>
              <a:t>SPI=EV/PV=10.4/12=0.867 “</a:t>
            </a:r>
            <a:r>
              <a:rPr lang="zh-CN" altLang="en-US" sz="1499" dirty="0"/>
              <a:t>计划</a:t>
            </a:r>
            <a:r>
              <a:rPr lang="en-US" altLang="zh-CN" sz="1499" dirty="0"/>
              <a:t>100%</a:t>
            </a:r>
            <a:r>
              <a:rPr lang="zh-CN" altLang="en-US" sz="1499" dirty="0"/>
              <a:t>，完成</a:t>
            </a:r>
            <a:r>
              <a:rPr lang="en-US" altLang="zh-CN" sz="1499" dirty="0"/>
              <a:t>86.7% </a:t>
            </a:r>
            <a:r>
              <a:rPr lang="zh-CN" altLang="en-US" sz="1499" dirty="0"/>
              <a:t>的进度”；小于</a:t>
            </a:r>
            <a:r>
              <a:rPr lang="en-US" altLang="zh-CN" sz="1499" dirty="0"/>
              <a:t>1</a:t>
            </a:r>
            <a:r>
              <a:rPr lang="zh-CN" altLang="en-US" sz="1499" dirty="0"/>
              <a:t>代表进度滞后。</a:t>
            </a:r>
            <a:endParaRPr lang="en-US" altLang="zh-CN" sz="1499" dirty="0"/>
          </a:p>
          <a:p>
            <a:endParaRPr lang="en-US" altLang="zh-CN" sz="1499" dirty="0"/>
          </a:p>
          <a:p>
            <a:r>
              <a:rPr lang="zh-CN" altLang="en-US" sz="1499" dirty="0"/>
              <a:t>③ 预测未来</a:t>
            </a:r>
          </a:p>
          <a:p>
            <a:r>
              <a:rPr lang="zh-CN" altLang="en-US" sz="1499" dirty="0"/>
              <a:t>完工估算</a:t>
            </a:r>
            <a:r>
              <a:rPr lang="en-US" altLang="zh-CN" sz="1499" dirty="0"/>
              <a:t>EAC</a:t>
            </a:r>
            <a:r>
              <a:rPr lang="zh-CN" altLang="en-US" sz="1499" dirty="0"/>
              <a:t>：根据当前情况，估算到完工时候需要花费的钱；</a:t>
            </a:r>
            <a:endParaRPr lang="en-US" altLang="zh-CN" sz="1499" dirty="0"/>
          </a:p>
          <a:p>
            <a:r>
              <a:rPr lang="en-US" altLang="zh-CN" sz="1499" dirty="0"/>
              <a:t>EAC =BAC/CPI=24/0.972=24.69</a:t>
            </a:r>
            <a:endParaRPr lang="zh-CN" altLang="en-US" sz="1499" dirty="0"/>
          </a:p>
        </p:txBody>
      </p:sp>
    </p:spTree>
    <p:extLst>
      <p:ext uri="{BB962C8B-B14F-4D97-AF65-F5344CB8AC3E}">
        <p14:creationId xmlns:p14="http://schemas.microsoft.com/office/powerpoint/2010/main" val="692580554"/>
      </p:ext>
    </p:extLst>
  </p:cSld>
  <p:clrMapOvr>
    <a:masterClrMapping/>
  </p:clrMapOvr>
  <p:transition spd="slow" advClick="0" advTm="3624">
    <p:pull/>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708139" y="846003"/>
            <a:ext cx="7040344" cy="3693319"/>
          </a:xfrm>
          <a:prstGeom prst="rect">
            <a:avLst/>
          </a:prstGeom>
        </p:spPr>
        <p:txBody>
          <a:bodyPr wrap="square">
            <a:spAutoFit/>
          </a:bodyPr>
          <a:lstStyle/>
          <a:p>
            <a:r>
              <a:rPr lang="zh-CN" altLang="en-US" dirty="0"/>
              <a:t>在某个项目预计工期进行到一半时，项目经理发现实际成本为</a:t>
            </a:r>
            <a:r>
              <a:rPr lang="en-US" altLang="zh-CN" dirty="0"/>
              <a:t>75</a:t>
            </a:r>
            <a:r>
              <a:rPr lang="zh-CN" altLang="en-US" dirty="0"/>
              <a:t>，</a:t>
            </a:r>
            <a:r>
              <a:rPr lang="en-US" altLang="zh-CN" dirty="0"/>
              <a:t>000</a:t>
            </a:r>
            <a:r>
              <a:rPr lang="zh-CN" altLang="en-US" dirty="0"/>
              <a:t>美元。而项目预算为</a:t>
            </a:r>
            <a:r>
              <a:rPr lang="en-US" altLang="zh-CN" dirty="0"/>
              <a:t>100</a:t>
            </a:r>
            <a:r>
              <a:rPr lang="zh-CN" altLang="en-US" dirty="0"/>
              <a:t>，</a:t>
            </a:r>
            <a:r>
              <a:rPr lang="en-US" altLang="zh-CN" dirty="0"/>
              <a:t>000</a:t>
            </a:r>
            <a:r>
              <a:rPr lang="zh-CN" altLang="en-US" dirty="0"/>
              <a:t>美元。经过详细分析之后，项目经理发现项目活动已完成</a:t>
            </a:r>
            <a:r>
              <a:rPr lang="en-US" altLang="zh-CN" dirty="0"/>
              <a:t>60%</a:t>
            </a:r>
            <a:r>
              <a:rPr lang="zh-CN" altLang="en-US" dirty="0"/>
              <a:t>。委员会决定未来开支将保持在目前水平。那么项目的完工尚需估算是多少？</a:t>
            </a:r>
            <a:endParaRPr lang="en-US" altLang="zh-CN" dirty="0"/>
          </a:p>
          <a:p>
            <a:endParaRPr lang="en-US" altLang="zh-CN" dirty="0"/>
          </a:p>
          <a:p>
            <a:r>
              <a:rPr lang="zh-CN" altLang="en-US" dirty="0"/>
              <a:t>第一步：找到三个值，</a:t>
            </a:r>
            <a:r>
              <a:rPr lang="en-US" altLang="zh-CN" dirty="0"/>
              <a:t>BAC=10, PV=5, AC=7.5, EV=6</a:t>
            </a:r>
          </a:p>
          <a:p>
            <a:endParaRPr lang="en-US" altLang="zh-CN" dirty="0"/>
          </a:p>
          <a:p>
            <a:r>
              <a:rPr lang="zh-CN" altLang="en-US" dirty="0"/>
              <a:t>第二步，计算两个偏差，</a:t>
            </a:r>
            <a:r>
              <a:rPr lang="en-US" altLang="zh-CN" dirty="0"/>
              <a:t>CV=EV-AC=-1.5; SV=EV-PV=1. </a:t>
            </a:r>
            <a:r>
              <a:rPr lang="zh-CN" altLang="en-US" dirty="0"/>
              <a:t>进度超前，成本超支</a:t>
            </a:r>
            <a:endParaRPr lang="en-US" altLang="zh-CN" dirty="0"/>
          </a:p>
          <a:p>
            <a:endParaRPr lang="en-US" altLang="zh-CN" dirty="0"/>
          </a:p>
          <a:p>
            <a:r>
              <a:rPr lang="zh-CN" altLang="en-US" dirty="0"/>
              <a:t>第三步，计算两个指数， </a:t>
            </a:r>
            <a:r>
              <a:rPr lang="en-US" altLang="zh-CN" dirty="0"/>
              <a:t>CPI=EV/AC=0.8; SPI=EV/PV=1.2</a:t>
            </a:r>
          </a:p>
          <a:p>
            <a:endParaRPr lang="en-US" altLang="zh-CN" dirty="0"/>
          </a:p>
          <a:p>
            <a:r>
              <a:rPr lang="zh-CN" altLang="en-US" dirty="0"/>
              <a:t>第四步，计算预测， </a:t>
            </a:r>
            <a:r>
              <a:rPr lang="en-US" altLang="zh-CN" dirty="0"/>
              <a:t>EAC=BAC/CPI=10/0.8=12.5</a:t>
            </a:r>
            <a:r>
              <a:rPr lang="zh-CN" altLang="en-US" dirty="0"/>
              <a:t>；</a:t>
            </a:r>
            <a:r>
              <a:rPr lang="en-US" altLang="zh-CN" dirty="0"/>
              <a:t>ETC=EAC-AC=5</a:t>
            </a:r>
          </a:p>
        </p:txBody>
      </p:sp>
    </p:spTree>
    <p:extLst>
      <p:ext uri="{BB962C8B-B14F-4D97-AF65-F5344CB8AC3E}">
        <p14:creationId xmlns:p14="http://schemas.microsoft.com/office/powerpoint/2010/main" val="4041670758"/>
      </p:ext>
    </p:extLst>
  </p:cSld>
  <p:clrMapOvr>
    <a:masterClrMapping/>
  </p:clrMapOvr>
  <p:transition spd="slow" advClick="0" advTm="3624">
    <p:pull/>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图片包含 游戏机&#10;&#10;描述已自动生成">
            <a:extLst>
              <a:ext uri="{FF2B5EF4-FFF2-40B4-BE49-F238E27FC236}">
                <a16:creationId xmlns:a16="http://schemas.microsoft.com/office/drawing/2014/main" id="{B89EBDFD-A45D-1949-9F82-4BADB99831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4280" y="648646"/>
            <a:ext cx="6697491" cy="4374536"/>
          </a:xfrm>
          <a:prstGeom prst="rect">
            <a:avLst/>
          </a:prstGeom>
        </p:spPr>
      </p:pic>
      <p:sp>
        <p:nvSpPr>
          <p:cNvPr id="4" name="文本框 3">
            <a:extLst>
              <a:ext uri="{FF2B5EF4-FFF2-40B4-BE49-F238E27FC236}">
                <a16:creationId xmlns:a16="http://schemas.microsoft.com/office/drawing/2014/main" id="{831BBA2A-CAC4-9C69-EB39-8C68C58E60A1}"/>
              </a:ext>
            </a:extLst>
          </p:cNvPr>
          <p:cNvSpPr txBox="1"/>
          <p:nvPr/>
        </p:nvSpPr>
        <p:spPr>
          <a:xfrm>
            <a:off x="518672" y="120318"/>
            <a:ext cx="4572000" cy="369332"/>
          </a:xfrm>
          <a:prstGeom prst="rect">
            <a:avLst/>
          </a:prstGeom>
          <a:noFill/>
        </p:spPr>
        <p:txBody>
          <a:bodyPr wrap="square">
            <a:spAutoFit/>
          </a:bodyPr>
          <a:lstStyle/>
          <a:p>
            <a:r>
              <a:rPr lang="zh-CN" altLang="en-US" b="1" dirty="0"/>
              <a:t>绩效报告</a:t>
            </a:r>
          </a:p>
        </p:txBody>
      </p:sp>
    </p:spTree>
    <p:extLst>
      <p:ext uri="{BB962C8B-B14F-4D97-AF65-F5344CB8AC3E}">
        <p14:creationId xmlns:p14="http://schemas.microsoft.com/office/powerpoint/2010/main" val="2035499265"/>
      </p:ext>
    </p:extLst>
  </p:cSld>
  <p:clrMapOvr>
    <a:masterClrMapping/>
  </p:clrMapOvr>
  <p:transition spd="slow" advClick="0" advTm="3624">
    <p:pull/>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挣值管理</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97910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例</a:t>
            </a:r>
            <a:r>
              <a:rPr lang="en-US" altLang="zh-CN" sz="1700" dirty="0">
                <a:solidFill>
                  <a:srgbClr val="000000"/>
                </a:solidFill>
                <a:latin typeface="华文楷体" panose="02010600040101010101" pitchFamily="2" charset="-122"/>
                <a:ea typeface="华文楷体" panose="02010600040101010101" pitchFamily="2" charset="-122"/>
              </a:rPr>
              <a:t>3.11] </a:t>
            </a:r>
            <a:r>
              <a:rPr lang="zh-CN" altLang="en-US" sz="1700" dirty="0">
                <a:solidFill>
                  <a:srgbClr val="000000"/>
                </a:solidFill>
                <a:latin typeface="华文楷体" panose="02010600040101010101" pitchFamily="2" charset="-122"/>
                <a:ea typeface="华文楷体" panose="02010600040101010101" pitchFamily="2" charset="-122"/>
              </a:rPr>
              <a:t>软件企业</a:t>
            </a:r>
            <a:r>
              <a:rPr lang="en-US" altLang="zh-CN" sz="1700" dirty="0">
                <a:solidFill>
                  <a:srgbClr val="000000"/>
                </a:solidFill>
                <a:latin typeface="华文楷体" panose="02010600040101010101" pitchFamily="2" charset="-122"/>
                <a:ea typeface="华文楷体" panose="02010600040101010101" pitchFamily="2" charset="-122"/>
              </a:rPr>
              <a:t>A</a:t>
            </a:r>
            <a:r>
              <a:rPr lang="zh-CN" altLang="en-US" sz="1700" dirty="0">
                <a:solidFill>
                  <a:srgbClr val="000000"/>
                </a:solidFill>
                <a:latin typeface="华文楷体" panose="02010600040101010101" pitchFamily="2" charset="-122"/>
                <a:ea typeface="华文楷体" panose="02010600040101010101" pitchFamily="2" charset="-122"/>
              </a:rPr>
              <a:t>正在开发一个项目</a:t>
            </a:r>
            <a:r>
              <a:rPr lang="en-US" altLang="zh-CN" sz="1700" dirty="0">
                <a:solidFill>
                  <a:srgbClr val="000000"/>
                </a:solidFill>
                <a:latin typeface="华文楷体" panose="02010600040101010101" pitchFamily="2" charset="-122"/>
                <a:ea typeface="华文楷体" panose="02010600040101010101" pitchFamily="2" charset="-122"/>
              </a:rPr>
              <a:t>B</a:t>
            </a:r>
            <a:r>
              <a:rPr lang="zh-CN" altLang="en-US" sz="1700" dirty="0">
                <a:solidFill>
                  <a:srgbClr val="000000"/>
                </a:solidFill>
                <a:latin typeface="华文楷体" panose="02010600040101010101" pitchFamily="2" charset="-122"/>
                <a:ea typeface="华文楷体" panose="02010600040101010101" pitchFamily="2" charset="-122"/>
              </a:rPr>
              <a:t>，如图</a:t>
            </a:r>
            <a:r>
              <a:rPr lang="en-US" altLang="zh-CN" sz="1700" dirty="0">
                <a:solidFill>
                  <a:srgbClr val="000000"/>
                </a:solidFill>
                <a:latin typeface="华文楷体" panose="02010600040101010101" pitchFamily="2" charset="-122"/>
                <a:ea typeface="华文楷体" panose="02010600040101010101" pitchFamily="2" charset="-122"/>
              </a:rPr>
              <a:t>3.16</a:t>
            </a:r>
            <a:r>
              <a:rPr lang="zh-CN" altLang="en-US" sz="1700" dirty="0">
                <a:solidFill>
                  <a:srgbClr val="000000"/>
                </a:solidFill>
                <a:latin typeface="华文楷体" panose="02010600040101010101" pitchFamily="2" charset="-122"/>
                <a:ea typeface="华文楷体" panose="02010600040101010101" pitchFamily="2" charset="-122"/>
              </a:rPr>
              <a:t>所示。在项目进行到第</a:t>
            </a:r>
            <a:r>
              <a:rPr lang="en-US" altLang="zh-CN" sz="1700" dirty="0">
                <a:solidFill>
                  <a:srgbClr val="000000"/>
                </a:solidFill>
                <a:latin typeface="华文楷体" panose="02010600040101010101" pitchFamily="2" charset="-122"/>
                <a:ea typeface="华文楷体" panose="02010600040101010101" pitchFamily="2" charset="-122"/>
              </a:rPr>
              <a:t>4</a:t>
            </a:r>
            <a:r>
              <a:rPr lang="zh-CN" altLang="en-US" sz="1700" dirty="0">
                <a:solidFill>
                  <a:srgbClr val="000000"/>
                </a:solidFill>
                <a:latin typeface="华文楷体" panose="02010600040101010101" pitchFamily="2" charset="-122"/>
                <a:ea typeface="华文楷体" panose="02010600040101010101" pitchFamily="2" charset="-122"/>
              </a:rPr>
              <a:t>个月时，假定三个要素值，即预期值</a:t>
            </a:r>
            <a:r>
              <a:rPr lang="en-US" altLang="zh-CN" sz="1700" dirty="0">
                <a:solidFill>
                  <a:srgbClr val="000000"/>
                </a:solidFill>
                <a:latin typeface="华文楷体" panose="02010600040101010101" pitchFamily="2" charset="-122"/>
                <a:ea typeface="华文楷体" panose="02010600040101010101" pitchFamily="2" charset="-122"/>
              </a:rPr>
              <a:t>PV</a:t>
            </a:r>
            <a:r>
              <a:rPr lang="zh-CN" altLang="en-US" sz="1700" dirty="0">
                <a:solidFill>
                  <a:srgbClr val="000000"/>
                </a:solidFill>
                <a:latin typeface="华文楷体" panose="02010600040101010101" pitchFamily="2" charset="-122"/>
                <a:ea typeface="华文楷体" panose="02010600040101010101" pitchFamily="2" charset="-122"/>
              </a:rPr>
              <a:t>，实际值</a:t>
            </a:r>
            <a:r>
              <a:rPr lang="en-US" altLang="zh-CN" sz="1700" dirty="0">
                <a:solidFill>
                  <a:srgbClr val="000000"/>
                </a:solidFill>
                <a:latin typeface="华文楷体" panose="02010600040101010101" pitchFamily="2" charset="-122"/>
                <a:ea typeface="华文楷体" panose="02010600040101010101" pitchFamily="2" charset="-122"/>
              </a:rPr>
              <a:t>AC</a:t>
            </a:r>
            <a:r>
              <a:rPr lang="zh-CN" altLang="en-US" sz="1700" dirty="0">
                <a:solidFill>
                  <a:srgbClr val="000000"/>
                </a:solidFill>
                <a:latin typeface="华文楷体" panose="02010600040101010101" pitchFamily="2" charset="-122"/>
                <a:ea typeface="华文楷体" panose="02010600040101010101" pitchFamily="2" charset="-122"/>
              </a:rPr>
              <a:t>和挣得值</a:t>
            </a:r>
            <a:r>
              <a:rPr lang="en-US" altLang="zh-CN" sz="1700" dirty="0">
                <a:solidFill>
                  <a:srgbClr val="000000"/>
                </a:solidFill>
                <a:latin typeface="华文楷体" panose="02010600040101010101" pitchFamily="2" charset="-122"/>
                <a:ea typeface="华文楷体" panose="02010600040101010101" pitchFamily="2" charset="-122"/>
              </a:rPr>
              <a:t>EV</a:t>
            </a:r>
            <a:r>
              <a:rPr lang="zh-CN" altLang="en-US" sz="1700" dirty="0">
                <a:solidFill>
                  <a:srgbClr val="000000"/>
                </a:solidFill>
                <a:latin typeface="华文楷体" panose="02010600040101010101" pitchFamily="2" charset="-122"/>
                <a:ea typeface="华文楷体" panose="02010600040101010101" pitchFamily="2" charset="-122"/>
              </a:rPr>
              <a:t>，分别为</a:t>
            </a:r>
            <a:r>
              <a:rPr lang="en-US" altLang="zh-CN" sz="1700" dirty="0">
                <a:solidFill>
                  <a:srgbClr val="000000"/>
                </a:solidFill>
                <a:latin typeface="华文楷体" panose="02010600040101010101" pitchFamily="2" charset="-122"/>
                <a:ea typeface="华文楷体" panose="02010600040101010101" pitchFamily="2" charset="-122"/>
              </a:rPr>
              <a:t>125</a:t>
            </a:r>
            <a:r>
              <a:rPr lang="zh-CN" altLang="en-US" sz="1700" dirty="0">
                <a:solidFill>
                  <a:srgbClr val="000000"/>
                </a:solidFill>
                <a:latin typeface="华文楷体" panose="02010600040101010101" pitchFamily="2" charset="-122"/>
                <a:ea typeface="华文楷体" panose="02010600040101010101" pitchFamily="2" charset="-122"/>
              </a:rPr>
              <a:t>万元、</a:t>
            </a:r>
            <a:r>
              <a:rPr lang="en-US" altLang="zh-CN" sz="1700" dirty="0">
                <a:solidFill>
                  <a:srgbClr val="000000"/>
                </a:solidFill>
                <a:latin typeface="华文楷体" panose="02010600040101010101" pitchFamily="2" charset="-122"/>
                <a:ea typeface="华文楷体" panose="02010600040101010101" pitchFamily="2" charset="-122"/>
              </a:rPr>
              <a:t>130</a:t>
            </a:r>
            <a:r>
              <a:rPr lang="zh-CN" altLang="en-US" sz="1700" dirty="0">
                <a:solidFill>
                  <a:srgbClr val="000000"/>
                </a:solidFill>
                <a:latin typeface="华文楷体" panose="02010600040101010101" pitchFamily="2" charset="-122"/>
                <a:ea typeface="华文楷体" panose="02010600040101010101" pitchFamily="2" charset="-122"/>
              </a:rPr>
              <a:t>万元和</a:t>
            </a:r>
            <a:r>
              <a:rPr lang="en-US" altLang="zh-CN" sz="1700" dirty="0">
                <a:solidFill>
                  <a:srgbClr val="000000"/>
                </a:solidFill>
                <a:latin typeface="华文楷体" panose="02010600040101010101" pitchFamily="2" charset="-122"/>
                <a:ea typeface="华文楷体" panose="02010600040101010101" pitchFamily="2" charset="-122"/>
              </a:rPr>
              <a:t>110</a:t>
            </a:r>
            <a:r>
              <a:rPr lang="zh-CN" altLang="en-US" sz="1700" dirty="0">
                <a:solidFill>
                  <a:srgbClr val="000000"/>
                </a:solidFill>
                <a:latin typeface="华文楷体" panose="02010600040101010101" pitchFamily="2" charset="-122"/>
                <a:ea typeface="华文楷体" panose="02010600040101010101" pitchFamily="2" charset="-122"/>
              </a:rPr>
              <a:t>万元。如果这个软件项目的总预算</a:t>
            </a:r>
            <a:r>
              <a:rPr lang="en-US" altLang="zh-CN" sz="1700" dirty="0">
                <a:solidFill>
                  <a:srgbClr val="000000"/>
                </a:solidFill>
                <a:latin typeface="华文楷体" panose="02010600040101010101" pitchFamily="2" charset="-122"/>
                <a:ea typeface="华文楷体" panose="02010600040101010101" pitchFamily="2" charset="-122"/>
              </a:rPr>
              <a:t>BAC</a:t>
            </a:r>
            <a:r>
              <a:rPr lang="zh-CN" altLang="en-US" sz="1700" dirty="0">
                <a:solidFill>
                  <a:srgbClr val="000000"/>
                </a:solidFill>
                <a:latin typeface="华文楷体" panose="02010600040101010101" pitchFamily="2" charset="-122"/>
                <a:ea typeface="华文楷体" panose="02010600040101010101" pitchFamily="2" charset="-122"/>
              </a:rPr>
              <a:t>是</a:t>
            </a:r>
            <a:r>
              <a:rPr lang="en-US" altLang="zh-CN" sz="1700" dirty="0">
                <a:solidFill>
                  <a:srgbClr val="000000"/>
                </a:solidFill>
                <a:latin typeface="华文楷体" panose="02010600040101010101" pitchFamily="2" charset="-122"/>
                <a:ea typeface="华文楷体" panose="02010600040101010101" pitchFamily="2" charset="-122"/>
              </a:rPr>
              <a:t>500</a:t>
            </a:r>
            <a:r>
              <a:rPr lang="zh-CN" altLang="en-US" sz="1700" dirty="0">
                <a:solidFill>
                  <a:srgbClr val="000000"/>
                </a:solidFill>
                <a:latin typeface="华文楷体" panose="02010600040101010101" pitchFamily="2" charset="-122"/>
                <a:ea typeface="华文楷体" panose="02010600040101010101" pitchFamily="2" charset="-122"/>
              </a:rPr>
              <a:t>万，这组数据可以产生以下信息：</a:t>
            </a: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sz="1700" dirty="0">
                <a:solidFill>
                  <a:srgbClr val="000000"/>
                </a:solidFill>
                <a:latin typeface="华文楷体" panose="02010600040101010101" pitchFamily="2" charset="-122"/>
                <a:ea typeface="华文楷体" panose="02010600040101010101" pitchFamily="2" charset="-122"/>
              </a:rPr>
              <a:t>成本偏差：</a:t>
            </a:r>
            <a:r>
              <a:rPr lang="en-US" altLang="zh-CN" sz="1700" dirty="0">
                <a:solidFill>
                  <a:srgbClr val="000000"/>
                </a:solidFill>
                <a:latin typeface="华文楷体" panose="02010600040101010101" pitchFamily="2" charset="-122"/>
                <a:ea typeface="华文楷体" panose="02010600040101010101" pitchFamily="2" charset="-122"/>
              </a:rPr>
              <a:t>CV=110-130=-20</a:t>
            </a:r>
            <a:r>
              <a:rPr lang="zh-CN" altLang="en-US" sz="1700" dirty="0">
                <a:solidFill>
                  <a:srgbClr val="000000"/>
                </a:solidFill>
                <a:latin typeface="华文楷体" panose="02010600040101010101" pitchFamily="2" charset="-122"/>
                <a:ea typeface="华文楷体" panose="02010600040101010101" pitchFamily="2" charset="-122"/>
              </a:rPr>
              <a:t>万元；结论：这个项目超预算</a:t>
            </a:r>
            <a:r>
              <a:rPr lang="en-US" altLang="zh-CN" sz="1700" dirty="0">
                <a:solidFill>
                  <a:srgbClr val="000000"/>
                </a:solidFill>
                <a:latin typeface="华文楷体" panose="02010600040101010101" pitchFamily="2" charset="-122"/>
                <a:ea typeface="华文楷体" panose="02010600040101010101" pitchFamily="2" charset="-122"/>
              </a:rPr>
              <a:t>20</a:t>
            </a:r>
            <a:r>
              <a:rPr lang="zh-CN" altLang="en-US" sz="1700" dirty="0">
                <a:solidFill>
                  <a:srgbClr val="000000"/>
                </a:solidFill>
                <a:latin typeface="华文楷体" panose="02010600040101010101" pitchFamily="2" charset="-122"/>
                <a:ea typeface="华文楷体" panose="02010600040101010101" pitchFamily="2" charset="-122"/>
              </a:rPr>
              <a:t>万元。</a:t>
            </a: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(2)</a:t>
            </a:r>
            <a:r>
              <a:rPr lang="zh-CN" altLang="en-US" sz="1700" dirty="0">
                <a:solidFill>
                  <a:srgbClr val="000000"/>
                </a:solidFill>
                <a:latin typeface="华文楷体" panose="02010600040101010101" pitchFamily="2" charset="-122"/>
                <a:ea typeface="华文楷体" panose="02010600040101010101" pitchFamily="2" charset="-122"/>
              </a:rPr>
              <a:t>成本绩效：</a:t>
            </a:r>
            <a:r>
              <a:rPr lang="en-US" altLang="zh-CN" sz="1700" dirty="0">
                <a:solidFill>
                  <a:srgbClr val="000000"/>
                </a:solidFill>
                <a:latin typeface="华文楷体" panose="02010600040101010101" pitchFamily="2" charset="-122"/>
                <a:ea typeface="华文楷体" panose="02010600040101010101" pitchFamily="2" charset="-122"/>
              </a:rPr>
              <a:t>CPI=110/130=0.846</a:t>
            </a:r>
            <a:r>
              <a:rPr lang="zh-CN" altLang="en-US" sz="1700" dirty="0">
                <a:solidFill>
                  <a:srgbClr val="000000"/>
                </a:solidFill>
                <a:latin typeface="华文楷体" panose="02010600040101010101" pitchFamily="2" charset="-122"/>
                <a:ea typeface="华文楷体" panose="02010600040101010101" pitchFamily="2" charset="-122"/>
              </a:rPr>
              <a:t>；结论：这个项目成本绩效是计划绩效的</a:t>
            </a:r>
            <a:r>
              <a:rPr lang="en-US" altLang="zh-CN" sz="1700" dirty="0">
                <a:solidFill>
                  <a:srgbClr val="000000"/>
                </a:solidFill>
                <a:latin typeface="华文楷体" panose="02010600040101010101" pitchFamily="2" charset="-122"/>
                <a:ea typeface="华文楷体" panose="02010600040101010101" pitchFamily="2" charset="-122"/>
              </a:rPr>
              <a:t>84.6%</a:t>
            </a:r>
            <a:r>
              <a:rPr lang="zh-CN" altLang="en-US" sz="1700" dirty="0">
                <a:solidFill>
                  <a:srgbClr val="000000"/>
                </a:solidFill>
                <a:latin typeface="华文楷体" panose="02010600040101010101" pitchFamily="2" charset="-122"/>
                <a:ea typeface="华文楷体" panose="02010600040101010101" pitchFamily="2" charset="-122"/>
              </a:rPr>
              <a:t>。</a:t>
            </a: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(3)</a:t>
            </a:r>
            <a:r>
              <a:rPr lang="zh-CN" altLang="en-US" sz="1700" dirty="0">
                <a:solidFill>
                  <a:srgbClr val="000000"/>
                </a:solidFill>
                <a:latin typeface="华文楷体" panose="02010600040101010101" pitchFamily="2" charset="-122"/>
                <a:ea typeface="华文楷体" panose="02010600040101010101" pitchFamily="2" charset="-122"/>
              </a:rPr>
              <a:t>预计最终成本：</a:t>
            </a:r>
            <a:r>
              <a:rPr lang="en-US" altLang="zh-CN" sz="1700" dirty="0">
                <a:solidFill>
                  <a:srgbClr val="000000"/>
                </a:solidFill>
                <a:latin typeface="华文楷体" panose="02010600040101010101" pitchFamily="2" charset="-122"/>
                <a:ea typeface="华文楷体" panose="02010600040101010101" pitchFamily="2" charset="-122"/>
              </a:rPr>
              <a:t>EAC=BAC/CPI=500/0.846=591.02</a:t>
            </a:r>
            <a:r>
              <a:rPr lang="zh-CN" altLang="en-US" sz="1700" dirty="0">
                <a:solidFill>
                  <a:srgbClr val="000000"/>
                </a:solidFill>
                <a:latin typeface="华文楷体" panose="02010600040101010101" pitchFamily="2" charset="-122"/>
                <a:ea typeface="华文楷体" panose="02010600040101010101" pitchFamily="2" charset="-122"/>
              </a:rPr>
              <a:t>万元</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进度偏差：</a:t>
            </a:r>
            <a:r>
              <a:rPr lang="en-US" altLang="zh-CN" sz="1700" dirty="0">
                <a:solidFill>
                  <a:srgbClr val="000000"/>
                </a:solidFill>
                <a:latin typeface="华文楷体" panose="02010600040101010101" pitchFamily="2" charset="-122"/>
                <a:ea typeface="华文楷体" panose="02010600040101010101" pitchFamily="2" charset="-122"/>
              </a:rPr>
              <a:t>110-125=-15</a:t>
            </a:r>
            <a:r>
              <a:rPr lang="zh-CN" altLang="en-US" sz="1700" dirty="0">
                <a:solidFill>
                  <a:srgbClr val="000000"/>
                </a:solidFill>
                <a:latin typeface="华文楷体" panose="02010600040101010101" pitchFamily="2" charset="-122"/>
                <a:ea typeface="华文楷体" panose="02010600040101010101" pitchFamily="2" charset="-122"/>
              </a:rPr>
              <a:t>，进度也落后了</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进度绩效</a:t>
            </a:r>
            <a:r>
              <a:rPr lang="en-US" altLang="zh-CN" sz="1700" dirty="0">
                <a:solidFill>
                  <a:srgbClr val="000000"/>
                </a:solidFill>
                <a:latin typeface="华文楷体" panose="02010600040101010101" pitchFamily="2" charset="-122"/>
                <a:ea typeface="华文楷体" panose="02010600040101010101" pitchFamily="2" charset="-122"/>
              </a:rPr>
              <a:t>=110/125</a:t>
            </a:r>
          </a:p>
        </p:txBody>
      </p:sp>
    </p:spTree>
    <p:extLst>
      <p:ext uri="{BB962C8B-B14F-4D97-AF65-F5344CB8AC3E}">
        <p14:creationId xmlns:p14="http://schemas.microsoft.com/office/powerpoint/2010/main" val="92034963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9C09BE-9671-4EA2-9A3F-1B6525CE13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419" r="31183"/>
          <a:stretch>
            <a:fillRect/>
          </a:stretch>
        </p:blipFill>
        <p:spPr bwMode="auto">
          <a:xfrm>
            <a:off x="384377" y="214503"/>
            <a:ext cx="4963536" cy="4714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 name="文本框 5">
            <a:extLst>
              <a:ext uri="{FF2B5EF4-FFF2-40B4-BE49-F238E27FC236}">
                <a16:creationId xmlns:a16="http://schemas.microsoft.com/office/drawing/2014/main" id="{C753BAC5-5369-1301-4AAE-0AD0B93893C7}"/>
              </a:ext>
            </a:extLst>
          </p:cNvPr>
          <p:cNvSpPr txBox="1"/>
          <p:nvPr/>
        </p:nvSpPr>
        <p:spPr>
          <a:xfrm>
            <a:off x="5401702" y="648209"/>
            <a:ext cx="3623022" cy="3785652"/>
          </a:xfrm>
          <a:prstGeom prst="rect">
            <a:avLst/>
          </a:prstGeom>
          <a:noFill/>
        </p:spPr>
        <p:txBody>
          <a:bodyPr wrap="square">
            <a:spAutoFit/>
          </a:bodyPr>
          <a:lstStyle/>
          <a:p>
            <a:r>
              <a:rPr lang="zh-CN" altLang="en-US" sz="1600" dirty="0"/>
              <a:t>通过对</a:t>
            </a:r>
            <a:r>
              <a:rPr lang="en-US" altLang="zh-CN" sz="1600" dirty="0"/>
              <a:t>S</a:t>
            </a:r>
            <a:r>
              <a:rPr lang="zh-CN" altLang="en-US" sz="1600" dirty="0"/>
              <a:t>曲线图中预计值、实际值和挣得值的分析，可以得出更多的信息。图</a:t>
            </a:r>
            <a:r>
              <a:rPr lang="en-US" altLang="zh-CN" sz="1600" dirty="0"/>
              <a:t>3. 16</a:t>
            </a:r>
            <a:r>
              <a:rPr lang="zh-CN" altLang="en-US" sz="1600" dirty="0"/>
              <a:t>中的曲线显示了直至第二阶段早期，项目成本与进度都一直是按计划进行的。但从第二阶段早期开始到第三阶段中后期，实际值与预计值相一致，即项目按成本计划进行，但是进度明显落后千计划。从第三阶段开始，项目就一直超支，工作进度也落后于计划进度。这就要求成本管理部门分析项目实施过程中导致费用超支和进度落后的因素，并采取一定的补救措施，如加强项目小组成员间的沟通与协调，提高工作效率，降低管理费用、适当加班等。</a:t>
            </a:r>
          </a:p>
        </p:txBody>
      </p:sp>
    </p:spTree>
    <p:extLst>
      <p:ext uri="{BB962C8B-B14F-4D97-AF65-F5344CB8AC3E}">
        <p14:creationId xmlns:p14="http://schemas.microsoft.com/office/powerpoint/2010/main" val="1921674009"/>
      </p:ext>
    </p:extLst>
  </p:cSld>
  <p:clrMapOvr>
    <a:masterClrMapping/>
  </p:clrMapOvr>
  <p:transition spd="slow">
    <p:pull/>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质量成本</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01702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sz="1700" dirty="0">
                <a:solidFill>
                  <a:srgbClr val="000000"/>
                </a:solidFill>
                <a:latin typeface="华文楷体" panose="02010600040101010101" pitchFamily="2" charset="-122"/>
                <a:ea typeface="华文楷体" panose="02010600040101010101" pitchFamily="2" charset="-122"/>
              </a:rPr>
              <a:t>．定义</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质量成本是为了达到产品或服务的质量所付出的所有努力的总代价，即根据质量标准生产产品或者提供服务所发生的所有成本。</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在衡量项目的质量成本时，应根据项目类型及其总价值，将项目总值的</a:t>
            </a:r>
            <a:r>
              <a:rPr lang="en-US" altLang="zh-CN" sz="1700" dirty="0">
                <a:solidFill>
                  <a:srgbClr val="000000"/>
                </a:solidFill>
                <a:latin typeface="华文楷体" panose="02010600040101010101" pitchFamily="2" charset="-122"/>
                <a:ea typeface="华文楷体" panose="02010600040101010101" pitchFamily="2" charset="-122"/>
              </a:rPr>
              <a:t>3%</a:t>
            </a: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5%</a:t>
            </a:r>
            <a:r>
              <a:rPr lang="zh-CN" altLang="en-US" sz="1700" dirty="0">
                <a:solidFill>
                  <a:srgbClr val="000000"/>
                </a:solidFill>
                <a:latin typeface="华文楷体" panose="02010600040101010101" pitchFamily="2" charset="-122"/>
                <a:ea typeface="华文楷体" panose="02010600040101010101" pitchFamily="2" charset="-122"/>
              </a:rPr>
              <a:t>作为质量成本。</a:t>
            </a:r>
          </a:p>
        </p:txBody>
      </p:sp>
    </p:spTree>
    <p:extLst>
      <p:ext uri="{BB962C8B-B14F-4D97-AF65-F5344CB8AC3E}">
        <p14:creationId xmlns:p14="http://schemas.microsoft.com/office/powerpoint/2010/main" val="49907312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质量成本</a:t>
            </a:r>
          </a:p>
        </p:txBody>
      </p:sp>
      <p:sp>
        <p:nvSpPr>
          <p:cNvPr id="2" name="矩形 1">
            <a:extLst>
              <a:ext uri="{FF2B5EF4-FFF2-40B4-BE49-F238E27FC236}">
                <a16:creationId xmlns:a16="http://schemas.microsoft.com/office/drawing/2014/main" id="{1A343DEC-CFF6-41F5-B87C-0DFC08C67B76}"/>
              </a:ext>
            </a:extLst>
          </p:cNvPr>
          <p:cNvSpPr/>
          <p:nvPr/>
        </p:nvSpPr>
        <p:spPr>
          <a:xfrm>
            <a:off x="611831" y="703728"/>
            <a:ext cx="7920338" cy="437151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质量成本包括</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预防成本（质量保障成本）</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评估费用</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例如：质量审计、测试等</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预防费用</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例如：用户满意确定、过程评审、改进等</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缺陷成本（质量检验与纠偏成本）</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内部费用</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例如：缺陷标记、返工、重新测试等</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外部费用</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例如：技术支持、问题评估、修正、索赔等</a:t>
            </a:r>
          </a:p>
        </p:txBody>
      </p:sp>
      <p:sp>
        <p:nvSpPr>
          <p:cNvPr id="6" name="Text Box 5">
            <a:extLst>
              <a:ext uri="{FF2B5EF4-FFF2-40B4-BE49-F238E27FC236}">
                <a16:creationId xmlns:a16="http://schemas.microsoft.com/office/drawing/2014/main" id="{E86792E1-5A64-4321-BDAD-8FC113FA561B}"/>
              </a:ext>
            </a:extLst>
          </p:cNvPr>
          <p:cNvSpPr txBox="1">
            <a:spLocks noChangeArrowheads="1"/>
          </p:cNvSpPr>
          <p:nvPr/>
        </p:nvSpPr>
        <p:spPr bwMode="auto">
          <a:xfrm>
            <a:off x="6297613" y="1416050"/>
            <a:ext cx="2376487" cy="2311400"/>
          </a:xfrm>
          <a:prstGeom prst="rect">
            <a:avLst/>
          </a:prstGeom>
          <a:noFill/>
          <a:ln w="28575" algn="ctr">
            <a:solidFill>
              <a:srgbClr val="8C083A"/>
            </a:solidFill>
            <a:prstDash val="dashDot"/>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nSpc>
                <a:spcPct val="120000"/>
              </a:lnSpc>
            </a:pPr>
            <a:r>
              <a:rPr lang="zh-CN" altLang="en-US" sz="2000" u="none" dirty="0">
                <a:solidFill>
                  <a:srgbClr val="FB154C"/>
                </a:solidFill>
                <a:ea typeface="黑体" panose="02010609060101010101" pitchFamily="49" charset="-122"/>
              </a:rPr>
              <a:t>注意：</a:t>
            </a:r>
          </a:p>
          <a:p>
            <a:pPr>
              <a:lnSpc>
                <a:spcPct val="120000"/>
              </a:lnSpc>
            </a:pPr>
            <a:r>
              <a:rPr lang="zh-CN" altLang="en-US" sz="2000" u="none" dirty="0">
                <a:ea typeface="黑体" panose="02010609060101010101" pitchFamily="49" charset="-122"/>
              </a:rPr>
              <a:t>一个高质量的软件</a:t>
            </a:r>
          </a:p>
          <a:p>
            <a:pPr>
              <a:lnSpc>
                <a:spcPct val="120000"/>
              </a:lnSpc>
            </a:pPr>
            <a:r>
              <a:rPr lang="zh-CN" altLang="en-US" sz="2000" u="none" dirty="0">
                <a:ea typeface="黑体" panose="02010609060101010101" pitchFamily="49" charset="-122"/>
              </a:rPr>
              <a:t>只能靠前期的质量</a:t>
            </a:r>
          </a:p>
          <a:p>
            <a:pPr>
              <a:lnSpc>
                <a:spcPct val="120000"/>
              </a:lnSpc>
            </a:pPr>
            <a:r>
              <a:rPr lang="zh-CN" altLang="en-US" sz="2000" u="none" dirty="0">
                <a:ea typeface="黑体" panose="02010609060101010101" pitchFamily="49" charset="-122"/>
              </a:rPr>
              <a:t>预防和质量检测，</a:t>
            </a:r>
          </a:p>
          <a:p>
            <a:pPr>
              <a:lnSpc>
                <a:spcPct val="120000"/>
              </a:lnSpc>
            </a:pPr>
            <a:r>
              <a:rPr lang="zh-CN" altLang="en-US" sz="2000" u="none" dirty="0">
                <a:ea typeface="黑体" panose="02010609060101010101" pitchFamily="49" charset="-122"/>
              </a:rPr>
              <a:t>后期的检测不能真</a:t>
            </a:r>
          </a:p>
          <a:p>
            <a:pPr>
              <a:lnSpc>
                <a:spcPct val="120000"/>
              </a:lnSpc>
            </a:pPr>
            <a:r>
              <a:rPr lang="zh-CN" altLang="en-US" sz="2000" u="none" dirty="0">
                <a:ea typeface="黑体" panose="02010609060101010101" pitchFamily="49" charset="-122"/>
              </a:rPr>
              <a:t>正提高产品质量。</a:t>
            </a:r>
          </a:p>
        </p:txBody>
      </p:sp>
    </p:spTree>
    <p:extLst>
      <p:ext uri="{BB962C8B-B14F-4D97-AF65-F5344CB8AC3E}">
        <p14:creationId xmlns:p14="http://schemas.microsoft.com/office/powerpoint/2010/main" val="385495959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8" presetClass="entr" presetSubtype="1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diamond(in)">
                                      <p:cBhvr>
                                        <p:cTn id="21"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P spid="6"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699504"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学习目标</a:t>
            </a:r>
            <a:r>
              <a:rPr lang="en-US" altLang="zh-CN" sz="2400" spc="300" dirty="0">
                <a:latin typeface="微软雅黑" panose="020B0503020204020204" pitchFamily="34" charset="-122"/>
                <a:ea typeface="微软雅黑" panose="020B0503020204020204" pitchFamily="34" charset="-122"/>
              </a:rPr>
              <a:t> </a:t>
            </a:r>
            <a:endParaRPr lang="zh-CN" altLang="en-US" sz="2400" spc="300" dirty="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712456"/>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3.1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软件的成本构成及其影响因素分析</a:t>
            </a: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3.2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软件成本与工期的测算方法</a:t>
            </a: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3.3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软件成本与价值工程分析 </a:t>
            </a:r>
          </a:p>
          <a:p>
            <a:pPr marL="342900" indent="-342900" algn="just">
              <a:lnSpc>
                <a:spcPct val="150000"/>
              </a:lnSpc>
              <a:buFont typeface="Arial" panose="020B0604020202020204" pitchFamily="34" charset="0"/>
              <a:buChar char="•"/>
            </a:pPr>
            <a:r>
              <a:rPr lang="en-US" altLang="zh-CN"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3.4 </a:t>
            </a:r>
            <a:r>
              <a:rPr lang="zh-CN" altLang="en-US" b="1" dirty="0">
                <a:solidFill>
                  <a:srgbClr val="7030A0"/>
                </a:solidFill>
                <a:latin typeface="Times New Roman" panose="02020603050405020304" pitchFamily="18" charset="0"/>
                <a:ea typeface="华文楷体" panose="02010600040101010101" pitchFamily="2" charset="-122"/>
                <a:cs typeface="Times New Roman" panose="02020603050405020304" pitchFamily="18" charset="0"/>
              </a:rPr>
              <a:t>软件产品的定价与营销</a:t>
            </a:r>
          </a:p>
        </p:txBody>
      </p:sp>
    </p:spTree>
    <p:extLst>
      <p:ext uri="{BB962C8B-B14F-4D97-AF65-F5344CB8AC3E}">
        <p14:creationId xmlns:p14="http://schemas.microsoft.com/office/powerpoint/2010/main" val="341851164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2842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3.4 </a:t>
            </a:r>
            <a:r>
              <a:rPr lang="zh-CN" altLang="en-US" sz="2400" spc="300" dirty="0">
                <a:latin typeface="微软雅黑" panose="020B0503020204020204" pitchFamily="34" charset="-122"/>
                <a:ea typeface="微软雅黑" panose="020B0503020204020204" pitchFamily="34" charset="-122"/>
              </a:rPr>
              <a:t>软件产品的定价与营销</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3.4.1 </a:t>
            </a:r>
            <a:r>
              <a:rPr lang="zh-CN" altLang="en-US" sz="1700" dirty="0">
                <a:solidFill>
                  <a:srgbClr val="000000"/>
                </a:solidFill>
                <a:latin typeface="华文楷体" panose="02010600040101010101" pitchFamily="2" charset="-122"/>
                <a:ea typeface="华文楷体" panose="02010600040101010101" pitchFamily="2" charset="-122"/>
              </a:rPr>
              <a:t>软件产品的定价</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产品价格</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是价值的货币表现；</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对于</a:t>
            </a:r>
            <a:r>
              <a:rPr lang="zh-CN" altLang="en-US" sz="1700" b="1" dirty="0">
                <a:solidFill>
                  <a:srgbClr val="FF0000"/>
                </a:solidFill>
                <a:latin typeface="华文楷体" panose="02010600040101010101" pitchFamily="2" charset="-122"/>
                <a:ea typeface="华文楷体" panose="02010600040101010101" pitchFamily="2" charset="-122"/>
              </a:rPr>
              <a:t>生产者</a:t>
            </a:r>
            <a:r>
              <a:rPr lang="zh-CN" altLang="en-US" sz="1700" dirty="0">
                <a:solidFill>
                  <a:srgbClr val="000000"/>
                </a:solidFill>
                <a:latin typeface="华文楷体" panose="02010600040101010101" pitchFamily="2" charset="-122"/>
                <a:ea typeface="华文楷体" panose="02010600040101010101" pitchFamily="2" charset="-122"/>
              </a:rPr>
              <a:t>（软件开发机构）来说，软件的价值是开发机构在开发该软件时所耗费的代价，因此软件产品的价格就可用一定数量的货币来作为开发机构所耗费代价的补偿；</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对于</a:t>
            </a:r>
            <a:r>
              <a:rPr lang="zh-CN" altLang="en-US" sz="1700" b="1" dirty="0">
                <a:solidFill>
                  <a:srgbClr val="FF0000"/>
                </a:solidFill>
                <a:latin typeface="华文楷体" panose="02010600040101010101" pitchFamily="2" charset="-122"/>
                <a:ea typeface="华文楷体" panose="02010600040101010101" pitchFamily="2" charset="-122"/>
              </a:rPr>
              <a:t>消费者</a:t>
            </a:r>
            <a:r>
              <a:rPr lang="zh-CN" altLang="en-US" sz="1700" dirty="0">
                <a:solidFill>
                  <a:srgbClr val="000000"/>
                </a:solidFill>
                <a:latin typeface="华文楷体" panose="02010600040101010101" pitchFamily="2" charset="-122"/>
                <a:ea typeface="华文楷体" panose="02010600040101010101" pitchFamily="2" charset="-122"/>
              </a:rPr>
              <a:t>（软件用户）来说，软件价格则是为了获得软件及服务所支付的货币数量。</a:t>
            </a:r>
          </a:p>
        </p:txBody>
      </p:sp>
    </p:spTree>
    <p:extLst>
      <p:ext uri="{BB962C8B-B14F-4D97-AF65-F5344CB8AC3E}">
        <p14:creationId xmlns:p14="http://schemas.microsoft.com/office/powerpoint/2010/main" val="410601327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2842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3.4 </a:t>
            </a:r>
            <a:r>
              <a:rPr lang="zh-CN" altLang="en-US" sz="2400" spc="300" dirty="0">
                <a:latin typeface="微软雅黑" panose="020B0503020204020204" pitchFamily="34" charset="-122"/>
                <a:ea typeface="微软雅黑" panose="020B0503020204020204" pitchFamily="34" charset="-122"/>
              </a:rPr>
              <a:t>软件产品的定价与营销</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01702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影响软件产品价格的一般因素</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成本因素</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需求因素</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竞争与垄断因素</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环境因素  </a:t>
            </a:r>
          </a:p>
        </p:txBody>
      </p:sp>
    </p:spTree>
    <p:extLst>
      <p:ext uri="{BB962C8B-B14F-4D97-AF65-F5344CB8AC3E}">
        <p14:creationId xmlns:p14="http://schemas.microsoft.com/office/powerpoint/2010/main" val="74454694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2842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3.4 </a:t>
            </a:r>
            <a:r>
              <a:rPr lang="zh-CN" altLang="en-US" sz="2400" spc="300" dirty="0">
                <a:latin typeface="微软雅黑" panose="020B0503020204020204" pitchFamily="34" charset="-122"/>
                <a:ea typeface="微软雅黑" panose="020B0503020204020204" pitchFamily="34" charset="-122"/>
              </a:rPr>
              <a:t>软件产品的定价与营销</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8018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sz="1700" dirty="0">
                <a:solidFill>
                  <a:srgbClr val="000000"/>
                </a:solidFill>
                <a:latin typeface="华文楷体" panose="02010600040101010101" pitchFamily="2" charset="-122"/>
                <a:ea typeface="华文楷体" panose="02010600040101010101" pitchFamily="2" charset="-122"/>
              </a:rPr>
              <a:t>）成本因素 </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成本是价格的最低限度，通常只有既能补偿产品生产及市场营销的所有支出，又能补偿产品经营者为此所承担的风险支出的相应定价才能为项目主体（企业或部门）所接受。</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2</a:t>
            </a:r>
            <a:r>
              <a:rPr lang="zh-CN" altLang="en-US" sz="1700" dirty="0">
                <a:solidFill>
                  <a:srgbClr val="000000"/>
                </a:solidFill>
                <a:latin typeface="华文楷体" panose="02010600040101010101" pitchFamily="2" charset="-122"/>
                <a:ea typeface="华文楷体" panose="02010600040101010101" pitchFamily="2" charset="-122"/>
              </a:rPr>
              <a:t>）需求因素 </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产品的定价常受市场需求量大小的影响，而产品的价格调整反过来又会影响市场对该产品的需求。</a:t>
            </a:r>
          </a:p>
        </p:txBody>
      </p:sp>
    </p:spTree>
    <p:extLst>
      <p:ext uri="{BB962C8B-B14F-4D97-AF65-F5344CB8AC3E}">
        <p14:creationId xmlns:p14="http://schemas.microsoft.com/office/powerpoint/2010/main" val="374897010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2842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3.4 </a:t>
            </a:r>
            <a:r>
              <a:rPr lang="zh-CN" altLang="en-US" sz="2400" spc="300" dirty="0">
                <a:latin typeface="微软雅黑" panose="020B0503020204020204" pitchFamily="34" charset="-122"/>
                <a:ea typeface="微软雅黑" panose="020B0503020204020204" pitchFamily="34" charset="-122"/>
              </a:rPr>
              <a:t>软件产品的定价与营销</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58668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3</a:t>
            </a:r>
            <a:r>
              <a:rPr lang="zh-CN" altLang="en-US" sz="1700" dirty="0">
                <a:solidFill>
                  <a:srgbClr val="000000"/>
                </a:solidFill>
                <a:latin typeface="华文楷体" panose="02010600040101010101" pitchFamily="2" charset="-122"/>
                <a:ea typeface="华文楷体" panose="02010600040101010101" pitchFamily="2" charset="-122"/>
              </a:rPr>
              <a:t>）竞争与垄断因素 </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在商品市场上，既有卖方的竞争，也有买方的竞争，而价格往往是市场竞争的重要手段之一，同时在商品（</a:t>
            </a:r>
            <a:r>
              <a:rPr lang="en-US" altLang="zh-CN" sz="1700" dirty="0">
                <a:solidFill>
                  <a:srgbClr val="000000"/>
                </a:solidFill>
                <a:latin typeface="华文楷体" panose="02010600040101010101" pitchFamily="2" charset="-122"/>
                <a:ea typeface="华文楷体" panose="02010600040101010101" pitchFamily="2" charset="-122"/>
              </a:rPr>
              <a:t>NIS</a:t>
            </a:r>
            <a:r>
              <a:rPr lang="zh-CN" altLang="en-US" sz="1700" dirty="0">
                <a:solidFill>
                  <a:srgbClr val="000000"/>
                </a:solidFill>
                <a:latin typeface="华文楷体" panose="02010600040101010101" pitchFamily="2" charset="-122"/>
                <a:ea typeface="华文楷体" panose="02010600040101010101" pitchFamily="2" charset="-122"/>
              </a:rPr>
              <a:t>）的买卖博弈中，若项目主体（买方）为资本垄断者或项目承办方（卖方）为资源（重要生产设备与工艺开发工具与人才）垄断者时，则</a:t>
            </a:r>
            <a:r>
              <a:rPr lang="en-US" altLang="zh-CN" sz="1700" dirty="0">
                <a:solidFill>
                  <a:srgbClr val="000000"/>
                </a:solidFill>
                <a:latin typeface="华文楷体" panose="02010600040101010101" pitchFamily="2" charset="-122"/>
                <a:ea typeface="华文楷体" panose="02010600040101010101" pitchFamily="2" charset="-122"/>
              </a:rPr>
              <a:t>NIS</a:t>
            </a:r>
            <a:r>
              <a:rPr lang="zh-CN" altLang="en-US" sz="1700" dirty="0">
                <a:solidFill>
                  <a:srgbClr val="000000"/>
                </a:solidFill>
                <a:latin typeface="华文楷体" panose="02010600040101010101" pitchFamily="2" charset="-122"/>
                <a:ea typeface="华文楷体" panose="02010600040101010101" pitchFamily="2" charset="-122"/>
              </a:rPr>
              <a:t>的定价则往往向垄断者倾斜，并有利于垄断者。 </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4</a:t>
            </a:r>
            <a:r>
              <a:rPr lang="zh-CN" altLang="en-US" sz="1700" dirty="0">
                <a:solidFill>
                  <a:srgbClr val="000000"/>
                </a:solidFill>
                <a:latin typeface="华文楷体" panose="02010600040101010101" pitchFamily="2" charset="-122"/>
                <a:ea typeface="华文楷体" panose="02010600040101010101" pitchFamily="2" charset="-122"/>
              </a:rPr>
              <a:t>）环境因素 </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一般来说，宏观经济形势、通货膨胀率与银行利率、政府对商品的扶植及税率等因素均有可能影响商品的定价，在</a:t>
            </a:r>
            <a:r>
              <a:rPr lang="en-US" altLang="zh-CN" sz="1700" dirty="0">
                <a:solidFill>
                  <a:srgbClr val="000000"/>
                </a:solidFill>
                <a:latin typeface="华文楷体" panose="02010600040101010101" pitchFamily="2" charset="-122"/>
                <a:ea typeface="华文楷体" panose="02010600040101010101" pitchFamily="2" charset="-122"/>
              </a:rPr>
              <a:t>NIS </a:t>
            </a:r>
            <a:r>
              <a:rPr lang="zh-CN" altLang="en-US" sz="1700" dirty="0">
                <a:solidFill>
                  <a:srgbClr val="000000"/>
                </a:solidFill>
                <a:latin typeface="华文楷体" panose="02010600040101010101" pitchFamily="2" charset="-122"/>
                <a:ea typeface="华文楷体" panose="02010600040101010101" pitchFamily="2" charset="-122"/>
              </a:rPr>
              <a:t>的定价过程中，尽管上述四个因素都有可能对定价产生影响，然而成本因素是影响最大的。</a:t>
            </a:r>
          </a:p>
        </p:txBody>
      </p:sp>
    </p:spTree>
    <p:extLst>
      <p:ext uri="{BB962C8B-B14F-4D97-AF65-F5344CB8AC3E}">
        <p14:creationId xmlns:p14="http://schemas.microsoft.com/office/powerpoint/2010/main" val="178949386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2842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3.4 </a:t>
            </a:r>
            <a:r>
              <a:rPr lang="zh-CN" altLang="en-US" sz="2400" spc="300" dirty="0">
                <a:latin typeface="微软雅黑" panose="020B0503020204020204" pitchFamily="34" charset="-122"/>
                <a:ea typeface="微软雅黑" panose="020B0503020204020204" pitchFamily="34" charset="-122"/>
              </a:rPr>
              <a:t>软件产品的定价与营销</a:t>
            </a:r>
          </a:p>
        </p:txBody>
      </p:sp>
      <p:sp>
        <p:nvSpPr>
          <p:cNvPr id="2" name="矩形 1">
            <a:extLst>
              <a:ext uri="{FF2B5EF4-FFF2-40B4-BE49-F238E27FC236}">
                <a16:creationId xmlns:a16="http://schemas.microsoft.com/office/drawing/2014/main" id="{1A343DEC-CFF6-41F5-B87C-0DFC08C67B76}"/>
              </a:ext>
            </a:extLst>
          </p:cNvPr>
          <p:cNvSpPr/>
          <p:nvPr/>
        </p:nvSpPr>
        <p:spPr>
          <a:xfrm>
            <a:off x="611831" y="735478"/>
            <a:ext cx="7920338" cy="44736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软件产品定价的一般步骤</a:t>
            </a:r>
          </a:p>
        </p:txBody>
      </p:sp>
      <p:grpSp>
        <p:nvGrpSpPr>
          <p:cNvPr id="6" name="Group 15">
            <a:extLst>
              <a:ext uri="{FF2B5EF4-FFF2-40B4-BE49-F238E27FC236}">
                <a16:creationId xmlns:a16="http://schemas.microsoft.com/office/drawing/2014/main" id="{4F611C0E-B55C-4E96-A747-81068B4E4EDD}"/>
              </a:ext>
            </a:extLst>
          </p:cNvPr>
          <p:cNvGrpSpPr>
            <a:grpSpLocks/>
          </p:cNvGrpSpPr>
          <p:nvPr/>
        </p:nvGrpSpPr>
        <p:grpSpPr bwMode="auto">
          <a:xfrm>
            <a:off x="-88900" y="1290795"/>
            <a:ext cx="5219700" cy="3816350"/>
            <a:chOff x="1066" y="1525"/>
            <a:chExt cx="2722" cy="2404"/>
          </a:xfrm>
        </p:grpSpPr>
        <p:sp>
          <p:nvSpPr>
            <p:cNvPr id="7" name="Rectangle 4">
              <a:extLst>
                <a:ext uri="{FF2B5EF4-FFF2-40B4-BE49-F238E27FC236}">
                  <a16:creationId xmlns:a16="http://schemas.microsoft.com/office/drawing/2014/main" id="{2265F634-BACC-437E-A768-1645976A0CD1}"/>
                </a:ext>
              </a:extLst>
            </p:cNvPr>
            <p:cNvSpPr>
              <a:spLocks noChangeArrowheads="1"/>
            </p:cNvSpPr>
            <p:nvPr/>
          </p:nvSpPr>
          <p:spPr bwMode="auto">
            <a:xfrm>
              <a:off x="1338" y="1525"/>
              <a:ext cx="1905" cy="317"/>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sz="2400" u="none"/>
                <a:t>1.</a:t>
              </a:r>
              <a:r>
                <a:rPr lang="zh-CN" altLang="en-US" sz="2400" u="none"/>
                <a:t>选择定价目标</a:t>
              </a:r>
            </a:p>
          </p:txBody>
        </p:sp>
        <p:sp>
          <p:nvSpPr>
            <p:cNvPr id="8" name="Rectangle 5">
              <a:extLst>
                <a:ext uri="{FF2B5EF4-FFF2-40B4-BE49-F238E27FC236}">
                  <a16:creationId xmlns:a16="http://schemas.microsoft.com/office/drawing/2014/main" id="{80912D84-6159-4A4C-A5DA-AF37AFD7F493}"/>
                </a:ext>
              </a:extLst>
            </p:cNvPr>
            <p:cNvSpPr>
              <a:spLocks noChangeArrowheads="1"/>
            </p:cNvSpPr>
            <p:nvPr/>
          </p:nvSpPr>
          <p:spPr bwMode="auto">
            <a:xfrm>
              <a:off x="1519" y="1933"/>
              <a:ext cx="1496" cy="272"/>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sz="2400" u="none"/>
                <a:t>2.</a:t>
              </a:r>
              <a:r>
                <a:rPr lang="zh-CN" altLang="en-US" sz="2400" u="none"/>
                <a:t>确定需求</a:t>
              </a:r>
            </a:p>
          </p:txBody>
        </p:sp>
        <p:sp>
          <p:nvSpPr>
            <p:cNvPr id="9" name="Rectangle 6">
              <a:extLst>
                <a:ext uri="{FF2B5EF4-FFF2-40B4-BE49-F238E27FC236}">
                  <a16:creationId xmlns:a16="http://schemas.microsoft.com/office/drawing/2014/main" id="{88BB95A4-CA80-407F-9899-F25A520FABF4}"/>
                </a:ext>
              </a:extLst>
            </p:cNvPr>
            <p:cNvSpPr>
              <a:spLocks noChangeArrowheads="1"/>
            </p:cNvSpPr>
            <p:nvPr/>
          </p:nvSpPr>
          <p:spPr bwMode="auto">
            <a:xfrm>
              <a:off x="1519" y="2296"/>
              <a:ext cx="1451" cy="272"/>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sz="2400" u="none"/>
                <a:t>3.</a:t>
              </a:r>
              <a:r>
                <a:rPr lang="zh-CN" altLang="en-US" sz="2400" u="none"/>
                <a:t>成本估计</a:t>
              </a:r>
            </a:p>
          </p:txBody>
        </p:sp>
        <p:sp>
          <p:nvSpPr>
            <p:cNvPr id="10" name="Rectangle 7">
              <a:extLst>
                <a:ext uri="{FF2B5EF4-FFF2-40B4-BE49-F238E27FC236}">
                  <a16:creationId xmlns:a16="http://schemas.microsoft.com/office/drawing/2014/main" id="{276AA303-7F82-45AF-8B65-DD1EC757A59F}"/>
                </a:ext>
              </a:extLst>
            </p:cNvPr>
            <p:cNvSpPr>
              <a:spLocks noChangeArrowheads="1"/>
            </p:cNvSpPr>
            <p:nvPr/>
          </p:nvSpPr>
          <p:spPr bwMode="auto">
            <a:xfrm>
              <a:off x="1066" y="2659"/>
              <a:ext cx="2722" cy="363"/>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sz="2400" u="none"/>
                <a:t>4.</a:t>
              </a:r>
              <a:r>
                <a:rPr lang="zh-CN" altLang="en-US" sz="2400" u="none"/>
                <a:t>分析竞争者的成本、价格和质量</a:t>
              </a:r>
            </a:p>
          </p:txBody>
        </p:sp>
        <p:sp>
          <p:nvSpPr>
            <p:cNvPr id="11" name="Rectangle 8">
              <a:extLst>
                <a:ext uri="{FF2B5EF4-FFF2-40B4-BE49-F238E27FC236}">
                  <a16:creationId xmlns:a16="http://schemas.microsoft.com/office/drawing/2014/main" id="{7FC160AB-8060-483C-B381-4B16B57826DB}"/>
                </a:ext>
              </a:extLst>
            </p:cNvPr>
            <p:cNvSpPr>
              <a:spLocks noChangeArrowheads="1"/>
            </p:cNvSpPr>
            <p:nvPr/>
          </p:nvSpPr>
          <p:spPr bwMode="auto">
            <a:xfrm>
              <a:off x="1519" y="3612"/>
              <a:ext cx="1587" cy="317"/>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sz="2400" u="none"/>
                <a:t>6.</a:t>
              </a:r>
              <a:r>
                <a:rPr lang="zh-CN" altLang="en-US" sz="2400" u="none"/>
                <a:t>确定最终价格</a:t>
              </a:r>
            </a:p>
          </p:txBody>
        </p:sp>
        <p:sp>
          <p:nvSpPr>
            <p:cNvPr id="12" name="Rectangle 9">
              <a:extLst>
                <a:ext uri="{FF2B5EF4-FFF2-40B4-BE49-F238E27FC236}">
                  <a16:creationId xmlns:a16="http://schemas.microsoft.com/office/drawing/2014/main" id="{474F6722-FD50-48D5-8958-CA845E327B44}"/>
                </a:ext>
              </a:extLst>
            </p:cNvPr>
            <p:cNvSpPr>
              <a:spLocks noChangeArrowheads="1"/>
            </p:cNvSpPr>
            <p:nvPr/>
          </p:nvSpPr>
          <p:spPr bwMode="auto">
            <a:xfrm>
              <a:off x="1519" y="3113"/>
              <a:ext cx="1542" cy="318"/>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gn="ctr"/>
              <a:r>
                <a:rPr lang="en-US" altLang="zh-CN" sz="2400" u="none"/>
                <a:t>5.</a:t>
              </a:r>
              <a:r>
                <a:rPr lang="zh-CN" altLang="en-US" sz="2400" u="none"/>
                <a:t>选择定价方法</a:t>
              </a:r>
            </a:p>
          </p:txBody>
        </p:sp>
        <p:sp>
          <p:nvSpPr>
            <p:cNvPr id="13" name="Line 10">
              <a:extLst>
                <a:ext uri="{FF2B5EF4-FFF2-40B4-BE49-F238E27FC236}">
                  <a16:creationId xmlns:a16="http://schemas.microsoft.com/office/drawing/2014/main" id="{659FA13F-CBF5-4054-B2F6-3D4C3C004B2F}"/>
                </a:ext>
              </a:extLst>
            </p:cNvPr>
            <p:cNvSpPr>
              <a:spLocks noChangeShapeType="1"/>
            </p:cNvSpPr>
            <p:nvPr/>
          </p:nvSpPr>
          <p:spPr bwMode="auto">
            <a:xfrm>
              <a:off x="2245" y="3430"/>
              <a:ext cx="0" cy="18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11">
              <a:extLst>
                <a:ext uri="{FF2B5EF4-FFF2-40B4-BE49-F238E27FC236}">
                  <a16:creationId xmlns:a16="http://schemas.microsoft.com/office/drawing/2014/main" id="{F36B8431-281F-4098-9599-87FAA5764E57}"/>
                </a:ext>
              </a:extLst>
            </p:cNvPr>
            <p:cNvSpPr>
              <a:spLocks noChangeShapeType="1"/>
            </p:cNvSpPr>
            <p:nvPr/>
          </p:nvSpPr>
          <p:spPr bwMode="auto">
            <a:xfrm>
              <a:off x="2245" y="3022"/>
              <a:ext cx="0" cy="13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2">
              <a:extLst>
                <a:ext uri="{FF2B5EF4-FFF2-40B4-BE49-F238E27FC236}">
                  <a16:creationId xmlns:a16="http://schemas.microsoft.com/office/drawing/2014/main" id="{3CAEC151-74AB-4E58-853D-50A38ED46491}"/>
                </a:ext>
              </a:extLst>
            </p:cNvPr>
            <p:cNvSpPr>
              <a:spLocks noChangeShapeType="1"/>
            </p:cNvSpPr>
            <p:nvPr/>
          </p:nvSpPr>
          <p:spPr bwMode="auto">
            <a:xfrm>
              <a:off x="2245" y="2568"/>
              <a:ext cx="0" cy="91"/>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3">
              <a:extLst>
                <a:ext uri="{FF2B5EF4-FFF2-40B4-BE49-F238E27FC236}">
                  <a16:creationId xmlns:a16="http://schemas.microsoft.com/office/drawing/2014/main" id="{FD7A7C7D-E7D6-472E-AFB3-1CDF8FE1AC90}"/>
                </a:ext>
              </a:extLst>
            </p:cNvPr>
            <p:cNvSpPr>
              <a:spLocks noChangeShapeType="1"/>
            </p:cNvSpPr>
            <p:nvPr/>
          </p:nvSpPr>
          <p:spPr bwMode="auto">
            <a:xfrm>
              <a:off x="2245" y="2205"/>
              <a:ext cx="0" cy="91"/>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4">
              <a:extLst>
                <a:ext uri="{FF2B5EF4-FFF2-40B4-BE49-F238E27FC236}">
                  <a16:creationId xmlns:a16="http://schemas.microsoft.com/office/drawing/2014/main" id="{C52CDCCC-31B0-4BC1-B39B-480B6178571E}"/>
                </a:ext>
              </a:extLst>
            </p:cNvPr>
            <p:cNvSpPr>
              <a:spLocks noChangeShapeType="1"/>
            </p:cNvSpPr>
            <p:nvPr/>
          </p:nvSpPr>
          <p:spPr bwMode="auto">
            <a:xfrm>
              <a:off x="2245" y="1842"/>
              <a:ext cx="0" cy="91"/>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8" name="AutoShape 16">
            <a:extLst>
              <a:ext uri="{FF2B5EF4-FFF2-40B4-BE49-F238E27FC236}">
                <a16:creationId xmlns:a16="http://schemas.microsoft.com/office/drawing/2014/main" id="{9FC2F972-3D36-44F7-8A7A-27D76F526644}"/>
              </a:ext>
            </a:extLst>
          </p:cNvPr>
          <p:cNvSpPr>
            <a:spLocks noChangeArrowheads="1"/>
          </p:cNvSpPr>
          <p:nvPr/>
        </p:nvSpPr>
        <p:spPr bwMode="auto">
          <a:xfrm>
            <a:off x="4987925" y="1219358"/>
            <a:ext cx="3816350" cy="2089150"/>
          </a:xfrm>
          <a:prstGeom prst="wedgeRectCallout">
            <a:avLst>
              <a:gd name="adj1" fmla="val -84486"/>
              <a:gd name="adj2" fmla="val -35333"/>
            </a:avLst>
          </a:prstGeom>
          <a:solidFill>
            <a:srgbClr val="FF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buFontTx/>
              <a:buChar char="•"/>
            </a:pPr>
            <a:r>
              <a:rPr lang="zh-CN" altLang="en-US" sz="2000" u="none" dirty="0"/>
              <a:t>利润导向目标</a:t>
            </a:r>
          </a:p>
          <a:p>
            <a:pPr>
              <a:buFontTx/>
              <a:buChar char="•"/>
            </a:pPr>
            <a:r>
              <a:rPr lang="zh-CN" altLang="en-US" sz="2000" u="none" dirty="0"/>
              <a:t>收益导向目标</a:t>
            </a:r>
          </a:p>
          <a:p>
            <a:pPr>
              <a:buFontTx/>
              <a:buChar char="•"/>
            </a:pPr>
            <a:r>
              <a:rPr lang="zh-CN" altLang="en-US" sz="2000" u="none" dirty="0"/>
              <a:t>销售导向目标</a:t>
            </a:r>
          </a:p>
          <a:p>
            <a:pPr>
              <a:buFontTx/>
              <a:buChar char="•"/>
            </a:pPr>
            <a:r>
              <a:rPr lang="zh-CN" altLang="en-US" sz="2000" u="none" dirty="0"/>
              <a:t>竞争导向目标</a:t>
            </a:r>
          </a:p>
          <a:p>
            <a:pPr>
              <a:buFontTx/>
              <a:buChar char="•"/>
            </a:pPr>
            <a:r>
              <a:rPr lang="zh-CN" altLang="en-US" sz="2000" u="none" dirty="0"/>
              <a:t>品牌导向目标</a:t>
            </a:r>
          </a:p>
          <a:p>
            <a:pPr>
              <a:buFontTx/>
              <a:buChar char="•"/>
            </a:pPr>
            <a:r>
              <a:rPr lang="zh-CN" altLang="en-US" sz="2000" u="none" dirty="0"/>
              <a:t>维持生存导向目标</a:t>
            </a:r>
          </a:p>
          <a:p>
            <a:pPr>
              <a:buFontTx/>
              <a:buChar char="•"/>
            </a:pPr>
            <a:endParaRPr lang="zh-CN" altLang="en-US" sz="2000" u="none" dirty="0"/>
          </a:p>
        </p:txBody>
      </p:sp>
      <p:sp>
        <p:nvSpPr>
          <p:cNvPr id="19" name="AutoShape 17">
            <a:extLst>
              <a:ext uri="{FF2B5EF4-FFF2-40B4-BE49-F238E27FC236}">
                <a16:creationId xmlns:a16="http://schemas.microsoft.com/office/drawing/2014/main" id="{C6FAD8B6-A433-49C6-95EC-23E1E6523F6A}"/>
              </a:ext>
            </a:extLst>
          </p:cNvPr>
          <p:cNvSpPr>
            <a:spLocks noChangeArrowheads="1"/>
          </p:cNvSpPr>
          <p:nvPr/>
        </p:nvSpPr>
        <p:spPr bwMode="auto">
          <a:xfrm>
            <a:off x="4914900" y="1940083"/>
            <a:ext cx="3887788" cy="1439862"/>
          </a:xfrm>
          <a:prstGeom prst="wedgeRectCallout">
            <a:avLst>
              <a:gd name="adj1" fmla="val -88426"/>
              <a:gd name="adj2" fmla="val -33574"/>
            </a:avLst>
          </a:prstGeom>
          <a:solidFill>
            <a:srgbClr val="FF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lnSpc>
                <a:spcPct val="110000"/>
              </a:lnSpc>
              <a:buFont typeface="Bookshelf Symbol 7" panose="05010101010101010101" pitchFamily="2" charset="2"/>
              <a:buChar char="t"/>
            </a:pPr>
            <a:r>
              <a:rPr lang="zh-CN" altLang="en-US" sz="2000" u="none"/>
              <a:t>确定需求是指企业应研究价格与用户需求的关联关系</a:t>
            </a:r>
          </a:p>
          <a:p>
            <a:pPr lvl="1">
              <a:lnSpc>
                <a:spcPct val="110000"/>
              </a:lnSpc>
              <a:buFont typeface="Bookshelf Symbol 7" panose="05010101010101010101" pitchFamily="2" charset="2"/>
              <a:buChar char="t"/>
            </a:pPr>
            <a:r>
              <a:rPr lang="zh-CN" altLang="en-US" sz="2000" u="none"/>
              <a:t>需求价格弹性</a:t>
            </a:r>
          </a:p>
          <a:p>
            <a:pPr>
              <a:lnSpc>
                <a:spcPct val="110000"/>
              </a:lnSpc>
              <a:buFont typeface="Bookshelf Symbol 7" panose="05010101010101010101" pitchFamily="2" charset="2"/>
              <a:buChar char="t"/>
            </a:pPr>
            <a:endParaRPr lang="zh-CN" altLang="en-US" sz="2000" u="none"/>
          </a:p>
        </p:txBody>
      </p:sp>
      <p:sp>
        <p:nvSpPr>
          <p:cNvPr id="20" name="AutoShape 18">
            <a:extLst>
              <a:ext uri="{FF2B5EF4-FFF2-40B4-BE49-F238E27FC236}">
                <a16:creationId xmlns:a16="http://schemas.microsoft.com/office/drawing/2014/main" id="{78D46A9B-DE99-49D5-A4A8-8812D3E93EE8}"/>
              </a:ext>
            </a:extLst>
          </p:cNvPr>
          <p:cNvSpPr>
            <a:spLocks noChangeArrowheads="1"/>
          </p:cNvSpPr>
          <p:nvPr/>
        </p:nvSpPr>
        <p:spPr bwMode="auto">
          <a:xfrm>
            <a:off x="5203825" y="3883183"/>
            <a:ext cx="3600450" cy="1008062"/>
          </a:xfrm>
          <a:prstGeom prst="wedgeRectCallout">
            <a:avLst>
              <a:gd name="adj1" fmla="val -96606"/>
              <a:gd name="adj2" fmla="val -32676"/>
            </a:avLst>
          </a:prstGeom>
          <a:solidFill>
            <a:srgbClr val="FF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defRPr>
            </a:lvl1pPr>
            <a:lvl2pPr marL="800100" indent="-342900">
              <a:defRPr>
                <a:solidFill>
                  <a:schemeClr val="tx1"/>
                </a:solidFill>
                <a:latin typeface="Arial" panose="020B0604020202020204" pitchFamily="34" charset="0"/>
              </a:defRPr>
            </a:lvl2pPr>
            <a:lvl3pPr marL="1257300" indent="-342900">
              <a:defRPr>
                <a:solidFill>
                  <a:schemeClr val="tx1"/>
                </a:solidFill>
                <a:latin typeface="Arial" panose="020B0604020202020204" pitchFamily="34" charset="0"/>
              </a:defRPr>
            </a:lvl3pPr>
            <a:lvl4pPr marL="1714500" indent="-342900">
              <a:defRPr>
                <a:solidFill>
                  <a:schemeClr val="tx1"/>
                </a:solidFill>
                <a:latin typeface="Arial" panose="020B0604020202020204" pitchFamily="34" charset="0"/>
              </a:defRPr>
            </a:lvl4pPr>
            <a:lvl5pPr marL="2171700" indent="-342900">
              <a:defRPr>
                <a:solidFill>
                  <a:schemeClr val="tx1"/>
                </a:solidFill>
                <a:latin typeface="Arial" panose="020B0604020202020204" pitchFamily="34" charset="0"/>
              </a:defRPr>
            </a:lvl5pPr>
            <a:lvl6pPr marL="2628900" indent="-342900" fontAlgn="base">
              <a:spcBef>
                <a:spcPct val="0"/>
              </a:spcBef>
              <a:spcAft>
                <a:spcPct val="0"/>
              </a:spcAft>
              <a:defRPr>
                <a:solidFill>
                  <a:schemeClr val="tx1"/>
                </a:solidFill>
                <a:latin typeface="Arial" panose="020B0604020202020204" pitchFamily="34" charset="0"/>
              </a:defRPr>
            </a:lvl6pPr>
            <a:lvl7pPr marL="3086100" indent="-342900" fontAlgn="base">
              <a:spcBef>
                <a:spcPct val="0"/>
              </a:spcBef>
              <a:spcAft>
                <a:spcPct val="0"/>
              </a:spcAft>
              <a:defRPr>
                <a:solidFill>
                  <a:schemeClr val="tx1"/>
                </a:solidFill>
                <a:latin typeface="Arial" panose="020B0604020202020204" pitchFamily="34" charset="0"/>
              </a:defRPr>
            </a:lvl7pPr>
            <a:lvl8pPr marL="3543300" indent="-342900" fontAlgn="base">
              <a:spcBef>
                <a:spcPct val="0"/>
              </a:spcBef>
              <a:spcAft>
                <a:spcPct val="0"/>
              </a:spcAft>
              <a:defRPr>
                <a:solidFill>
                  <a:schemeClr val="tx1"/>
                </a:solidFill>
                <a:latin typeface="Arial" panose="020B0604020202020204" pitchFamily="34" charset="0"/>
              </a:defRPr>
            </a:lvl8pPr>
            <a:lvl9pPr marL="4000500" indent="-342900" fontAlgn="base">
              <a:spcBef>
                <a:spcPct val="0"/>
              </a:spcBef>
              <a:spcAft>
                <a:spcPct val="0"/>
              </a:spcAft>
              <a:defRPr>
                <a:solidFill>
                  <a:schemeClr val="tx1"/>
                </a:solidFill>
                <a:latin typeface="Arial" panose="020B0604020202020204" pitchFamily="34" charset="0"/>
              </a:defRPr>
            </a:lvl9pPr>
          </a:lstStyle>
          <a:p>
            <a:pPr>
              <a:buFont typeface="Bookshelf Symbol 7" panose="05010101010101010101" pitchFamily="2" charset="2"/>
              <a:buAutoNum type="arabicPeriod"/>
            </a:pPr>
            <a:r>
              <a:rPr lang="zh-CN" altLang="en-US" sz="2000" u="none"/>
              <a:t>成本导向定价法</a:t>
            </a:r>
          </a:p>
          <a:p>
            <a:pPr>
              <a:buFont typeface="Bookshelf Symbol 7" panose="05010101010101010101" pitchFamily="2" charset="2"/>
              <a:buAutoNum type="arabicPeriod"/>
            </a:pPr>
            <a:r>
              <a:rPr lang="zh-CN" altLang="en-US" sz="2000" u="none"/>
              <a:t>需求导向定价法</a:t>
            </a:r>
          </a:p>
          <a:p>
            <a:pPr>
              <a:buFont typeface="Bookshelf Symbol 7" panose="05010101010101010101" pitchFamily="2" charset="2"/>
              <a:buAutoNum type="arabicPeriod"/>
            </a:pPr>
            <a:r>
              <a:rPr lang="zh-CN" altLang="en-US" sz="2000" u="none"/>
              <a:t>竞争导向定价法</a:t>
            </a:r>
          </a:p>
        </p:txBody>
      </p:sp>
      <p:sp>
        <p:nvSpPr>
          <p:cNvPr id="21" name="AutoShape 19">
            <a:extLst>
              <a:ext uri="{FF2B5EF4-FFF2-40B4-BE49-F238E27FC236}">
                <a16:creationId xmlns:a16="http://schemas.microsoft.com/office/drawing/2014/main" id="{4746B09B-0141-40F5-A13F-5AAA6F423FC4}"/>
              </a:ext>
            </a:extLst>
          </p:cNvPr>
          <p:cNvSpPr>
            <a:spLocks noChangeArrowheads="1"/>
          </p:cNvSpPr>
          <p:nvPr/>
        </p:nvSpPr>
        <p:spPr bwMode="auto">
          <a:xfrm>
            <a:off x="4914900" y="2732245"/>
            <a:ext cx="3889375" cy="2303463"/>
          </a:xfrm>
          <a:prstGeom prst="wedgeRectCallout">
            <a:avLst>
              <a:gd name="adj1" fmla="val -83468"/>
              <a:gd name="adj2" fmla="val 43454"/>
            </a:avLst>
          </a:prstGeom>
          <a:solidFill>
            <a:srgbClr val="FFFFCC"/>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buFont typeface="Bookshelf Symbol 7" panose="05010101010101010101" pitchFamily="2" charset="2"/>
              <a:buChar char="t"/>
            </a:pPr>
            <a:r>
              <a:rPr lang="zh-CN" altLang="en-US" sz="2000" u="none"/>
              <a:t>定价策略，是根据所确定的定价目标而采取的定价方针和价格竞争方式</a:t>
            </a:r>
          </a:p>
          <a:p>
            <a:pPr lvl="1">
              <a:buFont typeface="Bookshelf Symbol 7" panose="05010101010101010101" pitchFamily="2" charset="2"/>
              <a:buChar char="t"/>
            </a:pPr>
            <a:r>
              <a:rPr lang="zh-CN" altLang="en-US" sz="2000" u="none"/>
              <a:t>撇脂和渗透定价策略</a:t>
            </a:r>
          </a:p>
          <a:p>
            <a:pPr lvl="1">
              <a:buFont typeface="Bookshelf Symbol 7" panose="05010101010101010101" pitchFamily="2" charset="2"/>
              <a:buChar char="t"/>
            </a:pPr>
            <a:r>
              <a:rPr lang="zh-CN" altLang="en-US" sz="2000" u="none"/>
              <a:t>捆绑定价策略</a:t>
            </a:r>
          </a:p>
          <a:p>
            <a:pPr lvl="1">
              <a:buFont typeface="Bookshelf Symbol 7" panose="05010101010101010101" pitchFamily="2" charset="2"/>
              <a:buChar char="t"/>
            </a:pPr>
            <a:r>
              <a:rPr lang="zh-CN" altLang="en-US" sz="2000" u="none"/>
              <a:t>免费使用策略</a:t>
            </a:r>
          </a:p>
          <a:p>
            <a:pPr lvl="1">
              <a:buFont typeface="Bookshelf Symbol 7" panose="05010101010101010101" pitchFamily="2" charset="2"/>
              <a:buChar char="t"/>
            </a:pPr>
            <a:r>
              <a:rPr lang="zh-CN" altLang="en-US" sz="2000" u="none"/>
              <a:t>歧视定价策略</a:t>
            </a:r>
          </a:p>
          <a:p>
            <a:pPr lvl="1">
              <a:buFont typeface="Bookshelf Symbol 7" panose="05010101010101010101" pitchFamily="2" charset="2"/>
              <a:buChar char="t"/>
            </a:pPr>
            <a:endParaRPr lang="zh-CN" altLang="en-US" sz="2000" u="none"/>
          </a:p>
        </p:txBody>
      </p:sp>
    </p:spTree>
    <p:extLst>
      <p:ext uri="{BB962C8B-B14F-4D97-AF65-F5344CB8AC3E}">
        <p14:creationId xmlns:p14="http://schemas.microsoft.com/office/powerpoint/2010/main" val="405171403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blinds(horizontal)">
                                      <p:cBhvr>
                                        <p:cTn id="21" dur="500"/>
                                        <p:tgtEl>
                                          <p:spTgt spid="18"/>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xit" presetSubtype="16" fill="hold" grpId="1" nodeType="clickEffect">
                                  <p:stCondLst>
                                    <p:cond delay="0"/>
                                  </p:stCondLst>
                                  <p:childTnLst>
                                    <p:animEffect transition="out" filter="box(in)">
                                      <p:cBhvr>
                                        <p:cTn id="25" dur="500"/>
                                        <p:tgtEl>
                                          <p:spTgt spid="18"/>
                                        </p:tgtEl>
                                      </p:cBhvr>
                                    </p:animEffect>
                                    <p:set>
                                      <p:cBhvr>
                                        <p:cTn id="26" dur="1" fill="hold">
                                          <p:stCondLst>
                                            <p:cond delay="499"/>
                                          </p:stCondLst>
                                        </p:cTn>
                                        <p:tgtEl>
                                          <p:spTgt spid="1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blinds(horizontal)">
                                      <p:cBhvr>
                                        <p:cTn id="31" dur="500"/>
                                        <p:tgtEl>
                                          <p:spTgt spid="19"/>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xit" presetSubtype="16" fill="hold" grpId="1" nodeType="clickEffect">
                                  <p:stCondLst>
                                    <p:cond delay="0"/>
                                  </p:stCondLst>
                                  <p:childTnLst>
                                    <p:animEffect transition="out" filter="box(in)">
                                      <p:cBhvr>
                                        <p:cTn id="35" dur="500"/>
                                        <p:tgtEl>
                                          <p:spTgt spid="19"/>
                                        </p:tgtEl>
                                      </p:cBhvr>
                                    </p:animEffect>
                                    <p:set>
                                      <p:cBhvr>
                                        <p:cTn id="36" dur="1" fill="hold">
                                          <p:stCondLst>
                                            <p:cond delay="499"/>
                                          </p:stCondLst>
                                        </p:cTn>
                                        <p:tgtEl>
                                          <p:spTgt spid="19"/>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blinds(horizontal)">
                                      <p:cBhvr>
                                        <p:cTn id="41" dur="500"/>
                                        <p:tgtEl>
                                          <p:spTgt spid="20"/>
                                        </p:tgtEl>
                                      </p:cBhvr>
                                    </p:animEffect>
                                  </p:childTnLst>
                                </p:cTn>
                              </p:par>
                            </p:childTnLst>
                          </p:cTn>
                        </p:par>
                      </p:childTnLst>
                    </p:cTn>
                  </p:par>
                  <p:par>
                    <p:cTn id="42" fill="hold">
                      <p:stCondLst>
                        <p:cond delay="indefinite"/>
                      </p:stCondLst>
                      <p:childTnLst>
                        <p:par>
                          <p:cTn id="43" fill="hold">
                            <p:stCondLst>
                              <p:cond delay="0"/>
                            </p:stCondLst>
                            <p:childTnLst>
                              <p:par>
                                <p:cTn id="44" presetID="4" presetClass="exit" presetSubtype="16" fill="hold" grpId="1" nodeType="clickEffect">
                                  <p:stCondLst>
                                    <p:cond delay="0"/>
                                  </p:stCondLst>
                                  <p:childTnLst>
                                    <p:animEffect transition="out" filter="box(in)">
                                      <p:cBhvr>
                                        <p:cTn id="45" dur="500"/>
                                        <p:tgtEl>
                                          <p:spTgt spid="20"/>
                                        </p:tgtEl>
                                      </p:cBhvr>
                                    </p:animEffect>
                                    <p:set>
                                      <p:cBhvr>
                                        <p:cTn id="46" dur="1" fill="hold">
                                          <p:stCondLst>
                                            <p:cond delay="499"/>
                                          </p:stCondLst>
                                        </p:cTn>
                                        <p:tgtEl>
                                          <p:spTgt spid="20"/>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blinds(horizontal)">
                                      <p:cBhvr>
                                        <p:cTn id="51" dur="500"/>
                                        <p:tgtEl>
                                          <p:spTgt spid="21"/>
                                        </p:tgtEl>
                                      </p:cBhvr>
                                    </p:animEffect>
                                  </p:childTnLst>
                                </p:cTn>
                              </p:par>
                            </p:childTnLst>
                          </p:cTn>
                        </p:par>
                      </p:childTnLst>
                    </p:cTn>
                  </p:par>
                  <p:par>
                    <p:cTn id="52" fill="hold">
                      <p:stCondLst>
                        <p:cond delay="indefinite"/>
                      </p:stCondLst>
                      <p:childTnLst>
                        <p:par>
                          <p:cTn id="53" fill="hold">
                            <p:stCondLst>
                              <p:cond delay="0"/>
                            </p:stCondLst>
                            <p:childTnLst>
                              <p:par>
                                <p:cTn id="54" presetID="4" presetClass="exit" presetSubtype="16" fill="hold" grpId="1" nodeType="clickEffect">
                                  <p:stCondLst>
                                    <p:cond delay="0"/>
                                  </p:stCondLst>
                                  <p:childTnLst>
                                    <p:animEffect transition="out" filter="box(in)">
                                      <p:cBhvr>
                                        <p:cTn id="55" dur="500"/>
                                        <p:tgtEl>
                                          <p:spTgt spid="21"/>
                                        </p:tgtEl>
                                      </p:cBhvr>
                                    </p:animEffect>
                                    <p:set>
                                      <p:cBhvr>
                                        <p:cTn id="56" dur="1" fill="hold">
                                          <p:stCondLst>
                                            <p:cond delay="499"/>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P spid="18" grpId="0" animBg="1"/>
      <p:bldP spid="18" grpId="1" animBg="1"/>
      <p:bldP spid="19" grpId="0" animBg="1"/>
      <p:bldP spid="19" grpId="1" animBg="1"/>
      <p:bldP spid="20" grpId="0" animBg="1"/>
      <p:bldP spid="20" grpId="1" animBg="1"/>
      <p:bldP spid="21" grpId="0" animBg="1"/>
      <p:bldP spid="21" grpId="1" animBg="1"/>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2842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3.4 </a:t>
            </a:r>
            <a:r>
              <a:rPr lang="zh-CN" altLang="en-US" sz="2400" spc="300" dirty="0">
                <a:latin typeface="微软雅黑" panose="020B0503020204020204" pitchFamily="34" charset="-122"/>
                <a:ea typeface="微软雅黑" panose="020B0503020204020204" pitchFamily="34" charset="-122"/>
              </a:rPr>
              <a:t>软件产品的定价与营销</a:t>
            </a:r>
          </a:p>
        </p:txBody>
      </p:sp>
      <p:grpSp>
        <p:nvGrpSpPr>
          <p:cNvPr id="6" name="Group 7">
            <a:extLst>
              <a:ext uri="{FF2B5EF4-FFF2-40B4-BE49-F238E27FC236}">
                <a16:creationId xmlns:a16="http://schemas.microsoft.com/office/drawing/2014/main" id="{C5C7E859-CD68-4833-A028-B78A27E52F50}"/>
              </a:ext>
            </a:extLst>
          </p:cNvPr>
          <p:cNvGrpSpPr>
            <a:grpSpLocks/>
          </p:cNvGrpSpPr>
          <p:nvPr/>
        </p:nvGrpSpPr>
        <p:grpSpPr bwMode="auto">
          <a:xfrm>
            <a:off x="1825171" y="704792"/>
            <a:ext cx="5493658" cy="4157494"/>
            <a:chOff x="1219" y="944"/>
            <a:chExt cx="3322" cy="2434"/>
          </a:xfrm>
        </p:grpSpPr>
        <p:sp>
          <p:nvSpPr>
            <p:cNvPr id="7" name="Rectangle 8">
              <a:extLst>
                <a:ext uri="{FF2B5EF4-FFF2-40B4-BE49-F238E27FC236}">
                  <a16:creationId xmlns:a16="http://schemas.microsoft.com/office/drawing/2014/main" id="{2DA1C350-2C11-417B-B2B8-71B7896C3670}"/>
                </a:ext>
              </a:extLst>
            </p:cNvPr>
            <p:cNvSpPr>
              <a:spLocks noChangeArrowheads="1"/>
            </p:cNvSpPr>
            <p:nvPr/>
          </p:nvSpPr>
          <p:spPr bwMode="auto">
            <a:xfrm>
              <a:off x="1284" y="944"/>
              <a:ext cx="3220" cy="2429"/>
            </a:xfrm>
            <a:prstGeom prst="rect">
              <a:avLst/>
            </a:prstGeom>
            <a:solidFill>
              <a:schemeClr val="tx1"/>
            </a:solidFill>
            <a:ln w="9525" algn="ctr">
              <a:solidFill>
                <a:schemeClr val="tx1"/>
              </a:solidFill>
              <a:miter lim="800000"/>
              <a:headEnd/>
              <a:tailEnd/>
            </a:ln>
          </p:spPr>
          <p:txBody>
            <a:bodyPr wrap="none" lIns="0" tIns="0" rIns="0" bIns="0" anchor="ctr"/>
            <a:lstStyle>
              <a:lvl1pPr>
                <a:lnSpc>
                  <a:spcPct val="90000"/>
                </a:lnSpc>
                <a:spcBef>
                  <a:spcPct val="20000"/>
                </a:spcBef>
                <a:buClr>
                  <a:schemeClr val="tx2"/>
                </a:buClr>
                <a:buSzPct val="75000"/>
                <a:buFont typeface="Wingdings" panose="05000000000000000000" pitchFamily="2" charset="2"/>
                <a:buChar char="l"/>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Char char="–"/>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rgbClr val="00CCFF"/>
                </a:buClr>
                <a:buSzPct val="65000"/>
                <a:buFont typeface="Wingdings" panose="05000000000000000000" pitchFamily="2" charset="2"/>
                <a:buChar char="l"/>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tx1"/>
                </a:buClr>
                <a:buChar char="–"/>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Char char="•"/>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9pPr>
            </a:lstStyle>
            <a:p>
              <a:pPr eaLnBrk="1" hangingPunct="1">
                <a:lnSpc>
                  <a:spcPct val="100000"/>
                </a:lnSpc>
                <a:spcBef>
                  <a:spcPct val="0"/>
                </a:spcBef>
                <a:buClrTx/>
                <a:buSzTx/>
                <a:buFontTx/>
                <a:buNone/>
              </a:pPr>
              <a:endParaRPr lang="zh-CN" altLang="en-US" sz="2400">
                <a:latin typeface="Tahoma" panose="020B0604030504040204" pitchFamily="34" charset="0"/>
              </a:endParaRPr>
            </a:p>
          </p:txBody>
        </p:sp>
        <p:pic>
          <p:nvPicPr>
            <p:cNvPr id="8" name="Picture 9">
              <a:extLst>
                <a:ext uri="{FF2B5EF4-FFF2-40B4-BE49-F238E27FC236}">
                  <a16:creationId xmlns:a16="http://schemas.microsoft.com/office/drawing/2014/main" id="{B860FF65-0625-4F42-950D-34280DB5FD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 y="945"/>
              <a:ext cx="3322" cy="2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spTree>
    <p:extLst>
      <p:ext uri="{BB962C8B-B14F-4D97-AF65-F5344CB8AC3E}">
        <p14:creationId xmlns:p14="http://schemas.microsoft.com/office/powerpoint/2010/main" val="138681845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2842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成本导向定价法有关算法表</a:t>
            </a:r>
          </a:p>
        </p:txBody>
      </p:sp>
      <p:graphicFrame>
        <p:nvGraphicFramePr>
          <p:cNvPr id="6" name="Group 36">
            <a:extLst>
              <a:ext uri="{FF2B5EF4-FFF2-40B4-BE49-F238E27FC236}">
                <a16:creationId xmlns:a16="http://schemas.microsoft.com/office/drawing/2014/main" id="{B7E1BA2F-400F-40CD-B68B-1DD98490AA71}"/>
              </a:ext>
            </a:extLst>
          </p:cNvPr>
          <p:cNvGraphicFramePr>
            <a:graphicFrameLocks/>
          </p:cNvGraphicFramePr>
          <p:nvPr>
            <p:extLst>
              <p:ext uri="{D42A27DB-BD31-4B8C-83A1-F6EECF244321}">
                <p14:modId xmlns:p14="http://schemas.microsoft.com/office/powerpoint/2010/main" val="1950891633"/>
              </p:ext>
            </p:extLst>
          </p:nvPr>
        </p:nvGraphicFramePr>
        <p:xfrm>
          <a:off x="683816" y="825559"/>
          <a:ext cx="7776368" cy="4062991"/>
        </p:xfrm>
        <a:graphic>
          <a:graphicData uri="http://schemas.openxmlformats.org/drawingml/2006/table">
            <a:tbl>
              <a:tblPr/>
              <a:tblGrid>
                <a:gridCol w="1249437">
                  <a:extLst>
                    <a:ext uri="{9D8B030D-6E8A-4147-A177-3AD203B41FA5}">
                      <a16:colId xmlns:a16="http://schemas.microsoft.com/office/drawing/2014/main" val="2113341124"/>
                    </a:ext>
                  </a:extLst>
                </a:gridCol>
                <a:gridCol w="5128200">
                  <a:extLst>
                    <a:ext uri="{9D8B030D-6E8A-4147-A177-3AD203B41FA5}">
                      <a16:colId xmlns:a16="http://schemas.microsoft.com/office/drawing/2014/main" val="1525362307"/>
                    </a:ext>
                  </a:extLst>
                </a:gridCol>
                <a:gridCol w="1398731">
                  <a:extLst>
                    <a:ext uri="{9D8B030D-6E8A-4147-A177-3AD203B41FA5}">
                      <a16:colId xmlns:a16="http://schemas.microsoft.com/office/drawing/2014/main" val="3642096800"/>
                    </a:ext>
                  </a:extLst>
                </a:gridCol>
              </a:tblGrid>
              <a:tr h="388588">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名称</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对应算法</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适用对象</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2227376232"/>
                  </a:ext>
                </a:extLst>
              </a:tr>
              <a:tr h="388588">
                <a:tc rowSpan="2">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完全成本</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加成定价法</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售价</a:t>
                      </a:r>
                      <a:r>
                        <a:rPr kumimoji="1"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成本</a:t>
                      </a:r>
                      <a:r>
                        <a:rPr kumimoji="1"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1"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1+</a:t>
                      </a: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成本利润率）</a:t>
                      </a:r>
                      <a:r>
                        <a:rPr kumimoji="1"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1"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1</a:t>
                      </a: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－税率）</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生产企业</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07724871"/>
                  </a:ext>
                </a:extLst>
              </a:tr>
              <a:tr h="388588">
                <a:tc vMerge="1">
                  <a:txBody>
                    <a:bodyPr/>
                    <a:lstStyle/>
                    <a:p>
                      <a:endParaRPr lang="zh-CN" altLang="en-US"/>
                    </a:p>
                  </a:txBody>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售价</a:t>
                      </a:r>
                      <a:r>
                        <a:rPr kumimoji="1"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成本</a:t>
                      </a:r>
                      <a:r>
                        <a:rPr kumimoji="1"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1"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1</a:t>
                      </a: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－销售利润率－税率）</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商业企业</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60216147"/>
                  </a:ext>
                </a:extLst>
              </a:tr>
              <a:tr h="1126112">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比较成本</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定价法</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新品种产品价格</a:t>
                      </a:r>
                      <a:r>
                        <a:rPr kumimoji="1"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           标准品价格</a:t>
                      </a:r>
                      <a:r>
                        <a:rPr kumimoji="1"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（新产品成本</a:t>
                      </a:r>
                      <a:r>
                        <a:rPr kumimoji="1"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标准品成本）</a:t>
                      </a:r>
                    </a:p>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1"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1+</a:t>
                      </a: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标准品成本利润率）</a:t>
                      </a:r>
                      <a:r>
                        <a:rPr kumimoji="1"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1"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1-</a:t>
                      </a: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税率）</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新产品或</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新品种</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5793004"/>
                  </a:ext>
                </a:extLst>
              </a:tr>
              <a:tr h="750741">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进货加成</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定价法</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售价</a:t>
                      </a:r>
                      <a:r>
                        <a:rPr kumimoji="1"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进货价格</a:t>
                      </a:r>
                      <a:r>
                        <a:rPr kumimoji="1"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1"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1</a:t>
                      </a: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－加成率）</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中间商</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83266083"/>
                  </a:ext>
                </a:extLst>
              </a:tr>
              <a:tr h="1020374">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目标成本</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定价法</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售价</a:t>
                      </a:r>
                      <a:r>
                        <a:rPr kumimoji="1"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r>
                        <a:rPr kumimoji="1" lang="zh-CN" altLang="en-US"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目标成本</a:t>
                      </a:r>
                      <a:r>
                        <a:rPr kumimoji="1"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r>
                        <a:rPr kumimoji="1" lang="zh-CN" altLang="en-US"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目标利润</a:t>
                      </a:r>
                      <a:r>
                        <a:rPr kumimoji="1"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r>
                        <a:rPr kumimoji="1" lang="zh-CN" altLang="en-US"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税金</a:t>
                      </a:r>
                      <a:endParaRPr kumimoji="1" lang="zh-CN" altLang="en-US"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   </a:t>
                      </a:r>
                      <a:r>
                        <a:rPr kumimoji="1"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r>
                        <a:rPr kumimoji="1" lang="zh-CN" altLang="en-US"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目标成本</a:t>
                      </a:r>
                      <a:r>
                        <a:rPr kumimoji="1"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r>
                        <a:rPr kumimoji="1" lang="zh-CN" altLang="en-US"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r>
                        <a:rPr kumimoji="1"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a:t>
                      </a:r>
                      <a:r>
                        <a:rPr kumimoji="1" lang="zh-CN" altLang="en-US"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目标成本利润率）</a:t>
                      </a:r>
                      <a:r>
                        <a:rPr kumimoji="1"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r>
                        <a:rPr kumimoji="1" lang="zh-CN" altLang="en-US"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r>
                        <a:rPr kumimoji="1" lang="en-US" altLang="zh-CN"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a:t>
                      </a:r>
                      <a:r>
                        <a:rPr kumimoji="1" lang="zh-CN" altLang="en-US"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产品税率）</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1"/>
                        </a:buClr>
                        <a:defRPr sz="2800" b="1">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Font typeface="Bookshelf Symbol 7" panose="05010101010101010101" pitchFamily="2" charset="2"/>
                        <a:defRPr sz="2400" b="1">
                          <a:solidFill>
                            <a:schemeClr val="tx1"/>
                          </a:solidFill>
                          <a:latin typeface="宋体" panose="02010600030101010101" pitchFamily="2" charset="-122"/>
                          <a:ea typeface="宋体" panose="02010600030101010101" pitchFamily="2" charset="-122"/>
                        </a:defRPr>
                      </a:lvl2pPr>
                      <a:lvl3pPr marL="1143000" indent="-228600">
                        <a:spcBef>
                          <a:spcPct val="20000"/>
                        </a:spcBef>
                        <a:buClr>
                          <a:schemeClr val="tx1"/>
                        </a:buClr>
                        <a:defRPr sz="2000" b="1">
                          <a:solidFill>
                            <a:schemeClr val="tx1"/>
                          </a:solidFill>
                          <a:latin typeface="宋体" panose="02010600030101010101" pitchFamily="2" charset="-122"/>
                          <a:ea typeface="宋体" panose="02010600030101010101" pitchFamily="2" charset="-122"/>
                        </a:defRPr>
                      </a:lvl3pPr>
                      <a:lvl4pPr marL="1600200" indent="-228600">
                        <a:spcBef>
                          <a:spcPct val="20000"/>
                        </a:spcBef>
                        <a:defRPr b="1">
                          <a:solidFill>
                            <a:schemeClr val="tx1"/>
                          </a:solidFill>
                          <a:latin typeface="宋体" panose="02010600030101010101" pitchFamily="2" charset="-122"/>
                          <a:ea typeface="宋体" panose="02010600030101010101" pitchFamily="2" charset="-122"/>
                        </a:defRPr>
                      </a:lvl4pPr>
                      <a:lvl5pPr marL="2057400" indent="-228600">
                        <a:spcBef>
                          <a:spcPct val="20000"/>
                        </a:spcBef>
                        <a:defRPr b="1">
                          <a:solidFill>
                            <a:schemeClr val="tx1"/>
                          </a:solidFill>
                          <a:latin typeface="宋体" panose="02010600030101010101" pitchFamily="2" charset="-122"/>
                          <a:ea typeface="宋体" panose="02010600030101010101" pitchFamily="2" charset="-122"/>
                        </a:defRPr>
                      </a:lvl5pPr>
                      <a:lvl6pPr marL="25146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6pPr>
                      <a:lvl7pPr marL="29718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7pPr>
                      <a:lvl8pPr marL="34290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8pPr>
                      <a:lvl9pPr marL="3886200" indent="-228600" fontAlgn="base">
                        <a:spcBef>
                          <a:spcPct val="20000"/>
                        </a:spcBef>
                        <a:spcAft>
                          <a:spcPct val="0"/>
                        </a:spcAft>
                        <a:defRPr b="1">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生产企业</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或商业企业</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36156426"/>
                  </a:ext>
                </a:extLst>
              </a:tr>
            </a:tbl>
          </a:graphicData>
        </a:graphic>
      </p:graphicFrame>
    </p:spTree>
    <p:extLst>
      <p:ext uri="{BB962C8B-B14F-4D97-AF65-F5344CB8AC3E}">
        <p14:creationId xmlns:p14="http://schemas.microsoft.com/office/powerpoint/2010/main" val="407587432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32147"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完全成本加成定价法的应用案例</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40944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该算法的基本思想</a:t>
            </a: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NIS</a:t>
            </a:r>
            <a:r>
              <a:rPr lang="zh-CN" altLang="en-US" sz="1700" dirty="0">
                <a:solidFill>
                  <a:srgbClr val="000000"/>
                </a:solidFill>
                <a:latin typeface="华文楷体" panose="02010600040101010101" pitchFamily="2" charset="-122"/>
                <a:ea typeface="华文楷体" panose="02010600040101010101" pitchFamily="2" charset="-122"/>
              </a:rPr>
              <a:t>成本主要由硬件成本和软件成本两部份构成</a:t>
            </a:r>
          </a:p>
          <a:p>
            <a:pPr marL="742950" lvl="1" indent="-285750" algn="just">
              <a:lnSpc>
                <a:spcPct val="150000"/>
              </a:lnSpc>
              <a:buFont typeface="Arial" panose="020B0604020202020204" pitchFamily="34" charset="0"/>
              <a:buChar char="•"/>
            </a:pPr>
            <a:r>
              <a:rPr lang="zh-CN" altLang="en-US" sz="1700" b="1" dirty="0">
                <a:solidFill>
                  <a:srgbClr val="FF0000"/>
                </a:solidFill>
                <a:latin typeface="华文楷体" panose="02010600040101010101" pitchFamily="2" charset="-122"/>
                <a:ea typeface="华文楷体" panose="02010600040101010101" pitchFamily="2" charset="-122"/>
              </a:rPr>
              <a:t>硬件成本</a:t>
            </a:r>
            <a:r>
              <a:rPr lang="zh-CN" altLang="en-US" sz="1700" dirty="0">
                <a:solidFill>
                  <a:srgbClr val="000000"/>
                </a:solidFill>
                <a:latin typeface="华文楷体" panose="02010600040101010101" pitchFamily="2" charset="-122"/>
                <a:ea typeface="华文楷体" panose="02010600040101010101" pitchFamily="2" charset="-122"/>
              </a:rPr>
              <a:t>可根据</a:t>
            </a:r>
            <a:r>
              <a:rPr lang="en-US" altLang="zh-CN" sz="1700" dirty="0">
                <a:solidFill>
                  <a:srgbClr val="000000"/>
                </a:solidFill>
                <a:latin typeface="华文楷体" panose="02010600040101010101" pitchFamily="2" charset="-122"/>
                <a:ea typeface="华文楷体" panose="02010600040101010101" pitchFamily="2" charset="-122"/>
              </a:rPr>
              <a:t>NIS</a:t>
            </a:r>
            <a:r>
              <a:rPr lang="zh-CN" altLang="en-US" sz="1700" dirty="0">
                <a:solidFill>
                  <a:srgbClr val="000000"/>
                </a:solidFill>
                <a:latin typeface="华文楷体" panose="02010600040101010101" pitchFamily="2" charset="-122"/>
                <a:ea typeface="华文楷体" panose="02010600040101010101" pitchFamily="2" charset="-122"/>
              </a:rPr>
              <a:t>成本构成中的硬件部分各分项有关费用进行累加</a:t>
            </a:r>
          </a:p>
          <a:p>
            <a:pPr marL="742950" lvl="1" indent="-285750" algn="just">
              <a:lnSpc>
                <a:spcPct val="150000"/>
              </a:lnSpc>
              <a:buFont typeface="Arial" panose="020B0604020202020204" pitchFamily="34" charset="0"/>
              <a:buChar char="•"/>
            </a:pPr>
            <a:r>
              <a:rPr lang="zh-CN" altLang="en-US" sz="1700" b="1" dirty="0">
                <a:solidFill>
                  <a:srgbClr val="FF0000"/>
                </a:solidFill>
                <a:latin typeface="华文楷体" panose="02010600040101010101" pitchFamily="2" charset="-122"/>
                <a:ea typeface="华文楷体" panose="02010600040101010101" pitchFamily="2" charset="-122"/>
              </a:rPr>
              <a:t>软件成本</a:t>
            </a:r>
            <a:r>
              <a:rPr lang="zh-CN" altLang="en-US" sz="1700" dirty="0">
                <a:solidFill>
                  <a:srgbClr val="000000"/>
                </a:solidFill>
                <a:latin typeface="华文楷体" panose="02010600040101010101" pitchFamily="2" charset="-122"/>
                <a:ea typeface="华文楷体" panose="02010600040101010101" pitchFamily="2" charset="-122"/>
              </a:rPr>
              <a:t>主要由软件开发（人力资源）费用及机时消耗费用两部分构成</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从而可用一些简便的方法估计软件开发费用，然后采用完全成本加成定价法的原理来给定</a:t>
            </a:r>
            <a:r>
              <a:rPr lang="en-US" altLang="zh-CN" sz="1700" dirty="0">
                <a:solidFill>
                  <a:srgbClr val="000000"/>
                </a:solidFill>
                <a:latin typeface="华文楷体" panose="02010600040101010101" pitchFamily="2" charset="-122"/>
                <a:ea typeface="华文楷体" panose="02010600040101010101" pitchFamily="2" charset="-122"/>
              </a:rPr>
              <a:t>NIS</a:t>
            </a:r>
            <a:r>
              <a:rPr lang="zh-CN" altLang="en-US" sz="1700" dirty="0">
                <a:solidFill>
                  <a:srgbClr val="000000"/>
                </a:solidFill>
                <a:latin typeface="华文楷体" panose="02010600040101010101" pitchFamily="2" charset="-122"/>
                <a:ea typeface="华文楷体" panose="02010600040101010101" pitchFamily="2" charset="-122"/>
              </a:rPr>
              <a:t>的定价。</a:t>
            </a:r>
          </a:p>
        </p:txBody>
      </p:sp>
    </p:spTree>
    <p:extLst>
      <p:ext uri="{BB962C8B-B14F-4D97-AF65-F5344CB8AC3E}">
        <p14:creationId xmlns:p14="http://schemas.microsoft.com/office/powerpoint/2010/main" val="48005437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32147"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完全成本加成定价法的应用案例</a:t>
            </a:r>
          </a:p>
        </p:txBody>
      </p:sp>
      <p:pic>
        <p:nvPicPr>
          <p:cNvPr id="3" name="图片 2">
            <a:extLst>
              <a:ext uri="{FF2B5EF4-FFF2-40B4-BE49-F238E27FC236}">
                <a16:creationId xmlns:a16="http://schemas.microsoft.com/office/drawing/2014/main" id="{CF6E08B7-B1CD-4D47-A2E5-3C12B33B8005}"/>
              </a:ext>
            </a:extLst>
          </p:cNvPr>
          <p:cNvPicPr>
            <a:picLocks noChangeAspect="1"/>
          </p:cNvPicPr>
          <p:nvPr/>
        </p:nvPicPr>
        <p:blipFill>
          <a:blip r:embed="rId3"/>
          <a:stretch>
            <a:fillRect/>
          </a:stretch>
        </p:blipFill>
        <p:spPr>
          <a:xfrm>
            <a:off x="1114552" y="808555"/>
            <a:ext cx="6914896" cy="3710831"/>
          </a:xfrm>
          <a:prstGeom prst="rect">
            <a:avLst/>
          </a:prstGeom>
        </p:spPr>
      </p:pic>
    </p:spTree>
    <p:extLst>
      <p:ext uri="{BB962C8B-B14F-4D97-AF65-F5344CB8AC3E}">
        <p14:creationId xmlns:p14="http://schemas.microsoft.com/office/powerpoint/2010/main" val="198843606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9">
            <a:extLst>
              <a:ext uri="{FF2B5EF4-FFF2-40B4-BE49-F238E27FC236}">
                <a16:creationId xmlns:a16="http://schemas.microsoft.com/office/drawing/2014/main" id="{1D38D24C-013A-4270-8C21-A2F2E69BDBC8}"/>
              </a:ext>
            </a:extLst>
          </p:cNvPr>
          <p:cNvSpPr>
            <a:spLocks noChangeArrowheads="1"/>
          </p:cNvSpPr>
          <p:nvPr/>
        </p:nvSpPr>
        <p:spPr bwMode="auto">
          <a:xfrm>
            <a:off x="2937618" y="4837827"/>
            <a:ext cx="312906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nchor="ctr">
            <a:spAutoFit/>
          </a:bodyPr>
          <a:lstStyle>
            <a:lvl1pPr>
              <a:lnSpc>
                <a:spcPct val="90000"/>
              </a:lnSpc>
              <a:spcBef>
                <a:spcPct val="20000"/>
              </a:spcBef>
              <a:buClr>
                <a:schemeClr val="tx2"/>
              </a:buClr>
              <a:buSzPct val="75000"/>
              <a:buFont typeface="Wingdings" panose="05000000000000000000" pitchFamily="2" charset="2"/>
              <a:buChar char="l"/>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Char char="–"/>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rgbClr val="00CCFF"/>
              </a:buClr>
              <a:buSzPct val="65000"/>
              <a:buFont typeface="Wingdings" panose="05000000000000000000" pitchFamily="2" charset="2"/>
              <a:buChar char="l"/>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tx1"/>
              </a:buClr>
              <a:buChar char="–"/>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Char char="•"/>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0"/>
              </a:spcBef>
              <a:buClrTx/>
              <a:buSzTx/>
              <a:buFontTx/>
              <a:buNone/>
            </a:pPr>
            <a:r>
              <a:rPr kumimoji="1" lang="zh-CN" altLang="en-US" sz="1600" b="1" dirty="0">
                <a:latin typeface="Times New Roman" panose="02020603050405020304" pitchFamily="18" charset="0"/>
              </a:rPr>
              <a:t>表</a:t>
            </a:r>
            <a:r>
              <a:rPr kumimoji="1" lang="en-US" altLang="zh-CN" sz="1600" b="1" dirty="0">
                <a:latin typeface="Times New Roman" panose="02020603050405020304" pitchFamily="18" charset="0"/>
              </a:rPr>
              <a:t>3.24   NIS</a:t>
            </a:r>
            <a:r>
              <a:rPr kumimoji="1" lang="zh-CN" altLang="en-US" sz="1600" b="1" dirty="0">
                <a:latin typeface="Times New Roman" panose="02020603050405020304" pitchFamily="18" charset="0"/>
              </a:rPr>
              <a:t>有关变量及经济内涵表</a:t>
            </a:r>
          </a:p>
        </p:txBody>
      </p:sp>
      <p:pic>
        <p:nvPicPr>
          <p:cNvPr id="4" name="图片 3">
            <a:extLst>
              <a:ext uri="{FF2B5EF4-FFF2-40B4-BE49-F238E27FC236}">
                <a16:creationId xmlns:a16="http://schemas.microsoft.com/office/drawing/2014/main" id="{D46EAF0C-8FF6-A5BB-EEDB-22D78F08E904}"/>
              </a:ext>
            </a:extLst>
          </p:cNvPr>
          <p:cNvPicPr>
            <a:picLocks noChangeAspect="1"/>
          </p:cNvPicPr>
          <p:nvPr/>
        </p:nvPicPr>
        <p:blipFill>
          <a:blip r:embed="rId3"/>
          <a:stretch>
            <a:fillRect/>
          </a:stretch>
        </p:blipFill>
        <p:spPr>
          <a:xfrm>
            <a:off x="1466131" y="157762"/>
            <a:ext cx="6072036" cy="4493959"/>
          </a:xfrm>
          <a:prstGeom prst="rect">
            <a:avLst/>
          </a:prstGeom>
        </p:spPr>
      </p:pic>
    </p:spTree>
    <p:extLst>
      <p:ext uri="{BB962C8B-B14F-4D97-AF65-F5344CB8AC3E}">
        <p14:creationId xmlns:p14="http://schemas.microsoft.com/office/powerpoint/2010/main" val="1816424092"/>
      </p:ext>
    </p:extLst>
  </p:cSld>
  <p:clrMapOvr>
    <a:masterClrMapping/>
  </p:clrMapOvr>
  <p:transition spd="slow">
    <p:pull/>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3091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例</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A343DEC-CFF6-41F5-B87C-0DFC08C67B76}"/>
                  </a:ext>
                </a:extLst>
              </p:cNvPr>
              <p:cNvSpPr/>
              <p:nvPr/>
            </p:nvSpPr>
            <p:spPr>
              <a:xfrm>
                <a:off x="611831" y="792628"/>
                <a:ext cx="7920338" cy="123219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在运用（</a:t>
                </a:r>
                <a:r>
                  <a:rPr lang="en-US" altLang="zh-CN" sz="1700" dirty="0">
                    <a:solidFill>
                      <a:srgbClr val="000000"/>
                    </a:solidFill>
                    <a:latin typeface="华文楷体" panose="02010600040101010101" pitchFamily="2" charset="-122"/>
                    <a:ea typeface="华文楷体" panose="02010600040101010101" pitchFamily="2" charset="-122"/>
                  </a:rPr>
                  <a:t>3.25</a:t>
                </a:r>
                <a:r>
                  <a:rPr lang="zh-CN" altLang="en-US" sz="1700" dirty="0">
                    <a:solidFill>
                      <a:srgbClr val="000000"/>
                    </a:solidFill>
                    <a:latin typeface="华文楷体" panose="02010600040101010101" pitchFamily="2" charset="-122"/>
                    <a:ea typeface="华文楷体" panose="02010600040101010101" pitchFamily="2" charset="-122"/>
                  </a:rPr>
                  <a:t>）式之算法计算软件价格</a:t>
                </a:r>
                <a:r>
                  <a:rPr lang="en-US" altLang="zh-CN" sz="1700" dirty="0">
                    <a:solidFill>
                      <a:srgbClr val="000000"/>
                    </a:solidFill>
                    <a:latin typeface="华文楷体" panose="02010600040101010101" pitchFamily="2" charset="-122"/>
                    <a:ea typeface="华文楷体" panose="02010600040101010101" pitchFamily="2" charset="-122"/>
                  </a:rPr>
                  <a:t>P</a:t>
                </a:r>
                <a:r>
                  <a:rPr lang="zh-CN" altLang="en-US" sz="1700" dirty="0">
                    <a:solidFill>
                      <a:srgbClr val="000000"/>
                    </a:solidFill>
                    <a:latin typeface="华文楷体" panose="02010600040101010101" pitchFamily="2" charset="-122"/>
                    <a:ea typeface="华文楷体" panose="02010600040101010101" pitchFamily="2" charset="-122"/>
                  </a:rPr>
                  <a:t>时，除需对软件规模</a:t>
                </a:r>
                <a:r>
                  <a:rPr lang="en-US" altLang="zh-CN" sz="1700" dirty="0">
                    <a:solidFill>
                      <a:srgbClr val="000000"/>
                    </a:solidFill>
                    <a:latin typeface="华文楷体" panose="02010600040101010101" pitchFamily="2" charset="-122"/>
                    <a:ea typeface="华文楷体" panose="02010600040101010101" pitchFamily="2" charset="-122"/>
                  </a:rPr>
                  <a:t>L</a:t>
                </a:r>
                <a:r>
                  <a:rPr lang="zh-CN" altLang="en-US" sz="1700" dirty="0">
                    <a:solidFill>
                      <a:srgbClr val="000000"/>
                    </a:solidFill>
                    <a:latin typeface="华文楷体" panose="02010600040101010101" pitchFamily="2" charset="-122"/>
                    <a:ea typeface="华文楷体" panose="02010600040101010101" pitchFamily="2" charset="-122"/>
                  </a:rPr>
                  <a:t>作预测外，还需确定参数</a:t>
                </a:r>
                <a14:m>
                  <m:oMath xmlns:m="http://schemas.openxmlformats.org/officeDocument/2006/math">
                    <m:acc>
                      <m:accPr>
                        <m:chr m:val="̄"/>
                        <m:ctrlPr>
                          <a:rPr lang="zh-CN" altLang="en-US" sz="1600" i="1" smtClean="0">
                            <a:solidFill>
                              <a:srgbClr val="000000"/>
                            </a:solidFill>
                            <a:latin typeface="Cambria Math" panose="02040503050406030204" pitchFamily="18" charset="0"/>
                          </a:rPr>
                        </m:ctrlPr>
                      </m:accPr>
                      <m:e>
                        <m:r>
                          <a:rPr lang="zh-CN" altLang="en-US" sz="1600" i="1">
                            <a:solidFill>
                              <a:srgbClr val="000000"/>
                            </a:solidFill>
                            <a:latin typeface="Cambria Math" panose="02040503050406030204" pitchFamily="18" charset="0"/>
                          </a:rPr>
                          <m:t>𝛼</m:t>
                        </m:r>
                      </m:e>
                    </m:acc>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𝛿</m:t>
                    </m:r>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𝛽</m:t>
                    </m:r>
                    <m:r>
                      <a:rPr lang="zh-CN" altLang="en-US" sz="1600" i="1">
                        <a:solidFill>
                          <a:srgbClr val="000000"/>
                        </a:solidFill>
                        <a:latin typeface="Cambria Math" panose="02040503050406030204" pitchFamily="18" charset="0"/>
                      </a:rPr>
                      <m:t>,</m:t>
                    </m:r>
                  </m:oMath>
                </a14:m>
                <a:r>
                  <a:rPr lang="zh-CN" altLang="en-US" sz="1700" dirty="0">
                    <a:solidFill>
                      <a:srgbClr val="000000"/>
                    </a:solidFill>
                    <a:latin typeface="华文楷体" panose="02010600040101010101" pitchFamily="2" charset="-122"/>
                    <a:ea typeface="华文楷体" panose="02010600040101010101" pitchFamily="2" charset="-122"/>
                  </a:rPr>
                  <a:t>及</a:t>
                </a:r>
                <a14:m>
                  <m:oMath xmlns:m="http://schemas.openxmlformats.org/officeDocument/2006/math">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𝛾</m:t>
                        </m:r>
                      </m:e>
                      <m:sub>
                        <m:r>
                          <a:rPr lang="zh-CN" altLang="en-US" sz="1600" i="1">
                            <a:solidFill>
                              <a:srgbClr val="000000"/>
                            </a:solidFill>
                            <a:latin typeface="Cambria Math" panose="02040503050406030204" pitchFamily="18" charset="0"/>
                          </a:rPr>
                          <m:t>𝑀</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𝛾</m:t>
                        </m:r>
                      </m:e>
                      <m:sub>
                        <m:r>
                          <a:rPr lang="zh-CN" altLang="en-US" sz="1600" i="1">
                            <a:solidFill>
                              <a:srgbClr val="000000"/>
                            </a:solidFill>
                            <a:latin typeface="Cambria Math" panose="02040503050406030204" pitchFamily="18" charset="0"/>
                          </a:rPr>
                          <m:t>𝐶</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𝛾</m:t>
                        </m:r>
                      </m:e>
                      <m:sub>
                        <m:r>
                          <a:rPr lang="zh-CN" altLang="en-US" sz="1600" i="1">
                            <a:solidFill>
                              <a:srgbClr val="000000"/>
                            </a:solidFill>
                            <a:latin typeface="Cambria Math" panose="02040503050406030204" pitchFamily="18" charset="0"/>
                          </a:rPr>
                          <m:t>0</m:t>
                        </m:r>
                      </m:sub>
                    </m:sSub>
                    <m:r>
                      <a:rPr lang="zh-CN" altLang="en-US" sz="1600" i="1">
                        <a:solidFill>
                          <a:srgbClr val="000000"/>
                        </a:solidFill>
                        <a:latin typeface="Cambria Math" panose="02040503050406030204" pitchFamily="18" charset="0"/>
                      </a:rPr>
                      <m:t>,</m:t>
                    </m:r>
                  </m:oMath>
                </a14:m>
                <a:r>
                  <a:rPr lang="zh-CN" altLang="en-US" sz="1700" dirty="0">
                    <a:solidFill>
                      <a:srgbClr val="000000"/>
                    </a:solidFill>
                    <a:latin typeface="华文楷体" panose="02010600040101010101" pitchFamily="2" charset="-122"/>
                    <a:ea typeface="华文楷体" panose="02010600040101010101" pitchFamily="2" charset="-122"/>
                  </a:rPr>
                  <a:t>其中</a:t>
                </a:r>
                <a14:m>
                  <m:oMath xmlns:m="http://schemas.openxmlformats.org/officeDocument/2006/math">
                    <m:acc>
                      <m:accPr>
                        <m:chr m:val="̄"/>
                        <m:ctrlPr>
                          <a:rPr lang="zh-CN" altLang="en-US" sz="1600" i="1" smtClean="0">
                            <a:solidFill>
                              <a:srgbClr val="000000"/>
                            </a:solidFill>
                            <a:latin typeface="Cambria Math" panose="02040503050406030204" pitchFamily="18" charset="0"/>
                          </a:rPr>
                        </m:ctrlPr>
                      </m:accPr>
                      <m:e>
                        <m:r>
                          <a:rPr lang="zh-CN" altLang="en-US" sz="1600" i="1">
                            <a:solidFill>
                              <a:srgbClr val="000000"/>
                            </a:solidFill>
                            <a:latin typeface="Cambria Math" panose="02040503050406030204" pitchFamily="18" charset="0"/>
                          </a:rPr>
                          <m:t>𝛼</m:t>
                        </m:r>
                      </m:e>
                    </m:acc>
                  </m:oMath>
                </a14:m>
                <a:r>
                  <a:rPr lang="zh-CN" altLang="en-US" sz="1700" dirty="0">
                    <a:solidFill>
                      <a:srgbClr val="000000"/>
                    </a:solidFill>
                    <a:latin typeface="华文楷体" panose="02010600040101010101" pitchFamily="2" charset="-122"/>
                    <a:ea typeface="华文楷体" panose="02010600040101010101" pitchFamily="2" charset="-122"/>
                  </a:rPr>
                  <a:t>的确定可利用表</a:t>
                </a:r>
                <a:r>
                  <a:rPr lang="en-US" altLang="zh-CN" sz="1700" dirty="0">
                    <a:solidFill>
                      <a:srgbClr val="000000"/>
                    </a:solidFill>
                    <a:latin typeface="华文楷体" panose="02010600040101010101" pitchFamily="2" charset="-122"/>
                    <a:ea typeface="华文楷体" panose="02010600040101010101" pitchFamily="2" charset="-122"/>
                  </a:rPr>
                  <a:t>3.25</a:t>
                </a:r>
                <a:r>
                  <a:rPr lang="zh-CN" altLang="en-US" sz="1700" dirty="0">
                    <a:solidFill>
                      <a:srgbClr val="000000"/>
                    </a:solidFill>
                    <a:latin typeface="华文楷体" panose="02010600040101010101" pitchFamily="2" charset="-122"/>
                    <a:ea typeface="华文楷体" panose="02010600040101010101" pitchFamily="2" charset="-122"/>
                  </a:rPr>
                  <a:t>之有关数据，而</a:t>
                </a:r>
                <a14:m>
                  <m:oMath xmlns:m="http://schemas.openxmlformats.org/officeDocument/2006/math">
                    <m:r>
                      <a:rPr lang="zh-CN" altLang="en-US" sz="1600" i="1">
                        <a:solidFill>
                          <a:srgbClr val="000000"/>
                        </a:solidFill>
                        <a:latin typeface="Cambria Math" panose="02040503050406030204" pitchFamily="18" charset="0"/>
                      </a:rPr>
                      <m:t>𝛽</m:t>
                    </m:r>
                  </m:oMath>
                </a14:m>
                <a:r>
                  <a:rPr lang="zh-CN" altLang="en-US" sz="1700" dirty="0">
                    <a:solidFill>
                      <a:srgbClr val="000000"/>
                    </a:solidFill>
                    <a:latin typeface="华文楷体" panose="02010600040101010101" pitchFamily="2" charset="-122"/>
                    <a:ea typeface="华文楷体" panose="02010600040101010101" pitchFamily="2" charset="-122"/>
                  </a:rPr>
                  <a:t>的确定可通过</a:t>
                </a:r>
                <a:r>
                  <a:rPr lang="en-US" altLang="zh-CN" sz="1700" dirty="0">
                    <a:solidFill>
                      <a:srgbClr val="000000"/>
                    </a:solidFill>
                    <a:latin typeface="华文楷体" panose="02010600040101010101" pitchFamily="2" charset="-122"/>
                    <a:ea typeface="华文楷体" panose="02010600040101010101" pitchFamily="2" charset="-122"/>
                  </a:rPr>
                  <a:t>L</a:t>
                </a:r>
                <a:r>
                  <a:rPr lang="zh-CN" altLang="en-US" sz="1700" dirty="0">
                    <a:solidFill>
                      <a:srgbClr val="000000"/>
                    </a:solidFill>
                    <a:latin typeface="华文楷体" panose="02010600040101010101" pitchFamily="2" charset="-122"/>
                    <a:ea typeface="华文楷体" panose="02010600040101010101" pitchFamily="2" charset="-122"/>
                  </a:rPr>
                  <a:t>来确定每个人月的机时消耗再利用表</a:t>
                </a:r>
                <a:r>
                  <a:rPr lang="en-US" altLang="zh-CN" sz="1700" dirty="0">
                    <a:solidFill>
                      <a:srgbClr val="000000"/>
                    </a:solidFill>
                    <a:latin typeface="华文楷体" panose="02010600040101010101" pitchFamily="2" charset="-122"/>
                    <a:ea typeface="华文楷体" panose="02010600040101010101" pitchFamily="2" charset="-122"/>
                  </a:rPr>
                  <a:t>3.26</a:t>
                </a:r>
                <a:r>
                  <a:rPr lang="zh-CN" altLang="en-US" sz="1700" dirty="0">
                    <a:solidFill>
                      <a:srgbClr val="000000"/>
                    </a:solidFill>
                    <a:latin typeface="华文楷体" panose="02010600040101010101" pitchFamily="2" charset="-122"/>
                    <a:ea typeface="华文楷体" panose="02010600040101010101" pitchFamily="2" charset="-122"/>
                  </a:rPr>
                  <a:t>数据可得到。</a:t>
                </a:r>
              </a:p>
            </p:txBody>
          </p:sp>
        </mc:Choice>
        <mc:Fallback xmlns="">
          <p:sp>
            <p:nvSpPr>
              <p:cNvPr id="2" name="矩形 1">
                <a:extLst>
                  <a:ext uri="{FF2B5EF4-FFF2-40B4-BE49-F238E27FC236}">
                    <a16:creationId xmlns:a16="http://schemas.microsoft.com/office/drawing/2014/main" id="{1A343DEC-CFF6-41F5-B87C-0DFC08C67B76}"/>
                  </a:ext>
                </a:extLst>
              </p:cNvPr>
              <p:cNvSpPr>
                <a:spLocks noRot="1" noChangeAspect="1" noMove="1" noResize="1" noEditPoints="1" noAdjustHandles="1" noChangeArrowheads="1" noChangeShapeType="1" noTextEdit="1"/>
              </p:cNvSpPr>
              <p:nvPr/>
            </p:nvSpPr>
            <p:spPr>
              <a:xfrm>
                <a:off x="611831" y="792628"/>
                <a:ext cx="7920338" cy="1232197"/>
              </a:xfrm>
              <a:prstGeom prst="rect">
                <a:avLst/>
              </a:prstGeom>
              <a:blipFill>
                <a:blip r:embed="rId3"/>
                <a:stretch>
                  <a:fillRect l="-385" r="-462" b="-5941"/>
                </a:stretch>
              </a:blipFill>
            </p:spPr>
            <p:txBody>
              <a:bodyPr/>
              <a:lstStyle/>
              <a:p>
                <a:r>
                  <a:rPr lang="zh-CN" altLang="en-US">
                    <a:noFill/>
                  </a:rPr>
                  <a:t> </a:t>
                </a:r>
              </a:p>
            </p:txBody>
          </p:sp>
        </mc:Fallback>
      </mc:AlternateContent>
      <p:sp>
        <p:nvSpPr>
          <p:cNvPr id="19" name="Rectangle 45">
            <a:extLst>
              <a:ext uri="{FF2B5EF4-FFF2-40B4-BE49-F238E27FC236}">
                <a16:creationId xmlns:a16="http://schemas.microsoft.com/office/drawing/2014/main" id="{D758428B-1C5D-42CB-8D37-7B543F823790}"/>
              </a:ext>
            </a:extLst>
          </p:cNvPr>
          <p:cNvSpPr>
            <a:spLocks noChangeArrowheads="1"/>
          </p:cNvSpPr>
          <p:nvPr/>
        </p:nvSpPr>
        <p:spPr bwMode="auto">
          <a:xfrm>
            <a:off x="3031513" y="2166989"/>
            <a:ext cx="308097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nchor="ctr">
            <a:spAutoFit/>
          </a:bodyPr>
          <a:lstStyle>
            <a:lvl1pPr>
              <a:lnSpc>
                <a:spcPct val="90000"/>
              </a:lnSpc>
              <a:spcBef>
                <a:spcPct val="20000"/>
              </a:spcBef>
              <a:buClr>
                <a:schemeClr val="tx2"/>
              </a:buClr>
              <a:buSzPct val="75000"/>
              <a:buFont typeface="Wingdings" panose="05000000000000000000" pitchFamily="2" charset="2"/>
              <a:buChar char="l"/>
              <a:defRPr sz="3200">
                <a:solidFill>
                  <a:schemeClr val="tx1"/>
                </a:solidFill>
                <a:latin typeface="宋体" panose="02010600030101010101" pitchFamily="2" charset="-122"/>
                <a:ea typeface="宋体" panose="02010600030101010101" pitchFamily="2" charset="-122"/>
              </a:defRPr>
            </a:lvl1pPr>
            <a:lvl2pPr marL="742950" indent="-285750">
              <a:spcBef>
                <a:spcPct val="20000"/>
              </a:spcBef>
              <a:buClr>
                <a:schemeClr val="tx1"/>
              </a:buClr>
              <a:buChar char="–"/>
              <a:defRPr sz="2800">
                <a:solidFill>
                  <a:schemeClr val="tx1"/>
                </a:solidFill>
                <a:latin typeface="宋体" panose="02010600030101010101" pitchFamily="2" charset="-122"/>
                <a:ea typeface="宋体" panose="02010600030101010101" pitchFamily="2" charset="-122"/>
              </a:defRPr>
            </a:lvl2pPr>
            <a:lvl3pPr marL="1143000" indent="-228600">
              <a:spcBef>
                <a:spcPct val="20000"/>
              </a:spcBef>
              <a:buClr>
                <a:srgbClr val="00CCFF"/>
              </a:buClr>
              <a:buSzPct val="65000"/>
              <a:buFont typeface="Wingdings" panose="05000000000000000000" pitchFamily="2" charset="2"/>
              <a:buChar char="l"/>
              <a:defRPr sz="2400">
                <a:solidFill>
                  <a:schemeClr val="tx1"/>
                </a:solidFill>
                <a:latin typeface="宋体" panose="02010600030101010101" pitchFamily="2" charset="-122"/>
                <a:ea typeface="宋体" panose="02010600030101010101" pitchFamily="2" charset="-122"/>
              </a:defRPr>
            </a:lvl3pPr>
            <a:lvl4pPr marL="1600200" indent="-228600">
              <a:spcBef>
                <a:spcPct val="20000"/>
              </a:spcBef>
              <a:buClr>
                <a:schemeClr val="tx1"/>
              </a:buClr>
              <a:buChar char="–"/>
              <a:defRPr sz="2000">
                <a:solidFill>
                  <a:schemeClr val="tx1"/>
                </a:solidFill>
                <a:latin typeface="宋体" panose="02010600030101010101" pitchFamily="2" charset="-122"/>
                <a:ea typeface="宋体" panose="02010600030101010101" pitchFamily="2" charset="-122"/>
              </a:defRPr>
            </a:lvl4pPr>
            <a:lvl5pPr marL="2057400" indent="-228600">
              <a:spcBef>
                <a:spcPct val="20000"/>
              </a:spcBef>
              <a:buClr>
                <a:schemeClr val="accent1"/>
              </a:buClr>
              <a:buChar char="•"/>
              <a:defRPr sz="20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buChar char="•"/>
              <a:defRPr sz="2000">
                <a:solidFill>
                  <a:schemeClr val="tx1"/>
                </a:solidFill>
                <a:latin typeface="宋体" panose="02010600030101010101" pitchFamily="2" charset="-122"/>
                <a:ea typeface="宋体" panose="02010600030101010101" pitchFamily="2" charset="-122"/>
              </a:defRPr>
            </a:lvl9pPr>
          </a:lstStyle>
          <a:p>
            <a:pPr algn="ctr" eaLnBrk="1" hangingPunct="1">
              <a:lnSpc>
                <a:spcPct val="100000"/>
              </a:lnSpc>
              <a:spcBef>
                <a:spcPct val="0"/>
              </a:spcBef>
              <a:buClrTx/>
              <a:buSzTx/>
              <a:buFontTx/>
              <a:buNone/>
            </a:pPr>
            <a:r>
              <a:rPr lang="zh-CN" altLang="en-US" sz="1700" dirty="0">
                <a:solidFill>
                  <a:srgbClr val="000000"/>
                </a:solidFill>
                <a:latin typeface="华文楷体" panose="02010600040101010101" pitchFamily="2" charset="-122"/>
                <a:ea typeface="华文楷体" panose="02010600040101010101" pitchFamily="2" charset="-122"/>
              </a:rPr>
              <a:t>表</a:t>
            </a:r>
            <a:r>
              <a:rPr lang="en-US" altLang="zh-CN" sz="1700" dirty="0">
                <a:solidFill>
                  <a:srgbClr val="000000"/>
                </a:solidFill>
                <a:latin typeface="华文楷体" panose="02010600040101010101" pitchFamily="2" charset="-122"/>
                <a:ea typeface="华文楷体" panose="02010600040101010101" pitchFamily="2" charset="-122"/>
              </a:rPr>
              <a:t>3.25  </a:t>
            </a:r>
            <a:r>
              <a:rPr lang="zh-CN" altLang="en-US" sz="1700" dirty="0">
                <a:solidFill>
                  <a:srgbClr val="000000"/>
                </a:solidFill>
                <a:latin typeface="华文楷体" panose="02010600040101010101" pitchFamily="2" charset="-122"/>
                <a:ea typeface="华文楷体" panose="02010600040101010101" pitchFamily="2" charset="-122"/>
              </a:rPr>
              <a:t>软件开发工种有关参数表</a:t>
            </a:r>
          </a:p>
        </p:txBody>
      </p:sp>
      <p:graphicFrame>
        <p:nvGraphicFramePr>
          <p:cNvPr id="24" name="Group 3">
            <a:extLst>
              <a:ext uri="{FF2B5EF4-FFF2-40B4-BE49-F238E27FC236}">
                <a16:creationId xmlns:a16="http://schemas.microsoft.com/office/drawing/2014/main" id="{6E3A6614-DDCB-4CA1-9910-9FA33F8CB690}"/>
              </a:ext>
            </a:extLst>
          </p:cNvPr>
          <p:cNvGraphicFramePr>
            <a:graphicFrameLocks/>
          </p:cNvGraphicFramePr>
          <p:nvPr>
            <p:extLst>
              <p:ext uri="{D42A27DB-BD31-4B8C-83A1-F6EECF244321}">
                <p14:modId xmlns:p14="http://schemas.microsoft.com/office/powerpoint/2010/main" val="3505162132"/>
              </p:ext>
            </p:extLst>
          </p:nvPr>
        </p:nvGraphicFramePr>
        <p:xfrm>
          <a:off x="215899" y="2581819"/>
          <a:ext cx="8712200" cy="2425699"/>
        </p:xfrm>
        <a:graphic>
          <a:graphicData uri="http://schemas.openxmlformats.org/drawingml/2006/table">
            <a:tbl>
              <a:tblPr/>
              <a:tblGrid>
                <a:gridCol w="627062">
                  <a:extLst>
                    <a:ext uri="{9D8B030D-6E8A-4147-A177-3AD203B41FA5}">
                      <a16:colId xmlns:a16="http://schemas.microsoft.com/office/drawing/2014/main" val="20000"/>
                    </a:ext>
                  </a:extLst>
                </a:gridCol>
                <a:gridCol w="3395663">
                  <a:extLst>
                    <a:ext uri="{9D8B030D-6E8A-4147-A177-3AD203B41FA5}">
                      <a16:colId xmlns:a16="http://schemas.microsoft.com/office/drawing/2014/main" val="20001"/>
                    </a:ext>
                  </a:extLst>
                </a:gridCol>
                <a:gridCol w="2081212">
                  <a:extLst>
                    <a:ext uri="{9D8B030D-6E8A-4147-A177-3AD203B41FA5}">
                      <a16:colId xmlns:a16="http://schemas.microsoft.com/office/drawing/2014/main" val="20002"/>
                    </a:ext>
                  </a:extLst>
                </a:gridCol>
                <a:gridCol w="2608263">
                  <a:extLst>
                    <a:ext uri="{9D8B030D-6E8A-4147-A177-3AD203B41FA5}">
                      <a16:colId xmlns:a16="http://schemas.microsoft.com/office/drawing/2014/main" val="20003"/>
                    </a:ext>
                  </a:extLst>
                </a:gridCol>
              </a:tblGrid>
              <a:tr h="731615">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序号</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软件开发人员工种</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90000"/>
                        </a:lnSpc>
                        <a:spcBef>
                          <a:spcPct val="20000"/>
                        </a:spcBef>
                        <a:spcAft>
                          <a:spcPct val="0"/>
                        </a:spcAft>
                        <a:buClr>
                          <a:schemeClr val="tx2"/>
                        </a:buClr>
                        <a:buSzPct val="75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开发人员费用率 </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各工种工作量占总工作量的百分比（</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3918">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系统分析员与总体设计人员</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endPar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3918">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详细设计人员（高级程序员）</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40</a:t>
                      </a:r>
                      <a:endPar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2330">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程序员</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40</a:t>
                      </a:r>
                      <a:r>
                        <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（含工种</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3918">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操作员与数据录入员</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94888548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机时费用表</a:t>
            </a:r>
          </a:p>
        </p:txBody>
      </p:sp>
      <p:graphicFrame>
        <p:nvGraphicFramePr>
          <p:cNvPr id="6" name="Group 2">
            <a:extLst>
              <a:ext uri="{FF2B5EF4-FFF2-40B4-BE49-F238E27FC236}">
                <a16:creationId xmlns:a16="http://schemas.microsoft.com/office/drawing/2014/main" id="{D1DCF240-2BD6-4DDF-AA2F-78E45184D934}"/>
              </a:ext>
            </a:extLst>
          </p:cNvPr>
          <p:cNvGraphicFramePr>
            <a:graphicFrameLocks/>
          </p:cNvGraphicFramePr>
          <p:nvPr>
            <p:extLst>
              <p:ext uri="{D42A27DB-BD31-4B8C-83A1-F6EECF244321}">
                <p14:modId xmlns:p14="http://schemas.microsoft.com/office/powerpoint/2010/main" val="2212170053"/>
              </p:ext>
            </p:extLst>
          </p:nvPr>
        </p:nvGraphicFramePr>
        <p:xfrm>
          <a:off x="1222204" y="890917"/>
          <a:ext cx="7196081" cy="3788105"/>
        </p:xfrm>
        <a:graphic>
          <a:graphicData uri="http://schemas.openxmlformats.org/drawingml/2006/table">
            <a:tbl>
              <a:tblPr/>
              <a:tblGrid>
                <a:gridCol w="1459134">
                  <a:extLst>
                    <a:ext uri="{9D8B030D-6E8A-4147-A177-3AD203B41FA5}">
                      <a16:colId xmlns:a16="http://schemas.microsoft.com/office/drawing/2014/main" val="20000"/>
                    </a:ext>
                  </a:extLst>
                </a:gridCol>
                <a:gridCol w="3588833">
                  <a:extLst>
                    <a:ext uri="{9D8B030D-6E8A-4147-A177-3AD203B41FA5}">
                      <a16:colId xmlns:a16="http://schemas.microsoft.com/office/drawing/2014/main" val="20001"/>
                    </a:ext>
                  </a:extLst>
                </a:gridCol>
                <a:gridCol w="2148114">
                  <a:extLst>
                    <a:ext uri="{9D8B030D-6E8A-4147-A177-3AD203B41FA5}">
                      <a16:colId xmlns:a16="http://schemas.microsoft.com/office/drawing/2014/main" val="20002"/>
                    </a:ext>
                  </a:extLst>
                </a:gridCol>
              </a:tblGrid>
              <a:tr h="493633">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序号</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机型</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机时费（元／时）</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1809">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１</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IBM308</a:t>
                      </a:r>
                      <a:r>
                        <a:rPr kumimoji="1"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等大型机</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300</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1809">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２</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DEC</a:t>
                      </a:r>
                      <a:r>
                        <a:rPr kumimoji="1"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等小型机、超小型机</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120</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1809">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３</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32</a:t>
                      </a:r>
                      <a:r>
                        <a:rPr kumimoji="1"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位工作站</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30</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1809">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４</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多用户高档微机终端</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1809">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５</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Pentium5</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1809">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６</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Pentium4</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1809">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７</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Pentium 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0.8</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11809">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８</a:t>
                      </a:r>
                    </a:p>
                  </a:txBody>
                  <a:tcPr marL="0" marR="0" marT="0" marB="0"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586</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eaLnBrk="0" hangingPunct="0">
                        <a:lnSpc>
                          <a:spcPct val="90000"/>
                        </a:lnSpc>
                        <a:spcBef>
                          <a:spcPct val="20000"/>
                        </a:spcBef>
                        <a:buClr>
                          <a:schemeClr val="tx2"/>
                        </a:buClr>
                        <a:buSzPct val="75000"/>
                        <a:buFont typeface="Wingdings" panose="05000000000000000000" pitchFamily="2" charset="2"/>
                        <a:defRPr sz="2800">
                          <a:solidFill>
                            <a:schemeClr val="tx1"/>
                          </a:solidFill>
                          <a:latin typeface="宋体" panose="02010600030101010101" pitchFamily="2" charset="-122"/>
                          <a:ea typeface="宋体" panose="02010600030101010101" pitchFamily="2" charset="-122"/>
                        </a:defRPr>
                      </a:lvl1pPr>
                      <a:lvl2pPr marL="742950" indent="-285750" eaLnBrk="0" hangingPunct="0">
                        <a:spcBef>
                          <a:spcPct val="20000"/>
                        </a:spcBef>
                        <a:buClr>
                          <a:schemeClr val="tx1"/>
                        </a:buClr>
                        <a:defRPr sz="2400">
                          <a:solidFill>
                            <a:schemeClr val="tx1"/>
                          </a:solidFill>
                          <a:latin typeface="宋体" panose="02010600030101010101" pitchFamily="2" charset="-122"/>
                          <a:ea typeface="宋体" panose="02010600030101010101" pitchFamily="2" charset="-122"/>
                        </a:defRPr>
                      </a:lvl2pPr>
                      <a:lvl3pPr marL="1143000" indent="-228600" eaLnBrk="0" hangingPunct="0">
                        <a:spcBef>
                          <a:spcPct val="20000"/>
                        </a:spcBef>
                        <a:buClr>
                          <a:srgbClr val="00CCFF"/>
                        </a:buClr>
                        <a:buSzPct val="65000"/>
                        <a:buFont typeface="Wingdings" panose="05000000000000000000" pitchFamily="2" charset="2"/>
                        <a:defRPr sz="2000">
                          <a:solidFill>
                            <a:schemeClr val="tx1"/>
                          </a:solidFill>
                          <a:latin typeface="宋体" panose="02010600030101010101" pitchFamily="2" charset="-122"/>
                          <a:ea typeface="宋体" panose="02010600030101010101" pitchFamily="2" charset="-122"/>
                        </a:defRPr>
                      </a:lvl3pPr>
                      <a:lvl4pPr marL="1600200" indent="-228600" eaLnBrk="0" hangingPunct="0">
                        <a:spcBef>
                          <a:spcPct val="20000"/>
                        </a:spcBef>
                        <a:buClr>
                          <a:schemeClr val="tx1"/>
                        </a:buClr>
                        <a:defRPr>
                          <a:solidFill>
                            <a:schemeClr val="tx1"/>
                          </a:solidFill>
                          <a:latin typeface="宋体" panose="02010600030101010101" pitchFamily="2" charset="-122"/>
                          <a:ea typeface="宋体" panose="02010600030101010101" pitchFamily="2" charset="-122"/>
                        </a:defRPr>
                      </a:lvl4pPr>
                      <a:lvl5pPr marL="2057400" indent="-228600" eaLnBrk="0" hangingPunct="0">
                        <a:spcBef>
                          <a:spcPct val="20000"/>
                        </a:spcBef>
                        <a:buClr>
                          <a:schemeClr val="accent1"/>
                        </a:buClr>
                        <a:defRPr>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20000"/>
                        </a:spcBef>
                        <a:spcAft>
                          <a:spcPct val="0"/>
                        </a:spcAft>
                        <a:buClr>
                          <a:schemeClr val="accent1"/>
                        </a:buClr>
                        <a:defRPr>
                          <a:solidFill>
                            <a:schemeClr val="tx1"/>
                          </a:solidFill>
                          <a:latin typeface="宋体" panose="02010600030101010101" pitchFamily="2" charset="-122"/>
                          <a:ea typeface="宋体" panose="02010600030101010101" pitchFamily="2" charset="-122"/>
                        </a:defRPr>
                      </a:lvl9p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0.5</a:t>
                      </a:r>
                    </a:p>
                  </a:txBody>
                  <a:tcPr marL="0" marR="0" marT="0" marB="0"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46634590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2842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3.4 </a:t>
            </a:r>
            <a:r>
              <a:rPr lang="zh-CN" altLang="en-US" sz="2400" spc="300" dirty="0">
                <a:latin typeface="微软雅黑" panose="020B0503020204020204" pitchFamily="34" charset="-122"/>
                <a:ea typeface="微软雅黑" panose="020B0503020204020204" pitchFamily="34" charset="-122"/>
              </a:rPr>
              <a:t>软件产品的定价与营销</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A343DEC-CFF6-41F5-B87C-0DFC08C67B76}"/>
                  </a:ext>
                </a:extLst>
              </p:cNvPr>
              <p:cNvSpPr/>
              <p:nvPr/>
            </p:nvSpPr>
            <p:spPr>
              <a:xfrm>
                <a:off x="611831" y="792628"/>
                <a:ext cx="7920338" cy="383027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例</a:t>
                </a:r>
                <a:r>
                  <a:rPr lang="en-US" altLang="zh-CN" sz="1700" dirty="0">
                    <a:solidFill>
                      <a:srgbClr val="000000"/>
                    </a:solidFill>
                    <a:latin typeface="华文楷体" panose="02010600040101010101" pitchFamily="2" charset="-122"/>
                    <a:ea typeface="华文楷体" panose="02010600040101010101" pitchFamily="2" charset="-122"/>
                  </a:rPr>
                  <a:t>3.12] </a:t>
                </a:r>
                <a:r>
                  <a:rPr lang="zh-CN" altLang="en-US" sz="1700" dirty="0">
                    <a:solidFill>
                      <a:srgbClr val="000000"/>
                    </a:solidFill>
                    <a:latin typeface="华文楷体" panose="02010600040101010101" pitchFamily="2" charset="-122"/>
                    <a:ea typeface="华文楷体" panose="02010600040101010101" pitchFamily="2" charset="-122"/>
                  </a:rPr>
                  <a:t>某定制型软件拟委托</a:t>
                </a:r>
                <a:r>
                  <a:rPr lang="en-US" altLang="zh-CN" sz="1700" dirty="0">
                    <a:solidFill>
                      <a:srgbClr val="000000"/>
                    </a:solidFill>
                    <a:latin typeface="华文楷体" panose="02010600040101010101" pitchFamily="2" charset="-122"/>
                    <a:ea typeface="华文楷体" panose="02010600040101010101" pitchFamily="2" charset="-122"/>
                  </a:rPr>
                  <a:t>A</a:t>
                </a:r>
                <a:r>
                  <a:rPr lang="zh-CN" altLang="en-US" sz="1700" dirty="0">
                    <a:solidFill>
                      <a:srgbClr val="000000"/>
                    </a:solidFill>
                    <a:latin typeface="华文楷体" panose="02010600040101010101" pitchFamily="2" charset="-122"/>
                    <a:ea typeface="华文楷体" panose="02010600040101010101" pitchFamily="2" charset="-122"/>
                  </a:rPr>
                  <a:t>公司负责构建与维护，若已知其硬件成本</a:t>
                </a:r>
                <a:r>
                  <a:rPr lang="en-US" altLang="zh-CN" sz="1700" dirty="0">
                    <a:solidFill>
                      <a:srgbClr val="000000"/>
                    </a:solidFill>
                    <a:latin typeface="华文楷体" panose="02010600040101010101" pitchFamily="2" charset="-122"/>
                    <a:ea typeface="华文楷体" panose="02010600040101010101" pitchFamily="2" charset="-122"/>
                  </a:rPr>
                  <a:t>C1 = 43</a:t>
                </a:r>
                <a:r>
                  <a:rPr lang="zh-CN" altLang="en-US" sz="1700" dirty="0">
                    <a:solidFill>
                      <a:srgbClr val="000000"/>
                    </a:solidFill>
                    <a:latin typeface="华文楷体" panose="02010600040101010101" pitchFamily="2" charset="-122"/>
                    <a:ea typeface="华文楷体" panose="02010600040101010101" pitchFamily="2" charset="-122"/>
                  </a:rPr>
                  <a:t>万元，有关软件规模</a:t>
                </a:r>
                <a:r>
                  <a:rPr lang="en-US" altLang="zh-CN" sz="1700" dirty="0">
                    <a:solidFill>
                      <a:srgbClr val="000000"/>
                    </a:solidFill>
                    <a:latin typeface="华文楷体" panose="02010600040101010101" pitchFamily="2" charset="-122"/>
                    <a:ea typeface="华文楷体" panose="02010600040101010101" pitchFamily="2" charset="-122"/>
                  </a:rPr>
                  <a:t>L=16Kloc</a:t>
                </a:r>
                <a:r>
                  <a:rPr lang="zh-CN" altLang="en-US" sz="1700" dirty="0">
                    <a:solidFill>
                      <a:srgbClr val="000000"/>
                    </a:solidFill>
                    <a:latin typeface="华文楷体" panose="02010600040101010101" pitchFamily="2" charset="-122"/>
                    <a:ea typeface="华文楷体" panose="02010600040101010101" pitchFamily="2" charset="-122"/>
                  </a:rPr>
                  <a:t>，软件开发生产率</a:t>
                </a:r>
                <a:r>
                  <a:rPr lang="en-US" altLang="zh-CN" sz="1700" dirty="0">
                    <a:solidFill>
                      <a:srgbClr val="000000"/>
                    </a:solidFill>
                    <a:latin typeface="华文楷体" panose="02010600040101010101" pitchFamily="2" charset="-122"/>
                    <a:ea typeface="华文楷体" panose="02010600040101010101" pitchFamily="2" charset="-122"/>
                  </a:rPr>
                  <a:t>L=16Kloc</a:t>
                </a:r>
                <a:r>
                  <a:rPr lang="zh-CN" altLang="en-US" sz="1700" dirty="0">
                    <a:solidFill>
                      <a:srgbClr val="000000"/>
                    </a:solidFill>
                    <a:latin typeface="华文楷体" panose="02010600040101010101" pitchFamily="2" charset="-122"/>
                    <a:ea typeface="华文楷体" panose="02010600040101010101" pitchFamily="2" charset="-122"/>
                  </a:rPr>
                  <a:t>，机时费用率</a:t>
                </a:r>
                <a14:m>
                  <m:oMath xmlns:m="http://schemas.openxmlformats.org/officeDocument/2006/math">
                    <m:r>
                      <a:rPr lang="zh-CN" altLang="en-US" sz="1600" i="1" smtClean="0">
                        <a:solidFill>
                          <a:srgbClr val="000000"/>
                        </a:solidFill>
                        <a:latin typeface="Cambria Math" panose="02040503050406030204" pitchFamily="18" charset="0"/>
                      </a:rPr>
                      <m:t>𝛿</m:t>
                    </m:r>
                    <m:r>
                      <a:rPr lang="zh-CN" altLang="en-US" sz="1600" i="1" smtClean="0">
                        <a:solidFill>
                          <a:srgbClr val="000000"/>
                        </a:solidFill>
                        <a:latin typeface="Cambria Math" panose="02040503050406030204" pitchFamily="18" charset="0"/>
                      </a:rPr>
                      <m:t>=160</m:t>
                    </m:r>
                    <m:r>
                      <a:rPr lang="zh-CN" altLang="en-US" sz="1600" i="1" smtClean="0">
                        <a:solidFill>
                          <a:srgbClr val="000000"/>
                        </a:solidFill>
                        <a:latin typeface="Cambria Math" panose="02040503050406030204" pitchFamily="18" charset="0"/>
                      </a:rPr>
                      <m:t>𝑙𝑜𝑐</m:t>
                    </m:r>
                    <m:r>
                      <a:rPr lang="zh-CN" altLang="en-US" sz="1600" i="1" smtClean="0">
                        <a:solidFill>
                          <a:srgbClr val="000000"/>
                        </a:solidFill>
                        <a:latin typeface="Cambria Math" panose="02040503050406030204" pitchFamily="18" charset="0"/>
                      </a:rPr>
                      <m:t>/</m:t>
                    </m:r>
                    <m:r>
                      <a:rPr lang="zh-CN" altLang="en-US" sz="1600" i="1" smtClean="0">
                        <a:solidFill>
                          <a:srgbClr val="000000"/>
                        </a:solidFill>
                        <a:latin typeface="Cambria Math" panose="02040503050406030204" pitchFamily="18" charset="0"/>
                      </a:rPr>
                      <m:t>人月</m:t>
                    </m:r>
                  </m:oMath>
                </a14:m>
                <a:r>
                  <a:rPr lang="zh-CN" altLang="en-US" sz="1700" dirty="0">
                    <a:solidFill>
                      <a:srgbClr val="000000"/>
                    </a:solidFill>
                    <a:latin typeface="华文楷体" panose="02010600040101010101" pitchFamily="2" charset="-122"/>
                    <a:ea typeface="华文楷体" panose="02010600040101010101" pitchFamily="2" charset="-122"/>
                  </a:rPr>
                  <a:t>，开发人员费用根据本地区行情取表</a:t>
                </a:r>
                <a:r>
                  <a:rPr lang="en-US" altLang="zh-CN" sz="1700" dirty="0">
                    <a:solidFill>
                      <a:srgbClr val="000000"/>
                    </a:solidFill>
                    <a:latin typeface="华文楷体" panose="02010600040101010101" pitchFamily="2" charset="-122"/>
                    <a:ea typeface="华文楷体" panose="02010600040101010101" pitchFamily="2" charset="-122"/>
                  </a:rPr>
                  <a:t>3.25</a:t>
                </a:r>
                <a:r>
                  <a:rPr lang="zh-CN" altLang="en-US" sz="1700" dirty="0">
                    <a:solidFill>
                      <a:srgbClr val="000000"/>
                    </a:solidFill>
                    <a:latin typeface="华文楷体" panose="02010600040101010101" pitchFamily="2" charset="-122"/>
                    <a:ea typeface="华文楷体" panose="02010600040101010101" pitchFamily="2" charset="-122"/>
                  </a:rPr>
                  <a:t>之下限，维护成本加成因子  </a:t>
                </a:r>
                <a14:m>
                  <m:oMath xmlns:m="http://schemas.openxmlformats.org/officeDocument/2006/math">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𝛾</m:t>
                        </m:r>
                      </m:e>
                      <m:sub>
                        <m:r>
                          <a:rPr lang="zh-CN" altLang="en-US" sz="1600" i="1">
                            <a:solidFill>
                              <a:srgbClr val="000000"/>
                            </a:solidFill>
                            <a:latin typeface="Cambria Math" panose="02040503050406030204" pitchFamily="18" charset="0"/>
                          </a:rPr>
                          <m:t>𝑀</m:t>
                        </m:r>
                      </m:sub>
                    </m:sSub>
                  </m:oMath>
                </a14:m>
                <a:r>
                  <a:rPr lang="en-US" altLang="zh-CN" sz="1700" dirty="0">
                    <a:solidFill>
                      <a:srgbClr val="000000"/>
                    </a:solidFill>
                    <a:latin typeface="华文楷体" panose="02010600040101010101" pitchFamily="2" charset="-122"/>
                    <a:ea typeface="华文楷体" panose="02010600040101010101" pitchFamily="2" charset="-122"/>
                  </a:rPr>
                  <a:t>= 0.6</a:t>
                </a:r>
                <a:r>
                  <a:rPr lang="zh-CN" altLang="en-US" sz="1700" dirty="0">
                    <a:solidFill>
                      <a:srgbClr val="000000"/>
                    </a:solidFill>
                    <a:latin typeface="华文楷体" panose="02010600040101010101" pitchFamily="2" charset="-122"/>
                    <a:ea typeface="华文楷体" panose="02010600040101010101" pitchFamily="2" charset="-122"/>
                  </a:rPr>
                  <a:t>，成本利用率</a:t>
                </a:r>
                <a14:m>
                  <m:oMath xmlns:m="http://schemas.openxmlformats.org/officeDocument/2006/math">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𝛾</m:t>
                        </m:r>
                      </m:e>
                      <m:sub>
                        <m:r>
                          <a:rPr lang="zh-CN" altLang="en-US" sz="1600" i="1">
                            <a:solidFill>
                              <a:srgbClr val="000000"/>
                            </a:solidFill>
                            <a:latin typeface="Cambria Math" panose="02040503050406030204" pitchFamily="18" charset="0"/>
                          </a:rPr>
                          <m:t>𝐶</m:t>
                        </m:r>
                      </m:sub>
                    </m:sSub>
                  </m:oMath>
                </a14:m>
                <a:r>
                  <a:rPr lang="zh-CN" altLang="en-US" sz="1700" dirty="0">
                    <a:solidFill>
                      <a:srgbClr val="000000"/>
                    </a:solidFill>
                    <a:latin typeface="华文楷体" panose="02010600040101010101" pitchFamily="2" charset="-122"/>
                    <a:ea typeface="华文楷体" panose="02010600040101010101" pitchFamily="2" charset="-122"/>
                  </a:rPr>
                  <a:t> </a:t>
                </a:r>
                <a:r>
                  <a:rPr lang="en-US" altLang="zh-CN" sz="1700" dirty="0">
                    <a:solidFill>
                      <a:srgbClr val="000000"/>
                    </a:solidFill>
                    <a:latin typeface="华文楷体" panose="02010600040101010101" pitchFamily="2" charset="-122"/>
                    <a:ea typeface="华文楷体" panose="02010600040101010101" pitchFamily="2" charset="-122"/>
                  </a:rPr>
                  <a:t>= 0.5</a:t>
                </a:r>
                <a:r>
                  <a:rPr lang="zh-CN" altLang="en-US" sz="1700" dirty="0">
                    <a:solidFill>
                      <a:srgbClr val="000000"/>
                    </a:solidFill>
                    <a:latin typeface="华文楷体" panose="02010600040101010101" pitchFamily="2" charset="-122"/>
                    <a:ea typeface="华文楷体" panose="02010600040101010101" pitchFamily="2" charset="-122"/>
                  </a:rPr>
                  <a:t>，软件平均税率</a:t>
                </a:r>
                <a14:m>
                  <m:oMath xmlns:m="http://schemas.openxmlformats.org/officeDocument/2006/math">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𝛾</m:t>
                        </m:r>
                      </m:e>
                      <m:sub>
                        <m:r>
                          <a:rPr lang="zh-CN" altLang="en-US" sz="1600" i="1">
                            <a:solidFill>
                              <a:srgbClr val="000000"/>
                            </a:solidFill>
                            <a:latin typeface="Cambria Math" panose="02040503050406030204" pitchFamily="18" charset="0"/>
                          </a:rPr>
                          <m:t>0</m:t>
                        </m:r>
                      </m:sub>
                    </m:sSub>
                  </m:oMath>
                </a14:m>
                <a:r>
                  <a:rPr lang="en-US" altLang="zh-CN" sz="1700" dirty="0">
                    <a:solidFill>
                      <a:srgbClr val="000000"/>
                    </a:solidFill>
                    <a:latin typeface="华文楷体" panose="02010600040101010101" pitchFamily="2" charset="-122"/>
                    <a:ea typeface="华文楷体" panose="02010600040101010101" pitchFamily="2" charset="-122"/>
                  </a:rPr>
                  <a:t>= 0.2</a:t>
                </a:r>
                <a:r>
                  <a:rPr lang="zh-CN" altLang="en-US" sz="1700" dirty="0">
                    <a:solidFill>
                      <a:srgbClr val="000000"/>
                    </a:solidFill>
                    <a:latin typeface="华文楷体" panose="02010600040101010101" pitchFamily="2" charset="-122"/>
                    <a:ea typeface="华文楷体" panose="02010600040101010101" pitchFamily="2" charset="-122"/>
                  </a:rPr>
                  <a:t>，试为</a:t>
                </a:r>
                <a:r>
                  <a:rPr lang="en-US" altLang="zh-CN" sz="1700" dirty="0">
                    <a:solidFill>
                      <a:srgbClr val="000000"/>
                    </a:solidFill>
                    <a:latin typeface="华文楷体" panose="02010600040101010101" pitchFamily="2" charset="-122"/>
                    <a:ea typeface="华文楷体" panose="02010600040101010101" pitchFamily="2" charset="-122"/>
                  </a:rPr>
                  <a:t>A</a:t>
                </a:r>
                <a:r>
                  <a:rPr lang="zh-CN" altLang="en-US" sz="1700" dirty="0">
                    <a:solidFill>
                      <a:srgbClr val="000000"/>
                    </a:solidFill>
                    <a:latin typeface="华文楷体" panose="02010600040101010101" pitchFamily="2" charset="-122"/>
                    <a:ea typeface="华文楷体" panose="02010600040101010101" pitchFamily="2" charset="-122"/>
                  </a:rPr>
                  <a:t>公司确定此软件价格</a:t>
                </a:r>
                <a:r>
                  <a:rPr lang="en-US" altLang="zh-CN" sz="1700" dirty="0">
                    <a:solidFill>
                      <a:srgbClr val="000000"/>
                    </a:solidFill>
                    <a:latin typeface="华文楷体" panose="02010600040101010101" pitchFamily="2" charset="-122"/>
                    <a:ea typeface="华文楷体" panose="02010600040101010101" pitchFamily="2" charset="-122"/>
                  </a:rPr>
                  <a:t>P</a:t>
                </a:r>
                <a:r>
                  <a:rPr lang="zh-CN" altLang="en-US" sz="1700" dirty="0">
                    <a:solidFill>
                      <a:srgbClr val="000000"/>
                    </a:solidFill>
                    <a:latin typeface="华文楷体" panose="02010600040101010101" pitchFamily="2" charset="-122"/>
                    <a:ea typeface="华文楷体" panose="02010600040101010101" pitchFamily="2" charset="-122"/>
                  </a:rPr>
                  <a:t>。</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解：由表</a:t>
                </a:r>
                <a:r>
                  <a:rPr lang="en-US" altLang="zh-CN" sz="1700" dirty="0">
                    <a:solidFill>
                      <a:srgbClr val="000000"/>
                    </a:solidFill>
                    <a:latin typeface="华文楷体" panose="02010600040101010101" pitchFamily="2" charset="-122"/>
                    <a:ea typeface="华文楷体" panose="02010600040101010101" pitchFamily="2" charset="-122"/>
                  </a:rPr>
                  <a:t>3.25</a:t>
                </a:r>
                <a:r>
                  <a:rPr lang="zh-CN" altLang="en-US" sz="1700" dirty="0">
                    <a:solidFill>
                      <a:srgbClr val="000000"/>
                    </a:solidFill>
                    <a:latin typeface="华文楷体" panose="02010600040101010101" pitchFamily="2" charset="-122"/>
                    <a:ea typeface="华文楷体" panose="02010600040101010101" pitchFamily="2" charset="-122"/>
                  </a:rPr>
                  <a:t>之开发人员费用下限有平均费用率：</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a:t>
                </a:r>
                <a14:m>
                  <m:oMath xmlns:m="http://schemas.openxmlformats.org/officeDocument/2006/math">
                    <m:acc>
                      <m:accPr>
                        <m:chr m:val="̄"/>
                        <m:ctrlPr>
                          <a:rPr lang="zh-CN" altLang="en-US" sz="1600" i="1" smtClean="0">
                            <a:solidFill>
                              <a:srgbClr val="000000"/>
                            </a:solidFill>
                            <a:latin typeface="Cambria Math" panose="02040503050406030204" pitchFamily="18" charset="0"/>
                          </a:rPr>
                        </m:ctrlPr>
                      </m:accPr>
                      <m:e>
                        <m:r>
                          <a:rPr lang="zh-CN" altLang="en-US" sz="1600" i="1">
                            <a:solidFill>
                              <a:srgbClr val="000000"/>
                            </a:solidFill>
                            <a:latin typeface="Cambria Math" panose="02040503050406030204" pitchFamily="18" charset="0"/>
                          </a:rPr>
                          <m:t>𝛼</m:t>
                        </m:r>
                      </m:e>
                    </m:acc>
                    <m:r>
                      <a:rPr lang="zh-CN" altLang="en-US" sz="1600" i="1">
                        <a:solidFill>
                          <a:srgbClr val="000000"/>
                        </a:solidFill>
                        <a:latin typeface="Cambria Math" panose="02040503050406030204" pitchFamily="18" charset="0"/>
                      </a:rPr>
                      <m:t>=</m:t>
                    </m:r>
                    <m:nary>
                      <m:naryPr>
                        <m:chr m:val="∑"/>
                        <m:ctrlPr>
                          <a:rPr lang="zh-CN" altLang="en-US" sz="1600" i="1">
                            <a:solidFill>
                              <a:srgbClr val="000000"/>
                            </a:solidFill>
                            <a:latin typeface="Cambria Math" panose="02040503050406030204" pitchFamily="18" charset="0"/>
                          </a:rPr>
                        </m:ctrlPr>
                      </m:naryPr>
                      <m:sub>
                        <m:r>
                          <a:rPr lang="zh-CN" altLang="en-US" sz="1600" i="1">
                            <a:solidFill>
                              <a:srgbClr val="000000"/>
                            </a:solidFill>
                            <a:latin typeface="Cambria Math" panose="02040503050406030204" pitchFamily="18" charset="0"/>
                          </a:rPr>
                          <m:t>𝑘</m:t>
                        </m:r>
                        <m:r>
                          <a:rPr lang="zh-CN" altLang="en-US" sz="1600" i="1">
                            <a:solidFill>
                              <a:srgbClr val="000000"/>
                            </a:solidFill>
                            <a:latin typeface="Cambria Math" panose="02040503050406030204" pitchFamily="18" charset="0"/>
                          </a:rPr>
                          <m:t>=1</m:t>
                        </m:r>
                      </m:sub>
                      <m:sup>
                        <m:r>
                          <a:rPr lang="zh-CN" altLang="en-US" sz="1600" i="1">
                            <a:solidFill>
                              <a:srgbClr val="000000"/>
                            </a:solidFill>
                            <a:latin typeface="Cambria Math" panose="02040503050406030204" pitchFamily="18" charset="0"/>
                          </a:rPr>
                          <m:t>3</m:t>
                        </m:r>
                      </m:sup>
                      <m:e>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𝛼</m:t>
                            </m:r>
                          </m:e>
                          <m:sub>
                            <m:r>
                              <a:rPr lang="zh-CN" altLang="en-US" sz="1600" i="1">
                                <a:solidFill>
                                  <a:srgbClr val="000000"/>
                                </a:solidFill>
                                <a:latin typeface="Cambria Math" panose="02040503050406030204" pitchFamily="18" charset="0"/>
                              </a:rPr>
                              <m:t>𝑘</m:t>
                            </m:r>
                          </m:sub>
                        </m:sSub>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𝑑</m:t>
                            </m:r>
                          </m:e>
                          <m:sub>
                            <m:r>
                              <a:rPr lang="zh-CN" altLang="en-US" sz="1600" i="1">
                                <a:solidFill>
                                  <a:srgbClr val="000000"/>
                                </a:solidFill>
                                <a:latin typeface="Cambria Math" panose="02040503050406030204" pitchFamily="18" charset="0"/>
                              </a:rPr>
                              <m:t>𝑘</m:t>
                            </m:r>
                          </m:sub>
                        </m:sSub>
                      </m:e>
                    </m:nary>
                    <m:r>
                      <a:rPr lang="zh-CN" altLang="en-US" sz="1600" i="1">
                        <a:solidFill>
                          <a:srgbClr val="000000"/>
                        </a:solidFill>
                        <a:latin typeface="Cambria Math" panose="02040503050406030204" pitchFamily="18" charset="0"/>
                      </a:rPr>
                      <m:t>=5×0.2+3×0.4+2×0.4=</m:t>
                    </m:r>
                  </m:oMath>
                </a14:m>
                <a:r>
                  <a:rPr lang="en-US" altLang="zh-CN" sz="1700" dirty="0">
                    <a:solidFill>
                      <a:srgbClr val="000000"/>
                    </a:solidFill>
                    <a:latin typeface="华文楷体" panose="02010600040101010101" pitchFamily="2" charset="-122"/>
                    <a:ea typeface="华文楷体" panose="02010600040101010101" pitchFamily="2" charset="-122"/>
                  </a:rPr>
                  <a:t>3</a:t>
                </a:r>
                <a:r>
                  <a:rPr lang="zh-CN" altLang="en-US" sz="1700" dirty="0">
                    <a:solidFill>
                      <a:srgbClr val="000000"/>
                    </a:solidFill>
                    <a:latin typeface="华文楷体" panose="02010600040101010101" pitchFamily="2" charset="-122"/>
                    <a:ea typeface="华文楷体" panose="02010600040101010101" pitchFamily="2" charset="-122"/>
                  </a:rPr>
                  <a:t>万元</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人年</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14:m>
                  <m:oMath xmlns:m="http://schemas.openxmlformats.org/officeDocument/2006/math">
                    <m:r>
                      <a:rPr lang="zh-CN" altLang="en-US" sz="1600" i="1" smtClean="0">
                        <a:solidFill>
                          <a:srgbClr val="000000"/>
                        </a:solidFill>
                        <a:latin typeface="Cambria Math" panose="02040503050406030204" pitchFamily="18" charset="0"/>
                      </a:rPr>
                      <m:t>𝑀</m:t>
                    </m:r>
                    <m:r>
                      <a:rPr lang="zh-CN" altLang="en-US" sz="1600" i="1" smtClean="0">
                        <a:solidFill>
                          <a:srgbClr val="000000"/>
                        </a:solidFill>
                        <a:latin typeface="Cambria Math" panose="02040503050406030204" pitchFamily="18" charset="0"/>
                      </a:rPr>
                      <m:t>=</m:t>
                    </m:r>
                    <m:r>
                      <a:rPr lang="zh-CN" altLang="en-US" sz="1600" i="1" smtClean="0">
                        <a:solidFill>
                          <a:srgbClr val="000000"/>
                        </a:solidFill>
                        <a:latin typeface="Cambria Math" panose="02040503050406030204" pitchFamily="18" charset="0"/>
                      </a:rPr>
                      <m:t>𝐿</m:t>
                    </m:r>
                    <m:r>
                      <a:rPr lang="zh-CN" altLang="en-US" sz="1600" i="1" smtClean="0">
                        <a:solidFill>
                          <a:srgbClr val="000000"/>
                        </a:solidFill>
                        <a:latin typeface="Cambria Math" panose="02040503050406030204" pitchFamily="18" charset="0"/>
                      </a:rPr>
                      <m:t>/</m:t>
                    </m:r>
                    <m:r>
                      <a:rPr lang="zh-CN" altLang="en-US" sz="1600" i="1" smtClean="0">
                        <a:solidFill>
                          <a:srgbClr val="000000"/>
                        </a:solidFill>
                        <a:latin typeface="Cambria Math" panose="02040503050406030204" pitchFamily="18" charset="0"/>
                      </a:rPr>
                      <m:t>𝛿</m:t>
                    </m:r>
                    <m:r>
                      <a:rPr lang="zh-CN" altLang="en-US" sz="1600" i="1" smtClean="0">
                        <a:solidFill>
                          <a:srgbClr val="000000"/>
                        </a:solidFill>
                        <a:latin typeface="Cambria Math" panose="02040503050406030204" pitchFamily="18" charset="0"/>
                      </a:rPr>
                      <m:t>=</m:t>
                    </m:r>
                    <m:f>
                      <m:fPr>
                        <m:type m:val="skw"/>
                        <m:ctrlPr>
                          <a:rPr lang="zh-CN" altLang="en-US" sz="1600" i="1">
                            <a:solidFill>
                              <a:srgbClr val="000000"/>
                            </a:solidFill>
                            <a:latin typeface="Cambria Math" panose="02040503050406030204" pitchFamily="18" charset="0"/>
                          </a:rPr>
                        </m:ctrlPr>
                      </m:fPr>
                      <m:num>
                        <m:r>
                          <a:rPr lang="zh-CN" altLang="en-US" sz="1600" i="1">
                            <a:solidFill>
                              <a:srgbClr val="000000"/>
                            </a:solidFill>
                            <a:latin typeface="Cambria Math" panose="02040503050406030204" pitchFamily="18" charset="0"/>
                          </a:rPr>
                          <m:t>16</m:t>
                        </m:r>
                        <m:r>
                          <a:rPr lang="zh-CN" altLang="en-US" sz="1600" i="1">
                            <a:solidFill>
                              <a:srgbClr val="000000"/>
                            </a:solidFill>
                            <a:latin typeface="Cambria Math" panose="02040503050406030204" pitchFamily="18" charset="0"/>
                          </a:rPr>
                          <m:t>𝐾𝐿𝑂𝐶</m:t>
                        </m:r>
                      </m:num>
                      <m:den>
                        <m:r>
                          <a:rPr lang="zh-CN" altLang="en-US" sz="1600" i="1">
                            <a:solidFill>
                              <a:srgbClr val="000000"/>
                            </a:solidFill>
                            <a:latin typeface="Cambria Math" panose="02040503050406030204" pitchFamily="18" charset="0"/>
                          </a:rPr>
                          <m:t>160</m:t>
                        </m:r>
                        <m:r>
                          <a:rPr lang="zh-CN" altLang="en-US" sz="1600" i="1">
                            <a:solidFill>
                              <a:srgbClr val="000000"/>
                            </a:solidFill>
                            <a:latin typeface="Cambria Math" panose="02040503050406030204" pitchFamily="18" charset="0"/>
                          </a:rPr>
                          <m:t>𝐿𝑂𝐶</m:t>
                        </m:r>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人月</m:t>
                        </m:r>
                      </m:den>
                    </m:f>
                    <m:r>
                      <a:rPr lang="zh-CN" altLang="en-US" sz="1600" i="1">
                        <a:solidFill>
                          <a:srgbClr val="000000"/>
                        </a:solidFill>
                        <a:latin typeface="Cambria Math" panose="02040503050406030204" pitchFamily="18" charset="0"/>
                      </a:rPr>
                      <m:t>=100</m:t>
                    </m:r>
                    <m:r>
                      <a:rPr lang="zh-CN" altLang="en-US" sz="1600" i="1">
                        <a:solidFill>
                          <a:srgbClr val="000000"/>
                        </a:solidFill>
                        <a:latin typeface="Cambria Math" panose="02040503050406030204" pitchFamily="18" charset="0"/>
                      </a:rPr>
                      <m:t>人月</m:t>
                    </m:r>
                  </m:oMath>
                </a14:m>
                <a:endParaRPr lang="en-US" altLang="zh-CN" sz="1600" dirty="0"/>
              </a:p>
              <a:p>
                <a:pPr marL="285750" indent="-285750" algn="just">
                  <a:lnSpc>
                    <a:spcPct val="150000"/>
                  </a:lnSpc>
                  <a:buFont typeface="Arial" panose="020B0604020202020204" pitchFamily="34" charset="0"/>
                  <a:buChar char="•"/>
                </a:pPr>
                <a14:m>
                  <m:oMath xmlns:m="http://schemas.openxmlformats.org/officeDocument/2006/math">
                    <m:sSub>
                      <m:sSubPr>
                        <m:ctrlPr>
                          <a:rPr lang="zh-CN" altLang="en-US" sz="1600" i="1" smtClean="0">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𝐶</m:t>
                        </m:r>
                      </m:e>
                      <m:sub>
                        <m:r>
                          <a:rPr lang="zh-CN" altLang="en-US" sz="1600" i="1">
                            <a:solidFill>
                              <a:srgbClr val="000000"/>
                            </a:solidFill>
                            <a:latin typeface="Cambria Math" panose="02040503050406030204" pitchFamily="18" charset="0"/>
                          </a:rPr>
                          <m:t>2</m:t>
                        </m:r>
                        <m:r>
                          <a:rPr lang="zh-CN" altLang="en-US" sz="1600" i="1">
                            <a:solidFill>
                              <a:srgbClr val="000000"/>
                            </a:solidFill>
                            <a:latin typeface="Cambria Math" panose="02040503050406030204" pitchFamily="18" charset="0"/>
                          </a:rPr>
                          <m:t>𝐴</m:t>
                        </m:r>
                      </m:sub>
                    </m:sSub>
                    <m:r>
                      <a:rPr lang="zh-CN" altLang="en-US" sz="1600" i="1">
                        <a:solidFill>
                          <a:srgbClr val="000000"/>
                        </a:solidFill>
                        <a:latin typeface="Cambria Math" panose="02040503050406030204" pitchFamily="18" charset="0"/>
                      </a:rPr>
                      <m:t>=</m:t>
                    </m:r>
                    <m:acc>
                      <m:accPr>
                        <m:chr m:val="̄"/>
                        <m:ctrlPr>
                          <a:rPr lang="zh-CN" altLang="en-US" sz="1600" i="1">
                            <a:solidFill>
                              <a:srgbClr val="000000"/>
                            </a:solidFill>
                            <a:latin typeface="Cambria Math" panose="02040503050406030204" pitchFamily="18" charset="0"/>
                          </a:rPr>
                        </m:ctrlPr>
                      </m:accPr>
                      <m:e>
                        <m:r>
                          <a:rPr lang="zh-CN" altLang="en-US" sz="1600" i="1">
                            <a:solidFill>
                              <a:srgbClr val="000000"/>
                            </a:solidFill>
                            <a:latin typeface="Cambria Math" panose="02040503050406030204" pitchFamily="18" charset="0"/>
                          </a:rPr>
                          <m:t>𝛼</m:t>
                        </m:r>
                      </m:e>
                    </m:acc>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𝑀</m:t>
                    </m:r>
                    <m:r>
                      <a:rPr lang="zh-CN" altLang="en-US" sz="1600" i="1">
                        <a:solidFill>
                          <a:srgbClr val="000000"/>
                        </a:solidFill>
                        <a:latin typeface="Cambria Math" panose="02040503050406030204" pitchFamily="18" charset="0"/>
                      </a:rPr>
                      <m:t>=3</m:t>
                    </m:r>
                    <m:r>
                      <a:rPr lang="zh-CN" altLang="en-US" sz="1600" i="1">
                        <a:solidFill>
                          <a:srgbClr val="000000"/>
                        </a:solidFill>
                        <a:latin typeface="Cambria Math" panose="02040503050406030204" pitchFamily="18" charset="0"/>
                      </a:rPr>
                      <m:t>万元</m:t>
                    </m:r>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人年</m:t>
                    </m:r>
                    <m:r>
                      <a:rPr lang="zh-CN" altLang="en-US" sz="1600" i="1">
                        <a:solidFill>
                          <a:srgbClr val="000000"/>
                        </a:solidFill>
                        <a:latin typeface="Cambria Math" panose="02040503050406030204" pitchFamily="18" charset="0"/>
                      </a:rPr>
                      <m:t>×100</m:t>
                    </m:r>
                    <m:r>
                      <a:rPr lang="zh-CN" altLang="en-US" sz="1600" i="1">
                        <a:solidFill>
                          <a:srgbClr val="000000"/>
                        </a:solidFill>
                        <a:latin typeface="Cambria Math" panose="02040503050406030204" pitchFamily="18" charset="0"/>
                      </a:rPr>
                      <m:t>人月</m:t>
                    </m:r>
                    <m:r>
                      <a:rPr lang="zh-CN" altLang="en-US" sz="1600" i="1">
                        <a:solidFill>
                          <a:srgbClr val="000000"/>
                        </a:solidFill>
                        <a:latin typeface="Cambria Math" panose="02040503050406030204" pitchFamily="18" charset="0"/>
                      </a:rPr>
                      <m:t>=3×</m:t>
                    </m:r>
                    <m:f>
                      <m:fPr>
                        <m:ctrlPr>
                          <a:rPr lang="zh-CN" altLang="en-US" sz="1600" i="1">
                            <a:solidFill>
                              <a:srgbClr val="000000"/>
                            </a:solidFill>
                            <a:latin typeface="Cambria Math" panose="02040503050406030204" pitchFamily="18" charset="0"/>
                          </a:rPr>
                        </m:ctrlPr>
                      </m:fPr>
                      <m:num>
                        <m:r>
                          <a:rPr lang="zh-CN" altLang="en-US" sz="1600" i="1">
                            <a:solidFill>
                              <a:srgbClr val="000000"/>
                            </a:solidFill>
                            <a:latin typeface="Cambria Math" panose="02040503050406030204" pitchFamily="18" charset="0"/>
                          </a:rPr>
                          <m:t>100</m:t>
                        </m:r>
                      </m:num>
                      <m:den>
                        <m:r>
                          <a:rPr lang="zh-CN" altLang="en-US" sz="1600" i="1">
                            <a:solidFill>
                              <a:srgbClr val="000000"/>
                            </a:solidFill>
                            <a:latin typeface="Cambria Math" panose="02040503050406030204" pitchFamily="18" charset="0"/>
                          </a:rPr>
                          <m:t>12</m:t>
                        </m:r>
                      </m:den>
                    </m:f>
                    <m:r>
                      <a:rPr lang="zh-CN" altLang="en-US" sz="1600" i="1">
                        <a:solidFill>
                          <a:srgbClr val="000000"/>
                        </a:solidFill>
                        <a:latin typeface="Cambria Math" panose="02040503050406030204" pitchFamily="18" charset="0"/>
                      </a:rPr>
                      <m:t>=25</m:t>
                    </m:r>
                    <m:r>
                      <a:rPr lang="zh-CN" altLang="en-US" sz="1600" i="1">
                        <a:solidFill>
                          <a:srgbClr val="000000"/>
                        </a:solidFill>
                        <a:latin typeface="Cambria Math" panose="02040503050406030204" pitchFamily="18" charset="0"/>
                      </a:rPr>
                      <m:t>万元</m:t>
                    </m:r>
                  </m:oMath>
                </a14:m>
                <a:endParaRPr lang="zh-CN" altLang="en-US" sz="1700" dirty="0">
                  <a:solidFill>
                    <a:srgbClr val="000000"/>
                  </a:solidFill>
                  <a:latin typeface="华文楷体" panose="02010600040101010101" pitchFamily="2" charset="-122"/>
                  <a:ea typeface="华文楷体" panose="02010600040101010101" pitchFamily="2" charset="-122"/>
                </a:endParaRPr>
              </a:p>
            </p:txBody>
          </p:sp>
        </mc:Choice>
        <mc:Fallback xmlns="">
          <p:sp>
            <p:nvSpPr>
              <p:cNvPr id="2" name="矩形 1">
                <a:extLst>
                  <a:ext uri="{FF2B5EF4-FFF2-40B4-BE49-F238E27FC236}">
                    <a16:creationId xmlns:a16="http://schemas.microsoft.com/office/drawing/2014/main" id="{1A343DEC-CFF6-41F5-B87C-0DFC08C67B76}"/>
                  </a:ext>
                </a:extLst>
              </p:cNvPr>
              <p:cNvSpPr>
                <a:spLocks noRot="1" noChangeAspect="1" noMove="1" noResize="1" noEditPoints="1" noAdjustHandles="1" noChangeArrowheads="1" noChangeShapeType="1" noTextEdit="1"/>
              </p:cNvSpPr>
              <p:nvPr/>
            </p:nvSpPr>
            <p:spPr>
              <a:xfrm>
                <a:off x="611831" y="792628"/>
                <a:ext cx="7920338" cy="3830279"/>
              </a:xfrm>
              <a:prstGeom prst="rect">
                <a:avLst/>
              </a:prstGeom>
              <a:blipFill>
                <a:blip r:embed="rId3"/>
                <a:stretch>
                  <a:fillRect l="-385" r="-462" b="-50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9950676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990195"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免费使用策略</a:t>
            </a:r>
            <a:r>
              <a:rPr lang="en-US" altLang="zh-CN" sz="2400" spc="300" dirty="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软件版本</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A343DEC-CFF6-41F5-B87C-0DFC08C67B76}"/>
                  </a:ext>
                </a:extLst>
              </p:cNvPr>
              <p:cNvSpPr/>
              <p:nvPr/>
            </p:nvSpPr>
            <p:spPr>
              <a:xfrm>
                <a:off x="611831" y="792628"/>
                <a:ext cx="7920338" cy="2927404"/>
              </a:xfrm>
              <a:prstGeom prst="rect">
                <a:avLst/>
              </a:prstGeom>
            </p:spPr>
            <p:txBody>
              <a:bodyPr wrap="square">
                <a:spAutoFit/>
              </a:bodyPr>
              <a:lstStyle/>
              <a:p>
                <a:pPr marL="285750" indent="-285750" algn="just">
                  <a:lnSpc>
                    <a:spcPct val="150000"/>
                  </a:lnSpc>
                  <a:buFont typeface="Arial" panose="020B0604020202020204" pitchFamily="34" charset="0"/>
                  <a:buChar char="•"/>
                </a:pPr>
                <a14:m>
                  <m:oMath xmlns:m="http://schemas.openxmlformats.org/officeDocument/2006/math">
                    <m:sSub>
                      <m:sSubPr>
                        <m:ctrlPr>
                          <a:rPr lang="zh-CN" altLang="en-US" sz="1600" i="1" smtClean="0">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𝐶</m:t>
                        </m:r>
                      </m:e>
                      <m:sub>
                        <m:r>
                          <a:rPr lang="zh-CN" altLang="en-US" sz="1600" i="1">
                            <a:solidFill>
                              <a:srgbClr val="000000"/>
                            </a:solidFill>
                            <a:latin typeface="Cambria Math" panose="02040503050406030204" pitchFamily="18" charset="0"/>
                          </a:rPr>
                          <m:t>2</m:t>
                        </m:r>
                        <m:r>
                          <a:rPr lang="zh-CN" altLang="en-US" sz="1600" i="1">
                            <a:solidFill>
                              <a:srgbClr val="000000"/>
                            </a:solidFill>
                            <a:latin typeface="Cambria Math" panose="02040503050406030204" pitchFamily="18" charset="0"/>
                          </a:rPr>
                          <m:t>𝐵</m:t>
                        </m:r>
                      </m:sub>
                    </m:sSub>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𝛽</m:t>
                    </m:r>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𝑀</m:t>
                    </m:r>
                    <m:r>
                      <a:rPr lang="zh-CN" altLang="en-US" sz="1600" i="1">
                        <a:solidFill>
                          <a:srgbClr val="000000"/>
                        </a:solidFill>
                        <a:latin typeface="Cambria Math" panose="02040503050406030204" pitchFamily="18" charset="0"/>
                      </a:rPr>
                      <m:t>=200</m:t>
                    </m:r>
                    <m:r>
                      <a:rPr lang="zh-CN" altLang="en-US" sz="1600" i="1">
                        <a:solidFill>
                          <a:srgbClr val="000000"/>
                        </a:solidFill>
                        <a:latin typeface="Cambria Math" panose="02040503050406030204" pitchFamily="18" charset="0"/>
                      </a:rPr>
                      <m:t>元</m:t>
                    </m:r>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人月</m:t>
                    </m:r>
                    <m:r>
                      <a:rPr lang="zh-CN" altLang="en-US" sz="1600" i="1">
                        <a:solidFill>
                          <a:srgbClr val="000000"/>
                        </a:solidFill>
                        <a:latin typeface="Cambria Math" panose="02040503050406030204" pitchFamily="18" charset="0"/>
                      </a:rPr>
                      <m:t>×100</m:t>
                    </m:r>
                    <m:r>
                      <a:rPr lang="zh-CN" altLang="en-US" sz="1600" i="1">
                        <a:solidFill>
                          <a:srgbClr val="000000"/>
                        </a:solidFill>
                        <a:latin typeface="Cambria Math" panose="02040503050406030204" pitchFamily="18" charset="0"/>
                      </a:rPr>
                      <m:t>人月</m:t>
                    </m:r>
                    <m:r>
                      <a:rPr lang="zh-CN" altLang="en-US" sz="1600" i="1">
                        <a:solidFill>
                          <a:srgbClr val="000000"/>
                        </a:solidFill>
                        <a:latin typeface="Cambria Math" panose="02040503050406030204" pitchFamily="18" charset="0"/>
                      </a:rPr>
                      <m:t>==2</m:t>
                    </m:r>
                    <m:r>
                      <a:rPr lang="zh-CN" altLang="en-US" sz="1600" i="1">
                        <a:solidFill>
                          <a:srgbClr val="000000"/>
                        </a:solidFill>
                        <a:latin typeface="Cambria Math" panose="02040503050406030204" pitchFamily="18" charset="0"/>
                      </a:rPr>
                      <m:t>万元</m:t>
                    </m:r>
                  </m:oMath>
                </a14:m>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又由于硬件成本经分析统计已得知</a:t>
                </a:r>
                <a:r>
                  <a:rPr lang="en-US" altLang="zh-CN" sz="1700" dirty="0">
                    <a:solidFill>
                      <a:srgbClr val="000000"/>
                    </a:solidFill>
                    <a:latin typeface="华文楷体" panose="02010600040101010101" pitchFamily="2" charset="-122"/>
                    <a:ea typeface="华文楷体" panose="02010600040101010101" pitchFamily="2" charset="-122"/>
                  </a:rPr>
                  <a:t>C1=43</a:t>
                </a:r>
                <a:r>
                  <a:rPr lang="zh-CN" altLang="en-US" sz="1700" dirty="0">
                    <a:solidFill>
                      <a:srgbClr val="000000"/>
                    </a:solidFill>
                    <a:latin typeface="华文楷体" panose="02010600040101010101" pitchFamily="2" charset="-122"/>
                    <a:ea typeface="华文楷体" panose="02010600040101010101" pitchFamily="2" charset="-122"/>
                  </a:rPr>
                  <a:t>万元，故有总成本</a:t>
                </a:r>
              </a:p>
              <a:p>
                <a:pPr marL="285750" indent="-285750" algn="just">
                  <a:lnSpc>
                    <a:spcPct val="150000"/>
                  </a:lnSpc>
                  <a:buFont typeface="Arial" panose="020B0604020202020204" pitchFamily="34" charset="0"/>
                  <a:buChar char="•"/>
                </a:pPr>
                <a14:m>
                  <m:oMath xmlns:m="http://schemas.openxmlformats.org/officeDocument/2006/math">
                    <m:r>
                      <a:rPr lang="zh-CN" altLang="en-US" sz="1600" i="1" smtClean="0">
                        <a:solidFill>
                          <a:srgbClr val="000000"/>
                        </a:solidFill>
                        <a:latin typeface="Cambria Math" panose="02040503050406030204" pitchFamily="18" charset="0"/>
                      </a:rPr>
                      <m:t>𝐶</m:t>
                    </m:r>
                    <m:r>
                      <a:rPr lang="zh-CN" altLang="en-US" sz="1600" i="1" smtClean="0">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𝐶</m:t>
                        </m:r>
                      </m:e>
                      <m:sub>
                        <m:r>
                          <a:rPr lang="zh-CN" altLang="en-US" sz="1600" i="1">
                            <a:solidFill>
                              <a:srgbClr val="000000"/>
                            </a:solidFill>
                            <a:latin typeface="Cambria Math" panose="02040503050406030204" pitchFamily="18" charset="0"/>
                          </a:rPr>
                          <m:t>1</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𝐶</m:t>
                        </m:r>
                      </m:e>
                      <m:sub>
                        <m:r>
                          <a:rPr lang="zh-CN" altLang="en-US" sz="1600" i="1">
                            <a:solidFill>
                              <a:srgbClr val="000000"/>
                            </a:solidFill>
                            <a:latin typeface="Cambria Math" panose="02040503050406030204" pitchFamily="18" charset="0"/>
                          </a:rPr>
                          <m:t>2</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𝐶</m:t>
                        </m:r>
                      </m:e>
                      <m:sub>
                        <m:r>
                          <a:rPr lang="zh-CN" altLang="en-US" sz="1600" i="1">
                            <a:solidFill>
                              <a:srgbClr val="000000"/>
                            </a:solidFill>
                            <a:latin typeface="Cambria Math" panose="02040503050406030204" pitchFamily="18" charset="0"/>
                          </a:rPr>
                          <m:t>1</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𝐶</m:t>
                        </m:r>
                      </m:e>
                      <m:sub>
                        <m:r>
                          <a:rPr lang="zh-CN" altLang="en-US" sz="1600" i="1">
                            <a:solidFill>
                              <a:srgbClr val="000000"/>
                            </a:solidFill>
                            <a:latin typeface="Cambria Math" panose="02040503050406030204" pitchFamily="18" charset="0"/>
                          </a:rPr>
                          <m:t>2</m:t>
                        </m:r>
                        <m:r>
                          <a:rPr lang="zh-CN" altLang="en-US" sz="1600" i="1">
                            <a:solidFill>
                              <a:srgbClr val="000000"/>
                            </a:solidFill>
                            <a:latin typeface="Cambria Math" panose="02040503050406030204" pitchFamily="18" charset="0"/>
                          </a:rPr>
                          <m:t>𝐴</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𝐶</m:t>
                        </m:r>
                      </m:e>
                      <m:sub>
                        <m:r>
                          <a:rPr lang="zh-CN" altLang="en-US" sz="1600" i="1">
                            <a:solidFill>
                              <a:srgbClr val="000000"/>
                            </a:solidFill>
                            <a:latin typeface="Cambria Math" panose="02040503050406030204" pitchFamily="18" charset="0"/>
                          </a:rPr>
                          <m:t>2</m:t>
                        </m:r>
                        <m:r>
                          <a:rPr lang="zh-CN" altLang="en-US" sz="1600" i="1">
                            <a:solidFill>
                              <a:srgbClr val="000000"/>
                            </a:solidFill>
                            <a:latin typeface="Cambria Math" panose="02040503050406030204" pitchFamily="18" charset="0"/>
                          </a:rPr>
                          <m:t>𝐵</m:t>
                        </m:r>
                      </m:sub>
                    </m:sSub>
                    <m:r>
                      <a:rPr lang="zh-CN" altLang="en-US" sz="1600" i="1">
                        <a:solidFill>
                          <a:srgbClr val="000000"/>
                        </a:solidFill>
                        <a:latin typeface="Cambria Math" panose="02040503050406030204" pitchFamily="18" charset="0"/>
                      </a:rPr>
                      <m:t>)=43+(25+2)=70</m:t>
                    </m:r>
                    <m:r>
                      <a:rPr lang="zh-CN" altLang="en-US" sz="1600" i="1">
                        <a:solidFill>
                          <a:srgbClr val="000000"/>
                        </a:solidFill>
                        <a:latin typeface="Cambria Math" panose="02040503050406030204" pitchFamily="18" charset="0"/>
                      </a:rPr>
                      <m:t>万元</m:t>
                    </m:r>
                  </m:oMath>
                </a14:m>
                <a:r>
                  <a:rPr lang="zh-CN" altLang="en-US" sz="1700" dirty="0">
                    <a:solidFill>
                      <a:srgbClr val="000000"/>
                    </a:solidFill>
                    <a:latin typeface="华文楷体" panose="02010600040101010101" pitchFamily="2" charset="-122"/>
                    <a:ea typeface="华文楷体" panose="02010600040101010101" pitchFamily="2" charset="-122"/>
                  </a:rPr>
                  <a:t>                                                  </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从而由（</a:t>
                </a:r>
                <a:r>
                  <a:rPr lang="en-US" altLang="zh-CN" sz="1700" dirty="0">
                    <a:solidFill>
                      <a:srgbClr val="000000"/>
                    </a:solidFill>
                    <a:latin typeface="华文楷体" panose="02010600040101010101" pitchFamily="2" charset="-122"/>
                    <a:ea typeface="华文楷体" panose="02010600040101010101" pitchFamily="2" charset="-122"/>
                  </a:rPr>
                  <a:t>3.25</a:t>
                </a:r>
                <a:r>
                  <a:rPr lang="zh-CN" altLang="en-US" sz="1700" dirty="0">
                    <a:solidFill>
                      <a:srgbClr val="000000"/>
                    </a:solidFill>
                    <a:latin typeface="华文楷体" panose="02010600040101010101" pitchFamily="2" charset="-122"/>
                    <a:ea typeface="华文楷体" panose="02010600040101010101" pitchFamily="2" charset="-122"/>
                  </a:rPr>
                  <a:t>）式可得</a:t>
                </a:r>
              </a:p>
              <a:p>
                <a:pPr marL="285750" indent="-285750" algn="just">
                  <a:lnSpc>
                    <a:spcPct val="150000"/>
                  </a:lnSpc>
                  <a:buFont typeface="Arial" panose="020B0604020202020204" pitchFamily="34" charset="0"/>
                  <a:buChar char="•"/>
                </a:pPr>
                <a14:m>
                  <m:oMath xmlns:m="http://schemas.openxmlformats.org/officeDocument/2006/math">
                    <m:r>
                      <a:rPr lang="zh-CN" altLang="en-US" sz="1600" i="1" smtClean="0">
                        <a:solidFill>
                          <a:srgbClr val="000000"/>
                        </a:solidFill>
                        <a:latin typeface="Cambria Math" panose="02040503050406030204" pitchFamily="18" charset="0"/>
                      </a:rPr>
                      <m:t>𝑃</m:t>
                    </m:r>
                    <m:r>
                      <a:rPr lang="zh-CN" altLang="en-US" sz="1600" i="1" smtClean="0">
                        <a:solidFill>
                          <a:srgbClr val="000000"/>
                        </a:solidFill>
                        <a:latin typeface="Cambria Math" panose="02040503050406030204" pitchFamily="18" charset="0"/>
                      </a:rPr>
                      <m:t>=</m:t>
                    </m:r>
                    <m:r>
                      <a:rPr lang="zh-CN" altLang="en-US" sz="1600" i="1" smtClean="0">
                        <a:solidFill>
                          <a:srgbClr val="000000"/>
                        </a:solidFill>
                        <a:latin typeface="Cambria Math" panose="02040503050406030204" pitchFamily="18" charset="0"/>
                      </a:rPr>
                      <m:t>𝐶</m:t>
                    </m:r>
                    <m:r>
                      <a:rPr lang="zh-CN" altLang="en-US" sz="1600" i="1" smtClean="0">
                        <a:solidFill>
                          <a:srgbClr val="000000"/>
                        </a:solidFill>
                        <a:latin typeface="Cambria Math" panose="02040503050406030204" pitchFamily="18" charset="0"/>
                      </a:rPr>
                      <m:t>(1+</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𝛾</m:t>
                        </m:r>
                      </m:e>
                      <m:sub>
                        <m:r>
                          <a:rPr lang="zh-CN" altLang="en-US" sz="1600" i="1">
                            <a:solidFill>
                              <a:srgbClr val="000000"/>
                            </a:solidFill>
                            <a:latin typeface="Cambria Math" panose="02040503050406030204" pitchFamily="18" charset="0"/>
                          </a:rPr>
                          <m:t>𝑀</m:t>
                        </m:r>
                      </m:sub>
                    </m:sSub>
                    <m:r>
                      <a:rPr lang="zh-CN" altLang="en-US" sz="1600" i="1">
                        <a:solidFill>
                          <a:srgbClr val="000000"/>
                        </a:solidFill>
                        <a:latin typeface="Cambria Math" panose="02040503050406030204" pitchFamily="18" charset="0"/>
                      </a:rPr>
                      <m:t>)(1+</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𝛾</m:t>
                        </m:r>
                      </m:e>
                      <m:sub>
                        <m:r>
                          <a:rPr lang="zh-CN" altLang="en-US" sz="1600" i="1">
                            <a:solidFill>
                              <a:srgbClr val="000000"/>
                            </a:solidFill>
                            <a:latin typeface="Cambria Math" panose="02040503050406030204" pitchFamily="18" charset="0"/>
                          </a:rPr>
                          <m:t>𝐶</m:t>
                        </m:r>
                      </m:sub>
                    </m:sSub>
                    <m:r>
                      <a:rPr lang="zh-CN" altLang="en-US" sz="1600" i="1">
                        <a:solidFill>
                          <a:srgbClr val="000000"/>
                        </a:solidFill>
                        <a:latin typeface="Cambria Math" panose="02040503050406030204" pitchFamily="18" charset="0"/>
                      </a:rPr>
                      <m:t>)/(1−</m:t>
                    </m:r>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𝛾</m:t>
                        </m:r>
                      </m:e>
                      <m:sub>
                        <m:r>
                          <a:rPr lang="zh-CN" altLang="en-US" sz="1600" i="1">
                            <a:solidFill>
                              <a:srgbClr val="000000"/>
                            </a:solidFill>
                            <a:latin typeface="Cambria Math" panose="02040503050406030204" pitchFamily="18" charset="0"/>
                          </a:rPr>
                          <m:t>0</m:t>
                        </m:r>
                      </m:sub>
                    </m:sSub>
                    <m:r>
                      <a:rPr lang="zh-CN" altLang="en-US" sz="1600" i="1">
                        <a:solidFill>
                          <a:srgbClr val="000000"/>
                        </a:solidFill>
                        <a:latin typeface="Cambria Math" panose="02040503050406030204" pitchFamily="18" charset="0"/>
                      </a:rPr>
                      <m:t>)=</m:t>
                    </m:r>
                    <m:f>
                      <m:fPr>
                        <m:ctrlPr>
                          <a:rPr lang="zh-CN" altLang="en-US" sz="1600" i="1">
                            <a:solidFill>
                              <a:srgbClr val="000000"/>
                            </a:solidFill>
                            <a:latin typeface="Cambria Math" panose="02040503050406030204" pitchFamily="18" charset="0"/>
                          </a:rPr>
                        </m:ctrlPr>
                      </m:fPr>
                      <m:num>
                        <m:r>
                          <a:rPr lang="zh-CN" altLang="en-US" sz="1600" i="1">
                            <a:solidFill>
                              <a:srgbClr val="000000"/>
                            </a:solidFill>
                            <a:latin typeface="Cambria Math" panose="02040503050406030204" pitchFamily="18" charset="0"/>
                          </a:rPr>
                          <m:t>70×(1+0.6)(1+0.5)</m:t>
                        </m:r>
                      </m:num>
                      <m:den>
                        <m:r>
                          <a:rPr lang="zh-CN" altLang="en-US" sz="1600" i="1">
                            <a:solidFill>
                              <a:srgbClr val="000000"/>
                            </a:solidFill>
                            <a:latin typeface="Cambria Math" panose="02040503050406030204" pitchFamily="18" charset="0"/>
                          </a:rPr>
                          <m:t>1−0.2</m:t>
                        </m:r>
                      </m:den>
                    </m:f>
                    <m:r>
                      <a:rPr lang="zh-CN" altLang="en-US" sz="1600" i="1">
                        <a:solidFill>
                          <a:srgbClr val="000000"/>
                        </a:solidFill>
                        <a:latin typeface="Cambria Math" panose="02040503050406030204" pitchFamily="18" charset="0"/>
                      </a:rPr>
                      <m:t>万元</m:t>
                    </m:r>
                    <m:r>
                      <a:rPr lang="zh-CN" altLang="en-US" sz="1600" i="1">
                        <a:solidFill>
                          <a:srgbClr val="000000"/>
                        </a:solidFill>
                        <a:latin typeface="Cambria Math" panose="02040503050406030204" pitchFamily="18" charset="0"/>
                      </a:rPr>
                      <m:t>=210</m:t>
                    </m:r>
                    <m:r>
                      <a:rPr lang="zh-CN" altLang="en-US" sz="1600" i="1">
                        <a:solidFill>
                          <a:srgbClr val="000000"/>
                        </a:solidFill>
                        <a:latin typeface="Cambria Math" panose="02040503050406030204" pitchFamily="18" charset="0"/>
                      </a:rPr>
                      <m:t>万元</m:t>
                    </m:r>
                  </m:oMath>
                </a14:m>
                <a:endParaRPr lang="zh-CN" altLang="en-US"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由上计算可知，</a:t>
                </a:r>
                <a:r>
                  <a:rPr lang="en-US" altLang="zh-CN" sz="1700" dirty="0">
                    <a:solidFill>
                      <a:srgbClr val="000000"/>
                    </a:solidFill>
                    <a:latin typeface="华文楷体" panose="02010600040101010101" pitchFamily="2" charset="-122"/>
                    <a:ea typeface="华文楷体" panose="02010600040101010101" pitchFamily="2" charset="-122"/>
                  </a:rPr>
                  <a:t>A</a:t>
                </a:r>
                <a:r>
                  <a:rPr lang="zh-CN" altLang="en-US" sz="1700" dirty="0">
                    <a:solidFill>
                      <a:srgbClr val="000000"/>
                    </a:solidFill>
                    <a:latin typeface="华文楷体" panose="02010600040101010101" pitchFamily="2" charset="-122"/>
                    <a:ea typeface="华文楷体" panose="02010600040101010101" pitchFamily="2" charset="-122"/>
                  </a:rPr>
                  <a:t>公司可将</a:t>
                </a:r>
                <a:r>
                  <a:rPr lang="en-US" altLang="zh-CN" sz="1700" dirty="0">
                    <a:solidFill>
                      <a:srgbClr val="000000"/>
                    </a:solidFill>
                    <a:latin typeface="华文楷体" panose="02010600040101010101" pitchFamily="2" charset="-122"/>
                    <a:ea typeface="华文楷体" panose="02010600040101010101" pitchFamily="2" charset="-122"/>
                  </a:rPr>
                  <a:t>P = 210</a:t>
                </a:r>
                <a:r>
                  <a:rPr lang="zh-CN" altLang="en-US" sz="1700" dirty="0">
                    <a:solidFill>
                      <a:srgbClr val="000000"/>
                    </a:solidFill>
                    <a:latin typeface="华文楷体" panose="02010600040101010101" pitchFamily="2" charset="-122"/>
                    <a:ea typeface="华文楷体" panose="02010600040101010101" pitchFamily="2" charset="-122"/>
                  </a:rPr>
                  <a:t>万元作为该公司（承制方）与投资方谈判或投标标价的基本依据。</a:t>
                </a:r>
              </a:p>
            </p:txBody>
          </p:sp>
        </mc:Choice>
        <mc:Fallback xmlns="">
          <p:sp>
            <p:nvSpPr>
              <p:cNvPr id="2" name="矩形 1">
                <a:extLst>
                  <a:ext uri="{FF2B5EF4-FFF2-40B4-BE49-F238E27FC236}">
                    <a16:creationId xmlns:a16="http://schemas.microsoft.com/office/drawing/2014/main" id="{1A343DEC-CFF6-41F5-B87C-0DFC08C67B76}"/>
                  </a:ext>
                </a:extLst>
              </p:cNvPr>
              <p:cNvSpPr>
                <a:spLocks noRot="1" noChangeAspect="1" noMove="1" noResize="1" noEditPoints="1" noAdjustHandles="1" noChangeArrowheads="1" noChangeShapeType="1" noTextEdit="1"/>
              </p:cNvSpPr>
              <p:nvPr/>
            </p:nvSpPr>
            <p:spPr>
              <a:xfrm>
                <a:off x="611831" y="792628"/>
                <a:ext cx="7920338" cy="2927404"/>
              </a:xfrm>
              <a:prstGeom prst="rect">
                <a:avLst/>
              </a:prstGeom>
              <a:blipFill>
                <a:blip r:embed="rId3"/>
                <a:stretch>
                  <a:fillRect l="-385" r="-462" b="-208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1512236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2842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3.4 </a:t>
            </a:r>
            <a:r>
              <a:rPr lang="zh-CN" altLang="en-US" sz="2400" spc="300" dirty="0">
                <a:latin typeface="微软雅黑" panose="020B0503020204020204" pitchFamily="34" charset="-122"/>
                <a:ea typeface="微软雅黑" panose="020B0503020204020204" pitchFamily="34" charset="-122"/>
              </a:rPr>
              <a:t>软件产品的定价与营销</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97910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NIS</a:t>
            </a:r>
            <a:r>
              <a:rPr lang="zh-CN" altLang="en-US" sz="1700" dirty="0">
                <a:solidFill>
                  <a:srgbClr val="000000"/>
                </a:solidFill>
                <a:latin typeface="华文楷体" panose="02010600040101010101" pitchFamily="2" charset="-122"/>
                <a:ea typeface="华文楷体" panose="02010600040101010101" pitchFamily="2" charset="-122"/>
              </a:rPr>
              <a:t>一般为两类：</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用户定制型</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常采用成本导向定价法</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如网络净化系统，宏观经济决策支持系统，银行联机业务处理系统，电力控制系统等； </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市场投放型</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常采用需求导向型定价法和竞争导向定价法</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如</a:t>
            </a:r>
            <a:r>
              <a:rPr lang="en-US" altLang="zh-CN" sz="1700" dirty="0">
                <a:solidFill>
                  <a:srgbClr val="000000"/>
                </a:solidFill>
                <a:latin typeface="华文楷体" panose="02010600040101010101" pitchFamily="2" charset="-122"/>
                <a:ea typeface="华文楷体" panose="02010600040101010101" pitchFamily="2" charset="-122"/>
              </a:rPr>
              <a:t>ERP</a:t>
            </a:r>
            <a:r>
              <a:rPr lang="zh-CN" altLang="en-US" sz="1700" dirty="0">
                <a:solidFill>
                  <a:srgbClr val="000000"/>
                </a:solidFill>
                <a:latin typeface="华文楷体" panose="02010600040101010101" pitchFamily="2" charset="-122"/>
                <a:ea typeface="华文楷体" panose="02010600040101010101" pitchFamily="2" charset="-122"/>
              </a:rPr>
              <a:t>系统，物流管理信息系统，宾馆防盗信息系统，旅游管理信息系统等。 </a:t>
            </a:r>
          </a:p>
          <a:p>
            <a:pPr marL="285750" indent="-285750" algn="just">
              <a:lnSpc>
                <a:spcPct val="150000"/>
              </a:lnSpc>
              <a:buFont typeface="Arial" panose="020B0604020202020204" pitchFamily="34" charset="0"/>
              <a:buChar char="•"/>
            </a:pPr>
            <a:endParaRPr lang="zh-CN" altLang="en-US" sz="17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99689201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2842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3.4 </a:t>
            </a:r>
            <a:r>
              <a:rPr lang="zh-CN" altLang="en-US" sz="2400" spc="300" dirty="0">
                <a:latin typeface="微软雅黑" panose="020B0503020204020204" pitchFamily="34" charset="-122"/>
                <a:ea typeface="微软雅黑" panose="020B0503020204020204" pitchFamily="34" charset="-122"/>
              </a:rPr>
              <a:t>软件产品的定价与营销</a:t>
            </a:r>
          </a:p>
        </p:txBody>
      </p:sp>
      <p:sp>
        <p:nvSpPr>
          <p:cNvPr id="2" name="矩形 1">
            <a:extLst>
              <a:ext uri="{FF2B5EF4-FFF2-40B4-BE49-F238E27FC236}">
                <a16:creationId xmlns:a16="http://schemas.microsoft.com/office/drawing/2014/main" id="{1A343DEC-CFF6-41F5-B87C-0DFC08C67B76}"/>
              </a:ext>
            </a:extLst>
          </p:cNvPr>
          <p:cNvSpPr/>
          <p:nvPr/>
        </p:nvSpPr>
        <p:spPr>
          <a:xfrm>
            <a:off x="611831" y="792628"/>
            <a:ext cx="7920338" cy="397910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（一）撇脂定价策略</a:t>
            </a: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skim pricing/market-skimming pricing</a:t>
            </a:r>
            <a:r>
              <a:rPr lang="zh-CN" altLang="en-US" sz="1700" dirty="0">
                <a:solidFill>
                  <a:srgbClr val="000000"/>
                </a:solidFill>
                <a:latin typeface="华文楷体" panose="02010600040101010101" pitchFamily="2" charset="-122"/>
                <a:ea typeface="华文楷体" panose="02010600040101010101" pitchFamily="2" charset="-122"/>
              </a:rPr>
              <a:t>，又称高价法。</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所谓撇脂定价是指在产品生命周期的</a:t>
            </a:r>
            <a:r>
              <a:rPr lang="zh-CN" altLang="en-US" sz="1700" b="1" dirty="0">
                <a:solidFill>
                  <a:srgbClr val="FF0000"/>
                </a:solidFill>
                <a:latin typeface="华文楷体" panose="02010600040101010101" pitchFamily="2" charset="-122"/>
                <a:ea typeface="华文楷体" panose="02010600040101010101" pitchFamily="2" charset="-122"/>
              </a:rPr>
              <a:t>最初阶段</a:t>
            </a:r>
            <a:r>
              <a:rPr lang="zh-CN" altLang="en-US" sz="1700" dirty="0">
                <a:solidFill>
                  <a:srgbClr val="000000"/>
                </a:solidFill>
                <a:latin typeface="华文楷体" panose="02010600040101010101" pitchFamily="2" charset="-122"/>
                <a:ea typeface="华文楷体" panose="02010600040101010101" pitchFamily="2" charset="-122"/>
              </a:rPr>
              <a:t>，把产品的</a:t>
            </a:r>
            <a:r>
              <a:rPr lang="zh-CN" altLang="en-US" sz="1700" b="1" dirty="0">
                <a:solidFill>
                  <a:srgbClr val="FF0000"/>
                </a:solidFill>
                <a:latin typeface="华文楷体" panose="02010600040101010101" pitchFamily="2" charset="-122"/>
                <a:ea typeface="华文楷体" panose="02010600040101010101" pitchFamily="2" charset="-122"/>
              </a:rPr>
              <a:t>价格定得很高</a:t>
            </a:r>
            <a:r>
              <a:rPr lang="zh-CN" altLang="en-US" sz="1700" dirty="0">
                <a:solidFill>
                  <a:srgbClr val="000000"/>
                </a:solidFill>
                <a:latin typeface="华文楷体" panose="02010600040101010101" pitchFamily="2" charset="-122"/>
                <a:ea typeface="华文楷体" panose="02010600040101010101" pitchFamily="2" charset="-122"/>
              </a:rPr>
              <a:t>，以攫取最大利润。</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撇脂定价的条件：</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sz="1700" dirty="0">
                <a:solidFill>
                  <a:srgbClr val="000000"/>
                </a:solidFill>
                <a:latin typeface="华文楷体" panose="02010600040101010101" pitchFamily="2" charset="-122"/>
                <a:ea typeface="华文楷体" panose="02010600040101010101" pitchFamily="2" charset="-122"/>
              </a:rPr>
              <a:t>）市场有足够的购买者，他们的需求缺乏弹性，即使把价格定得很高，市场需求也不会大量减少。</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2</a:t>
            </a:r>
            <a:r>
              <a:rPr lang="zh-CN" altLang="en-US" sz="1700" dirty="0">
                <a:solidFill>
                  <a:srgbClr val="000000"/>
                </a:solidFill>
                <a:latin typeface="华文楷体" panose="02010600040101010101" pitchFamily="2" charset="-122"/>
                <a:ea typeface="华文楷体" panose="02010600040101010101" pitchFamily="2" charset="-122"/>
              </a:rPr>
              <a:t>）高价使需求减少，但不致抵消高价所带来的利益。</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3</a:t>
            </a:r>
            <a:r>
              <a:rPr lang="zh-CN" altLang="en-US" sz="1700" dirty="0">
                <a:solidFill>
                  <a:srgbClr val="000000"/>
                </a:solidFill>
                <a:latin typeface="华文楷体" panose="02010600040101010101" pitchFamily="2" charset="-122"/>
                <a:ea typeface="华文楷体" panose="02010600040101010101" pitchFamily="2" charset="-122"/>
              </a:rPr>
              <a:t>）在高价情况下，仍然独家经营，别无竞争者。高价使人们产生这种产品是高档产品的印象。</a:t>
            </a:r>
          </a:p>
        </p:txBody>
      </p:sp>
    </p:spTree>
    <p:extLst>
      <p:ext uri="{BB962C8B-B14F-4D97-AF65-F5344CB8AC3E}">
        <p14:creationId xmlns:p14="http://schemas.microsoft.com/office/powerpoint/2010/main" val="20217785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2842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3.4 </a:t>
            </a:r>
            <a:r>
              <a:rPr lang="zh-CN" altLang="en-US" sz="2400" spc="300" dirty="0">
                <a:latin typeface="微软雅黑" panose="020B0503020204020204" pitchFamily="34" charset="-122"/>
                <a:ea typeface="微软雅黑" panose="020B0503020204020204" pitchFamily="34" charset="-122"/>
              </a:rPr>
              <a:t>软件产品的定价与营销</a:t>
            </a:r>
          </a:p>
        </p:txBody>
      </p:sp>
      <p:sp>
        <p:nvSpPr>
          <p:cNvPr id="2" name="矩形 1">
            <a:extLst>
              <a:ext uri="{FF2B5EF4-FFF2-40B4-BE49-F238E27FC236}">
                <a16:creationId xmlns:a16="http://schemas.microsoft.com/office/drawing/2014/main" id="{1A343DEC-CFF6-41F5-B87C-0DFC08C67B76}"/>
              </a:ext>
            </a:extLst>
          </p:cNvPr>
          <p:cNvSpPr/>
          <p:nvPr/>
        </p:nvSpPr>
        <p:spPr>
          <a:xfrm>
            <a:off x="611831" y="786278"/>
            <a:ext cx="7920338" cy="329320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苹果公司的</a:t>
            </a:r>
            <a:r>
              <a:rPr lang="en-US" altLang="zh-CN" sz="1400" dirty="0">
                <a:solidFill>
                  <a:srgbClr val="000000"/>
                </a:solidFill>
                <a:latin typeface="华文楷体" panose="02010600040101010101" pitchFamily="2" charset="-122"/>
                <a:ea typeface="华文楷体" panose="02010600040101010101" pitchFamily="2" charset="-122"/>
              </a:rPr>
              <a:t>iPod</a:t>
            </a:r>
            <a:r>
              <a:rPr lang="zh-CN" altLang="en-US" sz="1400" dirty="0">
                <a:solidFill>
                  <a:srgbClr val="000000"/>
                </a:solidFill>
                <a:latin typeface="华文楷体" panose="02010600040101010101" pitchFamily="2" charset="-122"/>
                <a:ea typeface="华文楷体" panose="02010600040101010101" pitchFamily="2" charset="-122"/>
              </a:rPr>
              <a:t>产品是最近</a:t>
            </a:r>
            <a:r>
              <a:rPr lang="en-US" altLang="zh-CN" sz="1400" dirty="0">
                <a:solidFill>
                  <a:srgbClr val="000000"/>
                </a:solidFill>
                <a:latin typeface="华文楷体" panose="02010600040101010101" pitchFamily="2" charset="-122"/>
                <a:ea typeface="华文楷体" panose="02010600040101010101" pitchFamily="2" charset="-122"/>
              </a:rPr>
              <a:t>4</a:t>
            </a:r>
            <a:r>
              <a:rPr lang="zh-CN" altLang="en-US" sz="1400" dirty="0">
                <a:solidFill>
                  <a:srgbClr val="000000"/>
                </a:solidFill>
                <a:latin typeface="华文楷体" panose="02010600040101010101" pitchFamily="2" charset="-122"/>
                <a:ea typeface="华文楷体" panose="02010600040101010101" pitchFamily="2" charset="-122"/>
              </a:rPr>
              <a:t>年来最成功的消费类数码产品，一推出就获得了成功，第一款</a:t>
            </a:r>
            <a:r>
              <a:rPr lang="en-US" altLang="zh-CN" sz="1400" dirty="0">
                <a:solidFill>
                  <a:srgbClr val="000000"/>
                </a:solidFill>
                <a:latin typeface="华文楷体" panose="02010600040101010101" pitchFamily="2" charset="-122"/>
                <a:ea typeface="华文楷体" panose="02010600040101010101" pitchFamily="2" charset="-122"/>
              </a:rPr>
              <a:t>iPod</a:t>
            </a:r>
            <a:r>
              <a:rPr lang="zh-CN" altLang="en-US" sz="1400" dirty="0">
                <a:solidFill>
                  <a:srgbClr val="000000"/>
                </a:solidFill>
                <a:latin typeface="华文楷体" panose="02010600040101010101" pitchFamily="2" charset="-122"/>
                <a:ea typeface="华文楷体" panose="02010600040101010101" pitchFamily="2" charset="-122"/>
              </a:rPr>
              <a:t>零售价高达</a:t>
            </a:r>
            <a:r>
              <a:rPr lang="en-US" altLang="zh-CN" sz="1400" dirty="0">
                <a:solidFill>
                  <a:srgbClr val="000000"/>
                </a:solidFill>
                <a:latin typeface="华文楷体" panose="02010600040101010101" pitchFamily="2" charset="-122"/>
                <a:ea typeface="华文楷体" panose="02010600040101010101" pitchFamily="2" charset="-122"/>
              </a:rPr>
              <a:t>399</a:t>
            </a:r>
            <a:r>
              <a:rPr lang="zh-CN" altLang="en-US" sz="1400" dirty="0">
                <a:solidFill>
                  <a:srgbClr val="000000"/>
                </a:solidFill>
                <a:latin typeface="华文楷体" panose="02010600040101010101" pitchFamily="2" charset="-122"/>
                <a:ea typeface="华文楷体" panose="02010600040101010101" pitchFamily="2" charset="-122"/>
              </a:rPr>
              <a:t>元美元，即使对于美国人来说，也是属于高价位产品，但是有很多苹果迷既有钱又愿意花钱，所以还是纷纷购买。苹果的撇脂定价取得了成功。但是苹果认为还可以“撇到更多的脂”，于是不到半年又推出了一款容量更大的</a:t>
            </a:r>
            <a:r>
              <a:rPr lang="en-US" altLang="zh-CN" sz="1400" dirty="0">
                <a:solidFill>
                  <a:srgbClr val="000000"/>
                </a:solidFill>
                <a:latin typeface="华文楷体" panose="02010600040101010101" pitchFamily="2" charset="-122"/>
                <a:ea typeface="华文楷体" panose="02010600040101010101" pitchFamily="2" charset="-122"/>
              </a:rPr>
              <a:t>iPod</a:t>
            </a:r>
            <a:r>
              <a:rPr lang="zh-CN" altLang="en-US" sz="1400" dirty="0">
                <a:solidFill>
                  <a:srgbClr val="000000"/>
                </a:solidFill>
                <a:latin typeface="华文楷体" panose="02010600040101010101" pitchFamily="2" charset="-122"/>
                <a:ea typeface="华文楷体" panose="02010600040101010101" pitchFamily="2" charset="-122"/>
              </a:rPr>
              <a:t>，当然价格也更高，定价</a:t>
            </a:r>
            <a:r>
              <a:rPr lang="en-US" altLang="zh-CN" sz="1400" dirty="0">
                <a:solidFill>
                  <a:srgbClr val="000000"/>
                </a:solidFill>
                <a:latin typeface="华文楷体" panose="02010600040101010101" pitchFamily="2" charset="-122"/>
                <a:ea typeface="华文楷体" panose="02010600040101010101" pitchFamily="2" charset="-122"/>
              </a:rPr>
              <a:t>499</a:t>
            </a:r>
            <a:r>
              <a:rPr lang="zh-CN" altLang="en-US" sz="1400" dirty="0">
                <a:solidFill>
                  <a:srgbClr val="000000"/>
                </a:solidFill>
                <a:latin typeface="华文楷体" panose="02010600040101010101" pitchFamily="2" charset="-122"/>
                <a:ea typeface="华文楷体" panose="02010600040101010101" pitchFamily="2" charset="-122"/>
              </a:rPr>
              <a:t>元美元，仍然卖得很好。苹果的撇脂定价大获成功。</a:t>
            </a:r>
          </a:p>
          <a:p>
            <a:pPr marL="285750" indent="-285750" algn="just">
              <a:lnSpc>
                <a:spcPct val="150000"/>
              </a:lnSpc>
              <a:buFont typeface="Arial" panose="020B0604020202020204" pitchFamily="34" charset="0"/>
              <a:buChar char="•"/>
            </a:pPr>
            <a:r>
              <a:rPr lang="zh-CN" altLang="en-US" sz="1400" dirty="0">
                <a:solidFill>
                  <a:srgbClr val="000000"/>
                </a:solidFill>
                <a:latin typeface="华文楷体" panose="02010600040101010101" pitchFamily="2" charset="-122"/>
                <a:ea typeface="华文楷体" panose="02010600040101010101" pitchFamily="2" charset="-122"/>
              </a:rPr>
              <a:t>作为对比，索尼公司的</a:t>
            </a:r>
            <a:r>
              <a:rPr lang="en-US" altLang="zh-CN" sz="1400" dirty="0">
                <a:solidFill>
                  <a:srgbClr val="000000"/>
                </a:solidFill>
                <a:latin typeface="华文楷体" panose="02010600040101010101" pitchFamily="2" charset="-122"/>
                <a:ea typeface="华文楷体" panose="02010600040101010101" pitchFamily="2" charset="-122"/>
              </a:rPr>
              <a:t>MP3</a:t>
            </a:r>
            <a:r>
              <a:rPr lang="zh-CN" altLang="en-US" sz="1400" dirty="0">
                <a:solidFill>
                  <a:srgbClr val="000000"/>
                </a:solidFill>
                <a:latin typeface="华文楷体" panose="02010600040101010101" pitchFamily="2" charset="-122"/>
                <a:ea typeface="华文楷体" panose="02010600040101010101" pitchFamily="2" charset="-122"/>
              </a:rPr>
              <a:t>也采用撇脂定价法，但却没有获得成功。索尼失败的第一个原因是产品的品质和上市速度。索尼在推出新产品时步履蹒跚，当</a:t>
            </a:r>
            <a:r>
              <a:rPr lang="en-US" altLang="zh-CN" sz="1400" dirty="0">
                <a:solidFill>
                  <a:srgbClr val="000000"/>
                </a:solidFill>
                <a:latin typeface="华文楷体" panose="02010600040101010101" pitchFamily="2" charset="-122"/>
                <a:ea typeface="华文楷体" panose="02010600040101010101" pitchFamily="2" charset="-122"/>
              </a:rPr>
              <a:t>iPod mini</a:t>
            </a:r>
            <a:r>
              <a:rPr lang="zh-CN" altLang="en-US" sz="1400" dirty="0">
                <a:solidFill>
                  <a:srgbClr val="000000"/>
                </a:solidFill>
                <a:latin typeface="华文楷体" panose="02010600040101010101" pitchFamily="2" charset="-122"/>
                <a:ea typeface="华文楷体" panose="02010600040101010101" pitchFamily="2" charset="-122"/>
              </a:rPr>
              <a:t>在市场上热卖两年之后，索尼才推出了针对这款产品的</a:t>
            </a:r>
            <a:r>
              <a:rPr lang="en-US" altLang="zh-CN" sz="1400" dirty="0">
                <a:solidFill>
                  <a:srgbClr val="000000"/>
                </a:solidFill>
                <a:latin typeface="华文楷体" panose="02010600040101010101" pitchFamily="2" charset="-122"/>
                <a:ea typeface="华文楷体" panose="02010600040101010101" pitchFamily="2" charset="-122"/>
              </a:rPr>
              <a:t>A1000</a:t>
            </a:r>
            <a:r>
              <a:rPr lang="zh-CN" altLang="en-US" sz="1400" dirty="0">
                <a:solidFill>
                  <a:srgbClr val="000000"/>
                </a:solidFill>
                <a:latin typeface="华文楷体" panose="02010600040101010101" pitchFamily="2" charset="-122"/>
                <a:ea typeface="华文楷体" panose="02010600040101010101" pitchFamily="2" charset="-122"/>
              </a:rPr>
              <a:t>，可是此时苹果公司却已经停止生产</a:t>
            </a:r>
            <a:r>
              <a:rPr lang="en-US" altLang="zh-CN" sz="1400" dirty="0">
                <a:solidFill>
                  <a:srgbClr val="000000"/>
                </a:solidFill>
                <a:latin typeface="华文楷体" panose="02010600040101010101" pitchFamily="2" charset="-122"/>
                <a:ea typeface="华文楷体" panose="02010600040101010101" pitchFamily="2" charset="-122"/>
              </a:rPr>
              <a:t>iPod mini</a:t>
            </a:r>
            <a:r>
              <a:rPr lang="zh-CN" altLang="en-US" sz="1400" dirty="0">
                <a:solidFill>
                  <a:srgbClr val="000000"/>
                </a:solidFill>
                <a:latin typeface="华文楷体" panose="02010600040101010101" pitchFamily="2" charset="-122"/>
                <a:ea typeface="华文楷体" panose="02010600040101010101" pitchFamily="2" charset="-122"/>
              </a:rPr>
              <a:t>，推出了一款新产品，苹果保持了产品的差别化优势，而索尼则在产品上落后一大步。此外，苹果推出的产品马上就可以在市场上买到，而索尼还只是预告，新产品正式上市还要再等两个月。</a:t>
            </a:r>
          </a:p>
        </p:txBody>
      </p:sp>
    </p:spTree>
    <p:extLst>
      <p:ext uri="{BB962C8B-B14F-4D97-AF65-F5344CB8AC3E}">
        <p14:creationId xmlns:p14="http://schemas.microsoft.com/office/powerpoint/2010/main" val="408242599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2842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3.4 </a:t>
            </a:r>
            <a:r>
              <a:rPr lang="zh-CN" altLang="en-US" sz="2400" spc="300" dirty="0">
                <a:latin typeface="微软雅黑" panose="020B0503020204020204" pitchFamily="34" charset="-122"/>
                <a:ea typeface="微软雅黑" panose="020B0503020204020204" pitchFamily="34" charset="-122"/>
              </a:rPr>
              <a:t>软件产品的定价与营销</a:t>
            </a:r>
          </a:p>
        </p:txBody>
      </p:sp>
      <p:sp>
        <p:nvSpPr>
          <p:cNvPr id="2" name="矩形 1">
            <a:extLst>
              <a:ext uri="{FF2B5EF4-FFF2-40B4-BE49-F238E27FC236}">
                <a16:creationId xmlns:a16="http://schemas.microsoft.com/office/drawing/2014/main" id="{1A343DEC-CFF6-41F5-B87C-0DFC08C67B76}"/>
              </a:ext>
            </a:extLst>
          </p:cNvPr>
          <p:cNvSpPr/>
          <p:nvPr/>
        </p:nvSpPr>
        <p:spPr>
          <a:xfrm>
            <a:off x="611831" y="792628"/>
            <a:ext cx="7920338" cy="28018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（二）渗透定价策略</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所谓渗透定价是指企业把其创新产品的</a:t>
            </a:r>
            <a:r>
              <a:rPr lang="zh-CN" altLang="en-US" sz="1700" b="1" dirty="0">
                <a:solidFill>
                  <a:srgbClr val="FF0000"/>
                </a:solidFill>
                <a:latin typeface="华文楷体" panose="02010600040101010101" pitchFamily="2" charset="-122"/>
                <a:ea typeface="华文楷体" panose="02010600040101010101" pitchFamily="2" charset="-122"/>
              </a:rPr>
              <a:t>价格定得相对较低</a:t>
            </a:r>
            <a:r>
              <a:rPr lang="zh-CN" altLang="en-US" sz="1700" dirty="0">
                <a:solidFill>
                  <a:srgbClr val="000000"/>
                </a:solidFill>
                <a:latin typeface="华文楷体" panose="02010600040101010101" pitchFamily="2" charset="-122"/>
                <a:ea typeface="华文楷体" panose="02010600040101010101" pitchFamily="2" charset="-122"/>
              </a:rPr>
              <a:t>，以吸引大量顾客，</a:t>
            </a:r>
            <a:r>
              <a:rPr lang="zh-CN" altLang="en-US" sz="1700" b="1" dirty="0">
                <a:solidFill>
                  <a:srgbClr val="FF0000"/>
                </a:solidFill>
                <a:latin typeface="华文楷体" panose="02010600040101010101" pitchFamily="2" charset="-122"/>
                <a:ea typeface="华文楷体" panose="02010600040101010101" pitchFamily="2" charset="-122"/>
              </a:rPr>
              <a:t>提高市场占有率</a:t>
            </a:r>
            <a:r>
              <a:rPr lang="zh-CN" altLang="en-US" sz="1700"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渗透定价的条件：</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sz="1700" dirty="0">
                <a:solidFill>
                  <a:srgbClr val="000000"/>
                </a:solidFill>
                <a:latin typeface="华文楷体" panose="02010600040101010101" pitchFamily="2" charset="-122"/>
                <a:ea typeface="华文楷体" panose="02010600040101010101" pitchFamily="2" charset="-122"/>
              </a:rPr>
              <a:t>）市场需求对价格极为敏感，低价会刺激市场需求迅速增长。</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2</a:t>
            </a:r>
            <a:r>
              <a:rPr lang="zh-CN" altLang="en-US" sz="1700" dirty="0">
                <a:solidFill>
                  <a:srgbClr val="000000"/>
                </a:solidFill>
                <a:latin typeface="华文楷体" panose="02010600040101010101" pitchFamily="2" charset="-122"/>
                <a:ea typeface="华文楷体" panose="02010600040101010101" pitchFamily="2" charset="-122"/>
              </a:rPr>
              <a:t>）企业的生产成本和经营费用会随着生产经营经验的增加而下降。</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3</a:t>
            </a:r>
            <a:r>
              <a:rPr lang="zh-CN" altLang="en-US" sz="1700" dirty="0">
                <a:solidFill>
                  <a:srgbClr val="000000"/>
                </a:solidFill>
                <a:latin typeface="华文楷体" panose="02010600040101010101" pitchFamily="2" charset="-122"/>
                <a:ea typeface="华文楷体" panose="02010600040101010101" pitchFamily="2" charset="-122"/>
              </a:rPr>
              <a:t>）低价不会引起实际和潜在的竞争。</a:t>
            </a:r>
          </a:p>
        </p:txBody>
      </p:sp>
    </p:spTree>
    <p:extLst>
      <p:ext uri="{BB962C8B-B14F-4D97-AF65-F5344CB8AC3E}">
        <p14:creationId xmlns:p14="http://schemas.microsoft.com/office/powerpoint/2010/main" val="323030523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2842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3.4 </a:t>
            </a:r>
            <a:r>
              <a:rPr lang="zh-CN" altLang="en-US" sz="2400" spc="300" dirty="0">
                <a:latin typeface="微软雅黑" panose="020B0503020204020204" pitchFamily="34" charset="-122"/>
                <a:ea typeface="微软雅黑" panose="020B0503020204020204" pitchFamily="34" charset="-122"/>
              </a:rPr>
              <a:t>软件产品的定价与营销</a:t>
            </a:r>
          </a:p>
        </p:txBody>
      </p:sp>
      <p:pic>
        <p:nvPicPr>
          <p:cNvPr id="3" name="图片 2" descr="图形用户界面, 文本, 应用程序&#10;&#10;描述已自动生成">
            <a:extLst>
              <a:ext uri="{FF2B5EF4-FFF2-40B4-BE49-F238E27FC236}">
                <a16:creationId xmlns:a16="http://schemas.microsoft.com/office/drawing/2014/main" id="{1AC728FB-13D9-0D90-3231-40CB179F96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85468" y="731260"/>
            <a:ext cx="1746697" cy="3976375"/>
          </a:xfrm>
          <a:prstGeom prst="rect">
            <a:avLst/>
          </a:prstGeom>
        </p:spPr>
      </p:pic>
      <p:pic>
        <p:nvPicPr>
          <p:cNvPr id="7" name="图片 6" descr="图形用户界面, 应用程序, 聊天或短信&#10;&#10;描述已自动生成">
            <a:extLst>
              <a:ext uri="{FF2B5EF4-FFF2-40B4-BE49-F238E27FC236}">
                <a16:creationId xmlns:a16="http://schemas.microsoft.com/office/drawing/2014/main" id="{386B2F6D-91C7-0905-4F6C-28C8E9D6CD1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50276" y="727813"/>
            <a:ext cx="2288374" cy="3983268"/>
          </a:xfrm>
          <a:prstGeom prst="rect">
            <a:avLst/>
          </a:prstGeom>
        </p:spPr>
      </p:pic>
    </p:spTree>
    <p:extLst>
      <p:ext uri="{BB962C8B-B14F-4D97-AF65-F5344CB8AC3E}">
        <p14:creationId xmlns:p14="http://schemas.microsoft.com/office/powerpoint/2010/main" val="241930420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2842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3.4 </a:t>
            </a:r>
            <a:r>
              <a:rPr lang="zh-CN" altLang="en-US" sz="2400" spc="300" dirty="0">
                <a:latin typeface="微软雅黑" panose="020B0503020204020204" pitchFamily="34" charset="-122"/>
                <a:ea typeface="微软雅黑" panose="020B0503020204020204" pitchFamily="34" charset="-122"/>
              </a:rPr>
              <a:t>软件产品的定价与营销</a:t>
            </a:r>
          </a:p>
        </p:txBody>
      </p:sp>
      <p:sp>
        <p:nvSpPr>
          <p:cNvPr id="2" name="矩形 1">
            <a:extLst>
              <a:ext uri="{FF2B5EF4-FFF2-40B4-BE49-F238E27FC236}">
                <a16:creationId xmlns:a16="http://schemas.microsoft.com/office/drawing/2014/main" id="{1A343DEC-CFF6-41F5-B87C-0DFC08C67B76}"/>
              </a:ext>
            </a:extLst>
          </p:cNvPr>
          <p:cNvSpPr/>
          <p:nvPr/>
        </p:nvSpPr>
        <p:spPr>
          <a:xfrm>
            <a:off x="611831" y="792628"/>
            <a:ext cx="7920338" cy="201702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（三）满意定价策略</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满意定价策略是一种介于撇脂定价策略和渗透定价策略之间的价格策略。其所定的价格比撇脂价格低，而比渗透价格要高，是一种中间价格。这种定价策略由于能使生产者和顾客都比较满意而得名。有时它又被称为“君子价格”或“温和价格”。</a:t>
            </a:r>
          </a:p>
        </p:txBody>
      </p:sp>
    </p:spTree>
    <p:extLst>
      <p:ext uri="{BB962C8B-B14F-4D97-AF65-F5344CB8AC3E}">
        <p14:creationId xmlns:p14="http://schemas.microsoft.com/office/powerpoint/2010/main" val="220515655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2842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3.4 </a:t>
            </a:r>
            <a:r>
              <a:rPr lang="zh-CN" altLang="en-US" sz="2400" spc="300" dirty="0">
                <a:latin typeface="微软雅黑" panose="020B0503020204020204" pitchFamily="34" charset="-122"/>
                <a:ea typeface="微软雅黑" panose="020B0503020204020204" pitchFamily="34" charset="-122"/>
              </a:rPr>
              <a:t>软件产品的定价与营销</a:t>
            </a:r>
          </a:p>
        </p:txBody>
      </p:sp>
      <p:sp>
        <p:nvSpPr>
          <p:cNvPr id="2" name="矩形 1">
            <a:extLst>
              <a:ext uri="{FF2B5EF4-FFF2-40B4-BE49-F238E27FC236}">
                <a16:creationId xmlns:a16="http://schemas.microsoft.com/office/drawing/2014/main" id="{1A343DEC-CFF6-41F5-B87C-0DFC08C67B76}"/>
              </a:ext>
            </a:extLst>
          </p:cNvPr>
          <p:cNvSpPr/>
          <p:nvPr/>
        </p:nvSpPr>
        <p:spPr>
          <a:xfrm>
            <a:off x="611831" y="792628"/>
            <a:ext cx="7920338" cy="201702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（四）捆绑定价策略 </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捆绑定价的形式</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同质产品捆绑定价</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互补式产品捆绑定价</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非相关性产品捆绑定价</a:t>
            </a:r>
          </a:p>
        </p:txBody>
      </p:sp>
    </p:spTree>
    <p:extLst>
      <p:ext uri="{BB962C8B-B14F-4D97-AF65-F5344CB8AC3E}">
        <p14:creationId xmlns:p14="http://schemas.microsoft.com/office/powerpoint/2010/main" val="387661019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62158"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免费使用策略</a:t>
            </a:r>
          </a:p>
        </p:txBody>
      </p:sp>
      <p:sp>
        <p:nvSpPr>
          <p:cNvPr id="2" name="矩形 1">
            <a:extLst>
              <a:ext uri="{FF2B5EF4-FFF2-40B4-BE49-F238E27FC236}">
                <a16:creationId xmlns:a16="http://schemas.microsoft.com/office/drawing/2014/main" id="{1A343DEC-CFF6-41F5-B87C-0DFC08C67B76}"/>
              </a:ext>
            </a:extLst>
          </p:cNvPr>
          <p:cNvSpPr/>
          <p:nvPr/>
        </p:nvSpPr>
        <p:spPr>
          <a:xfrm>
            <a:off x="611831" y="792628"/>
            <a:ext cx="7920338" cy="397910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Alpha</a:t>
            </a:r>
            <a:r>
              <a:rPr lang="zh-CN" altLang="en-US" sz="1700" dirty="0">
                <a:solidFill>
                  <a:srgbClr val="000000"/>
                </a:solidFill>
                <a:latin typeface="华文楷体" panose="02010600040101010101" pitchFamily="2" charset="-122"/>
                <a:ea typeface="华文楷体" panose="02010600040101010101" pitchFamily="2" charset="-122"/>
              </a:rPr>
              <a:t>版（内部测试版）：一般只在软件开发公司内部运行，不对外公开，主要用于开发者对软件产品进行测试，检查产品是否存在缺陷、错误，验证产品的功能与说明书、用户手册是否一致等。</a:t>
            </a: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Beta</a:t>
            </a:r>
            <a:r>
              <a:rPr lang="zh-CN" altLang="en-US" sz="1700" dirty="0">
                <a:solidFill>
                  <a:srgbClr val="000000"/>
                </a:solidFill>
                <a:latin typeface="华文楷体" panose="02010600040101010101" pitchFamily="2" charset="-122"/>
                <a:ea typeface="华文楷体" panose="02010600040101010101" pitchFamily="2" charset="-122"/>
              </a:rPr>
              <a:t>版（外部测试版）：软件开发公司为对外宣传，一般将非正式产品免费发送给具有典型性的用户，让用户测试该软件的不足之处以及存在的问题，以便在正式发行前进一步改进和完善。</a:t>
            </a:r>
            <a:r>
              <a:rPr lang="en-US" altLang="zh-CN" sz="1700" dirty="0">
                <a:solidFill>
                  <a:srgbClr val="000000"/>
                </a:solidFill>
                <a:latin typeface="华文楷体" panose="02010600040101010101" pitchFamily="2" charset="-122"/>
                <a:ea typeface="华文楷体" panose="02010600040101010101" pitchFamily="2" charset="-122"/>
              </a:rPr>
              <a:t>Beta</a:t>
            </a:r>
            <a:r>
              <a:rPr lang="zh-CN" altLang="en-US" sz="1700" dirty="0">
                <a:solidFill>
                  <a:srgbClr val="000000"/>
                </a:solidFill>
                <a:latin typeface="华文楷体" panose="02010600040101010101" pitchFamily="2" charset="-122"/>
                <a:ea typeface="华文楷体" panose="02010600040101010101" pitchFamily="2" charset="-122"/>
              </a:rPr>
              <a:t>版软件一般可通过</a:t>
            </a:r>
            <a:r>
              <a:rPr lang="en-US" altLang="zh-CN" sz="1700" dirty="0">
                <a:solidFill>
                  <a:srgbClr val="000000"/>
                </a:solidFill>
                <a:latin typeface="华文楷体" panose="02010600040101010101" pitchFamily="2" charset="-122"/>
                <a:ea typeface="华文楷体" panose="02010600040101010101" pitchFamily="2" charset="-122"/>
              </a:rPr>
              <a:t>Internet</a:t>
            </a:r>
            <a:r>
              <a:rPr lang="zh-CN" altLang="en-US" sz="1700" dirty="0">
                <a:solidFill>
                  <a:srgbClr val="000000"/>
                </a:solidFill>
                <a:latin typeface="华文楷体" panose="02010600040101010101" pitchFamily="2" charset="-122"/>
                <a:ea typeface="华文楷体" panose="02010600040101010101" pitchFamily="2" charset="-122"/>
              </a:rPr>
              <a:t>免费下载，也可以向软件公司索取。</a:t>
            </a: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Demo</a:t>
            </a:r>
            <a:r>
              <a:rPr lang="zh-CN" altLang="en-US" sz="1700" dirty="0">
                <a:solidFill>
                  <a:srgbClr val="000000"/>
                </a:solidFill>
                <a:latin typeface="华文楷体" panose="02010600040101010101" pitchFamily="2" charset="-122"/>
                <a:ea typeface="华文楷体" panose="02010600040101010101" pitchFamily="2" charset="-122"/>
              </a:rPr>
              <a:t>版（演示版）：主要用于演示正式软件的部分功能，用户可以从中获知软件的基本操作，为正式产品的发售扩大影响。该版本也可以从</a:t>
            </a:r>
            <a:r>
              <a:rPr lang="en-US" altLang="zh-CN" sz="1700" dirty="0">
                <a:solidFill>
                  <a:srgbClr val="000000"/>
                </a:solidFill>
                <a:latin typeface="华文楷体" panose="02010600040101010101" pitchFamily="2" charset="-122"/>
                <a:ea typeface="华文楷体" panose="02010600040101010101" pitchFamily="2" charset="-122"/>
              </a:rPr>
              <a:t>Internet</a:t>
            </a:r>
            <a:r>
              <a:rPr lang="zh-CN" altLang="en-US" sz="1700" dirty="0">
                <a:solidFill>
                  <a:srgbClr val="000000"/>
                </a:solidFill>
                <a:latin typeface="华文楷体" panose="02010600040101010101" pitchFamily="2" charset="-122"/>
                <a:ea typeface="华文楷体" panose="02010600040101010101" pitchFamily="2" charset="-122"/>
              </a:rPr>
              <a:t>上免费下载。</a:t>
            </a:r>
          </a:p>
        </p:txBody>
      </p:sp>
    </p:spTree>
    <p:extLst>
      <p:ext uri="{BB962C8B-B14F-4D97-AF65-F5344CB8AC3E}">
        <p14:creationId xmlns:p14="http://schemas.microsoft.com/office/powerpoint/2010/main" val="12225981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62158"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免费使用策略</a:t>
            </a:r>
          </a:p>
        </p:txBody>
      </p:sp>
      <p:sp>
        <p:nvSpPr>
          <p:cNvPr id="2" name="矩形 1">
            <a:extLst>
              <a:ext uri="{FF2B5EF4-FFF2-40B4-BE49-F238E27FC236}">
                <a16:creationId xmlns:a16="http://schemas.microsoft.com/office/drawing/2014/main" id="{1A343DEC-CFF6-41F5-B87C-0DFC08C67B76}"/>
              </a:ext>
            </a:extLst>
          </p:cNvPr>
          <p:cNvSpPr/>
          <p:nvPr/>
        </p:nvSpPr>
        <p:spPr>
          <a:xfrm>
            <a:off x="611831" y="798978"/>
            <a:ext cx="7920338" cy="358668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Enhance</a:t>
            </a:r>
            <a:r>
              <a:rPr lang="zh-CN" altLang="en-US" sz="1700" dirty="0">
                <a:solidFill>
                  <a:srgbClr val="000000"/>
                </a:solidFill>
                <a:latin typeface="华文楷体" panose="02010600040101010101" pitchFamily="2" charset="-122"/>
                <a:ea typeface="华文楷体" panose="02010600040101010101" pitchFamily="2" charset="-122"/>
              </a:rPr>
              <a:t>版（增强版或加强版）：如果是一般软件，通常称作“增强版”，会加入一些实用的新功能；如果是游戏，一般称作“加强版”，会加入一些新的游戏场景和游戏情节等。</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Free</a:t>
            </a:r>
            <a:r>
              <a:rPr lang="zh-CN" altLang="en-US" sz="1700" dirty="0">
                <a:solidFill>
                  <a:srgbClr val="000000"/>
                </a:solidFill>
                <a:latin typeface="华文楷体" panose="02010600040101010101" pitchFamily="2" charset="-122"/>
                <a:ea typeface="华文楷体" panose="02010600040101010101" pitchFamily="2" charset="-122"/>
              </a:rPr>
              <a:t>版（自由版）：一般是个人或自由软件联盟组织的成员制作的软件，希望免费给大家使用，没有版权，一般也可以通过</a:t>
            </a:r>
            <a:r>
              <a:rPr lang="en-US" altLang="zh-CN" sz="1700" dirty="0">
                <a:solidFill>
                  <a:srgbClr val="000000"/>
                </a:solidFill>
                <a:latin typeface="华文楷体" panose="02010600040101010101" pitchFamily="2" charset="-122"/>
                <a:ea typeface="华文楷体" panose="02010600040101010101" pitchFamily="2" charset="-122"/>
              </a:rPr>
              <a:t>Internet</a:t>
            </a:r>
            <a:r>
              <a:rPr lang="zh-CN" altLang="en-US" sz="1700" dirty="0">
                <a:solidFill>
                  <a:srgbClr val="000000"/>
                </a:solidFill>
                <a:latin typeface="华文楷体" panose="02010600040101010101" pitchFamily="2" charset="-122"/>
                <a:ea typeface="华文楷体" panose="02010600040101010101" pitchFamily="2" charset="-122"/>
              </a:rPr>
              <a:t>免费下载。</a:t>
            </a: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Full Version</a:t>
            </a:r>
            <a:r>
              <a:rPr lang="zh-CN" altLang="en-US" sz="1700" dirty="0">
                <a:solidFill>
                  <a:srgbClr val="000000"/>
                </a:solidFill>
                <a:latin typeface="华文楷体" panose="02010600040101010101" pitchFamily="2" charset="-122"/>
                <a:ea typeface="华文楷体" panose="02010600040101010101" pitchFamily="2" charset="-122"/>
              </a:rPr>
              <a:t>版（完全版）：也就是正式版，是最终正式发售的版本。</a:t>
            </a: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Shareware</a:t>
            </a:r>
            <a:r>
              <a:rPr lang="zh-CN" altLang="en-US" sz="1700" dirty="0">
                <a:solidFill>
                  <a:srgbClr val="000000"/>
                </a:solidFill>
                <a:latin typeface="华文楷体" panose="02010600040101010101" pitchFamily="2" charset="-122"/>
                <a:ea typeface="华文楷体" panose="02010600040101010101" pitchFamily="2" charset="-122"/>
              </a:rPr>
              <a:t>版（共享版）：有些公司为了吸引客户，对于他们制作的某些软件，可以允许用户通过</a:t>
            </a:r>
            <a:r>
              <a:rPr lang="en-US" altLang="zh-CN" sz="1700" dirty="0">
                <a:solidFill>
                  <a:srgbClr val="000000"/>
                </a:solidFill>
                <a:latin typeface="华文楷体" panose="02010600040101010101" pitchFamily="2" charset="-122"/>
                <a:ea typeface="华文楷体" panose="02010600040101010101" pitchFamily="2" charset="-122"/>
              </a:rPr>
              <a:t>Internet</a:t>
            </a:r>
            <a:r>
              <a:rPr lang="zh-CN" altLang="en-US" sz="1700" dirty="0">
                <a:solidFill>
                  <a:srgbClr val="000000"/>
                </a:solidFill>
                <a:latin typeface="华文楷体" panose="02010600040101010101" pitchFamily="2" charset="-122"/>
                <a:ea typeface="华文楷体" panose="02010600040101010101" pitchFamily="2" charset="-122"/>
              </a:rPr>
              <a:t>免费下载。不过，此共享版软件多会带有一些使用时间或次数的限制。用户可利用在线注册或电子注册成为正式版用户。</a:t>
            </a:r>
          </a:p>
        </p:txBody>
      </p:sp>
    </p:spTree>
    <p:extLst>
      <p:ext uri="{BB962C8B-B14F-4D97-AF65-F5344CB8AC3E}">
        <p14:creationId xmlns:p14="http://schemas.microsoft.com/office/powerpoint/2010/main" val="308747494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62158"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免费使用策略</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40944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Release</a:t>
            </a:r>
            <a:r>
              <a:rPr lang="zh-CN" altLang="en-US" sz="1700" dirty="0">
                <a:solidFill>
                  <a:srgbClr val="000000"/>
                </a:solidFill>
                <a:latin typeface="华文楷体" panose="02010600040101010101" pitchFamily="2" charset="-122"/>
                <a:ea typeface="华文楷体" panose="02010600040101010101" pitchFamily="2" charset="-122"/>
              </a:rPr>
              <a:t>版（发行版）：非正式版，带有时间限制，也是为扩大影响所做的宣传策略之一。比如</a:t>
            </a:r>
            <a:r>
              <a:rPr lang="en-US" altLang="zh-CN" sz="1700" dirty="0">
                <a:solidFill>
                  <a:srgbClr val="000000"/>
                </a:solidFill>
                <a:latin typeface="华文楷体" panose="02010600040101010101" pitchFamily="2" charset="-122"/>
                <a:ea typeface="华文楷体" panose="02010600040101010101" pitchFamily="2" charset="-122"/>
              </a:rPr>
              <a:t>Windows Me</a:t>
            </a:r>
            <a:r>
              <a:rPr lang="zh-CN" altLang="en-US" sz="1700" dirty="0">
                <a:solidFill>
                  <a:srgbClr val="000000"/>
                </a:solidFill>
                <a:latin typeface="华文楷体" panose="02010600040101010101" pitchFamily="2" charset="-122"/>
                <a:ea typeface="华文楷体" panose="02010600040101010101" pitchFamily="2" charset="-122"/>
              </a:rPr>
              <a:t>的发行版就限制只能使用几个月，并可从</a:t>
            </a:r>
            <a:r>
              <a:rPr lang="en-US" altLang="zh-CN" sz="1700" dirty="0">
                <a:solidFill>
                  <a:srgbClr val="000000"/>
                </a:solidFill>
                <a:latin typeface="华文楷体" panose="02010600040101010101" pitchFamily="2" charset="-122"/>
                <a:ea typeface="华文楷体" panose="02010600040101010101" pitchFamily="2" charset="-122"/>
              </a:rPr>
              <a:t>Internet</a:t>
            </a:r>
            <a:r>
              <a:rPr lang="zh-CN" altLang="en-US" sz="1700" dirty="0">
                <a:solidFill>
                  <a:srgbClr val="000000"/>
                </a:solidFill>
                <a:latin typeface="华文楷体" panose="02010600040101010101" pitchFamily="2" charset="-122"/>
                <a:ea typeface="华文楷体" panose="02010600040101010101" pitchFamily="2" charset="-122"/>
              </a:rPr>
              <a:t>上免费下载。</a:t>
            </a: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Upgrade</a:t>
            </a:r>
            <a:r>
              <a:rPr lang="zh-CN" altLang="en-US" sz="1700" dirty="0">
                <a:solidFill>
                  <a:srgbClr val="000000"/>
                </a:solidFill>
                <a:latin typeface="华文楷体" panose="02010600040101010101" pitchFamily="2" charset="-122"/>
                <a:ea typeface="华文楷体" panose="02010600040101010101" pitchFamily="2" charset="-122"/>
              </a:rPr>
              <a:t>版（升级版）：当你拥有某一软件旧的正式版本时，可以购买升级版，将你的软件升级为最新版。升级后的软件与正式版在功能上相同，但价格会低些，这主要是为了给原正式版用户提供优惠。</a:t>
            </a:r>
          </a:p>
        </p:txBody>
      </p:sp>
    </p:spTree>
    <p:extLst>
      <p:ext uri="{BB962C8B-B14F-4D97-AF65-F5344CB8AC3E}">
        <p14:creationId xmlns:p14="http://schemas.microsoft.com/office/powerpoint/2010/main" val="156154682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32842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3.4 </a:t>
            </a:r>
            <a:r>
              <a:rPr lang="zh-CN" altLang="en-US" sz="2400" spc="300" dirty="0">
                <a:latin typeface="微软雅黑" panose="020B0503020204020204" pitchFamily="34" charset="-122"/>
                <a:ea typeface="微软雅黑" panose="020B0503020204020204" pitchFamily="34" charset="-122"/>
              </a:rPr>
              <a:t>软件产品的定价与营销</a:t>
            </a:r>
          </a:p>
        </p:txBody>
      </p:sp>
      <p:sp>
        <p:nvSpPr>
          <p:cNvPr id="2" name="矩形 1">
            <a:extLst>
              <a:ext uri="{FF2B5EF4-FFF2-40B4-BE49-F238E27FC236}">
                <a16:creationId xmlns:a16="http://schemas.microsoft.com/office/drawing/2014/main" id="{1A343DEC-CFF6-41F5-B87C-0DFC08C67B76}"/>
              </a:ext>
            </a:extLst>
          </p:cNvPr>
          <p:cNvSpPr/>
          <p:nvPr/>
        </p:nvSpPr>
        <p:spPr>
          <a:xfrm>
            <a:off x="611831" y="792628"/>
            <a:ext cx="7920338" cy="28018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软件产品的营销策略</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目标市场定位</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产品策略</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定价策略</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渠道策略</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促销策略</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服务策略</a:t>
            </a:r>
          </a:p>
        </p:txBody>
      </p:sp>
    </p:spTree>
    <p:extLst>
      <p:ext uri="{BB962C8B-B14F-4D97-AF65-F5344CB8AC3E}">
        <p14:creationId xmlns:p14="http://schemas.microsoft.com/office/powerpoint/2010/main" val="144933548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2" name="矩形 1">
            <a:extLst>
              <a:ext uri="{FF2B5EF4-FFF2-40B4-BE49-F238E27FC236}">
                <a16:creationId xmlns:a16="http://schemas.microsoft.com/office/drawing/2014/main" id="{1A343DEC-CFF6-41F5-B87C-0DFC08C67B76}"/>
              </a:ext>
            </a:extLst>
          </p:cNvPr>
          <p:cNvSpPr/>
          <p:nvPr/>
        </p:nvSpPr>
        <p:spPr>
          <a:xfrm>
            <a:off x="611831" y="1729062"/>
            <a:ext cx="7920338" cy="760657"/>
          </a:xfrm>
          <a:prstGeom prst="rect">
            <a:avLst/>
          </a:prstGeom>
        </p:spPr>
        <p:txBody>
          <a:bodyPr wrap="square">
            <a:spAutoFit/>
          </a:bodyPr>
          <a:lstStyle/>
          <a:p>
            <a:pPr algn="ctr">
              <a:lnSpc>
                <a:spcPct val="150000"/>
              </a:lnSpc>
            </a:pPr>
            <a:r>
              <a:rPr lang="zh-CN" altLang="en-US" sz="3200" dirty="0">
                <a:solidFill>
                  <a:srgbClr val="000000"/>
                </a:solidFill>
                <a:latin typeface="华文楷体" panose="02010600040101010101" pitchFamily="2" charset="-122"/>
                <a:ea typeface="华文楷体" panose="02010600040101010101" pitchFamily="2" charset="-122"/>
              </a:rPr>
              <a:t>双边市场</a:t>
            </a:r>
          </a:p>
        </p:txBody>
      </p:sp>
    </p:spTree>
    <p:extLst>
      <p:ext uri="{BB962C8B-B14F-4D97-AF65-F5344CB8AC3E}">
        <p14:creationId xmlns:p14="http://schemas.microsoft.com/office/powerpoint/2010/main" val="341071771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62158"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移动应用商店</a:t>
            </a:r>
          </a:p>
        </p:txBody>
      </p:sp>
      <p:sp>
        <p:nvSpPr>
          <p:cNvPr id="2" name="矩形 1">
            <a:extLst>
              <a:ext uri="{FF2B5EF4-FFF2-40B4-BE49-F238E27FC236}">
                <a16:creationId xmlns:a16="http://schemas.microsoft.com/office/drawing/2014/main" id="{1A343DEC-CFF6-41F5-B87C-0DFC08C67B76}"/>
              </a:ext>
            </a:extLst>
          </p:cNvPr>
          <p:cNvSpPr/>
          <p:nvPr/>
        </p:nvSpPr>
        <p:spPr>
          <a:xfrm>
            <a:off x="611831" y="792628"/>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业务流程</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移动应用定价</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移动应用营销</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移动应用结算分成</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产业链主要涉及应用开发者、操作系统开发商、移动运营商、应用商店运营商、移动终端生产商以及用户等。</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依托对开发者的整合和广告主的衔接</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移动应用商店逐步发展为一个完备的产业生态系统。</a:t>
            </a:r>
          </a:p>
        </p:txBody>
      </p:sp>
    </p:spTree>
    <p:extLst>
      <p:ext uri="{BB962C8B-B14F-4D97-AF65-F5344CB8AC3E}">
        <p14:creationId xmlns:p14="http://schemas.microsoft.com/office/powerpoint/2010/main" val="237190812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62158"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移动应用商店</a:t>
            </a:r>
          </a:p>
        </p:txBody>
      </p:sp>
      <p:sp>
        <p:nvSpPr>
          <p:cNvPr id="2" name="矩形 1">
            <a:extLst>
              <a:ext uri="{FF2B5EF4-FFF2-40B4-BE49-F238E27FC236}">
                <a16:creationId xmlns:a16="http://schemas.microsoft.com/office/drawing/2014/main" id="{1A343DEC-CFF6-41F5-B87C-0DFC08C67B76}"/>
              </a:ext>
            </a:extLst>
          </p:cNvPr>
          <p:cNvSpPr/>
          <p:nvPr/>
        </p:nvSpPr>
        <p:spPr>
          <a:xfrm>
            <a:off x="611831" y="792628"/>
            <a:ext cx="7920338" cy="240944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盈利模式</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b="1" dirty="0">
                <a:solidFill>
                  <a:srgbClr val="FF0000"/>
                </a:solidFill>
                <a:latin typeface="华文楷体" panose="02010600040101010101" pitchFamily="2" charset="-122"/>
                <a:ea typeface="华文楷体" panose="02010600040101010101" pitchFamily="2" charset="-122"/>
              </a:rPr>
              <a:t>开发者注册模式</a:t>
            </a:r>
            <a:endParaRPr lang="en-US" altLang="zh-CN" sz="1700" b="1" dirty="0">
              <a:solidFill>
                <a:srgbClr val="FF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b="1" dirty="0">
                <a:solidFill>
                  <a:srgbClr val="FF0000"/>
                </a:solidFill>
                <a:latin typeface="华文楷体" panose="02010600040101010101" pitchFamily="2" charset="-122"/>
                <a:ea typeface="华文楷体" panose="02010600040101010101" pitchFamily="2" charset="-122"/>
              </a:rPr>
              <a:t>软件销售分成</a:t>
            </a:r>
            <a:endParaRPr lang="en-US" altLang="zh-CN" sz="1700" b="1" dirty="0">
              <a:solidFill>
                <a:srgbClr val="FF0000"/>
              </a:solidFill>
              <a:latin typeface="华文楷体" panose="02010600040101010101" pitchFamily="2" charset="-122"/>
              <a:ea typeface="华文楷体" panose="02010600040101010101" pitchFamily="2" charset="-122"/>
            </a:endParaRP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免费下载</a:t>
            </a:r>
            <a:endParaRPr lang="en-US" altLang="zh-CN" sz="1700" dirty="0">
              <a:solidFill>
                <a:srgbClr val="000000"/>
              </a:solidFill>
              <a:latin typeface="华文楷体" panose="02010600040101010101" pitchFamily="2" charset="-122"/>
              <a:ea typeface="华文楷体" panose="02010600040101010101" pitchFamily="2" charset="-122"/>
            </a:endParaRP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付费下载</a:t>
            </a:r>
            <a:endParaRPr lang="en-US" altLang="zh-CN" sz="1700" dirty="0">
              <a:solidFill>
                <a:srgbClr val="000000"/>
              </a:solidFill>
              <a:latin typeface="华文楷体" panose="02010600040101010101" pitchFamily="2" charset="-122"/>
              <a:ea typeface="华文楷体" panose="02010600040101010101" pitchFamily="2" charset="-122"/>
            </a:endParaRP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应用内购买</a:t>
            </a:r>
            <a:endParaRPr lang="en-US" altLang="zh-CN" sz="17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66178934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034CEB9-DFE1-47F7-82C4-8AA24B2717A2}"/>
              </a:ext>
            </a:extLst>
          </p:cNvPr>
          <p:cNvPicPr>
            <a:picLocks noChangeAspect="1"/>
          </p:cNvPicPr>
          <p:nvPr/>
        </p:nvPicPr>
        <p:blipFill>
          <a:blip r:embed="rId2"/>
          <a:stretch>
            <a:fillRect/>
          </a:stretch>
        </p:blipFill>
        <p:spPr>
          <a:xfrm>
            <a:off x="1091762" y="887987"/>
            <a:ext cx="6960476" cy="1185536"/>
          </a:xfrm>
          <a:prstGeom prst="rect">
            <a:avLst/>
          </a:prstGeom>
        </p:spPr>
      </p:pic>
      <p:pic>
        <p:nvPicPr>
          <p:cNvPr id="4" name="图片 3">
            <a:extLst>
              <a:ext uri="{FF2B5EF4-FFF2-40B4-BE49-F238E27FC236}">
                <a16:creationId xmlns:a16="http://schemas.microsoft.com/office/drawing/2014/main" id="{222C652D-9CED-4643-8FDF-33B37EFDD74D}"/>
              </a:ext>
            </a:extLst>
          </p:cNvPr>
          <p:cNvPicPr>
            <a:picLocks noChangeAspect="1"/>
          </p:cNvPicPr>
          <p:nvPr/>
        </p:nvPicPr>
        <p:blipFill>
          <a:blip r:embed="rId3"/>
          <a:stretch>
            <a:fillRect/>
          </a:stretch>
        </p:blipFill>
        <p:spPr>
          <a:xfrm>
            <a:off x="1091762" y="2025416"/>
            <a:ext cx="6960476" cy="2051137"/>
          </a:xfrm>
          <a:prstGeom prst="rect">
            <a:avLst/>
          </a:prstGeom>
        </p:spPr>
      </p:pic>
    </p:spTree>
    <p:extLst>
      <p:ext uri="{BB962C8B-B14F-4D97-AF65-F5344CB8AC3E}">
        <p14:creationId xmlns:p14="http://schemas.microsoft.com/office/powerpoint/2010/main" val="3128591280"/>
      </p:ext>
    </p:extLst>
  </p:cSld>
  <p:clrMapOvr>
    <a:masterClrMapping/>
  </p:clrMapOvr>
  <p:transition spd="slow">
    <p:pull/>
  </p:transition>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62158"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移动应用商店</a:t>
            </a:r>
          </a:p>
        </p:txBody>
      </p:sp>
      <p:sp>
        <p:nvSpPr>
          <p:cNvPr id="2" name="矩形 1">
            <a:extLst>
              <a:ext uri="{FF2B5EF4-FFF2-40B4-BE49-F238E27FC236}">
                <a16:creationId xmlns:a16="http://schemas.microsoft.com/office/drawing/2014/main" id="{1A343DEC-CFF6-41F5-B87C-0DFC08C67B76}"/>
              </a:ext>
            </a:extLst>
          </p:cNvPr>
          <p:cNvSpPr/>
          <p:nvPr/>
        </p:nvSpPr>
        <p:spPr>
          <a:xfrm>
            <a:off x="611831" y="792628"/>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b="1" dirty="0">
                <a:solidFill>
                  <a:srgbClr val="FF0000"/>
                </a:solidFill>
                <a:latin typeface="华文楷体" panose="02010600040101010101" pitchFamily="2" charset="-122"/>
                <a:ea typeface="华文楷体" panose="02010600040101010101" pitchFamily="2" charset="-122"/>
              </a:rPr>
              <a:t>服务推广</a:t>
            </a:r>
            <a:endParaRPr lang="en-US" altLang="zh-CN" sz="1700" b="1" dirty="0">
              <a:solidFill>
                <a:srgbClr val="FF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部分跨平台应用商店为开发者或广告主在首页提供广告位并进行服务推广</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并通过下载次数进行收费。</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b="1" dirty="0">
                <a:solidFill>
                  <a:srgbClr val="FF0000"/>
                </a:solidFill>
                <a:latin typeface="华文楷体" panose="02010600040101010101" pitchFamily="2" charset="-122"/>
                <a:ea typeface="华文楷体" panose="02010600040101010101" pitchFamily="2" charset="-122"/>
              </a:rPr>
              <a:t>渠道推广</a:t>
            </a:r>
            <a:endParaRPr lang="en-US" altLang="zh-CN" sz="1700" b="1" dirty="0">
              <a:solidFill>
                <a:srgbClr val="FF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部分跨平台应用商店与其他应用商店合作</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作为后者的应用分销渠道</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将用户链接至其他应用商店中下载</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依此获取渠道费用。</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目前主流移动应用商店的盈利模式集中在一次性付费下载和内嵌广告的免费下载两种方式上。</a:t>
            </a:r>
            <a:endParaRPr lang="en-US" altLang="zh-CN" sz="17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421433684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22621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移动应用商店</a:t>
            </a:r>
          </a:p>
        </p:txBody>
      </p:sp>
      <p:sp>
        <p:nvSpPr>
          <p:cNvPr id="4" name="文本框 3">
            <a:extLst>
              <a:ext uri="{FF2B5EF4-FFF2-40B4-BE49-F238E27FC236}">
                <a16:creationId xmlns:a16="http://schemas.microsoft.com/office/drawing/2014/main" id="{C603FDB1-4415-D060-E978-9F5902A8625C}"/>
              </a:ext>
            </a:extLst>
          </p:cNvPr>
          <p:cNvSpPr txBox="1"/>
          <p:nvPr/>
        </p:nvSpPr>
        <p:spPr>
          <a:xfrm>
            <a:off x="357308" y="802732"/>
            <a:ext cx="4572000" cy="369332"/>
          </a:xfrm>
          <a:prstGeom prst="rect">
            <a:avLst/>
          </a:prstGeom>
          <a:noFill/>
        </p:spPr>
        <p:txBody>
          <a:bodyPr wrap="square">
            <a:spAutoFit/>
          </a:bodyPr>
          <a:lstStyle/>
          <a:p>
            <a:r>
              <a:rPr lang="zh-CN" altLang="en-US" dirty="0"/>
              <a:t>安卓的应用商店是怎么赚钱的？</a:t>
            </a:r>
          </a:p>
        </p:txBody>
      </p:sp>
      <p:sp>
        <p:nvSpPr>
          <p:cNvPr id="6" name="文本框 5">
            <a:extLst>
              <a:ext uri="{FF2B5EF4-FFF2-40B4-BE49-F238E27FC236}">
                <a16:creationId xmlns:a16="http://schemas.microsoft.com/office/drawing/2014/main" id="{B6EA9870-70E6-BD44-DD68-D6843DF40CF6}"/>
              </a:ext>
            </a:extLst>
          </p:cNvPr>
          <p:cNvSpPr txBox="1"/>
          <p:nvPr/>
        </p:nvSpPr>
        <p:spPr>
          <a:xfrm>
            <a:off x="357307" y="1350681"/>
            <a:ext cx="8271435" cy="584775"/>
          </a:xfrm>
          <a:prstGeom prst="rect">
            <a:avLst/>
          </a:prstGeom>
          <a:noFill/>
        </p:spPr>
        <p:txBody>
          <a:bodyPr wrap="square">
            <a:spAutoFit/>
          </a:bodyPr>
          <a:lstStyle/>
          <a:p>
            <a:r>
              <a:rPr lang="zh-CN" altLang="en-US" sz="1600" dirty="0"/>
              <a:t>应用市场是巨大的流量入口</a:t>
            </a:r>
            <a:r>
              <a:rPr lang="en-US" altLang="zh-CN" sz="1600" dirty="0"/>
              <a:t>,</a:t>
            </a:r>
            <a:r>
              <a:rPr lang="zh-CN" altLang="en-US" sz="1600" dirty="0"/>
              <a:t>国内大型的手机厂商都有自己的应用商店，仅仅按照每年的手机出货量进行统计，华米</a:t>
            </a:r>
            <a:r>
              <a:rPr lang="en-US" altLang="zh-CN" sz="1600" dirty="0"/>
              <a:t>OV</a:t>
            </a:r>
            <a:r>
              <a:rPr lang="zh-CN" altLang="en-US" sz="1600" dirty="0"/>
              <a:t>一线厂商应用市场的</a:t>
            </a:r>
            <a:r>
              <a:rPr lang="en-US" altLang="zh-CN" sz="1600" dirty="0"/>
              <a:t>MAU</a:t>
            </a:r>
            <a:r>
              <a:rPr lang="zh-CN" altLang="en-US" sz="1600" dirty="0"/>
              <a:t>（月活跃用户数）都是过亿的</a:t>
            </a:r>
          </a:p>
        </p:txBody>
      </p:sp>
      <p:pic>
        <p:nvPicPr>
          <p:cNvPr id="7" name="图片 6">
            <a:extLst>
              <a:ext uri="{FF2B5EF4-FFF2-40B4-BE49-F238E27FC236}">
                <a16:creationId xmlns:a16="http://schemas.microsoft.com/office/drawing/2014/main" id="{6FA8B991-AF53-4D19-5942-E3C41A42939A}"/>
              </a:ext>
            </a:extLst>
          </p:cNvPr>
          <p:cNvPicPr>
            <a:picLocks noChangeAspect="1"/>
          </p:cNvPicPr>
          <p:nvPr/>
        </p:nvPicPr>
        <p:blipFill>
          <a:blip r:embed="rId3"/>
          <a:stretch>
            <a:fillRect/>
          </a:stretch>
        </p:blipFill>
        <p:spPr>
          <a:xfrm>
            <a:off x="457200" y="2114073"/>
            <a:ext cx="5115005" cy="2685378"/>
          </a:xfrm>
          <a:prstGeom prst="rect">
            <a:avLst/>
          </a:prstGeom>
        </p:spPr>
      </p:pic>
    </p:spTree>
    <p:extLst>
      <p:ext uri="{BB962C8B-B14F-4D97-AF65-F5344CB8AC3E}">
        <p14:creationId xmlns:p14="http://schemas.microsoft.com/office/powerpoint/2010/main" val="230704648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22621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移动应用商店</a:t>
            </a:r>
          </a:p>
        </p:txBody>
      </p:sp>
      <p:sp>
        <p:nvSpPr>
          <p:cNvPr id="4" name="文本框 3">
            <a:extLst>
              <a:ext uri="{FF2B5EF4-FFF2-40B4-BE49-F238E27FC236}">
                <a16:creationId xmlns:a16="http://schemas.microsoft.com/office/drawing/2014/main" id="{C603FDB1-4415-D060-E978-9F5902A8625C}"/>
              </a:ext>
            </a:extLst>
          </p:cNvPr>
          <p:cNvSpPr txBox="1"/>
          <p:nvPr/>
        </p:nvSpPr>
        <p:spPr>
          <a:xfrm>
            <a:off x="357308" y="802732"/>
            <a:ext cx="4572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安卓的应用商店是怎么赚钱的？</a:t>
            </a:r>
          </a:p>
        </p:txBody>
      </p:sp>
      <p:sp>
        <p:nvSpPr>
          <p:cNvPr id="6" name="文本框 5">
            <a:extLst>
              <a:ext uri="{FF2B5EF4-FFF2-40B4-BE49-F238E27FC236}">
                <a16:creationId xmlns:a16="http://schemas.microsoft.com/office/drawing/2014/main" id="{B6EA9870-70E6-BD44-DD68-D6843DF40CF6}"/>
              </a:ext>
            </a:extLst>
          </p:cNvPr>
          <p:cNvSpPr txBox="1"/>
          <p:nvPr/>
        </p:nvSpPr>
        <p:spPr>
          <a:xfrm>
            <a:off x="357308" y="1172064"/>
            <a:ext cx="8271435"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相信绝大部分用户在安装非应用市场下载的应用的时候，都会碰到系统级别的“血脉压制”</a:t>
            </a:r>
            <a:r>
              <a:rPr kumimoji="0"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t>
            </a:r>
            <a:r>
              <a:rPr kumimoji="0"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系统提示应用有风险，引导用户前往应用市场进行下载，业内俗称换包。通过强大的用户基数和近乎流氓的换包引导，各厂商的应用市场牢牢抓住了自己的用户，是其获得巨额营收的基础。</a:t>
            </a:r>
          </a:p>
        </p:txBody>
      </p:sp>
      <p:pic>
        <p:nvPicPr>
          <p:cNvPr id="2" name="图片 1">
            <a:extLst>
              <a:ext uri="{FF2B5EF4-FFF2-40B4-BE49-F238E27FC236}">
                <a16:creationId xmlns:a16="http://schemas.microsoft.com/office/drawing/2014/main" id="{8B208E45-4798-4E7B-4334-85105484C450}"/>
              </a:ext>
            </a:extLst>
          </p:cNvPr>
          <p:cNvPicPr>
            <a:picLocks noChangeAspect="1"/>
          </p:cNvPicPr>
          <p:nvPr/>
        </p:nvPicPr>
        <p:blipFill>
          <a:blip r:embed="rId3"/>
          <a:stretch>
            <a:fillRect/>
          </a:stretch>
        </p:blipFill>
        <p:spPr>
          <a:xfrm>
            <a:off x="1705855" y="2249282"/>
            <a:ext cx="4123765" cy="2789985"/>
          </a:xfrm>
          <a:prstGeom prst="rect">
            <a:avLst/>
          </a:prstGeom>
        </p:spPr>
      </p:pic>
    </p:spTree>
    <p:extLst>
      <p:ext uri="{BB962C8B-B14F-4D97-AF65-F5344CB8AC3E}">
        <p14:creationId xmlns:p14="http://schemas.microsoft.com/office/powerpoint/2010/main" val="75637328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22621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移动应用商店</a:t>
            </a:r>
          </a:p>
        </p:txBody>
      </p:sp>
      <p:sp>
        <p:nvSpPr>
          <p:cNvPr id="4" name="文本框 3">
            <a:extLst>
              <a:ext uri="{FF2B5EF4-FFF2-40B4-BE49-F238E27FC236}">
                <a16:creationId xmlns:a16="http://schemas.microsoft.com/office/drawing/2014/main" id="{C603FDB1-4415-D060-E978-9F5902A8625C}"/>
              </a:ext>
            </a:extLst>
          </p:cNvPr>
          <p:cNvSpPr txBox="1"/>
          <p:nvPr/>
        </p:nvSpPr>
        <p:spPr>
          <a:xfrm>
            <a:off x="357308" y="802732"/>
            <a:ext cx="4572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安卓的应用商店是怎么赚钱的？</a:t>
            </a:r>
          </a:p>
        </p:txBody>
      </p:sp>
      <p:sp>
        <p:nvSpPr>
          <p:cNvPr id="6" name="文本框 5">
            <a:extLst>
              <a:ext uri="{FF2B5EF4-FFF2-40B4-BE49-F238E27FC236}">
                <a16:creationId xmlns:a16="http://schemas.microsoft.com/office/drawing/2014/main" id="{B6EA9870-70E6-BD44-DD68-D6843DF40CF6}"/>
              </a:ext>
            </a:extLst>
          </p:cNvPr>
          <p:cNvSpPr txBox="1"/>
          <p:nvPr/>
        </p:nvSpPr>
        <p:spPr>
          <a:xfrm>
            <a:off x="357308" y="1172064"/>
            <a:ext cx="8271435" cy="33855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游戏联运分成</a:t>
            </a:r>
          </a:p>
        </p:txBody>
      </p:sp>
      <p:sp>
        <p:nvSpPr>
          <p:cNvPr id="5" name="文本框 4">
            <a:extLst>
              <a:ext uri="{FF2B5EF4-FFF2-40B4-BE49-F238E27FC236}">
                <a16:creationId xmlns:a16="http://schemas.microsoft.com/office/drawing/2014/main" id="{7764E758-C287-2C8B-E9E5-DF32053D6C1A}"/>
              </a:ext>
            </a:extLst>
          </p:cNvPr>
          <p:cNvSpPr txBox="1"/>
          <p:nvPr/>
        </p:nvSpPr>
        <p:spPr>
          <a:xfrm>
            <a:off x="587830" y="1494532"/>
            <a:ext cx="8429384" cy="1077218"/>
          </a:xfrm>
          <a:prstGeom prst="rect">
            <a:avLst/>
          </a:prstGeom>
          <a:noFill/>
        </p:spPr>
        <p:txBody>
          <a:bodyPr wrap="square">
            <a:spAutoFit/>
          </a:bodyPr>
          <a:lstStyle/>
          <a:p>
            <a:r>
              <a:rPr lang="zh-CN" altLang="en-US" sz="1600" dirty="0"/>
              <a:t>游戏联运分成是应用市场营收的主要来源，可能很多读者不了解游戏联运是什么，简而言之就是</a:t>
            </a:r>
            <a:r>
              <a:rPr lang="en-US" altLang="zh-CN" sz="1600" dirty="0"/>
              <a:t>——</a:t>
            </a:r>
            <a:r>
              <a:rPr lang="zh-CN" altLang="en-US" sz="1600" dirty="0"/>
              <a:t>游戏厂商负责提供游戏内容和资源，应用市场负责运营。大部分手游，应用市场的抽成是</a:t>
            </a:r>
            <a:r>
              <a:rPr lang="en-US" altLang="zh-CN" sz="1600" dirty="0"/>
              <a:t>50%</a:t>
            </a:r>
            <a:r>
              <a:rPr lang="zh-CN" altLang="en-US" sz="1600" dirty="0"/>
              <a:t>，用户在应用商店下载的游戏，充值流水一半都进入应用市场的腰包。只有少部分强势游戏厂商可以拿到</a:t>
            </a:r>
            <a:r>
              <a:rPr lang="en-US" altLang="zh-CN" sz="1600" dirty="0"/>
              <a:t>70%</a:t>
            </a:r>
            <a:r>
              <a:rPr lang="zh-CN" altLang="en-US" sz="1600" dirty="0"/>
              <a:t>的分成，比如原神</a:t>
            </a:r>
          </a:p>
        </p:txBody>
      </p:sp>
      <p:pic>
        <p:nvPicPr>
          <p:cNvPr id="7" name="图片 6">
            <a:extLst>
              <a:ext uri="{FF2B5EF4-FFF2-40B4-BE49-F238E27FC236}">
                <a16:creationId xmlns:a16="http://schemas.microsoft.com/office/drawing/2014/main" id="{30D4ACFA-5E33-A746-EEA3-A7B2DB39D424}"/>
              </a:ext>
            </a:extLst>
          </p:cNvPr>
          <p:cNvPicPr>
            <a:picLocks noChangeAspect="1"/>
          </p:cNvPicPr>
          <p:nvPr/>
        </p:nvPicPr>
        <p:blipFill>
          <a:blip r:embed="rId3"/>
          <a:stretch>
            <a:fillRect/>
          </a:stretch>
        </p:blipFill>
        <p:spPr>
          <a:xfrm>
            <a:off x="646880" y="2656275"/>
            <a:ext cx="6096000" cy="2152650"/>
          </a:xfrm>
          <a:prstGeom prst="rect">
            <a:avLst/>
          </a:prstGeom>
        </p:spPr>
      </p:pic>
    </p:spTree>
    <p:extLst>
      <p:ext uri="{BB962C8B-B14F-4D97-AF65-F5344CB8AC3E}">
        <p14:creationId xmlns:p14="http://schemas.microsoft.com/office/powerpoint/2010/main" val="269360643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22621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移动应用商店</a:t>
            </a:r>
          </a:p>
        </p:txBody>
      </p:sp>
      <p:sp>
        <p:nvSpPr>
          <p:cNvPr id="4" name="文本框 3">
            <a:extLst>
              <a:ext uri="{FF2B5EF4-FFF2-40B4-BE49-F238E27FC236}">
                <a16:creationId xmlns:a16="http://schemas.microsoft.com/office/drawing/2014/main" id="{C603FDB1-4415-D060-E978-9F5902A8625C}"/>
              </a:ext>
            </a:extLst>
          </p:cNvPr>
          <p:cNvSpPr txBox="1"/>
          <p:nvPr/>
        </p:nvSpPr>
        <p:spPr>
          <a:xfrm>
            <a:off x="357308" y="802732"/>
            <a:ext cx="4572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安卓的应用商店是怎么赚钱的？</a:t>
            </a:r>
          </a:p>
        </p:txBody>
      </p:sp>
      <p:sp>
        <p:nvSpPr>
          <p:cNvPr id="6" name="文本框 5">
            <a:extLst>
              <a:ext uri="{FF2B5EF4-FFF2-40B4-BE49-F238E27FC236}">
                <a16:creationId xmlns:a16="http://schemas.microsoft.com/office/drawing/2014/main" id="{B6EA9870-70E6-BD44-DD68-D6843DF40CF6}"/>
              </a:ext>
            </a:extLst>
          </p:cNvPr>
          <p:cNvSpPr txBox="1"/>
          <p:nvPr/>
        </p:nvSpPr>
        <p:spPr>
          <a:xfrm>
            <a:off x="357308" y="1172064"/>
            <a:ext cx="8271435" cy="33855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分发广告收入</a:t>
            </a:r>
          </a:p>
        </p:txBody>
      </p:sp>
      <p:sp>
        <p:nvSpPr>
          <p:cNvPr id="5" name="文本框 4">
            <a:extLst>
              <a:ext uri="{FF2B5EF4-FFF2-40B4-BE49-F238E27FC236}">
                <a16:creationId xmlns:a16="http://schemas.microsoft.com/office/drawing/2014/main" id="{7764E758-C287-2C8B-E9E5-DF32053D6C1A}"/>
              </a:ext>
            </a:extLst>
          </p:cNvPr>
          <p:cNvSpPr txBox="1"/>
          <p:nvPr/>
        </p:nvSpPr>
        <p:spPr>
          <a:xfrm>
            <a:off x="704019" y="1700868"/>
            <a:ext cx="2754725" cy="304698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前文提到，主流的应用市场的</a:t>
            </a:r>
            <a:r>
              <a:rPr kumimoji="0"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MAU</a:t>
            </a:r>
            <a:r>
              <a:rPr kumimoji="0"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基本过亿，广告收入不容小觑。厂商可以收取应用开发者的广告投放费用，出售核心的广告位或者搜索关键词。比如在应用市场搜索“百度”，除了得到百度</a:t>
            </a:r>
            <a:r>
              <a:rPr kumimoji="0" lang="en-US" altLang="zh-CN"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APP</a:t>
            </a:r>
            <a:r>
              <a:rPr kumimoji="0" lang="zh-CN" altLang="en-US" sz="16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的结果外，还会得到一些竞品的搜索结果，这可能是因为竞品买了这个搜索关键词，和百度出售广告的方式类似。</a:t>
            </a:r>
          </a:p>
        </p:txBody>
      </p:sp>
      <p:pic>
        <p:nvPicPr>
          <p:cNvPr id="2" name="图片 1">
            <a:extLst>
              <a:ext uri="{FF2B5EF4-FFF2-40B4-BE49-F238E27FC236}">
                <a16:creationId xmlns:a16="http://schemas.microsoft.com/office/drawing/2014/main" id="{3955FB62-97F4-990C-1D5E-0A39A3006EAA}"/>
              </a:ext>
            </a:extLst>
          </p:cNvPr>
          <p:cNvPicPr>
            <a:picLocks noChangeAspect="1"/>
          </p:cNvPicPr>
          <p:nvPr/>
        </p:nvPicPr>
        <p:blipFill>
          <a:blip r:embed="rId3"/>
          <a:stretch>
            <a:fillRect/>
          </a:stretch>
        </p:blipFill>
        <p:spPr>
          <a:xfrm>
            <a:off x="4719134" y="731260"/>
            <a:ext cx="3048997" cy="4120910"/>
          </a:xfrm>
          <a:prstGeom prst="rect">
            <a:avLst/>
          </a:prstGeom>
        </p:spPr>
      </p:pic>
    </p:spTree>
    <p:extLst>
      <p:ext uri="{BB962C8B-B14F-4D97-AF65-F5344CB8AC3E}">
        <p14:creationId xmlns:p14="http://schemas.microsoft.com/office/powerpoint/2010/main" val="404189127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62158"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移动应用商店</a:t>
            </a:r>
          </a:p>
        </p:txBody>
      </p:sp>
      <p:sp>
        <p:nvSpPr>
          <p:cNvPr id="2" name="矩形 1">
            <a:extLst>
              <a:ext uri="{FF2B5EF4-FFF2-40B4-BE49-F238E27FC236}">
                <a16:creationId xmlns:a16="http://schemas.microsoft.com/office/drawing/2014/main" id="{1A343DEC-CFF6-41F5-B87C-0DFC08C67B76}"/>
              </a:ext>
            </a:extLst>
          </p:cNvPr>
          <p:cNvSpPr/>
          <p:nvPr/>
        </p:nvSpPr>
        <p:spPr>
          <a:xfrm>
            <a:off x="611831" y="743056"/>
            <a:ext cx="7920338" cy="358668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b="1" dirty="0">
                <a:solidFill>
                  <a:srgbClr val="FF0000"/>
                </a:solidFill>
                <a:latin typeface="华文楷体" panose="02010600040101010101" pitchFamily="2" charset="-122"/>
                <a:ea typeface="华文楷体" panose="02010600040101010101" pitchFamily="2" charset="-122"/>
              </a:rPr>
              <a:t>双边市场：</a:t>
            </a:r>
            <a:r>
              <a:rPr lang="zh-CN" altLang="en-US" sz="1700" dirty="0">
                <a:solidFill>
                  <a:srgbClr val="000000"/>
                </a:solidFill>
                <a:latin typeface="华文楷体" panose="02010600040101010101" pitchFamily="2" charset="-122"/>
                <a:ea typeface="华文楷体" panose="02010600040101010101" pitchFamily="2" charset="-122"/>
              </a:rPr>
              <a:t>是指通过交易平台以及合理的定价策略</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使市场的</a:t>
            </a:r>
            <a:r>
              <a:rPr lang="zh-CN" altLang="en-US" sz="1700" b="1" dirty="0">
                <a:solidFill>
                  <a:srgbClr val="FF0000"/>
                </a:solidFill>
                <a:latin typeface="华文楷体" panose="02010600040101010101" pitchFamily="2" charset="-122"/>
                <a:ea typeface="华文楷体" panose="02010600040101010101" pitchFamily="2" charset="-122"/>
              </a:rPr>
              <a:t>每一端参与者</a:t>
            </a:r>
            <a:r>
              <a:rPr lang="zh-CN" altLang="en-US" sz="1700" dirty="0">
                <a:solidFill>
                  <a:srgbClr val="000000"/>
                </a:solidFill>
                <a:latin typeface="华文楷体" panose="02010600040101010101" pitchFamily="2" charset="-122"/>
                <a:ea typeface="华文楷体" panose="02010600040101010101" pitchFamily="2" charset="-122"/>
              </a:rPr>
              <a:t>均可有效进入市场并形成互动的市场类型。</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Steam, App store, Android, </a:t>
            </a:r>
            <a:r>
              <a:rPr lang="zh-CN" altLang="en-US" sz="1700" dirty="0">
                <a:solidFill>
                  <a:srgbClr val="000000"/>
                </a:solidFill>
                <a:latin typeface="华文楷体" panose="02010600040101010101" pitchFamily="2" charset="-122"/>
                <a:ea typeface="华文楷体" panose="02010600040101010101" pitchFamily="2" charset="-122"/>
              </a:rPr>
              <a:t>华为商城，小米等</a:t>
            </a:r>
            <a:r>
              <a:rPr lang="en-US" altLang="zh-CN" sz="1700" dirty="0">
                <a:solidFill>
                  <a:srgbClr val="000000"/>
                </a:solidFill>
                <a:latin typeface="华文楷体" panose="02010600040101010101" pitchFamily="2" charset="-122"/>
                <a:ea typeface="华文楷体" panose="02010600040101010101" pitchFamily="2" charset="-122"/>
              </a:rPr>
              <a:t>…</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交易平台不仅能够吸引市场的前向用户和后向用户</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又能使该平台企业在市场交易中整体上保持盈亏平衡。</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b="1" dirty="0">
                <a:solidFill>
                  <a:srgbClr val="FF0000"/>
                </a:solidFill>
                <a:latin typeface="华文楷体" panose="02010600040101010101" pitchFamily="2" charset="-122"/>
                <a:ea typeface="华文楷体" panose="02010600040101010101" pitchFamily="2" charset="-122"/>
              </a:rPr>
              <a:t>前向用户</a:t>
            </a:r>
            <a:r>
              <a:rPr lang="zh-CN" altLang="en-US" sz="1700" dirty="0">
                <a:solidFill>
                  <a:srgbClr val="000000"/>
                </a:solidFill>
                <a:latin typeface="华文楷体" panose="02010600040101010101" pitchFamily="2" charset="-122"/>
                <a:ea typeface="华文楷体" panose="02010600040101010101" pitchFamily="2" charset="-122"/>
              </a:rPr>
              <a:t>：需要信息或者应用的人或集团等等。</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b="1" dirty="0">
                <a:solidFill>
                  <a:srgbClr val="FF0000"/>
                </a:solidFill>
                <a:latin typeface="华文楷体" panose="02010600040101010101" pitchFamily="2" charset="-122"/>
                <a:ea typeface="华文楷体" panose="02010600040101010101" pitchFamily="2" charset="-122"/>
              </a:rPr>
              <a:t>后向用户</a:t>
            </a:r>
            <a:r>
              <a:rPr lang="zh-CN" altLang="en-US" sz="1700" dirty="0">
                <a:solidFill>
                  <a:srgbClr val="000000"/>
                </a:solidFill>
                <a:latin typeface="华文楷体" panose="02010600040101010101" pitchFamily="2" charset="-122"/>
                <a:ea typeface="华文楷体" panose="02010600040101010101" pitchFamily="2" charset="-122"/>
              </a:rPr>
              <a:t>：百度、</a:t>
            </a:r>
            <a:r>
              <a:rPr lang="en-US" altLang="zh-CN" sz="1700" dirty="0" err="1">
                <a:solidFill>
                  <a:srgbClr val="000000"/>
                </a:solidFill>
                <a:latin typeface="华文楷体" panose="02010600040101010101" pitchFamily="2" charset="-122"/>
                <a:ea typeface="华文楷体" panose="02010600040101010101" pitchFamily="2" charset="-122"/>
              </a:rPr>
              <a:t>Bilibili</a:t>
            </a:r>
            <a:r>
              <a:rPr lang="zh-CN" altLang="en-US" sz="1700" dirty="0">
                <a:solidFill>
                  <a:srgbClr val="000000"/>
                </a:solidFill>
                <a:latin typeface="华文楷体" panose="02010600040101010101" pitchFamily="2" charset="-122"/>
                <a:ea typeface="华文楷体" panose="02010600040101010101" pitchFamily="2" charset="-122"/>
              </a:rPr>
              <a:t>、淘宝、京东，其他网站等等提供信息或者是应用的。</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b="1" dirty="0">
                <a:solidFill>
                  <a:srgbClr val="FF0000"/>
                </a:solidFill>
                <a:latin typeface="华文楷体" panose="02010600040101010101" pitchFamily="2" charset="-122"/>
                <a:ea typeface="华文楷体" panose="02010600040101010101" pitchFamily="2" charset="-122"/>
              </a:rPr>
              <a:t>前向收费</a:t>
            </a:r>
            <a:r>
              <a:rPr lang="zh-CN" altLang="en-US" sz="1700" dirty="0">
                <a:solidFill>
                  <a:srgbClr val="000000"/>
                </a:solidFill>
                <a:latin typeface="华文楷体" panose="02010600040101010101" pitchFamily="2" charset="-122"/>
                <a:ea typeface="华文楷体" panose="02010600040101010101" pitchFamily="2" charset="-122"/>
              </a:rPr>
              <a:t>：即面向信息使用者或浏览者收费。</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b="1" dirty="0">
                <a:solidFill>
                  <a:srgbClr val="FF0000"/>
                </a:solidFill>
                <a:latin typeface="华文楷体" panose="02010600040101010101" pitchFamily="2" charset="-122"/>
                <a:ea typeface="华文楷体" panose="02010600040101010101" pitchFamily="2" charset="-122"/>
              </a:rPr>
              <a:t>后向收费</a:t>
            </a:r>
            <a:r>
              <a:rPr lang="zh-CN" altLang="en-US" sz="1700" dirty="0">
                <a:solidFill>
                  <a:srgbClr val="000000"/>
                </a:solidFill>
                <a:latin typeface="华文楷体" panose="02010600040101010101" pitchFamily="2" charset="-122"/>
                <a:ea typeface="华文楷体" panose="02010600040101010101" pitchFamily="2" charset="-122"/>
              </a:rPr>
              <a:t>：对提供业务或内容的合作方收钱。</a:t>
            </a:r>
            <a:endParaRPr lang="en-US" altLang="zh-CN" sz="17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78096099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62158"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移动应用商店</a:t>
            </a:r>
          </a:p>
        </p:txBody>
      </p:sp>
      <p:sp>
        <p:nvSpPr>
          <p:cNvPr id="2" name="矩形 1">
            <a:extLst>
              <a:ext uri="{FF2B5EF4-FFF2-40B4-BE49-F238E27FC236}">
                <a16:creationId xmlns:a16="http://schemas.microsoft.com/office/drawing/2014/main" id="{1A343DEC-CFF6-41F5-B87C-0DFC08C67B76}"/>
              </a:ext>
            </a:extLst>
          </p:cNvPr>
          <p:cNvSpPr/>
          <p:nvPr/>
        </p:nvSpPr>
        <p:spPr>
          <a:xfrm>
            <a:off x="611831" y="743056"/>
            <a:ext cx="7920338" cy="240944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双边市场的基础是存在一个具备中介作用的平台</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该平台能将市场两端的用户联系在一起；</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双边市场中的这一平台具有具有向前、后双边收取费用的权利</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即</a:t>
            </a:r>
            <a:r>
              <a:rPr lang="zh-CN" altLang="en-US" sz="1700" b="1" dirty="0">
                <a:solidFill>
                  <a:srgbClr val="FF0000"/>
                </a:solidFill>
                <a:latin typeface="华文楷体" panose="02010600040101010101" pitchFamily="2" charset="-122"/>
                <a:ea typeface="华文楷体" panose="02010600040101010101" pitchFamily="2" charset="-122"/>
              </a:rPr>
              <a:t>双向定价</a:t>
            </a:r>
            <a:r>
              <a:rPr lang="zh-CN" altLang="en-US" sz="1700" dirty="0">
                <a:solidFill>
                  <a:srgbClr val="000000"/>
                </a:solidFill>
                <a:latin typeface="华文楷体" panose="02010600040101010101" pitchFamily="2" charset="-122"/>
                <a:ea typeface="华文楷体" panose="02010600040101010101" pitchFamily="2" charset="-122"/>
              </a:rPr>
              <a:t>的能力。</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双边市场中平台的定价模式与平台的交易量之间具有一定的对应关系</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即不同的定价模式会导致不同的交易量。</a:t>
            </a:r>
            <a:endParaRPr lang="en-US" altLang="zh-CN" sz="17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78456370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62158"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移动应用商店</a:t>
            </a:r>
          </a:p>
        </p:txBody>
      </p:sp>
      <p:sp>
        <p:nvSpPr>
          <p:cNvPr id="2" name="矩形 1">
            <a:extLst>
              <a:ext uri="{FF2B5EF4-FFF2-40B4-BE49-F238E27FC236}">
                <a16:creationId xmlns:a16="http://schemas.microsoft.com/office/drawing/2014/main" id="{1A343DEC-CFF6-41F5-B87C-0DFC08C67B76}"/>
              </a:ext>
            </a:extLst>
          </p:cNvPr>
          <p:cNvSpPr/>
          <p:nvPr/>
        </p:nvSpPr>
        <p:spPr>
          <a:xfrm>
            <a:off x="611831" y="792628"/>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在双边市场中价格结构对平台交易起主要作用</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正因为如此</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平台企业必须设计合理的价格结构来将双边吸引到平台上。</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双边市场具有独特的定价方式或盈利模式</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对于现实中的平台企业</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其在价格结构和盈利模式上的设计方面是各有侧重的</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一般来讲</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平台企业更倾向于由高收费的一边补贴低价或免费的一边。</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ctr">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基于双边市场理论的移动应用商店盈利模式研究</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博士论文</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北京邮电大学</a:t>
            </a:r>
            <a:endParaRPr lang="en-US" altLang="zh-CN" sz="17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95562970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262158"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移动应用商店</a:t>
            </a:r>
          </a:p>
        </p:txBody>
      </p:sp>
      <p:sp>
        <p:nvSpPr>
          <p:cNvPr id="2" name="矩形 1">
            <a:extLst>
              <a:ext uri="{FF2B5EF4-FFF2-40B4-BE49-F238E27FC236}">
                <a16:creationId xmlns:a16="http://schemas.microsoft.com/office/drawing/2014/main" id="{1A343DEC-CFF6-41F5-B87C-0DFC08C67B76}"/>
              </a:ext>
            </a:extLst>
          </p:cNvPr>
          <p:cNvSpPr/>
          <p:nvPr/>
        </p:nvSpPr>
        <p:spPr>
          <a:xfrm>
            <a:off x="611831" y="792628"/>
            <a:ext cx="7920338" cy="28018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接入移动应用平台的用户数量给广告商带来的网络效应强度参数和移动应用产品的质量参数</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其二者形成的用户与广告商之间的“ 相对价值比效应指数” </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是主要影响移动应用商店对收费模式的选择的因素。</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当相对价值比效应指数较小的时候</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移动应用商店的最优收费模式是“双边支付” 的差别定价和收费模式</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在相对价值比的效应指数较大的时候</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则更应转向“ 单边收费” 的模式</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即实施广告商“ 单边支付” 的收费模式</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此时是以广告费来维持移动应用平台的运营。</a:t>
            </a:r>
            <a:endParaRPr lang="en-US" altLang="zh-CN" sz="17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80072720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theme/theme1.xml><?xml version="1.0" encoding="utf-8"?>
<a:theme xmlns:a="http://schemas.openxmlformats.org/drawingml/2006/main" name="清风素材 https://12sc.taobao.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13629</TotalTime>
  <Words>18184</Words>
  <Application>Microsoft Office PowerPoint</Application>
  <PresentationFormat>全屏显示(16:9)</PresentationFormat>
  <Paragraphs>2335</Paragraphs>
  <Slides>209</Slides>
  <Notes>204</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4</vt:i4>
      </vt:variant>
      <vt:variant>
        <vt:lpstr>幻灯片标题</vt:lpstr>
      </vt:variant>
      <vt:variant>
        <vt:i4>209</vt:i4>
      </vt:variant>
    </vt:vector>
  </HeadingPairs>
  <TitlesOfParts>
    <vt:vector size="226" baseType="lpstr">
      <vt:lpstr>黑体</vt:lpstr>
      <vt:lpstr>华文楷体</vt:lpstr>
      <vt:lpstr>宋体</vt:lpstr>
      <vt:lpstr>微软雅黑</vt:lpstr>
      <vt:lpstr>Arial</vt:lpstr>
      <vt:lpstr>Bookshelf Symbol 7</vt:lpstr>
      <vt:lpstr>Calibri</vt:lpstr>
      <vt:lpstr>Cambria Math</vt:lpstr>
      <vt:lpstr>Symbol</vt:lpstr>
      <vt:lpstr>Tahoma</vt:lpstr>
      <vt:lpstr>Times New Roman</vt:lpstr>
      <vt:lpstr>Wingdings</vt:lpstr>
      <vt:lpstr>清风素材 https://12sc.taobao.com/</vt:lpstr>
      <vt:lpstr>Equation</vt:lpstr>
      <vt:lpstr>公式</vt:lpstr>
      <vt:lpstr>MathType 7.0 Equation</vt:lpstr>
      <vt:lpstr>Unknown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www.microsoft.com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1111111111</dc:title>
  <dc:subject>12sc.taobao.com</dc:subject>
  <dc:creator>清风素材;User</dc:creator>
  <cp:keywords>12sc.taobao.com</cp:keywords>
  <dc:description>12sc.taobao.com</dc:description>
  <cp:lastModifiedBy>jingtao guo</cp:lastModifiedBy>
  <cp:revision>205</cp:revision>
  <dcterms:created xsi:type="dcterms:W3CDTF">2015-01-23T04:02:00Z</dcterms:created>
  <dcterms:modified xsi:type="dcterms:W3CDTF">2023-12-20T12:17:27Z</dcterms:modified>
  <cp:category>12sc.taobao.com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2052-10.1.0.6028</vt:lpwstr>
  </property>
</Properties>
</file>
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大学物理电磁学考前重点串讲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依据：23 真题、24 练习、题库和电磁学知识整理。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题型结构：填空、选择、简答、计算均要覆盖。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静电场与电介质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库仑定律、电场强度、电势、半圆/连续带电体积分。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高斯定理适用条件、无限大带电面、平行板、电介质极化。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磁场与磁介质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毕奥-萨伐尔定律、安培环路定理、洛伦兹力周期。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磁介质、磁场中的运动电荷和电流受力。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电磁感应与麦克斯韦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楞次定律、法拉第电磁感应、感应电场。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位移电流、全电流、电动机/发电机方向判断。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HENU Final Review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大学物理_课件_电磁学考前重点串讲</dc:title>
  <dc:subject>大学物理</dc:subject>
  <dc:creator>HENU Final Review</dc:creator>
  <cp:lastModifiedBy>HENU Final Review</cp:lastModifiedBy>
  <cp:revision>1</cp:revision>
  <dcterms:created xsi:type="dcterms:W3CDTF">2026-06-30T13:01:23Z</dcterms:created>
  <dcterms:modified xsi:type="dcterms:W3CDTF">2026-06-30T13:01:23Z</dcterms:modified>
</cp:coreProperties>
</file>
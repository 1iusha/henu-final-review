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离散数学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64240" y="228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98755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离散数学考前重点串讲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100584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依据：软件学院 23 级真题、早年卷、数理逻辑/集合论/图论题库与总结。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复习目标：把概念判断、证明步骤和计算题模板串起来。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离散数学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64240" y="228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98755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真题高频模块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100584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数理逻辑：等值演算、主析取/主合取范式、推理证明。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集合与关系：集合运算、关系性质、闭包、等价关系、偏序关系。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图论：连通性、最短路径、关键路径、着色与基本图性质。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离散数学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64240" y="228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98755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答题模板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100584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逻辑证明先列等值式或推理规则，避免只写结论。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关系题先画矩阵/有向图，再判自反、对称、传递。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图论计算题写清算法步骤和中间表。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离散数学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64240" y="228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98755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最后三天安排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100584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天：命题逻辑与一阶逻辑刷题。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天：集合、关系、函数和闭包。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天：图论题型与两套模拟卷限时训练。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HENU Final Review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离散数学_课件_考前重点串讲</dc:title>
  <dc:subject>离散数学</dc:subject>
  <dc:creator>HENU Final Review</dc:creator>
  <cp:lastModifiedBy>HENU Final Review</cp:lastModifiedBy>
  <cp:revision>1</cp:revision>
  <dcterms:created xsi:type="dcterms:W3CDTF">2026-06-30T13:01:23Z</dcterms:created>
  <dcterms:modified xsi:type="dcterms:W3CDTF">2026-06-30T13:01:23Z</dcterms:modified>
</cp:coreProperties>
</file>
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Web编程基础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064240" y="2286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987552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Web编程基础考前重点串讲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960120" y="1874520"/>
            <a:ext cx="10058400" cy="4069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依据：Web-24 真题、B 卷、V3 复习稿和 HTML/JS 复习文档。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目标：把基础概念、代码阅读和小功能实现串起来。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Web编程基础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064240" y="2286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987552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 与 CSS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960120" y="1874520"/>
            <a:ext cx="10058400" cy="4069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语义化标签、表单控件、链接/图片路径。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选择器、盒模型、定位、Flex/Grid、响应式写法。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Web编程基础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064240" y="2286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987552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JavaScript 与 DOM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960120" y="1874520"/>
            <a:ext cx="10058400" cy="4069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变量、函数、数组/对象、事件绑定、DOM 查询与修改。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localStorage/sessionStorage、fetch、JSON 解析与异常处理。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Web编程基础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064240" y="2286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987552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考试作答提醒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960120" y="1874520"/>
            <a:ext cx="10058400" cy="4069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代码题先搭结构，再补样式和交互。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注意闭合标签、选择器优先级、事件触发时机和路径引用。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HENU Final Review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Web编程基础_课件_考前重点串讲</dc:title>
  <dc:subject>Web编程基础</dc:subject>
  <dc:creator>HENU Final Review</dc:creator>
  <cp:lastModifiedBy>HENU Final Review</cp:lastModifiedBy>
  <cp:revision>1</cp:revision>
  <dcterms:created xsi:type="dcterms:W3CDTF">2026-06-30T13:01:23Z</dcterms:created>
  <dcterms:modified xsi:type="dcterms:W3CDTF">2026-06-30T13:01:23Z</dcterms:modified>
</cp:coreProperties>
</file>
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5"/>
  </p:notesMasterIdLst>
  <p:handoutMasterIdLst>
    <p:handoutMasterId r:id="rId59"/>
  </p:handoutMasterIdLst>
  <p:sldIdLst>
    <p:sldId id="308" r:id="rId4"/>
    <p:sldId id="554" r:id="rId6"/>
    <p:sldId id="258" r:id="rId7"/>
    <p:sldId id="557" r:id="rId8"/>
    <p:sldId id="259" r:id="rId9"/>
    <p:sldId id="260" r:id="rId10"/>
    <p:sldId id="552" r:id="rId11"/>
    <p:sldId id="553" r:id="rId12"/>
    <p:sldId id="506" r:id="rId13"/>
    <p:sldId id="410" r:id="rId14"/>
    <p:sldId id="412" r:id="rId15"/>
    <p:sldId id="413" r:id="rId16"/>
    <p:sldId id="414" r:id="rId17"/>
    <p:sldId id="419" r:id="rId18"/>
    <p:sldId id="420" r:id="rId19"/>
    <p:sldId id="503" r:id="rId20"/>
    <p:sldId id="423" r:id="rId21"/>
    <p:sldId id="424" r:id="rId22"/>
    <p:sldId id="427" r:id="rId23"/>
    <p:sldId id="430" r:id="rId24"/>
    <p:sldId id="431" r:id="rId25"/>
    <p:sldId id="505" r:id="rId26"/>
    <p:sldId id="493" r:id="rId27"/>
    <p:sldId id="436" r:id="rId28"/>
    <p:sldId id="451" r:id="rId29"/>
    <p:sldId id="453" r:id="rId30"/>
    <p:sldId id="475" r:id="rId31"/>
    <p:sldId id="474" r:id="rId32"/>
    <p:sldId id="481" r:id="rId33"/>
    <p:sldId id="482" r:id="rId34"/>
    <p:sldId id="479" r:id="rId35"/>
    <p:sldId id="480" r:id="rId36"/>
    <p:sldId id="429" r:id="rId37"/>
    <p:sldId id="425" r:id="rId38"/>
    <p:sldId id="458" r:id="rId39"/>
    <p:sldId id="454" r:id="rId40"/>
    <p:sldId id="456" r:id="rId41"/>
    <p:sldId id="471" r:id="rId42"/>
    <p:sldId id="504" r:id="rId43"/>
    <p:sldId id="426" r:id="rId44"/>
    <p:sldId id="462" r:id="rId45"/>
    <p:sldId id="463" r:id="rId46"/>
    <p:sldId id="460" r:id="rId47"/>
    <p:sldId id="464" r:id="rId48"/>
    <p:sldId id="465" r:id="rId49"/>
    <p:sldId id="466" r:id="rId50"/>
    <p:sldId id="467" r:id="rId51"/>
    <p:sldId id="561" r:id="rId52"/>
    <p:sldId id="559" r:id="rId53"/>
    <p:sldId id="558" r:id="rId54"/>
    <p:sldId id="560" r:id="rId55"/>
    <p:sldId id="551" r:id="rId56"/>
    <p:sldId id="337" r:id="rId57"/>
    <p:sldId id="562"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96" autoAdjust="0"/>
    <p:restoredTop sz="94660"/>
  </p:normalViewPr>
  <p:slideViewPr>
    <p:cSldViewPr snapToGrid="0">
      <p:cViewPr varScale="1">
        <p:scale>
          <a:sx n="113" d="100"/>
          <a:sy n="113" d="100"/>
        </p:scale>
        <p:origin x="528" y="96"/>
      </p:cViewPr>
      <p:guideLst/>
    </p:cSldViewPr>
  </p:slideViewPr>
  <p:notesTextViewPr>
    <p:cViewPr>
      <p:scale>
        <a:sx n="1" d="1"/>
        <a:sy n="1" d="1"/>
      </p:scale>
      <p:origin x="0" y="0"/>
    </p:cViewPr>
  </p:notesTextViewPr>
  <p:notesViewPr>
    <p:cSldViewPr snapToGrid="0">
      <p:cViewPr varScale="1">
        <p:scale>
          <a:sx n="86" d="100"/>
          <a:sy n="86" d="100"/>
        </p:scale>
        <p:origin x="3864"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handoutMaster" Target="handoutMasters/handoutMaster1.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areaChart>
        <c:grouping val="stacked"/>
        <c:varyColors val="0"/>
        <c:ser>
          <c:idx val="2"/>
          <c:order val="1"/>
          <c:tx>
            <c:strRef>
              <c:f>Sheet1!$C$1</c:f>
              <c:strCache>
                <c:ptCount val="1"/>
                <c:pt idx="0">
                  <c:v>Series 3</c:v>
                </c:pt>
              </c:strCache>
            </c:strRef>
          </c:tx>
          <c:spPr>
            <a:solidFill>
              <a:srgbClr val="EEB3B8"/>
            </a:solidFill>
            <a:ln>
              <a:noFill/>
            </a:ln>
            <a:effectLst/>
          </c:spPr>
          <c:dLbls>
            <c:delete val="1"/>
          </c:dLbls>
          <c:cat>
            <c:numRef>
              <c:f>Sheet1!$A$2:$A$12</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Sheet1!$C$2:$C$12</c:f>
              <c:numCache>
                <c:formatCode>General</c:formatCode>
                <c:ptCount val="11"/>
                <c:pt idx="0">
                  <c:v>10.1</c:v>
                </c:pt>
                <c:pt idx="1">
                  <c:v>10.3</c:v>
                </c:pt>
                <c:pt idx="2">
                  <c:v>10.6</c:v>
                </c:pt>
                <c:pt idx="3">
                  <c:v>10.8</c:v>
                </c:pt>
                <c:pt idx="4">
                  <c:v>11.1</c:v>
                </c:pt>
                <c:pt idx="5">
                  <c:v>11.3</c:v>
                </c:pt>
                <c:pt idx="6">
                  <c:v>11.6</c:v>
                </c:pt>
                <c:pt idx="7">
                  <c:v>11.9</c:v>
                </c:pt>
                <c:pt idx="8">
                  <c:v>12.1</c:v>
                </c:pt>
                <c:pt idx="9">
                  <c:v>12.4</c:v>
                </c:pt>
                <c:pt idx="10">
                  <c:v>12.7</c:v>
                </c:pt>
              </c:numCache>
            </c:numRef>
          </c:val>
        </c:ser>
        <c:ser>
          <c:idx val="1"/>
          <c:order val="0"/>
          <c:tx>
            <c:strRef>
              <c:f>Sheet1!$B$1</c:f>
              <c:strCache>
                <c:ptCount val="1"/>
                <c:pt idx="0">
                  <c:v>Series 2</c:v>
                </c:pt>
              </c:strCache>
            </c:strRef>
          </c:tx>
          <c:spPr>
            <a:solidFill>
              <a:srgbClr val="C7000B"/>
            </a:solidFill>
            <a:ln>
              <a:noFill/>
            </a:ln>
            <a:effectLst/>
          </c:spPr>
          <c:dLbls>
            <c:delete val="1"/>
          </c:dLbls>
          <c:cat>
            <c:numRef>
              <c:f>Sheet1!$A$2:$A$12</c:f>
              <c:numCache>
                <c:formatCode>General</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cat>
          <c:val>
            <c:numRef>
              <c:f>Sheet1!$B$2:$B$12</c:f>
              <c:numCache>
                <c:formatCode>General</c:formatCode>
                <c:ptCount val="11"/>
                <c:pt idx="0">
                  <c:v>3.8</c:v>
                </c:pt>
                <c:pt idx="1">
                  <c:v>4.7</c:v>
                </c:pt>
                <c:pt idx="2">
                  <c:v>5.9</c:v>
                </c:pt>
                <c:pt idx="3">
                  <c:v>7</c:v>
                </c:pt>
                <c:pt idx="4">
                  <c:v>8.3</c:v>
                </c:pt>
                <c:pt idx="5">
                  <c:v>9.9</c:v>
                </c:pt>
                <c:pt idx="6">
                  <c:v>11.6</c:v>
                </c:pt>
                <c:pt idx="7">
                  <c:v>13.5</c:v>
                </c:pt>
                <c:pt idx="8">
                  <c:v>15.8</c:v>
                </c:pt>
                <c:pt idx="9">
                  <c:v>18.5</c:v>
                </c:pt>
                <c:pt idx="10">
                  <c:v>21.5</c:v>
                </c:pt>
              </c:numCache>
            </c:numRef>
          </c:val>
        </c:ser>
        <c:dLbls>
          <c:showLegendKey val="0"/>
          <c:showVal val="0"/>
          <c:showCatName val="0"/>
          <c:showSerName val="0"/>
          <c:showPercent val="0"/>
          <c:showBubbleSize val="0"/>
        </c:dLbls>
        <c:axId val="263322608"/>
        <c:axId val="263330768"/>
      </c:areaChart>
      <c:catAx>
        <c:axId val="263322608"/>
        <c:scaling>
          <c:orientation val="minMax"/>
        </c:scaling>
        <c:delete val="0"/>
        <c:axPos val="b"/>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lang="zh-CN" sz="1600" b="0" i="0" u="none" strike="noStrike" kern="1200" cap="all" spc="120" normalizeH="0" baseline="0">
                <a:solidFill>
                  <a:schemeClr val="tx1"/>
                </a:solidFill>
                <a:latin typeface="微软雅黑" panose="020B0503020204020204" pitchFamily="34" charset="-122"/>
                <a:ea typeface="微软雅黑" panose="020B0503020204020204" pitchFamily="34" charset="-122"/>
                <a:cs typeface="+mn-cs"/>
              </a:defRPr>
            </a:pPr>
          </a:p>
        </c:txPr>
        <c:crossAx val="263330768"/>
        <c:crosses val="autoZero"/>
        <c:auto val="1"/>
        <c:lblAlgn val="ctr"/>
        <c:lblOffset val="100"/>
        <c:noMultiLvlLbl val="0"/>
      </c:catAx>
      <c:valAx>
        <c:axId val="263330768"/>
        <c:scaling>
          <c:orientation val="minMax"/>
        </c:scaling>
        <c:delete val="0"/>
        <c:axPos val="l"/>
        <c:numFmt formatCode="General" sourceLinked="1"/>
        <c:majorTickMark val="none"/>
        <c:minorTickMark val="none"/>
        <c:tickLblPos val="nextTo"/>
        <c:spPr>
          <a:noFill/>
          <a:ln w="9525" cap="flat" cmpd="sng" algn="ctr">
            <a:solidFill>
              <a:schemeClr val="bg1">
                <a:lumMod val="65000"/>
              </a:schemeClr>
            </a:solidFill>
            <a:round/>
          </a:ln>
          <a:effectLst/>
        </c:spPr>
        <c:txPr>
          <a:bodyPr rot="-60000000" spcFirstLastPara="1" vertOverflow="ellipsis" vert="horz" wrap="square" anchor="ctr" anchorCtr="1"/>
          <a:lstStyle/>
          <a:p>
            <a:pPr>
              <a:defRPr lang="zh-CN" sz="1600" b="0" i="0" u="none" strike="noStrike" kern="1200" baseline="0">
                <a:solidFill>
                  <a:schemeClr val="tx1"/>
                </a:solidFill>
                <a:latin typeface="微软雅黑" panose="020B0503020204020204" pitchFamily="34" charset="-122"/>
                <a:ea typeface="微软雅黑" panose="020B0503020204020204" pitchFamily="34" charset="-122"/>
                <a:cs typeface="+mn-cs"/>
              </a:defRPr>
            </a:pPr>
          </a:p>
        </c:txPr>
        <c:crossAx val="263322608"/>
        <c:crosses val="autoZero"/>
        <c:crossBetween val="midCat"/>
      </c:valAx>
      <c:spPr>
        <a:noFill/>
        <a:ln>
          <a:noFill/>
        </a:ln>
        <a:effectLst/>
      </c:spPr>
    </c:plotArea>
    <c:plotVisOnly val="1"/>
    <c:dispBlanksAs val="gap"/>
    <c:showDLblsOverMax val="0"/>
    <c:extLst>
      <c:ext uri="{0b15fc19-7d7d-44ad-8c2d-2c3a37ce22c3}">
        <chartProps xmlns="https://web.wps.cn/et/2018/main" chartId="{2adec53c-ddc0-4a2a-ab93-198a81ecfbac}"/>
      </c:ext>
    </c:extLst>
  </c:chart>
  <c:spPr>
    <a:noFill/>
    <a:ln w="9525" cap="flat" cmpd="sng" algn="ctr">
      <a:noFill/>
      <a:round/>
    </a:ln>
    <a:effectLst/>
  </c:spPr>
  <c:txPr>
    <a:bodyPr/>
    <a:lstStyle/>
    <a:p>
      <a:pPr>
        <a:defRPr lang="zh-CN" sz="1600">
          <a:solidFill>
            <a:schemeClr val="tx1"/>
          </a:solidFill>
          <a:latin typeface="微软雅黑" panose="020B0503020204020204" pitchFamily="34" charset="-122"/>
          <a:ea typeface="微软雅黑" panose="020B0503020204020204"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5"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50000"/>
        <a:lumOff val="50000"/>
      </a:schemeClr>
    </cs:fontRef>
    <cs:defRPr sz="1195"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5"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5_2#1">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2">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3">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1">
  <dgm:title val=""/>
  <dgm:desc val=""/>
  <dgm:catLst>
    <dgm:cat type="accent3" pri="11100"/>
  </dgm:catLst>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48350B8-39A1-4FAC-8989-F419C7BA3A6E}" type="doc">
      <dgm:prSet loTypeId="urn:microsoft.com/office/officeart/2005/8/layout/chart3#1" loCatId="relationship" qsTypeId="urn:microsoft.com/office/officeart/2005/8/quickstyle/simple1#1" qsCatId="simple" csTypeId="urn:microsoft.com/office/officeart/2005/8/colors/accent5_2#1" csCatId="accent5" phldr="1"/>
      <dgm:spPr/>
    </dgm:pt>
    <dgm:pt modelId="{113C898E-48A5-4A3A-9ECC-06106E731D66}">
      <dgm:prSet phldrT="[文本]"/>
      <dgm:spPr/>
      <dgm:t>
        <a:bodyPr/>
        <a:lstStyle/>
        <a:p>
          <a:r>
            <a:rPr lang="zh-CN" altLang="en-US" dirty="0">
              <a:latin typeface="微软雅黑" panose="020B0503020204020204" pitchFamily="34" charset="-122"/>
              <a:ea typeface="微软雅黑" panose="020B0503020204020204" pitchFamily="34" charset="-122"/>
            </a:rPr>
            <a:t>人</a:t>
          </a:r>
        </a:p>
      </dgm:t>
    </dgm:pt>
    <dgm:pt modelId="{421321DC-5E9E-4495-B852-2860E4E2CF0A}" cxnId="{ECF25BEA-C7D7-4C53-AA1A-D4FE238227D2}" type="parTrans">
      <dgm:prSet/>
      <dgm:spPr/>
      <dgm:t>
        <a:bodyPr/>
        <a:lstStyle/>
        <a:p>
          <a:endParaRPr lang="zh-CN" altLang="en-US"/>
        </a:p>
      </dgm:t>
    </dgm:pt>
    <dgm:pt modelId="{8E380EA8-A85B-4C0E-8882-9727A855E1A9}" cxnId="{ECF25BEA-C7D7-4C53-AA1A-D4FE238227D2}" type="sibTrans">
      <dgm:prSet/>
      <dgm:spPr/>
      <dgm:t>
        <a:bodyPr/>
        <a:lstStyle/>
        <a:p>
          <a:endParaRPr lang="zh-CN" altLang="en-US"/>
        </a:p>
      </dgm:t>
    </dgm:pt>
    <dgm:pt modelId="{9D30D3A9-6DF0-47A0-B699-2C99A96DEB79}">
      <dgm:prSet phldrT="[文本]"/>
      <dgm:spPr/>
      <dgm:t>
        <a:bodyPr/>
        <a:lstStyle/>
        <a:p>
          <a:r>
            <a:rPr lang="zh-CN" altLang="en-US" dirty="0">
              <a:latin typeface="微软雅黑" panose="020B0503020204020204" pitchFamily="34" charset="-122"/>
              <a:ea typeface="微软雅黑" panose="020B0503020204020204" pitchFamily="34" charset="-122"/>
            </a:rPr>
            <a:t>设备</a:t>
          </a:r>
        </a:p>
      </dgm:t>
    </dgm:pt>
    <dgm:pt modelId="{53B793CF-C5CC-4232-9461-7DEFC591D917}" cxnId="{ED4C0DD0-1A17-422E-871E-3588C5B682BF}" type="parTrans">
      <dgm:prSet/>
      <dgm:spPr/>
      <dgm:t>
        <a:bodyPr/>
        <a:lstStyle/>
        <a:p>
          <a:endParaRPr lang="zh-CN" altLang="en-US"/>
        </a:p>
      </dgm:t>
    </dgm:pt>
    <dgm:pt modelId="{885C5F54-BBD7-46D8-8102-9D117F2C16D4}" cxnId="{ED4C0DD0-1A17-422E-871E-3588C5B682BF}" type="sibTrans">
      <dgm:prSet/>
      <dgm:spPr/>
      <dgm:t>
        <a:bodyPr/>
        <a:lstStyle/>
        <a:p>
          <a:endParaRPr lang="zh-CN" altLang="en-US"/>
        </a:p>
      </dgm:t>
    </dgm:pt>
    <dgm:pt modelId="{CD4A7D50-A26E-499E-8848-37A2E88F50B5}">
      <dgm:prSet phldrT="[文本]"/>
      <dgm:spPr/>
      <dgm:t>
        <a:bodyPr/>
        <a:lstStyle/>
        <a:p>
          <a:r>
            <a:rPr lang="zh-CN" altLang="en-US" dirty="0">
              <a:latin typeface="微软雅黑" panose="020B0503020204020204" pitchFamily="34" charset="-122"/>
              <a:ea typeface="微软雅黑" panose="020B0503020204020204" pitchFamily="34" charset="-122"/>
            </a:rPr>
            <a:t>数据</a:t>
          </a:r>
        </a:p>
      </dgm:t>
    </dgm:pt>
    <dgm:pt modelId="{1851951C-CB55-4BEF-95DB-872106EA2A7E}" cxnId="{04C543FC-EE13-46E6-A6CF-E6D2B3CC4DF0}" type="parTrans">
      <dgm:prSet/>
      <dgm:spPr/>
      <dgm:t>
        <a:bodyPr/>
        <a:lstStyle/>
        <a:p>
          <a:endParaRPr lang="zh-CN" altLang="en-US"/>
        </a:p>
      </dgm:t>
    </dgm:pt>
    <dgm:pt modelId="{F63D02FF-ED36-40C2-BDC6-A65DC3BAE6F8}" cxnId="{04C543FC-EE13-46E6-A6CF-E6D2B3CC4DF0}" type="sibTrans">
      <dgm:prSet/>
      <dgm:spPr/>
      <dgm:t>
        <a:bodyPr/>
        <a:lstStyle/>
        <a:p>
          <a:endParaRPr lang="zh-CN" altLang="en-US"/>
        </a:p>
      </dgm:t>
    </dgm:pt>
    <dgm:pt modelId="{A39C7607-6B5B-4330-BD5A-315FDA76047C}" type="pres">
      <dgm:prSet presAssocID="{848350B8-39A1-4FAC-8989-F419C7BA3A6E}" presName="compositeShape" presStyleCnt="0">
        <dgm:presLayoutVars>
          <dgm:chMax val="7"/>
          <dgm:dir/>
          <dgm:resizeHandles val="exact"/>
        </dgm:presLayoutVars>
      </dgm:prSet>
      <dgm:spPr/>
    </dgm:pt>
    <dgm:pt modelId="{52E6C53F-FFE7-4F83-B2DC-04F8E9BF7614}" type="pres">
      <dgm:prSet presAssocID="{848350B8-39A1-4FAC-8989-F419C7BA3A6E}" presName="wedge1" presStyleLbl="node1" presStyleIdx="0" presStyleCnt="3" custLinFactNeighborX="-5027" custLinFactNeighborY="2926"/>
      <dgm:spPr/>
    </dgm:pt>
    <dgm:pt modelId="{FE75A298-AA61-44DE-AF11-A77E78DBD7DA}" type="pres">
      <dgm:prSet presAssocID="{848350B8-39A1-4FAC-8989-F419C7BA3A6E}" presName="wedge1Tx" presStyleLbl="node1" presStyleIdx="0" presStyleCnt="3">
        <dgm:presLayoutVars>
          <dgm:chMax val="0"/>
          <dgm:chPref val="0"/>
          <dgm:bulletEnabled val="1"/>
        </dgm:presLayoutVars>
      </dgm:prSet>
      <dgm:spPr/>
    </dgm:pt>
    <dgm:pt modelId="{06DEB2C1-8BAA-4FE5-85B4-6F4D8F937AC1}" type="pres">
      <dgm:prSet presAssocID="{848350B8-39A1-4FAC-8989-F419C7BA3A6E}" presName="wedge2" presStyleLbl="node1" presStyleIdx="1" presStyleCnt="3"/>
      <dgm:spPr/>
    </dgm:pt>
    <dgm:pt modelId="{206262D6-8F22-440B-9E74-7785535B651A}" type="pres">
      <dgm:prSet presAssocID="{848350B8-39A1-4FAC-8989-F419C7BA3A6E}" presName="wedge2Tx" presStyleLbl="node1" presStyleIdx="1" presStyleCnt="3">
        <dgm:presLayoutVars>
          <dgm:chMax val="0"/>
          <dgm:chPref val="0"/>
          <dgm:bulletEnabled val="1"/>
        </dgm:presLayoutVars>
      </dgm:prSet>
      <dgm:spPr/>
    </dgm:pt>
    <dgm:pt modelId="{C97E3B90-D164-4869-B340-DE5978DBC221}" type="pres">
      <dgm:prSet presAssocID="{848350B8-39A1-4FAC-8989-F419C7BA3A6E}" presName="wedge3" presStyleLbl="node1" presStyleIdx="2" presStyleCnt="3"/>
      <dgm:spPr/>
    </dgm:pt>
    <dgm:pt modelId="{7620FEFA-CB95-416C-A704-36C561EB8595}" type="pres">
      <dgm:prSet presAssocID="{848350B8-39A1-4FAC-8989-F419C7BA3A6E}" presName="wedge3Tx" presStyleLbl="node1" presStyleIdx="2" presStyleCnt="3">
        <dgm:presLayoutVars>
          <dgm:chMax val="0"/>
          <dgm:chPref val="0"/>
          <dgm:bulletEnabled val="1"/>
        </dgm:presLayoutVars>
      </dgm:prSet>
      <dgm:spPr/>
    </dgm:pt>
  </dgm:ptLst>
  <dgm:cxnLst>
    <dgm:cxn modelId="{93393B39-ECD7-46A0-B75E-F1B0DA53BC8C}" type="presOf" srcId="{9D30D3A9-6DF0-47A0-B699-2C99A96DEB79}" destId="{206262D6-8F22-440B-9E74-7785535B651A}" srcOrd="1" destOrd="0" presId="urn:microsoft.com/office/officeart/2005/8/layout/chart3#1"/>
    <dgm:cxn modelId="{E4FAF953-C5FC-4299-829E-B7AB8BB60281}" type="presOf" srcId="{9D30D3A9-6DF0-47A0-B699-2C99A96DEB79}" destId="{06DEB2C1-8BAA-4FE5-85B4-6F4D8F937AC1}" srcOrd="0" destOrd="0" presId="urn:microsoft.com/office/officeart/2005/8/layout/chart3#1"/>
    <dgm:cxn modelId="{A7508E8C-B7D6-4C5F-84A9-9A76617E08C6}" type="presOf" srcId="{848350B8-39A1-4FAC-8989-F419C7BA3A6E}" destId="{A39C7607-6B5B-4330-BD5A-315FDA76047C}" srcOrd="0" destOrd="0" presId="urn:microsoft.com/office/officeart/2005/8/layout/chart3#1"/>
    <dgm:cxn modelId="{4BB677AE-4C9C-419C-9795-D2BCC2537B59}" type="presOf" srcId="{113C898E-48A5-4A3A-9ECC-06106E731D66}" destId="{FE75A298-AA61-44DE-AF11-A77E78DBD7DA}" srcOrd="1" destOrd="0" presId="urn:microsoft.com/office/officeart/2005/8/layout/chart3#1"/>
    <dgm:cxn modelId="{ED4C0DD0-1A17-422E-871E-3588C5B682BF}" srcId="{848350B8-39A1-4FAC-8989-F419C7BA3A6E}" destId="{9D30D3A9-6DF0-47A0-B699-2C99A96DEB79}" srcOrd="1" destOrd="0" parTransId="{53B793CF-C5CC-4232-9461-7DEFC591D917}" sibTransId="{885C5F54-BBD7-46D8-8102-9D117F2C16D4}"/>
    <dgm:cxn modelId="{8859BEDF-39F8-4E8E-834E-D15D9D6FFBEE}" type="presOf" srcId="{113C898E-48A5-4A3A-9ECC-06106E731D66}" destId="{52E6C53F-FFE7-4F83-B2DC-04F8E9BF7614}" srcOrd="0" destOrd="0" presId="urn:microsoft.com/office/officeart/2005/8/layout/chart3#1"/>
    <dgm:cxn modelId="{46A84EE9-7980-4909-86F1-B452C5BEBFC7}" type="presOf" srcId="{CD4A7D50-A26E-499E-8848-37A2E88F50B5}" destId="{C97E3B90-D164-4869-B340-DE5978DBC221}" srcOrd="0" destOrd="0" presId="urn:microsoft.com/office/officeart/2005/8/layout/chart3#1"/>
    <dgm:cxn modelId="{7759B1E9-3ABD-4EA2-A02E-71308B313CBE}" type="presOf" srcId="{CD4A7D50-A26E-499E-8848-37A2E88F50B5}" destId="{7620FEFA-CB95-416C-A704-36C561EB8595}" srcOrd="1" destOrd="0" presId="urn:microsoft.com/office/officeart/2005/8/layout/chart3#1"/>
    <dgm:cxn modelId="{ECF25BEA-C7D7-4C53-AA1A-D4FE238227D2}" srcId="{848350B8-39A1-4FAC-8989-F419C7BA3A6E}" destId="{113C898E-48A5-4A3A-9ECC-06106E731D66}" srcOrd="0" destOrd="0" parTransId="{421321DC-5E9E-4495-B852-2860E4E2CF0A}" sibTransId="{8E380EA8-A85B-4C0E-8882-9727A855E1A9}"/>
    <dgm:cxn modelId="{04C543FC-EE13-46E6-A6CF-E6D2B3CC4DF0}" srcId="{848350B8-39A1-4FAC-8989-F419C7BA3A6E}" destId="{CD4A7D50-A26E-499E-8848-37A2E88F50B5}" srcOrd="2" destOrd="0" parTransId="{1851951C-CB55-4BEF-95DB-872106EA2A7E}" sibTransId="{F63D02FF-ED36-40C2-BDC6-A65DC3BAE6F8}"/>
    <dgm:cxn modelId="{3CF05ED9-4B66-4CE8-B37A-522640804B78}" type="presParOf" srcId="{A39C7607-6B5B-4330-BD5A-315FDA76047C}" destId="{52E6C53F-FFE7-4F83-B2DC-04F8E9BF7614}" srcOrd="0" destOrd="0" presId="urn:microsoft.com/office/officeart/2005/8/layout/chart3#1"/>
    <dgm:cxn modelId="{3CFC54CD-AEC6-45E9-9C00-5AE2AB68A9EA}" type="presParOf" srcId="{A39C7607-6B5B-4330-BD5A-315FDA76047C}" destId="{FE75A298-AA61-44DE-AF11-A77E78DBD7DA}" srcOrd="1" destOrd="0" presId="urn:microsoft.com/office/officeart/2005/8/layout/chart3#1"/>
    <dgm:cxn modelId="{5B3ACA92-FE66-41CE-BE44-601CCC297C3E}" type="presParOf" srcId="{A39C7607-6B5B-4330-BD5A-315FDA76047C}" destId="{06DEB2C1-8BAA-4FE5-85B4-6F4D8F937AC1}" srcOrd="2" destOrd="0" presId="urn:microsoft.com/office/officeart/2005/8/layout/chart3#1"/>
    <dgm:cxn modelId="{2D4872E1-3C32-4ACE-9AEC-33F253448458}" type="presParOf" srcId="{A39C7607-6B5B-4330-BD5A-315FDA76047C}" destId="{206262D6-8F22-440B-9E74-7785535B651A}" srcOrd="3" destOrd="0" presId="urn:microsoft.com/office/officeart/2005/8/layout/chart3#1"/>
    <dgm:cxn modelId="{BED9B004-FC46-44BE-BE66-D1EC4A982E73}" type="presParOf" srcId="{A39C7607-6B5B-4330-BD5A-315FDA76047C}" destId="{C97E3B90-D164-4869-B340-DE5978DBC221}" srcOrd="4" destOrd="0" presId="urn:microsoft.com/office/officeart/2005/8/layout/chart3#1"/>
    <dgm:cxn modelId="{1FA983D3-45FB-40F5-9D16-8300D6DB6D91}" type="presParOf" srcId="{A39C7607-6B5B-4330-BD5A-315FDA76047C}" destId="{7620FEFA-CB95-416C-A704-36C561EB8595}" srcOrd="5" destOrd="0" presId="urn:microsoft.com/office/officeart/2005/8/layout/chart3#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8350B8-39A1-4FAC-8989-F419C7BA3A6E}" type="doc">
      <dgm:prSet loTypeId="urn:microsoft.com/office/officeart/2005/8/layout/chart3#2" loCatId="relationship" qsTypeId="urn:microsoft.com/office/officeart/2005/8/quickstyle/simple1#2" qsCatId="simple" csTypeId="urn:microsoft.com/office/officeart/2005/8/colors/accent5_2#2" csCatId="accent5" phldr="1"/>
      <dgm:spPr/>
    </dgm:pt>
    <dgm:pt modelId="{113C898E-48A5-4A3A-9ECC-06106E731D66}">
      <dgm:prSet phldrT="[文本]"/>
      <dgm:spPr/>
      <dgm:t>
        <a:bodyPr/>
        <a:lstStyle/>
        <a:p>
          <a:r>
            <a:rPr lang="zh-CN" altLang="en-US" dirty="0">
              <a:latin typeface="微软雅黑" panose="020B0503020204020204" pitchFamily="34" charset="-122"/>
              <a:ea typeface="微软雅黑" panose="020B0503020204020204" pitchFamily="34" charset="-122"/>
            </a:rPr>
            <a:t>零信任模型</a:t>
          </a:r>
        </a:p>
      </dgm:t>
    </dgm:pt>
    <dgm:pt modelId="{421321DC-5E9E-4495-B852-2860E4E2CF0A}" cxnId="{ECF25BEA-C7D7-4C53-AA1A-D4FE238227D2}" type="parTrans">
      <dgm:prSet/>
      <dgm:spPr/>
      <dgm:t>
        <a:bodyPr/>
        <a:lstStyle/>
        <a:p>
          <a:endParaRPr lang="zh-CN" altLang="en-US"/>
        </a:p>
      </dgm:t>
    </dgm:pt>
    <dgm:pt modelId="{8E380EA8-A85B-4C0E-8882-9727A855E1A9}" cxnId="{ECF25BEA-C7D7-4C53-AA1A-D4FE238227D2}" type="sibTrans">
      <dgm:prSet/>
      <dgm:spPr/>
      <dgm:t>
        <a:bodyPr/>
        <a:lstStyle/>
        <a:p>
          <a:endParaRPr lang="zh-CN" altLang="en-US"/>
        </a:p>
      </dgm:t>
    </dgm:pt>
    <dgm:pt modelId="{9D30D3A9-6DF0-47A0-B699-2C99A96DEB79}">
      <dgm:prSet phldrT="[文本]"/>
      <dgm:spPr/>
      <dgm:t>
        <a:bodyPr/>
        <a:lstStyle/>
        <a:p>
          <a:r>
            <a:rPr lang="zh-CN" altLang="en-US" dirty="0">
              <a:latin typeface="微软雅黑" panose="020B0503020204020204" pitchFamily="34" charset="-122"/>
              <a:ea typeface="微软雅黑" panose="020B0503020204020204" pitchFamily="34" charset="-122"/>
            </a:rPr>
            <a:t>多因素融合认证</a:t>
          </a:r>
        </a:p>
      </dgm:t>
    </dgm:pt>
    <dgm:pt modelId="{53B793CF-C5CC-4232-9461-7DEFC591D917}" cxnId="{ED4C0DD0-1A17-422E-871E-3588C5B682BF}" type="parTrans">
      <dgm:prSet/>
      <dgm:spPr/>
      <dgm:t>
        <a:bodyPr/>
        <a:lstStyle/>
        <a:p>
          <a:endParaRPr lang="zh-CN" altLang="en-US"/>
        </a:p>
      </dgm:t>
    </dgm:pt>
    <dgm:pt modelId="{885C5F54-BBD7-46D8-8102-9D117F2C16D4}" cxnId="{ED4C0DD0-1A17-422E-871E-3588C5B682BF}" type="sibTrans">
      <dgm:prSet/>
      <dgm:spPr/>
      <dgm:t>
        <a:bodyPr/>
        <a:lstStyle/>
        <a:p>
          <a:endParaRPr lang="zh-CN" altLang="en-US"/>
        </a:p>
      </dgm:t>
    </dgm:pt>
    <dgm:pt modelId="{CD4A7D50-A26E-499E-8848-37A2E88F50B5}">
      <dgm:prSet phldrT="[文本]"/>
      <dgm:spPr/>
      <dgm:t>
        <a:bodyPr/>
        <a:lstStyle/>
        <a:p>
          <a:r>
            <a:rPr lang="zh-CN" altLang="en-US" dirty="0">
              <a:latin typeface="微软雅黑" panose="020B0503020204020204" pitchFamily="34" charset="-122"/>
              <a:ea typeface="微软雅黑" panose="020B0503020204020204" pitchFamily="34" charset="-122"/>
            </a:rPr>
            <a:t>协同互助认证</a:t>
          </a:r>
        </a:p>
      </dgm:t>
    </dgm:pt>
    <dgm:pt modelId="{1851951C-CB55-4BEF-95DB-872106EA2A7E}" cxnId="{04C543FC-EE13-46E6-A6CF-E6D2B3CC4DF0}" type="parTrans">
      <dgm:prSet/>
      <dgm:spPr/>
      <dgm:t>
        <a:bodyPr/>
        <a:lstStyle/>
        <a:p>
          <a:endParaRPr lang="zh-CN" altLang="en-US"/>
        </a:p>
      </dgm:t>
    </dgm:pt>
    <dgm:pt modelId="{F63D02FF-ED36-40C2-BDC6-A65DC3BAE6F8}" cxnId="{04C543FC-EE13-46E6-A6CF-E6D2B3CC4DF0}" type="sibTrans">
      <dgm:prSet/>
      <dgm:spPr/>
      <dgm:t>
        <a:bodyPr/>
        <a:lstStyle/>
        <a:p>
          <a:endParaRPr lang="zh-CN" altLang="en-US"/>
        </a:p>
      </dgm:t>
    </dgm:pt>
    <dgm:pt modelId="{A39C7607-6B5B-4330-BD5A-315FDA76047C}" type="pres">
      <dgm:prSet presAssocID="{848350B8-39A1-4FAC-8989-F419C7BA3A6E}" presName="compositeShape" presStyleCnt="0">
        <dgm:presLayoutVars>
          <dgm:chMax val="7"/>
          <dgm:dir/>
          <dgm:resizeHandles val="exact"/>
        </dgm:presLayoutVars>
      </dgm:prSet>
      <dgm:spPr/>
    </dgm:pt>
    <dgm:pt modelId="{52E6C53F-FFE7-4F83-B2DC-04F8E9BF7614}" type="pres">
      <dgm:prSet presAssocID="{848350B8-39A1-4FAC-8989-F419C7BA3A6E}" presName="wedge1" presStyleLbl="node1" presStyleIdx="0" presStyleCnt="3" custLinFactNeighborX="-5027" custLinFactNeighborY="2926"/>
      <dgm:spPr/>
    </dgm:pt>
    <dgm:pt modelId="{FE75A298-AA61-44DE-AF11-A77E78DBD7DA}" type="pres">
      <dgm:prSet presAssocID="{848350B8-39A1-4FAC-8989-F419C7BA3A6E}" presName="wedge1Tx" presStyleLbl="node1" presStyleIdx="0" presStyleCnt="3">
        <dgm:presLayoutVars>
          <dgm:chMax val="0"/>
          <dgm:chPref val="0"/>
          <dgm:bulletEnabled val="1"/>
        </dgm:presLayoutVars>
      </dgm:prSet>
      <dgm:spPr/>
    </dgm:pt>
    <dgm:pt modelId="{06DEB2C1-8BAA-4FE5-85B4-6F4D8F937AC1}" type="pres">
      <dgm:prSet presAssocID="{848350B8-39A1-4FAC-8989-F419C7BA3A6E}" presName="wedge2" presStyleLbl="node1" presStyleIdx="1" presStyleCnt="3"/>
      <dgm:spPr/>
    </dgm:pt>
    <dgm:pt modelId="{206262D6-8F22-440B-9E74-7785535B651A}" type="pres">
      <dgm:prSet presAssocID="{848350B8-39A1-4FAC-8989-F419C7BA3A6E}" presName="wedge2Tx" presStyleLbl="node1" presStyleIdx="1" presStyleCnt="3">
        <dgm:presLayoutVars>
          <dgm:chMax val="0"/>
          <dgm:chPref val="0"/>
          <dgm:bulletEnabled val="1"/>
        </dgm:presLayoutVars>
      </dgm:prSet>
      <dgm:spPr/>
    </dgm:pt>
    <dgm:pt modelId="{C97E3B90-D164-4869-B340-DE5978DBC221}" type="pres">
      <dgm:prSet presAssocID="{848350B8-39A1-4FAC-8989-F419C7BA3A6E}" presName="wedge3" presStyleLbl="node1" presStyleIdx="2" presStyleCnt="3"/>
      <dgm:spPr/>
    </dgm:pt>
    <dgm:pt modelId="{7620FEFA-CB95-416C-A704-36C561EB8595}" type="pres">
      <dgm:prSet presAssocID="{848350B8-39A1-4FAC-8989-F419C7BA3A6E}" presName="wedge3Tx" presStyleLbl="node1" presStyleIdx="2" presStyleCnt="3">
        <dgm:presLayoutVars>
          <dgm:chMax val="0"/>
          <dgm:chPref val="0"/>
          <dgm:bulletEnabled val="1"/>
        </dgm:presLayoutVars>
      </dgm:prSet>
      <dgm:spPr/>
    </dgm:pt>
  </dgm:ptLst>
  <dgm:cxnLst>
    <dgm:cxn modelId="{7FEEE50E-E7C6-4E39-9504-72782FC6730A}" type="presOf" srcId="{9D30D3A9-6DF0-47A0-B699-2C99A96DEB79}" destId="{06DEB2C1-8BAA-4FE5-85B4-6F4D8F937AC1}" srcOrd="0" destOrd="0" presId="urn:microsoft.com/office/officeart/2005/8/layout/chart3#2"/>
    <dgm:cxn modelId="{D7159918-DBD8-47F3-90DC-14E6744715E8}" type="presOf" srcId="{9D30D3A9-6DF0-47A0-B699-2C99A96DEB79}" destId="{206262D6-8F22-440B-9E74-7785535B651A}" srcOrd="1" destOrd="0" presId="urn:microsoft.com/office/officeart/2005/8/layout/chart3#2"/>
    <dgm:cxn modelId="{AD81C43E-CBFA-466D-A5F2-A0EA4F14FF84}" type="presOf" srcId="{CD4A7D50-A26E-499E-8848-37A2E88F50B5}" destId="{C97E3B90-D164-4869-B340-DE5978DBC221}" srcOrd="0" destOrd="0" presId="urn:microsoft.com/office/officeart/2005/8/layout/chart3#2"/>
    <dgm:cxn modelId="{FCB4765C-50A4-4CBE-BB8B-1962BC8314BC}" type="presOf" srcId="{848350B8-39A1-4FAC-8989-F419C7BA3A6E}" destId="{A39C7607-6B5B-4330-BD5A-315FDA76047C}" srcOrd="0" destOrd="0" presId="urn:microsoft.com/office/officeart/2005/8/layout/chart3#2"/>
    <dgm:cxn modelId="{359F21A3-373B-47AC-B094-4927DE6F0662}" type="presOf" srcId="{CD4A7D50-A26E-499E-8848-37A2E88F50B5}" destId="{7620FEFA-CB95-416C-A704-36C561EB8595}" srcOrd="1" destOrd="0" presId="urn:microsoft.com/office/officeart/2005/8/layout/chart3#2"/>
    <dgm:cxn modelId="{DD40F3CC-50AF-4CF5-9F68-8A3E3A7E1022}" type="presOf" srcId="{113C898E-48A5-4A3A-9ECC-06106E731D66}" destId="{FE75A298-AA61-44DE-AF11-A77E78DBD7DA}" srcOrd="1" destOrd="0" presId="urn:microsoft.com/office/officeart/2005/8/layout/chart3#2"/>
    <dgm:cxn modelId="{ED4C0DD0-1A17-422E-871E-3588C5B682BF}" srcId="{848350B8-39A1-4FAC-8989-F419C7BA3A6E}" destId="{9D30D3A9-6DF0-47A0-B699-2C99A96DEB79}" srcOrd="1" destOrd="0" parTransId="{53B793CF-C5CC-4232-9461-7DEFC591D917}" sibTransId="{885C5F54-BBD7-46D8-8102-9D117F2C16D4}"/>
    <dgm:cxn modelId="{ECF25BEA-C7D7-4C53-AA1A-D4FE238227D2}" srcId="{848350B8-39A1-4FAC-8989-F419C7BA3A6E}" destId="{113C898E-48A5-4A3A-9ECC-06106E731D66}" srcOrd="0" destOrd="0" parTransId="{421321DC-5E9E-4495-B852-2860E4E2CF0A}" sibTransId="{8E380EA8-A85B-4C0E-8882-9727A855E1A9}"/>
    <dgm:cxn modelId="{A6DFE3F0-775B-497A-86DF-1EB2F5E41BED}" type="presOf" srcId="{113C898E-48A5-4A3A-9ECC-06106E731D66}" destId="{52E6C53F-FFE7-4F83-B2DC-04F8E9BF7614}" srcOrd="0" destOrd="0" presId="urn:microsoft.com/office/officeart/2005/8/layout/chart3#2"/>
    <dgm:cxn modelId="{04C543FC-EE13-46E6-A6CF-E6D2B3CC4DF0}" srcId="{848350B8-39A1-4FAC-8989-F419C7BA3A6E}" destId="{CD4A7D50-A26E-499E-8848-37A2E88F50B5}" srcOrd="2" destOrd="0" parTransId="{1851951C-CB55-4BEF-95DB-872106EA2A7E}" sibTransId="{F63D02FF-ED36-40C2-BDC6-A65DC3BAE6F8}"/>
    <dgm:cxn modelId="{D8E37C5F-E094-4E23-AA5A-B4FBA97C4BEE}" type="presParOf" srcId="{A39C7607-6B5B-4330-BD5A-315FDA76047C}" destId="{52E6C53F-FFE7-4F83-B2DC-04F8E9BF7614}" srcOrd="0" destOrd="0" presId="urn:microsoft.com/office/officeart/2005/8/layout/chart3#2"/>
    <dgm:cxn modelId="{7EB8C059-DDF5-45B4-AA6F-63782C2DA571}" type="presParOf" srcId="{A39C7607-6B5B-4330-BD5A-315FDA76047C}" destId="{FE75A298-AA61-44DE-AF11-A77E78DBD7DA}" srcOrd="1" destOrd="0" presId="urn:microsoft.com/office/officeart/2005/8/layout/chart3#2"/>
    <dgm:cxn modelId="{EDB54AF7-4DF7-44B5-B789-7B805440B5E1}" type="presParOf" srcId="{A39C7607-6B5B-4330-BD5A-315FDA76047C}" destId="{06DEB2C1-8BAA-4FE5-85B4-6F4D8F937AC1}" srcOrd="2" destOrd="0" presId="urn:microsoft.com/office/officeart/2005/8/layout/chart3#2"/>
    <dgm:cxn modelId="{38DEF898-5C07-4428-B68E-C37EBBEF7C5F}" type="presParOf" srcId="{A39C7607-6B5B-4330-BD5A-315FDA76047C}" destId="{206262D6-8F22-440B-9E74-7785535B651A}" srcOrd="3" destOrd="0" presId="urn:microsoft.com/office/officeart/2005/8/layout/chart3#2"/>
    <dgm:cxn modelId="{79721C5A-CEA7-464D-82DB-4C4A99E5E519}" type="presParOf" srcId="{A39C7607-6B5B-4330-BD5A-315FDA76047C}" destId="{C97E3B90-D164-4869-B340-DE5978DBC221}" srcOrd="4" destOrd="0" presId="urn:microsoft.com/office/officeart/2005/8/layout/chart3#2"/>
    <dgm:cxn modelId="{0D44D366-203F-461D-A031-68D00C9D2AC7}" type="presParOf" srcId="{A39C7607-6B5B-4330-BD5A-315FDA76047C}" destId="{7620FEFA-CB95-416C-A704-36C561EB8595}" srcOrd="5" destOrd="0" presId="urn:microsoft.com/office/officeart/2005/8/layout/chart3#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8350B8-39A1-4FAC-8989-F419C7BA3A6E}" type="doc">
      <dgm:prSet loTypeId="urn:microsoft.com/office/officeart/2005/8/layout/chart3#3" loCatId="relationship" qsTypeId="urn:microsoft.com/office/officeart/2005/8/quickstyle/simple1#3" qsCatId="simple" csTypeId="urn:microsoft.com/office/officeart/2005/8/colors/accent5_2#3" csCatId="accent5" phldr="1"/>
      <dgm:spPr/>
    </dgm:pt>
    <dgm:pt modelId="{113C898E-48A5-4A3A-9ECC-06106E731D66}">
      <dgm:prSet phldrT="[文本]"/>
      <dgm:spPr/>
      <dgm:t>
        <a:bodyPr/>
        <a:lstStyle/>
        <a:p>
          <a:r>
            <a:rPr lang="zh-CN" altLang="en-US" dirty="0">
              <a:latin typeface="微软雅黑" panose="020B0503020204020204" pitchFamily="34" charset="-122"/>
              <a:ea typeface="微软雅黑" panose="020B0503020204020204" pitchFamily="34" charset="-122"/>
            </a:rPr>
            <a:t>安全启动</a:t>
          </a:r>
        </a:p>
      </dgm:t>
    </dgm:pt>
    <dgm:pt modelId="{421321DC-5E9E-4495-B852-2860E4E2CF0A}" cxnId="{ECF25BEA-C7D7-4C53-AA1A-D4FE238227D2}" type="parTrans">
      <dgm:prSet/>
      <dgm:spPr/>
      <dgm:t>
        <a:bodyPr/>
        <a:lstStyle/>
        <a:p>
          <a:endParaRPr lang="zh-CN" altLang="en-US"/>
        </a:p>
      </dgm:t>
    </dgm:pt>
    <dgm:pt modelId="{8E380EA8-A85B-4C0E-8882-9727A855E1A9}" cxnId="{ECF25BEA-C7D7-4C53-AA1A-D4FE238227D2}" type="sibTrans">
      <dgm:prSet/>
      <dgm:spPr/>
      <dgm:t>
        <a:bodyPr/>
        <a:lstStyle/>
        <a:p>
          <a:endParaRPr lang="zh-CN" altLang="en-US"/>
        </a:p>
      </dgm:t>
    </dgm:pt>
    <dgm:pt modelId="{9D30D3A9-6DF0-47A0-B699-2C99A96DEB79}">
      <dgm:prSet phldrT="[文本]"/>
      <dgm:spPr/>
      <dgm:t>
        <a:bodyPr/>
        <a:lstStyle/>
        <a:p>
          <a:r>
            <a:rPr lang="zh-CN" altLang="en-US" dirty="0">
              <a:latin typeface="微软雅黑" panose="020B0503020204020204" pitchFamily="34" charset="-122"/>
              <a:ea typeface="微软雅黑" panose="020B0503020204020204" pitchFamily="34" charset="-122"/>
            </a:rPr>
            <a:t>可信执行环境</a:t>
          </a:r>
        </a:p>
      </dgm:t>
    </dgm:pt>
    <dgm:pt modelId="{53B793CF-C5CC-4232-9461-7DEFC591D917}" cxnId="{ED4C0DD0-1A17-422E-871E-3588C5B682BF}" type="parTrans">
      <dgm:prSet/>
      <dgm:spPr/>
      <dgm:t>
        <a:bodyPr/>
        <a:lstStyle/>
        <a:p>
          <a:endParaRPr lang="zh-CN" altLang="en-US"/>
        </a:p>
      </dgm:t>
    </dgm:pt>
    <dgm:pt modelId="{885C5F54-BBD7-46D8-8102-9D117F2C16D4}" cxnId="{ED4C0DD0-1A17-422E-871E-3588C5B682BF}" type="sibTrans">
      <dgm:prSet/>
      <dgm:spPr/>
      <dgm:t>
        <a:bodyPr/>
        <a:lstStyle/>
        <a:p>
          <a:endParaRPr lang="zh-CN" altLang="en-US"/>
        </a:p>
      </dgm:t>
    </dgm:pt>
    <dgm:pt modelId="{CD4A7D50-A26E-499E-8848-37A2E88F50B5}">
      <dgm:prSet phldrT="[文本]"/>
      <dgm:spPr/>
      <dgm:t>
        <a:bodyPr/>
        <a:lstStyle/>
        <a:p>
          <a:r>
            <a:rPr lang="zh-CN" altLang="en-US" dirty="0">
              <a:latin typeface="微软雅黑" panose="020B0503020204020204" pitchFamily="34" charset="-122"/>
              <a:ea typeface="微软雅黑" panose="020B0503020204020204" pitchFamily="34" charset="-122"/>
            </a:rPr>
            <a:t>设备证书认证</a:t>
          </a:r>
        </a:p>
      </dgm:t>
    </dgm:pt>
    <dgm:pt modelId="{1851951C-CB55-4BEF-95DB-872106EA2A7E}" cxnId="{04C543FC-EE13-46E6-A6CF-E6D2B3CC4DF0}" type="parTrans">
      <dgm:prSet/>
      <dgm:spPr/>
      <dgm:t>
        <a:bodyPr/>
        <a:lstStyle/>
        <a:p>
          <a:endParaRPr lang="zh-CN" altLang="en-US"/>
        </a:p>
      </dgm:t>
    </dgm:pt>
    <dgm:pt modelId="{F63D02FF-ED36-40C2-BDC6-A65DC3BAE6F8}" cxnId="{04C543FC-EE13-46E6-A6CF-E6D2B3CC4DF0}" type="sibTrans">
      <dgm:prSet/>
      <dgm:spPr/>
      <dgm:t>
        <a:bodyPr/>
        <a:lstStyle/>
        <a:p>
          <a:endParaRPr lang="zh-CN" altLang="en-US"/>
        </a:p>
      </dgm:t>
    </dgm:pt>
    <dgm:pt modelId="{A39C7607-6B5B-4330-BD5A-315FDA76047C}" type="pres">
      <dgm:prSet presAssocID="{848350B8-39A1-4FAC-8989-F419C7BA3A6E}" presName="compositeShape" presStyleCnt="0">
        <dgm:presLayoutVars>
          <dgm:chMax val="7"/>
          <dgm:dir/>
          <dgm:resizeHandles val="exact"/>
        </dgm:presLayoutVars>
      </dgm:prSet>
      <dgm:spPr/>
    </dgm:pt>
    <dgm:pt modelId="{52E6C53F-FFE7-4F83-B2DC-04F8E9BF7614}" type="pres">
      <dgm:prSet presAssocID="{848350B8-39A1-4FAC-8989-F419C7BA3A6E}" presName="wedge1" presStyleLbl="node1" presStyleIdx="0" presStyleCnt="3" custLinFactNeighborX="-5027" custLinFactNeighborY="2926"/>
      <dgm:spPr/>
    </dgm:pt>
    <dgm:pt modelId="{FE75A298-AA61-44DE-AF11-A77E78DBD7DA}" type="pres">
      <dgm:prSet presAssocID="{848350B8-39A1-4FAC-8989-F419C7BA3A6E}" presName="wedge1Tx" presStyleLbl="node1" presStyleIdx="0" presStyleCnt="3">
        <dgm:presLayoutVars>
          <dgm:chMax val="0"/>
          <dgm:chPref val="0"/>
          <dgm:bulletEnabled val="1"/>
        </dgm:presLayoutVars>
      </dgm:prSet>
      <dgm:spPr/>
    </dgm:pt>
    <dgm:pt modelId="{06DEB2C1-8BAA-4FE5-85B4-6F4D8F937AC1}" type="pres">
      <dgm:prSet presAssocID="{848350B8-39A1-4FAC-8989-F419C7BA3A6E}" presName="wedge2" presStyleLbl="node1" presStyleIdx="1" presStyleCnt="3"/>
      <dgm:spPr/>
    </dgm:pt>
    <dgm:pt modelId="{206262D6-8F22-440B-9E74-7785535B651A}" type="pres">
      <dgm:prSet presAssocID="{848350B8-39A1-4FAC-8989-F419C7BA3A6E}" presName="wedge2Tx" presStyleLbl="node1" presStyleIdx="1" presStyleCnt="3">
        <dgm:presLayoutVars>
          <dgm:chMax val="0"/>
          <dgm:chPref val="0"/>
          <dgm:bulletEnabled val="1"/>
        </dgm:presLayoutVars>
      </dgm:prSet>
      <dgm:spPr/>
    </dgm:pt>
    <dgm:pt modelId="{C97E3B90-D164-4869-B340-DE5978DBC221}" type="pres">
      <dgm:prSet presAssocID="{848350B8-39A1-4FAC-8989-F419C7BA3A6E}" presName="wedge3" presStyleLbl="node1" presStyleIdx="2" presStyleCnt="3"/>
      <dgm:spPr/>
    </dgm:pt>
    <dgm:pt modelId="{7620FEFA-CB95-416C-A704-36C561EB8595}" type="pres">
      <dgm:prSet presAssocID="{848350B8-39A1-4FAC-8989-F419C7BA3A6E}" presName="wedge3Tx" presStyleLbl="node1" presStyleIdx="2" presStyleCnt="3">
        <dgm:presLayoutVars>
          <dgm:chMax val="0"/>
          <dgm:chPref val="0"/>
          <dgm:bulletEnabled val="1"/>
        </dgm:presLayoutVars>
      </dgm:prSet>
      <dgm:spPr/>
    </dgm:pt>
  </dgm:ptLst>
  <dgm:cxnLst>
    <dgm:cxn modelId="{147EDA36-B25B-43A9-8AFC-6A2372D4196E}" type="presOf" srcId="{CD4A7D50-A26E-499E-8848-37A2E88F50B5}" destId="{C97E3B90-D164-4869-B340-DE5978DBC221}" srcOrd="0" destOrd="0" presId="urn:microsoft.com/office/officeart/2005/8/layout/chart3#3"/>
    <dgm:cxn modelId="{BE99645F-31B2-4033-AFF2-2CF09648F508}" type="presOf" srcId="{9D30D3A9-6DF0-47A0-B699-2C99A96DEB79}" destId="{206262D6-8F22-440B-9E74-7785535B651A}" srcOrd="1" destOrd="0" presId="urn:microsoft.com/office/officeart/2005/8/layout/chart3#3"/>
    <dgm:cxn modelId="{6B609D4E-4AAE-441B-8B67-8CDD67ABA9D7}" type="presOf" srcId="{CD4A7D50-A26E-499E-8848-37A2E88F50B5}" destId="{7620FEFA-CB95-416C-A704-36C561EB8595}" srcOrd="1" destOrd="0" presId="urn:microsoft.com/office/officeart/2005/8/layout/chart3#3"/>
    <dgm:cxn modelId="{EF7E6F7C-73EA-4EEF-8192-932B4BA671E6}" type="presOf" srcId="{113C898E-48A5-4A3A-9ECC-06106E731D66}" destId="{FE75A298-AA61-44DE-AF11-A77E78DBD7DA}" srcOrd="1" destOrd="0" presId="urn:microsoft.com/office/officeart/2005/8/layout/chart3#3"/>
    <dgm:cxn modelId="{BF7F667D-316B-47C9-B8DF-615CE3FCCC07}" type="presOf" srcId="{113C898E-48A5-4A3A-9ECC-06106E731D66}" destId="{52E6C53F-FFE7-4F83-B2DC-04F8E9BF7614}" srcOrd="0" destOrd="0" presId="urn:microsoft.com/office/officeart/2005/8/layout/chart3#3"/>
    <dgm:cxn modelId="{2D81F899-5BDD-4A5E-8742-A39DFF660D6F}" type="presOf" srcId="{9D30D3A9-6DF0-47A0-B699-2C99A96DEB79}" destId="{06DEB2C1-8BAA-4FE5-85B4-6F4D8F937AC1}" srcOrd="0" destOrd="0" presId="urn:microsoft.com/office/officeart/2005/8/layout/chart3#3"/>
    <dgm:cxn modelId="{ED4C0DD0-1A17-422E-871E-3588C5B682BF}" srcId="{848350B8-39A1-4FAC-8989-F419C7BA3A6E}" destId="{9D30D3A9-6DF0-47A0-B699-2C99A96DEB79}" srcOrd="1" destOrd="0" parTransId="{53B793CF-C5CC-4232-9461-7DEFC591D917}" sibTransId="{885C5F54-BBD7-46D8-8102-9D117F2C16D4}"/>
    <dgm:cxn modelId="{E7C68AE4-FC94-40D1-8D42-298B9E2B31FA}" type="presOf" srcId="{848350B8-39A1-4FAC-8989-F419C7BA3A6E}" destId="{A39C7607-6B5B-4330-BD5A-315FDA76047C}" srcOrd="0" destOrd="0" presId="urn:microsoft.com/office/officeart/2005/8/layout/chart3#3"/>
    <dgm:cxn modelId="{ECF25BEA-C7D7-4C53-AA1A-D4FE238227D2}" srcId="{848350B8-39A1-4FAC-8989-F419C7BA3A6E}" destId="{113C898E-48A5-4A3A-9ECC-06106E731D66}" srcOrd="0" destOrd="0" parTransId="{421321DC-5E9E-4495-B852-2860E4E2CF0A}" sibTransId="{8E380EA8-A85B-4C0E-8882-9727A855E1A9}"/>
    <dgm:cxn modelId="{04C543FC-EE13-46E6-A6CF-E6D2B3CC4DF0}" srcId="{848350B8-39A1-4FAC-8989-F419C7BA3A6E}" destId="{CD4A7D50-A26E-499E-8848-37A2E88F50B5}" srcOrd="2" destOrd="0" parTransId="{1851951C-CB55-4BEF-95DB-872106EA2A7E}" sibTransId="{F63D02FF-ED36-40C2-BDC6-A65DC3BAE6F8}"/>
    <dgm:cxn modelId="{ADAE1FCF-D7F3-49E2-93B5-0ECB4D07AADD}" type="presParOf" srcId="{A39C7607-6B5B-4330-BD5A-315FDA76047C}" destId="{52E6C53F-FFE7-4F83-B2DC-04F8E9BF7614}" srcOrd="0" destOrd="0" presId="urn:microsoft.com/office/officeart/2005/8/layout/chart3#3"/>
    <dgm:cxn modelId="{5529593C-B414-465C-91DF-3C424877A0D0}" type="presParOf" srcId="{A39C7607-6B5B-4330-BD5A-315FDA76047C}" destId="{FE75A298-AA61-44DE-AF11-A77E78DBD7DA}" srcOrd="1" destOrd="0" presId="urn:microsoft.com/office/officeart/2005/8/layout/chart3#3"/>
    <dgm:cxn modelId="{82F55EC6-9FE6-4807-B874-2351C634D0F1}" type="presParOf" srcId="{A39C7607-6B5B-4330-BD5A-315FDA76047C}" destId="{06DEB2C1-8BAA-4FE5-85B4-6F4D8F937AC1}" srcOrd="2" destOrd="0" presId="urn:microsoft.com/office/officeart/2005/8/layout/chart3#3"/>
    <dgm:cxn modelId="{3FF22E69-C7BB-4236-AE5B-D262137CFEA0}" type="presParOf" srcId="{A39C7607-6B5B-4330-BD5A-315FDA76047C}" destId="{206262D6-8F22-440B-9E74-7785535B651A}" srcOrd="3" destOrd="0" presId="urn:microsoft.com/office/officeart/2005/8/layout/chart3#3"/>
    <dgm:cxn modelId="{0CE79648-EF4C-4BD4-8837-78D55B588D5B}" type="presParOf" srcId="{A39C7607-6B5B-4330-BD5A-315FDA76047C}" destId="{C97E3B90-D164-4869-B340-DE5978DBC221}" srcOrd="4" destOrd="0" presId="urn:microsoft.com/office/officeart/2005/8/layout/chart3#3"/>
    <dgm:cxn modelId="{AF22921F-0800-458B-AB5A-87069068D78F}" type="presParOf" srcId="{A39C7607-6B5B-4330-BD5A-315FDA76047C}" destId="{7620FEFA-CB95-416C-A704-36C561EB8595}" srcOrd="5" destOrd="0" presId="urn:microsoft.com/office/officeart/2005/8/layout/chart3#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CE0BEF3-2652-4477-A2B0-FA4F537EC492}" type="doc">
      <dgm:prSet loTypeId="urn:microsoft.com/office/officeart/2005/8/layout/chevron1" loCatId="process" qsTypeId="urn:microsoft.com/office/officeart/2005/8/quickstyle/simple1#4" qsCatId="simple" csTypeId="urn:microsoft.com/office/officeart/2005/8/colors/accent1_2#1" csCatId="accent1" phldr="1"/>
      <dgm:spPr/>
    </dgm:pt>
    <dgm:pt modelId="{886E4E5D-8C3D-4254-99DB-34669EB337E8}">
      <dgm:prSet phldrT="[文本]"/>
      <dgm:spPr>
        <a:solidFill>
          <a:srgbClr val="C7000B"/>
        </a:solidFill>
        <a:ln>
          <a:noFill/>
        </a:ln>
        <a:effectLst/>
        <a:scene3d>
          <a:camera prst="orthographicFront">
            <a:rot lat="0" lon="0" rev="0"/>
          </a:camera>
          <a:lightRig rig="contrasting" dir="t">
            <a:rot lat="0" lon="0" rev="7800000"/>
          </a:lightRig>
        </a:scene3d>
        <a:sp3d>
          <a:bevelT w="139700" h="139700"/>
        </a:sp3d>
      </dgm:spPr>
      <dgm:t>
        <a:bodyPr/>
        <a:lstStyle/>
        <a:p>
          <a:r>
            <a:rPr lang="zh-CN" altLang="en-US" dirty="0">
              <a:latin typeface="微软雅黑" panose="020B0503020204020204" pitchFamily="34" charset="-122"/>
              <a:ea typeface="微软雅黑" panose="020B0503020204020204" pitchFamily="34" charset="-122"/>
            </a:rPr>
            <a:t>数据生成</a:t>
          </a:r>
        </a:p>
      </dgm:t>
    </dgm:pt>
    <dgm:pt modelId="{50918253-182A-4FF9-A9E0-31AE5ACD99EF}" cxnId="{F60778D7-B9E3-44BA-8CF1-73AA9A905263}" type="parTrans">
      <dgm:prSet/>
      <dgm:spPr/>
      <dgm:t>
        <a:bodyPr/>
        <a:lstStyle/>
        <a:p>
          <a:endParaRPr lang="zh-CN" altLang="en-US"/>
        </a:p>
      </dgm:t>
    </dgm:pt>
    <dgm:pt modelId="{9D2AD0D4-28F2-448C-84AA-1C9806C971DF}" cxnId="{F60778D7-B9E3-44BA-8CF1-73AA9A905263}" type="sibTrans">
      <dgm:prSet/>
      <dgm:spPr/>
      <dgm:t>
        <a:bodyPr/>
        <a:lstStyle/>
        <a:p>
          <a:endParaRPr lang="zh-CN" altLang="en-US"/>
        </a:p>
      </dgm:t>
    </dgm:pt>
    <dgm:pt modelId="{9AE9A920-031D-48EA-B425-067236344E54}">
      <dgm:prSet phldrT="[文本]"/>
      <dgm:spPr>
        <a:solidFill>
          <a:srgbClr val="C7000B"/>
        </a:solidFill>
        <a:ln>
          <a:noFill/>
        </a:ln>
        <a:effectLst/>
        <a:scene3d>
          <a:camera prst="orthographicFront">
            <a:rot lat="0" lon="0" rev="0"/>
          </a:camera>
          <a:lightRig rig="contrasting" dir="t">
            <a:rot lat="0" lon="0" rev="7800000"/>
          </a:lightRig>
        </a:scene3d>
        <a:sp3d>
          <a:bevelT w="139700" h="139700"/>
        </a:sp3d>
      </dgm:spPr>
      <dgm:t>
        <a:bodyPr/>
        <a:lstStyle/>
        <a:p>
          <a:r>
            <a:rPr lang="zh-CN" altLang="en-US" dirty="0">
              <a:latin typeface="微软雅黑" panose="020B0503020204020204" pitchFamily="34" charset="-122"/>
              <a:ea typeface="微软雅黑" panose="020B0503020204020204" pitchFamily="34" charset="-122"/>
            </a:rPr>
            <a:t>数据存储</a:t>
          </a:r>
        </a:p>
      </dgm:t>
    </dgm:pt>
    <dgm:pt modelId="{E4FFB65D-AA70-4B24-8B56-5D4ED486ECC4}" cxnId="{3B424980-ED9F-4D49-8EDF-2D53A60F3E51}" type="parTrans">
      <dgm:prSet/>
      <dgm:spPr/>
      <dgm:t>
        <a:bodyPr/>
        <a:lstStyle/>
        <a:p>
          <a:endParaRPr lang="zh-CN" altLang="en-US"/>
        </a:p>
      </dgm:t>
    </dgm:pt>
    <dgm:pt modelId="{F8A65036-14D2-4E40-BED3-DA41D84A8FB5}" cxnId="{3B424980-ED9F-4D49-8EDF-2D53A60F3E51}" type="sibTrans">
      <dgm:prSet/>
      <dgm:spPr/>
      <dgm:t>
        <a:bodyPr/>
        <a:lstStyle/>
        <a:p>
          <a:endParaRPr lang="zh-CN" altLang="en-US"/>
        </a:p>
      </dgm:t>
    </dgm:pt>
    <dgm:pt modelId="{C79C7C23-C7FD-4B5A-9838-4C4779443300}">
      <dgm:prSet phldrT="[文本]"/>
      <dgm:spPr>
        <a:solidFill>
          <a:srgbClr val="C7000B"/>
        </a:solidFill>
        <a:ln>
          <a:noFill/>
        </a:ln>
        <a:effectLst/>
        <a:scene3d>
          <a:camera prst="orthographicFront">
            <a:rot lat="0" lon="0" rev="0"/>
          </a:camera>
          <a:lightRig rig="contrasting" dir="t">
            <a:rot lat="0" lon="0" rev="7800000"/>
          </a:lightRig>
        </a:scene3d>
        <a:sp3d>
          <a:bevelT w="139700" h="139700"/>
        </a:sp3d>
      </dgm:spPr>
      <dgm:t>
        <a:bodyPr/>
        <a:lstStyle/>
        <a:p>
          <a:r>
            <a:rPr lang="zh-CN" altLang="en-US" dirty="0">
              <a:latin typeface="微软雅黑" panose="020B0503020204020204" pitchFamily="34" charset="-122"/>
              <a:ea typeface="微软雅黑" panose="020B0503020204020204" pitchFamily="34" charset="-122"/>
            </a:rPr>
            <a:t>数据使用</a:t>
          </a:r>
        </a:p>
      </dgm:t>
    </dgm:pt>
    <dgm:pt modelId="{7975ABD3-779B-4453-A02B-AF58D6FE78C1}" cxnId="{F77AF4CF-FE9E-4C9A-A92B-C3F324A0C823}" type="parTrans">
      <dgm:prSet/>
      <dgm:spPr/>
      <dgm:t>
        <a:bodyPr/>
        <a:lstStyle/>
        <a:p>
          <a:endParaRPr lang="zh-CN" altLang="en-US"/>
        </a:p>
      </dgm:t>
    </dgm:pt>
    <dgm:pt modelId="{8F71823C-7125-46A0-A3D3-846A707D98A7}" cxnId="{F77AF4CF-FE9E-4C9A-A92B-C3F324A0C823}" type="sibTrans">
      <dgm:prSet/>
      <dgm:spPr/>
      <dgm:t>
        <a:bodyPr/>
        <a:lstStyle/>
        <a:p>
          <a:endParaRPr lang="zh-CN" altLang="en-US"/>
        </a:p>
      </dgm:t>
    </dgm:pt>
    <dgm:pt modelId="{B0060085-B4CA-4569-A909-5A9424D8A379}">
      <dgm:prSet phldrT="[文本]"/>
      <dgm:spPr>
        <a:solidFill>
          <a:srgbClr val="C7000B"/>
        </a:solidFill>
        <a:ln>
          <a:noFill/>
        </a:ln>
        <a:effectLst/>
        <a:scene3d>
          <a:camera prst="orthographicFront">
            <a:rot lat="0" lon="0" rev="0"/>
          </a:camera>
          <a:lightRig rig="contrasting" dir="t">
            <a:rot lat="0" lon="0" rev="7800000"/>
          </a:lightRig>
        </a:scene3d>
        <a:sp3d>
          <a:bevelT w="139700" h="139700"/>
        </a:sp3d>
      </dgm:spPr>
      <dgm:t>
        <a:bodyPr/>
        <a:lstStyle/>
        <a:p>
          <a:r>
            <a:rPr lang="zh-CN" altLang="en-US" dirty="0">
              <a:latin typeface="微软雅黑" panose="020B0503020204020204" pitchFamily="34" charset="-122"/>
              <a:ea typeface="微软雅黑" panose="020B0503020204020204" pitchFamily="34" charset="-122"/>
            </a:rPr>
            <a:t>数据传输</a:t>
          </a:r>
        </a:p>
      </dgm:t>
    </dgm:pt>
    <dgm:pt modelId="{1AB5A571-7C44-4906-B95D-11F14FAF7BE4}" cxnId="{7400B706-CD64-46E0-B645-0F21218EFDD0}" type="parTrans">
      <dgm:prSet/>
      <dgm:spPr/>
      <dgm:t>
        <a:bodyPr/>
        <a:lstStyle/>
        <a:p>
          <a:endParaRPr lang="zh-CN" altLang="en-US"/>
        </a:p>
      </dgm:t>
    </dgm:pt>
    <dgm:pt modelId="{AF90B117-39BB-4E23-9892-9C7F5E28C887}" cxnId="{7400B706-CD64-46E0-B645-0F21218EFDD0}" type="sibTrans">
      <dgm:prSet/>
      <dgm:spPr/>
      <dgm:t>
        <a:bodyPr/>
        <a:lstStyle/>
        <a:p>
          <a:endParaRPr lang="zh-CN" altLang="en-US"/>
        </a:p>
      </dgm:t>
    </dgm:pt>
    <dgm:pt modelId="{AC587EC8-3801-4C9C-BA37-1186F402EFB9}">
      <dgm:prSet phldrT="[文本]"/>
      <dgm:spPr>
        <a:solidFill>
          <a:srgbClr val="C7000B"/>
        </a:solidFill>
        <a:ln>
          <a:noFill/>
        </a:ln>
        <a:effectLst/>
        <a:scene3d>
          <a:camera prst="orthographicFront">
            <a:rot lat="0" lon="0" rev="0"/>
          </a:camera>
          <a:lightRig rig="contrasting" dir="t">
            <a:rot lat="0" lon="0" rev="7800000"/>
          </a:lightRig>
        </a:scene3d>
        <a:sp3d>
          <a:bevelT w="139700" h="139700"/>
        </a:sp3d>
      </dgm:spPr>
      <dgm:t>
        <a:bodyPr/>
        <a:lstStyle/>
        <a:p>
          <a:r>
            <a:rPr lang="zh-CN" altLang="en-US" dirty="0">
              <a:latin typeface="微软雅黑" panose="020B0503020204020204" pitchFamily="34" charset="-122"/>
              <a:ea typeface="微软雅黑" panose="020B0503020204020204" pitchFamily="34" charset="-122"/>
            </a:rPr>
            <a:t>数据销毁</a:t>
          </a:r>
        </a:p>
      </dgm:t>
    </dgm:pt>
    <dgm:pt modelId="{A859CA07-FD5F-4204-B699-1B61DB0337FA}" cxnId="{DE43232E-53AA-40D8-B9BF-67C372F723B7}" type="parTrans">
      <dgm:prSet/>
      <dgm:spPr/>
      <dgm:t>
        <a:bodyPr/>
        <a:lstStyle/>
        <a:p>
          <a:endParaRPr lang="zh-CN" altLang="en-US"/>
        </a:p>
      </dgm:t>
    </dgm:pt>
    <dgm:pt modelId="{FC5D35B5-F4C0-4416-8853-D8083AE24BF1}" cxnId="{DE43232E-53AA-40D8-B9BF-67C372F723B7}" type="sibTrans">
      <dgm:prSet/>
      <dgm:spPr/>
      <dgm:t>
        <a:bodyPr/>
        <a:lstStyle/>
        <a:p>
          <a:endParaRPr lang="zh-CN" altLang="en-US"/>
        </a:p>
      </dgm:t>
    </dgm:pt>
    <dgm:pt modelId="{ADD0C1C4-E4C5-46C6-920B-37F300DA8692}" type="pres">
      <dgm:prSet presAssocID="{FCE0BEF3-2652-4477-A2B0-FA4F537EC492}" presName="Name0" presStyleCnt="0">
        <dgm:presLayoutVars>
          <dgm:dir/>
          <dgm:animLvl val="lvl"/>
          <dgm:resizeHandles val="exact"/>
        </dgm:presLayoutVars>
      </dgm:prSet>
      <dgm:spPr/>
    </dgm:pt>
    <dgm:pt modelId="{B23A981B-4615-49C0-8696-66BE532C82C7}" type="pres">
      <dgm:prSet presAssocID="{886E4E5D-8C3D-4254-99DB-34669EB337E8}" presName="parTxOnly" presStyleLbl="node1" presStyleIdx="0" presStyleCnt="5">
        <dgm:presLayoutVars>
          <dgm:chMax val="0"/>
          <dgm:chPref val="0"/>
          <dgm:bulletEnabled val="1"/>
        </dgm:presLayoutVars>
      </dgm:prSet>
      <dgm:spPr/>
    </dgm:pt>
    <dgm:pt modelId="{7D16CAD1-8CB9-4E43-BDC4-DB4EFEE77950}" type="pres">
      <dgm:prSet presAssocID="{9D2AD0D4-28F2-448C-84AA-1C9806C971DF}" presName="parTxOnlySpace" presStyleCnt="0"/>
      <dgm:spPr/>
    </dgm:pt>
    <dgm:pt modelId="{D0583D5C-9D29-4CAE-8125-D0C6689A93A7}" type="pres">
      <dgm:prSet presAssocID="{9AE9A920-031D-48EA-B425-067236344E54}" presName="parTxOnly" presStyleLbl="node1" presStyleIdx="1" presStyleCnt="5">
        <dgm:presLayoutVars>
          <dgm:chMax val="0"/>
          <dgm:chPref val="0"/>
          <dgm:bulletEnabled val="1"/>
        </dgm:presLayoutVars>
      </dgm:prSet>
      <dgm:spPr/>
    </dgm:pt>
    <dgm:pt modelId="{6B3CAF8C-E966-45D9-AFF4-15ED7236A557}" type="pres">
      <dgm:prSet presAssocID="{F8A65036-14D2-4E40-BED3-DA41D84A8FB5}" presName="parTxOnlySpace" presStyleCnt="0"/>
      <dgm:spPr/>
    </dgm:pt>
    <dgm:pt modelId="{A4884820-8F60-48AF-AB83-99213C299952}" type="pres">
      <dgm:prSet presAssocID="{C79C7C23-C7FD-4B5A-9838-4C4779443300}" presName="parTxOnly" presStyleLbl="node1" presStyleIdx="2" presStyleCnt="5">
        <dgm:presLayoutVars>
          <dgm:chMax val="0"/>
          <dgm:chPref val="0"/>
          <dgm:bulletEnabled val="1"/>
        </dgm:presLayoutVars>
      </dgm:prSet>
      <dgm:spPr/>
    </dgm:pt>
    <dgm:pt modelId="{B994F782-97B3-43FA-989B-0C693936AD85}" type="pres">
      <dgm:prSet presAssocID="{8F71823C-7125-46A0-A3D3-846A707D98A7}" presName="parTxOnlySpace" presStyleCnt="0"/>
      <dgm:spPr/>
    </dgm:pt>
    <dgm:pt modelId="{BF7F6B4F-A79E-4C2C-8B32-6ACA4D4869B1}" type="pres">
      <dgm:prSet presAssocID="{B0060085-B4CA-4569-A909-5A9424D8A379}" presName="parTxOnly" presStyleLbl="node1" presStyleIdx="3" presStyleCnt="5">
        <dgm:presLayoutVars>
          <dgm:chMax val="0"/>
          <dgm:chPref val="0"/>
          <dgm:bulletEnabled val="1"/>
        </dgm:presLayoutVars>
      </dgm:prSet>
      <dgm:spPr/>
    </dgm:pt>
    <dgm:pt modelId="{FD54A335-3BAF-41EA-AA93-C27631763093}" type="pres">
      <dgm:prSet presAssocID="{AF90B117-39BB-4E23-9892-9C7F5E28C887}" presName="parTxOnlySpace" presStyleCnt="0"/>
      <dgm:spPr/>
    </dgm:pt>
    <dgm:pt modelId="{EE605FEC-43C7-4DFB-924D-3217FFE97C7C}" type="pres">
      <dgm:prSet presAssocID="{AC587EC8-3801-4C9C-BA37-1186F402EFB9}" presName="parTxOnly" presStyleLbl="node1" presStyleIdx="4" presStyleCnt="5">
        <dgm:presLayoutVars>
          <dgm:chMax val="0"/>
          <dgm:chPref val="0"/>
          <dgm:bulletEnabled val="1"/>
        </dgm:presLayoutVars>
      </dgm:prSet>
      <dgm:spPr/>
    </dgm:pt>
  </dgm:ptLst>
  <dgm:cxnLst>
    <dgm:cxn modelId="{7400B706-CD64-46E0-B645-0F21218EFDD0}" srcId="{FCE0BEF3-2652-4477-A2B0-FA4F537EC492}" destId="{B0060085-B4CA-4569-A909-5A9424D8A379}" srcOrd="3" destOrd="0" parTransId="{1AB5A571-7C44-4906-B95D-11F14FAF7BE4}" sibTransId="{AF90B117-39BB-4E23-9892-9C7F5E28C887}"/>
    <dgm:cxn modelId="{DE43232E-53AA-40D8-B9BF-67C372F723B7}" srcId="{FCE0BEF3-2652-4477-A2B0-FA4F537EC492}" destId="{AC587EC8-3801-4C9C-BA37-1186F402EFB9}" srcOrd="4" destOrd="0" parTransId="{A859CA07-FD5F-4204-B699-1B61DB0337FA}" sibTransId="{FC5D35B5-F4C0-4416-8853-D8083AE24BF1}"/>
    <dgm:cxn modelId="{E6C71C38-8EAB-4B3F-852C-3646AB87AAD3}" type="presOf" srcId="{AC587EC8-3801-4C9C-BA37-1186F402EFB9}" destId="{EE605FEC-43C7-4DFB-924D-3217FFE97C7C}" srcOrd="0" destOrd="0" presId="urn:microsoft.com/office/officeart/2005/8/layout/chevron1"/>
    <dgm:cxn modelId="{4E76D677-0EDE-4FA2-B1F2-FE89C01B69E7}" type="presOf" srcId="{B0060085-B4CA-4569-A909-5A9424D8A379}" destId="{BF7F6B4F-A79E-4C2C-8B32-6ACA4D4869B1}" srcOrd="0" destOrd="0" presId="urn:microsoft.com/office/officeart/2005/8/layout/chevron1"/>
    <dgm:cxn modelId="{7CEDC979-69FC-40A2-87C8-A4D59714B8C5}" type="presOf" srcId="{FCE0BEF3-2652-4477-A2B0-FA4F537EC492}" destId="{ADD0C1C4-E4C5-46C6-920B-37F300DA8692}" srcOrd="0" destOrd="0" presId="urn:microsoft.com/office/officeart/2005/8/layout/chevron1"/>
    <dgm:cxn modelId="{AD6DED5A-DD1C-44C9-B456-59EB3E0450F5}" type="presOf" srcId="{9AE9A920-031D-48EA-B425-067236344E54}" destId="{D0583D5C-9D29-4CAE-8125-D0C6689A93A7}" srcOrd="0" destOrd="0" presId="urn:microsoft.com/office/officeart/2005/8/layout/chevron1"/>
    <dgm:cxn modelId="{3B424980-ED9F-4D49-8EDF-2D53A60F3E51}" srcId="{FCE0BEF3-2652-4477-A2B0-FA4F537EC492}" destId="{9AE9A920-031D-48EA-B425-067236344E54}" srcOrd="1" destOrd="0" parTransId="{E4FFB65D-AA70-4B24-8B56-5D4ED486ECC4}" sibTransId="{F8A65036-14D2-4E40-BED3-DA41D84A8FB5}"/>
    <dgm:cxn modelId="{5A086585-9F86-4E00-B78D-209B7395FEF0}" type="presOf" srcId="{C79C7C23-C7FD-4B5A-9838-4C4779443300}" destId="{A4884820-8F60-48AF-AB83-99213C299952}" srcOrd="0" destOrd="0" presId="urn:microsoft.com/office/officeart/2005/8/layout/chevron1"/>
    <dgm:cxn modelId="{877E8B9F-FD39-4108-821B-73B0B14A0437}" type="presOf" srcId="{886E4E5D-8C3D-4254-99DB-34669EB337E8}" destId="{B23A981B-4615-49C0-8696-66BE532C82C7}" srcOrd="0" destOrd="0" presId="urn:microsoft.com/office/officeart/2005/8/layout/chevron1"/>
    <dgm:cxn modelId="{F77AF4CF-FE9E-4C9A-A92B-C3F324A0C823}" srcId="{FCE0BEF3-2652-4477-A2B0-FA4F537EC492}" destId="{C79C7C23-C7FD-4B5A-9838-4C4779443300}" srcOrd="2" destOrd="0" parTransId="{7975ABD3-779B-4453-A02B-AF58D6FE78C1}" sibTransId="{8F71823C-7125-46A0-A3D3-846A707D98A7}"/>
    <dgm:cxn modelId="{F60778D7-B9E3-44BA-8CF1-73AA9A905263}" srcId="{FCE0BEF3-2652-4477-A2B0-FA4F537EC492}" destId="{886E4E5D-8C3D-4254-99DB-34669EB337E8}" srcOrd="0" destOrd="0" parTransId="{50918253-182A-4FF9-A9E0-31AE5ACD99EF}" sibTransId="{9D2AD0D4-28F2-448C-84AA-1C9806C971DF}"/>
    <dgm:cxn modelId="{C24EF209-8D5D-4561-9272-D9A7C8AF02AA}" type="presParOf" srcId="{ADD0C1C4-E4C5-46C6-920B-37F300DA8692}" destId="{B23A981B-4615-49C0-8696-66BE532C82C7}" srcOrd="0" destOrd="0" presId="urn:microsoft.com/office/officeart/2005/8/layout/chevron1"/>
    <dgm:cxn modelId="{18A8471F-0E95-479C-BD22-118CE92E4508}" type="presParOf" srcId="{ADD0C1C4-E4C5-46C6-920B-37F300DA8692}" destId="{7D16CAD1-8CB9-4E43-BDC4-DB4EFEE77950}" srcOrd="1" destOrd="0" presId="urn:microsoft.com/office/officeart/2005/8/layout/chevron1"/>
    <dgm:cxn modelId="{F6661ED1-E6E1-4C94-863E-987F6242C7FD}" type="presParOf" srcId="{ADD0C1C4-E4C5-46C6-920B-37F300DA8692}" destId="{D0583D5C-9D29-4CAE-8125-D0C6689A93A7}" srcOrd="2" destOrd="0" presId="urn:microsoft.com/office/officeart/2005/8/layout/chevron1"/>
    <dgm:cxn modelId="{BB6F72C9-2C44-414D-87CC-BA9BB192A9E7}" type="presParOf" srcId="{ADD0C1C4-E4C5-46C6-920B-37F300DA8692}" destId="{6B3CAF8C-E966-45D9-AFF4-15ED7236A557}" srcOrd="3" destOrd="0" presId="urn:microsoft.com/office/officeart/2005/8/layout/chevron1"/>
    <dgm:cxn modelId="{31522172-BD3B-4D2F-951F-A5228D3738C9}" type="presParOf" srcId="{ADD0C1C4-E4C5-46C6-920B-37F300DA8692}" destId="{A4884820-8F60-48AF-AB83-99213C299952}" srcOrd="4" destOrd="0" presId="urn:microsoft.com/office/officeart/2005/8/layout/chevron1"/>
    <dgm:cxn modelId="{BDF9C5F1-0FA7-4D95-B656-0762E30EBEC4}" type="presParOf" srcId="{ADD0C1C4-E4C5-46C6-920B-37F300DA8692}" destId="{B994F782-97B3-43FA-989B-0C693936AD85}" srcOrd="5" destOrd="0" presId="urn:microsoft.com/office/officeart/2005/8/layout/chevron1"/>
    <dgm:cxn modelId="{0F2D0A7C-A4B5-4BD3-BD4F-6AD48573D110}" type="presParOf" srcId="{ADD0C1C4-E4C5-46C6-920B-37F300DA8692}" destId="{BF7F6B4F-A79E-4C2C-8B32-6ACA4D4869B1}" srcOrd="6" destOrd="0" presId="urn:microsoft.com/office/officeart/2005/8/layout/chevron1"/>
    <dgm:cxn modelId="{F7CEC802-A56C-44DA-B013-7D1735E4457F}" type="presParOf" srcId="{ADD0C1C4-E4C5-46C6-920B-37F300DA8692}" destId="{FD54A335-3BAF-41EA-AA93-C27631763093}" srcOrd="7" destOrd="0" presId="urn:microsoft.com/office/officeart/2005/8/layout/chevron1"/>
    <dgm:cxn modelId="{721171BF-745A-4538-9714-F549BCB90F67}" type="presParOf" srcId="{ADD0C1C4-E4C5-46C6-920B-37F300DA8692}" destId="{EE605FEC-43C7-4DFB-924D-3217FFE97C7C}" srcOrd="8"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455C85F-51BE-4BC9-9B46-304FC8332B51}" type="doc">
      <dgm:prSet loTypeId="urn:microsoft.com/office/officeart/2005/8/layout/radial6#1" loCatId="cycle" qsTypeId="urn:microsoft.com/office/officeart/2005/8/quickstyle/simple1#5" qsCatId="simple" csTypeId="urn:microsoft.com/office/officeart/2005/8/colors/accent3_1#1" csCatId="accent3" phldr="1"/>
      <dgm:spPr/>
      <dgm:t>
        <a:bodyPr/>
        <a:lstStyle/>
        <a:p>
          <a:endParaRPr lang="zh-CN" altLang="en-US"/>
        </a:p>
      </dgm:t>
    </dgm:pt>
    <dgm:pt modelId="{1F3A3EAD-A742-44DA-B6DF-DBC80B4BA03C}">
      <dgm:prSet phldrT="[文本]"/>
      <dgm:spPr>
        <a:solidFill>
          <a:srgbClr val="FDE397"/>
        </a:solidFill>
        <a:ln w="28575">
          <a:solidFill>
            <a:srgbClr val="FCC800"/>
          </a:solidFill>
        </a:ln>
      </dgm:spPr>
      <dgm:t>
        <a:bodyPr/>
        <a:lstStyle/>
        <a:p>
          <a:r>
            <a:rPr lang="zh-CN" altLang="en-US" dirty="0">
              <a:latin typeface="微软雅黑" panose="020B0503020204020204" pitchFamily="34" charset="-122"/>
              <a:ea typeface="微软雅黑" panose="020B0503020204020204" pitchFamily="34" charset="-122"/>
            </a:rPr>
            <a:t>硬件互助</a:t>
          </a:r>
          <a:br>
            <a:rPr lang="en-US" altLang="zh-CN"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资源共享</a:t>
          </a:r>
        </a:p>
      </dgm:t>
    </dgm:pt>
    <dgm:pt modelId="{4FA06EEC-CE30-4252-84F1-77B7DB44A17C}" cxnId="{5F26C19F-9BF8-4BE9-83EB-DAAA76013D6C}" type="par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852900DB-F94F-49F7-AC7A-D39A871DB5B8}" cxnId="{5F26C19F-9BF8-4BE9-83EB-DAAA76013D6C}" type="sib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D6DB32AA-36DD-4DB0-A34C-C3F711F48E59}">
      <dgm:prSet phldrT="[文本]" custT="1"/>
      <dgm:spPr/>
      <dgm:t>
        <a:bodyPr/>
        <a:lstStyle/>
        <a:p>
          <a:r>
            <a:rPr lang="zh-CN" altLang="en-US" sz="1800">
              <a:latin typeface="微软雅黑" panose="020B0503020204020204" pitchFamily="34" charset="-122"/>
              <a:ea typeface="微软雅黑" panose="020B0503020204020204" pitchFamily="34" charset="-122"/>
            </a:rPr>
            <a:t>分布式软总线</a:t>
          </a:r>
          <a:endParaRPr lang="zh-CN" altLang="en-US" sz="1800" dirty="0">
            <a:latin typeface="微软雅黑" panose="020B0503020204020204" pitchFamily="34" charset="-122"/>
            <a:ea typeface="微软雅黑" panose="020B0503020204020204" pitchFamily="34" charset="-122"/>
          </a:endParaRPr>
        </a:p>
      </dgm:t>
    </dgm:pt>
    <dgm:pt modelId="{725D0DFE-EA8D-4B25-83BA-48EB522D5343}" cxnId="{30D7BB76-70FD-47D9-B232-3317A986B7D3}" type="par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FB3C8CE0-2A7C-4ED3-8BF2-ADFB1FAB0DB8}" cxnId="{30D7BB76-70FD-47D9-B232-3317A986B7D3}" type="sib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DAF65F10-53FB-4C0D-B7E2-3BFCA1CAEF0E}">
      <dgm:prSet phldrT="[文本]" custT="1"/>
      <dgm:spPr/>
      <dgm:t>
        <a:bodyPr/>
        <a:lstStyle/>
        <a:p>
          <a:r>
            <a:rPr lang="zh-CN" altLang="en-US" sz="1800">
              <a:latin typeface="微软雅黑" panose="020B0503020204020204" pitchFamily="34" charset="-122"/>
              <a:ea typeface="微软雅黑" panose="020B0503020204020204" pitchFamily="34" charset="-122"/>
            </a:rPr>
            <a:t>分布式设备虚拟化</a:t>
          </a:r>
          <a:endParaRPr lang="zh-CN" altLang="en-US" sz="1800" dirty="0">
            <a:latin typeface="微软雅黑" panose="020B0503020204020204" pitchFamily="34" charset="-122"/>
            <a:ea typeface="微软雅黑" panose="020B0503020204020204" pitchFamily="34" charset="-122"/>
          </a:endParaRPr>
        </a:p>
      </dgm:t>
    </dgm:pt>
    <dgm:pt modelId="{D2DDD6AA-CC3F-40A4-A824-4ADA16C7CEF5}" cxnId="{1896C850-6669-449F-A32F-144726A4FD86}" type="par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D071BF2E-C1BE-4312-AD54-F825F739C66A}" cxnId="{1896C850-6669-449F-A32F-144726A4FD86}" type="sib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D17EFB12-CA2A-461A-8485-8B27587089EA}">
      <dgm:prSet phldrT="[文本]" custT="1"/>
      <dgm:spPr/>
      <dgm:t>
        <a:bodyPr/>
        <a:lstStyle/>
        <a:p>
          <a:r>
            <a:rPr lang="zh-CN" altLang="en-US" sz="1800">
              <a:latin typeface="微软雅黑" panose="020B0503020204020204" pitchFamily="34" charset="-122"/>
              <a:ea typeface="微软雅黑" panose="020B0503020204020204" pitchFamily="34" charset="-122"/>
            </a:rPr>
            <a:t>分布式数据管理</a:t>
          </a:r>
          <a:endParaRPr lang="zh-CN" altLang="en-US" sz="1800" dirty="0">
            <a:latin typeface="微软雅黑" panose="020B0503020204020204" pitchFamily="34" charset="-122"/>
            <a:ea typeface="微软雅黑" panose="020B0503020204020204" pitchFamily="34" charset="-122"/>
          </a:endParaRPr>
        </a:p>
      </dgm:t>
    </dgm:pt>
    <dgm:pt modelId="{C5F206C4-E0AA-4A50-A494-9E8D36B59656}" cxnId="{DE774825-20EC-47C8-950B-7A278F7BEA6C}" type="par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78B8EE78-BB38-4FBD-A590-012F056B4A91}" cxnId="{DE774825-20EC-47C8-950B-7A278F7BEA6C}" type="sib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FA808010-5B33-4DD8-B89D-0AA540C6E687}">
      <dgm:prSet phldrT="[文本]" custT="1"/>
      <dgm:spPr/>
      <dgm:t>
        <a:bodyPr/>
        <a:lstStyle/>
        <a:p>
          <a:r>
            <a:rPr lang="zh-CN" altLang="en-US" sz="1800">
              <a:latin typeface="微软雅黑" panose="020B0503020204020204" pitchFamily="34" charset="-122"/>
              <a:ea typeface="微软雅黑" panose="020B0503020204020204" pitchFamily="34" charset="-122"/>
            </a:rPr>
            <a:t>分布式任务调度</a:t>
          </a:r>
          <a:endParaRPr lang="zh-CN" altLang="en-US" sz="1800" dirty="0">
            <a:latin typeface="微软雅黑" panose="020B0503020204020204" pitchFamily="34" charset="-122"/>
            <a:ea typeface="微软雅黑" panose="020B0503020204020204" pitchFamily="34" charset="-122"/>
          </a:endParaRPr>
        </a:p>
      </dgm:t>
    </dgm:pt>
    <dgm:pt modelId="{CD57FD77-2666-47C8-AF59-C743A8E7BD7F}" cxnId="{31723BE1-8E06-4A00-B898-8E0C1EF3FDFC}" type="par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53C358BD-21C0-4C60-B36C-0DEB4C24A3F0}" cxnId="{31723BE1-8E06-4A00-B898-8E0C1EF3FDFC}" type="sibTrans">
      <dgm:prSet/>
      <dgm:spPr/>
      <dgm:t>
        <a:bodyPr/>
        <a:lstStyle/>
        <a:p>
          <a:endParaRPr lang="zh-CN" altLang="en-US">
            <a:solidFill>
              <a:schemeClr val="tx1"/>
            </a:solidFill>
            <a:latin typeface="微软雅黑" panose="020B0503020204020204" pitchFamily="34" charset="-122"/>
            <a:ea typeface="微软雅黑" panose="020B0503020204020204" pitchFamily="34" charset="-122"/>
          </a:endParaRPr>
        </a:p>
      </dgm:t>
    </dgm:pt>
    <dgm:pt modelId="{507DFA9F-EF78-4E1A-A7B9-AAB8EE263CF3}" type="pres">
      <dgm:prSet presAssocID="{9455C85F-51BE-4BC9-9B46-304FC8332B51}" presName="Name0" presStyleCnt="0">
        <dgm:presLayoutVars>
          <dgm:chMax val="1"/>
          <dgm:dir/>
          <dgm:animLvl val="ctr"/>
          <dgm:resizeHandles val="exact"/>
        </dgm:presLayoutVars>
      </dgm:prSet>
      <dgm:spPr/>
    </dgm:pt>
    <dgm:pt modelId="{670BFD4B-21C8-486A-A7C2-AD3FFC395DDC}" type="pres">
      <dgm:prSet presAssocID="{1F3A3EAD-A742-44DA-B6DF-DBC80B4BA03C}" presName="centerShape" presStyleLbl="node0" presStyleIdx="0" presStyleCnt="1"/>
      <dgm:spPr/>
    </dgm:pt>
    <dgm:pt modelId="{873510F0-FD8E-4255-B458-7D3832987C04}" type="pres">
      <dgm:prSet presAssocID="{D6DB32AA-36DD-4DB0-A34C-C3F711F48E59}" presName="node" presStyleLbl="node1" presStyleIdx="0" presStyleCnt="4">
        <dgm:presLayoutVars>
          <dgm:bulletEnabled val="1"/>
        </dgm:presLayoutVars>
      </dgm:prSet>
      <dgm:spPr/>
    </dgm:pt>
    <dgm:pt modelId="{4B8D267C-F79E-4D52-8FB7-6DDFFAF48313}" type="pres">
      <dgm:prSet presAssocID="{D6DB32AA-36DD-4DB0-A34C-C3F711F48E59}" presName="dummy" presStyleCnt="0"/>
      <dgm:spPr/>
    </dgm:pt>
    <dgm:pt modelId="{F7CC0EC7-366C-46C3-AF2D-43C250719702}" type="pres">
      <dgm:prSet presAssocID="{FB3C8CE0-2A7C-4ED3-8BF2-ADFB1FAB0DB8}" presName="sibTrans" presStyleLbl="sibTrans2D1" presStyleIdx="0" presStyleCnt="4"/>
      <dgm:spPr/>
    </dgm:pt>
    <dgm:pt modelId="{196EBA75-475A-44FA-8C09-E8EAE078F5E3}" type="pres">
      <dgm:prSet presAssocID="{DAF65F10-53FB-4C0D-B7E2-3BFCA1CAEF0E}" presName="node" presStyleLbl="node1" presStyleIdx="1" presStyleCnt="4">
        <dgm:presLayoutVars>
          <dgm:bulletEnabled val="1"/>
        </dgm:presLayoutVars>
      </dgm:prSet>
      <dgm:spPr/>
    </dgm:pt>
    <dgm:pt modelId="{22C0E3AB-897B-451A-8FF4-3AC2ADC193EE}" type="pres">
      <dgm:prSet presAssocID="{DAF65F10-53FB-4C0D-B7E2-3BFCA1CAEF0E}" presName="dummy" presStyleCnt="0"/>
      <dgm:spPr/>
    </dgm:pt>
    <dgm:pt modelId="{BDBEFBDB-088E-4FAA-9F6C-5A98B523A3B3}" type="pres">
      <dgm:prSet presAssocID="{D071BF2E-C1BE-4312-AD54-F825F739C66A}" presName="sibTrans" presStyleLbl="sibTrans2D1" presStyleIdx="1" presStyleCnt="4"/>
      <dgm:spPr/>
    </dgm:pt>
    <dgm:pt modelId="{6C954B97-89B5-482E-A0C7-75E78ECBB105}" type="pres">
      <dgm:prSet presAssocID="{D17EFB12-CA2A-461A-8485-8B27587089EA}" presName="node" presStyleLbl="node1" presStyleIdx="2" presStyleCnt="4">
        <dgm:presLayoutVars>
          <dgm:bulletEnabled val="1"/>
        </dgm:presLayoutVars>
      </dgm:prSet>
      <dgm:spPr/>
    </dgm:pt>
    <dgm:pt modelId="{7EE3BBB5-DEA6-4010-9E21-9CBA52800C02}" type="pres">
      <dgm:prSet presAssocID="{D17EFB12-CA2A-461A-8485-8B27587089EA}" presName="dummy" presStyleCnt="0"/>
      <dgm:spPr/>
    </dgm:pt>
    <dgm:pt modelId="{2AEEF9BB-EFF1-4D73-950B-02BD3963EF65}" type="pres">
      <dgm:prSet presAssocID="{78B8EE78-BB38-4FBD-A590-012F056B4A91}" presName="sibTrans" presStyleLbl="sibTrans2D1" presStyleIdx="2" presStyleCnt="4"/>
      <dgm:spPr/>
    </dgm:pt>
    <dgm:pt modelId="{6BD59242-3389-4047-B747-6B93C9D62B48}" type="pres">
      <dgm:prSet presAssocID="{FA808010-5B33-4DD8-B89D-0AA540C6E687}" presName="node" presStyleLbl="node1" presStyleIdx="3" presStyleCnt="4">
        <dgm:presLayoutVars>
          <dgm:bulletEnabled val="1"/>
        </dgm:presLayoutVars>
      </dgm:prSet>
      <dgm:spPr/>
    </dgm:pt>
    <dgm:pt modelId="{8425C6E9-99DC-427C-B7EA-DD21B7660D60}" type="pres">
      <dgm:prSet presAssocID="{FA808010-5B33-4DD8-B89D-0AA540C6E687}" presName="dummy" presStyleCnt="0"/>
      <dgm:spPr/>
    </dgm:pt>
    <dgm:pt modelId="{0FB69BAB-D21E-487D-8261-49904653C1A4}" type="pres">
      <dgm:prSet presAssocID="{53C358BD-21C0-4C60-B36C-0DEB4C24A3F0}" presName="sibTrans" presStyleLbl="sibTrans2D1" presStyleIdx="3" presStyleCnt="4"/>
      <dgm:spPr/>
    </dgm:pt>
  </dgm:ptLst>
  <dgm:cxnLst>
    <dgm:cxn modelId="{DE774825-20EC-47C8-950B-7A278F7BEA6C}" srcId="{1F3A3EAD-A742-44DA-B6DF-DBC80B4BA03C}" destId="{D17EFB12-CA2A-461A-8485-8B27587089EA}" srcOrd="2" destOrd="0" parTransId="{C5F206C4-E0AA-4A50-A494-9E8D36B59656}" sibTransId="{78B8EE78-BB38-4FBD-A590-012F056B4A91}"/>
    <dgm:cxn modelId="{9D6E9925-6286-4A5E-A0C3-BF2A3B82B91F}" type="presOf" srcId="{D17EFB12-CA2A-461A-8485-8B27587089EA}" destId="{6C954B97-89B5-482E-A0C7-75E78ECBB105}" srcOrd="0" destOrd="0" presId="urn:microsoft.com/office/officeart/2005/8/layout/radial6#1"/>
    <dgm:cxn modelId="{98021A2A-4A24-4D5E-80F5-994E2E5D7328}" type="presOf" srcId="{D6DB32AA-36DD-4DB0-A34C-C3F711F48E59}" destId="{873510F0-FD8E-4255-B458-7D3832987C04}" srcOrd="0" destOrd="0" presId="urn:microsoft.com/office/officeart/2005/8/layout/radial6#1"/>
    <dgm:cxn modelId="{89F89635-83AD-49FD-A536-38B3E1D61B5B}" type="presOf" srcId="{53C358BD-21C0-4C60-B36C-0DEB4C24A3F0}" destId="{0FB69BAB-D21E-487D-8261-49904653C1A4}" srcOrd="0" destOrd="0" presId="urn:microsoft.com/office/officeart/2005/8/layout/radial6#1"/>
    <dgm:cxn modelId="{763A4339-DD73-4C36-8681-7F3E1E0E4F4C}" type="presOf" srcId="{FB3C8CE0-2A7C-4ED3-8BF2-ADFB1FAB0DB8}" destId="{F7CC0EC7-366C-46C3-AF2D-43C250719702}" srcOrd="0" destOrd="0" presId="urn:microsoft.com/office/officeart/2005/8/layout/radial6#1"/>
    <dgm:cxn modelId="{1896C850-6669-449F-A32F-144726A4FD86}" srcId="{1F3A3EAD-A742-44DA-B6DF-DBC80B4BA03C}" destId="{DAF65F10-53FB-4C0D-B7E2-3BFCA1CAEF0E}" srcOrd="1" destOrd="0" parTransId="{D2DDD6AA-CC3F-40A4-A824-4ADA16C7CEF5}" sibTransId="{D071BF2E-C1BE-4312-AD54-F825F739C66A}"/>
    <dgm:cxn modelId="{30D7BB76-70FD-47D9-B232-3317A986B7D3}" srcId="{1F3A3EAD-A742-44DA-B6DF-DBC80B4BA03C}" destId="{D6DB32AA-36DD-4DB0-A34C-C3F711F48E59}" srcOrd="0" destOrd="0" parTransId="{725D0DFE-EA8D-4B25-83BA-48EB522D5343}" sibTransId="{FB3C8CE0-2A7C-4ED3-8BF2-ADFB1FAB0DB8}"/>
    <dgm:cxn modelId="{DABFF992-3829-4072-8A61-AAFA17622743}" type="presOf" srcId="{DAF65F10-53FB-4C0D-B7E2-3BFCA1CAEF0E}" destId="{196EBA75-475A-44FA-8C09-E8EAE078F5E3}" srcOrd="0" destOrd="0" presId="urn:microsoft.com/office/officeart/2005/8/layout/radial6#1"/>
    <dgm:cxn modelId="{31A3BF9F-7C74-431D-8551-0735063766CC}" type="presOf" srcId="{9455C85F-51BE-4BC9-9B46-304FC8332B51}" destId="{507DFA9F-EF78-4E1A-A7B9-AAB8EE263CF3}" srcOrd="0" destOrd="0" presId="urn:microsoft.com/office/officeart/2005/8/layout/radial6#1"/>
    <dgm:cxn modelId="{5F26C19F-9BF8-4BE9-83EB-DAAA76013D6C}" srcId="{9455C85F-51BE-4BC9-9B46-304FC8332B51}" destId="{1F3A3EAD-A742-44DA-B6DF-DBC80B4BA03C}" srcOrd="0" destOrd="0" parTransId="{4FA06EEC-CE30-4252-84F1-77B7DB44A17C}" sibTransId="{852900DB-F94F-49F7-AC7A-D39A871DB5B8}"/>
    <dgm:cxn modelId="{1FA82CC2-08F8-457F-BD0D-128D72A0CAE6}" type="presOf" srcId="{D071BF2E-C1BE-4312-AD54-F825F739C66A}" destId="{BDBEFBDB-088E-4FAA-9F6C-5A98B523A3B3}" srcOrd="0" destOrd="0" presId="urn:microsoft.com/office/officeart/2005/8/layout/radial6#1"/>
    <dgm:cxn modelId="{6577E0C4-EA51-4982-8248-469D110D8E44}" type="presOf" srcId="{FA808010-5B33-4DD8-B89D-0AA540C6E687}" destId="{6BD59242-3389-4047-B747-6B93C9D62B48}" srcOrd="0" destOrd="0" presId="urn:microsoft.com/office/officeart/2005/8/layout/radial6#1"/>
    <dgm:cxn modelId="{36AA7EC7-AC83-4241-A529-51F3C85D6C70}" type="presOf" srcId="{1F3A3EAD-A742-44DA-B6DF-DBC80B4BA03C}" destId="{670BFD4B-21C8-486A-A7C2-AD3FFC395DDC}" srcOrd="0" destOrd="0" presId="urn:microsoft.com/office/officeart/2005/8/layout/radial6#1"/>
    <dgm:cxn modelId="{31723BE1-8E06-4A00-B898-8E0C1EF3FDFC}" srcId="{1F3A3EAD-A742-44DA-B6DF-DBC80B4BA03C}" destId="{FA808010-5B33-4DD8-B89D-0AA540C6E687}" srcOrd="3" destOrd="0" parTransId="{CD57FD77-2666-47C8-AF59-C743A8E7BD7F}" sibTransId="{53C358BD-21C0-4C60-B36C-0DEB4C24A3F0}"/>
    <dgm:cxn modelId="{28D50EEB-F507-4B7F-9208-2B35CEC16AD9}" type="presOf" srcId="{78B8EE78-BB38-4FBD-A590-012F056B4A91}" destId="{2AEEF9BB-EFF1-4D73-950B-02BD3963EF65}" srcOrd="0" destOrd="0" presId="urn:microsoft.com/office/officeart/2005/8/layout/radial6#1"/>
    <dgm:cxn modelId="{22AEBBFD-3D64-4A93-80DE-4DFD9B5AE1FA}" type="presParOf" srcId="{507DFA9F-EF78-4E1A-A7B9-AAB8EE263CF3}" destId="{670BFD4B-21C8-486A-A7C2-AD3FFC395DDC}" srcOrd="0" destOrd="0" presId="urn:microsoft.com/office/officeart/2005/8/layout/radial6#1"/>
    <dgm:cxn modelId="{BD177DAA-B5FB-420D-A41D-835E2B5CA68F}" type="presParOf" srcId="{507DFA9F-EF78-4E1A-A7B9-AAB8EE263CF3}" destId="{873510F0-FD8E-4255-B458-7D3832987C04}" srcOrd="1" destOrd="0" presId="urn:microsoft.com/office/officeart/2005/8/layout/radial6#1"/>
    <dgm:cxn modelId="{C9186E75-3D57-40B5-9E36-D4E18E7FF750}" type="presParOf" srcId="{507DFA9F-EF78-4E1A-A7B9-AAB8EE263CF3}" destId="{4B8D267C-F79E-4D52-8FB7-6DDFFAF48313}" srcOrd="2" destOrd="0" presId="urn:microsoft.com/office/officeart/2005/8/layout/radial6#1"/>
    <dgm:cxn modelId="{11EEDA24-6678-4624-8C44-CECB668308A8}" type="presParOf" srcId="{507DFA9F-EF78-4E1A-A7B9-AAB8EE263CF3}" destId="{F7CC0EC7-366C-46C3-AF2D-43C250719702}" srcOrd="3" destOrd="0" presId="urn:microsoft.com/office/officeart/2005/8/layout/radial6#1"/>
    <dgm:cxn modelId="{77DCEBB0-D537-4FB8-A4B9-CF522C1B7BD1}" type="presParOf" srcId="{507DFA9F-EF78-4E1A-A7B9-AAB8EE263CF3}" destId="{196EBA75-475A-44FA-8C09-E8EAE078F5E3}" srcOrd="4" destOrd="0" presId="urn:microsoft.com/office/officeart/2005/8/layout/radial6#1"/>
    <dgm:cxn modelId="{1917E598-62DC-4513-975E-22BA6F9B33F9}" type="presParOf" srcId="{507DFA9F-EF78-4E1A-A7B9-AAB8EE263CF3}" destId="{22C0E3AB-897B-451A-8FF4-3AC2ADC193EE}" srcOrd="5" destOrd="0" presId="urn:microsoft.com/office/officeart/2005/8/layout/radial6#1"/>
    <dgm:cxn modelId="{89B820B8-099B-4E38-A9FC-630B3BC3B23E}" type="presParOf" srcId="{507DFA9F-EF78-4E1A-A7B9-AAB8EE263CF3}" destId="{BDBEFBDB-088E-4FAA-9F6C-5A98B523A3B3}" srcOrd="6" destOrd="0" presId="urn:microsoft.com/office/officeart/2005/8/layout/radial6#1"/>
    <dgm:cxn modelId="{5C8DEB07-9389-40C5-A0F1-4A6ADCD69FF8}" type="presParOf" srcId="{507DFA9F-EF78-4E1A-A7B9-AAB8EE263CF3}" destId="{6C954B97-89B5-482E-A0C7-75E78ECBB105}" srcOrd="7" destOrd="0" presId="urn:microsoft.com/office/officeart/2005/8/layout/radial6#1"/>
    <dgm:cxn modelId="{9A0CB31B-2275-4333-AD86-4D967D78154A}" type="presParOf" srcId="{507DFA9F-EF78-4E1A-A7B9-AAB8EE263CF3}" destId="{7EE3BBB5-DEA6-4010-9E21-9CBA52800C02}" srcOrd="8" destOrd="0" presId="urn:microsoft.com/office/officeart/2005/8/layout/radial6#1"/>
    <dgm:cxn modelId="{68FFEA2B-B0D1-495D-9B0F-FBF5A25375B7}" type="presParOf" srcId="{507DFA9F-EF78-4E1A-A7B9-AAB8EE263CF3}" destId="{2AEEF9BB-EFF1-4D73-950B-02BD3963EF65}" srcOrd="9" destOrd="0" presId="urn:microsoft.com/office/officeart/2005/8/layout/radial6#1"/>
    <dgm:cxn modelId="{61DADF32-0E18-4150-8AC9-BBB7A508083A}" type="presParOf" srcId="{507DFA9F-EF78-4E1A-A7B9-AAB8EE263CF3}" destId="{6BD59242-3389-4047-B747-6B93C9D62B48}" srcOrd="10" destOrd="0" presId="urn:microsoft.com/office/officeart/2005/8/layout/radial6#1"/>
    <dgm:cxn modelId="{2D78C1DF-D075-4CA6-B001-8B13CC682A15}" type="presParOf" srcId="{507DFA9F-EF78-4E1A-A7B9-AAB8EE263CF3}" destId="{8425C6E9-99DC-427C-B7EA-DD21B7660D60}" srcOrd="11" destOrd="0" presId="urn:microsoft.com/office/officeart/2005/8/layout/radial6#1"/>
    <dgm:cxn modelId="{A99937FE-B366-4701-A033-2FF72E0EADB3}" type="presParOf" srcId="{507DFA9F-EF78-4E1A-A7B9-AAB8EE263CF3}" destId="{0FB69BAB-D21E-487D-8261-49904653C1A4}" srcOrd="12" destOrd="0" presId="urn:microsoft.com/office/officeart/2005/8/layout/radial6#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927883" cy="2927883"/>
        <a:chOff x="0" y="0"/>
        <a:chExt cx="2927883" cy="2927883"/>
      </a:xfrm>
    </dsp:grpSpPr>
    <dsp:sp modelId="{52E6C53F-FFE7-4F83-B2DC-04F8E9BF7614}">
      <dsp:nvSpPr>
        <dsp:cNvPr id="3" name="饼形 2"/>
        <dsp:cNvSpPr/>
      </dsp:nvSpPr>
      <dsp:spPr bwMode="white">
        <a:xfrm>
          <a:off x="905955" y="269595"/>
          <a:ext cx="2459422" cy="2459422"/>
        </a:xfrm>
        <a:prstGeom prst="pie">
          <a:avLst>
            <a:gd name="adj1" fmla="val 16200000"/>
            <a:gd name="adj2" fmla="val 1800000"/>
          </a:avLst>
        </a:prstGeom>
      </dsp:spPr>
      <dsp:style>
        <a:lnRef idx="2">
          <a:schemeClr val="lt1"/>
        </a:lnRef>
        <a:fillRef idx="1">
          <a:schemeClr val="accent5"/>
        </a:fillRef>
        <a:effectRef idx="0">
          <a:scrgbClr r="0" g="0" b="0"/>
        </a:effectRef>
        <a:fontRef idx="minor">
          <a:schemeClr val="lt1"/>
        </a:fontRef>
      </dsp:style>
      <dsp:txBody>
        <a:bodyPr lIns="36830" tIns="36830" rIns="36830" bIns="36830"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人</a:t>
          </a:r>
        </a:p>
      </dsp:txBody>
      <dsp:txXfrm>
        <a:off x="905955" y="269595"/>
        <a:ext cx="2459422" cy="2459422"/>
      </dsp:txXfrm>
    </dsp:sp>
    <dsp:sp modelId="{06DEB2C1-8BAA-4FE5-85B4-6F4D8F937AC1}">
      <dsp:nvSpPr>
        <dsp:cNvPr id="4" name="饼形 3"/>
        <dsp:cNvSpPr/>
      </dsp:nvSpPr>
      <dsp:spPr bwMode="white">
        <a:xfrm>
          <a:off x="902813" y="270829"/>
          <a:ext cx="2459422" cy="2459422"/>
        </a:xfrm>
        <a:prstGeom prst="pie">
          <a:avLst>
            <a:gd name="adj1" fmla="val 1800000"/>
            <a:gd name="adj2" fmla="val 9000000"/>
          </a:avLst>
        </a:prstGeom>
      </dsp:spPr>
      <dsp:style>
        <a:lnRef idx="2">
          <a:schemeClr val="lt1"/>
        </a:lnRef>
        <a:fillRef idx="1">
          <a:schemeClr val="accent5"/>
        </a:fillRef>
        <a:effectRef idx="0">
          <a:scrgbClr r="0" g="0" b="0"/>
        </a:effectRef>
        <a:fontRef idx="minor">
          <a:schemeClr val="lt1"/>
        </a:fontRef>
      </dsp:style>
      <dsp:txBody>
        <a:bodyPr lIns="36830" tIns="36830" rIns="36830" bIns="36830"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设备</a:t>
          </a:r>
        </a:p>
      </dsp:txBody>
      <dsp:txXfrm>
        <a:off x="902813" y="270829"/>
        <a:ext cx="2459422" cy="2459422"/>
      </dsp:txXfrm>
    </dsp:sp>
    <dsp:sp modelId="{C97E3B90-D164-4869-B340-DE5978DBC221}">
      <dsp:nvSpPr>
        <dsp:cNvPr id="5" name="饼形 4"/>
        <dsp:cNvSpPr/>
      </dsp:nvSpPr>
      <dsp:spPr bwMode="white">
        <a:xfrm>
          <a:off x="902813" y="270829"/>
          <a:ext cx="2459422" cy="2459422"/>
        </a:xfrm>
        <a:prstGeom prst="pie">
          <a:avLst>
            <a:gd name="adj1" fmla="val 9000000"/>
            <a:gd name="adj2" fmla="val 16200000"/>
          </a:avLst>
        </a:prstGeom>
      </dsp:spPr>
      <dsp:style>
        <a:lnRef idx="2">
          <a:schemeClr val="lt1"/>
        </a:lnRef>
        <a:fillRef idx="1">
          <a:schemeClr val="accent5"/>
        </a:fillRef>
        <a:effectRef idx="0">
          <a:scrgbClr r="0" g="0" b="0"/>
        </a:effectRef>
        <a:fontRef idx="minor">
          <a:schemeClr val="lt1"/>
        </a:fontRef>
      </dsp:style>
      <dsp:txBody>
        <a:bodyPr lIns="36830" tIns="36830" rIns="36830" bIns="36830"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数据</a:t>
          </a:r>
        </a:p>
      </dsp:txBody>
      <dsp:txXfrm>
        <a:off x="902813" y="270829"/>
        <a:ext cx="2459422" cy="245942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927883" cy="2927883"/>
        <a:chOff x="0" y="0"/>
        <a:chExt cx="2927883" cy="2927883"/>
      </a:xfrm>
    </dsp:grpSpPr>
    <dsp:sp modelId="{52E6C53F-FFE7-4F83-B2DC-04F8E9BF7614}">
      <dsp:nvSpPr>
        <dsp:cNvPr id="3" name="饼形 2"/>
        <dsp:cNvSpPr/>
      </dsp:nvSpPr>
      <dsp:spPr bwMode="white">
        <a:xfrm>
          <a:off x="905955" y="269595"/>
          <a:ext cx="2459422" cy="2459422"/>
        </a:xfrm>
        <a:prstGeom prst="pie">
          <a:avLst>
            <a:gd name="adj1" fmla="val 16200000"/>
            <a:gd name="adj2" fmla="val 1800000"/>
          </a:avLst>
        </a:prstGeom>
      </dsp:spPr>
      <dsp:style>
        <a:lnRef idx="2">
          <a:schemeClr val="lt1"/>
        </a:lnRef>
        <a:fillRef idx="1">
          <a:schemeClr val="accent5"/>
        </a:fillRef>
        <a:effectRef idx="0">
          <a:scrgbClr r="0" g="0" b="0"/>
        </a:effectRef>
        <a:fontRef idx="minor">
          <a:schemeClr val="lt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零信任模型</a:t>
          </a:r>
        </a:p>
      </dsp:txBody>
      <dsp:txXfrm>
        <a:off x="905955" y="269595"/>
        <a:ext cx="2459422" cy="2459422"/>
      </dsp:txXfrm>
    </dsp:sp>
    <dsp:sp modelId="{06DEB2C1-8BAA-4FE5-85B4-6F4D8F937AC1}">
      <dsp:nvSpPr>
        <dsp:cNvPr id="4" name="饼形 3"/>
        <dsp:cNvSpPr/>
      </dsp:nvSpPr>
      <dsp:spPr bwMode="white">
        <a:xfrm>
          <a:off x="902813" y="270829"/>
          <a:ext cx="2459422" cy="2459422"/>
        </a:xfrm>
        <a:prstGeom prst="pie">
          <a:avLst>
            <a:gd name="adj1" fmla="val 1800000"/>
            <a:gd name="adj2" fmla="val 9000000"/>
          </a:avLst>
        </a:prstGeom>
      </dsp:spPr>
      <dsp:style>
        <a:lnRef idx="2">
          <a:schemeClr val="lt1"/>
        </a:lnRef>
        <a:fillRef idx="1">
          <a:schemeClr val="accent5"/>
        </a:fillRef>
        <a:effectRef idx="0">
          <a:scrgbClr r="0" g="0" b="0"/>
        </a:effectRef>
        <a:fontRef idx="minor">
          <a:schemeClr val="lt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多因素融合认证</a:t>
          </a:r>
        </a:p>
      </dsp:txBody>
      <dsp:txXfrm>
        <a:off x="902813" y="270829"/>
        <a:ext cx="2459422" cy="2459422"/>
      </dsp:txXfrm>
    </dsp:sp>
    <dsp:sp modelId="{C97E3B90-D164-4869-B340-DE5978DBC221}">
      <dsp:nvSpPr>
        <dsp:cNvPr id="5" name="饼形 4"/>
        <dsp:cNvSpPr/>
      </dsp:nvSpPr>
      <dsp:spPr bwMode="white">
        <a:xfrm>
          <a:off x="902813" y="270829"/>
          <a:ext cx="2459422" cy="2459422"/>
        </a:xfrm>
        <a:prstGeom prst="pie">
          <a:avLst>
            <a:gd name="adj1" fmla="val 9000000"/>
            <a:gd name="adj2" fmla="val 16200000"/>
          </a:avLst>
        </a:prstGeom>
      </dsp:spPr>
      <dsp:style>
        <a:lnRef idx="2">
          <a:schemeClr val="lt1"/>
        </a:lnRef>
        <a:fillRef idx="1">
          <a:schemeClr val="accent5"/>
        </a:fillRef>
        <a:effectRef idx="0">
          <a:scrgbClr r="0" g="0" b="0"/>
        </a:effectRef>
        <a:fontRef idx="minor">
          <a:schemeClr val="lt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协同互助认证</a:t>
          </a:r>
        </a:p>
      </dsp:txBody>
      <dsp:txXfrm>
        <a:off x="902813" y="270829"/>
        <a:ext cx="2459422" cy="2459422"/>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927883" cy="2927883"/>
        <a:chOff x="0" y="0"/>
        <a:chExt cx="2927883" cy="2927883"/>
      </a:xfrm>
    </dsp:grpSpPr>
    <dsp:sp modelId="{52E6C53F-FFE7-4F83-B2DC-04F8E9BF7614}">
      <dsp:nvSpPr>
        <dsp:cNvPr id="3" name="饼形 2"/>
        <dsp:cNvSpPr/>
      </dsp:nvSpPr>
      <dsp:spPr bwMode="white">
        <a:xfrm>
          <a:off x="905955" y="269595"/>
          <a:ext cx="2459422" cy="2459422"/>
        </a:xfrm>
        <a:prstGeom prst="pie">
          <a:avLst>
            <a:gd name="adj1" fmla="val 16200000"/>
            <a:gd name="adj2" fmla="val 1800000"/>
          </a:avLst>
        </a:prstGeom>
      </dsp:spPr>
      <dsp:style>
        <a:lnRef idx="2">
          <a:schemeClr val="lt1"/>
        </a:lnRef>
        <a:fillRef idx="1">
          <a:schemeClr val="accent5"/>
        </a:fillRef>
        <a:effectRef idx="0">
          <a:scrgbClr r="0" g="0" b="0"/>
        </a:effectRef>
        <a:fontRef idx="minor">
          <a:schemeClr val="lt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安全启动</a:t>
          </a:r>
        </a:p>
      </dsp:txBody>
      <dsp:txXfrm>
        <a:off x="905955" y="269595"/>
        <a:ext cx="2459422" cy="2459422"/>
      </dsp:txXfrm>
    </dsp:sp>
    <dsp:sp modelId="{06DEB2C1-8BAA-4FE5-85B4-6F4D8F937AC1}">
      <dsp:nvSpPr>
        <dsp:cNvPr id="4" name="饼形 3"/>
        <dsp:cNvSpPr/>
      </dsp:nvSpPr>
      <dsp:spPr bwMode="white">
        <a:xfrm>
          <a:off x="902813" y="270829"/>
          <a:ext cx="2459422" cy="2459422"/>
        </a:xfrm>
        <a:prstGeom prst="pie">
          <a:avLst>
            <a:gd name="adj1" fmla="val 1800000"/>
            <a:gd name="adj2" fmla="val 9000000"/>
          </a:avLst>
        </a:prstGeom>
      </dsp:spPr>
      <dsp:style>
        <a:lnRef idx="2">
          <a:schemeClr val="lt1"/>
        </a:lnRef>
        <a:fillRef idx="1">
          <a:schemeClr val="accent5"/>
        </a:fillRef>
        <a:effectRef idx="0">
          <a:scrgbClr r="0" g="0" b="0"/>
        </a:effectRef>
        <a:fontRef idx="minor">
          <a:schemeClr val="lt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可信执行环境</a:t>
          </a:r>
        </a:p>
      </dsp:txBody>
      <dsp:txXfrm>
        <a:off x="902813" y="270829"/>
        <a:ext cx="2459422" cy="2459422"/>
      </dsp:txXfrm>
    </dsp:sp>
    <dsp:sp modelId="{C97E3B90-D164-4869-B340-DE5978DBC221}">
      <dsp:nvSpPr>
        <dsp:cNvPr id="5" name="饼形 4"/>
        <dsp:cNvSpPr/>
      </dsp:nvSpPr>
      <dsp:spPr bwMode="white">
        <a:xfrm>
          <a:off x="902813" y="270829"/>
          <a:ext cx="2459422" cy="2459422"/>
        </a:xfrm>
        <a:prstGeom prst="pie">
          <a:avLst>
            <a:gd name="adj1" fmla="val 9000000"/>
            <a:gd name="adj2" fmla="val 16200000"/>
          </a:avLst>
        </a:prstGeom>
      </dsp:spPr>
      <dsp:style>
        <a:lnRef idx="2">
          <a:schemeClr val="lt1"/>
        </a:lnRef>
        <a:fillRef idx="1">
          <a:schemeClr val="accent5"/>
        </a:fillRef>
        <a:effectRef idx="0">
          <a:scrgbClr r="0" g="0" b="0"/>
        </a:effectRef>
        <a:fontRef idx="minor">
          <a:schemeClr val="lt1"/>
        </a:fontRef>
      </dsp:style>
      <dsp:txBody>
        <a:bodyPr lIns="25400" tIns="25400" rIns="25400" bIns="254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设备证书认证</a:t>
          </a:r>
        </a:p>
      </dsp:txBody>
      <dsp:txXfrm>
        <a:off x="902813" y="270829"/>
        <a:ext cx="2459422" cy="2459422"/>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254342" cy="1921705"/>
        <a:chOff x="0" y="0"/>
        <a:chExt cx="10254342" cy="1921705"/>
      </a:xfrm>
    </dsp:grpSpPr>
    <dsp:sp modelId="{B23A981B-4615-49C0-8696-66BE532C82C7}">
      <dsp:nvSpPr>
        <dsp:cNvPr id="3" name="燕尾形 2"/>
        <dsp:cNvSpPr/>
      </dsp:nvSpPr>
      <dsp:spPr bwMode="white">
        <a:xfrm>
          <a:off x="0" y="515012"/>
          <a:ext cx="2229205" cy="891682"/>
        </a:xfrm>
        <a:prstGeom prst="chevron">
          <a:avLst/>
        </a:prstGeom>
        <a:solidFill>
          <a:srgbClr val="C7000B"/>
        </a:solidFill>
        <a:ln>
          <a:noFill/>
        </a:ln>
        <a:effectLst/>
        <a:scene3d>
          <a:camera prst="orthographicFront">
            <a:rot lat="0" lon="0" rev="0"/>
          </a:camera>
          <a:lightRig rig="contrasting" dir="t">
            <a:rot lat="0" lon="0" rev="7800000"/>
          </a:lightRig>
        </a:scene3d>
        <a:sp3d>
          <a:bevelT w="139700" h="139700"/>
        </a:sp3d>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数据生成</a:t>
          </a:r>
        </a:p>
      </dsp:txBody>
      <dsp:txXfrm>
        <a:off x="0" y="515012"/>
        <a:ext cx="2229205" cy="891682"/>
      </dsp:txXfrm>
    </dsp:sp>
    <dsp:sp modelId="{D0583D5C-9D29-4CAE-8125-D0C6689A93A7}">
      <dsp:nvSpPr>
        <dsp:cNvPr id="4" name="燕尾形 3"/>
        <dsp:cNvSpPr/>
      </dsp:nvSpPr>
      <dsp:spPr bwMode="white">
        <a:xfrm>
          <a:off x="2006284" y="515012"/>
          <a:ext cx="2229205" cy="891682"/>
        </a:xfrm>
        <a:prstGeom prst="chevron">
          <a:avLst/>
        </a:prstGeom>
        <a:solidFill>
          <a:srgbClr val="C7000B"/>
        </a:solidFill>
        <a:ln>
          <a:noFill/>
        </a:ln>
        <a:effectLst/>
        <a:scene3d>
          <a:camera prst="orthographicFront">
            <a:rot lat="0" lon="0" rev="0"/>
          </a:camera>
          <a:lightRig rig="contrasting" dir="t">
            <a:rot lat="0" lon="0" rev="7800000"/>
          </a:lightRig>
        </a:scene3d>
        <a:sp3d>
          <a:bevelT w="139700" h="139700"/>
        </a:sp3d>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数据存储</a:t>
          </a:r>
        </a:p>
      </dsp:txBody>
      <dsp:txXfrm>
        <a:off x="2006284" y="515012"/>
        <a:ext cx="2229205" cy="891682"/>
      </dsp:txXfrm>
    </dsp:sp>
    <dsp:sp modelId="{A4884820-8F60-48AF-AB83-99213C299952}">
      <dsp:nvSpPr>
        <dsp:cNvPr id="5" name="燕尾形 4"/>
        <dsp:cNvSpPr/>
      </dsp:nvSpPr>
      <dsp:spPr bwMode="white">
        <a:xfrm>
          <a:off x="4012569" y="515012"/>
          <a:ext cx="2229205" cy="891682"/>
        </a:xfrm>
        <a:prstGeom prst="chevron">
          <a:avLst/>
        </a:prstGeom>
        <a:solidFill>
          <a:srgbClr val="C7000B"/>
        </a:solidFill>
        <a:ln>
          <a:noFill/>
        </a:ln>
        <a:effectLst/>
        <a:scene3d>
          <a:camera prst="orthographicFront">
            <a:rot lat="0" lon="0" rev="0"/>
          </a:camera>
          <a:lightRig rig="contrasting" dir="t">
            <a:rot lat="0" lon="0" rev="7800000"/>
          </a:lightRig>
        </a:scene3d>
        <a:sp3d>
          <a:bevelT w="139700" h="139700"/>
        </a:sp3d>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数据使用</a:t>
          </a:r>
        </a:p>
      </dsp:txBody>
      <dsp:txXfrm>
        <a:off x="4012569" y="515012"/>
        <a:ext cx="2229205" cy="891682"/>
      </dsp:txXfrm>
    </dsp:sp>
    <dsp:sp modelId="{BF7F6B4F-A79E-4C2C-8B32-6ACA4D4869B1}">
      <dsp:nvSpPr>
        <dsp:cNvPr id="6" name="燕尾形 5"/>
        <dsp:cNvSpPr/>
      </dsp:nvSpPr>
      <dsp:spPr bwMode="white">
        <a:xfrm>
          <a:off x="6018853" y="515012"/>
          <a:ext cx="2229205" cy="891682"/>
        </a:xfrm>
        <a:prstGeom prst="chevron">
          <a:avLst/>
        </a:prstGeom>
        <a:solidFill>
          <a:srgbClr val="C7000B"/>
        </a:solidFill>
        <a:ln>
          <a:noFill/>
        </a:ln>
        <a:effectLst/>
        <a:scene3d>
          <a:camera prst="orthographicFront">
            <a:rot lat="0" lon="0" rev="0"/>
          </a:camera>
          <a:lightRig rig="contrasting" dir="t">
            <a:rot lat="0" lon="0" rev="7800000"/>
          </a:lightRig>
        </a:scene3d>
        <a:sp3d>
          <a:bevelT w="139700" h="139700"/>
        </a:sp3d>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数据传输</a:t>
          </a:r>
        </a:p>
      </dsp:txBody>
      <dsp:txXfrm>
        <a:off x="6018853" y="515012"/>
        <a:ext cx="2229205" cy="891682"/>
      </dsp:txXfrm>
    </dsp:sp>
    <dsp:sp modelId="{EE605FEC-43C7-4DFB-924D-3217FFE97C7C}">
      <dsp:nvSpPr>
        <dsp:cNvPr id="7" name="燕尾形 6"/>
        <dsp:cNvSpPr/>
      </dsp:nvSpPr>
      <dsp:spPr bwMode="white">
        <a:xfrm>
          <a:off x="8025137" y="515012"/>
          <a:ext cx="2229205" cy="891682"/>
        </a:xfrm>
        <a:prstGeom prst="chevron">
          <a:avLst/>
        </a:prstGeom>
        <a:solidFill>
          <a:srgbClr val="C7000B"/>
        </a:solidFill>
        <a:ln>
          <a:noFill/>
        </a:ln>
        <a:effectLst/>
        <a:scene3d>
          <a:camera prst="orthographicFront">
            <a:rot lat="0" lon="0" rev="0"/>
          </a:camera>
          <a:lightRig rig="contrasting" dir="t">
            <a:rot lat="0" lon="0" rev="7800000"/>
          </a:lightRig>
        </a:scene3d>
        <a:sp3d>
          <a:bevelT w="139700" h="139700"/>
        </a:sp3d>
      </dsp:spPr>
      <dsp:style>
        <a:lnRef idx="2">
          <a:schemeClr val="lt1"/>
        </a:lnRef>
        <a:fillRef idx="1">
          <a:schemeClr val="accent1"/>
        </a:fillRef>
        <a:effectRef idx="0">
          <a:scrgbClr r="0" g="0" b="0"/>
        </a:effectRef>
        <a:fontRef idx="minor">
          <a:schemeClr val="lt1"/>
        </a:fontRef>
      </dsp:style>
      <dsp:txBody>
        <a:bodyPr lIns="104013" tIns="34671" rIns="34671" bIns="34671"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lang="zh-CN" altLang="en-US" dirty="0">
              <a:latin typeface="微软雅黑" panose="020B0503020204020204" pitchFamily="34" charset="-122"/>
              <a:ea typeface="微软雅黑" panose="020B0503020204020204" pitchFamily="34" charset="-122"/>
            </a:rPr>
            <a:t>数据销毁</a:t>
          </a:r>
        </a:p>
      </dsp:txBody>
      <dsp:txXfrm>
        <a:off x="8025137" y="515012"/>
        <a:ext cx="2229205" cy="891682"/>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799386" cy="4532924"/>
        <a:chOff x="0" y="0"/>
        <a:chExt cx="6799386" cy="4532924"/>
      </a:xfrm>
    </dsp:grpSpPr>
    <dsp:sp modelId="{F7CC0EC7-366C-46C3-AF2D-43C250719702}">
      <dsp:nvSpPr>
        <dsp:cNvPr id="5" name="空心弧 4"/>
        <dsp:cNvSpPr/>
      </dsp:nvSpPr>
      <dsp:spPr bwMode="white">
        <a:xfrm>
          <a:off x="1560805" y="427574"/>
          <a:ext cx="3677777" cy="3677777"/>
        </a:xfrm>
        <a:prstGeom prst="blockArc">
          <a:avLst>
            <a:gd name="adj1" fmla="val 16199999"/>
            <a:gd name="adj2" fmla="val 0"/>
            <a:gd name="adj3" fmla="val 3962"/>
          </a:avLst>
        </a:prstGeom>
      </dsp:spPr>
      <dsp:style>
        <a:lnRef idx="0">
          <a:schemeClr val="accent3">
            <a:tint val="60000"/>
          </a:schemeClr>
        </a:lnRef>
        <a:fillRef idx="1">
          <a:schemeClr val="accent3">
            <a:tint val="60000"/>
          </a:schemeClr>
        </a:fillRef>
        <a:effectRef idx="0">
          <a:scrgbClr r="0" g="0" b="0"/>
        </a:effectRef>
        <a:fontRef idx="minor">
          <a:schemeClr val="lt1"/>
        </a:fontRef>
      </dsp:style>
      <dsp:txXfrm>
        <a:off x="1560805" y="427574"/>
        <a:ext cx="3677777" cy="3677777"/>
      </dsp:txXfrm>
    </dsp:sp>
    <dsp:sp modelId="{BDBEFBDB-088E-4FAA-9F6C-5A98B523A3B3}">
      <dsp:nvSpPr>
        <dsp:cNvPr id="7" name="空心弧 6"/>
        <dsp:cNvSpPr/>
      </dsp:nvSpPr>
      <dsp:spPr bwMode="white">
        <a:xfrm>
          <a:off x="1560805" y="427574"/>
          <a:ext cx="3677777" cy="3677777"/>
        </a:xfrm>
        <a:prstGeom prst="blockArc">
          <a:avLst>
            <a:gd name="adj1" fmla="val 0"/>
            <a:gd name="adj2" fmla="val 5400000"/>
            <a:gd name="adj3" fmla="val 3962"/>
          </a:avLst>
        </a:prstGeom>
      </dsp:spPr>
      <dsp:style>
        <a:lnRef idx="0">
          <a:schemeClr val="accent3">
            <a:tint val="60000"/>
          </a:schemeClr>
        </a:lnRef>
        <a:fillRef idx="1">
          <a:schemeClr val="accent3">
            <a:tint val="60000"/>
          </a:schemeClr>
        </a:fillRef>
        <a:effectRef idx="0">
          <a:scrgbClr r="0" g="0" b="0"/>
        </a:effectRef>
        <a:fontRef idx="minor">
          <a:schemeClr val="lt1"/>
        </a:fontRef>
      </dsp:style>
      <dsp:txXfrm>
        <a:off x="1560805" y="427574"/>
        <a:ext cx="3677777" cy="3677777"/>
      </dsp:txXfrm>
    </dsp:sp>
    <dsp:sp modelId="{2AEEF9BB-EFF1-4D73-950B-02BD3963EF65}">
      <dsp:nvSpPr>
        <dsp:cNvPr id="9" name="空心弧 8"/>
        <dsp:cNvSpPr/>
      </dsp:nvSpPr>
      <dsp:spPr bwMode="white">
        <a:xfrm>
          <a:off x="1560805" y="427574"/>
          <a:ext cx="3677777" cy="3677777"/>
        </a:xfrm>
        <a:prstGeom prst="blockArc">
          <a:avLst>
            <a:gd name="adj1" fmla="val 5400000"/>
            <a:gd name="adj2" fmla="val 10800000"/>
            <a:gd name="adj3" fmla="val 3962"/>
          </a:avLst>
        </a:prstGeom>
      </dsp:spPr>
      <dsp:style>
        <a:lnRef idx="0">
          <a:schemeClr val="accent3">
            <a:tint val="60000"/>
          </a:schemeClr>
        </a:lnRef>
        <a:fillRef idx="1">
          <a:schemeClr val="accent3">
            <a:tint val="60000"/>
          </a:schemeClr>
        </a:fillRef>
        <a:effectRef idx="0">
          <a:scrgbClr r="0" g="0" b="0"/>
        </a:effectRef>
        <a:fontRef idx="minor">
          <a:schemeClr val="lt1"/>
        </a:fontRef>
      </dsp:style>
      <dsp:txXfrm>
        <a:off x="1560805" y="427574"/>
        <a:ext cx="3677777" cy="3677777"/>
      </dsp:txXfrm>
    </dsp:sp>
    <dsp:sp modelId="{0FB69BAB-D21E-487D-8261-49904653C1A4}">
      <dsp:nvSpPr>
        <dsp:cNvPr id="11" name="空心弧 10"/>
        <dsp:cNvSpPr/>
      </dsp:nvSpPr>
      <dsp:spPr bwMode="white">
        <a:xfrm>
          <a:off x="1560805" y="427574"/>
          <a:ext cx="3677777" cy="3677777"/>
        </a:xfrm>
        <a:prstGeom prst="blockArc">
          <a:avLst>
            <a:gd name="adj1" fmla="val 10800000"/>
            <a:gd name="adj2" fmla="val 16199999"/>
            <a:gd name="adj3" fmla="val 3962"/>
          </a:avLst>
        </a:prstGeom>
      </dsp:spPr>
      <dsp:style>
        <a:lnRef idx="0">
          <a:schemeClr val="accent3">
            <a:tint val="60000"/>
          </a:schemeClr>
        </a:lnRef>
        <a:fillRef idx="1">
          <a:schemeClr val="accent3">
            <a:tint val="60000"/>
          </a:schemeClr>
        </a:fillRef>
        <a:effectRef idx="0">
          <a:scrgbClr r="0" g="0" b="0"/>
        </a:effectRef>
        <a:fontRef idx="minor">
          <a:schemeClr val="lt1"/>
        </a:fontRef>
      </dsp:style>
      <dsp:txXfrm>
        <a:off x="1560805" y="427574"/>
        <a:ext cx="3677777" cy="3677777"/>
      </dsp:txXfrm>
    </dsp:sp>
    <dsp:sp modelId="{670BFD4B-21C8-486A-A7C2-AD3FFC395DDC}">
      <dsp:nvSpPr>
        <dsp:cNvPr id="3" name="椭圆 2"/>
        <dsp:cNvSpPr/>
      </dsp:nvSpPr>
      <dsp:spPr bwMode="white">
        <a:xfrm>
          <a:off x="2595983" y="1462752"/>
          <a:ext cx="1607420" cy="1607420"/>
        </a:xfrm>
        <a:prstGeom prst="ellipse">
          <a:avLst/>
        </a:prstGeom>
        <a:solidFill>
          <a:srgbClr val="FDE397"/>
        </a:solidFill>
        <a:ln w="28575">
          <a:solidFill>
            <a:srgbClr val="FCC800"/>
          </a:solidFill>
        </a:ln>
      </dsp:spPr>
      <dsp:style>
        <a:lnRef idx="2">
          <a:schemeClr val="accent3">
            <a:shade val="80000"/>
          </a:schemeClr>
        </a:lnRef>
        <a:fillRef idx="1">
          <a:schemeClr val="lt1"/>
        </a:fillRef>
        <a:effectRef idx="0">
          <a:scrgbClr r="0" g="0" b="0"/>
        </a:effectRef>
        <a:fontRef idx="minor">
          <a:schemeClr val="lt1"/>
        </a:fontRef>
      </dsp:style>
      <dsp:txBody>
        <a:bodyPr lIns="26670" tIns="26670" rIns="26670" bIns="2667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ltLang="en-US" dirty="0">
              <a:solidFill>
                <a:schemeClr val="dk1"/>
              </a:solidFill>
              <a:latin typeface="微软雅黑" panose="020B0503020204020204" pitchFamily="34" charset="-122"/>
              <a:ea typeface="微软雅黑" panose="020B0503020204020204" pitchFamily="34" charset="-122"/>
            </a:rPr>
            <a:t>硬件互助</a:t>
          </a:r>
          <a:br>
            <a:rPr lang="en-US" altLang="zh-CN" dirty="0">
              <a:solidFill>
                <a:schemeClr val="dk1"/>
              </a:solidFill>
              <a:latin typeface="微软雅黑" panose="020B0503020204020204" pitchFamily="34" charset="-122"/>
              <a:ea typeface="微软雅黑" panose="020B0503020204020204" pitchFamily="34" charset="-122"/>
            </a:rPr>
          </a:br>
          <a:r>
            <a:rPr lang="zh-CN" altLang="en-US" dirty="0">
              <a:solidFill>
                <a:schemeClr val="dk1"/>
              </a:solidFill>
              <a:latin typeface="微软雅黑" panose="020B0503020204020204" pitchFamily="34" charset="-122"/>
              <a:ea typeface="微软雅黑" panose="020B0503020204020204" pitchFamily="34" charset="-122"/>
            </a:rPr>
            <a:t>资源共享</a:t>
          </a:r>
          <a:endParaRPr>
            <a:solidFill>
              <a:schemeClr val="dk1"/>
            </a:solidFill>
          </a:endParaRPr>
        </a:p>
      </dsp:txBody>
      <dsp:txXfrm>
        <a:off x="2595983" y="1462752"/>
        <a:ext cx="1607420" cy="1607420"/>
      </dsp:txXfrm>
    </dsp:sp>
    <dsp:sp modelId="{873510F0-FD8E-4255-B458-7D3832987C04}">
      <dsp:nvSpPr>
        <dsp:cNvPr id="4" name="椭圆 3"/>
        <dsp:cNvSpPr/>
      </dsp:nvSpPr>
      <dsp:spPr bwMode="white">
        <a:xfrm>
          <a:off x="2837096" y="0"/>
          <a:ext cx="1125194" cy="1125194"/>
        </a:xfrm>
        <a:prstGeom prst="ellipse">
          <a:avLst/>
        </a:prstGeom>
      </dsp:spPr>
      <dsp:style>
        <a:lnRef idx="2">
          <a:schemeClr val="accent3">
            <a:shade val="80000"/>
          </a:schemeClr>
        </a:lnRef>
        <a:fillRef idx="1">
          <a:schemeClr val="lt1"/>
        </a:fillRef>
        <a:effectRef idx="0">
          <a:scrgbClr r="0" g="0" b="0"/>
        </a:effectRef>
        <a:fontRef idx="minor">
          <a:schemeClr val="lt1"/>
        </a:fontRef>
      </dsp:style>
      <dsp:txBody>
        <a:bodyPr lIns="22860" tIns="22860" rIns="22860" bIns="2286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sz="1800">
              <a:solidFill>
                <a:schemeClr val="dk1"/>
              </a:solidFill>
              <a:latin typeface="微软雅黑" panose="020B0503020204020204" pitchFamily="34" charset="-122"/>
              <a:ea typeface="微软雅黑" panose="020B0503020204020204" pitchFamily="34" charset="-122"/>
            </a:rPr>
            <a:t>分布式软总线</a:t>
          </a:r>
          <a:endParaRPr lang="zh-CN" altLang="en-US" sz="1800" dirty="0">
            <a:solidFill>
              <a:schemeClr val="dk1"/>
            </a:solidFill>
            <a:latin typeface="微软雅黑" panose="020B0503020204020204" pitchFamily="34" charset="-122"/>
            <a:ea typeface="微软雅黑" panose="020B0503020204020204" pitchFamily="34" charset="-122"/>
          </a:endParaRPr>
        </a:p>
      </dsp:txBody>
      <dsp:txXfrm>
        <a:off x="2837096" y="0"/>
        <a:ext cx="1125194" cy="1125194"/>
      </dsp:txXfrm>
    </dsp:sp>
    <dsp:sp modelId="{196EBA75-475A-44FA-8C09-E8EAE078F5E3}">
      <dsp:nvSpPr>
        <dsp:cNvPr id="6" name="椭圆 5"/>
        <dsp:cNvSpPr/>
      </dsp:nvSpPr>
      <dsp:spPr bwMode="white">
        <a:xfrm>
          <a:off x="4540961" y="1703865"/>
          <a:ext cx="1125194" cy="1125194"/>
        </a:xfrm>
        <a:prstGeom prst="ellipse">
          <a:avLst/>
        </a:prstGeom>
      </dsp:spPr>
      <dsp:style>
        <a:lnRef idx="2">
          <a:schemeClr val="accent3">
            <a:shade val="80000"/>
          </a:schemeClr>
        </a:lnRef>
        <a:fillRef idx="1">
          <a:schemeClr val="lt1"/>
        </a:fillRef>
        <a:effectRef idx="0">
          <a:scrgbClr r="0" g="0" b="0"/>
        </a:effectRef>
        <a:fontRef idx="minor">
          <a:schemeClr val="lt1"/>
        </a:fontRef>
      </dsp:style>
      <dsp:txBody>
        <a:bodyPr lIns="22860" tIns="22860" rIns="22860" bIns="2286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sz="1800">
              <a:solidFill>
                <a:schemeClr val="dk1"/>
              </a:solidFill>
              <a:latin typeface="微软雅黑" panose="020B0503020204020204" pitchFamily="34" charset="-122"/>
              <a:ea typeface="微软雅黑" panose="020B0503020204020204" pitchFamily="34" charset="-122"/>
            </a:rPr>
            <a:t>分布式设备虚拟化</a:t>
          </a:r>
          <a:endParaRPr lang="zh-CN" altLang="en-US" sz="1800" dirty="0">
            <a:solidFill>
              <a:schemeClr val="dk1"/>
            </a:solidFill>
            <a:latin typeface="微软雅黑" panose="020B0503020204020204" pitchFamily="34" charset="-122"/>
            <a:ea typeface="微软雅黑" panose="020B0503020204020204" pitchFamily="34" charset="-122"/>
          </a:endParaRPr>
        </a:p>
      </dsp:txBody>
      <dsp:txXfrm>
        <a:off x="4540961" y="1703865"/>
        <a:ext cx="1125194" cy="1125194"/>
      </dsp:txXfrm>
    </dsp:sp>
    <dsp:sp modelId="{6C954B97-89B5-482E-A0C7-75E78ECBB105}">
      <dsp:nvSpPr>
        <dsp:cNvPr id="8" name="椭圆 7"/>
        <dsp:cNvSpPr/>
      </dsp:nvSpPr>
      <dsp:spPr bwMode="white">
        <a:xfrm>
          <a:off x="2837096" y="3407730"/>
          <a:ext cx="1125194" cy="1125194"/>
        </a:xfrm>
        <a:prstGeom prst="ellipse">
          <a:avLst/>
        </a:prstGeom>
      </dsp:spPr>
      <dsp:style>
        <a:lnRef idx="2">
          <a:schemeClr val="accent3">
            <a:shade val="80000"/>
          </a:schemeClr>
        </a:lnRef>
        <a:fillRef idx="1">
          <a:schemeClr val="lt1"/>
        </a:fillRef>
        <a:effectRef idx="0">
          <a:scrgbClr r="0" g="0" b="0"/>
        </a:effectRef>
        <a:fontRef idx="minor">
          <a:schemeClr val="lt1"/>
        </a:fontRef>
      </dsp:style>
      <dsp:txBody>
        <a:bodyPr lIns="22860" tIns="22860" rIns="22860" bIns="2286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sz="1800">
              <a:solidFill>
                <a:schemeClr val="dk1"/>
              </a:solidFill>
              <a:latin typeface="微软雅黑" panose="020B0503020204020204" pitchFamily="34" charset="-122"/>
              <a:ea typeface="微软雅黑" panose="020B0503020204020204" pitchFamily="34" charset="-122"/>
            </a:rPr>
            <a:t>分布式数据管理</a:t>
          </a:r>
          <a:endParaRPr lang="zh-CN" altLang="en-US" sz="1800" dirty="0">
            <a:solidFill>
              <a:schemeClr val="dk1"/>
            </a:solidFill>
            <a:latin typeface="微软雅黑" panose="020B0503020204020204" pitchFamily="34" charset="-122"/>
            <a:ea typeface="微软雅黑" panose="020B0503020204020204" pitchFamily="34" charset="-122"/>
          </a:endParaRPr>
        </a:p>
      </dsp:txBody>
      <dsp:txXfrm>
        <a:off x="2837096" y="3407730"/>
        <a:ext cx="1125194" cy="1125194"/>
      </dsp:txXfrm>
    </dsp:sp>
    <dsp:sp modelId="{6BD59242-3389-4047-B747-6B93C9D62B48}">
      <dsp:nvSpPr>
        <dsp:cNvPr id="10" name="椭圆 9"/>
        <dsp:cNvSpPr/>
      </dsp:nvSpPr>
      <dsp:spPr bwMode="white">
        <a:xfrm>
          <a:off x="1133231" y="1703865"/>
          <a:ext cx="1125194" cy="1125194"/>
        </a:xfrm>
        <a:prstGeom prst="ellipse">
          <a:avLst/>
        </a:prstGeom>
      </dsp:spPr>
      <dsp:style>
        <a:lnRef idx="2">
          <a:schemeClr val="accent3">
            <a:shade val="80000"/>
          </a:schemeClr>
        </a:lnRef>
        <a:fillRef idx="1">
          <a:schemeClr val="lt1"/>
        </a:fillRef>
        <a:effectRef idx="0">
          <a:scrgbClr r="0" g="0" b="0"/>
        </a:effectRef>
        <a:fontRef idx="minor">
          <a:schemeClr val="lt1"/>
        </a:fontRef>
      </dsp:style>
      <dsp:txBody>
        <a:bodyPr lIns="22860" tIns="22860" rIns="22860" bIns="22860"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zh-CN" altLang="en-US" sz="1800">
              <a:solidFill>
                <a:schemeClr val="dk1"/>
              </a:solidFill>
              <a:latin typeface="微软雅黑" panose="020B0503020204020204" pitchFamily="34" charset="-122"/>
              <a:ea typeface="微软雅黑" panose="020B0503020204020204" pitchFamily="34" charset="-122"/>
            </a:rPr>
            <a:t>分布式任务调度</a:t>
          </a:r>
          <a:endParaRPr lang="zh-CN" altLang="en-US" sz="1800" dirty="0">
            <a:solidFill>
              <a:schemeClr val="dk1"/>
            </a:solidFill>
            <a:latin typeface="微软雅黑" panose="020B0503020204020204" pitchFamily="34" charset="-122"/>
            <a:ea typeface="微软雅黑" panose="020B0503020204020204" pitchFamily="34" charset="-122"/>
          </a:endParaRPr>
        </a:p>
      </dsp:txBody>
      <dsp:txXfrm>
        <a:off x="1133231" y="1703865"/>
        <a:ext cx="1125194" cy="1125194"/>
      </dsp:txXfrm>
    </dsp:sp>
  </dsp:spTree>
</dsp:drawing>
</file>

<file path=ppt/diagrams/layout1.xml><?xml version="1.0" encoding="utf-8"?>
<dgm:layoutDef xmlns:dgm="http://schemas.openxmlformats.org/drawingml/2006/diagram" xmlns:a="http://schemas.openxmlformats.org/drawingml/2006/main" uniqueId="urn:microsoft.com/office/officeart/2005/8/layout/chart3#1">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vertAlign" val="mid"/>
      <dgm:param type="horzAlign" val="ctr"/>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chart3#2">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vertAlign" val="mid"/>
      <dgm:param type="horzAlign" val="ctr"/>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ar" val="1"/>
      <dgm:param type="vertAlign" val="mid"/>
      <dgm:param type="horzAlign" val="ctr"/>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radial6#1">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B5ED2F-421B-471A-B128-FFA9037A4AD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77F7AB-CD5D-4B4F-8AA4-57E4FB07315D}"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E8A97-6BED-4EAB-9AE2-8D506A1AD12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481BEC-B18C-42A5-8ED7-62894E6CCA3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ea typeface="微软雅黑" panose="020B0503020204020204" pitchFamily="34" charset="-122"/>
              </a:rPr>
            </a:fld>
            <a:endParaRPr lang="en-US">
              <a:latin typeface="Arial" panose="020B0604020202020204" pitchFamily="34" charset="0"/>
              <a:ea typeface="微软雅黑"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sym typeface="+mn-ea"/>
              </a:rPr>
              <a:t>万物互联时代</a:t>
            </a:r>
            <a:r>
              <a:rPr lang="en-US" altLang="zh-CN" dirty="0">
                <a:sym typeface="+mn-ea"/>
              </a:rPr>
              <a:t> </a:t>
            </a:r>
            <a:r>
              <a:rPr lang="en-US" altLang="en-US" dirty="0">
                <a:sym typeface="+mn-ea"/>
              </a:rPr>
              <a:t>→</a:t>
            </a:r>
            <a:r>
              <a:rPr lang="en-US" altLang="zh-CN" dirty="0">
                <a:sym typeface="+mn-ea"/>
              </a:rPr>
              <a:t> </a:t>
            </a:r>
            <a:r>
              <a:rPr lang="zh-CN" altLang="en-US" dirty="0">
                <a:sym typeface="+mn-ea"/>
              </a:rPr>
              <a:t>不再局限于手机，而是涵盖所有智能设备。</a:t>
            </a:r>
            <a:endParaRPr lang="zh-CN" altLang="en-US" dirty="0"/>
          </a:p>
          <a:p>
            <a:r>
              <a:rPr lang="zh-CN" altLang="en-US" dirty="0">
                <a:sym typeface="+mn-ea"/>
              </a:rPr>
              <a:t>分布式操作系统</a:t>
            </a:r>
            <a:r>
              <a:rPr lang="en-US" altLang="zh-CN" dirty="0">
                <a:sym typeface="+mn-ea"/>
              </a:rPr>
              <a:t> </a:t>
            </a:r>
            <a:r>
              <a:rPr lang="en-US" altLang="en-US" dirty="0">
                <a:sym typeface="+mn-ea"/>
              </a:rPr>
              <a:t>→</a:t>
            </a:r>
            <a:r>
              <a:rPr lang="en-US" altLang="zh-CN" dirty="0">
                <a:sym typeface="+mn-ea"/>
              </a:rPr>
              <a:t> </a:t>
            </a:r>
            <a:r>
              <a:rPr lang="zh-CN" altLang="en-US" dirty="0">
                <a:sym typeface="+mn-ea"/>
              </a:rPr>
              <a:t>设备间可协同工作，形成</a:t>
            </a:r>
            <a:r>
              <a:rPr lang="en-US" altLang="zh-CN" dirty="0">
                <a:sym typeface="+mn-ea"/>
              </a:rPr>
              <a:t>“</a:t>
            </a:r>
            <a:r>
              <a:rPr lang="zh-CN" altLang="en-US" dirty="0">
                <a:sym typeface="+mn-ea"/>
              </a:rPr>
              <a:t>超级终端</a:t>
            </a:r>
            <a:r>
              <a:rPr lang="en-US" altLang="zh-CN" dirty="0">
                <a:sym typeface="+mn-ea"/>
              </a:rPr>
              <a:t>”</a:t>
            </a:r>
            <a:endParaRPr lang="en-US" altLang="zh-CN" dirty="0"/>
          </a:p>
          <a:p>
            <a:endParaRPr lang="zh-CN" altLang="en-US" dirty="0"/>
          </a:p>
          <a:p>
            <a:endParaRPr lang="zh-CN" altLang="en-US" dirty="0"/>
          </a:p>
          <a:p>
            <a:r>
              <a:rPr lang="zh-CN" altLang="en-US" dirty="0"/>
              <a:t>移动互联网爆发，</a:t>
            </a:r>
            <a:r>
              <a:rPr lang="en-US" altLang="zh-CN" dirty="0"/>
              <a:t>App </a:t>
            </a:r>
            <a:r>
              <a:rPr lang="zh-CN" altLang="en-US" dirty="0"/>
              <a:t>生态繁荣（如</a:t>
            </a:r>
            <a:r>
              <a:rPr lang="en-US" altLang="zh-CN" dirty="0"/>
              <a:t> Android/iOS</a:t>
            </a:r>
            <a:r>
              <a:rPr lang="zh-CN" altLang="en-US" dirty="0"/>
              <a:t>）。</a:t>
            </a:r>
            <a:endParaRPr lang="zh-CN" altLang="en-US" dirty="0"/>
          </a:p>
          <a:p>
            <a:r>
              <a:rPr lang="zh-CN" altLang="en-US" dirty="0"/>
              <a:t>用户可以自由安装数百万级应用。</a:t>
            </a:r>
            <a:endParaRPr lang="zh-CN" altLang="en-US" dirty="0"/>
          </a:p>
          <a:p>
            <a:r>
              <a:rPr lang="zh-CN" altLang="en-US" dirty="0"/>
              <a:t>但设备仍是</a:t>
            </a:r>
            <a:r>
              <a:rPr lang="en-US" altLang="zh-CN" dirty="0"/>
              <a:t>“</a:t>
            </a:r>
            <a:r>
              <a:rPr lang="zh-CN" altLang="en-US" dirty="0"/>
              <a:t>孤岛</a:t>
            </a:r>
            <a:r>
              <a:rPr lang="en-US" altLang="zh-CN" dirty="0"/>
              <a:t>”</a:t>
            </a:r>
            <a:r>
              <a:rPr lang="zh-CN" altLang="en-US" dirty="0"/>
              <a:t>，彼此之间协作困难（需手动传输、配对、同步）。</a:t>
            </a:r>
            <a:endParaRPr lang="zh-CN" altLang="en-US" dirty="0"/>
          </a:p>
          <a:p>
            <a:endParaRPr lang="zh-CN" altLang="en-US" dirty="0"/>
          </a:p>
          <a:p>
            <a:r>
              <a:rPr lang="zh-CN" altLang="en-US" dirty="0"/>
              <a:t>设备不再是独立个体，而是组成</a:t>
            </a:r>
            <a:r>
              <a:rPr lang="en-US" altLang="zh-CN" dirty="0"/>
              <a:t>“</a:t>
            </a:r>
            <a:r>
              <a:rPr lang="zh-CN" altLang="en-US" dirty="0"/>
              <a:t>超级终端</a:t>
            </a:r>
            <a:r>
              <a:rPr lang="en-US" altLang="zh-CN" dirty="0"/>
              <a:t>”</a:t>
            </a:r>
            <a:r>
              <a:rPr lang="zh-CN" altLang="en-US" dirty="0"/>
              <a:t>。</a:t>
            </a:r>
            <a:endParaRPr lang="zh-CN" altLang="en-US" dirty="0"/>
          </a:p>
          <a:p>
            <a:r>
              <a:rPr lang="zh-CN" altLang="en-US" dirty="0"/>
              <a:t>用户可以通过自然交互（如拖拽、靠近、语音）让设备自动协同。</a:t>
            </a:r>
            <a:endParaRPr lang="zh-CN" altLang="en-US" dirty="0"/>
          </a:p>
          <a:p>
            <a:r>
              <a:rPr lang="zh-CN" altLang="en-US" dirty="0"/>
              <a:t>例如：手机拍的照片自动流转到平板编辑；手表检测心率后自动通知手机记录健康数据。</a:t>
            </a:r>
            <a:endParaRPr lang="zh-CN" altLang="en-US" dirty="0"/>
          </a:p>
          <a:p>
            <a:r>
              <a:rPr lang="zh-CN" altLang="en-US" dirty="0"/>
              <a:t>这是</a:t>
            </a:r>
            <a:r>
              <a:rPr lang="en-US" altLang="zh-CN" dirty="0"/>
              <a:t> HarmonyOS </a:t>
            </a:r>
            <a:r>
              <a:rPr lang="zh-CN" altLang="en-US" dirty="0"/>
              <a:t>的核心使命</a:t>
            </a:r>
            <a:r>
              <a:rPr lang="en-US" altLang="zh-CN" dirty="0"/>
              <a:t> —— </a:t>
            </a:r>
            <a:r>
              <a:rPr lang="zh-CN" altLang="en-US" dirty="0"/>
              <a:t>打破设备边界，实现</a:t>
            </a:r>
            <a:r>
              <a:rPr lang="en-US" altLang="zh-CN" dirty="0"/>
              <a:t>“</a:t>
            </a:r>
            <a:r>
              <a:rPr lang="zh-CN" altLang="en-US" dirty="0"/>
              <a:t>一生一世界</a:t>
            </a:r>
            <a:r>
              <a:rPr lang="en-US" altLang="zh-CN" dirty="0"/>
              <a:t>”</a:t>
            </a:r>
            <a:r>
              <a:rPr lang="zh-CN" altLang="en-US" dirty="0"/>
              <a:t>的体验。</a:t>
            </a:r>
            <a:endParaRPr lang="zh-CN" altLang="en-US" dirty="0"/>
          </a:p>
          <a:p>
            <a:endParaRPr lang="zh-CN" altLang="en-US" dirty="0"/>
          </a:p>
          <a:p>
            <a:r>
              <a:rPr lang="zh-CN" altLang="en-US" dirty="0"/>
              <a:t>超级终端</a:t>
            </a:r>
            <a:r>
              <a:rPr lang="en-US" altLang="zh-CN" dirty="0"/>
              <a:t>”</a:t>
            </a:r>
            <a:r>
              <a:rPr lang="zh-CN" altLang="en-US" dirty="0"/>
              <a:t>不是指某一台强大的设备，而是由多个物理设备虚拟组合而成的逻辑统一体。</a:t>
            </a:r>
            <a:endParaRPr lang="zh-CN" altLang="en-US" dirty="0"/>
          </a:p>
          <a:p>
            <a:r>
              <a:rPr lang="zh-CN" altLang="en-US" dirty="0"/>
              <a:t>在</a:t>
            </a:r>
            <a:r>
              <a:rPr lang="en-US" altLang="zh-CN" dirty="0"/>
              <a:t> HarmonyOS </a:t>
            </a:r>
            <a:r>
              <a:rPr lang="zh-CN" altLang="en-US" dirty="0"/>
              <a:t>中，你可以把手机的摄像头、平板的屏幕、电脑的键盘、音箱的扬声器</a:t>
            </a:r>
            <a:r>
              <a:rPr lang="en-US" altLang="zh-CN" dirty="0"/>
              <a:t>“</a:t>
            </a:r>
            <a:r>
              <a:rPr lang="zh-CN" altLang="en-US" dirty="0"/>
              <a:t>拼</a:t>
            </a:r>
            <a:r>
              <a:rPr lang="en-US" altLang="zh-CN" dirty="0"/>
              <a:t>”</a:t>
            </a:r>
            <a:r>
              <a:rPr lang="zh-CN" altLang="en-US" dirty="0"/>
              <a:t>成一个整体来使用。</a:t>
            </a:r>
            <a:endParaRPr lang="zh-CN" altLang="en-US" dirty="0"/>
          </a:p>
          <a:p>
            <a:r>
              <a:rPr lang="zh-CN" altLang="en-US" dirty="0"/>
              <a:t>这依赖于鸿蒙的分布式软总线、分布式数据管理、分布式任务调度三大核心技术。</a:t>
            </a:r>
            <a:endParaRPr lang="zh-CN" altLang="en-US" dirty="0"/>
          </a:p>
          <a:p>
            <a:endParaRPr lang="zh-CN" altLang="en-US" dirty="0"/>
          </a:p>
          <a:p>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这张图用数据证明：人类正加速进入</a:t>
            </a:r>
            <a:r>
              <a:rPr lang="en-US" altLang="zh-CN" dirty="0"/>
              <a:t>“</a:t>
            </a:r>
            <a:r>
              <a:rPr lang="zh-CN" altLang="en-US" dirty="0"/>
              <a:t>一人多机</a:t>
            </a:r>
            <a:r>
              <a:rPr lang="en-US" altLang="zh-CN" dirty="0"/>
              <a:t>”</a:t>
            </a:r>
            <a:r>
              <a:rPr lang="zh-CN" altLang="en-US" dirty="0"/>
              <a:t>的万物互联时代，而</a:t>
            </a:r>
            <a:r>
              <a:rPr lang="en-US" altLang="zh-CN" dirty="0"/>
              <a:t> HarmonyOS </a:t>
            </a:r>
            <a:r>
              <a:rPr lang="zh-CN" altLang="en-US" dirty="0"/>
              <a:t>正是为驾驭这场设备洪流而生的操作系统</a:t>
            </a:r>
            <a:r>
              <a:rPr lang="en-US" altLang="zh-CN" dirty="0"/>
              <a:t>——</a:t>
            </a:r>
            <a:r>
              <a:rPr lang="zh-CN" altLang="en-US" dirty="0"/>
              <a:t>它的使命不是替代</a:t>
            </a:r>
            <a:r>
              <a:rPr lang="en-US" altLang="zh-CN" dirty="0"/>
              <a:t> Android</a:t>
            </a:r>
            <a:r>
              <a:rPr lang="zh-CN" altLang="en-US" dirty="0"/>
              <a:t>，而是重新定义</a:t>
            </a:r>
            <a:r>
              <a:rPr lang="en-US" altLang="zh-CN" dirty="0"/>
              <a:t>“</a:t>
            </a:r>
            <a:r>
              <a:rPr lang="zh-CN" altLang="en-US" dirty="0"/>
              <a:t>操作系统</a:t>
            </a:r>
            <a:r>
              <a:rPr lang="en-US" altLang="zh-CN" dirty="0"/>
              <a:t>”</a:t>
            </a:r>
            <a:r>
              <a:rPr lang="zh-CN" altLang="en-US" dirty="0"/>
              <a:t>的边界。</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a:t>红色圈</a:t>
            </a:r>
            <a:r>
              <a:rPr lang="zh-CN" altLang="en-US"/>
              <a:t>中这些设备共同构成</a:t>
            </a:r>
            <a:r>
              <a:rPr lang="en-US" altLang="zh-CN"/>
              <a:t>“</a:t>
            </a:r>
            <a:r>
              <a:rPr lang="zh-CN" altLang="en-US"/>
              <a:t>超级终端</a:t>
            </a:r>
            <a:r>
              <a:rPr lang="en-US" altLang="zh-CN"/>
              <a:t>” —— </a:t>
            </a:r>
            <a:r>
              <a:rPr lang="zh-CN" altLang="en-US"/>
              <a:t>它们不是孤立存在，而是在鸿蒙系统下可被用户视为一台逻辑上的</a:t>
            </a:r>
            <a:r>
              <a:rPr lang="en-US" altLang="zh-CN"/>
              <a:t>“</a:t>
            </a:r>
            <a:r>
              <a:rPr lang="zh-CN" altLang="en-US"/>
              <a:t>超级设备</a:t>
            </a:r>
            <a:r>
              <a:rPr lang="en-US" altLang="zh-CN"/>
              <a:t>”</a:t>
            </a:r>
            <a:r>
              <a:rPr lang="zh-CN" altLang="en-US"/>
              <a:t>，实现能力共享、任务流转、数据同步。</a:t>
            </a:r>
            <a:endParaRPr lang="zh-CN" altLang="en-US"/>
          </a:p>
          <a:p>
            <a:r>
              <a:rPr lang="zh-CN" altLang="en-US"/>
              <a:t>💡</a:t>
            </a:r>
            <a:r>
              <a:rPr lang="en-US" altLang="zh-CN"/>
              <a:t> </a:t>
            </a:r>
            <a:r>
              <a:rPr lang="zh-CN" altLang="en-US"/>
              <a:t>举例：你在手机上看的视频，拖拽一下就能流转到智慧屏继续播放；手表监测的心率数据，自动同步给手机健康</a:t>
            </a:r>
            <a:r>
              <a:rPr lang="en-US" altLang="zh-CN"/>
              <a:t>App</a:t>
            </a:r>
            <a:r>
              <a:rPr lang="zh-CN" altLang="en-US"/>
              <a:t>；</a:t>
            </a:r>
            <a:r>
              <a:rPr lang="en-US" altLang="zh-CN"/>
              <a:t>PC</a:t>
            </a:r>
            <a:r>
              <a:rPr lang="zh-CN" altLang="en-US"/>
              <a:t>调用手机的摄像头开会</a:t>
            </a:r>
            <a:r>
              <a:rPr lang="en-US" altLang="zh-CN"/>
              <a:t>——</a:t>
            </a:r>
            <a:r>
              <a:rPr lang="zh-CN" altLang="en-US"/>
              <a:t>这一切在鸿蒙中都是</a:t>
            </a:r>
            <a:r>
              <a:rPr lang="en-US" altLang="zh-CN"/>
              <a:t>“</a:t>
            </a:r>
            <a:r>
              <a:rPr lang="zh-CN" altLang="en-US"/>
              <a:t>本地操作</a:t>
            </a:r>
            <a:r>
              <a:rPr lang="en-US" altLang="zh-CN"/>
              <a:t>”</a:t>
            </a:r>
            <a:r>
              <a:rPr lang="zh-CN" altLang="en-US"/>
              <a:t>。</a:t>
            </a:r>
            <a:endParaRPr lang="zh-CN" altLang="en-US"/>
          </a:p>
          <a:p>
            <a:endParaRPr lang="zh-CN" altLang="en-US"/>
          </a:p>
          <a:p>
            <a:r>
              <a:rPr lang="zh-CN" altLang="en-US"/>
              <a:t>外围设备</a:t>
            </a:r>
            <a:r>
              <a:rPr lang="en-US" altLang="zh-CN"/>
              <a:t> —— IoT</a:t>
            </a:r>
            <a:r>
              <a:rPr lang="zh-CN" altLang="en-US"/>
              <a:t>生态扩展区</a:t>
            </a:r>
            <a:endParaRPr lang="zh-CN" altLang="en-US"/>
          </a:p>
          <a:p>
            <a:r>
              <a:rPr lang="zh-CN" altLang="en-US"/>
              <a:t>红圈外分布着更多智能家居和物联网设备</a:t>
            </a:r>
            <a:endParaRPr lang="zh-CN" altLang="en-US"/>
          </a:p>
          <a:p>
            <a:endParaRPr lang="zh-CN" altLang="en-US"/>
          </a:p>
          <a:p>
            <a:r>
              <a:rPr lang="zh-CN" altLang="en-US"/>
              <a:t>这些设备虽然未被圈入</a:t>
            </a:r>
            <a:r>
              <a:rPr lang="en-US" altLang="zh-CN"/>
              <a:t>“</a:t>
            </a:r>
            <a:r>
              <a:rPr lang="zh-CN" altLang="en-US"/>
              <a:t>超级终端</a:t>
            </a:r>
            <a:r>
              <a:rPr lang="en-US" altLang="zh-CN"/>
              <a:t>”</a:t>
            </a:r>
            <a:r>
              <a:rPr lang="zh-CN" altLang="en-US"/>
              <a:t>核心区，但它们同样运行或兼容</a:t>
            </a:r>
            <a:r>
              <a:rPr lang="en-US" altLang="zh-CN"/>
              <a:t> HarmonyOS Connect</a:t>
            </a:r>
            <a:r>
              <a:rPr lang="zh-CN" altLang="en-US"/>
              <a:t>（轻量级鸿蒙），可通过软总线与核心设备联动。</a:t>
            </a:r>
            <a:endParaRPr lang="zh-CN" altLang="en-US"/>
          </a:p>
          <a:p>
            <a:r>
              <a:rPr lang="zh-CN" altLang="en-US"/>
              <a:t>例如：你回家时，手机靠近门锁自动解锁</a:t>
            </a:r>
            <a:r>
              <a:rPr lang="en-US" altLang="zh-CN"/>
              <a:t> </a:t>
            </a:r>
            <a:r>
              <a:rPr lang="en-US" altLang="en-US"/>
              <a:t>→</a:t>
            </a:r>
            <a:r>
              <a:rPr lang="en-US" altLang="zh-CN"/>
              <a:t> </a:t>
            </a:r>
            <a:r>
              <a:rPr lang="zh-CN" altLang="en-US"/>
              <a:t>触发客厅灯亮起</a:t>
            </a:r>
            <a:r>
              <a:rPr lang="en-US" altLang="zh-CN"/>
              <a:t> </a:t>
            </a:r>
            <a:r>
              <a:rPr lang="en-US" altLang="en-US"/>
              <a:t>→</a:t>
            </a:r>
            <a:r>
              <a:rPr lang="en-US" altLang="zh-CN"/>
              <a:t> </a:t>
            </a:r>
            <a:r>
              <a:rPr lang="zh-CN" altLang="en-US"/>
              <a:t>空调提前启动</a:t>
            </a:r>
            <a:r>
              <a:rPr lang="en-US" altLang="zh-CN"/>
              <a:t> </a:t>
            </a:r>
            <a:r>
              <a:rPr lang="en-US" altLang="en-US"/>
              <a:t>→</a:t>
            </a:r>
            <a:r>
              <a:rPr lang="en-US" altLang="zh-CN"/>
              <a:t> </a:t>
            </a:r>
            <a:r>
              <a:rPr lang="zh-CN" altLang="en-US"/>
              <a:t>电饭煲开始煮饭</a:t>
            </a:r>
            <a:r>
              <a:rPr lang="en-US" altLang="zh-CN"/>
              <a:t> —— </a:t>
            </a:r>
            <a:r>
              <a:rPr lang="zh-CN" altLang="en-US"/>
              <a:t>全程无需手动操作。</a:t>
            </a:r>
            <a:endParaRPr lang="zh-CN" altLang="en-US"/>
          </a:p>
          <a:p>
            <a:endParaRPr lang="zh-CN" altLang="en-US"/>
          </a:p>
          <a:p>
            <a:r>
              <a:rPr lang="zh-CN" altLang="en-US"/>
              <a:t>红圈内是高算力、强交互、多模态输入输出的核心设备（手机、</a:t>
            </a:r>
            <a:r>
              <a:rPr lang="en-US" altLang="zh-CN"/>
              <a:t>PC</a:t>
            </a:r>
            <a:r>
              <a:rPr lang="zh-CN" altLang="en-US"/>
              <a:t>、</a:t>
            </a:r>
            <a:r>
              <a:rPr lang="en-US" altLang="zh-CN"/>
              <a:t>Pad</a:t>
            </a:r>
            <a:r>
              <a:rPr lang="zh-CN" altLang="en-US"/>
              <a:t>、车机等），承担主要计算和界面呈现。</a:t>
            </a:r>
            <a:endParaRPr lang="zh-CN" altLang="en-US"/>
          </a:p>
          <a:p>
            <a:r>
              <a:rPr lang="zh-CN" altLang="en-US"/>
              <a:t>红圈外是低功耗、单一功能、传感器型设备（门锁、风扇、插座等），负责感知和执行。</a:t>
            </a:r>
            <a:endParaRPr lang="zh-CN" altLang="en-US"/>
          </a:p>
          <a:p>
            <a:r>
              <a:rPr lang="zh-CN" altLang="en-US"/>
              <a:t>鸿蒙通过分布式能力让两者无缝协作，形成</a:t>
            </a:r>
            <a:r>
              <a:rPr lang="en-US" altLang="zh-CN"/>
              <a:t>“</a:t>
            </a:r>
            <a:r>
              <a:rPr lang="zh-CN" altLang="en-US"/>
              <a:t>大脑</a:t>
            </a:r>
            <a:r>
              <a:rPr lang="en-US" altLang="zh-CN"/>
              <a:t>+</a:t>
            </a:r>
            <a:r>
              <a:rPr lang="zh-CN" altLang="en-US"/>
              <a:t>四肢</a:t>
            </a:r>
            <a:r>
              <a:rPr lang="en-US" altLang="zh-CN"/>
              <a:t>”</a:t>
            </a:r>
            <a:r>
              <a:rPr lang="zh-CN" altLang="en-US"/>
              <a:t>的有机体。</a:t>
            </a:r>
            <a:endParaRPr lang="zh-CN" altLang="en-US"/>
          </a:p>
          <a:p>
            <a:endParaRPr lang="zh-CN" altLang="en-US"/>
          </a:p>
          <a:p>
            <a:r>
              <a:rPr lang="zh-CN" altLang="en-US"/>
              <a:t>这张图生动展示了鸿蒙系统的终极愿景：打破设备物理边界，让手机、电脑、汽车、家电甚至</a:t>
            </a:r>
            <a:r>
              <a:rPr lang="en-US" altLang="zh-CN"/>
              <a:t>VR</a:t>
            </a:r>
            <a:r>
              <a:rPr lang="zh-CN" altLang="en-US"/>
              <a:t>眼镜组成一个</a:t>
            </a:r>
            <a:r>
              <a:rPr lang="en-US" altLang="zh-CN"/>
              <a:t>“</a:t>
            </a:r>
            <a:r>
              <a:rPr lang="zh-CN" altLang="en-US"/>
              <a:t>超级终端</a:t>
            </a:r>
            <a:r>
              <a:rPr lang="en-US" altLang="zh-CN"/>
              <a:t>”</a:t>
            </a:r>
            <a:r>
              <a:rPr lang="zh-CN" altLang="en-US"/>
              <a:t>，用户只需关注</a:t>
            </a:r>
            <a:r>
              <a:rPr lang="en-US" altLang="zh-CN"/>
              <a:t>“</a:t>
            </a:r>
            <a:r>
              <a:rPr lang="zh-CN" altLang="en-US"/>
              <a:t>想做什么</a:t>
            </a:r>
            <a:r>
              <a:rPr lang="en-US" altLang="zh-CN"/>
              <a:t>”</a:t>
            </a:r>
            <a:r>
              <a:rPr lang="zh-CN" altLang="en-US"/>
              <a:t>，而非</a:t>
            </a:r>
            <a:r>
              <a:rPr lang="en-US" altLang="zh-CN"/>
              <a:t>“</a:t>
            </a:r>
            <a:r>
              <a:rPr lang="zh-CN" altLang="en-US"/>
              <a:t>用什么做</a:t>
            </a:r>
            <a:r>
              <a:rPr lang="en-US" altLang="zh-CN"/>
              <a:t>”——</a:t>
            </a:r>
            <a:r>
              <a:rPr lang="zh-CN" altLang="en-US"/>
              <a:t>这才是真正的</a:t>
            </a:r>
            <a:r>
              <a:rPr lang="en-US" altLang="zh-CN"/>
              <a:t>“</a:t>
            </a:r>
            <a:r>
              <a:rPr lang="zh-CN" altLang="en-US"/>
              <a:t>万物互联</a:t>
            </a:r>
            <a:r>
              <a:rPr lang="en-US" altLang="zh-CN"/>
              <a:t>”</a:t>
            </a:r>
            <a:r>
              <a:rPr lang="zh-CN" altLang="en-US"/>
              <a:t>。</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a:t>KAL (Kernel Abstraction Layer) —— </a:t>
            </a:r>
            <a:r>
              <a:rPr lang="zh-CN" altLang="en-US"/>
              <a:t>内核抽象层</a:t>
            </a:r>
            <a:endParaRPr lang="zh-CN" altLang="en-US"/>
          </a:p>
          <a:p>
            <a:r>
              <a:rPr lang="zh-CN" altLang="en-US"/>
              <a:t>角色：翻译官</a:t>
            </a:r>
            <a:r>
              <a:rPr lang="en-US" altLang="zh-CN"/>
              <a:t> / </a:t>
            </a:r>
            <a:r>
              <a:rPr lang="zh-CN" altLang="en-US"/>
              <a:t>统一接口层</a:t>
            </a:r>
            <a:endParaRPr lang="zh-CN" altLang="en-US"/>
          </a:p>
          <a:p>
            <a:r>
              <a:rPr lang="zh-CN" altLang="en-US"/>
              <a:t>作用：它屏蔽了底层不同内核的差异。</a:t>
            </a:r>
            <a:endParaRPr lang="zh-CN" altLang="en-US"/>
          </a:p>
          <a:p>
            <a:r>
              <a:rPr lang="zh-CN" altLang="en-US"/>
              <a:t>原理：</a:t>
            </a:r>
            <a:endParaRPr lang="zh-CN" altLang="en-US"/>
          </a:p>
          <a:p>
            <a:r>
              <a:rPr lang="zh-CN" altLang="en-US"/>
              <a:t>上层（系统服务层）想申请内存、创建线程、操作文件时，只调用</a:t>
            </a:r>
            <a:r>
              <a:rPr lang="en-US" altLang="zh-CN"/>
              <a:t> KAL </a:t>
            </a:r>
            <a:r>
              <a:rPr lang="zh-CN" altLang="en-US"/>
              <a:t>提供的标准接口（如</a:t>
            </a:r>
            <a:r>
              <a:rPr lang="en-US" altLang="zh-CN"/>
              <a:t> LOS_MemAlloc</a:t>
            </a:r>
            <a:r>
              <a:rPr lang="zh-CN" altLang="en-US"/>
              <a:t>）。</a:t>
            </a:r>
            <a:endParaRPr lang="zh-CN" altLang="en-US"/>
          </a:p>
          <a:p>
            <a:r>
              <a:rPr lang="en-US" altLang="zh-CN"/>
              <a:t>KAL </a:t>
            </a:r>
            <a:r>
              <a:rPr lang="zh-CN" altLang="en-US"/>
              <a:t>根据当前设备装的是什么内核，自动</a:t>
            </a:r>
            <a:r>
              <a:rPr lang="en-US" altLang="zh-CN"/>
              <a:t>“</a:t>
            </a:r>
            <a:r>
              <a:rPr lang="zh-CN" altLang="en-US"/>
              <a:t>翻译</a:t>
            </a:r>
            <a:r>
              <a:rPr lang="en-US" altLang="zh-CN"/>
              <a:t>”</a:t>
            </a:r>
            <a:r>
              <a:rPr lang="zh-CN" altLang="en-US"/>
              <a:t>成该内核能听懂的指令。</a:t>
            </a:r>
            <a:endParaRPr lang="zh-CN" altLang="en-US"/>
          </a:p>
          <a:p>
            <a:r>
              <a:rPr lang="zh-CN" altLang="en-US"/>
              <a:t>如果是</a:t>
            </a:r>
            <a:r>
              <a:rPr lang="en-US" altLang="zh-CN"/>
              <a:t> Linux</a:t>
            </a:r>
            <a:r>
              <a:rPr lang="zh-CN" altLang="en-US"/>
              <a:t>，它就调</a:t>
            </a:r>
            <a:r>
              <a:rPr lang="en-US" altLang="zh-CN"/>
              <a:t> Linux </a:t>
            </a:r>
            <a:r>
              <a:rPr lang="zh-CN" altLang="en-US"/>
              <a:t>的系统调用；如果是</a:t>
            </a:r>
            <a:r>
              <a:rPr lang="en-US" altLang="zh-CN"/>
              <a:t> LiteOS</a:t>
            </a:r>
            <a:r>
              <a:rPr lang="zh-CN" altLang="en-US"/>
              <a:t>，它就调</a:t>
            </a:r>
            <a:r>
              <a:rPr lang="en-US" altLang="zh-CN"/>
              <a:t> LiteOS </a:t>
            </a:r>
            <a:r>
              <a:rPr lang="zh-CN" altLang="en-US"/>
              <a:t>的</a:t>
            </a:r>
            <a:r>
              <a:rPr lang="en-US" altLang="zh-CN"/>
              <a:t> API</a:t>
            </a:r>
            <a:r>
              <a:rPr lang="zh-CN" altLang="en-US"/>
              <a:t>。</a:t>
            </a:r>
            <a:endParaRPr lang="zh-CN" altLang="en-US"/>
          </a:p>
          <a:p>
            <a:r>
              <a:rPr lang="zh-CN" altLang="en-US"/>
              <a:t>价值：</a:t>
            </a:r>
            <a:r>
              <a:rPr lang="en-US" altLang="zh-CN"/>
              <a:t>“</a:t>
            </a:r>
            <a:r>
              <a:rPr lang="zh-CN" altLang="en-US"/>
              <a:t>一次开发，多端部署</a:t>
            </a:r>
            <a:r>
              <a:rPr lang="en-US" altLang="zh-CN"/>
              <a:t>”</a:t>
            </a:r>
            <a:r>
              <a:rPr lang="zh-CN" altLang="en-US"/>
              <a:t>的基石。开发者写驱动或底层服务时，不需要关心底层是</a:t>
            </a:r>
            <a:r>
              <a:rPr lang="en-US" altLang="zh-CN"/>
              <a:t> Linux </a:t>
            </a:r>
            <a:r>
              <a:rPr lang="zh-CN" altLang="en-US"/>
              <a:t>还是</a:t>
            </a:r>
            <a:r>
              <a:rPr lang="en-US" altLang="zh-CN"/>
              <a:t> LiteOS</a:t>
            </a:r>
            <a:r>
              <a:rPr lang="zh-CN" altLang="en-US"/>
              <a:t>，代码可以通用。</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统一驱动开发框架，使厂商只需写一次驱动，即可在多种鸿蒙设备上复用。</a:t>
            </a:r>
            <a:br>
              <a:rPr lang="zh-CN" altLang="en-US" dirty="0"/>
            </a:br>
            <a:r>
              <a:rPr lang="zh-CN" altLang="en-US" dirty="0"/>
              <a:t>适配器（</a:t>
            </a:r>
            <a:r>
              <a:rPr lang="en-US" altLang="zh-CN" dirty="0"/>
              <a:t>Adapter</a:t>
            </a:r>
            <a:r>
              <a:rPr lang="zh-CN" altLang="en-US" dirty="0"/>
              <a:t>）是什么？</a:t>
            </a:r>
            <a:endParaRPr lang="zh-CN" altLang="en-US" dirty="0"/>
          </a:p>
          <a:p>
            <a:r>
              <a:rPr lang="zh-CN" altLang="en-US" dirty="0"/>
              <a:t>它不是那种</a:t>
            </a:r>
            <a:r>
              <a:rPr lang="en-US" altLang="zh-CN" dirty="0"/>
              <a:t>“</a:t>
            </a:r>
            <a:r>
              <a:rPr lang="zh-CN" altLang="en-US" dirty="0"/>
              <a:t>能翻译全世界所有语言</a:t>
            </a:r>
            <a:r>
              <a:rPr lang="en-US" altLang="zh-CN" dirty="0"/>
              <a:t>”</a:t>
            </a:r>
            <a:r>
              <a:rPr lang="zh-CN" altLang="en-US" dirty="0"/>
              <a:t>的超级机器人。</a:t>
            </a:r>
            <a:endParaRPr lang="zh-CN" altLang="en-US" dirty="0"/>
          </a:p>
          <a:p>
            <a:r>
              <a:rPr lang="zh-CN" altLang="en-US" dirty="0"/>
              <a:t>它是专门针对某一种灶台制作的</a:t>
            </a:r>
            <a:r>
              <a:rPr lang="en-US" altLang="zh-CN" dirty="0"/>
              <a:t>“</a:t>
            </a:r>
            <a:r>
              <a:rPr lang="zh-CN" altLang="en-US" dirty="0"/>
              <a:t>转接头</a:t>
            </a:r>
            <a:r>
              <a:rPr lang="en-US" altLang="zh-CN" dirty="0"/>
              <a:t>”</a:t>
            </a:r>
            <a:r>
              <a:rPr lang="zh-CN" altLang="en-US" dirty="0"/>
              <a:t>。</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API </a:t>
            </a:r>
            <a:r>
              <a:rPr lang="zh-CN" altLang="en-US" dirty="0"/>
              <a:t>与实现的分离（最常见）</a:t>
            </a:r>
            <a:br>
              <a:rPr lang="zh-CN" altLang="en-US" dirty="0"/>
            </a:br>
            <a:br>
              <a:rPr lang="zh-CN" altLang="en-US" dirty="0"/>
            </a:br>
            <a:r>
              <a:rPr lang="zh-CN" altLang="en-US" dirty="0"/>
              <a:t>真正的</a:t>
            </a:r>
            <a:r>
              <a:rPr lang="en-US" altLang="zh-CN" dirty="0"/>
              <a:t>“</a:t>
            </a:r>
            <a:r>
              <a:rPr lang="zh-CN" altLang="en-US" dirty="0"/>
              <a:t>跨层</a:t>
            </a:r>
            <a:r>
              <a:rPr lang="en-US" altLang="zh-CN" dirty="0"/>
              <a:t>”</a:t>
            </a:r>
            <a:r>
              <a:rPr lang="zh-CN" altLang="en-US" dirty="0"/>
              <a:t>核心能力（分布式特性）</a:t>
            </a:r>
            <a:endParaRPr lang="zh-CN" altLang="en-US" dirty="0"/>
          </a:p>
          <a:p>
            <a:r>
              <a:rPr lang="en-US" altLang="zh-CN" dirty="0"/>
              <a:t>HarmonyOS </a:t>
            </a:r>
            <a:r>
              <a:rPr lang="zh-CN" altLang="en-US" dirty="0"/>
              <a:t>最特殊的地方在于分布式软总线和分布式任务调度。</a:t>
            </a:r>
            <a:endParaRPr lang="zh-CN" altLang="en-US" dirty="0"/>
          </a:p>
          <a:p>
            <a:r>
              <a:rPr lang="zh-CN" altLang="en-US" dirty="0"/>
              <a:t>这两个模块确实比较特殊，它们既存在于系统服务层（负责底层的设备发现、连接建立），也存在于框架层（负责向上提供</a:t>
            </a:r>
            <a:r>
              <a:rPr lang="en-US" altLang="zh-CN" dirty="0"/>
              <a:t>“</a:t>
            </a:r>
            <a:r>
              <a:rPr lang="zh-CN" altLang="en-US" dirty="0"/>
              <a:t>无缝流转</a:t>
            </a:r>
            <a:r>
              <a:rPr lang="en-US" altLang="zh-CN" dirty="0"/>
              <a:t>”</a:t>
            </a:r>
            <a:r>
              <a:rPr lang="zh-CN" altLang="en-US" dirty="0"/>
              <a:t>的</a:t>
            </a:r>
            <a:r>
              <a:rPr lang="en-US" altLang="zh-CN" dirty="0"/>
              <a:t> API</a:t>
            </a:r>
            <a:r>
              <a:rPr lang="zh-CN" altLang="en-US" dirty="0"/>
              <a:t>）。</a:t>
            </a:r>
            <a:endParaRPr lang="zh-CN" altLang="en-US" dirty="0"/>
          </a:p>
          <a:p>
            <a:r>
              <a:rPr lang="zh-CN" altLang="en-US" dirty="0"/>
              <a:t>含义：</a:t>
            </a:r>
            <a:endParaRPr lang="zh-CN" altLang="en-US" dirty="0"/>
          </a:p>
          <a:p>
            <a:r>
              <a:rPr lang="zh-CN" altLang="en-US" dirty="0"/>
              <a:t>服务层：解决</a:t>
            </a:r>
            <a:r>
              <a:rPr lang="en-US" altLang="zh-CN" dirty="0"/>
              <a:t>“</a:t>
            </a:r>
            <a:r>
              <a:rPr lang="zh-CN" altLang="en-US" dirty="0"/>
              <a:t>手机怎么找到电视</a:t>
            </a:r>
            <a:r>
              <a:rPr lang="en-US" altLang="zh-CN" dirty="0"/>
              <a:t>”</a:t>
            </a:r>
            <a:r>
              <a:rPr lang="zh-CN" altLang="en-US" dirty="0"/>
              <a:t>、</a:t>
            </a:r>
            <a:r>
              <a:rPr lang="en-US" altLang="zh-CN" dirty="0"/>
              <a:t>“</a:t>
            </a:r>
            <a:r>
              <a:rPr lang="zh-CN" altLang="en-US" dirty="0"/>
              <a:t>怎么建立安全通道</a:t>
            </a:r>
            <a:r>
              <a:rPr lang="en-US" altLang="zh-CN" dirty="0"/>
              <a:t>”</a:t>
            </a:r>
            <a:r>
              <a:rPr lang="zh-CN" altLang="en-US" dirty="0"/>
              <a:t>的问题。</a:t>
            </a:r>
            <a:endParaRPr lang="zh-CN" altLang="en-US" dirty="0"/>
          </a:p>
          <a:p>
            <a:r>
              <a:rPr lang="zh-CN" altLang="en-US" dirty="0"/>
              <a:t>框架层：解决</a:t>
            </a:r>
            <a:r>
              <a:rPr lang="en-US" altLang="zh-CN" dirty="0"/>
              <a:t>“</a:t>
            </a:r>
            <a:r>
              <a:rPr lang="zh-CN" altLang="en-US" dirty="0"/>
              <a:t>开发者怎么写一行代码，就让视频从手机飞到电视</a:t>
            </a:r>
            <a:r>
              <a:rPr lang="en-US" altLang="zh-CN" dirty="0"/>
              <a:t>”</a:t>
            </a:r>
            <a:r>
              <a:rPr lang="zh-CN" altLang="en-US" dirty="0"/>
              <a:t>的问题。</a:t>
            </a:r>
            <a:endParaRPr lang="zh-CN" altLang="en-US" dirty="0"/>
          </a:p>
          <a:p>
            <a:r>
              <a:rPr lang="zh-CN" altLang="en-US" dirty="0"/>
              <a:t>结论：它们是全栈打通的，所以你会感觉它们</a:t>
            </a:r>
            <a:r>
              <a:rPr lang="en-US" altLang="zh-CN" dirty="0"/>
              <a:t>“</a:t>
            </a:r>
            <a:r>
              <a:rPr lang="zh-CN" altLang="en-US" dirty="0"/>
              <a:t>跨越</a:t>
            </a:r>
            <a:r>
              <a:rPr lang="en-US" altLang="zh-CN" dirty="0"/>
              <a:t>”</a:t>
            </a:r>
            <a:r>
              <a:rPr lang="zh-CN" altLang="en-US" dirty="0"/>
              <a:t>了层级。</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en-US" dirty="0"/>
              <a:t>✅</a:t>
            </a:r>
            <a:r>
              <a:rPr lang="en-US" altLang="zh-CN" dirty="0"/>
              <a:t> </a:t>
            </a:r>
            <a:r>
              <a:rPr lang="zh-CN" altLang="en-US" dirty="0"/>
              <a:t>核心目标：</a:t>
            </a:r>
            <a:endParaRPr lang="zh-CN" altLang="en-US" dirty="0"/>
          </a:p>
          <a:p>
            <a:r>
              <a:rPr lang="en-US" altLang="zh-CN" dirty="0"/>
              <a:t>“</a:t>
            </a:r>
            <a:r>
              <a:rPr lang="zh-CN" altLang="en-US" dirty="0"/>
              <a:t>在搭载</a:t>
            </a:r>
            <a:r>
              <a:rPr lang="en-US" altLang="zh-CN" dirty="0"/>
              <a:t>HarmonyOS</a:t>
            </a:r>
            <a:r>
              <a:rPr lang="zh-CN" altLang="en-US" dirty="0"/>
              <a:t>的分布式终端上，可以保证</a:t>
            </a:r>
            <a:r>
              <a:rPr lang="en-US" altLang="zh-CN" dirty="0"/>
              <a:t>‘</a:t>
            </a:r>
            <a:r>
              <a:rPr lang="zh-CN" altLang="en-US" dirty="0"/>
              <a:t>正确的人，通过正确的设备，正确地使用数据</a:t>
            </a:r>
            <a:r>
              <a:rPr lang="en-US" altLang="zh-CN" dirty="0"/>
              <a:t>’</a:t>
            </a:r>
            <a:r>
              <a:rPr lang="zh-CN" altLang="en-US" dirty="0"/>
              <a:t>。</a:t>
            </a:r>
            <a:r>
              <a:rPr lang="en-US" altLang="zh-CN" dirty="0"/>
              <a:t>”</a:t>
            </a:r>
            <a:endParaRPr lang="en-US" altLang="zh-CN" dirty="0"/>
          </a:p>
          <a:p>
            <a:r>
              <a:rPr lang="zh-CN" altLang="en-US" dirty="0"/>
              <a:t>这是整个安全体系的终极目标，强调三个维度：</a:t>
            </a:r>
            <a:endParaRPr lang="zh-CN" altLang="en-US" dirty="0"/>
          </a:p>
          <a:p>
            <a:r>
              <a:rPr lang="zh-CN" altLang="en-US" dirty="0"/>
              <a:t>正确的人</a:t>
            </a:r>
            <a:r>
              <a:rPr lang="en-US" altLang="zh-CN" dirty="0"/>
              <a:t> </a:t>
            </a:r>
            <a:r>
              <a:rPr lang="en-US" altLang="en-US" dirty="0"/>
              <a:t>→</a:t>
            </a:r>
            <a:r>
              <a:rPr lang="en-US" altLang="zh-CN" dirty="0"/>
              <a:t> </a:t>
            </a:r>
            <a:r>
              <a:rPr lang="zh-CN" altLang="en-US" dirty="0"/>
              <a:t>身份认证</a:t>
            </a:r>
            <a:endParaRPr lang="zh-CN" altLang="en-US" dirty="0"/>
          </a:p>
          <a:p>
            <a:r>
              <a:rPr lang="zh-CN" altLang="en-US" dirty="0"/>
              <a:t>正确的设备</a:t>
            </a:r>
            <a:r>
              <a:rPr lang="en-US" altLang="zh-CN" dirty="0"/>
              <a:t> </a:t>
            </a:r>
            <a:r>
              <a:rPr lang="en-US" altLang="en-US" dirty="0"/>
              <a:t>→</a:t>
            </a:r>
            <a:r>
              <a:rPr lang="en-US" altLang="zh-CN" dirty="0"/>
              <a:t> </a:t>
            </a:r>
            <a:r>
              <a:rPr lang="zh-CN" altLang="en-US" dirty="0"/>
              <a:t>设备可信</a:t>
            </a:r>
            <a:endParaRPr lang="zh-CN" altLang="en-US" dirty="0"/>
          </a:p>
          <a:p>
            <a:r>
              <a:rPr lang="zh-CN" altLang="en-US" dirty="0"/>
              <a:t>正确地使用数据</a:t>
            </a:r>
            <a:r>
              <a:rPr lang="en-US" altLang="zh-CN" dirty="0"/>
              <a:t> </a:t>
            </a:r>
            <a:r>
              <a:rPr lang="en-US" altLang="en-US" dirty="0"/>
              <a:t>→</a:t>
            </a:r>
            <a:r>
              <a:rPr lang="en-US" altLang="zh-CN" dirty="0"/>
              <a:t> </a:t>
            </a:r>
            <a:r>
              <a:rPr lang="zh-CN" altLang="en-US" dirty="0"/>
              <a:t>数据访问控制</a:t>
            </a:r>
            <a:endParaRPr lang="zh-CN" altLang="en-US" dirty="0"/>
          </a:p>
          <a:p>
            <a:r>
              <a:rPr lang="zh-CN" altLang="en-US" dirty="0"/>
              <a:t>这体现了</a:t>
            </a:r>
            <a:r>
              <a:rPr lang="en-US" altLang="zh-CN" dirty="0"/>
              <a:t>“</a:t>
            </a:r>
            <a:r>
              <a:rPr lang="zh-CN" altLang="en-US" dirty="0"/>
              <a:t>零信任</a:t>
            </a:r>
            <a:r>
              <a:rPr lang="en-US" altLang="zh-CN" dirty="0"/>
              <a:t>”</a:t>
            </a:r>
            <a:r>
              <a:rPr lang="zh-CN" altLang="en-US" dirty="0"/>
              <a:t>安全理念：不默认信任任何用户、设备或数据流，必须经过验证和授权。</a:t>
            </a:r>
            <a:endParaRPr lang="zh-CN" altLang="en-US" dirty="0"/>
          </a:p>
          <a:p>
            <a:r>
              <a:rPr lang="zh-CN" altLang="en-US" dirty="0"/>
              <a:t>🔐</a:t>
            </a:r>
            <a:r>
              <a:rPr lang="en-US" altLang="zh-CN" dirty="0"/>
              <a:t> </a:t>
            </a:r>
            <a:r>
              <a:rPr lang="zh-CN" altLang="en-US" dirty="0"/>
              <a:t>三大实现路径（子项详解）：</a:t>
            </a:r>
            <a:endParaRPr lang="zh-CN" altLang="en-US" dirty="0"/>
          </a:p>
          <a:p>
            <a:r>
              <a:rPr lang="en-US" altLang="zh-CN" dirty="0"/>
              <a:t>1</a:t>
            </a:r>
            <a:r>
              <a:rPr lang="en-US" altLang="en-US" dirty="0"/>
              <a:t>️</a:t>
            </a:r>
            <a:r>
              <a:rPr lang="en-US" altLang="en-US" dirty="0"/>
              <a:t>⃣</a:t>
            </a:r>
            <a:r>
              <a:rPr lang="en-US" altLang="zh-CN" dirty="0"/>
              <a:t> </a:t>
            </a:r>
            <a:r>
              <a:rPr lang="zh-CN" altLang="en-US" dirty="0"/>
              <a:t>保证</a:t>
            </a:r>
            <a:r>
              <a:rPr lang="en-US" altLang="zh-CN" dirty="0"/>
              <a:t>“</a:t>
            </a:r>
            <a:r>
              <a:rPr lang="zh-CN" altLang="en-US" dirty="0"/>
              <a:t>正确的人</a:t>
            </a:r>
            <a:r>
              <a:rPr lang="en-US" altLang="zh-CN" dirty="0"/>
              <a:t>”</a:t>
            </a:r>
            <a:endParaRPr lang="en-US" altLang="zh-CN" dirty="0"/>
          </a:p>
          <a:p>
            <a:r>
              <a:rPr lang="zh-CN" altLang="en-US" dirty="0"/>
              <a:t>通过</a:t>
            </a:r>
            <a:r>
              <a:rPr lang="en-US" altLang="zh-CN" dirty="0"/>
              <a:t> “</a:t>
            </a:r>
            <a:r>
              <a:rPr lang="zh-CN" altLang="en-US" dirty="0"/>
              <a:t>分布式多端协同身份认证</a:t>
            </a:r>
            <a:r>
              <a:rPr lang="en-US" altLang="zh-CN" dirty="0"/>
              <a:t>” </a:t>
            </a:r>
            <a:r>
              <a:rPr lang="zh-CN" altLang="en-US" dirty="0"/>
              <a:t>来保证</a:t>
            </a:r>
            <a:r>
              <a:rPr lang="en-US" altLang="zh-CN" dirty="0"/>
              <a:t> “</a:t>
            </a:r>
            <a:r>
              <a:rPr lang="zh-CN" altLang="en-US" dirty="0"/>
              <a:t>正确的人</a:t>
            </a:r>
            <a:r>
              <a:rPr lang="en-US" altLang="zh-CN" dirty="0"/>
              <a:t>”</a:t>
            </a:r>
            <a:endParaRPr lang="en-US" altLang="zh-CN" dirty="0"/>
          </a:p>
          <a:p>
            <a:r>
              <a:rPr lang="zh-CN" altLang="en-US" dirty="0"/>
              <a:t>含义：利用多个设备协同完成身份验证（如手机</a:t>
            </a:r>
            <a:r>
              <a:rPr lang="en-US" altLang="zh-CN" dirty="0"/>
              <a:t>+</a:t>
            </a:r>
            <a:r>
              <a:rPr lang="zh-CN" altLang="en-US" dirty="0"/>
              <a:t>手表</a:t>
            </a:r>
            <a:r>
              <a:rPr lang="en-US" altLang="zh-CN" dirty="0"/>
              <a:t>+</a:t>
            </a:r>
            <a:r>
              <a:rPr lang="zh-CN" altLang="en-US" dirty="0"/>
              <a:t>平板联合认证），提升安全性与便捷性。</a:t>
            </a:r>
            <a:endParaRPr lang="zh-CN" altLang="en-US" dirty="0"/>
          </a:p>
          <a:p>
            <a:r>
              <a:rPr lang="zh-CN" altLang="en-US" dirty="0"/>
              <a:t>技术背景：</a:t>
            </a:r>
            <a:r>
              <a:rPr lang="en-US" altLang="zh-CN" dirty="0"/>
              <a:t>HarmonyOS </a:t>
            </a:r>
            <a:r>
              <a:rPr lang="zh-CN" altLang="en-US" dirty="0"/>
              <a:t>支持跨设备无缝协作，身份认证也可跨设备联动，防止单点伪造。</a:t>
            </a:r>
            <a:endParaRPr lang="zh-CN" altLang="en-US" dirty="0"/>
          </a:p>
          <a:p>
            <a:r>
              <a:rPr lang="zh-CN" altLang="en-US" dirty="0"/>
              <a:t>举例：解锁电脑时，需同时佩戴已配对的手表并靠近手机进行生物识别。</a:t>
            </a:r>
            <a:endParaRPr lang="zh-CN" altLang="en-US" dirty="0"/>
          </a:p>
          <a:p>
            <a:r>
              <a:rPr lang="en-US" altLang="zh-CN" dirty="0"/>
              <a:t>2</a:t>
            </a:r>
            <a:r>
              <a:rPr lang="en-US" altLang="en-US" dirty="0"/>
              <a:t>️</a:t>
            </a:r>
            <a:r>
              <a:rPr lang="en-US" altLang="en-US" dirty="0"/>
              <a:t>⃣</a:t>
            </a:r>
            <a:r>
              <a:rPr lang="en-US" altLang="zh-CN" dirty="0"/>
              <a:t> </a:t>
            </a:r>
            <a:r>
              <a:rPr lang="zh-CN" altLang="en-US" dirty="0"/>
              <a:t>保证</a:t>
            </a:r>
            <a:r>
              <a:rPr lang="en-US" altLang="zh-CN" dirty="0"/>
              <a:t>“</a:t>
            </a:r>
            <a:r>
              <a:rPr lang="zh-CN" altLang="en-US" dirty="0"/>
              <a:t>正确的设备</a:t>
            </a:r>
            <a:r>
              <a:rPr lang="en-US" altLang="zh-CN" dirty="0"/>
              <a:t>”</a:t>
            </a:r>
            <a:endParaRPr lang="en-US" altLang="zh-CN" dirty="0"/>
          </a:p>
          <a:p>
            <a:r>
              <a:rPr lang="zh-CN" altLang="en-US" dirty="0"/>
              <a:t>通过</a:t>
            </a:r>
            <a:r>
              <a:rPr lang="en-US" altLang="zh-CN" dirty="0"/>
              <a:t> “</a:t>
            </a:r>
            <a:r>
              <a:rPr lang="zh-CN" altLang="en-US" dirty="0"/>
              <a:t>在分布式终端上构筑可信运行环境</a:t>
            </a:r>
            <a:r>
              <a:rPr lang="en-US" altLang="zh-CN" dirty="0"/>
              <a:t>” </a:t>
            </a:r>
            <a:r>
              <a:rPr lang="zh-CN" altLang="en-US" dirty="0"/>
              <a:t>来保证</a:t>
            </a:r>
            <a:r>
              <a:rPr lang="en-US" altLang="zh-CN" dirty="0"/>
              <a:t> “</a:t>
            </a:r>
            <a:r>
              <a:rPr lang="zh-CN" altLang="en-US" dirty="0"/>
              <a:t>正确的设备</a:t>
            </a:r>
            <a:r>
              <a:rPr lang="en-US" altLang="zh-CN" dirty="0"/>
              <a:t>”</a:t>
            </a:r>
            <a:endParaRPr lang="en-US" altLang="zh-CN" dirty="0"/>
          </a:p>
          <a:p>
            <a:r>
              <a:rPr lang="zh-CN" altLang="en-US" dirty="0"/>
              <a:t>含义：确保参与分布式任务的设备本身是安全、未被篡改、符合安全策略的。</a:t>
            </a:r>
            <a:endParaRPr lang="zh-CN" altLang="en-US" dirty="0"/>
          </a:p>
          <a:p>
            <a:r>
              <a:rPr lang="zh-CN" altLang="en-US" dirty="0"/>
              <a:t>技术手段：可能包括设备启动链校验、</a:t>
            </a:r>
            <a:r>
              <a:rPr lang="en-US" altLang="zh-CN" dirty="0"/>
              <a:t>TEE</a:t>
            </a:r>
            <a:r>
              <a:rPr lang="zh-CN" altLang="en-US" dirty="0"/>
              <a:t>（可信执行环境）、硬件级安全芯片、设备证书等。</a:t>
            </a:r>
            <a:endParaRPr lang="zh-CN" altLang="en-US" dirty="0"/>
          </a:p>
          <a:p>
            <a:r>
              <a:rPr lang="zh-CN" altLang="en-US" dirty="0"/>
              <a:t>目的：防止恶意设备接入网络或窃取数据。</a:t>
            </a:r>
            <a:endParaRPr lang="zh-CN" altLang="en-US" dirty="0"/>
          </a:p>
          <a:p>
            <a:r>
              <a:rPr lang="en-US" altLang="zh-CN" dirty="0"/>
              <a:t>3</a:t>
            </a:r>
            <a:r>
              <a:rPr lang="en-US" altLang="en-US" dirty="0"/>
              <a:t>️</a:t>
            </a:r>
            <a:r>
              <a:rPr lang="en-US" altLang="en-US" dirty="0"/>
              <a:t>⃣</a:t>
            </a:r>
            <a:r>
              <a:rPr lang="en-US" altLang="zh-CN" dirty="0"/>
              <a:t> </a:t>
            </a:r>
            <a:r>
              <a:rPr lang="zh-CN" altLang="en-US" dirty="0"/>
              <a:t>保证</a:t>
            </a:r>
            <a:r>
              <a:rPr lang="en-US" altLang="zh-CN" dirty="0"/>
              <a:t>“</a:t>
            </a:r>
            <a:r>
              <a:rPr lang="zh-CN" altLang="en-US" dirty="0"/>
              <a:t>正确地使用数据</a:t>
            </a:r>
            <a:r>
              <a:rPr lang="en-US" altLang="zh-CN" dirty="0"/>
              <a:t>”</a:t>
            </a:r>
            <a:endParaRPr lang="en-US" altLang="zh-CN" dirty="0"/>
          </a:p>
          <a:p>
            <a:r>
              <a:rPr lang="zh-CN" altLang="en-US" dirty="0"/>
              <a:t>通过</a:t>
            </a:r>
            <a:r>
              <a:rPr lang="en-US" altLang="zh-CN" dirty="0"/>
              <a:t> “</a:t>
            </a:r>
            <a:r>
              <a:rPr lang="zh-CN" altLang="en-US" dirty="0"/>
              <a:t>分布式数据在跨终端流动的过程中，对数据进行分类分级管理</a:t>
            </a:r>
            <a:r>
              <a:rPr lang="en-US" altLang="zh-CN" dirty="0"/>
              <a:t>” </a:t>
            </a:r>
            <a:r>
              <a:rPr lang="zh-CN" altLang="en-US" dirty="0"/>
              <a:t>来保证</a:t>
            </a:r>
            <a:r>
              <a:rPr lang="en-US" altLang="zh-CN" dirty="0"/>
              <a:t> “</a:t>
            </a:r>
            <a:r>
              <a:rPr lang="zh-CN" altLang="en-US" dirty="0"/>
              <a:t>正确地使用数据</a:t>
            </a:r>
            <a:r>
              <a:rPr lang="en-US" altLang="zh-CN" dirty="0"/>
              <a:t>”</a:t>
            </a:r>
            <a:endParaRPr lang="en-US" altLang="zh-CN" dirty="0"/>
          </a:p>
          <a:p>
            <a:r>
              <a:rPr lang="zh-CN" altLang="en-US" dirty="0"/>
              <a:t>含义：数据在不同设备间传输时，根据其敏感程度（如公开、内部、机密）实施不同的访问控制和加密策略。</a:t>
            </a:r>
            <a:endParaRPr lang="zh-CN" altLang="en-US" dirty="0"/>
          </a:p>
          <a:p>
            <a:r>
              <a:rPr lang="zh-CN" altLang="en-US" dirty="0"/>
              <a:t>关键技术：</a:t>
            </a:r>
            <a:endParaRPr lang="zh-CN" altLang="en-US" dirty="0"/>
          </a:p>
          <a:p>
            <a:r>
              <a:rPr lang="zh-CN" altLang="en-US" dirty="0"/>
              <a:t>数据分类分级（</a:t>
            </a:r>
            <a:r>
              <a:rPr lang="en-US" altLang="zh-CN" dirty="0"/>
              <a:t>Data Classification &amp; Grading</a:t>
            </a:r>
            <a:r>
              <a:rPr lang="zh-CN" altLang="en-US" dirty="0"/>
              <a:t>）</a:t>
            </a:r>
            <a:endParaRPr lang="zh-CN" altLang="en-US" dirty="0"/>
          </a:p>
          <a:p>
            <a:r>
              <a:rPr lang="zh-CN" altLang="en-US" dirty="0"/>
              <a:t>动态权限控制</a:t>
            </a:r>
            <a:endParaRPr lang="zh-CN" altLang="en-US" dirty="0"/>
          </a:p>
          <a:p>
            <a:r>
              <a:rPr lang="zh-CN" altLang="en-US" dirty="0"/>
              <a:t>端到端加密</a:t>
            </a:r>
            <a:endParaRPr lang="zh-CN" altLang="en-US" dirty="0"/>
          </a:p>
          <a:p>
            <a:r>
              <a:rPr lang="zh-CN" altLang="en-US" dirty="0"/>
              <a:t>数据生命周期管理</a:t>
            </a:r>
            <a:endParaRPr lang="zh-CN" altLang="en-US" dirty="0"/>
          </a:p>
          <a:p>
            <a:r>
              <a:rPr lang="zh-CN" altLang="en-US" dirty="0"/>
              <a:t>应用场景：例如，健康数据只能在授权医疗设备间共享，且仅限医生查看；而普通照片可自由同步到家庭相册。</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a:t>
            </a:r>
            <a:r>
              <a:rPr lang="en-US" altLang="zh-CN" dirty="0"/>
              <a:t> </a:t>
            </a:r>
            <a:r>
              <a:rPr lang="zh-CN" altLang="en-US" dirty="0"/>
              <a:t>核心主题：</a:t>
            </a:r>
            <a:endParaRPr lang="zh-CN" altLang="en-US" dirty="0"/>
          </a:p>
          <a:p>
            <a:r>
              <a:rPr lang="en-US" altLang="zh-CN" dirty="0"/>
              <a:t>“</a:t>
            </a:r>
            <a:r>
              <a:rPr lang="zh-CN" altLang="en-US" dirty="0"/>
              <a:t>正确的人</a:t>
            </a:r>
            <a:r>
              <a:rPr lang="en-US" altLang="zh-CN" dirty="0"/>
              <a:t>” = </a:t>
            </a:r>
            <a:r>
              <a:rPr lang="zh-CN" altLang="en-US" dirty="0"/>
              <a:t>通过身份认证的数据访问者和业务操作者</a:t>
            </a:r>
            <a:endParaRPr lang="zh-CN" altLang="en-US" dirty="0"/>
          </a:p>
          <a:p>
            <a:r>
              <a:rPr lang="zh-CN" altLang="en-US" dirty="0"/>
              <a:t>这是保障用户数据不被非法访问、隐私不泄露的前提条件。</a:t>
            </a:r>
            <a:endParaRPr lang="zh-CN" altLang="en-US" dirty="0"/>
          </a:p>
          <a:p>
            <a:r>
              <a:rPr lang="zh-CN" altLang="en-US" dirty="0"/>
              <a:t>🔍</a:t>
            </a:r>
            <a:r>
              <a:rPr lang="en-US" altLang="zh-CN" dirty="0"/>
              <a:t> </a:t>
            </a:r>
            <a:r>
              <a:rPr lang="zh-CN" altLang="en-US" dirty="0"/>
              <a:t>内容结构分析：</a:t>
            </a:r>
            <a:endParaRPr lang="zh-CN" altLang="en-US" dirty="0"/>
          </a:p>
          <a:p>
            <a:r>
              <a:rPr lang="zh-CN" altLang="en-US" dirty="0"/>
              <a:t>一、定义与重要性（顶部段落）</a:t>
            </a:r>
            <a:endParaRPr lang="zh-CN" altLang="en-US" dirty="0"/>
          </a:p>
          <a:p>
            <a:r>
              <a:rPr lang="zh-CN" altLang="en-US" dirty="0"/>
              <a:t>定义：</a:t>
            </a:r>
            <a:r>
              <a:rPr lang="en-US" altLang="zh-CN" dirty="0"/>
              <a:t>“</a:t>
            </a:r>
            <a:r>
              <a:rPr lang="zh-CN" altLang="en-US" dirty="0"/>
              <a:t>正确的人</a:t>
            </a:r>
            <a:r>
              <a:rPr lang="en-US" altLang="zh-CN" dirty="0"/>
              <a:t>”</a:t>
            </a:r>
            <a:r>
              <a:rPr lang="zh-CN" altLang="en-US" dirty="0"/>
              <a:t>指经过身份认证的合法用户。</a:t>
            </a:r>
            <a:endParaRPr lang="zh-CN" altLang="en-US" dirty="0"/>
          </a:p>
          <a:p>
            <a:r>
              <a:rPr lang="zh-CN" altLang="en-US" dirty="0"/>
              <a:t>作用：是保护数据安全和隐私的第一道防线。</a:t>
            </a:r>
            <a:endParaRPr lang="zh-CN" altLang="en-US" dirty="0"/>
          </a:p>
          <a:p>
            <a:r>
              <a:rPr lang="zh-CN" altLang="en-US" dirty="0"/>
              <a:t>目标：防止未授权访问、数据泄露、越权操作等风险。</a:t>
            </a:r>
            <a:endParaRPr lang="zh-CN" altLang="en-US" dirty="0"/>
          </a:p>
          <a:p>
            <a:r>
              <a:rPr lang="en-US" altLang="en-US" dirty="0"/>
              <a:t>✅</a:t>
            </a:r>
            <a:r>
              <a:rPr lang="en-US" altLang="zh-CN" dirty="0"/>
              <a:t> </a:t>
            </a:r>
            <a:r>
              <a:rPr lang="zh-CN" altLang="en-US" dirty="0"/>
              <a:t>这句话奠定了整页内容的基调：身份认证是安全基石</a:t>
            </a:r>
            <a:endParaRPr lang="zh-CN" altLang="en-US" dirty="0"/>
          </a:p>
          <a:p>
            <a:endParaRPr lang="zh-CN" altLang="en-US" dirty="0"/>
          </a:p>
          <a:p>
            <a:r>
              <a:rPr lang="zh-CN" altLang="en-US" dirty="0"/>
              <a:t>硬件与认证能力解耦：不再绑定单一设备（如手机指纹），而是允许不同设备分工协作。</a:t>
            </a:r>
            <a:endParaRPr lang="zh-CN" altLang="en-US" dirty="0"/>
          </a:p>
          <a:p>
            <a:endParaRPr lang="zh-CN" altLang="en-US" dirty="0"/>
          </a:p>
          <a:p>
            <a:r>
              <a:rPr lang="zh-CN" altLang="en-US" dirty="0"/>
              <a:t>应用场景：</a:t>
            </a:r>
            <a:endParaRPr lang="zh-CN" altLang="en-US" dirty="0"/>
          </a:p>
          <a:p>
            <a:r>
              <a:rPr lang="zh-CN" altLang="en-US" dirty="0"/>
              <a:t>在智能家居中，老人用语音助手控制家电时，系统自动调用其佩戴的手环进行心跳</a:t>
            </a:r>
            <a:r>
              <a:rPr lang="en-US" altLang="zh-CN" dirty="0"/>
              <a:t>+</a:t>
            </a:r>
            <a:r>
              <a:rPr lang="zh-CN" altLang="en-US" dirty="0"/>
              <a:t>声纹双重验证。</a:t>
            </a:r>
            <a:endParaRPr lang="zh-CN" altLang="en-US" dirty="0"/>
          </a:p>
          <a:p>
            <a:r>
              <a:rPr lang="zh-CN" altLang="en-US" dirty="0"/>
              <a:t>办公场景中，笔记本电脑解锁需同时满足：手机靠近</a:t>
            </a:r>
            <a:r>
              <a:rPr lang="en-US" altLang="zh-CN" dirty="0"/>
              <a:t> + </a:t>
            </a:r>
            <a:r>
              <a:rPr lang="zh-CN" altLang="en-US" dirty="0"/>
              <a:t>手表佩戴</a:t>
            </a:r>
            <a:r>
              <a:rPr lang="en-US" altLang="zh-CN" dirty="0"/>
              <a:t> + </a:t>
            </a:r>
            <a:r>
              <a:rPr lang="zh-CN" altLang="en-US" dirty="0"/>
              <a:t>面部识别。</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a:t>🎯</a:t>
            </a:r>
            <a:r>
              <a:rPr lang="en-US" altLang="zh-CN"/>
              <a:t> </a:t>
            </a:r>
            <a:r>
              <a:rPr lang="zh-CN" altLang="en-US"/>
              <a:t>核心主题：</a:t>
            </a:r>
            <a:endParaRPr lang="zh-CN" altLang="en-US"/>
          </a:p>
          <a:p>
            <a:r>
              <a:rPr lang="en-US" altLang="zh-CN"/>
              <a:t>“</a:t>
            </a:r>
            <a:r>
              <a:rPr lang="zh-CN" altLang="en-US"/>
              <a:t>正确的设备</a:t>
            </a:r>
            <a:r>
              <a:rPr lang="en-US" altLang="zh-CN"/>
              <a:t>” = </a:t>
            </a:r>
            <a:r>
              <a:rPr lang="zh-CN" altLang="en-US"/>
              <a:t>安全可靠、未被篡改、具备可信执行能力的终端</a:t>
            </a:r>
            <a:endParaRPr lang="zh-CN" altLang="en-US"/>
          </a:p>
          <a:p>
            <a:r>
              <a:rPr lang="zh-CN" altLang="en-US"/>
              <a:t>这是保护用户数据不被泄露、防止恶意程序入侵的前提条件。只有设备本身可信，其上运行的应用和处理的数据才可能真正安全。</a:t>
            </a:r>
            <a:endParaRPr lang="zh-CN" altLang="en-US"/>
          </a:p>
          <a:p>
            <a:endParaRPr lang="zh-CN" altLang="en-US"/>
          </a:p>
          <a:p>
            <a:r>
              <a:rPr lang="en-US" altLang="zh-CN"/>
              <a:t> </a:t>
            </a:r>
            <a:r>
              <a:rPr lang="zh-CN" altLang="en-US"/>
              <a:t>关键概念：</a:t>
            </a:r>
            <a:endParaRPr lang="zh-CN" altLang="en-US"/>
          </a:p>
          <a:p>
            <a:r>
              <a:rPr lang="zh-CN" altLang="en-US"/>
              <a:t>设备证书：类似于数字身份证，由权威机构（如华为根</a:t>
            </a:r>
            <a:r>
              <a:rPr lang="en-US" altLang="zh-CN"/>
              <a:t>CA</a:t>
            </a:r>
            <a:r>
              <a:rPr lang="zh-CN" altLang="en-US"/>
              <a:t>）签发，包含设备唯一标识、公钥、安全等级等信息。</a:t>
            </a:r>
            <a:endParaRPr lang="zh-CN" altLang="en-US"/>
          </a:p>
          <a:p>
            <a:r>
              <a:rPr lang="zh-CN" altLang="en-US"/>
              <a:t>预置机制：出厂时即写入安全芯片或</a:t>
            </a:r>
            <a:r>
              <a:rPr lang="en-US" altLang="zh-CN"/>
              <a:t>TEE</a:t>
            </a:r>
            <a:r>
              <a:rPr lang="zh-CN" altLang="en-US"/>
              <a:t>中，不可伪造、不可复制。</a:t>
            </a:r>
            <a:endParaRPr lang="zh-CN" altLang="en-US"/>
          </a:p>
          <a:p>
            <a:r>
              <a:rPr lang="zh-CN" altLang="en-US"/>
              <a:t>用途：当设备加入分布式网络时，可通过证书向其他设备</a:t>
            </a:r>
            <a:r>
              <a:rPr lang="en-US" altLang="zh-CN"/>
              <a:t>“</a:t>
            </a:r>
            <a:r>
              <a:rPr lang="zh-CN" altLang="en-US"/>
              <a:t>自证清白</a:t>
            </a:r>
            <a:r>
              <a:rPr lang="en-US" altLang="zh-CN"/>
              <a:t>”</a:t>
            </a:r>
            <a:r>
              <a:rPr lang="zh-CN" altLang="en-US"/>
              <a:t>，证明自己符合安全标准。</a:t>
            </a:r>
            <a:endParaRPr lang="zh-CN" altLang="en-US"/>
          </a:p>
          <a:p>
            <a:r>
              <a:rPr lang="zh-CN" altLang="en-US"/>
              <a:t>🌰</a:t>
            </a:r>
            <a:r>
              <a:rPr lang="en-US" altLang="zh-CN"/>
              <a:t> </a:t>
            </a:r>
            <a:r>
              <a:rPr lang="zh-CN" altLang="en-US"/>
              <a:t>应用场景：</a:t>
            </a:r>
            <a:endParaRPr lang="zh-CN" altLang="en-US"/>
          </a:p>
          <a:p>
            <a:r>
              <a:rPr lang="zh-CN" altLang="en-US"/>
              <a:t>智能家居中，新购买的摄像头接入家庭网络前，需出示设备证书供网关验证；</a:t>
            </a:r>
            <a:endParaRPr lang="zh-CN" altLang="en-US"/>
          </a:p>
          <a:p>
            <a:r>
              <a:rPr lang="zh-CN" altLang="en-US"/>
              <a:t>企业办公场景中，员工平板连接公司内网时，自动提交证书进行合规性检查。</a:t>
            </a:r>
            <a:endParaRPr lang="zh-CN" altLang="en-US"/>
          </a:p>
          <a:p>
            <a:r>
              <a:rPr lang="zh-CN" altLang="en-US"/>
              <a:t>🛡</a:t>
            </a:r>
            <a:r>
              <a:rPr lang="en-US" altLang="en-US"/>
              <a:t>️</a:t>
            </a:r>
            <a:r>
              <a:rPr lang="en-US" altLang="zh-CN"/>
              <a:t> </a:t>
            </a:r>
            <a:r>
              <a:rPr lang="zh-CN" altLang="en-US"/>
              <a:t>技术价值：</a:t>
            </a:r>
            <a:endParaRPr lang="zh-CN" altLang="en-US"/>
          </a:p>
          <a:p>
            <a:r>
              <a:rPr lang="zh-CN" altLang="en-US"/>
              <a:t>防止假冒设备接入；</a:t>
            </a:r>
            <a:endParaRPr lang="zh-CN" altLang="en-US"/>
          </a:p>
          <a:p>
            <a:r>
              <a:rPr lang="zh-CN" altLang="en-US"/>
              <a:t>建立设备间的信任链；</a:t>
            </a:r>
            <a:endParaRPr lang="zh-CN" altLang="en-US"/>
          </a:p>
          <a:p>
            <a:r>
              <a:rPr lang="zh-CN" altLang="en-US"/>
              <a:t>支持动态权限分配（高证书等级设备可访问更多资源）。</a:t>
            </a:r>
            <a:endParaRPr lang="zh-CN" altLang="en-US"/>
          </a:p>
          <a:p>
            <a:r>
              <a:rPr lang="en-US" altLang="zh-CN"/>
              <a:t>2</a:t>
            </a:r>
            <a:r>
              <a:rPr lang="en-US" altLang="en-US"/>
              <a:t>️</a:t>
            </a:r>
            <a:r>
              <a:rPr lang="en-US" altLang="en-US"/>
              <a:t>⃣</a:t>
            </a:r>
            <a:r>
              <a:rPr lang="en-US" altLang="zh-CN"/>
              <a:t> </a:t>
            </a:r>
            <a:r>
              <a:rPr lang="zh-CN" altLang="en-US"/>
              <a:t>【右上】安全启动</a:t>
            </a:r>
            <a:endParaRPr lang="zh-CN" altLang="en-US"/>
          </a:p>
          <a:p>
            <a:r>
              <a:rPr lang="en-US" altLang="zh-CN"/>
              <a:t>“</a:t>
            </a:r>
            <a:r>
              <a:rPr lang="zh-CN" altLang="en-US"/>
              <a:t>确保源头每个虚拟设备运行的系统固件和应用程序是完整的、未经篡改的</a:t>
            </a:r>
            <a:r>
              <a:rPr lang="en-US" altLang="zh-CN"/>
              <a:t>……</a:t>
            </a:r>
            <a:r>
              <a:rPr lang="zh-CN" altLang="en-US"/>
              <a:t>通过安全启动，各个设备厂商的镜像包就不易被非法替换为恶意程序。</a:t>
            </a:r>
            <a:r>
              <a:rPr lang="en-US" altLang="zh-CN"/>
              <a:t>”</a:t>
            </a:r>
            <a:endParaRPr lang="en-US" altLang="zh-CN"/>
          </a:p>
          <a:p>
            <a:r>
              <a:rPr lang="zh-CN" altLang="en-US"/>
              <a:t>💡</a:t>
            </a:r>
            <a:r>
              <a:rPr lang="en-US" altLang="zh-CN"/>
              <a:t> </a:t>
            </a:r>
            <a:r>
              <a:rPr lang="zh-CN" altLang="en-US"/>
              <a:t>关键理念：</a:t>
            </a:r>
            <a:endParaRPr lang="zh-CN" altLang="en-US"/>
          </a:p>
          <a:p>
            <a:r>
              <a:rPr lang="zh-CN" altLang="en-US"/>
              <a:t>从开机第一行代码开始验证：每一步加载的代码（</a:t>
            </a:r>
            <a:r>
              <a:rPr lang="en-US" altLang="zh-CN"/>
              <a:t>Bootloader </a:t>
            </a:r>
            <a:r>
              <a:rPr lang="en-US" altLang="en-US"/>
              <a:t>→</a:t>
            </a:r>
            <a:r>
              <a:rPr lang="en-US" altLang="zh-CN"/>
              <a:t> Kernel </a:t>
            </a:r>
            <a:r>
              <a:rPr lang="en-US" altLang="en-US"/>
              <a:t>→</a:t>
            </a:r>
            <a:r>
              <a:rPr lang="en-US" altLang="zh-CN"/>
              <a:t> System Service </a:t>
            </a:r>
            <a:r>
              <a:rPr lang="en-US" altLang="en-US"/>
              <a:t>→</a:t>
            </a:r>
            <a:r>
              <a:rPr lang="en-US" altLang="zh-CN"/>
              <a:t> App</a:t>
            </a:r>
            <a:r>
              <a:rPr lang="zh-CN" altLang="en-US"/>
              <a:t>）都需经过签名校验。</a:t>
            </a:r>
            <a:endParaRPr lang="zh-CN" altLang="en-US"/>
          </a:p>
          <a:p>
            <a:r>
              <a:rPr lang="zh-CN" altLang="en-US"/>
              <a:t>链条式验证（</a:t>
            </a:r>
            <a:r>
              <a:rPr lang="en-US" altLang="zh-CN"/>
              <a:t>Chain of Trust</a:t>
            </a:r>
            <a:r>
              <a:rPr lang="zh-CN" altLang="en-US"/>
              <a:t>）：每一级只信任下一级已签名的内容，形成闭环。</a:t>
            </a:r>
            <a:endParaRPr lang="zh-CN" altLang="en-US"/>
          </a:p>
          <a:p>
            <a:r>
              <a:rPr lang="zh-CN" altLang="en-US"/>
              <a:t>防篡改设计：任何对系统镜像的修改都会导致启动失败或进入受限模式。</a:t>
            </a:r>
            <a:endParaRPr lang="zh-CN" altLang="en-US"/>
          </a:p>
          <a:p>
            <a:endParaRPr lang="zh-CN" altLang="en-US"/>
          </a:p>
          <a:p>
            <a:r>
              <a:rPr lang="en-US" altLang="zh-CN"/>
              <a:t>3</a:t>
            </a:r>
            <a:r>
              <a:rPr lang="en-US" altLang="en-US"/>
              <a:t>️</a:t>
            </a:r>
            <a:r>
              <a:rPr lang="en-US" altLang="en-US"/>
              <a:t>⃣</a:t>
            </a:r>
            <a:r>
              <a:rPr lang="en-US" altLang="zh-CN"/>
              <a:t> </a:t>
            </a:r>
            <a:r>
              <a:rPr lang="zh-CN" altLang="en-US"/>
              <a:t>【底部】可信执行环境（</a:t>
            </a:r>
            <a:r>
              <a:rPr lang="en-US" altLang="zh-CN"/>
              <a:t>TEE</a:t>
            </a:r>
            <a:r>
              <a:rPr lang="zh-CN" altLang="en-US"/>
              <a:t>）</a:t>
            </a:r>
            <a:endParaRPr lang="zh-CN" altLang="en-US"/>
          </a:p>
          <a:p>
            <a:r>
              <a:rPr lang="en-US" altLang="zh-CN"/>
              <a:t>“</a:t>
            </a:r>
            <a:r>
              <a:rPr lang="zh-CN" altLang="en-US"/>
              <a:t>提供了基于硬件的可信执行环境</a:t>
            </a:r>
            <a:r>
              <a:rPr lang="en-US" altLang="zh-CN"/>
              <a:t>(TEE)</a:t>
            </a:r>
            <a:r>
              <a:rPr lang="zh-CN" altLang="en-US"/>
              <a:t>来保护用户的个人敏感数据的存储和处理，确保数据不泄露。</a:t>
            </a:r>
            <a:r>
              <a:rPr lang="en-US" altLang="zh-CN"/>
              <a:t>”</a:t>
            </a:r>
            <a:endParaRPr lang="en-US" altLang="zh-CN"/>
          </a:p>
          <a:p>
            <a:r>
              <a:rPr lang="zh-CN" altLang="en-US"/>
              <a:t>💡</a:t>
            </a:r>
            <a:r>
              <a:rPr lang="en-US" altLang="zh-CN"/>
              <a:t> </a:t>
            </a:r>
            <a:r>
              <a:rPr lang="zh-CN" altLang="en-US"/>
              <a:t>核心功能：</a:t>
            </a:r>
            <a:endParaRPr lang="zh-CN" altLang="en-US"/>
          </a:p>
          <a:p>
            <a:r>
              <a:rPr lang="zh-CN" altLang="en-US"/>
              <a:t>隔离运行空间：</a:t>
            </a:r>
            <a:r>
              <a:rPr lang="en-US" altLang="zh-CN"/>
              <a:t>TEE </a:t>
            </a:r>
            <a:r>
              <a:rPr lang="zh-CN" altLang="en-US"/>
              <a:t>是一个独立于主操作系统（</a:t>
            </a:r>
            <a:r>
              <a:rPr lang="en-US" altLang="zh-CN"/>
              <a:t>Rich OS</a:t>
            </a:r>
            <a:r>
              <a:rPr lang="zh-CN" altLang="en-US"/>
              <a:t>）的安全区域，拥有专属内存、</a:t>
            </a:r>
            <a:r>
              <a:rPr lang="en-US" altLang="zh-CN"/>
              <a:t>CPU</a:t>
            </a:r>
            <a:r>
              <a:rPr lang="zh-CN" altLang="en-US"/>
              <a:t>资源和加密引擎。</a:t>
            </a:r>
            <a:endParaRPr lang="zh-CN" altLang="en-US"/>
          </a:p>
          <a:p>
            <a:r>
              <a:rPr lang="zh-CN" altLang="en-US"/>
              <a:t>硬件级防护：通常依托于</a:t>
            </a:r>
            <a:r>
              <a:rPr lang="en-US" altLang="zh-CN"/>
              <a:t> ARM TrustZone</a:t>
            </a:r>
            <a:r>
              <a:rPr lang="zh-CN" altLang="en-US"/>
              <a:t>、</a:t>
            </a:r>
            <a:r>
              <a:rPr lang="en-US" altLang="zh-CN"/>
              <a:t>Intel SGX </a:t>
            </a:r>
            <a:r>
              <a:rPr lang="zh-CN" altLang="en-US"/>
              <a:t>或其他安全协处理器实现。</a:t>
            </a:r>
            <a:endParaRPr lang="zh-CN" altLang="en-US"/>
          </a:p>
          <a:p>
            <a:r>
              <a:rPr lang="zh-CN" altLang="en-US"/>
              <a:t>专用于敏感操作：如指纹</a:t>
            </a:r>
            <a:r>
              <a:rPr lang="en-US" altLang="zh-CN"/>
              <a:t>/</a:t>
            </a:r>
            <a:r>
              <a:rPr lang="zh-CN" altLang="en-US"/>
              <a:t>面部识别比对、支付密钥管理、生物特征模板存储等。</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a:t> </a:t>
            </a:r>
            <a:r>
              <a:rPr lang="zh-CN" altLang="en-US"/>
              <a:t>内容结构分析：</a:t>
            </a:r>
            <a:endParaRPr lang="zh-CN" altLang="en-US"/>
          </a:p>
          <a:p>
            <a:r>
              <a:rPr lang="zh-CN" altLang="en-US"/>
              <a:t>一、定义与目标（顶部段落）</a:t>
            </a:r>
            <a:endParaRPr lang="zh-CN" altLang="en-US"/>
          </a:p>
          <a:p>
            <a:r>
              <a:rPr lang="zh-CN" altLang="en-US"/>
              <a:t>背景：在分布式环境中，数据可能在多个设备间流动、共享、协同处理。</a:t>
            </a:r>
            <a:endParaRPr lang="zh-CN" altLang="en-US"/>
          </a:p>
          <a:p>
            <a:r>
              <a:rPr lang="zh-CN" altLang="en-US"/>
              <a:t>关键需求：必须确保</a:t>
            </a:r>
            <a:r>
              <a:rPr lang="en-US" altLang="zh-CN"/>
              <a:t>“</a:t>
            </a:r>
            <a:r>
              <a:rPr lang="zh-CN" altLang="en-US"/>
              <a:t>谁能在什么条件下用什么方式访问哪些数据</a:t>
            </a:r>
            <a:r>
              <a:rPr lang="en-US" altLang="zh-CN"/>
              <a:t>”</a:t>
            </a:r>
            <a:r>
              <a:rPr lang="zh-CN" altLang="en-US"/>
              <a:t>，即</a:t>
            </a:r>
            <a:r>
              <a:rPr lang="en-US" altLang="zh-CN"/>
              <a:t>“</a:t>
            </a:r>
            <a:r>
              <a:rPr lang="zh-CN" altLang="en-US"/>
              <a:t>正确使用</a:t>
            </a:r>
            <a:r>
              <a:rPr lang="en-US" altLang="zh-CN"/>
              <a:t>”</a:t>
            </a:r>
            <a:r>
              <a:rPr lang="zh-CN" altLang="en-US"/>
              <a:t>。</a:t>
            </a:r>
            <a:endParaRPr lang="zh-CN" altLang="en-US"/>
          </a:p>
          <a:p>
            <a:r>
              <a:rPr lang="zh-CN" altLang="en-US"/>
              <a:t>保护范围：覆盖数据全生命周期</a:t>
            </a:r>
            <a:r>
              <a:rPr lang="en-US" altLang="zh-CN"/>
              <a:t> —— </a:t>
            </a:r>
            <a:r>
              <a:rPr lang="zh-CN" altLang="en-US"/>
              <a:t>生成、存储、使用、传输、销毁。</a:t>
            </a:r>
            <a:endParaRPr lang="zh-CN" altLang="en-US"/>
          </a:p>
          <a:p>
            <a:r>
              <a:rPr lang="zh-CN" altLang="en-US"/>
              <a:t>终极目标：防止个人数据</a:t>
            </a:r>
            <a:r>
              <a:rPr lang="en-US" altLang="zh-CN"/>
              <a:t>/</a:t>
            </a:r>
            <a:r>
              <a:rPr lang="zh-CN" altLang="en-US"/>
              <a:t>隐私泄露、系统密钥等敏感信息外泄。</a:t>
            </a:r>
            <a:endParaRPr lang="zh-CN" altLang="en-US"/>
          </a:p>
          <a:p>
            <a:r>
              <a:rPr lang="en-US" altLang="en-US"/>
              <a:t>✅</a:t>
            </a:r>
            <a:r>
              <a:rPr lang="en-US" altLang="zh-CN"/>
              <a:t> </a:t>
            </a:r>
            <a:r>
              <a:rPr lang="zh-CN" altLang="en-US"/>
              <a:t>这句话点明：数据安全不是静态防护，而是动态全过程管控。</a:t>
            </a:r>
            <a:endParaRPr lang="zh-CN" altLang="en-US"/>
          </a:p>
          <a:p>
            <a:r>
              <a:rPr lang="zh-CN" altLang="en-US"/>
              <a:t>二、三大支撑原则（上方三点说明）</a:t>
            </a:r>
            <a:endParaRPr lang="zh-CN" altLang="en-US"/>
          </a:p>
          <a:p>
            <a:r>
              <a:rPr lang="zh-CN" altLang="en-US"/>
              <a:t>虽然页面主体是</a:t>
            </a:r>
            <a:r>
              <a:rPr lang="en-US" altLang="zh-CN"/>
              <a:t>“</a:t>
            </a:r>
            <a:r>
              <a:rPr lang="zh-CN" altLang="en-US"/>
              <a:t>五阶段流程图</a:t>
            </a:r>
            <a:r>
              <a:rPr lang="en-US" altLang="zh-CN"/>
              <a:t>”</a:t>
            </a:r>
            <a:r>
              <a:rPr lang="zh-CN" altLang="en-US"/>
              <a:t>，但上方三个</a:t>
            </a:r>
            <a:r>
              <a:rPr lang="en-US" altLang="zh-CN"/>
              <a:t> bullet points </a:t>
            </a:r>
            <a:r>
              <a:rPr lang="zh-CN" altLang="en-US"/>
              <a:t>实际是整个数据安全防护体系的顶层设计原则：</a:t>
            </a:r>
            <a:endParaRPr lang="zh-CN" altLang="en-US"/>
          </a:p>
          <a:p>
            <a:r>
              <a:rPr lang="en-US" altLang="zh-CN"/>
              <a:t>1</a:t>
            </a:r>
            <a:r>
              <a:rPr lang="en-US" altLang="en-US"/>
              <a:t>️</a:t>
            </a:r>
            <a:r>
              <a:rPr lang="en-US" altLang="en-US"/>
              <a:t>⃣</a:t>
            </a:r>
            <a:r>
              <a:rPr lang="en-US" altLang="zh-CN"/>
              <a:t> </a:t>
            </a:r>
            <a:r>
              <a:rPr lang="zh-CN" altLang="en-US"/>
              <a:t>数据分类分级</a:t>
            </a:r>
            <a:r>
              <a:rPr lang="en-US" altLang="zh-CN"/>
              <a:t> </a:t>
            </a:r>
            <a:r>
              <a:rPr lang="en-US" altLang="en-US"/>
              <a:t>→</a:t>
            </a:r>
            <a:r>
              <a:rPr lang="en-US" altLang="zh-CN"/>
              <a:t> </a:t>
            </a:r>
            <a:r>
              <a:rPr lang="zh-CN" altLang="en-US"/>
              <a:t>设置相应保护等级</a:t>
            </a:r>
            <a:endParaRPr lang="zh-CN" altLang="en-US"/>
          </a:p>
          <a:p>
            <a:r>
              <a:rPr lang="en-US" altLang="zh-CN"/>
              <a:t>“</a:t>
            </a:r>
            <a:r>
              <a:rPr lang="zh-CN" altLang="en-US"/>
              <a:t>对数据分类分级，根据分类设置相应的保护等级。</a:t>
            </a:r>
            <a:r>
              <a:rPr lang="en-US" altLang="zh-CN"/>
              <a:t>”</a:t>
            </a:r>
            <a:endParaRPr lang="en-US" altLang="zh-CN"/>
          </a:p>
          <a:p>
            <a:r>
              <a:rPr lang="zh-CN" altLang="en-US"/>
              <a:t>含义：不同数据有不同的敏感度（如公开照片</a:t>
            </a:r>
            <a:r>
              <a:rPr lang="en-US" altLang="zh-CN"/>
              <a:t> vs </a:t>
            </a:r>
            <a:r>
              <a:rPr lang="zh-CN" altLang="en-US"/>
              <a:t>医疗记录</a:t>
            </a:r>
            <a:r>
              <a:rPr lang="en-US" altLang="zh-CN"/>
              <a:t> vs </a:t>
            </a:r>
            <a:r>
              <a:rPr lang="zh-CN" altLang="en-US"/>
              <a:t>支付密码），应匹配不同的安全策略。</a:t>
            </a:r>
            <a:endParaRPr lang="zh-CN" altLang="en-US"/>
          </a:p>
          <a:p>
            <a:r>
              <a:rPr lang="zh-CN" altLang="en-US"/>
              <a:t>技术实现：</a:t>
            </a:r>
            <a:endParaRPr lang="zh-CN" altLang="en-US"/>
          </a:p>
          <a:p>
            <a:r>
              <a:rPr lang="zh-CN" altLang="en-US"/>
              <a:t>自动识别数据类型（</a:t>
            </a:r>
            <a:r>
              <a:rPr lang="en-US" altLang="zh-CN"/>
              <a:t>AI tagging</a:t>
            </a:r>
            <a:r>
              <a:rPr lang="zh-CN" altLang="en-US"/>
              <a:t>）</a:t>
            </a:r>
            <a:endParaRPr lang="zh-CN" altLang="en-US"/>
          </a:p>
          <a:p>
            <a:r>
              <a:rPr lang="zh-CN" altLang="en-US"/>
              <a:t>手动标记或策略引擎分配等级（</a:t>
            </a:r>
            <a:r>
              <a:rPr lang="en-US" altLang="zh-CN"/>
              <a:t>L1~L4</a:t>
            </a:r>
            <a:r>
              <a:rPr lang="zh-CN" altLang="en-US"/>
              <a:t>）</a:t>
            </a:r>
            <a:endParaRPr lang="zh-CN" altLang="en-US"/>
          </a:p>
          <a:p>
            <a:r>
              <a:rPr lang="zh-CN" altLang="en-US"/>
              <a:t>对应不同加密强度、访问权限、审计日志级别</a:t>
            </a:r>
            <a:endParaRPr lang="zh-CN" altLang="en-US"/>
          </a:p>
          <a:p>
            <a:r>
              <a:rPr lang="en-US" altLang="zh-CN"/>
              <a:t>2</a:t>
            </a:r>
            <a:r>
              <a:rPr lang="en-US" altLang="en-US"/>
              <a:t>️</a:t>
            </a:r>
            <a:r>
              <a:rPr lang="en-US" altLang="en-US"/>
              <a:t>⃣</a:t>
            </a:r>
            <a:r>
              <a:rPr lang="en-US" altLang="zh-CN"/>
              <a:t> </a:t>
            </a:r>
            <a:r>
              <a:rPr lang="zh-CN" altLang="en-US"/>
              <a:t>硬件提供可信执行环境（</a:t>
            </a:r>
            <a:r>
              <a:rPr lang="en-US" altLang="zh-CN"/>
              <a:t>TEE</a:t>
            </a:r>
            <a:r>
              <a:rPr lang="zh-CN" altLang="en-US"/>
              <a:t>）</a:t>
            </a:r>
            <a:endParaRPr lang="zh-CN" altLang="en-US"/>
          </a:p>
          <a:p>
            <a:r>
              <a:rPr lang="en-US" altLang="zh-CN"/>
              <a:t>“</a:t>
            </a:r>
            <a:r>
              <a:rPr lang="zh-CN" altLang="en-US"/>
              <a:t>通过硬件为设备提供可信执行环境。</a:t>
            </a:r>
            <a:r>
              <a:rPr lang="en-US" altLang="zh-CN"/>
              <a:t>”</a:t>
            </a:r>
            <a:endParaRPr lang="en-US" altLang="zh-CN"/>
          </a:p>
          <a:p>
            <a:r>
              <a:rPr lang="zh-CN" altLang="en-US"/>
              <a:t>作用：为高敏感数据（如生物特征、密钥、金融交易）提供隔离、防篡改的运行空间。</a:t>
            </a:r>
            <a:endParaRPr lang="zh-CN" altLang="en-US"/>
          </a:p>
          <a:p>
            <a:r>
              <a:rPr lang="zh-CN" altLang="en-US"/>
              <a:t>关联前文：呼应</a:t>
            </a:r>
            <a:r>
              <a:rPr lang="en-US" altLang="zh-CN"/>
              <a:t>“</a:t>
            </a:r>
            <a:r>
              <a:rPr lang="zh-CN" altLang="en-US"/>
              <a:t>正确的设备</a:t>
            </a:r>
            <a:r>
              <a:rPr lang="en-US" altLang="zh-CN"/>
              <a:t>”</a:t>
            </a:r>
            <a:r>
              <a:rPr lang="zh-CN" altLang="en-US"/>
              <a:t>章节中的</a:t>
            </a:r>
            <a:r>
              <a:rPr lang="en-US" altLang="zh-CN"/>
              <a:t> TEE </a:t>
            </a:r>
            <a:r>
              <a:rPr lang="zh-CN" altLang="en-US"/>
              <a:t>机制，此处强调其在数据使用环节的核心价值。</a:t>
            </a:r>
            <a:endParaRPr lang="zh-CN" altLang="en-US"/>
          </a:p>
          <a:p>
            <a:r>
              <a:rPr lang="zh-CN" altLang="en-US"/>
              <a:t>示例：人脸识别比对必须在</a:t>
            </a:r>
            <a:r>
              <a:rPr lang="en-US" altLang="zh-CN"/>
              <a:t> TEE </a:t>
            </a:r>
            <a:r>
              <a:rPr lang="zh-CN" altLang="en-US"/>
              <a:t>中完成，主系统无法读取原始图像。</a:t>
            </a:r>
            <a:endParaRPr lang="zh-CN" altLang="en-US"/>
          </a:p>
          <a:p>
            <a:r>
              <a:rPr lang="en-US" altLang="zh-CN"/>
              <a:t>3</a:t>
            </a:r>
            <a:r>
              <a:rPr lang="en-US" altLang="en-US"/>
              <a:t>️</a:t>
            </a:r>
            <a:r>
              <a:rPr lang="en-US" altLang="en-US"/>
              <a:t>⃣</a:t>
            </a:r>
            <a:r>
              <a:rPr lang="en-US" altLang="zh-CN"/>
              <a:t> </a:t>
            </a:r>
            <a:r>
              <a:rPr lang="zh-CN" altLang="en-US"/>
              <a:t>销毁密钥即销毁数据</a:t>
            </a:r>
            <a:endParaRPr lang="zh-CN" altLang="en-US"/>
          </a:p>
          <a:p>
            <a:r>
              <a:rPr lang="en-US" altLang="zh-CN"/>
              <a:t>“</a:t>
            </a:r>
            <a:r>
              <a:rPr lang="zh-CN" altLang="en-US"/>
              <a:t>销毁密钥即销毁数据。数据在虚拟终端的存储，都建立在密钥的基础上。</a:t>
            </a:r>
            <a:r>
              <a:rPr lang="en-US" altLang="zh-CN"/>
              <a:t>”</a:t>
            </a:r>
            <a:endParaRPr lang="en-US" altLang="zh-CN"/>
          </a:p>
          <a:p>
            <a:r>
              <a:rPr lang="zh-CN" altLang="en-US"/>
              <a:t>核心理念：现代加密体系中，</a:t>
            </a:r>
            <a:r>
              <a:rPr lang="en-US" altLang="zh-CN"/>
              <a:t>“</a:t>
            </a:r>
            <a:r>
              <a:rPr lang="zh-CN" altLang="en-US"/>
              <a:t>数据本身可以保留，只要密钥消失，数据就不可恢复</a:t>
            </a:r>
            <a:r>
              <a:rPr lang="en-US" altLang="zh-CN"/>
              <a:t>”</a:t>
            </a:r>
            <a:r>
              <a:rPr lang="zh-CN" altLang="en-US"/>
              <a:t>。</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用户体验：如何使用一个超级终端</a:t>
            </a:r>
            <a:endParaRPr lang="en-US" altLang="zh-CN" dirty="0"/>
          </a:p>
          <a:p>
            <a:r>
              <a:rPr lang="zh-CN" altLang="en-US" dirty="0"/>
              <a:t>应用开发者：可基于抽象的超级终端开发服务</a:t>
            </a:r>
            <a:endParaRPr lang="en-US" altLang="zh-CN" dirty="0"/>
          </a:p>
          <a:p>
            <a:r>
              <a:rPr lang="zh-CN" altLang="en-US" dirty="0"/>
              <a:t>分布式</a:t>
            </a:r>
            <a:r>
              <a:rPr lang="en-US" altLang="zh-CN" dirty="0" err="1"/>
              <a:t>HarmonyOS</a:t>
            </a:r>
            <a:endParaRPr lang="en-US" altLang="zh-CN" dirty="0" err="1"/>
          </a:p>
          <a:p>
            <a:r>
              <a:rPr lang="zh-CN" altLang="en-US" dirty="0"/>
              <a:t>整张图分为上下两大部分：</a:t>
            </a:r>
            <a:endParaRPr lang="zh-CN" altLang="en-US" dirty="0"/>
          </a:p>
          <a:p>
            <a:r>
              <a:rPr lang="en-US" altLang="en-US" dirty="0"/>
              <a:t>✅</a:t>
            </a:r>
            <a:r>
              <a:rPr lang="en-US" altLang="zh-CN" dirty="0"/>
              <a:t> </a:t>
            </a:r>
            <a:r>
              <a:rPr lang="zh-CN" altLang="en-US" dirty="0"/>
              <a:t>上半部分：用户视角</a:t>
            </a:r>
            <a:r>
              <a:rPr lang="en-US" altLang="zh-CN" dirty="0"/>
              <a:t> —— “</a:t>
            </a:r>
            <a:r>
              <a:rPr lang="zh-CN" altLang="en-US" dirty="0"/>
              <a:t>用户的</a:t>
            </a:r>
            <a:r>
              <a:rPr lang="en-US" altLang="zh-CN" dirty="0"/>
              <a:t>‘</a:t>
            </a:r>
            <a:r>
              <a:rPr lang="zh-CN" altLang="en-US" dirty="0"/>
              <a:t>超级终端</a:t>
            </a:r>
            <a:r>
              <a:rPr lang="en-US" altLang="zh-CN" dirty="0"/>
              <a:t>’”</a:t>
            </a:r>
            <a:endParaRPr lang="en-US" altLang="zh-CN" dirty="0"/>
          </a:p>
          <a:p>
            <a:r>
              <a:rPr lang="zh-CN" altLang="en-US" dirty="0"/>
              <a:t>这是一个抽象层</a:t>
            </a:r>
            <a:r>
              <a:rPr lang="en-US" altLang="zh-CN" dirty="0"/>
              <a:t>/</a:t>
            </a:r>
            <a:r>
              <a:rPr lang="zh-CN" altLang="en-US" dirty="0"/>
              <a:t>应用层视图，代表用户和开发者所看到的统一界面。</a:t>
            </a:r>
            <a:endParaRPr lang="zh-CN" altLang="en-US" dirty="0"/>
          </a:p>
          <a:p>
            <a:r>
              <a:rPr lang="zh-CN" altLang="en-US" dirty="0"/>
              <a:t>包含内容：</a:t>
            </a:r>
            <a:endParaRPr lang="zh-CN" altLang="en-US" dirty="0"/>
          </a:p>
          <a:p>
            <a:r>
              <a:rPr lang="zh-CN" altLang="en-US" dirty="0"/>
              <a:t>用户程序</a:t>
            </a:r>
            <a:r>
              <a:rPr lang="en-US" altLang="zh-CN" dirty="0"/>
              <a:t> A / B / ...</a:t>
            </a:r>
            <a:endParaRPr lang="en-US" altLang="zh-CN" dirty="0"/>
          </a:p>
          <a:p>
            <a:r>
              <a:rPr lang="zh-CN" altLang="en-US" dirty="0"/>
              <a:t>指运行在超级终端上的应用程序，它们不关心底层是哪个物理设备在执行。</a:t>
            </a:r>
            <a:endParaRPr lang="zh-CN" altLang="en-US" dirty="0"/>
          </a:p>
          <a:p>
            <a:r>
              <a:rPr lang="zh-CN" altLang="en-US" dirty="0"/>
              <a:t>分布式</a:t>
            </a:r>
            <a:r>
              <a:rPr lang="en-US" altLang="zh-CN" dirty="0"/>
              <a:t> API</a:t>
            </a:r>
            <a:endParaRPr lang="en-US" altLang="zh-CN" dirty="0"/>
          </a:p>
          <a:p>
            <a:r>
              <a:rPr lang="zh-CN" altLang="en-US" dirty="0"/>
              <a:t>提供给开发者的接口，用于调用跨设备能力（如调用手表传感器、大屏显示、手机摄像头等）。</a:t>
            </a:r>
            <a:endParaRPr lang="zh-CN" altLang="en-US" dirty="0"/>
          </a:p>
          <a:p>
            <a:r>
              <a:rPr lang="zh-CN" altLang="en-US" dirty="0"/>
              <a:t>是连接上层应用与下层分布式能力的桥梁。</a:t>
            </a:r>
            <a:endParaRPr lang="zh-CN" altLang="en-US" dirty="0"/>
          </a:p>
          <a:p>
            <a:r>
              <a:rPr lang="zh-CN" altLang="en-US" dirty="0"/>
              <a:t>虚拟资源</a:t>
            </a:r>
            <a:r>
              <a:rPr lang="en-US" altLang="zh-CN" dirty="0"/>
              <a:t> A/B/C...</a:t>
            </a:r>
            <a:endParaRPr lang="en-US" altLang="zh-CN" dirty="0"/>
          </a:p>
          <a:p>
            <a:r>
              <a:rPr lang="zh-CN" altLang="en-US" dirty="0"/>
              <a:t>将不同设备的计算、存储、网络等资源抽象为</a:t>
            </a:r>
            <a:r>
              <a:rPr lang="en-US" altLang="zh-CN" dirty="0"/>
              <a:t>“</a:t>
            </a:r>
            <a:r>
              <a:rPr lang="zh-CN" altLang="en-US" dirty="0"/>
              <a:t>虚拟资源</a:t>
            </a:r>
            <a:r>
              <a:rPr lang="en-US" altLang="zh-CN" dirty="0"/>
              <a:t>”</a:t>
            </a:r>
            <a:r>
              <a:rPr lang="zh-CN" altLang="en-US" dirty="0"/>
              <a:t>，供上层按需调用。</a:t>
            </a:r>
            <a:endParaRPr lang="zh-CN" altLang="en-US" dirty="0"/>
          </a:p>
          <a:p>
            <a:r>
              <a:rPr lang="zh-CN" altLang="en-US" dirty="0"/>
              <a:t>例如：把平板的</a:t>
            </a:r>
            <a:r>
              <a:rPr lang="en-US" altLang="zh-CN" dirty="0"/>
              <a:t> GPU </a:t>
            </a:r>
            <a:r>
              <a:rPr lang="zh-CN" altLang="en-US" dirty="0"/>
              <a:t>算力虚拟成</a:t>
            </a:r>
            <a:r>
              <a:rPr lang="en-US" altLang="zh-CN" dirty="0"/>
              <a:t>“</a:t>
            </a:r>
            <a:r>
              <a:rPr lang="zh-CN" altLang="en-US" dirty="0"/>
              <a:t>图形加速资源</a:t>
            </a:r>
            <a:r>
              <a:rPr lang="en-US" altLang="zh-CN" dirty="0"/>
              <a:t>”</a:t>
            </a:r>
            <a:r>
              <a:rPr lang="zh-CN" altLang="en-US" dirty="0"/>
              <a:t>，供手机游戏使用。</a:t>
            </a:r>
            <a:endParaRPr lang="zh-CN" altLang="en-US" dirty="0"/>
          </a:p>
          <a:p>
            <a:r>
              <a:rPr lang="zh-CN" altLang="en-US" dirty="0"/>
              <a:t>虚拟外设</a:t>
            </a:r>
            <a:r>
              <a:rPr lang="en-US" altLang="zh-CN" dirty="0"/>
              <a:t> A/B/C...</a:t>
            </a:r>
            <a:endParaRPr lang="en-US" altLang="zh-CN" dirty="0"/>
          </a:p>
          <a:p>
            <a:r>
              <a:rPr lang="zh-CN" altLang="en-US" dirty="0"/>
              <a:t>将不同设备的输入输出设备（如麦克风、扬声器、摄像头、触控屏）抽象为</a:t>
            </a:r>
            <a:r>
              <a:rPr lang="en-US" altLang="zh-CN" dirty="0"/>
              <a:t>“</a:t>
            </a:r>
            <a:r>
              <a:rPr lang="zh-CN" altLang="en-US" dirty="0"/>
              <a:t>虚拟外设</a:t>
            </a:r>
            <a:r>
              <a:rPr lang="en-US" altLang="zh-CN" dirty="0"/>
              <a:t>”</a:t>
            </a:r>
            <a:r>
              <a:rPr lang="zh-CN" altLang="en-US" dirty="0"/>
              <a:t>。</a:t>
            </a:r>
            <a:endParaRPr lang="zh-CN" altLang="en-US" dirty="0"/>
          </a:p>
          <a:p>
            <a:r>
              <a:rPr lang="zh-CN" altLang="en-US" dirty="0"/>
              <a:t>例如：开会时自动调用耳机的麦克风</a:t>
            </a:r>
            <a:r>
              <a:rPr lang="en-US" altLang="zh-CN" dirty="0"/>
              <a:t> + </a:t>
            </a:r>
            <a:r>
              <a:rPr lang="zh-CN" altLang="en-US" dirty="0"/>
              <a:t>电脑的摄像头</a:t>
            </a:r>
            <a:r>
              <a:rPr lang="en-US" altLang="zh-CN" dirty="0"/>
              <a:t> + </a:t>
            </a:r>
            <a:r>
              <a:rPr lang="zh-CN" altLang="en-US" dirty="0"/>
              <a:t>平板的屏幕组成</a:t>
            </a:r>
            <a:r>
              <a:rPr lang="en-US" altLang="zh-CN" dirty="0"/>
              <a:t>“</a:t>
            </a:r>
            <a:r>
              <a:rPr lang="zh-CN" altLang="en-US" dirty="0"/>
              <a:t>会议终端</a:t>
            </a:r>
            <a:r>
              <a:rPr lang="en-US" altLang="zh-CN" dirty="0"/>
              <a:t>”</a:t>
            </a:r>
            <a:r>
              <a:rPr lang="zh-CN" altLang="en-US" dirty="0"/>
              <a:t>。</a:t>
            </a:r>
            <a:endParaRPr lang="zh-CN" altLang="en-US" dirty="0"/>
          </a:p>
          <a:p>
            <a:r>
              <a:rPr lang="zh-CN" altLang="en-US" dirty="0"/>
              <a:t>💡</a:t>
            </a:r>
            <a:r>
              <a:rPr lang="en-US" altLang="zh-CN" dirty="0"/>
              <a:t> </a:t>
            </a:r>
            <a:r>
              <a:rPr lang="zh-CN" altLang="en-US" dirty="0"/>
              <a:t>这一层的关键思想是：对用户而言，所有设备是一个整体；对开发者而言，所有能力是一个池子。</a:t>
            </a:r>
            <a:endParaRPr lang="zh-CN" altLang="en-US" dirty="0"/>
          </a:p>
          <a:p>
            <a:r>
              <a:rPr lang="en-US" altLang="en-US" dirty="0"/>
              <a:t>✅</a:t>
            </a:r>
            <a:r>
              <a:rPr lang="en-US" altLang="zh-CN" dirty="0"/>
              <a:t> </a:t>
            </a:r>
            <a:r>
              <a:rPr lang="zh-CN" altLang="en-US" dirty="0"/>
              <a:t>下半部分：系统内核层</a:t>
            </a:r>
            <a:r>
              <a:rPr lang="en-US" altLang="zh-CN" dirty="0"/>
              <a:t> —— </a:t>
            </a:r>
            <a:r>
              <a:rPr lang="zh-CN" altLang="en-US" dirty="0"/>
              <a:t>分布式能力支撑平台</a:t>
            </a:r>
            <a:endParaRPr lang="zh-CN" altLang="en-US" dirty="0"/>
          </a:p>
          <a:p>
            <a:r>
              <a:rPr lang="zh-CN" altLang="en-US" dirty="0"/>
              <a:t>这是</a:t>
            </a:r>
            <a:r>
              <a:rPr lang="en-US" altLang="zh-CN" dirty="0"/>
              <a:t> HarmonyOS </a:t>
            </a:r>
            <a:r>
              <a:rPr lang="zh-CN" altLang="en-US" dirty="0"/>
              <a:t>的核心技术栈，负责实现</a:t>
            </a:r>
            <a:r>
              <a:rPr lang="en-US" altLang="zh-CN" dirty="0"/>
              <a:t>“</a:t>
            </a:r>
            <a:r>
              <a:rPr lang="zh-CN" altLang="en-US" dirty="0"/>
              <a:t>超级终端</a:t>
            </a:r>
            <a:r>
              <a:rPr lang="en-US" altLang="zh-CN" dirty="0"/>
              <a:t>”</a:t>
            </a:r>
            <a:r>
              <a:rPr lang="zh-CN" altLang="en-US" dirty="0"/>
              <a:t>的底层虚拟化与协同调度。</a:t>
            </a:r>
            <a:endParaRPr lang="zh-CN" altLang="en-US" dirty="0"/>
          </a:p>
          <a:p>
            <a:r>
              <a:rPr lang="zh-CN" altLang="en-US" dirty="0"/>
              <a:t>四大核心模块（自下而上）：</a:t>
            </a:r>
            <a:endParaRPr lang="zh-CN" altLang="en-US" dirty="0"/>
          </a:p>
          <a:p>
            <a:r>
              <a:rPr lang="zh-CN" altLang="en-US" dirty="0"/>
              <a:t>分布式设备虚拟化</a:t>
            </a:r>
            <a:endParaRPr lang="zh-CN" altLang="en-US" dirty="0"/>
          </a:p>
          <a:p>
            <a:r>
              <a:rPr lang="zh-CN" altLang="en-US" dirty="0"/>
              <a:t>功能：将物理设备（手机、手表、车机等）的能力抽象为</a:t>
            </a:r>
            <a:r>
              <a:rPr lang="en-US" altLang="zh-CN" dirty="0"/>
              <a:t>“</a:t>
            </a:r>
            <a:r>
              <a:rPr lang="zh-CN" altLang="en-US" dirty="0"/>
              <a:t>虚拟设备</a:t>
            </a:r>
            <a:r>
              <a:rPr lang="en-US" altLang="zh-CN" dirty="0"/>
              <a:t>”</a:t>
            </a:r>
            <a:r>
              <a:rPr lang="zh-CN" altLang="en-US" dirty="0"/>
              <a:t>，隐藏硬件差异。</a:t>
            </a:r>
            <a:endParaRPr lang="zh-CN" altLang="en-US" dirty="0"/>
          </a:p>
          <a:p>
            <a:r>
              <a:rPr lang="zh-CN" altLang="en-US" dirty="0"/>
              <a:t>技术点：设备发现、能力映射、驱动适配、资源封装。</a:t>
            </a:r>
            <a:endParaRPr lang="zh-CN" altLang="en-US" dirty="0"/>
          </a:p>
          <a:p>
            <a:r>
              <a:rPr lang="zh-CN" altLang="en-US" dirty="0"/>
              <a:t>示例：把手表的血氧传感器虚拟成</a:t>
            </a:r>
            <a:r>
              <a:rPr lang="en-US" altLang="zh-CN" dirty="0"/>
              <a:t>“</a:t>
            </a:r>
            <a:r>
              <a:rPr lang="zh-CN" altLang="en-US" dirty="0"/>
              <a:t>健康数据采集器</a:t>
            </a:r>
            <a:r>
              <a:rPr lang="en-US" altLang="zh-CN" dirty="0"/>
              <a:t>”</a:t>
            </a:r>
            <a:r>
              <a:rPr lang="zh-CN" altLang="en-US" dirty="0"/>
              <a:t>，可供任何应用调用。</a:t>
            </a:r>
            <a:endParaRPr lang="zh-CN" altLang="en-US" dirty="0"/>
          </a:p>
          <a:p>
            <a:r>
              <a:rPr lang="zh-CN" altLang="en-US" dirty="0"/>
              <a:t>分布式软总线</a:t>
            </a:r>
            <a:endParaRPr lang="zh-CN" altLang="en-US" dirty="0"/>
          </a:p>
          <a:p>
            <a:r>
              <a:rPr lang="zh-CN" altLang="en-US" dirty="0"/>
              <a:t>功能：提供设备间高速、低延迟、自组网的通信通道。</a:t>
            </a:r>
            <a:endParaRPr lang="zh-CN" altLang="en-US" dirty="0"/>
          </a:p>
          <a:p>
            <a:r>
              <a:rPr lang="zh-CN" altLang="en-US" dirty="0"/>
              <a:t>特点：</a:t>
            </a:r>
            <a:endParaRPr lang="zh-CN" altLang="en-US" dirty="0"/>
          </a:p>
          <a:p>
            <a:r>
              <a:rPr lang="zh-CN" altLang="en-US" dirty="0"/>
              <a:t>自动发现邻近设备</a:t>
            </a:r>
            <a:endParaRPr lang="zh-CN" altLang="en-US" dirty="0"/>
          </a:p>
          <a:p>
            <a:r>
              <a:rPr lang="zh-CN" altLang="en-US" dirty="0"/>
              <a:t>动态组建局域网（无需路由器）</a:t>
            </a:r>
            <a:endParaRPr lang="zh-CN" altLang="en-US" dirty="0"/>
          </a:p>
          <a:p>
            <a:r>
              <a:rPr lang="zh-CN" altLang="en-US" dirty="0"/>
              <a:t>支持多种传输协议（</a:t>
            </a:r>
            <a:r>
              <a:rPr lang="en-US" altLang="zh-CN" dirty="0"/>
              <a:t>Wi-Fi Direct, Bluetooth LE, UWB </a:t>
            </a:r>
            <a:r>
              <a:rPr lang="zh-CN" altLang="en-US" dirty="0"/>
              <a:t>等）</a:t>
            </a:r>
            <a:endParaRPr lang="zh-CN" altLang="en-US" dirty="0"/>
          </a:p>
          <a:p>
            <a:r>
              <a:rPr lang="zh-CN" altLang="en-US" dirty="0"/>
              <a:t>带宽自适应、</a:t>
            </a:r>
            <a:r>
              <a:rPr lang="en-US" altLang="zh-CN" dirty="0"/>
              <a:t>QoS </a:t>
            </a:r>
            <a:r>
              <a:rPr lang="zh-CN" altLang="en-US" dirty="0"/>
              <a:t>保障</a:t>
            </a:r>
            <a:endParaRPr lang="zh-CN" altLang="en-US" dirty="0"/>
          </a:p>
          <a:p>
            <a:r>
              <a:rPr lang="zh-CN" altLang="en-US" dirty="0"/>
              <a:t>类比：相当于设备间的</a:t>
            </a:r>
            <a:r>
              <a:rPr lang="en-US" altLang="zh-CN" dirty="0"/>
              <a:t>“</a:t>
            </a:r>
            <a:r>
              <a:rPr lang="zh-CN" altLang="en-US" dirty="0"/>
              <a:t>高速公路网</a:t>
            </a:r>
            <a:r>
              <a:rPr lang="en-US" altLang="zh-CN" dirty="0"/>
              <a:t>”</a:t>
            </a:r>
            <a:r>
              <a:rPr lang="zh-CN" altLang="en-US" dirty="0"/>
              <a:t>，让数据自由流动。</a:t>
            </a:r>
            <a:endParaRPr lang="zh-CN" altLang="en-US" dirty="0"/>
          </a:p>
          <a:p>
            <a:r>
              <a:rPr lang="zh-CN" altLang="en-US" dirty="0"/>
              <a:t>分布式数据管理</a:t>
            </a:r>
            <a:endParaRPr lang="zh-CN" altLang="en-US" dirty="0"/>
          </a:p>
          <a:p>
            <a:r>
              <a:rPr lang="zh-CN" altLang="en-US" dirty="0"/>
              <a:t>功能：实现跨设备的数据同步、共享、一致性维护。</a:t>
            </a:r>
            <a:endParaRPr lang="zh-CN" altLang="en-US" dirty="0"/>
          </a:p>
          <a:p>
            <a:r>
              <a:rPr lang="zh-CN" altLang="en-US" dirty="0"/>
              <a:t>技术点：</a:t>
            </a:r>
            <a:endParaRPr lang="zh-CN" altLang="en-US" dirty="0"/>
          </a:p>
          <a:p>
            <a:r>
              <a:rPr lang="zh-CN" altLang="en-US" dirty="0"/>
              <a:t>分布式数据库（如</a:t>
            </a:r>
            <a:r>
              <a:rPr lang="en-US" altLang="zh-CN" dirty="0"/>
              <a:t> SQLite </a:t>
            </a:r>
            <a:r>
              <a:rPr lang="zh-CN" altLang="en-US" dirty="0"/>
              <a:t>分布式版本）</a:t>
            </a:r>
            <a:endParaRPr lang="zh-CN" altLang="en-US" dirty="0"/>
          </a:p>
          <a:p>
            <a:r>
              <a:rPr lang="zh-CN" altLang="en-US" dirty="0"/>
              <a:t>文件同步引擎</a:t>
            </a:r>
            <a:endParaRPr lang="zh-CN" altLang="en-US" dirty="0"/>
          </a:p>
          <a:p>
            <a:r>
              <a:rPr lang="zh-CN" altLang="en-US" dirty="0"/>
              <a:t>数据权限控制（谁可以访问哪份数据）</a:t>
            </a:r>
            <a:endParaRPr lang="zh-CN" altLang="en-US" dirty="0"/>
          </a:p>
          <a:p>
            <a:r>
              <a:rPr lang="zh-CN" altLang="en-US" dirty="0"/>
              <a:t>断点续传、冲突解决</a:t>
            </a:r>
            <a:endParaRPr lang="zh-CN" altLang="en-US" dirty="0"/>
          </a:p>
          <a:p>
            <a:r>
              <a:rPr lang="zh-CN" altLang="en-US" dirty="0"/>
              <a:t>示例：手机上编辑的文档，自动同步到平板继续编辑，且保持版本一致。</a:t>
            </a:r>
            <a:endParaRPr lang="zh-CN" altLang="en-US" dirty="0"/>
          </a:p>
          <a:p>
            <a:r>
              <a:rPr lang="zh-CN" altLang="en-US" dirty="0"/>
              <a:t>分布式任务调度</a:t>
            </a:r>
            <a:endParaRPr lang="zh-CN" altLang="en-US" dirty="0"/>
          </a:p>
          <a:p>
            <a:r>
              <a:rPr lang="zh-CN" altLang="en-US" dirty="0"/>
              <a:t>功能：根据任务需求、设备状态、用户习惯，智能分配任务到最优设备执行。</a:t>
            </a:r>
            <a:endParaRPr lang="zh-CN" altLang="en-US" dirty="0"/>
          </a:p>
          <a:p>
            <a:r>
              <a:rPr lang="zh-CN" altLang="en-US" dirty="0"/>
              <a:t>决策因素：</a:t>
            </a:r>
            <a:endParaRPr lang="zh-CN" altLang="en-US" dirty="0"/>
          </a:p>
          <a:p>
            <a:r>
              <a:rPr lang="zh-CN" altLang="en-US" dirty="0"/>
              <a:t>设备性能（</a:t>
            </a:r>
            <a:r>
              <a:rPr lang="en-US" altLang="zh-CN" dirty="0"/>
              <a:t>CPU/GPU/</a:t>
            </a:r>
            <a:r>
              <a:rPr lang="zh-CN" altLang="en-US" dirty="0"/>
              <a:t>内存）</a:t>
            </a:r>
            <a:endParaRPr lang="zh-CN" altLang="en-US" dirty="0"/>
          </a:p>
          <a:p>
            <a:r>
              <a:rPr lang="zh-CN" altLang="en-US" dirty="0"/>
              <a:t>当前负载</a:t>
            </a:r>
            <a:endParaRPr lang="zh-CN" altLang="en-US" dirty="0"/>
          </a:p>
          <a:p>
            <a:r>
              <a:rPr lang="zh-CN" altLang="en-US" dirty="0"/>
              <a:t>用户位置（靠近哪台设备）</a:t>
            </a:r>
            <a:endParaRPr lang="zh-CN" altLang="en-US" dirty="0"/>
          </a:p>
          <a:p>
            <a:r>
              <a:rPr lang="zh-CN" altLang="en-US" dirty="0"/>
              <a:t>安全等级（敏感任务只在高可信设备运行）</a:t>
            </a:r>
            <a:endParaRPr lang="zh-CN" altLang="en-US" dirty="0"/>
          </a:p>
          <a:p>
            <a:r>
              <a:rPr lang="zh-CN" altLang="en-US" dirty="0"/>
              <a:t>能耗策略（省电优先</a:t>
            </a:r>
            <a:r>
              <a:rPr lang="en-US" altLang="zh-CN" dirty="0"/>
              <a:t> or </a:t>
            </a:r>
            <a:r>
              <a:rPr lang="zh-CN" altLang="en-US" dirty="0"/>
              <a:t>性能优先）</a:t>
            </a:r>
            <a:endParaRPr lang="zh-CN" altLang="en-US" dirty="0"/>
          </a:p>
          <a:p>
            <a:r>
              <a:rPr lang="zh-CN" altLang="en-US" dirty="0"/>
              <a:t>示例：视频渲染任务自动分配到有大屏</a:t>
            </a:r>
            <a:r>
              <a:rPr lang="en-US" altLang="zh-CN" dirty="0"/>
              <a:t>+</a:t>
            </a:r>
            <a:r>
              <a:rPr lang="zh-CN" altLang="en-US" dirty="0"/>
              <a:t>强</a:t>
            </a:r>
            <a:r>
              <a:rPr lang="en-US" altLang="zh-CN" dirty="0"/>
              <a:t>GPU</a:t>
            </a:r>
            <a:r>
              <a:rPr lang="zh-CN" altLang="en-US" dirty="0"/>
              <a:t>的电脑；语音助手响应由最近的音箱处理。</a:t>
            </a:r>
            <a:endParaRPr lang="zh-CN" altLang="en-US" dirty="0"/>
          </a:p>
          <a:p>
            <a:r>
              <a:rPr lang="zh-CN" altLang="en-US" dirty="0"/>
              <a:t>⚙</a:t>
            </a:r>
            <a:r>
              <a:rPr lang="en-US" altLang="en-US" dirty="0"/>
              <a:t>️</a:t>
            </a:r>
            <a:r>
              <a:rPr lang="en-US" altLang="zh-CN" dirty="0"/>
              <a:t> </a:t>
            </a:r>
            <a:r>
              <a:rPr lang="zh-CN" altLang="en-US" dirty="0"/>
              <a:t>这四层共同构成</a:t>
            </a:r>
            <a:r>
              <a:rPr lang="en-US" altLang="zh-CN" dirty="0"/>
              <a:t>“</a:t>
            </a:r>
            <a:r>
              <a:rPr lang="zh-CN" altLang="en-US" dirty="0"/>
              <a:t>分布式操作系统</a:t>
            </a:r>
            <a:r>
              <a:rPr lang="en-US" altLang="zh-CN" dirty="0"/>
              <a:t>”</a:t>
            </a:r>
            <a:r>
              <a:rPr lang="zh-CN" altLang="en-US" dirty="0"/>
              <a:t>的核心引擎，使</a:t>
            </a:r>
            <a:r>
              <a:rPr lang="en-US" altLang="zh-CN" dirty="0"/>
              <a:t>“</a:t>
            </a:r>
            <a:r>
              <a:rPr lang="zh-CN" altLang="en-US" dirty="0"/>
              <a:t>超级终端</a:t>
            </a:r>
            <a:r>
              <a:rPr lang="en-US" altLang="zh-CN" dirty="0"/>
              <a:t>”</a:t>
            </a:r>
            <a:r>
              <a:rPr lang="zh-CN" altLang="en-US" dirty="0"/>
              <a:t>成为可能。</a:t>
            </a:r>
            <a:endParaRPr lang="zh-CN" altLang="en-US" dirty="0"/>
          </a:p>
          <a:p>
            <a:r>
              <a:rPr lang="en-US" altLang="en-US" dirty="0"/>
              <a:t>✅</a:t>
            </a:r>
            <a:r>
              <a:rPr lang="en-US" altLang="zh-CN" dirty="0"/>
              <a:t> </a:t>
            </a:r>
            <a:r>
              <a:rPr lang="zh-CN" altLang="en-US" dirty="0"/>
              <a:t>最底部：物理设备层</a:t>
            </a:r>
            <a:endParaRPr lang="zh-CN" altLang="en-US" dirty="0"/>
          </a:p>
          <a:p>
            <a:r>
              <a:rPr lang="zh-CN" altLang="en-US" dirty="0"/>
              <a:t>列出实际参与构建</a:t>
            </a:r>
            <a:r>
              <a:rPr lang="en-US" altLang="zh-CN" dirty="0"/>
              <a:t>“</a:t>
            </a:r>
            <a:r>
              <a:rPr lang="zh-CN" altLang="en-US" dirty="0"/>
              <a:t>超级终端</a:t>
            </a:r>
            <a:r>
              <a:rPr lang="en-US" altLang="zh-CN" dirty="0"/>
              <a:t>”</a:t>
            </a:r>
            <a:r>
              <a:rPr lang="zh-CN" altLang="en-US" dirty="0"/>
              <a:t>的各类终端设备：</a:t>
            </a:r>
            <a:endParaRPr lang="zh-CN" altLang="en-US" dirty="0"/>
          </a:p>
          <a:p>
            <a:r>
              <a:rPr lang="zh-CN" altLang="en-US" dirty="0"/>
              <a:t>文本</a:t>
            </a:r>
            <a:endParaRPr lang="zh-CN" altLang="en-US" dirty="0"/>
          </a:p>
          <a:p>
            <a:endParaRPr lang="en-US" altLang="zh-CN" dirty="0"/>
          </a:p>
          <a:p>
            <a:r>
              <a:rPr lang="zh-CN" altLang="en-US" dirty="0"/>
              <a:t>编辑</a:t>
            </a:r>
            <a:endParaRPr lang="zh-CN" altLang="en-US" dirty="0"/>
          </a:p>
          <a:p>
            <a:endParaRPr lang="en-US" altLang="zh-CN" dirty="0"/>
          </a:p>
          <a:p>
            <a:endParaRPr lang="en-US" altLang="zh-CN" dirty="0"/>
          </a:p>
          <a:p>
            <a:endParaRPr lang="en-US" altLang="zh-CN" dirty="0"/>
          </a:p>
          <a:p>
            <a:r>
              <a:rPr lang="zh-CN" altLang="en-US" dirty="0"/>
              <a:t>智能家居</a:t>
            </a:r>
            <a:r>
              <a:rPr lang="en-US" altLang="zh-CN" dirty="0"/>
              <a:t> | </a:t>
            </a:r>
            <a:r>
              <a:rPr lang="zh-CN" altLang="en-US" dirty="0"/>
              <a:t>手机</a:t>
            </a:r>
            <a:r>
              <a:rPr lang="en-US" altLang="zh-CN" dirty="0"/>
              <a:t> | </a:t>
            </a:r>
            <a:r>
              <a:rPr lang="zh-CN" altLang="en-US" dirty="0"/>
              <a:t>平板</a:t>
            </a:r>
            <a:r>
              <a:rPr lang="en-US" altLang="zh-CN" dirty="0"/>
              <a:t> | </a:t>
            </a:r>
            <a:r>
              <a:rPr lang="zh-CN" altLang="en-US" dirty="0"/>
              <a:t>手表</a:t>
            </a:r>
            <a:r>
              <a:rPr lang="en-US" altLang="zh-CN" dirty="0"/>
              <a:t> | </a:t>
            </a:r>
            <a:r>
              <a:rPr lang="zh-CN" altLang="en-US" dirty="0"/>
              <a:t>大屏</a:t>
            </a:r>
            <a:r>
              <a:rPr lang="en-US" altLang="zh-CN" dirty="0"/>
              <a:t> | </a:t>
            </a:r>
            <a:r>
              <a:rPr lang="zh-CN" altLang="en-US" dirty="0"/>
              <a:t>电脑</a:t>
            </a:r>
            <a:r>
              <a:rPr lang="en-US" altLang="zh-CN" dirty="0"/>
              <a:t> | </a:t>
            </a:r>
            <a:r>
              <a:rPr lang="zh-CN" altLang="en-US" dirty="0"/>
              <a:t>耳机</a:t>
            </a:r>
            <a:r>
              <a:rPr lang="en-US" altLang="zh-CN" dirty="0"/>
              <a:t> | </a:t>
            </a:r>
            <a:r>
              <a:rPr lang="zh-CN" altLang="en-US" dirty="0"/>
              <a:t>汽车</a:t>
            </a:r>
            <a:r>
              <a:rPr lang="en-US" altLang="zh-CN" dirty="0"/>
              <a:t> | </a:t>
            </a:r>
            <a:r>
              <a:rPr lang="zh-CN" altLang="en-US" dirty="0"/>
              <a:t>音箱</a:t>
            </a:r>
            <a:r>
              <a:rPr lang="en-US" altLang="zh-CN" dirty="0"/>
              <a:t> | ...</a:t>
            </a:r>
            <a:endParaRPr lang="en-US" altLang="zh-CN" dirty="0"/>
          </a:p>
          <a:p>
            <a:r>
              <a:rPr lang="zh-CN" altLang="en-US" dirty="0"/>
              <a:t>这些设备可以是华为自家产品，也可以是第三方兼容设备（通过</a:t>
            </a:r>
            <a:r>
              <a:rPr lang="en-US" altLang="zh-CN" dirty="0"/>
              <a:t> HiLink </a:t>
            </a:r>
            <a:r>
              <a:rPr lang="zh-CN" altLang="en-US" dirty="0"/>
              <a:t>或</a:t>
            </a:r>
            <a:r>
              <a:rPr lang="en-US" altLang="zh-CN" dirty="0"/>
              <a:t> OpenHarmony </a:t>
            </a:r>
            <a:r>
              <a:rPr lang="zh-CN" altLang="en-US" dirty="0"/>
              <a:t>生态接入）。</a:t>
            </a:r>
            <a:endParaRPr lang="zh-CN" altLang="en-US" dirty="0"/>
          </a:p>
          <a:p>
            <a:r>
              <a:rPr lang="zh-CN" altLang="en-US" dirty="0"/>
              <a:t>每个设备贡献其独特能力（如汽车的导航、手表的心率、音箱的音频），被上层虚拟化后统一调度。</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分布式任务调度：让应用能在不同设备间无缝迁移（如手机上玩游戏，切换到平板继续玩）。</a:t>
            </a:r>
            <a:endParaRPr lang="zh-CN" altLang="en-US" dirty="0"/>
          </a:p>
          <a:p>
            <a:r>
              <a:rPr lang="zh-CN" altLang="en-US" dirty="0"/>
              <a:t>分布式数据管理：跨设备数据库同步（如手机记事本自动同步到手表）。</a:t>
            </a:r>
            <a:endParaRPr lang="zh-CN" altLang="en-US" dirty="0"/>
          </a:p>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sym typeface="+mn-ea"/>
              </a:rPr>
              <a:t>分布式软总线：设备发现、连接、通信的</a:t>
            </a:r>
            <a:r>
              <a:rPr lang="en-US" altLang="zh-CN" dirty="0">
                <a:sym typeface="+mn-ea"/>
              </a:rPr>
              <a:t>“</a:t>
            </a:r>
            <a:r>
              <a:rPr lang="zh-CN" altLang="en-US" dirty="0">
                <a:sym typeface="+mn-ea"/>
              </a:rPr>
              <a:t>高速公路</a:t>
            </a:r>
            <a:r>
              <a:rPr lang="en-US" altLang="zh-CN" dirty="0">
                <a:sym typeface="+mn-ea"/>
              </a:rPr>
              <a:t>”</a:t>
            </a:r>
            <a:r>
              <a:rPr lang="zh-CN" altLang="en-US" dirty="0">
                <a:sym typeface="+mn-ea"/>
              </a:rPr>
              <a:t>，实现低延迟、高带宽的设备互联。</a:t>
            </a:r>
            <a:br>
              <a:rPr lang="zh-CN" altLang="en-US" dirty="0">
                <a:sym typeface="+mn-ea"/>
              </a:rPr>
            </a:br>
            <a:r>
              <a:rPr lang="en-US" altLang="zh-CN" dirty="0">
                <a:sym typeface="+mn-ea"/>
              </a:rPr>
              <a:t>1. </a:t>
            </a:r>
            <a:r>
              <a:rPr lang="zh-CN" altLang="en-US" dirty="0">
                <a:sym typeface="+mn-ea"/>
              </a:rPr>
              <a:t>什么是</a:t>
            </a:r>
            <a:r>
              <a:rPr lang="en-US" altLang="zh-CN" dirty="0">
                <a:sym typeface="+mn-ea"/>
              </a:rPr>
              <a:t>“</a:t>
            </a:r>
            <a:r>
              <a:rPr lang="zh-CN" altLang="en-US" dirty="0">
                <a:sym typeface="+mn-ea"/>
              </a:rPr>
              <a:t>软总线</a:t>
            </a:r>
            <a:r>
              <a:rPr lang="en-US" altLang="zh-CN" dirty="0">
                <a:sym typeface="+mn-ea"/>
              </a:rPr>
              <a:t>”</a:t>
            </a:r>
            <a:r>
              <a:rPr lang="zh-CN" altLang="en-US" dirty="0">
                <a:sym typeface="+mn-ea"/>
              </a:rPr>
              <a:t>？（核心比喻）</a:t>
            </a:r>
            <a:endParaRPr lang="zh-CN" altLang="en-US" dirty="0"/>
          </a:p>
          <a:p>
            <a:r>
              <a:rPr lang="en-US" altLang="en-US" dirty="0">
                <a:sym typeface="+mn-ea"/>
              </a:rPr>
              <a:t>❌</a:t>
            </a:r>
            <a:r>
              <a:rPr lang="en-US" altLang="zh-CN" dirty="0">
                <a:sym typeface="+mn-ea"/>
              </a:rPr>
              <a:t> </a:t>
            </a:r>
            <a:r>
              <a:rPr lang="zh-CN" altLang="en-US" dirty="0">
                <a:sym typeface="+mn-ea"/>
              </a:rPr>
              <a:t>传统方式：有线连接</a:t>
            </a:r>
            <a:r>
              <a:rPr lang="en-US" altLang="zh-CN" dirty="0">
                <a:sym typeface="+mn-ea"/>
              </a:rPr>
              <a:t> + </a:t>
            </a:r>
            <a:r>
              <a:rPr lang="zh-CN" altLang="en-US" dirty="0">
                <a:sym typeface="+mn-ea"/>
              </a:rPr>
              <a:t>繁琐配对</a:t>
            </a:r>
            <a:endParaRPr lang="zh-CN" altLang="en-US" dirty="0"/>
          </a:p>
          <a:p>
            <a:r>
              <a:rPr lang="zh-CN" altLang="en-US" dirty="0">
                <a:sym typeface="+mn-ea"/>
              </a:rPr>
              <a:t>以前，你想把手机画面投到电视上：</a:t>
            </a:r>
            <a:endParaRPr lang="zh-CN" altLang="en-US" dirty="0"/>
          </a:p>
          <a:p>
            <a:r>
              <a:rPr lang="zh-CN" altLang="en-US" dirty="0">
                <a:sym typeface="+mn-ea"/>
              </a:rPr>
              <a:t>打开电视，找到</a:t>
            </a:r>
            <a:r>
              <a:rPr lang="en-US" altLang="zh-CN" dirty="0">
                <a:sym typeface="+mn-ea"/>
              </a:rPr>
              <a:t> HDMI </a:t>
            </a:r>
            <a:r>
              <a:rPr lang="zh-CN" altLang="en-US" dirty="0">
                <a:sym typeface="+mn-ea"/>
              </a:rPr>
              <a:t>口。</a:t>
            </a:r>
            <a:endParaRPr lang="zh-CN" altLang="en-US" dirty="0"/>
          </a:p>
          <a:p>
            <a:r>
              <a:rPr lang="zh-CN" altLang="en-US" dirty="0">
                <a:sym typeface="+mn-ea"/>
              </a:rPr>
              <a:t>找一根</a:t>
            </a:r>
            <a:r>
              <a:rPr lang="en-US" altLang="zh-CN" dirty="0">
                <a:sym typeface="+mn-ea"/>
              </a:rPr>
              <a:t> HDMI </a:t>
            </a:r>
            <a:r>
              <a:rPr lang="zh-CN" altLang="en-US" dirty="0">
                <a:sym typeface="+mn-ea"/>
              </a:rPr>
              <a:t>线，一头插电视，一头插手机（或者用转接头）。</a:t>
            </a:r>
            <a:endParaRPr lang="zh-CN" altLang="en-US" dirty="0"/>
          </a:p>
          <a:p>
            <a:r>
              <a:rPr lang="zh-CN" altLang="en-US" dirty="0">
                <a:sym typeface="+mn-ea"/>
              </a:rPr>
              <a:t>如果无线投屏：打开</a:t>
            </a:r>
            <a:r>
              <a:rPr lang="en-US" altLang="zh-CN" dirty="0">
                <a:sym typeface="+mn-ea"/>
              </a:rPr>
              <a:t> WiFi -&gt; </a:t>
            </a:r>
            <a:r>
              <a:rPr lang="zh-CN" altLang="en-US" dirty="0">
                <a:sym typeface="+mn-ea"/>
              </a:rPr>
              <a:t>搜索设备</a:t>
            </a:r>
            <a:r>
              <a:rPr lang="en-US" altLang="zh-CN" dirty="0">
                <a:sym typeface="+mn-ea"/>
              </a:rPr>
              <a:t> -&gt; </a:t>
            </a:r>
            <a:r>
              <a:rPr lang="zh-CN" altLang="en-US" dirty="0">
                <a:sym typeface="+mn-ea"/>
              </a:rPr>
              <a:t>输入密码</a:t>
            </a:r>
            <a:r>
              <a:rPr lang="en-US" altLang="zh-CN" dirty="0">
                <a:sym typeface="+mn-ea"/>
              </a:rPr>
              <a:t>/</a:t>
            </a:r>
            <a:r>
              <a:rPr lang="zh-CN" altLang="en-US" dirty="0">
                <a:sym typeface="+mn-ea"/>
              </a:rPr>
              <a:t>验证码</a:t>
            </a:r>
            <a:r>
              <a:rPr lang="en-US" altLang="zh-CN" dirty="0">
                <a:sym typeface="+mn-ea"/>
              </a:rPr>
              <a:t> -&gt; </a:t>
            </a:r>
            <a:r>
              <a:rPr lang="zh-CN" altLang="en-US" dirty="0">
                <a:sym typeface="+mn-ea"/>
              </a:rPr>
              <a:t>等待连接</a:t>
            </a:r>
            <a:r>
              <a:rPr lang="en-US" altLang="zh-CN" dirty="0">
                <a:sym typeface="+mn-ea"/>
              </a:rPr>
              <a:t> -&gt; </a:t>
            </a:r>
            <a:r>
              <a:rPr lang="zh-CN" altLang="en-US" dirty="0">
                <a:sym typeface="+mn-ea"/>
              </a:rPr>
              <a:t>经常卡顿、断连。</a:t>
            </a:r>
            <a:endParaRPr lang="zh-CN" altLang="en-US" dirty="0"/>
          </a:p>
          <a:p>
            <a:r>
              <a:rPr lang="zh-CN" altLang="en-US" dirty="0">
                <a:sym typeface="+mn-ea"/>
              </a:rPr>
              <a:t>痛点：就像你要把两个房间连通，必须亲自拉一根网线过去。每连一个新设备，就要拉一次线。</a:t>
            </a:r>
            <a:endParaRPr lang="zh-CN" altLang="en-US" dirty="0"/>
          </a:p>
          <a:p>
            <a:r>
              <a:rPr lang="en-US" altLang="en-US" dirty="0">
                <a:sym typeface="+mn-ea"/>
              </a:rPr>
              <a:t>✅</a:t>
            </a:r>
            <a:r>
              <a:rPr lang="en-US" altLang="zh-CN" dirty="0">
                <a:sym typeface="+mn-ea"/>
              </a:rPr>
              <a:t> </a:t>
            </a:r>
            <a:r>
              <a:rPr lang="zh-CN" altLang="en-US" dirty="0">
                <a:sym typeface="+mn-ea"/>
              </a:rPr>
              <a:t>鸿蒙方式：分布式软总线</a:t>
            </a:r>
            <a:r>
              <a:rPr lang="en-US" altLang="zh-CN" dirty="0">
                <a:sym typeface="+mn-ea"/>
              </a:rPr>
              <a:t> = “</a:t>
            </a:r>
            <a:r>
              <a:rPr lang="zh-CN" altLang="en-US" dirty="0">
                <a:sym typeface="+mn-ea"/>
              </a:rPr>
              <a:t>隐形无线光纤</a:t>
            </a:r>
            <a:r>
              <a:rPr lang="en-US" altLang="zh-CN" dirty="0">
                <a:sym typeface="+mn-ea"/>
              </a:rPr>
              <a:t>”</a:t>
            </a:r>
            <a:endParaRPr lang="en-US" altLang="zh-CN" dirty="0"/>
          </a:p>
          <a:p>
            <a:r>
              <a:rPr lang="zh-CN" altLang="en-US" dirty="0">
                <a:sym typeface="+mn-ea"/>
              </a:rPr>
              <a:t>分布式软总线不需要你插线，也不需要你手动配对。</a:t>
            </a:r>
            <a:endParaRPr lang="zh-CN" altLang="en-US" dirty="0"/>
          </a:p>
          <a:p>
            <a:r>
              <a:rPr lang="zh-CN" altLang="en-US" dirty="0">
                <a:sym typeface="+mn-ea"/>
              </a:rPr>
              <a:t>它利用软件技术，把手机、平板、电视之间的</a:t>
            </a:r>
            <a:r>
              <a:rPr lang="en-US" altLang="zh-CN" dirty="0">
                <a:sym typeface="+mn-ea"/>
              </a:rPr>
              <a:t> WiFi</a:t>
            </a:r>
            <a:r>
              <a:rPr lang="zh-CN" altLang="en-US" dirty="0">
                <a:sym typeface="+mn-ea"/>
              </a:rPr>
              <a:t>、蓝牙、</a:t>
            </a:r>
            <a:r>
              <a:rPr lang="en-US" altLang="zh-CN" dirty="0">
                <a:sym typeface="+mn-ea"/>
              </a:rPr>
              <a:t>NFC </a:t>
            </a:r>
            <a:r>
              <a:rPr lang="zh-CN" altLang="en-US" dirty="0">
                <a:sym typeface="+mn-ea"/>
              </a:rPr>
              <a:t>等所有通信通道全部打通，合并成一条超高速、超低延迟的</a:t>
            </a:r>
            <a:r>
              <a:rPr lang="en-US" altLang="zh-CN" dirty="0">
                <a:sym typeface="+mn-ea"/>
              </a:rPr>
              <a:t>“</a:t>
            </a:r>
            <a:r>
              <a:rPr lang="zh-CN" altLang="en-US" dirty="0">
                <a:sym typeface="+mn-ea"/>
              </a:rPr>
              <a:t>虚拟数据高速公路</a:t>
            </a:r>
            <a:r>
              <a:rPr lang="en-US" altLang="zh-CN" dirty="0">
                <a:sym typeface="+mn-ea"/>
              </a:rPr>
              <a:t>”</a:t>
            </a:r>
            <a:r>
              <a:rPr lang="zh-CN" altLang="en-US" dirty="0">
                <a:sym typeface="+mn-ea"/>
              </a:rPr>
              <a:t>。</a:t>
            </a:r>
            <a:endParaRPr lang="zh-CN" altLang="en-US" dirty="0"/>
          </a:p>
          <a:p>
            <a:r>
              <a:rPr lang="zh-CN" altLang="en-US" dirty="0">
                <a:sym typeface="+mn-ea"/>
              </a:rPr>
              <a:t>效果：</a:t>
            </a:r>
            <a:endParaRPr lang="zh-CN" altLang="en-US" dirty="0"/>
          </a:p>
          <a:p>
            <a:r>
              <a:rPr lang="zh-CN" altLang="en-US" dirty="0">
                <a:sym typeface="+mn-ea"/>
              </a:rPr>
              <a:t>设备之间仿佛通过一根隐形的线连在了一起。</a:t>
            </a:r>
            <a:endParaRPr lang="zh-CN" altLang="en-US" dirty="0"/>
          </a:p>
          <a:p>
            <a:r>
              <a:rPr lang="zh-CN" altLang="en-US" dirty="0">
                <a:sym typeface="+mn-ea"/>
              </a:rPr>
              <a:t>对开发者来说，调用远处的设备（比如电视的摄像头），就像调用自己手机里的摄像头一样简单。</a:t>
            </a:r>
            <a:endParaRPr lang="zh-CN" altLang="en-US" dirty="0"/>
          </a:p>
          <a:p>
            <a:r>
              <a:rPr lang="zh-CN" altLang="en-US" dirty="0">
                <a:sym typeface="+mn-ea"/>
              </a:rPr>
              <a:t>对用户来说，设备靠近就自动连接，无需任何操作。</a:t>
            </a:r>
            <a:endParaRPr lang="zh-CN" altLang="en-US" dirty="0"/>
          </a:p>
          <a:p>
            <a:r>
              <a:rPr lang="zh-CN" altLang="en-US" dirty="0">
                <a:sym typeface="+mn-ea"/>
              </a:rPr>
              <a:t>🚀</a:t>
            </a:r>
            <a:r>
              <a:rPr lang="en-US" altLang="zh-CN" dirty="0">
                <a:sym typeface="+mn-ea"/>
              </a:rPr>
              <a:t> 2. </a:t>
            </a:r>
            <a:r>
              <a:rPr lang="zh-CN" altLang="en-US" dirty="0">
                <a:sym typeface="+mn-ea"/>
              </a:rPr>
              <a:t>它有多牛？（三大超能力）</a:t>
            </a:r>
            <a:endParaRPr lang="zh-CN" altLang="en-US" dirty="0"/>
          </a:p>
          <a:p>
            <a:r>
              <a:rPr lang="zh-CN" altLang="en-US" dirty="0">
                <a:sym typeface="+mn-ea"/>
              </a:rPr>
              <a:t>⚡</a:t>
            </a:r>
            <a:r>
              <a:rPr lang="en-US" altLang="zh-CN" dirty="0">
                <a:sym typeface="+mn-ea"/>
              </a:rPr>
              <a:t> </a:t>
            </a:r>
            <a:r>
              <a:rPr lang="zh-CN" altLang="en-US" dirty="0">
                <a:sym typeface="+mn-ea"/>
              </a:rPr>
              <a:t>能力一：自动发现，无感连接（靠近即连）</a:t>
            </a:r>
            <a:endParaRPr lang="zh-CN" altLang="en-US" dirty="0"/>
          </a:p>
          <a:p>
            <a:r>
              <a:rPr lang="zh-CN" altLang="en-US" dirty="0">
                <a:sym typeface="+mn-ea"/>
              </a:rPr>
              <a:t>场景：你拿着手机走到智慧屏（电视）旁边。</a:t>
            </a:r>
            <a:endParaRPr lang="zh-CN" altLang="en-US" dirty="0"/>
          </a:p>
          <a:p>
            <a:r>
              <a:rPr lang="zh-CN" altLang="en-US" dirty="0">
                <a:sym typeface="+mn-ea"/>
              </a:rPr>
              <a:t>传统：打开手机设置</a:t>
            </a:r>
            <a:r>
              <a:rPr lang="en-US" altLang="zh-CN" dirty="0">
                <a:sym typeface="+mn-ea"/>
              </a:rPr>
              <a:t> -&gt; </a:t>
            </a:r>
            <a:r>
              <a:rPr lang="zh-CN" altLang="en-US" dirty="0">
                <a:sym typeface="+mn-ea"/>
              </a:rPr>
              <a:t>蓝牙</a:t>
            </a:r>
            <a:r>
              <a:rPr lang="en-US" altLang="zh-CN" dirty="0">
                <a:sym typeface="+mn-ea"/>
              </a:rPr>
              <a:t>/WiFi -&gt; </a:t>
            </a:r>
            <a:r>
              <a:rPr lang="zh-CN" altLang="en-US" dirty="0">
                <a:sym typeface="+mn-ea"/>
              </a:rPr>
              <a:t>搜索</a:t>
            </a:r>
            <a:r>
              <a:rPr lang="en-US" altLang="zh-CN" dirty="0">
                <a:sym typeface="+mn-ea"/>
              </a:rPr>
              <a:t> -&gt; </a:t>
            </a:r>
            <a:r>
              <a:rPr lang="zh-CN" altLang="en-US" dirty="0">
                <a:sym typeface="+mn-ea"/>
              </a:rPr>
              <a:t>点击配对</a:t>
            </a:r>
            <a:r>
              <a:rPr lang="en-US" altLang="zh-CN" dirty="0">
                <a:sym typeface="+mn-ea"/>
              </a:rPr>
              <a:t> -&gt; </a:t>
            </a:r>
            <a:r>
              <a:rPr lang="zh-CN" altLang="en-US" dirty="0">
                <a:sym typeface="+mn-ea"/>
              </a:rPr>
              <a:t>确认。</a:t>
            </a:r>
            <a:endParaRPr lang="zh-CN" altLang="en-US" dirty="0"/>
          </a:p>
          <a:p>
            <a:r>
              <a:rPr lang="zh-CN" altLang="en-US" dirty="0">
                <a:sym typeface="+mn-ea"/>
              </a:rPr>
              <a:t>软总线：</a:t>
            </a:r>
            <a:endParaRPr lang="zh-CN" altLang="en-US" dirty="0"/>
          </a:p>
          <a:p>
            <a:r>
              <a:rPr lang="zh-CN" altLang="en-US" dirty="0">
                <a:sym typeface="+mn-ea"/>
              </a:rPr>
              <a:t>手机和电视通过低功耗蓝牙</a:t>
            </a:r>
            <a:r>
              <a:rPr lang="en-US" altLang="zh-CN" dirty="0">
                <a:sym typeface="+mn-ea"/>
              </a:rPr>
              <a:t>/NFC </a:t>
            </a:r>
            <a:r>
              <a:rPr lang="zh-CN" altLang="en-US" dirty="0">
                <a:sym typeface="+mn-ea"/>
              </a:rPr>
              <a:t>互相</a:t>
            </a:r>
            <a:r>
              <a:rPr lang="en-US" altLang="zh-CN" dirty="0">
                <a:sym typeface="+mn-ea"/>
              </a:rPr>
              <a:t>“</a:t>
            </a:r>
            <a:r>
              <a:rPr lang="zh-CN" altLang="en-US" dirty="0">
                <a:sym typeface="+mn-ea"/>
              </a:rPr>
              <a:t>喊话</a:t>
            </a:r>
            <a:r>
              <a:rPr lang="en-US" altLang="zh-CN" dirty="0">
                <a:sym typeface="+mn-ea"/>
              </a:rPr>
              <a:t>”</a:t>
            </a:r>
            <a:r>
              <a:rPr lang="zh-CN" altLang="en-US" dirty="0">
                <a:sym typeface="+mn-ea"/>
              </a:rPr>
              <a:t>：</a:t>
            </a:r>
            <a:r>
              <a:rPr lang="en-US" altLang="zh-CN" dirty="0">
                <a:sym typeface="+mn-ea"/>
              </a:rPr>
              <a:t>“</a:t>
            </a:r>
            <a:r>
              <a:rPr lang="zh-CN" altLang="en-US" dirty="0">
                <a:sym typeface="+mn-ea"/>
              </a:rPr>
              <a:t>我是华为手机，我是华为电视，咱们是一家的！</a:t>
            </a:r>
            <a:r>
              <a:rPr lang="en-US" altLang="zh-CN" dirty="0">
                <a:sym typeface="+mn-ea"/>
              </a:rPr>
              <a:t>”</a:t>
            </a:r>
            <a:endParaRPr lang="en-US" altLang="zh-CN" dirty="0"/>
          </a:p>
          <a:p>
            <a:r>
              <a:rPr lang="en-US" altLang="zh-CN" dirty="0">
                <a:sym typeface="+mn-ea"/>
              </a:rPr>
              <a:t>0.5 </a:t>
            </a:r>
            <a:r>
              <a:rPr lang="zh-CN" altLang="en-US" dirty="0">
                <a:sym typeface="+mn-ea"/>
              </a:rPr>
              <a:t>秒内自动建立高速连接。</a:t>
            </a:r>
            <a:endParaRPr lang="zh-CN" altLang="en-US" dirty="0"/>
          </a:p>
          <a:p>
            <a:r>
              <a:rPr lang="zh-CN" altLang="en-US" dirty="0">
                <a:sym typeface="+mn-ea"/>
              </a:rPr>
              <a:t>用户感觉：好像它们本来就长在一起。</a:t>
            </a:r>
            <a:endParaRPr lang="zh-CN" altLang="en-US" dirty="0"/>
          </a:p>
          <a:p>
            <a:r>
              <a:rPr lang="zh-CN" altLang="en-US" dirty="0">
                <a:sym typeface="+mn-ea"/>
              </a:rPr>
              <a:t>🏎</a:t>
            </a:r>
            <a:r>
              <a:rPr lang="en-US" altLang="en-US" dirty="0">
                <a:sym typeface="+mn-ea"/>
              </a:rPr>
              <a:t>️</a:t>
            </a:r>
            <a:r>
              <a:rPr lang="en-US" altLang="zh-CN" dirty="0">
                <a:sym typeface="+mn-ea"/>
              </a:rPr>
              <a:t> </a:t>
            </a:r>
            <a:r>
              <a:rPr lang="zh-CN" altLang="en-US" dirty="0">
                <a:sym typeface="+mn-ea"/>
              </a:rPr>
              <a:t>能力二：自适应传输（智能选路）</a:t>
            </a:r>
            <a:endParaRPr lang="zh-CN" altLang="en-US" dirty="0"/>
          </a:p>
          <a:p>
            <a:r>
              <a:rPr lang="zh-CN" altLang="en-US" dirty="0">
                <a:sym typeface="+mn-ea"/>
              </a:rPr>
              <a:t>这条</a:t>
            </a:r>
            <a:r>
              <a:rPr lang="en-US" altLang="zh-CN" dirty="0">
                <a:sym typeface="+mn-ea"/>
              </a:rPr>
              <a:t>“</a:t>
            </a:r>
            <a:r>
              <a:rPr lang="zh-CN" altLang="en-US" dirty="0">
                <a:sym typeface="+mn-ea"/>
              </a:rPr>
              <a:t>虚拟公路</a:t>
            </a:r>
            <a:r>
              <a:rPr lang="en-US" altLang="zh-CN" dirty="0">
                <a:sym typeface="+mn-ea"/>
              </a:rPr>
              <a:t>”</a:t>
            </a:r>
            <a:r>
              <a:rPr lang="zh-CN" altLang="en-US" dirty="0">
                <a:sym typeface="+mn-ea"/>
              </a:rPr>
              <a:t>非常聪明，它会根据路况自动选择最快的车道：</a:t>
            </a:r>
            <a:endParaRPr lang="zh-CN" altLang="en-US" dirty="0"/>
          </a:p>
          <a:p>
            <a:r>
              <a:rPr lang="zh-CN" altLang="en-US" dirty="0">
                <a:sym typeface="+mn-ea"/>
              </a:rPr>
              <a:t>传小文件</a:t>
            </a:r>
            <a:r>
              <a:rPr lang="en-US" altLang="zh-CN" dirty="0">
                <a:sym typeface="+mn-ea"/>
              </a:rPr>
              <a:t>/</a:t>
            </a:r>
            <a:r>
              <a:rPr lang="zh-CN" altLang="en-US" dirty="0">
                <a:sym typeface="+mn-ea"/>
              </a:rPr>
              <a:t>控制指令：自动走蓝牙通道（省电、快）。</a:t>
            </a:r>
            <a:endParaRPr lang="zh-CN" altLang="en-US" dirty="0"/>
          </a:p>
          <a:p>
            <a:r>
              <a:rPr lang="zh-CN" altLang="en-US" dirty="0">
                <a:sym typeface="+mn-ea"/>
              </a:rPr>
              <a:t>传高清视频</a:t>
            </a:r>
            <a:r>
              <a:rPr lang="en-US" altLang="zh-CN" dirty="0">
                <a:sym typeface="+mn-ea"/>
              </a:rPr>
              <a:t>/</a:t>
            </a:r>
            <a:r>
              <a:rPr lang="zh-CN" altLang="en-US" dirty="0">
                <a:sym typeface="+mn-ea"/>
              </a:rPr>
              <a:t>大文件：自动切换走</a:t>
            </a:r>
            <a:r>
              <a:rPr lang="en-US" altLang="zh-CN" dirty="0">
                <a:sym typeface="+mn-ea"/>
              </a:rPr>
              <a:t>WiFi </a:t>
            </a:r>
            <a:r>
              <a:rPr lang="zh-CN" altLang="en-US" dirty="0">
                <a:sym typeface="+mn-ea"/>
              </a:rPr>
              <a:t>直连通道（带宽大、速度快）。</a:t>
            </a:r>
            <a:endParaRPr lang="zh-CN" altLang="en-US" dirty="0"/>
          </a:p>
          <a:p>
            <a:r>
              <a:rPr lang="zh-CN" altLang="en-US" dirty="0">
                <a:sym typeface="+mn-ea"/>
              </a:rPr>
              <a:t>没网的时候：甚至可以用</a:t>
            </a:r>
            <a:r>
              <a:rPr lang="en-US" altLang="zh-CN" dirty="0">
                <a:sym typeface="+mn-ea"/>
              </a:rPr>
              <a:t>USB</a:t>
            </a:r>
            <a:r>
              <a:rPr lang="zh-CN" altLang="en-US" dirty="0">
                <a:sym typeface="+mn-ea"/>
              </a:rPr>
              <a:t>或近场通信临时搭桥。</a:t>
            </a:r>
            <a:endParaRPr lang="zh-CN" altLang="en-US" dirty="0"/>
          </a:p>
          <a:p>
            <a:r>
              <a:rPr lang="zh-CN" altLang="en-US" dirty="0">
                <a:sym typeface="+mn-ea"/>
              </a:rPr>
              <a:t>结果：你永远不用管底层是用什么传的，系统自动选最优路径，速度极快且稳定。</a:t>
            </a:r>
            <a:endParaRPr lang="zh-CN" altLang="en-US" dirty="0"/>
          </a:p>
          <a:p>
            <a:r>
              <a:rPr lang="zh-CN" altLang="en-US" dirty="0">
                <a:sym typeface="+mn-ea"/>
              </a:rPr>
              <a:t>🧩</a:t>
            </a:r>
            <a:r>
              <a:rPr lang="en-US" altLang="zh-CN" dirty="0">
                <a:sym typeface="+mn-ea"/>
              </a:rPr>
              <a:t> </a:t>
            </a:r>
            <a:r>
              <a:rPr lang="zh-CN" altLang="en-US" dirty="0">
                <a:sym typeface="+mn-ea"/>
              </a:rPr>
              <a:t>能力三：硬件虚拟化（借来用用）</a:t>
            </a:r>
            <a:endParaRPr lang="zh-CN" altLang="en-US" dirty="0"/>
          </a:p>
          <a:p>
            <a:r>
              <a:rPr lang="zh-CN" altLang="en-US" dirty="0">
                <a:sym typeface="+mn-ea"/>
              </a:rPr>
              <a:t>这是最神奇的地方！软总线能把远处设备的硬件，</a:t>
            </a:r>
            <a:r>
              <a:rPr lang="en-US" altLang="zh-CN" dirty="0">
                <a:sym typeface="+mn-ea"/>
              </a:rPr>
              <a:t>“</a:t>
            </a:r>
            <a:r>
              <a:rPr lang="zh-CN" altLang="en-US" dirty="0">
                <a:sym typeface="+mn-ea"/>
              </a:rPr>
              <a:t>变</a:t>
            </a:r>
            <a:r>
              <a:rPr lang="en-US" altLang="zh-CN" dirty="0">
                <a:sym typeface="+mn-ea"/>
              </a:rPr>
              <a:t>”</a:t>
            </a:r>
            <a:r>
              <a:rPr lang="zh-CN" altLang="en-US" dirty="0">
                <a:sym typeface="+mn-ea"/>
              </a:rPr>
              <a:t>成你本地的硬件。</a:t>
            </a:r>
            <a:endParaRPr lang="zh-CN" altLang="en-US" dirty="0"/>
          </a:p>
          <a:p>
            <a:r>
              <a:rPr lang="zh-CN" altLang="en-US" dirty="0">
                <a:sym typeface="+mn-ea"/>
              </a:rPr>
              <a:t>场景：你在用手机视频会议，但手机摄像头不够清晰，电池也不多了。</a:t>
            </a:r>
            <a:endParaRPr lang="zh-CN" altLang="en-US" dirty="0"/>
          </a:p>
          <a:p>
            <a:r>
              <a:rPr lang="zh-CN" altLang="en-US" dirty="0">
                <a:sym typeface="+mn-ea"/>
              </a:rPr>
              <a:t>操作：手机通过软总线，直接</a:t>
            </a:r>
            <a:r>
              <a:rPr lang="en-US" altLang="zh-CN" dirty="0">
                <a:sym typeface="+mn-ea"/>
              </a:rPr>
              <a:t>“</a:t>
            </a:r>
            <a:r>
              <a:rPr lang="zh-CN" altLang="en-US" dirty="0">
                <a:sym typeface="+mn-ea"/>
              </a:rPr>
              <a:t>借用</a:t>
            </a:r>
            <a:r>
              <a:rPr lang="en-US" altLang="zh-CN" dirty="0">
                <a:sym typeface="+mn-ea"/>
              </a:rPr>
              <a:t>”</a:t>
            </a:r>
            <a:r>
              <a:rPr lang="zh-CN" altLang="en-US" dirty="0">
                <a:sym typeface="+mn-ea"/>
              </a:rPr>
              <a:t>旁边平板的高清摄像头和麦克风，以及电视的大屏幕。</a:t>
            </a:r>
            <a:endParaRPr lang="zh-CN" altLang="en-US" dirty="0"/>
          </a:p>
          <a:p>
            <a:r>
              <a:rPr lang="zh-CN" altLang="en-US" dirty="0">
                <a:sym typeface="+mn-ea"/>
              </a:rPr>
              <a:t>原理：</a:t>
            </a:r>
            <a:endParaRPr lang="zh-CN" altLang="en-US" dirty="0"/>
          </a:p>
          <a:p>
            <a:r>
              <a:rPr lang="zh-CN" altLang="en-US" dirty="0">
                <a:sym typeface="+mn-ea"/>
              </a:rPr>
              <a:t>手机系统认为：</a:t>
            </a:r>
            <a:r>
              <a:rPr lang="en-US" altLang="zh-CN" dirty="0">
                <a:sym typeface="+mn-ea"/>
              </a:rPr>
              <a:t>“</a:t>
            </a:r>
            <a:r>
              <a:rPr lang="zh-CN" altLang="en-US" dirty="0">
                <a:sym typeface="+mn-ea"/>
              </a:rPr>
              <a:t>咦？我多出了一个高清摄像头？</a:t>
            </a:r>
            <a:r>
              <a:rPr lang="en-US" altLang="zh-CN" dirty="0">
                <a:sym typeface="+mn-ea"/>
              </a:rPr>
              <a:t>”</a:t>
            </a:r>
            <a:endParaRPr lang="en-US" altLang="zh-CN" dirty="0"/>
          </a:p>
          <a:p>
            <a:r>
              <a:rPr lang="zh-CN" altLang="en-US" dirty="0">
                <a:sym typeface="+mn-ea"/>
              </a:rPr>
              <a:t>其实那是平板的摄像头，只是数据通过软总线实时传过来了。</a:t>
            </a:r>
            <a:endParaRPr lang="zh-CN" altLang="en-US" dirty="0"/>
          </a:p>
          <a:p>
            <a:r>
              <a:rPr lang="zh-CN" altLang="en-US" dirty="0">
                <a:sym typeface="+mn-ea"/>
              </a:rPr>
              <a:t>体验：就像你的身体长出了第三只手，完全无感。</a:t>
            </a:r>
            <a:endParaRPr lang="zh-CN" altLang="en-US" dirty="0"/>
          </a:p>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a:t>分布式设备虚拟化</a:t>
            </a:r>
            <a:r>
              <a:rPr lang="en-US" altLang="zh-CN"/>
              <a:t> (Distributed Device Virtualization) </a:t>
            </a:r>
            <a:r>
              <a:rPr lang="zh-CN" altLang="en-US"/>
              <a:t>是鸿蒙系统</a:t>
            </a:r>
            <a:r>
              <a:rPr lang="en-US" altLang="zh-CN"/>
              <a:t>“</a:t>
            </a:r>
            <a:r>
              <a:rPr lang="zh-CN" altLang="en-US"/>
              <a:t>分布式软总线</a:t>
            </a:r>
            <a:r>
              <a:rPr lang="en-US" altLang="zh-CN"/>
              <a:t>”</a:t>
            </a:r>
            <a:r>
              <a:rPr lang="zh-CN" altLang="en-US"/>
              <a:t>技术的终极形态和核心目的。</a:t>
            </a:r>
            <a:endParaRPr lang="zh-CN" altLang="en-US"/>
          </a:p>
          <a:p>
            <a:r>
              <a:rPr lang="zh-CN" altLang="en-US"/>
              <a:t>如果说</a:t>
            </a:r>
            <a:r>
              <a:rPr lang="en-US" altLang="zh-CN"/>
              <a:t>“</a:t>
            </a:r>
            <a:r>
              <a:rPr lang="zh-CN" altLang="en-US"/>
              <a:t>软总线</a:t>
            </a:r>
            <a:r>
              <a:rPr lang="en-US" altLang="zh-CN"/>
              <a:t>”</a:t>
            </a:r>
            <a:r>
              <a:rPr lang="zh-CN" altLang="en-US"/>
              <a:t>是修了一条高速公路，那么</a:t>
            </a:r>
            <a:r>
              <a:rPr lang="en-US" altLang="zh-CN"/>
              <a:t>“</a:t>
            </a:r>
            <a:r>
              <a:rPr lang="zh-CN" altLang="en-US"/>
              <a:t>设备虚拟化</a:t>
            </a:r>
            <a:r>
              <a:rPr lang="en-US" altLang="zh-CN"/>
              <a:t>”</a:t>
            </a:r>
            <a:r>
              <a:rPr lang="zh-CN" altLang="en-US"/>
              <a:t>就是让路上的车（数据）可以随意变形，让远处的硬件看起来就像长在你本地一样。</a:t>
            </a:r>
            <a:endParaRPr lang="zh-CN" altLang="en-US"/>
          </a:p>
          <a:p>
            <a:r>
              <a:rPr lang="zh-CN" altLang="en-US"/>
              <a:t>🪄</a:t>
            </a:r>
            <a:r>
              <a:rPr lang="en-US" altLang="zh-CN"/>
              <a:t> 1. </a:t>
            </a:r>
            <a:r>
              <a:rPr lang="zh-CN" altLang="en-US"/>
              <a:t>核心概念：把</a:t>
            </a:r>
            <a:r>
              <a:rPr lang="en-US" altLang="zh-CN"/>
              <a:t>“</a:t>
            </a:r>
            <a:r>
              <a:rPr lang="zh-CN" altLang="en-US"/>
              <a:t>别人的</a:t>
            </a:r>
            <a:r>
              <a:rPr lang="en-US" altLang="zh-CN"/>
              <a:t>”</a:t>
            </a:r>
            <a:r>
              <a:rPr lang="zh-CN" altLang="en-US"/>
              <a:t>变成</a:t>
            </a:r>
            <a:r>
              <a:rPr lang="en-US" altLang="zh-CN"/>
              <a:t>“</a:t>
            </a:r>
            <a:r>
              <a:rPr lang="zh-CN" altLang="en-US"/>
              <a:t>自己的</a:t>
            </a:r>
            <a:r>
              <a:rPr lang="en-US" altLang="zh-CN"/>
              <a:t>”</a:t>
            </a:r>
            <a:endParaRPr lang="en-US" altLang="zh-CN"/>
          </a:p>
          <a:p>
            <a:r>
              <a:rPr lang="zh-CN" altLang="en-US"/>
              <a:t>在传统世界里：</a:t>
            </a:r>
            <a:endParaRPr lang="zh-CN" altLang="en-US"/>
          </a:p>
          <a:p>
            <a:r>
              <a:rPr lang="zh-CN" altLang="en-US"/>
              <a:t>手机的摄像头</a:t>
            </a:r>
            <a:r>
              <a:rPr lang="en-US" altLang="zh-CN"/>
              <a:t> </a:t>
            </a:r>
            <a:r>
              <a:rPr lang="zh-CN" altLang="en-US"/>
              <a:t>只能</a:t>
            </a:r>
            <a:r>
              <a:rPr lang="en-US" altLang="zh-CN"/>
              <a:t> </a:t>
            </a:r>
            <a:r>
              <a:rPr lang="zh-CN" altLang="en-US"/>
              <a:t>手机用。</a:t>
            </a:r>
            <a:endParaRPr lang="zh-CN" altLang="en-US"/>
          </a:p>
          <a:p>
            <a:r>
              <a:rPr lang="zh-CN" altLang="en-US"/>
              <a:t>电视的屏幕</a:t>
            </a:r>
            <a:r>
              <a:rPr lang="en-US" altLang="zh-CN"/>
              <a:t> </a:t>
            </a:r>
            <a:r>
              <a:rPr lang="zh-CN" altLang="en-US"/>
              <a:t>只能</a:t>
            </a:r>
            <a:r>
              <a:rPr lang="en-US" altLang="zh-CN"/>
              <a:t> </a:t>
            </a:r>
            <a:r>
              <a:rPr lang="zh-CN" altLang="en-US"/>
              <a:t>电视用。</a:t>
            </a:r>
            <a:endParaRPr lang="zh-CN" altLang="en-US"/>
          </a:p>
          <a:p>
            <a:r>
              <a:rPr lang="zh-CN" altLang="en-US"/>
              <a:t>音箱的喇叭</a:t>
            </a:r>
            <a:r>
              <a:rPr lang="en-US" altLang="zh-CN"/>
              <a:t> </a:t>
            </a:r>
            <a:r>
              <a:rPr lang="zh-CN" altLang="en-US"/>
              <a:t>只能</a:t>
            </a:r>
            <a:r>
              <a:rPr lang="en-US" altLang="zh-CN"/>
              <a:t> </a:t>
            </a:r>
            <a:r>
              <a:rPr lang="zh-CN" altLang="en-US"/>
              <a:t>音箱用。</a:t>
            </a:r>
            <a:endParaRPr lang="zh-CN" altLang="en-US"/>
          </a:p>
          <a:p>
            <a:r>
              <a:rPr lang="zh-CN" altLang="en-US"/>
              <a:t>界限分明，硬件被物理外壳锁死了。</a:t>
            </a:r>
            <a:endParaRPr lang="zh-CN" altLang="en-US"/>
          </a:p>
          <a:p>
            <a:r>
              <a:rPr lang="zh-CN" altLang="en-US"/>
              <a:t>在鸿蒙的分布式设备虚拟化世界里：</a:t>
            </a:r>
            <a:endParaRPr lang="zh-CN" altLang="en-US"/>
          </a:p>
          <a:p>
            <a:r>
              <a:rPr lang="zh-CN" altLang="en-US"/>
              <a:t>这个界限被打破了。</a:t>
            </a:r>
            <a:endParaRPr lang="zh-CN" altLang="en-US"/>
          </a:p>
          <a:p>
            <a:r>
              <a:rPr lang="zh-CN" altLang="en-US"/>
              <a:t>系统通过软件技术，把周围设备的硬件能力（摄像头、屏幕、麦克风、传感器、算力）</a:t>
            </a:r>
            <a:r>
              <a:rPr lang="en-US" altLang="zh-CN"/>
              <a:t>“</a:t>
            </a:r>
            <a:r>
              <a:rPr lang="zh-CN" altLang="en-US"/>
              <a:t>抽取</a:t>
            </a:r>
            <a:r>
              <a:rPr lang="en-US" altLang="zh-CN"/>
              <a:t>”</a:t>
            </a:r>
            <a:r>
              <a:rPr lang="zh-CN" altLang="en-US"/>
              <a:t>出来，变成一个个虚拟的硬件资源池。</a:t>
            </a:r>
            <a:endParaRPr lang="zh-CN" altLang="en-US"/>
          </a:p>
          <a:p>
            <a:r>
              <a:rPr lang="zh-CN" altLang="en-US"/>
              <a:t>然后，根据你的需求，把这些虚拟资源</a:t>
            </a:r>
            <a:r>
              <a:rPr lang="en-US" altLang="zh-CN"/>
              <a:t>“</a:t>
            </a:r>
            <a:r>
              <a:rPr lang="zh-CN" altLang="en-US"/>
              <a:t>重组</a:t>
            </a:r>
            <a:r>
              <a:rPr lang="en-US" altLang="zh-CN"/>
              <a:t>”</a:t>
            </a:r>
            <a:r>
              <a:rPr lang="zh-CN" altLang="en-US"/>
              <a:t>到你当前的设备上。</a:t>
            </a:r>
            <a:endParaRPr lang="zh-CN" altLang="en-US"/>
          </a:p>
          <a:p>
            <a:r>
              <a:rPr lang="zh-CN" altLang="en-US"/>
              <a:t>结果：</a:t>
            </a:r>
            <a:endParaRPr lang="zh-CN" altLang="en-US"/>
          </a:p>
          <a:p>
            <a:r>
              <a:rPr lang="zh-CN" altLang="en-US"/>
              <a:t>你手里的手机，可以瞬间</a:t>
            </a:r>
            <a:r>
              <a:rPr lang="en-US" altLang="zh-CN"/>
              <a:t>“</a:t>
            </a:r>
            <a:r>
              <a:rPr lang="zh-CN" altLang="en-US"/>
              <a:t>借用</a:t>
            </a:r>
            <a:r>
              <a:rPr lang="en-US" altLang="zh-CN"/>
              <a:t>”</a:t>
            </a:r>
            <a:r>
              <a:rPr lang="zh-CN" altLang="en-US"/>
              <a:t>电视的大屏幕、音箱的低音炮、平板的算力，组合成一个超级虚拟手机。</a:t>
            </a:r>
            <a:endParaRPr lang="zh-CN" altLang="en-US"/>
          </a:p>
          <a:p>
            <a:r>
              <a:rPr lang="zh-CN" altLang="en-US"/>
              <a:t>对</a:t>
            </a:r>
            <a:r>
              <a:rPr lang="en-US" altLang="zh-CN"/>
              <a:t>APP</a:t>
            </a:r>
            <a:r>
              <a:rPr lang="zh-CN" altLang="en-US"/>
              <a:t>来说，它根本不知道这些硬件是远程的，它以为它们就在本地！</a:t>
            </a:r>
            <a:endParaRPr lang="zh-CN" altLang="en-US"/>
          </a:p>
          <a:p>
            <a:r>
              <a:rPr lang="zh-CN" altLang="en-US"/>
              <a:t>🏗</a:t>
            </a:r>
            <a:r>
              <a:rPr lang="en-US" altLang="en-US"/>
              <a:t>️</a:t>
            </a:r>
            <a:r>
              <a:rPr lang="en-US" altLang="zh-CN"/>
              <a:t> 2. </a:t>
            </a:r>
            <a:r>
              <a:rPr lang="zh-CN" altLang="en-US"/>
              <a:t>它是怎么做到的？（三步走）</a:t>
            </a:r>
            <a:endParaRPr lang="zh-CN" altLang="en-US"/>
          </a:p>
          <a:p>
            <a:r>
              <a:rPr lang="zh-CN" altLang="en-US"/>
              <a:t>这个过程就像是在变魔术，分为三步：</a:t>
            </a:r>
            <a:endParaRPr lang="zh-CN" altLang="en-US"/>
          </a:p>
          <a:p>
            <a:r>
              <a:rPr lang="zh-CN" altLang="en-US"/>
              <a:t>第一步：能力抽象（拆解）</a:t>
            </a:r>
            <a:endParaRPr lang="zh-CN" altLang="en-US"/>
          </a:p>
          <a:p>
            <a:r>
              <a:rPr lang="zh-CN" altLang="en-US"/>
              <a:t>系统把每个设备的硬件都</a:t>
            </a:r>
            <a:r>
              <a:rPr lang="en-US" altLang="zh-CN"/>
              <a:t>“</a:t>
            </a:r>
            <a:r>
              <a:rPr lang="zh-CN" altLang="en-US"/>
              <a:t>拆解</a:t>
            </a:r>
            <a:r>
              <a:rPr lang="en-US" altLang="zh-CN"/>
              <a:t>”</a:t>
            </a:r>
            <a:r>
              <a:rPr lang="zh-CN" altLang="en-US"/>
              <a:t>成标准化的数据流。</a:t>
            </a:r>
            <a:endParaRPr lang="zh-CN" altLang="en-US"/>
          </a:p>
          <a:p>
            <a:r>
              <a:rPr lang="zh-CN" altLang="en-US"/>
              <a:t>电视的屏幕</a:t>
            </a:r>
            <a:r>
              <a:rPr lang="en-US" altLang="zh-CN"/>
              <a:t> </a:t>
            </a:r>
            <a:endParaRPr lang="en-US" altLang="zh-CN"/>
          </a:p>
          <a:p>
            <a:r>
              <a:rPr lang="en-US" altLang="en-US"/>
              <a:t>→</a:t>
            </a:r>
            <a:endParaRPr lang="en-US" altLang="en-US"/>
          </a:p>
          <a:p>
            <a:r>
              <a:rPr lang="en-US" altLang="en-US"/>
              <a:t>→</a:t>
            </a:r>
            <a:r>
              <a:rPr lang="en-US" altLang="zh-CN"/>
              <a:t> </a:t>
            </a:r>
            <a:r>
              <a:rPr lang="zh-CN" altLang="en-US"/>
              <a:t>变成一个</a:t>
            </a:r>
            <a:r>
              <a:rPr lang="en-US" altLang="zh-CN"/>
              <a:t>“</a:t>
            </a:r>
            <a:r>
              <a:rPr lang="zh-CN" altLang="en-US"/>
              <a:t>虚拟显示输出接口</a:t>
            </a:r>
            <a:r>
              <a:rPr lang="en-US" altLang="zh-CN"/>
              <a:t>”</a:t>
            </a:r>
            <a:r>
              <a:rPr lang="zh-CN" altLang="en-US"/>
              <a:t>。</a:t>
            </a:r>
            <a:endParaRPr lang="zh-CN" altLang="en-US"/>
          </a:p>
          <a:p>
            <a:r>
              <a:rPr lang="zh-CN" altLang="en-US"/>
              <a:t>手机的摄像头</a:t>
            </a:r>
            <a:r>
              <a:rPr lang="en-US" altLang="zh-CN"/>
              <a:t> </a:t>
            </a:r>
            <a:endParaRPr lang="en-US" altLang="zh-CN"/>
          </a:p>
          <a:p>
            <a:r>
              <a:rPr lang="en-US" altLang="en-US"/>
              <a:t>→</a:t>
            </a:r>
            <a:endParaRPr lang="en-US" altLang="en-US"/>
          </a:p>
          <a:p>
            <a:r>
              <a:rPr lang="en-US" altLang="en-US"/>
              <a:t>→</a:t>
            </a:r>
            <a:r>
              <a:rPr lang="en-US" altLang="zh-CN"/>
              <a:t> </a:t>
            </a:r>
            <a:r>
              <a:rPr lang="zh-CN" altLang="en-US"/>
              <a:t>变成一个</a:t>
            </a:r>
            <a:r>
              <a:rPr lang="en-US" altLang="zh-CN"/>
              <a:t>“</a:t>
            </a:r>
            <a:r>
              <a:rPr lang="zh-CN" altLang="en-US"/>
              <a:t>虚拟视频输入流</a:t>
            </a:r>
            <a:r>
              <a:rPr lang="en-US" altLang="zh-CN"/>
              <a:t>”</a:t>
            </a:r>
            <a:r>
              <a:rPr lang="zh-CN" altLang="en-US"/>
              <a:t>。</a:t>
            </a:r>
            <a:endParaRPr lang="zh-CN" altLang="en-US"/>
          </a:p>
          <a:p>
            <a:r>
              <a:rPr lang="zh-CN" altLang="en-US"/>
              <a:t>音箱的麦克风</a:t>
            </a:r>
            <a:r>
              <a:rPr lang="en-US" altLang="zh-CN"/>
              <a:t> </a:t>
            </a:r>
            <a:endParaRPr lang="en-US" altLang="zh-CN"/>
          </a:p>
          <a:p>
            <a:r>
              <a:rPr lang="en-US" altLang="en-US"/>
              <a:t>→</a:t>
            </a:r>
            <a:endParaRPr lang="en-US" altLang="en-US"/>
          </a:p>
          <a:p>
            <a:r>
              <a:rPr lang="en-US" altLang="en-US"/>
              <a:t>→</a:t>
            </a:r>
            <a:r>
              <a:rPr lang="en-US" altLang="zh-CN"/>
              <a:t> </a:t>
            </a:r>
            <a:r>
              <a:rPr lang="zh-CN" altLang="en-US"/>
              <a:t>变成一个</a:t>
            </a:r>
            <a:r>
              <a:rPr lang="en-US" altLang="zh-CN"/>
              <a:t>“</a:t>
            </a:r>
            <a:r>
              <a:rPr lang="zh-CN" altLang="en-US"/>
              <a:t>虚拟音频输入通道</a:t>
            </a:r>
            <a:r>
              <a:rPr lang="en-US" altLang="zh-CN"/>
              <a:t>”</a:t>
            </a:r>
            <a:r>
              <a:rPr lang="zh-CN" altLang="en-US"/>
              <a:t>。</a:t>
            </a:r>
            <a:endParaRPr lang="zh-CN" altLang="en-US"/>
          </a:p>
          <a:p>
            <a:r>
              <a:rPr lang="zh-CN" altLang="en-US"/>
              <a:t>关键：不管原来是三星的屏还是索尼的摄像头，拆出来后都是标准格式的数据。</a:t>
            </a:r>
            <a:endParaRPr lang="zh-CN" altLang="en-US"/>
          </a:p>
          <a:p>
            <a:r>
              <a:rPr lang="zh-CN" altLang="en-US"/>
              <a:t>第二步：按需重组（拼装）</a:t>
            </a:r>
            <a:endParaRPr lang="zh-CN" altLang="en-US"/>
          </a:p>
          <a:p>
            <a:r>
              <a:rPr lang="zh-CN" altLang="en-US"/>
              <a:t>当你需要某个功能时，系统动态地把这些标准数据流拼在一起。</a:t>
            </a:r>
            <a:endParaRPr lang="zh-CN" altLang="en-US"/>
          </a:p>
          <a:p>
            <a:r>
              <a:rPr lang="zh-CN" altLang="en-US"/>
              <a:t>场景：你要开视频会议，但手机电量低、屏幕小。</a:t>
            </a:r>
            <a:endParaRPr lang="zh-CN" altLang="en-US"/>
          </a:p>
          <a:p>
            <a:r>
              <a:rPr lang="zh-CN" altLang="en-US"/>
              <a:t>操作：</a:t>
            </a:r>
            <a:endParaRPr lang="zh-CN" altLang="en-US"/>
          </a:p>
          <a:p>
            <a:r>
              <a:rPr lang="zh-CN" altLang="en-US"/>
              <a:t>系统发现旁边有台平板（大屏、大电池）。</a:t>
            </a:r>
            <a:endParaRPr lang="zh-CN" altLang="en-US"/>
          </a:p>
          <a:p>
            <a:r>
              <a:rPr lang="zh-CN" altLang="en-US"/>
              <a:t>系统发现旁边有个智慧屏（高清摄像头）。</a:t>
            </a:r>
            <a:endParaRPr lang="zh-CN" altLang="en-US"/>
          </a:p>
          <a:p>
            <a:r>
              <a:rPr lang="zh-CN" altLang="en-US"/>
              <a:t>虚拟化引擎立刻构建一个</a:t>
            </a:r>
            <a:r>
              <a:rPr lang="en-US" altLang="zh-CN"/>
              <a:t>“</a:t>
            </a:r>
            <a:r>
              <a:rPr lang="zh-CN" altLang="en-US"/>
              <a:t>虚拟会议终端</a:t>
            </a:r>
            <a:r>
              <a:rPr lang="en-US" altLang="zh-CN"/>
              <a:t>”</a:t>
            </a:r>
            <a:r>
              <a:rPr lang="zh-CN" altLang="en-US"/>
              <a:t>：</a:t>
            </a:r>
            <a:endParaRPr lang="zh-CN" altLang="en-US"/>
          </a:p>
          <a:p>
            <a:r>
              <a:rPr lang="zh-CN" altLang="en-US"/>
              <a:t>屏幕：调用平板的虚拟显示接口。</a:t>
            </a:r>
            <a:endParaRPr lang="zh-CN" altLang="en-US"/>
          </a:p>
          <a:p>
            <a:r>
              <a:rPr lang="zh-CN" altLang="en-US"/>
              <a:t>摄像头：调用智慧屏的虚拟视频流。</a:t>
            </a:r>
            <a:endParaRPr lang="zh-CN" altLang="en-US"/>
          </a:p>
          <a:p>
            <a:r>
              <a:rPr lang="zh-CN" altLang="en-US"/>
              <a:t>麦克风：调用手机本地的（或者音箱的）。</a:t>
            </a:r>
            <a:endParaRPr lang="zh-CN" altLang="en-US"/>
          </a:p>
          <a:p>
            <a:r>
              <a:rPr lang="zh-CN" altLang="en-US"/>
              <a:t>算力：调用平板的</a:t>
            </a:r>
            <a:r>
              <a:rPr lang="en-US" altLang="zh-CN"/>
              <a:t>NPU</a:t>
            </a:r>
            <a:r>
              <a:rPr lang="zh-CN" altLang="en-US"/>
              <a:t>来美化图像。</a:t>
            </a:r>
            <a:endParaRPr lang="zh-CN" altLang="en-US"/>
          </a:p>
          <a:p>
            <a:r>
              <a:rPr lang="zh-CN" altLang="en-US"/>
              <a:t>第三步：透明调用（无感）</a:t>
            </a:r>
            <a:endParaRPr lang="zh-CN" altLang="en-US"/>
          </a:p>
          <a:p>
            <a:r>
              <a:rPr lang="zh-CN" altLang="en-US"/>
              <a:t>这是最厉害的一步！</a:t>
            </a:r>
            <a:endParaRPr lang="zh-CN" altLang="en-US"/>
          </a:p>
          <a:p>
            <a:r>
              <a:rPr lang="en-US" altLang="zh-CN"/>
              <a:t>APP</a:t>
            </a:r>
            <a:r>
              <a:rPr lang="zh-CN" altLang="en-US"/>
              <a:t>（比如微信会议）发出的指令是：</a:t>
            </a:r>
            <a:r>
              <a:rPr lang="en-US" altLang="zh-CN"/>
              <a:t>“</a:t>
            </a:r>
            <a:r>
              <a:rPr lang="zh-CN" altLang="en-US"/>
              <a:t>打开摄像头，投射到屏幕</a:t>
            </a:r>
            <a:r>
              <a:rPr lang="en-US" altLang="zh-CN"/>
              <a:t>”</a:t>
            </a:r>
            <a:r>
              <a:rPr lang="zh-CN" altLang="en-US"/>
              <a:t>。</a:t>
            </a:r>
            <a:endParaRPr lang="zh-CN" altLang="en-US"/>
          </a:p>
          <a:p>
            <a:r>
              <a:rPr lang="zh-CN" altLang="en-US"/>
              <a:t>操作系统拦截这个指令，偷偷把它转发给远程的智慧屏摄像头和远程的平板屏幕。</a:t>
            </a:r>
            <a:endParaRPr lang="zh-CN" altLang="en-US"/>
          </a:p>
          <a:p>
            <a:r>
              <a:rPr lang="en-US" altLang="zh-CN"/>
              <a:t>APP</a:t>
            </a:r>
            <a:r>
              <a:rPr lang="zh-CN" altLang="en-US"/>
              <a:t>完全不知情！它以为自己在操作本地硬件。</a:t>
            </a:r>
            <a:endParaRPr lang="zh-CN" altLang="en-US"/>
          </a:p>
          <a:p>
            <a:r>
              <a:rPr lang="zh-CN" altLang="en-US"/>
              <a:t>用户也完全不知情！只觉得</a:t>
            </a:r>
            <a:r>
              <a:rPr lang="en-US" altLang="zh-CN"/>
              <a:t>“</a:t>
            </a:r>
            <a:r>
              <a:rPr lang="zh-CN" altLang="en-US"/>
              <a:t>哇，我的手机怎么突然变强了？</a:t>
            </a:r>
            <a:r>
              <a:rPr lang="en-US" altLang="zh-CN"/>
              <a:t>”</a:t>
            </a:r>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a:t>分布式数据管理</a:t>
            </a:r>
            <a:r>
              <a:rPr lang="en-US" altLang="zh-CN"/>
              <a:t> (Distributed Data Management) </a:t>
            </a:r>
            <a:r>
              <a:rPr lang="zh-CN" altLang="en-US"/>
              <a:t>是鸿蒙系统</a:t>
            </a:r>
            <a:r>
              <a:rPr lang="en-US" altLang="zh-CN"/>
              <a:t>“</a:t>
            </a:r>
            <a:r>
              <a:rPr lang="zh-CN" altLang="en-US"/>
              <a:t>全家桶</a:t>
            </a:r>
            <a:r>
              <a:rPr lang="en-US" altLang="zh-CN"/>
              <a:t>”</a:t>
            </a:r>
            <a:r>
              <a:rPr lang="zh-CN" altLang="en-US"/>
              <a:t>体验的大脑和记忆中枢。</a:t>
            </a:r>
            <a:endParaRPr lang="zh-CN" altLang="en-US"/>
          </a:p>
          <a:p>
            <a:r>
              <a:rPr lang="zh-CN" altLang="en-US"/>
              <a:t>如果说：</a:t>
            </a:r>
            <a:endParaRPr lang="zh-CN" altLang="en-US"/>
          </a:p>
          <a:p>
            <a:r>
              <a:rPr lang="en-US" altLang="zh-CN"/>
              <a:t>HDF </a:t>
            </a:r>
            <a:r>
              <a:rPr lang="zh-CN" altLang="en-US"/>
              <a:t>是让硬件能插拔的</a:t>
            </a:r>
            <a:r>
              <a:rPr lang="en-US" altLang="zh-CN"/>
              <a:t>“</a:t>
            </a:r>
            <a:r>
              <a:rPr lang="zh-CN" altLang="en-US"/>
              <a:t>手脚</a:t>
            </a:r>
            <a:r>
              <a:rPr lang="en-US" altLang="zh-CN"/>
              <a:t>”</a:t>
            </a:r>
            <a:r>
              <a:rPr lang="zh-CN" altLang="en-US"/>
              <a:t>。</a:t>
            </a:r>
            <a:endParaRPr lang="zh-CN" altLang="en-US"/>
          </a:p>
          <a:p>
            <a:r>
              <a:rPr lang="zh-CN" altLang="en-US"/>
              <a:t>软总线</a:t>
            </a:r>
            <a:r>
              <a:rPr lang="en-US" altLang="zh-CN"/>
              <a:t> </a:t>
            </a:r>
            <a:r>
              <a:rPr lang="zh-CN" altLang="en-US"/>
              <a:t>是连接设备的</a:t>
            </a:r>
            <a:r>
              <a:rPr lang="en-US" altLang="zh-CN"/>
              <a:t>“</a:t>
            </a:r>
            <a:r>
              <a:rPr lang="zh-CN" altLang="en-US"/>
              <a:t>神经</a:t>
            </a:r>
            <a:r>
              <a:rPr lang="en-US" altLang="zh-CN"/>
              <a:t>”</a:t>
            </a:r>
            <a:r>
              <a:rPr lang="zh-CN" altLang="en-US"/>
              <a:t>。</a:t>
            </a:r>
            <a:endParaRPr lang="zh-CN" altLang="en-US"/>
          </a:p>
          <a:p>
            <a:r>
              <a:rPr lang="zh-CN" altLang="en-US"/>
              <a:t>设备虚拟化</a:t>
            </a:r>
            <a:r>
              <a:rPr lang="en-US" altLang="zh-CN"/>
              <a:t> </a:t>
            </a:r>
            <a:r>
              <a:rPr lang="zh-CN" altLang="en-US"/>
              <a:t>是借来硬件的</a:t>
            </a:r>
            <a:r>
              <a:rPr lang="en-US" altLang="zh-CN"/>
              <a:t>“</a:t>
            </a:r>
            <a:r>
              <a:rPr lang="zh-CN" altLang="en-US"/>
              <a:t>魔法</a:t>
            </a:r>
            <a:r>
              <a:rPr lang="en-US" altLang="zh-CN"/>
              <a:t>”</a:t>
            </a:r>
            <a:r>
              <a:rPr lang="zh-CN" altLang="en-US"/>
              <a:t>。</a:t>
            </a:r>
            <a:endParaRPr lang="zh-CN" altLang="en-US"/>
          </a:p>
          <a:p>
            <a:r>
              <a:rPr lang="zh-CN" altLang="en-US"/>
              <a:t>那么，分布式数据管理就是让所有设备共享同一份记忆，确保你在任何设备上看到的信息都是最新、最全、最一致的。</a:t>
            </a:r>
            <a:endParaRPr lang="zh-CN" altLang="en-US"/>
          </a:p>
          <a:p>
            <a:r>
              <a:rPr lang="zh-CN" altLang="en-US"/>
              <a:t>🧠</a:t>
            </a:r>
            <a:r>
              <a:rPr lang="en-US" altLang="zh-CN"/>
              <a:t> 1. </a:t>
            </a:r>
            <a:r>
              <a:rPr lang="zh-CN" altLang="en-US"/>
              <a:t>核心痛点：数据孤岛</a:t>
            </a:r>
            <a:endParaRPr lang="zh-CN" altLang="en-US"/>
          </a:p>
          <a:p>
            <a:r>
              <a:rPr lang="zh-CN" altLang="en-US"/>
              <a:t>在传统模式下（</a:t>
            </a:r>
            <a:r>
              <a:rPr lang="en-US" altLang="zh-CN"/>
              <a:t>iOS/Android/Windows</a:t>
            </a:r>
            <a:r>
              <a:rPr lang="zh-CN" altLang="en-US"/>
              <a:t>）：</a:t>
            </a:r>
            <a:endParaRPr lang="zh-CN" altLang="en-US"/>
          </a:p>
          <a:p>
            <a:r>
              <a:rPr lang="zh-CN" altLang="en-US"/>
              <a:t>手机里的照片，平板上看不到（除非传文件）。</a:t>
            </a:r>
            <a:endParaRPr lang="zh-CN" altLang="en-US"/>
          </a:p>
          <a:p>
            <a:r>
              <a:rPr lang="zh-CN" altLang="en-US"/>
              <a:t>手机上复制的文字，电脑上不能直接粘贴。</a:t>
            </a:r>
            <a:endParaRPr lang="zh-CN" altLang="en-US"/>
          </a:p>
          <a:p>
            <a:r>
              <a:rPr lang="zh-CN" altLang="en-US"/>
              <a:t>手机上没看完的视频，电脑上得重新找进度条。</a:t>
            </a:r>
            <a:endParaRPr lang="zh-CN" altLang="en-US"/>
          </a:p>
          <a:p>
            <a:r>
              <a:rPr lang="zh-CN" altLang="en-US"/>
              <a:t>每个设备都是一个</a:t>
            </a:r>
            <a:r>
              <a:rPr lang="en-US" altLang="zh-CN"/>
              <a:t>“</a:t>
            </a:r>
            <a:r>
              <a:rPr lang="zh-CN" altLang="en-US"/>
              <a:t>数据孤岛</a:t>
            </a:r>
            <a:r>
              <a:rPr lang="en-US" altLang="zh-CN"/>
              <a:t>”</a:t>
            </a:r>
            <a:r>
              <a:rPr lang="zh-CN" altLang="en-US"/>
              <a:t>，数据被锁在本地存储里。</a:t>
            </a:r>
            <a:endParaRPr lang="zh-CN" altLang="en-US"/>
          </a:p>
          <a:p>
            <a:r>
              <a:rPr lang="zh-CN" altLang="en-US"/>
              <a:t>你想同步？</a:t>
            </a:r>
            <a:endParaRPr lang="zh-CN" altLang="en-US"/>
          </a:p>
          <a:p>
            <a:r>
              <a:rPr lang="zh-CN" altLang="en-US"/>
              <a:t>要么靠云（上传再下载，慢，费流量）。</a:t>
            </a:r>
            <a:endParaRPr lang="zh-CN" altLang="en-US"/>
          </a:p>
          <a:p>
            <a:r>
              <a:rPr lang="zh-CN" altLang="en-US"/>
              <a:t>要么靠线（数据线拷贝，麻烦）。</a:t>
            </a:r>
            <a:endParaRPr lang="zh-CN" altLang="en-US"/>
          </a:p>
          <a:p>
            <a:r>
              <a:rPr lang="zh-CN" altLang="en-US"/>
              <a:t>要么靠第三方</a:t>
            </a:r>
            <a:r>
              <a:rPr lang="en-US" altLang="zh-CN"/>
              <a:t>APP</a:t>
            </a:r>
            <a:r>
              <a:rPr lang="zh-CN" altLang="en-US"/>
              <a:t>（微信文件传输助手，繁琐且压缩画质）。</a:t>
            </a:r>
            <a:endParaRPr lang="zh-CN" altLang="en-US"/>
          </a:p>
          <a:p>
            <a:r>
              <a:rPr lang="zh-CN" altLang="en-US"/>
              <a:t>🌐</a:t>
            </a:r>
            <a:r>
              <a:rPr lang="en-US" altLang="zh-CN"/>
              <a:t> 2. </a:t>
            </a:r>
            <a:r>
              <a:rPr lang="zh-CN" altLang="en-US"/>
              <a:t>鸿蒙的解决方案：逻辑上的</a:t>
            </a:r>
            <a:r>
              <a:rPr lang="en-US" altLang="zh-CN"/>
              <a:t>“</a:t>
            </a:r>
            <a:r>
              <a:rPr lang="zh-CN" altLang="en-US"/>
              <a:t>一个库</a:t>
            </a:r>
            <a:r>
              <a:rPr lang="en-US" altLang="zh-CN"/>
              <a:t>”</a:t>
            </a:r>
            <a:endParaRPr lang="en-US" altLang="zh-CN"/>
          </a:p>
          <a:p>
            <a:r>
              <a:rPr lang="zh-CN" altLang="en-US"/>
              <a:t>分布式数据管理的核心思想是：物理上分散，逻辑上统一。</a:t>
            </a:r>
            <a:endParaRPr lang="zh-CN" altLang="en-US"/>
          </a:p>
          <a:p>
            <a:r>
              <a:rPr lang="zh-CN" altLang="en-US"/>
              <a:t>物理上：数据依然存在各自的设备里（手机存手机的，平板存平板的），这样速度快、隐私好。</a:t>
            </a:r>
            <a:endParaRPr lang="zh-CN" altLang="en-US"/>
          </a:p>
          <a:p>
            <a:r>
              <a:rPr lang="zh-CN" altLang="en-US"/>
              <a:t>逻辑上：系统通过软总线，把所有设备的数据库虚拟成一个巨大的</a:t>
            </a:r>
            <a:r>
              <a:rPr lang="en-US" altLang="zh-CN"/>
              <a:t>“</a:t>
            </a:r>
            <a:r>
              <a:rPr lang="zh-CN" altLang="en-US"/>
              <a:t>全局数据库</a:t>
            </a:r>
            <a:r>
              <a:rPr lang="en-US" altLang="zh-CN"/>
              <a:t>”</a:t>
            </a:r>
            <a:r>
              <a:rPr lang="zh-CN" altLang="en-US"/>
              <a:t>。</a:t>
            </a:r>
            <a:endParaRPr lang="zh-CN" altLang="en-US"/>
          </a:p>
          <a:p>
            <a:r>
              <a:rPr lang="zh-CN" altLang="en-US"/>
              <a:t>效果：</a:t>
            </a:r>
            <a:endParaRPr lang="zh-CN" altLang="en-US"/>
          </a:p>
          <a:p>
            <a:r>
              <a:rPr lang="zh-CN" altLang="en-US"/>
              <a:t>当你在手机上修改了一条数据（比如记了一个笔记），这个变化会毫秒级同步到平板、电脑、手表上。</a:t>
            </a:r>
            <a:endParaRPr lang="zh-CN" altLang="en-US"/>
          </a:p>
          <a:p>
            <a:r>
              <a:rPr lang="zh-CN" altLang="en-US"/>
              <a:t>对应用程序来说，它感觉不到数据在远程，就像在读取本地文件一样快。</a:t>
            </a:r>
            <a:endParaRPr lang="zh-CN" altLang="en-US"/>
          </a:p>
          <a:p>
            <a:r>
              <a:rPr lang="zh-CN" altLang="en-US"/>
              <a:t>🛠</a:t>
            </a:r>
            <a:r>
              <a:rPr lang="en-US" altLang="en-US"/>
              <a:t>️</a:t>
            </a:r>
            <a:r>
              <a:rPr lang="en-US" altLang="zh-CN"/>
              <a:t> 3. </a:t>
            </a:r>
            <a:r>
              <a:rPr lang="zh-CN" altLang="en-US"/>
              <a:t>三大核心技术能力</a:t>
            </a:r>
            <a:endParaRPr lang="zh-CN" altLang="en-US"/>
          </a:p>
          <a:p>
            <a:r>
              <a:rPr lang="zh-CN" altLang="en-US"/>
              <a:t>⚡</a:t>
            </a:r>
            <a:r>
              <a:rPr lang="en-US" altLang="zh-CN"/>
              <a:t> </a:t>
            </a:r>
            <a:r>
              <a:rPr lang="zh-CN" altLang="en-US"/>
              <a:t>能力一：分布式数据库</a:t>
            </a:r>
            <a:r>
              <a:rPr lang="en-US" altLang="zh-CN"/>
              <a:t> (Distributed Database)</a:t>
            </a:r>
            <a:endParaRPr lang="en-US" altLang="zh-CN"/>
          </a:p>
          <a:p>
            <a:r>
              <a:rPr lang="zh-CN" altLang="en-US"/>
              <a:t>这是最底层的引擎。</a:t>
            </a:r>
            <a:endParaRPr lang="zh-CN" altLang="en-US"/>
          </a:p>
          <a:p>
            <a:r>
              <a:rPr lang="zh-CN" altLang="en-US"/>
              <a:t>传统：每个设备有自己的</a:t>
            </a:r>
            <a:r>
              <a:rPr lang="en-US" altLang="zh-CN"/>
              <a:t> SQLite </a:t>
            </a:r>
            <a:r>
              <a:rPr lang="zh-CN" altLang="en-US"/>
              <a:t>数据库。</a:t>
            </a:r>
            <a:endParaRPr lang="zh-CN" altLang="en-US"/>
          </a:p>
          <a:p>
            <a:r>
              <a:rPr lang="zh-CN" altLang="en-US"/>
              <a:t>鸿蒙：所有设备的数据库自动组成一个集群。</a:t>
            </a:r>
            <a:endParaRPr lang="zh-CN" altLang="en-US"/>
          </a:p>
          <a:p>
            <a:r>
              <a:rPr lang="zh-CN" altLang="en-US"/>
              <a:t>自动同步：手机上新增一条联系人，手表和车机瞬间更新，无需手动点击</a:t>
            </a:r>
            <a:r>
              <a:rPr lang="en-US" altLang="zh-CN"/>
              <a:t>“</a:t>
            </a:r>
            <a:r>
              <a:rPr lang="zh-CN" altLang="en-US"/>
              <a:t>同步</a:t>
            </a:r>
            <a:r>
              <a:rPr lang="en-US" altLang="zh-CN"/>
              <a:t>”</a:t>
            </a:r>
            <a:r>
              <a:rPr lang="zh-CN" altLang="en-US"/>
              <a:t>。</a:t>
            </a:r>
            <a:endParaRPr lang="zh-CN" altLang="en-US"/>
          </a:p>
          <a:p>
            <a:r>
              <a:rPr lang="zh-CN" altLang="en-US"/>
              <a:t>冲突解决：如果手机和平板同时修改了同一条笔记，系统会自动根据时间戳或算法合并，保证数据不丢失、不乱序。</a:t>
            </a:r>
            <a:endParaRPr lang="zh-CN" altLang="en-US"/>
          </a:p>
          <a:p>
            <a:r>
              <a:rPr lang="zh-CN" altLang="en-US"/>
              <a:t>透明访问：</a:t>
            </a:r>
            <a:r>
              <a:rPr lang="en-US" altLang="zh-CN"/>
              <a:t>APP </a:t>
            </a:r>
            <a:r>
              <a:rPr lang="zh-CN" altLang="en-US"/>
              <a:t>查询数据时，可以直接查到其他设备上的数据，就像查本地一样。</a:t>
            </a:r>
            <a:endParaRPr lang="zh-CN" altLang="en-US"/>
          </a:p>
          <a:p>
            <a:r>
              <a:rPr lang="zh-CN" altLang="en-US"/>
              <a:t>📋</a:t>
            </a:r>
            <a:r>
              <a:rPr lang="en-US" altLang="zh-CN"/>
              <a:t> </a:t>
            </a:r>
            <a:r>
              <a:rPr lang="zh-CN" altLang="en-US"/>
              <a:t>能力二：分布式剪贴板</a:t>
            </a:r>
            <a:r>
              <a:rPr lang="en-US" altLang="zh-CN"/>
              <a:t> (Distributed Clipboard)</a:t>
            </a:r>
            <a:endParaRPr lang="en-US" altLang="zh-CN"/>
          </a:p>
          <a:p>
            <a:r>
              <a:rPr lang="zh-CN" altLang="en-US"/>
              <a:t>这是最常用、最爽的功能！</a:t>
            </a:r>
            <a:endParaRPr lang="zh-CN" altLang="en-US"/>
          </a:p>
          <a:p>
            <a:r>
              <a:rPr lang="zh-CN" altLang="en-US"/>
              <a:t>场景：</a:t>
            </a:r>
            <a:endParaRPr lang="zh-CN" altLang="en-US"/>
          </a:p>
          <a:p>
            <a:r>
              <a:rPr lang="zh-CN" altLang="en-US"/>
              <a:t>在手机上看到一段精彩的文字</a:t>
            </a:r>
            <a:r>
              <a:rPr lang="en-US" altLang="zh-CN"/>
              <a:t>/</a:t>
            </a:r>
            <a:r>
              <a:rPr lang="zh-CN" altLang="en-US"/>
              <a:t>图片，长按</a:t>
            </a:r>
            <a:r>
              <a:rPr lang="en-US" altLang="zh-CN"/>
              <a:t>“</a:t>
            </a:r>
            <a:r>
              <a:rPr lang="zh-CN" altLang="en-US"/>
              <a:t>复制</a:t>
            </a:r>
            <a:r>
              <a:rPr lang="en-US" altLang="zh-CN"/>
              <a:t>”</a:t>
            </a:r>
            <a:r>
              <a:rPr lang="zh-CN" altLang="en-US"/>
              <a:t>。</a:t>
            </a:r>
            <a:endParaRPr lang="zh-CN" altLang="en-US"/>
          </a:p>
          <a:p>
            <a:r>
              <a:rPr lang="zh-CN" altLang="en-US"/>
              <a:t>走到电脑前，打开文档，直接</a:t>
            </a:r>
            <a:r>
              <a:rPr lang="en-US" altLang="zh-CN"/>
              <a:t>“</a:t>
            </a:r>
            <a:r>
              <a:rPr lang="zh-CN" altLang="en-US"/>
              <a:t>粘贴</a:t>
            </a:r>
            <a:r>
              <a:rPr lang="en-US" altLang="zh-CN"/>
              <a:t>”</a:t>
            </a:r>
            <a:r>
              <a:rPr lang="zh-CN" altLang="en-US"/>
              <a:t>。</a:t>
            </a:r>
            <a:endParaRPr lang="zh-CN" altLang="en-US"/>
          </a:p>
          <a:p>
            <a:r>
              <a:rPr lang="zh-CN" altLang="en-US"/>
              <a:t>原理：</a:t>
            </a:r>
            <a:endParaRPr lang="zh-CN" altLang="en-US"/>
          </a:p>
          <a:p>
            <a:r>
              <a:rPr lang="zh-CN" altLang="en-US"/>
              <a:t>剪贴板不再局限于单机内存。</a:t>
            </a:r>
            <a:endParaRPr lang="zh-CN" altLang="en-US"/>
          </a:p>
          <a:p>
            <a:r>
              <a:rPr lang="zh-CN" altLang="en-US"/>
              <a:t>当你复制时，数据被加密并通过软总线瞬间发送到局域网内可信设备的</a:t>
            </a:r>
            <a:r>
              <a:rPr lang="en-US" altLang="zh-CN"/>
              <a:t>“</a:t>
            </a:r>
            <a:r>
              <a:rPr lang="zh-CN" altLang="en-US"/>
              <a:t>虚拟剪贴板</a:t>
            </a:r>
            <a:r>
              <a:rPr lang="en-US" altLang="zh-CN"/>
              <a:t>”</a:t>
            </a:r>
            <a:r>
              <a:rPr lang="zh-CN" altLang="en-US"/>
              <a:t>中。</a:t>
            </a:r>
            <a:endParaRPr lang="zh-CN" altLang="en-US"/>
          </a:p>
          <a:p>
            <a:r>
              <a:rPr lang="zh-CN" altLang="en-US"/>
              <a:t>无感：不需要打开任何传输软件，不需要确认，直接跨设备粘贴。</a:t>
            </a:r>
            <a:endParaRPr lang="zh-CN" altLang="en-US"/>
          </a:p>
          <a:p>
            <a:r>
              <a:rPr lang="zh-CN" altLang="en-US"/>
              <a:t>📂</a:t>
            </a:r>
            <a:r>
              <a:rPr lang="en-US" altLang="zh-CN"/>
              <a:t> </a:t>
            </a:r>
            <a:r>
              <a:rPr lang="zh-CN" altLang="en-US"/>
              <a:t>能力三：分布式文件服务</a:t>
            </a:r>
            <a:r>
              <a:rPr lang="en-US" altLang="zh-CN"/>
              <a:t> (Distributed File Service)</a:t>
            </a:r>
            <a:endParaRPr lang="en-US" altLang="zh-CN"/>
          </a:p>
          <a:p>
            <a:r>
              <a:rPr lang="zh-CN" altLang="en-US"/>
              <a:t>让远程文件像本地文件一样显示。</a:t>
            </a:r>
            <a:endParaRPr lang="zh-CN" altLang="en-US"/>
          </a:p>
          <a:p>
            <a:r>
              <a:rPr lang="zh-CN" altLang="en-US"/>
              <a:t>场景：</a:t>
            </a:r>
            <a:endParaRPr lang="zh-CN" altLang="en-US"/>
          </a:p>
          <a:p>
            <a:r>
              <a:rPr lang="zh-CN" altLang="en-US"/>
              <a:t>在电脑上打开</a:t>
            </a:r>
            <a:r>
              <a:rPr lang="en-US" altLang="zh-CN"/>
              <a:t>“</a:t>
            </a:r>
            <a:r>
              <a:rPr lang="zh-CN" altLang="en-US"/>
              <a:t>我的电脑</a:t>
            </a:r>
            <a:r>
              <a:rPr lang="en-US" altLang="zh-CN"/>
              <a:t>”</a:t>
            </a:r>
            <a:r>
              <a:rPr lang="zh-CN" altLang="en-US"/>
              <a:t>，除了</a:t>
            </a:r>
            <a:r>
              <a:rPr lang="en-US" altLang="zh-CN"/>
              <a:t> C </a:t>
            </a:r>
            <a:r>
              <a:rPr lang="zh-CN" altLang="en-US"/>
              <a:t>盘</a:t>
            </a:r>
            <a:r>
              <a:rPr lang="en-US" altLang="zh-CN"/>
              <a:t> D </a:t>
            </a:r>
            <a:r>
              <a:rPr lang="zh-CN" altLang="en-US"/>
              <a:t>盘，还能看到一个</a:t>
            </a:r>
            <a:r>
              <a:rPr lang="en-US" altLang="zh-CN"/>
              <a:t>“</a:t>
            </a:r>
            <a:r>
              <a:rPr lang="zh-CN" altLang="en-US"/>
              <a:t>邻居的手机</a:t>
            </a:r>
            <a:r>
              <a:rPr lang="en-US" altLang="zh-CN"/>
              <a:t>”</a:t>
            </a:r>
            <a:r>
              <a:rPr lang="zh-CN" altLang="en-US"/>
              <a:t>盘符。</a:t>
            </a:r>
            <a:endParaRPr lang="zh-CN" altLang="en-US"/>
          </a:p>
          <a:p>
            <a:r>
              <a:rPr lang="zh-CN" altLang="en-US"/>
              <a:t>直接点进去，就能浏览手机相册、文档。</a:t>
            </a:r>
            <a:endParaRPr lang="zh-CN" altLang="en-US"/>
          </a:p>
          <a:p>
            <a:r>
              <a:rPr lang="zh-CN" altLang="en-US"/>
              <a:t>双击一个视频，直接用电脑的播放器播放（数据流实时从手机传过来，不用先拷贝到电脑）。</a:t>
            </a:r>
            <a:endParaRPr lang="zh-CN" altLang="en-US"/>
          </a:p>
          <a:p>
            <a:r>
              <a:rPr lang="zh-CN" altLang="en-US"/>
              <a:t>原理：</a:t>
            </a:r>
            <a:endParaRPr lang="zh-CN" altLang="en-US"/>
          </a:p>
          <a:p>
            <a:r>
              <a:rPr lang="zh-CN" altLang="en-US"/>
              <a:t>系统将远程设备的文件系统挂载</a:t>
            </a:r>
            <a:r>
              <a:rPr lang="en-US" altLang="zh-CN"/>
              <a:t> (Mount) </a:t>
            </a:r>
            <a:r>
              <a:rPr lang="zh-CN" altLang="en-US"/>
              <a:t>到本地目录。</a:t>
            </a:r>
            <a:endParaRPr lang="zh-CN" altLang="en-US"/>
          </a:p>
          <a:p>
            <a:r>
              <a:rPr lang="zh-CN" altLang="en-US"/>
              <a:t>对用户来说，这就是一个普通的文件夹。</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67" y="1786"/>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en-US" dirty="0"/>
          </a:p>
        </p:txBody>
      </p:sp>
      <p:sp>
        <p:nvSpPr>
          <p:cNvPr id="4" name="Date Placeholder 3"/>
          <p:cNvSpPr>
            <a:spLocks noGrp="1"/>
          </p:cNvSpPr>
          <p:nvPr>
            <p:ph type="dt" sz="half" idx="10"/>
          </p:nvPr>
        </p:nvSpPr>
        <p:spPr>
          <a:xfrm>
            <a:off x="8932558" y="5870575"/>
            <a:ext cx="1600200" cy="377825"/>
          </a:xfrm>
        </p:spPr>
        <p:txBody>
          <a:bodyPr/>
          <a:lstStyle>
            <a:lvl1pPr>
              <a:defRPr baseline="0">
                <a:solidFill>
                  <a:schemeClr val="bg1"/>
                </a:solidFill>
              </a:defRPr>
            </a:lvl1pPr>
          </a:lstStyle>
          <a:p>
            <a:fld id="{A89A7046-0FF9-CF4C-985B-86F9D49C8F80}" type="datetimeFigureOut">
              <a:rPr kumimoji="1" lang="zh-CN" altLang="en-US" smtClean="0"/>
            </a:fld>
            <a:endParaRPr kumimoji="1" lang="zh-CN" altLang="en-US" dirty="0"/>
          </a:p>
        </p:txBody>
      </p:sp>
      <p:sp>
        <p:nvSpPr>
          <p:cNvPr id="5" name="Footer Placeholder 4"/>
          <p:cNvSpPr>
            <a:spLocks noGrp="1"/>
          </p:cNvSpPr>
          <p:nvPr>
            <p:ph type="ftr" sz="quarter" idx="11"/>
          </p:nvPr>
        </p:nvSpPr>
        <p:spPr>
          <a:xfrm>
            <a:off x="3962399" y="5870575"/>
            <a:ext cx="4893958" cy="377825"/>
          </a:xfrm>
        </p:spPr>
        <p:txBody>
          <a:bodyPr/>
          <a:lstStyle/>
          <a:p>
            <a:endParaRPr kumimoji="1" lang="zh-CN" altLang="en-US"/>
          </a:p>
        </p:txBody>
      </p:sp>
      <p:sp>
        <p:nvSpPr>
          <p:cNvPr id="6" name="Slide Number Placeholder 5"/>
          <p:cNvSpPr>
            <a:spLocks noGrp="1"/>
          </p:cNvSpPr>
          <p:nvPr>
            <p:ph type="sldNum" sz="quarter" idx="12"/>
          </p:nvPr>
        </p:nvSpPr>
        <p:spPr>
          <a:xfrm>
            <a:off x="10608958" y="5870575"/>
            <a:ext cx="551167" cy="377825"/>
          </a:xfrm>
        </p:spPr>
        <p:txBody>
          <a:bodyPr/>
          <a:lstStyle/>
          <a:p>
            <a:fld id="{AA5FCE77-4836-1745-BB5B-A08BA651559C}" type="slidenum">
              <a:rPr kumimoji="1" lang="zh-CN" altLang="en-US" smtClean="0"/>
            </a:fld>
            <a:endParaRPr kumimoji="1"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54523"/>
            <a:ext cx="10456681" cy="710153"/>
          </a:xfrm>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685801" y="1112363"/>
            <a:ext cx="10456681" cy="5420412"/>
          </a:xfrm>
        </p:spPr>
        <p:txBody>
          <a:bodyPr anchor="t"/>
          <a:lstStyle>
            <a:lvl1pPr>
              <a:lnSpc>
                <a:spcPct val="140000"/>
              </a:lnSpc>
              <a:defRPr baseline="0">
                <a:latin typeface="方正兰亭黑简体" panose="02000000000000000000" pitchFamily="2" charset="-122"/>
                <a:ea typeface="微软雅黑" panose="020B0503020204020204" pitchFamily="34" charset="-122"/>
              </a:defRPr>
            </a:lvl1pPr>
            <a:lvl2pPr marL="742950" indent="-285750">
              <a:lnSpc>
                <a:spcPct val="140000"/>
              </a:lnSpc>
              <a:buSzPct val="50000"/>
              <a:buFont typeface="Wingdings" panose="05000000000000000000" pitchFamily="2" charset="2"/>
              <a:buChar char="p"/>
              <a:defRPr baseline="0">
                <a:latin typeface="方正兰亭黑简体" panose="02000000000000000000" pitchFamily="2" charset="-122"/>
                <a:ea typeface="微软雅黑" panose="020B0503020204020204" pitchFamily="34" charset="-122"/>
              </a:defRPr>
            </a:lvl2pPr>
            <a:lvl3pPr marL="1200150" indent="-285750">
              <a:lnSpc>
                <a:spcPct val="140000"/>
              </a:lnSpc>
              <a:buSzPct val="40000"/>
              <a:buFont typeface="Wingdings" panose="05000000000000000000" pitchFamily="2" charset="2"/>
              <a:buChar char="n"/>
              <a:defRPr baseline="0">
                <a:latin typeface="方正兰亭黑简体" panose="02000000000000000000" pitchFamily="2" charset="-122"/>
                <a:ea typeface="微软雅黑" panose="020B0503020204020204" pitchFamily="34" charset="-122"/>
              </a:defRPr>
            </a:lvl3pPr>
            <a:lvl4pPr>
              <a:lnSpc>
                <a:spcPct val="140000"/>
              </a:lnSpc>
              <a:defRPr baseline="0">
                <a:latin typeface="方正兰亭黑简体" panose="02000000000000000000" pitchFamily="2" charset="-122"/>
                <a:ea typeface="微软雅黑" panose="020B0503020204020204" pitchFamily="34" charset="-122"/>
              </a:defRPr>
            </a:lvl4pPr>
            <a:lvl5pPr>
              <a:lnSpc>
                <a:spcPct val="140000"/>
              </a:lnSpc>
              <a:defRPr baseline="0">
                <a:latin typeface="方正兰亭黑简体" panose="02000000000000000000" pitchFamily="2"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234950"/>
            <a:ext cx="11293474" cy="698500"/>
          </a:xfrm>
          <a:prstGeom prst="rect">
            <a:avLst/>
          </a:prstGeom>
        </p:spPr>
        <p:txBody>
          <a:bodyPr lIns="0" tIns="0" rIns="0" bIns="0" anchor="t">
            <a:normAutofit/>
          </a:bodyPr>
          <a:lstStyle>
            <a:lvl1pPr>
              <a:defRPr lang="zh-CN" altLang="en-US" baseline="0" dirty="0">
                <a:latin typeface="微软雅黑" panose="020B0503020204020204" pitchFamily="34" charset="-122"/>
                <a:ea typeface="微软雅黑" panose="020B0503020204020204" pitchFamily="34" charset="-122"/>
              </a:defRPr>
            </a:lvl1pPr>
          </a:lstStyle>
          <a:p>
            <a:pPr marL="0" lvl="0" indent="0" defTabSz="1187450">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dirty="0"/>
              <a:t>单击此处输入文字</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3#前言">
    <p:bg>
      <p:bgPr>
        <a:solidFill>
          <a:schemeClr val="tx1">
            <a:lumMod val="95000"/>
          </a:schemeClr>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bg2"/>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bg2"/>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9" y="1349255"/>
            <a:ext cx="1730214"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2050561" cy="651717"/>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本章概述</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3#前言">
    <p:bg>
      <p:bgPr>
        <a:solidFill>
          <a:schemeClr val="tx1">
            <a:lumMod val="95000"/>
          </a:schemeClr>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bg2"/>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bg2"/>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9" y="1349255"/>
            <a:ext cx="1730214"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2050561" cy="651717"/>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主要内容</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前言">
    <p:bg>
      <p:bgPr>
        <a:solidFill>
          <a:schemeClr val="tx1">
            <a:lumMod val="95000"/>
          </a:schemeClr>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bg2"/>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bg2"/>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9" y="1349255"/>
            <a:ext cx="1789481"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2050561" cy="651717"/>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学习资料</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4#目标">
    <p:bg>
      <p:bgPr>
        <a:solidFill>
          <a:schemeClr val="tx1">
            <a:lumMod val="95000"/>
          </a:schemeClr>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9" y="1349255"/>
            <a:ext cx="1755614"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2050561" cy="652486"/>
          </a:xfrm>
          <a:prstGeom prst="rect">
            <a:avLst/>
          </a:prstGeom>
          <a:noFill/>
        </p:spPr>
        <p:txBody>
          <a:bodyPr wrap="none" rtlCol="0">
            <a:spAutoFit/>
          </a:bodyPr>
          <a:lstStyle/>
          <a:p>
            <a:pPr defTabSz="1000760" eaLnBrk="0" fontAlgn="ctr" hangingPunct="0"/>
            <a:r>
              <a:rPr lang="zh-CN" altLang="en-US" sz="3640" b="0" baseline="0" dirty="0">
                <a:solidFill>
                  <a:schemeClr val="bg2"/>
                </a:solidFill>
                <a:latin typeface="Huawei Sans" panose="020C0503030203020204" pitchFamily="34" charset="0"/>
                <a:ea typeface="方正兰亭黑简体" panose="02000000000000000000" pitchFamily="2" charset="-122"/>
                <a:cs typeface="Huawei Sans" panose="020C0503030203020204" pitchFamily="34" charset="0"/>
              </a:rPr>
              <a:t>学习目标</a:t>
            </a:r>
            <a:endParaRPr lang="en-US" altLang="zh-CN" sz="3640" b="0" baseline="0" dirty="0">
              <a:solidFill>
                <a:schemeClr val="bg2"/>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5#目录">
    <p:bg>
      <p:bgPr>
        <a:solidFill>
          <a:schemeClr val="tx1">
            <a:lumMod val="95000"/>
          </a:schemeClr>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0735"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0760"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chemeClr val="bg2"/>
                </a:solidFill>
              </a:rPr>
              <a:t>目录</a:t>
            </a:r>
            <a:endParaRPr lang="zh-CN" altLang="en-US" dirty="0">
              <a:solidFill>
                <a:schemeClr val="bg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3#前言">
    <p:bg>
      <p:bgPr>
        <a:solidFill>
          <a:schemeClr val="tx1">
            <a:lumMod val="95000"/>
          </a:schemeClr>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bg2"/>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bg2"/>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9" y="1349255"/>
            <a:ext cx="1423506"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584088" cy="651717"/>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思考题</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3#前言">
    <p:bg>
      <p:bgPr>
        <a:solidFill>
          <a:schemeClr val="tx1">
            <a:lumMod val="95000"/>
          </a:schemeClr>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bg2"/>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bg2"/>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9" y="1349255"/>
            <a:ext cx="1809873"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2050561" cy="651717"/>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本章总结</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450">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450">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思考题</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rPr>
              <a:t>本章总结</a:t>
            </a:r>
            <a:endParaRPr kumimoji="1" lang="zh-CN" altLang="en-US" sz="3635" baseline="0" dirty="0">
              <a:solidFill>
                <a:schemeClr val="bg2"/>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 y="0"/>
            <a:ext cx="12187239"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5817" y="562718"/>
            <a:ext cx="1068804"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5817" y="562718"/>
            <a:ext cx="1067056" cy="1026710"/>
          </a:xfrm>
          <a:prstGeom prst="rect">
            <a:avLst/>
          </a:prstGeom>
          <a:noFill/>
          <a:ln>
            <a:noFill/>
          </a:ln>
        </p:spPr>
      </p:pic>
      <p:sp>
        <p:nvSpPr>
          <p:cNvPr id="5" name="Title 1"/>
          <p:cNvSpPr>
            <a:spLocks noGrp="1"/>
          </p:cNvSpPr>
          <p:nvPr>
            <p:ph type="ctrTitle" hasCustomPrompt="1"/>
          </p:nvPr>
        </p:nvSpPr>
        <p:spPr>
          <a:xfrm>
            <a:off x="665818" y="2738746"/>
            <a:ext cx="6557247" cy="690255"/>
          </a:xfrm>
          <a:prstGeom prst="rect">
            <a:avLst/>
          </a:prstGeom>
          <a:ln>
            <a:noFill/>
            <a:prstDash val="dash"/>
          </a:ln>
        </p:spPr>
        <p:txBody>
          <a:bodyPr lIns="0" tIns="0" rIns="0" bIns="0" anchor="t">
            <a:normAutofit/>
          </a:bodyPr>
          <a:lstStyle>
            <a:lvl1pPr algn="l">
              <a:lnSpc>
                <a:spcPct val="100000"/>
              </a:lnSpc>
              <a:defRPr sz="4800" b="0" i="0">
                <a:solidFill>
                  <a:schemeClr val="bg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p:cNvSpPr txBox="1"/>
          <p:nvPr userDrawn="1"/>
        </p:nvSpPr>
        <p:spPr>
          <a:xfrm>
            <a:off x="607486" y="1402064"/>
            <a:ext cx="3921034" cy="854717"/>
          </a:xfrm>
          <a:prstGeom prst="rect">
            <a:avLst/>
          </a:prstGeom>
          <a:noFill/>
        </p:spPr>
        <p:txBody>
          <a:bodyPr wrap="square" rtlCol="0">
            <a:spAutoFit/>
          </a:bodyPr>
          <a:lstStyle/>
          <a:p>
            <a:pPr algn="l"/>
            <a:r>
              <a:rPr lang="en-US" sz="4940" baseline="0" dirty="0">
                <a:solidFill>
                  <a:schemeClr val="tx1"/>
                </a:solidFill>
                <a:latin typeface="Arial" panose="020B0604020202020204" pitchFamily="34" charset="0"/>
                <a:ea typeface="微软雅黑" panose="020B0503020204020204" pitchFamily="34" charset="-122"/>
              </a:rPr>
              <a:t>Thank you.</a:t>
            </a:r>
            <a:endParaRPr lang="en-US" sz="4940" baseline="0" dirty="0">
              <a:solidFill>
                <a:schemeClr val="tx1"/>
              </a:solidFill>
              <a:latin typeface="Arial" panose="020B0604020202020204" pitchFamily="34" charset="0"/>
              <a:ea typeface="微软雅黑" panose="020B0503020204020204" pitchFamily="3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7.png"/><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254523"/>
            <a:ext cx="10131425" cy="710153"/>
          </a:xfrm>
          <a:prstGeom prst="rect">
            <a:avLst/>
          </a:prstGeom>
          <a:effectLst/>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85801" y="1112363"/>
            <a:ext cx="10131425" cy="4678837"/>
          </a:xfrm>
          <a:prstGeom prst="rect">
            <a:avLst/>
          </a:prstGeom>
        </p:spPr>
        <p:txBody>
          <a:bodyPr vert="horz" lIns="91440" tIns="45720" rIns="91440" bIns="45720" rtlCol="0" anchor="t">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89A7046-0FF9-CF4C-985B-86F9D49C8F80}" type="datetimeFigureOut">
              <a:rPr kumimoji="1" lang="zh-CN" altLang="en-US" smtClean="0"/>
            </a:fld>
            <a:endParaRPr kumimoji="1" lang="zh-CN" alt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kumimoji="1" lang="zh-CN" alt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5FCE77-4836-1745-BB5B-A08BA651559C}" type="slidenum">
              <a:rPr kumimoji="1" lang="zh-CN" altLang="en-US" smtClean="0"/>
            </a:fld>
            <a:endParaRPr kumimoji="1"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457200" rtl="0" eaLnBrk="1" latinLnBrk="0" hangingPunct="1">
        <a:spcBef>
          <a:spcPct val="0"/>
        </a:spcBef>
        <a:buNone/>
        <a:defRPr sz="3200" u="none" strike="noStrike" kern="1200" cap="none" spc="0" normalizeH="0" baseline="0">
          <a:ln w="3175" cmpd="sng">
            <a:noFill/>
          </a:ln>
          <a:solidFill>
            <a:schemeClr val="bg1"/>
          </a:solidFill>
          <a:effectLst/>
          <a:uFillTx/>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Tx/>
        <a:buSzPct val="100000"/>
        <a:buFont typeface="Arial" panose="020B0604020202020204"/>
        <a:buChar char="•"/>
        <a:defRPr sz="2200" kern="1200" cap="none" baseline="0">
          <a:solidFill>
            <a:schemeClr val="bg1"/>
          </a:solidFill>
          <a:effectLst/>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0"/>
        </a:spcBef>
        <a:spcAft>
          <a:spcPts val="1000"/>
        </a:spcAft>
        <a:buClrTx/>
        <a:buSzPct val="60000"/>
        <a:buFont typeface="Wingdings" panose="05000000000000000000" pitchFamily="2" charset="2"/>
        <a:buChar char="p"/>
        <a:defRPr sz="1800" kern="1200" cap="none" baseline="0">
          <a:solidFill>
            <a:schemeClr val="bg1"/>
          </a:solidFill>
          <a:effectLst/>
          <a:latin typeface="微软雅黑" panose="020B0503020204020204" pitchFamily="34" charset="-122"/>
          <a:ea typeface="微软雅黑" panose="020B0503020204020204" pitchFamily="34" charset="-122"/>
          <a:cs typeface="+mn-cs"/>
        </a:defRPr>
      </a:lvl2pPr>
      <a:lvl3pPr marL="1200150" indent="-285750" algn="l" defTabSz="457200" rtl="0" eaLnBrk="1" latinLnBrk="0" hangingPunct="1">
        <a:spcBef>
          <a:spcPts val="0"/>
        </a:spcBef>
        <a:spcAft>
          <a:spcPts val="1000"/>
        </a:spcAft>
        <a:buClrTx/>
        <a:buSzPct val="100000"/>
        <a:buFont typeface="Arial" panose="020B0604020202020204"/>
        <a:buChar char="•"/>
        <a:defRPr sz="1800" kern="1200" cap="none" baseline="0">
          <a:solidFill>
            <a:schemeClr val="bg1"/>
          </a:solidFill>
          <a:effectLst/>
          <a:latin typeface="微软雅黑" panose="020B0503020204020204" pitchFamily="34" charset="-122"/>
          <a:ea typeface="微软雅黑" panose="020B0503020204020204" pitchFamily="34" charset="-122"/>
          <a:cs typeface="+mn-cs"/>
        </a:defRPr>
      </a:lvl3pPr>
      <a:lvl4pPr marL="1543050" indent="-171450" algn="l" defTabSz="457200" rtl="0" eaLnBrk="1" latinLnBrk="0" hangingPunct="1">
        <a:spcBef>
          <a:spcPts val="0"/>
        </a:spcBef>
        <a:spcAft>
          <a:spcPts val="1000"/>
        </a:spcAft>
        <a:buClrTx/>
        <a:buSzPct val="100000"/>
        <a:buFont typeface="Arial" panose="020B0604020202020204"/>
        <a:buChar char="•"/>
        <a:defRPr sz="1600" kern="1200" cap="none" baseline="0">
          <a:solidFill>
            <a:schemeClr val="bg1"/>
          </a:solidFill>
          <a:effectLst/>
          <a:latin typeface="微软雅黑" panose="020B0503020204020204" pitchFamily="34" charset="-122"/>
          <a:ea typeface="微软雅黑" panose="020B0503020204020204" pitchFamily="34" charset="-122"/>
          <a:cs typeface="+mn-cs"/>
        </a:defRPr>
      </a:lvl4pPr>
      <a:lvl5pPr marL="2000250" indent="-171450" algn="l" defTabSz="457200" rtl="0" eaLnBrk="1" latinLnBrk="0" hangingPunct="1">
        <a:spcBef>
          <a:spcPts val="0"/>
        </a:spcBef>
        <a:spcAft>
          <a:spcPts val="1000"/>
        </a:spcAft>
        <a:buClrTx/>
        <a:buSzPct val="100000"/>
        <a:buFont typeface="Arial" panose="020B0604020202020204"/>
        <a:buChar char="•"/>
        <a:defRPr sz="1400" kern="1200" cap="none" baseline="0">
          <a:solidFill>
            <a:schemeClr val="bg1"/>
          </a:solidFill>
          <a:effectLst/>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4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35/24/21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grpSp>
      <p:sp>
        <p:nvSpPr>
          <p:cNvPr id="70"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71"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Arial" panose="020B0604020202020204" pitchFamily="34" charset="0"/>
                <a:ea typeface="微软雅黑" panose="020B0503020204020204" pitchFamily="34" charset="-122"/>
              </a:rPr>
              <a:t>Copyright©2025 Huawei Technologies Co., Ltd.</a:t>
            </a:r>
            <a:br>
              <a:rPr kumimoji="1" lang="en-US" altLang="zh-CN" sz="850" b="1" baseline="0" dirty="0">
                <a:solidFill>
                  <a:srgbClr val="1D1D1B"/>
                </a:solidFill>
                <a:latin typeface="Arial" panose="020B0604020202020204" pitchFamily="34" charset="0"/>
                <a:ea typeface="微软雅黑" panose="020B0503020204020204" pitchFamily="34" charset="-122"/>
              </a:rPr>
            </a:br>
            <a:r>
              <a:rPr kumimoji="1" lang="en-US" altLang="zh-CN" sz="850" b="1" baseline="0" dirty="0">
                <a:solidFill>
                  <a:srgbClr val="1D1D1B"/>
                </a:solidFill>
                <a:latin typeface="Arial" panose="020B0604020202020204" pitchFamily="34" charset="0"/>
                <a:ea typeface="微软雅黑" panose="020B0503020204020204" pitchFamily="34" charset="-122"/>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Arial" panose="020B0604020202020204" pitchFamily="34" charset="0"/>
                <a:ea typeface="微软雅黑" panose="020B0503020204020204" pitchFamily="34"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1" lang="en-US" altLang="zh-CN" sz="850" baseline="0" dirty="0">
              <a:solidFill>
                <a:srgbClr val="1D1D1B"/>
              </a:solidFill>
              <a:latin typeface="Arial" panose="020B0604020202020204" pitchFamily="34" charset="0"/>
              <a:ea typeface="微软雅黑" panose="020B0503020204020204" pitchFamily="34" charset="-122"/>
              <a:cs typeface="Arial" panose="020B0604020202020204" pitchFamily="34" charset="0"/>
            </a:endParaRPr>
          </a:p>
          <a:p>
            <a:pPr>
              <a:lnSpc>
                <a:spcPts val="1065"/>
              </a:lnSpc>
            </a:pPr>
            <a:endParaRPr kumimoji="1" lang="zh-CN" altLang="en-US" sz="780" dirty="0">
              <a:solidFill>
                <a:srgbClr val="1D1D1B"/>
              </a:solidFill>
              <a:latin typeface="+mn-lt"/>
            </a:endParaRPr>
          </a:p>
        </p:txBody>
      </p:sp>
      <p:sp>
        <p:nvSpPr>
          <p:cNvPr id="72"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baseline="0" dirty="0">
                <a:solidFill>
                  <a:srgbClr val="1D1D1B"/>
                </a:solidFill>
                <a:latin typeface="Arial" panose="020B0604020202020204" pitchFamily="34" charset="0"/>
                <a:ea typeface="微软雅黑" panose="020B0503020204020204" pitchFamily="34" charset="-122"/>
                <a:cs typeface="微软雅黑" panose="020B0503020204020204" pitchFamily="34" charset="-122"/>
              </a:rPr>
              <a:t>把数字世界带入每个人、每个家庭、</a:t>
            </a:r>
            <a:br>
              <a:rPr kumimoji="1" lang="en-US" altLang="zh-CN" sz="1300" baseline="0" dirty="0">
                <a:solidFill>
                  <a:srgbClr val="1D1D1B"/>
                </a:solidFill>
                <a:latin typeface="Arial" panose="020B0604020202020204" pitchFamily="34" charset="0"/>
                <a:ea typeface="微软雅黑" panose="020B0503020204020204" pitchFamily="34" charset="-122"/>
                <a:cs typeface="微软雅黑" panose="020B0503020204020204" pitchFamily="34" charset="-122"/>
              </a:rPr>
            </a:br>
            <a:r>
              <a:rPr kumimoji="1" lang="zh-CN" altLang="en-US" sz="1300" baseline="0" dirty="0">
                <a:solidFill>
                  <a:srgbClr val="1D1D1B"/>
                </a:solidFill>
                <a:latin typeface="Arial" panose="020B0604020202020204" pitchFamily="34" charset="0"/>
                <a:ea typeface="微软雅黑" panose="020B0503020204020204" pitchFamily="34" charset="-122"/>
                <a:cs typeface="微软雅黑" panose="020B0503020204020204" pitchFamily="34" charset="-122"/>
              </a:rPr>
              <a:t>每个组织，构建万物互联的智能世界。</a:t>
            </a:r>
            <a:endParaRPr kumimoji="1" lang="zh-CN" altLang="en-US" sz="1300" baseline="0" dirty="0">
              <a:solidFill>
                <a:srgbClr val="1D1D1B"/>
              </a:solidFill>
              <a:latin typeface="Arial" panose="020B0604020202020204" pitchFamily="34" charset="0"/>
              <a:ea typeface="微软雅黑" panose="020B0503020204020204" pitchFamily="34" charset="-122"/>
              <a:cs typeface="微软雅黑" panose="020B0503020204020204" pitchFamily="34" charset="-122"/>
            </a:endParaRPr>
          </a:p>
        </p:txBody>
      </p:sp>
      <p:sp>
        <p:nvSpPr>
          <p:cNvPr id="73"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baseline="0" dirty="0">
                <a:solidFill>
                  <a:srgbClr val="1D1D1B"/>
                </a:solidFill>
                <a:latin typeface="Arial" panose="020B0604020202020204" pitchFamily="34" charset="0"/>
                <a:ea typeface="微软雅黑" panose="020B0503020204020204" pitchFamily="34" charset="-122"/>
                <a:cs typeface="Arial" panose="020B0604020202020204" pitchFamily="34" charset="0"/>
              </a:rPr>
              <a:t>Bring digital to every person, home, and </a:t>
            </a:r>
            <a:br>
              <a:rPr kumimoji="1" lang="en-US" altLang="zh-CN" sz="1200" baseline="0" dirty="0">
                <a:solidFill>
                  <a:srgbClr val="1D1D1B"/>
                </a:solidFill>
                <a:latin typeface="Arial" panose="020B0604020202020204" pitchFamily="34" charset="0"/>
                <a:ea typeface="微软雅黑" panose="020B0503020204020204" pitchFamily="34" charset="-122"/>
                <a:cs typeface="Arial" panose="020B0604020202020204" pitchFamily="34" charset="0"/>
              </a:rPr>
            </a:br>
            <a:r>
              <a:rPr kumimoji="1" lang="en-US" altLang="zh-CN" sz="1200" baseline="0" dirty="0">
                <a:solidFill>
                  <a:srgbClr val="1D1D1B"/>
                </a:solidFill>
                <a:latin typeface="Arial" panose="020B0604020202020204" pitchFamily="34" charset="0"/>
                <a:ea typeface="微软雅黑" panose="020B0503020204020204" pitchFamily="34" charset="-122"/>
                <a:cs typeface="Arial" panose="020B0604020202020204" pitchFamily="34" charset="0"/>
              </a:rPr>
              <a:t>organization for a fully connected, </a:t>
            </a:r>
            <a:br>
              <a:rPr kumimoji="1" lang="en-US" altLang="zh-CN" sz="1200" baseline="0" dirty="0">
                <a:solidFill>
                  <a:srgbClr val="1D1D1B"/>
                </a:solidFill>
                <a:latin typeface="Arial" panose="020B0604020202020204" pitchFamily="34" charset="0"/>
                <a:ea typeface="微软雅黑" panose="020B0503020204020204" pitchFamily="34" charset="-122"/>
                <a:cs typeface="Arial" panose="020B0604020202020204" pitchFamily="34" charset="0"/>
              </a:rPr>
            </a:br>
            <a:r>
              <a:rPr kumimoji="1" lang="en-US" altLang="zh-CN" sz="1200" baseline="0" dirty="0">
                <a:solidFill>
                  <a:srgbClr val="1D1D1B"/>
                </a:solidFill>
                <a:latin typeface="Arial" panose="020B0604020202020204" pitchFamily="34" charset="0"/>
                <a:ea typeface="微软雅黑" panose="020B0503020204020204" pitchFamily="34" charset="-122"/>
                <a:cs typeface="Arial" panose="020B0604020202020204" pitchFamily="34" charset="0"/>
              </a:rPr>
              <a:t>intelligent world.</a:t>
            </a:r>
            <a:endParaRPr kumimoji="1" lang="zh-CN" altLang="en-US" sz="1200" baseline="0" dirty="0">
              <a:solidFill>
                <a:srgbClr val="1D1D1B"/>
              </a:solidFill>
              <a:latin typeface="Arial" panose="020B0604020202020204" pitchFamily="34" charset="0"/>
              <a:ea typeface="微软雅黑" panose="020B0503020204020204" pitchFamily="34" charset="-122"/>
              <a:cs typeface="微软雅黑" panose="020B0503020204020204" pitchFamily="34" charset="-122"/>
            </a:endParaRPr>
          </a:p>
        </p:txBody>
      </p:sp>
      <p:pic>
        <p:nvPicPr>
          <p:cNvPr id="74" name="图片 7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65" r:id="rId1"/>
  </p:sldLayoutIdLst>
  <p:hf hdr="0" ftr="0" dt="0"/>
  <p:txStyles>
    <p:titleStyle>
      <a:lvl1pPr algn="l" defTabSz="1187450" rtl="0" eaLnBrk="1" latinLnBrk="0" hangingPunct="1">
        <a:lnSpc>
          <a:spcPct val="90000"/>
        </a:lnSpc>
        <a:spcBef>
          <a:spcPct val="0"/>
        </a:spcBef>
        <a:buNone/>
        <a:defRPr sz="5000" b="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p:titleStyle>
    <p:bodyStyle>
      <a:lvl1pPr marL="0" indent="0" algn="l" defTabSz="1187450" rtl="0" eaLnBrk="1" latinLnBrk="0" hangingPunct="1">
        <a:lnSpc>
          <a:spcPct val="90000"/>
        </a:lnSpc>
        <a:spcBef>
          <a:spcPts val="1300"/>
        </a:spcBef>
        <a:buFont typeface="Arial" panose="020B0604020202020204" pitchFamily="34" charset="0"/>
        <a:buNone/>
        <a:defRPr sz="1820" kern="1200">
          <a:solidFill>
            <a:srgbClr val="FFFFFF"/>
          </a:solidFill>
          <a:latin typeface="微软雅黑" panose="020B0503020204020204" pitchFamily="34" charset="-122"/>
          <a:ea typeface="微软雅黑" panose="020B0503020204020204" pitchFamily="34" charset="-122"/>
          <a:cs typeface="+mn-cs"/>
        </a:defRPr>
      </a:lvl1pPr>
      <a:lvl2pPr marL="593725" indent="0" algn="l" defTabSz="1187450" rtl="0" eaLnBrk="1" latinLnBrk="0" hangingPunct="1">
        <a:lnSpc>
          <a:spcPct val="90000"/>
        </a:lnSpc>
        <a:spcBef>
          <a:spcPts val="650"/>
        </a:spcBef>
        <a:buFont typeface="Arial" panose="020B0604020202020204" pitchFamily="34" charset="0"/>
        <a:buNone/>
        <a:defRPr sz="3115" kern="1200">
          <a:solidFill>
            <a:schemeClr val="tx1"/>
          </a:solidFill>
          <a:latin typeface="+mn-lt"/>
          <a:ea typeface="+mn-ea"/>
          <a:cs typeface="+mn-cs"/>
        </a:defRPr>
      </a:lvl2pPr>
      <a:lvl3pPr marL="1187450" indent="0" algn="l"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3pPr>
      <a:lvl4pPr marL="1781175"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4pPr>
      <a:lvl5pPr marL="2374900"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1" Type="http://schemas.openxmlformats.org/officeDocument/2006/relationships/notesSlide" Target="../notesSlides/notesSlide30.xml"/><Relationship Id="rId10" Type="http://schemas.openxmlformats.org/officeDocument/2006/relationships/slideLayout" Target="../slideLayouts/slideLayout3.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37.png"/><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51.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image" Target="../media/image44.png"/><Relationship Id="rId64" Type="http://schemas.openxmlformats.org/officeDocument/2006/relationships/slideLayout" Target="../slideLayouts/slideLayout3.xml"/><Relationship Id="rId63" Type="http://schemas.openxmlformats.org/officeDocument/2006/relationships/image" Target="../media/image100.png"/><Relationship Id="rId62" Type="http://schemas.openxmlformats.org/officeDocument/2006/relationships/image" Target="../media/image99.png"/><Relationship Id="rId61" Type="http://schemas.openxmlformats.org/officeDocument/2006/relationships/image" Target="../media/image98.png"/><Relationship Id="rId60" Type="http://schemas.openxmlformats.org/officeDocument/2006/relationships/image" Target="../media/image97.png"/><Relationship Id="rId6" Type="http://schemas.openxmlformats.org/officeDocument/2006/relationships/image" Target="../media/image43.png"/><Relationship Id="rId59" Type="http://schemas.openxmlformats.org/officeDocument/2006/relationships/image" Target="../media/image96.png"/><Relationship Id="rId58" Type="http://schemas.openxmlformats.org/officeDocument/2006/relationships/image" Target="../media/image95.png"/><Relationship Id="rId57" Type="http://schemas.openxmlformats.org/officeDocument/2006/relationships/image" Target="../media/image94.png"/><Relationship Id="rId56" Type="http://schemas.openxmlformats.org/officeDocument/2006/relationships/image" Target="../media/image93.png"/><Relationship Id="rId55" Type="http://schemas.openxmlformats.org/officeDocument/2006/relationships/image" Target="../media/image92.png"/><Relationship Id="rId54" Type="http://schemas.openxmlformats.org/officeDocument/2006/relationships/image" Target="../media/image91.png"/><Relationship Id="rId53" Type="http://schemas.openxmlformats.org/officeDocument/2006/relationships/image" Target="../media/image90.png"/><Relationship Id="rId52" Type="http://schemas.openxmlformats.org/officeDocument/2006/relationships/image" Target="../media/image89.png"/><Relationship Id="rId51" Type="http://schemas.openxmlformats.org/officeDocument/2006/relationships/image" Target="../media/image88.png"/><Relationship Id="rId50" Type="http://schemas.openxmlformats.org/officeDocument/2006/relationships/image" Target="../media/image87.png"/><Relationship Id="rId5" Type="http://schemas.openxmlformats.org/officeDocument/2006/relationships/image" Target="../media/image42.png"/><Relationship Id="rId49" Type="http://schemas.openxmlformats.org/officeDocument/2006/relationships/image" Target="../media/image86.png"/><Relationship Id="rId48" Type="http://schemas.openxmlformats.org/officeDocument/2006/relationships/image" Target="../media/image85.png"/><Relationship Id="rId47" Type="http://schemas.openxmlformats.org/officeDocument/2006/relationships/image" Target="../media/image84.png"/><Relationship Id="rId46" Type="http://schemas.openxmlformats.org/officeDocument/2006/relationships/image" Target="../media/image83.png"/><Relationship Id="rId45" Type="http://schemas.openxmlformats.org/officeDocument/2006/relationships/image" Target="../media/image82.png"/><Relationship Id="rId44" Type="http://schemas.openxmlformats.org/officeDocument/2006/relationships/image" Target="../media/image81.png"/><Relationship Id="rId43" Type="http://schemas.openxmlformats.org/officeDocument/2006/relationships/image" Target="../media/image80.png"/><Relationship Id="rId42" Type="http://schemas.openxmlformats.org/officeDocument/2006/relationships/image" Target="../media/image79.png"/><Relationship Id="rId41" Type="http://schemas.openxmlformats.org/officeDocument/2006/relationships/image" Target="../media/image78.png"/><Relationship Id="rId40" Type="http://schemas.openxmlformats.org/officeDocument/2006/relationships/image" Target="../media/image77.png"/><Relationship Id="rId4" Type="http://schemas.openxmlformats.org/officeDocument/2006/relationships/image" Target="../media/image41.png"/><Relationship Id="rId39" Type="http://schemas.openxmlformats.org/officeDocument/2006/relationships/image" Target="../media/image76.png"/><Relationship Id="rId38" Type="http://schemas.openxmlformats.org/officeDocument/2006/relationships/image" Target="../media/image75.png"/><Relationship Id="rId37" Type="http://schemas.openxmlformats.org/officeDocument/2006/relationships/image" Target="../media/image74.png"/><Relationship Id="rId36" Type="http://schemas.openxmlformats.org/officeDocument/2006/relationships/image" Target="../media/image73.png"/><Relationship Id="rId35" Type="http://schemas.openxmlformats.org/officeDocument/2006/relationships/image" Target="../media/image72.png"/><Relationship Id="rId34" Type="http://schemas.openxmlformats.org/officeDocument/2006/relationships/image" Target="../media/image71.png"/><Relationship Id="rId33" Type="http://schemas.openxmlformats.org/officeDocument/2006/relationships/image" Target="../media/image70.png"/><Relationship Id="rId32" Type="http://schemas.openxmlformats.org/officeDocument/2006/relationships/image" Target="../media/image69.png"/><Relationship Id="rId31" Type="http://schemas.openxmlformats.org/officeDocument/2006/relationships/image" Target="../media/image68.png"/><Relationship Id="rId30" Type="http://schemas.openxmlformats.org/officeDocument/2006/relationships/image" Target="../media/image67.png"/><Relationship Id="rId3" Type="http://schemas.openxmlformats.org/officeDocument/2006/relationships/image" Target="../media/image40.png"/><Relationship Id="rId29" Type="http://schemas.openxmlformats.org/officeDocument/2006/relationships/image" Target="../media/image66.png"/><Relationship Id="rId28" Type="http://schemas.openxmlformats.org/officeDocument/2006/relationships/image" Target="../media/image65.png"/><Relationship Id="rId27" Type="http://schemas.openxmlformats.org/officeDocument/2006/relationships/image" Target="../media/image64.png"/><Relationship Id="rId26" Type="http://schemas.openxmlformats.org/officeDocument/2006/relationships/image" Target="../media/image63.png"/><Relationship Id="rId25" Type="http://schemas.openxmlformats.org/officeDocument/2006/relationships/image" Target="../media/image62.png"/><Relationship Id="rId24" Type="http://schemas.openxmlformats.org/officeDocument/2006/relationships/image" Target="../media/image61.png"/><Relationship Id="rId23" Type="http://schemas.openxmlformats.org/officeDocument/2006/relationships/image" Target="../media/image60.png"/><Relationship Id="rId22" Type="http://schemas.openxmlformats.org/officeDocument/2006/relationships/image" Target="../media/image59.png"/><Relationship Id="rId21" Type="http://schemas.openxmlformats.org/officeDocument/2006/relationships/image" Target="../media/image58.png"/><Relationship Id="rId20" Type="http://schemas.openxmlformats.org/officeDocument/2006/relationships/image" Target="../media/image57.png"/><Relationship Id="rId2" Type="http://schemas.openxmlformats.org/officeDocument/2006/relationships/image" Target="../media/image39.png"/><Relationship Id="rId19" Type="http://schemas.openxmlformats.org/officeDocument/2006/relationships/image" Target="../media/image56.png"/><Relationship Id="rId18" Type="http://schemas.openxmlformats.org/officeDocument/2006/relationships/image" Target="../media/image55.png"/><Relationship Id="rId17" Type="http://schemas.openxmlformats.org/officeDocument/2006/relationships/image" Target="../media/image54.png"/><Relationship Id="rId16" Type="http://schemas.openxmlformats.org/officeDocument/2006/relationships/image" Target="../media/image53.png"/><Relationship Id="rId15" Type="http://schemas.openxmlformats.org/officeDocument/2006/relationships/image" Target="../media/image52.png"/><Relationship Id="rId14" Type="http://schemas.openxmlformats.org/officeDocument/2006/relationships/image" Target="../media/image51.png"/><Relationship Id="rId13" Type="http://schemas.openxmlformats.org/officeDocument/2006/relationships/image" Target="../media/image50.png"/><Relationship Id="rId12" Type="http://schemas.openxmlformats.org/officeDocument/2006/relationships/image" Target="../media/image49.png"/><Relationship Id="rId11" Type="http://schemas.openxmlformats.org/officeDocument/2006/relationships/image" Target="../media/image48.png"/><Relationship Id="rId10" Type="http://schemas.openxmlformats.org/officeDocument/2006/relationships/image" Target="../media/image47.png"/><Relationship Id="rId1"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61672" y="3446033"/>
            <a:ext cx="2550356"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672" y="2537401"/>
            <a:ext cx="8548830" cy="689985"/>
          </a:xfrm>
        </p:spPr>
        <p:txBody>
          <a:bodyPr>
            <a:normAutofit fontScale="90000"/>
          </a:bodyPr>
          <a:lstStyle/>
          <a:p>
            <a:r>
              <a:rPr lang="zh-CN" altLang="en-US" sz="4800" dirty="0">
                <a:solidFill>
                  <a:schemeClr val="bg1"/>
                </a:solidFill>
              </a:rPr>
              <a:t>第一章 </a:t>
            </a:r>
            <a:r>
              <a:rPr lang="en-US" altLang="zh-CN" sz="4800" dirty="0" err="1">
                <a:solidFill>
                  <a:schemeClr val="bg1"/>
                </a:solidFill>
              </a:rPr>
              <a:t>HarmonyOS</a:t>
            </a:r>
            <a:r>
              <a:rPr lang="zh-CN" altLang="en-US" sz="4800" dirty="0">
                <a:solidFill>
                  <a:schemeClr val="bg1"/>
                </a:solidFill>
              </a:rPr>
              <a:t>操作系统概述</a:t>
            </a:r>
            <a:endParaRPr lang="zh-CN" altLang="en-US"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0"/>
          </p:nvPr>
        </p:nvSpPr>
        <p:spPr/>
        <p:txBody>
          <a:bodyPr/>
          <a:lstStyle/>
          <a:p>
            <a:r>
              <a:rPr lang="zh-CN" altLang="en-US" dirty="0"/>
              <a:t>介绍移动应用开发的基础内容，包括移动操作系统，移动开发工具，移动应用组成、编译构建等；</a:t>
            </a:r>
            <a:endParaRPr lang="en-US" altLang="zh-CN" dirty="0"/>
          </a:p>
          <a:p>
            <a:r>
              <a:rPr lang="zh-CN" altLang="en-US" dirty="0"/>
              <a:t>介绍移动开发进阶内容，开发语言（</a:t>
            </a:r>
            <a:r>
              <a:rPr lang="en-US" altLang="zh-CN" dirty="0" err="1"/>
              <a:t>ArkTS</a:t>
            </a:r>
            <a:r>
              <a:rPr lang="en-US" altLang="zh-CN" dirty="0"/>
              <a:t>+</a:t>
            </a:r>
            <a:r>
              <a:rPr lang="zh-CN" altLang="en-US" dirty="0"/>
              <a:t>仓颉）和界面设计；</a:t>
            </a:r>
            <a:endParaRPr lang="en-US" altLang="zh-CN" dirty="0"/>
          </a:p>
          <a:p>
            <a:r>
              <a:rPr lang="zh-CN" altLang="en-US" dirty="0"/>
              <a:t>介绍移动开发高级内容，包括数据持久化，元服务，传感器及网络访问，多媒体，</a:t>
            </a:r>
            <a:r>
              <a:rPr lang="en-US" altLang="zh-CN" dirty="0"/>
              <a:t>AI</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err="1"/>
              <a:t>HarmonyOS</a:t>
            </a:r>
            <a:r>
              <a:rPr lang="zh-CN" altLang="en-US" dirty="0"/>
              <a:t>是一款面向万物互联时代的、全新的分布式操作系统。</a:t>
            </a:r>
            <a:endParaRPr lang="en-US" altLang="zh-CN" dirty="0"/>
          </a:p>
          <a:p>
            <a:r>
              <a:rPr lang="zh-CN" altLang="en-US" dirty="0"/>
              <a:t>在传统的单设备系统能力的基础上，</a:t>
            </a:r>
            <a:r>
              <a:rPr lang="en-US" altLang="zh-CN" dirty="0"/>
              <a:t> </a:t>
            </a:r>
            <a:r>
              <a:rPr lang="en-US" altLang="zh-CN" dirty="0" err="1"/>
              <a:t>HarmonyOS</a:t>
            </a:r>
            <a:r>
              <a:rPr lang="zh-CN" altLang="en-US" dirty="0"/>
              <a:t>提出了基于同一套系统能力、适配多种终端形态的分布式理念，能够支持手机、平板、智能穿戴、智慧屏、车机等多种终端设备。</a:t>
            </a:r>
            <a:endParaRPr lang="en-US" altLang="zh-CN" dirty="0"/>
          </a:p>
          <a:p>
            <a:r>
              <a:rPr lang="zh-CN" altLang="en-US" dirty="0"/>
              <a:t>本章主要介绍</a:t>
            </a:r>
            <a:r>
              <a:rPr lang="en-US" altLang="zh-CN" dirty="0" err="1"/>
              <a:t>HarmonyOS</a:t>
            </a:r>
            <a:r>
              <a:rPr lang="zh-CN" altLang="en-US" dirty="0"/>
              <a:t>分布式操作系统的概念、关键技术能力以及</a:t>
            </a:r>
            <a:r>
              <a:rPr lang="en-US" altLang="zh-CN" dirty="0" err="1"/>
              <a:t>HarmonyOS</a:t>
            </a:r>
            <a:r>
              <a:rPr lang="zh-CN" altLang="en-US" dirty="0"/>
              <a:t>典型的应用场景。</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0"/>
          </p:nvPr>
        </p:nvSpPr>
        <p:spPr/>
        <p:txBody>
          <a:bodyPr/>
          <a:lstStyle/>
          <a:p>
            <a:r>
              <a:rPr lang="zh-CN" altLang="en-US" dirty="0"/>
              <a:t>移动应开发技术</a:t>
            </a:r>
            <a:r>
              <a:rPr lang="en-US" altLang="zh-CN" dirty="0"/>
              <a:t>-</a:t>
            </a:r>
            <a:r>
              <a:rPr lang="zh-CN" altLang="en-US" dirty="0"/>
              <a:t>基于</a:t>
            </a:r>
            <a:r>
              <a:rPr lang="en-US" altLang="zh-CN" dirty="0" err="1"/>
              <a:t>OpenHarmony</a:t>
            </a:r>
            <a:r>
              <a:rPr lang="zh-CN" altLang="en-US" dirty="0"/>
              <a:t>平台，人民邮电出版社，</a:t>
            </a:r>
            <a:r>
              <a:rPr lang="en-US" altLang="zh-CN" dirty="0"/>
              <a:t>2025</a:t>
            </a:r>
            <a:endParaRPr lang="en-US" altLang="zh-CN" dirty="0"/>
          </a:p>
          <a:p>
            <a:r>
              <a:rPr lang="en-US" altLang="zh-CN" b="1" dirty="0" err="1"/>
              <a:t>HarmonyOS</a:t>
            </a:r>
            <a:r>
              <a:rPr lang="zh-CN" altLang="en-US" b="1" dirty="0"/>
              <a:t>开发者文档</a:t>
            </a:r>
            <a:endParaRPr lang="en-US" altLang="zh-CN" b="1" dirty="0"/>
          </a:p>
          <a:p>
            <a:pPr marL="0" indent="0">
              <a:buNone/>
            </a:pPr>
            <a:r>
              <a:rPr lang="en-US" altLang="zh-CN" b="1" u="sng" dirty="0"/>
              <a:t>https://developer.huawei.com/consumer/cn/doc/harmonyos-guides-V5/application-dev-guide-V5</a:t>
            </a:r>
            <a:endParaRPr lang="en-US" altLang="zh-CN" u="sng" dirty="0"/>
          </a:p>
          <a:p>
            <a:pPr marL="0" indent="0">
              <a:buNone/>
            </a:pPr>
            <a:endParaRPr lang="en-US" altLang="zh-CN" dirty="0"/>
          </a:p>
          <a:p>
            <a:pPr marL="0" indent="0">
              <a:buNone/>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学习完本课程后，您将能够：</a:t>
            </a:r>
            <a:endParaRPr lang="en-US" altLang="zh-CN" dirty="0"/>
          </a:p>
          <a:p>
            <a:pPr lvl="1"/>
            <a:r>
              <a:rPr lang="zh-CN" altLang="en-US" dirty="0">
                <a:solidFill>
                  <a:schemeClr val="bg1"/>
                </a:solidFill>
              </a:rPr>
              <a:t>了解</a:t>
            </a:r>
            <a:r>
              <a:rPr lang="en-US" altLang="zh-CN" dirty="0" err="1">
                <a:solidFill>
                  <a:schemeClr val="bg1"/>
                </a:solidFill>
              </a:rPr>
              <a:t>HarmonyOS</a:t>
            </a:r>
            <a:r>
              <a:rPr lang="zh-CN" altLang="en-US" dirty="0">
                <a:solidFill>
                  <a:schemeClr val="bg1"/>
                </a:solidFill>
              </a:rPr>
              <a:t>的相关概念和产品定位；</a:t>
            </a:r>
            <a:endParaRPr lang="en-US" altLang="zh-CN" dirty="0">
              <a:solidFill>
                <a:schemeClr val="bg1"/>
              </a:solidFill>
            </a:endParaRPr>
          </a:p>
          <a:p>
            <a:pPr lvl="1"/>
            <a:r>
              <a:rPr lang="zh-CN" altLang="en-US" dirty="0">
                <a:solidFill>
                  <a:schemeClr val="bg1"/>
                </a:solidFill>
              </a:rPr>
              <a:t>了解</a:t>
            </a:r>
            <a:r>
              <a:rPr lang="en-US" altLang="zh-CN" dirty="0" err="1">
                <a:solidFill>
                  <a:schemeClr val="bg1"/>
                </a:solidFill>
              </a:rPr>
              <a:t>HarmonyOS</a:t>
            </a:r>
            <a:r>
              <a:rPr lang="zh-CN" altLang="en-US" dirty="0">
                <a:solidFill>
                  <a:schemeClr val="bg1"/>
                </a:solidFill>
              </a:rPr>
              <a:t>的技术架构；</a:t>
            </a:r>
            <a:endParaRPr lang="en-US" altLang="zh-CN" dirty="0">
              <a:solidFill>
                <a:schemeClr val="bg1"/>
              </a:solidFill>
            </a:endParaRPr>
          </a:p>
          <a:p>
            <a:pPr lvl="1"/>
            <a:r>
              <a:rPr lang="zh-CN" altLang="en-US" dirty="0">
                <a:solidFill>
                  <a:schemeClr val="bg1"/>
                </a:solidFill>
              </a:rPr>
              <a:t>了解</a:t>
            </a:r>
            <a:r>
              <a:rPr lang="en-US" altLang="zh-CN" dirty="0" err="1">
                <a:solidFill>
                  <a:schemeClr val="bg1"/>
                </a:solidFill>
              </a:rPr>
              <a:t>HarmonyOS</a:t>
            </a:r>
            <a:r>
              <a:rPr lang="zh-CN" altLang="en-US" dirty="0">
                <a:solidFill>
                  <a:schemeClr val="bg1"/>
                </a:solidFill>
              </a:rPr>
              <a:t>的关键特性。</a:t>
            </a:r>
            <a:endParaRPr lang="zh-CN" altLang="en-US"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t>HarmonyOS</a:t>
            </a:r>
            <a:r>
              <a:rPr lang="zh-CN" altLang="en-US" dirty="0"/>
              <a:t>简介</a:t>
            </a:r>
            <a:endParaRPr lang="en-US" altLang="zh-CN" dirty="0"/>
          </a:p>
          <a:p>
            <a:pPr lvl="1">
              <a:buSzPct val="60000"/>
              <a:buFont typeface="Wingdings" panose="05000000000000000000" pitchFamily="2" charset="2"/>
              <a:buChar char="n"/>
            </a:pPr>
            <a:r>
              <a:rPr lang="zh-CN" altLang="en-US" dirty="0"/>
              <a:t>初识</a:t>
            </a:r>
            <a:r>
              <a:rPr lang="en-US" altLang="zh-CN" dirty="0" err="1"/>
              <a:t>HarmonyOS</a:t>
            </a:r>
            <a:endParaRPr lang="en-US" altLang="zh-CN" dirty="0"/>
          </a:p>
          <a:p>
            <a:pPr lvl="1">
              <a:buSzPct val="50000"/>
              <a:buFont typeface="Wingdings" panose="05000000000000000000" pitchFamily="2" charset="2"/>
              <a:buChar char="p"/>
            </a:pPr>
            <a:r>
              <a:rPr lang="en-US" altLang="zh-CN" dirty="0" err="1">
                <a:solidFill>
                  <a:schemeClr val="tx1">
                    <a:lumMod val="50000"/>
                  </a:schemeClr>
                </a:solidFill>
              </a:rPr>
              <a:t>HarmonyOS</a:t>
            </a:r>
            <a:r>
              <a:rPr lang="zh-CN" altLang="en-US" dirty="0">
                <a:solidFill>
                  <a:schemeClr val="tx1">
                    <a:lumMod val="50000"/>
                  </a:schemeClr>
                </a:solidFill>
              </a:rPr>
              <a:t>系统定位</a:t>
            </a:r>
            <a:endParaRPr lang="en-US" altLang="zh-CN" dirty="0">
              <a:solidFill>
                <a:schemeClr val="tx1">
                  <a:lumMod val="50000"/>
                </a:schemeClr>
              </a:solidFill>
            </a:endParaRPr>
          </a:p>
          <a:p>
            <a:pPr lvl="1">
              <a:buSzPct val="50000"/>
              <a:buFont typeface="Wingdings" panose="05000000000000000000" pitchFamily="2" charset="2"/>
              <a:buChar char="p"/>
            </a:pPr>
            <a:r>
              <a:rPr lang="en-US" altLang="zh-CN" dirty="0" err="1">
                <a:solidFill>
                  <a:schemeClr val="tx1">
                    <a:lumMod val="50000"/>
                  </a:schemeClr>
                </a:solidFill>
              </a:rPr>
              <a:t>HarmonyOS</a:t>
            </a:r>
            <a:r>
              <a:rPr lang="zh-CN" altLang="en-US" dirty="0">
                <a:solidFill>
                  <a:schemeClr val="tx1">
                    <a:lumMod val="50000"/>
                  </a:schemeClr>
                </a:solidFill>
              </a:rPr>
              <a:t>典型应用场景</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关键特性</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生态</a:t>
            </a:r>
            <a:endParaRPr lang="en-US" altLang="zh-CN" dirty="0">
              <a:solidFill>
                <a:schemeClr val="tx1">
                  <a:lumMod val="50000"/>
                </a:schemeClr>
              </a:solidFill>
            </a:endParaRPr>
          </a:p>
          <a:p>
            <a:endParaRPr lang="en-US" altLang="zh-CN" dirty="0">
              <a:solidFill>
                <a:srgbClr val="88888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zh-CN" dirty="0"/>
              <a:t>全球智能终端的发展</a:t>
            </a:r>
            <a:endParaRPr lang="zh-CN" altLang="en-US" dirty="0"/>
          </a:p>
        </p:txBody>
      </p:sp>
      <p:sp>
        <p:nvSpPr>
          <p:cNvPr id="4" name="文本占位符 4"/>
          <p:cNvSpPr txBox="1"/>
          <p:nvPr/>
        </p:nvSpPr>
        <p:spPr>
          <a:xfrm>
            <a:off x="455612" y="1047750"/>
            <a:ext cx="11293475" cy="4879805"/>
          </a:xfrm>
          <a:prstGeom prst="rect">
            <a:avLst/>
          </a:prstGeom>
        </p:spPr>
        <p:txBody>
          <a:bodyPr/>
          <a:lstStyle>
            <a:lvl1pPr marL="285750" indent="-285750" algn="l" defTabSz="457200" rtl="0" eaLnBrk="1" latinLnBrk="0" hangingPunct="1">
              <a:spcBef>
                <a:spcPts val="0"/>
              </a:spcBef>
              <a:spcAft>
                <a:spcPts val="1000"/>
              </a:spcAft>
              <a:buClrTx/>
              <a:buSzPct val="100000"/>
              <a:buFont typeface="Arial" panose="020B0604020202020204"/>
              <a:buChar char="•"/>
              <a:defRPr sz="2200" kern="1200" cap="none" baseline="0">
                <a:solidFill>
                  <a:schemeClr val="bg1"/>
                </a:solidFill>
                <a:effectLst/>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0"/>
              </a:spcBef>
              <a:spcAft>
                <a:spcPts val="1000"/>
              </a:spcAft>
              <a:buClrTx/>
              <a:buSzPct val="60000"/>
              <a:buFont typeface="Wingdings" panose="05000000000000000000" pitchFamily="2" charset="2"/>
              <a:buChar char="p"/>
              <a:defRPr sz="1800" kern="1200" cap="none" baseline="0">
                <a:solidFill>
                  <a:schemeClr val="bg1"/>
                </a:solidFill>
                <a:effectLst/>
                <a:latin typeface="微软雅黑" panose="020B0503020204020204" pitchFamily="34" charset="-122"/>
                <a:ea typeface="微软雅黑" panose="020B0503020204020204" pitchFamily="34" charset="-122"/>
                <a:cs typeface="+mn-cs"/>
              </a:defRPr>
            </a:lvl2pPr>
            <a:lvl3pPr marL="1200150" indent="-285750" algn="l" defTabSz="457200" rtl="0" eaLnBrk="1" latinLnBrk="0" hangingPunct="1">
              <a:spcBef>
                <a:spcPts val="0"/>
              </a:spcBef>
              <a:spcAft>
                <a:spcPts val="1000"/>
              </a:spcAft>
              <a:buClrTx/>
              <a:buSzPct val="100000"/>
              <a:buFont typeface="Arial" panose="020B0604020202020204"/>
              <a:buChar char="•"/>
              <a:defRPr sz="1800" kern="1200" cap="none" baseline="0">
                <a:solidFill>
                  <a:schemeClr val="bg1"/>
                </a:solidFill>
                <a:effectLst/>
                <a:latin typeface="微软雅黑" panose="020B0503020204020204" pitchFamily="34" charset="-122"/>
                <a:ea typeface="微软雅黑" panose="020B0503020204020204" pitchFamily="34" charset="-122"/>
                <a:cs typeface="+mn-cs"/>
              </a:defRPr>
            </a:lvl3pPr>
            <a:lvl4pPr marL="1543050" indent="-171450" algn="l" defTabSz="457200" rtl="0" eaLnBrk="1" latinLnBrk="0" hangingPunct="1">
              <a:spcBef>
                <a:spcPts val="0"/>
              </a:spcBef>
              <a:spcAft>
                <a:spcPts val="1000"/>
              </a:spcAft>
              <a:buClrTx/>
              <a:buSzPct val="100000"/>
              <a:buFont typeface="Arial" panose="020B0604020202020204"/>
              <a:buChar char="•"/>
              <a:defRPr sz="1600" kern="1200" cap="none" baseline="0">
                <a:solidFill>
                  <a:schemeClr val="bg1"/>
                </a:solidFill>
                <a:effectLst/>
                <a:latin typeface="微软雅黑" panose="020B0503020204020204" pitchFamily="34" charset="-122"/>
                <a:ea typeface="微软雅黑" panose="020B0503020204020204" pitchFamily="34" charset="-122"/>
                <a:cs typeface="+mn-cs"/>
              </a:defRPr>
            </a:lvl4pPr>
            <a:lvl5pPr marL="2000250" indent="-171450" algn="l" defTabSz="457200" rtl="0" eaLnBrk="1" latinLnBrk="0" hangingPunct="1">
              <a:spcBef>
                <a:spcPts val="0"/>
              </a:spcBef>
              <a:spcAft>
                <a:spcPts val="1000"/>
              </a:spcAft>
              <a:buClrTx/>
              <a:buSzPct val="100000"/>
              <a:buFont typeface="Arial" panose="020B0604020202020204"/>
              <a:buChar char="•"/>
              <a:defRPr sz="1400" kern="1200" cap="none" baseline="0">
                <a:solidFill>
                  <a:schemeClr val="bg1"/>
                </a:solidFill>
                <a:effectLst/>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r>
              <a:rPr lang="zh-CN" altLang="zh-CN" dirty="0"/>
              <a:t>在智能设备快速发展的过程中，很多硬件厂商都推出过各类硬件产品，苹果公司和谷歌公司在智能设备领域取得了巨大成功。</a:t>
            </a:r>
            <a:endParaRPr lang="en-US" altLang="zh-CN" dirty="0"/>
          </a:p>
          <a:p>
            <a:r>
              <a:rPr lang="zh-CN" altLang="zh-CN" dirty="0"/>
              <a:t>苹果</a:t>
            </a:r>
            <a:r>
              <a:rPr lang="zh-CN" altLang="en-US" dirty="0"/>
              <a:t>手机、</a:t>
            </a:r>
            <a:r>
              <a:rPr lang="zh-CN" altLang="zh-CN" dirty="0"/>
              <a:t>苹果计算机、苹果平板电脑、苹果机顶盒、苹果音箱和可穿戴设备</a:t>
            </a:r>
            <a:r>
              <a:rPr lang="zh-CN" altLang="en-US" dirty="0"/>
              <a:t>，</a:t>
            </a:r>
            <a:r>
              <a:rPr lang="zh-CN" altLang="zh-CN" dirty="0"/>
              <a:t>以移动操作系统为核心的闭源生态系统，各种苹果终端设备都能进行互联互通</a:t>
            </a:r>
            <a:r>
              <a:rPr lang="zh-CN" altLang="en-US" dirty="0"/>
              <a:t>。</a:t>
            </a:r>
            <a:endParaRPr lang="en-US" altLang="zh-CN" dirty="0"/>
          </a:p>
          <a:p>
            <a:r>
              <a:rPr lang="en-US" altLang="zh-CN" dirty="0"/>
              <a:t>Android</a:t>
            </a:r>
            <a:r>
              <a:rPr lang="zh-CN" altLang="zh-CN" dirty="0"/>
              <a:t>手机、</a:t>
            </a:r>
            <a:r>
              <a:rPr lang="en-US" altLang="zh-CN" dirty="0"/>
              <a:t>Android</a:t>
            </a:r>
            <a:r>
              <a:rPr lang="zh-CN" altLang="zh-CN" dirty="0"/>
              <a:t>手表、</a:t>
            </a:r>
            <a:r>
              <a:rPr lang="en-US" altLang="zh-CN" dirty="0"/>
              <a:t>Android</a:t>
            </a:r>
            <a:r>
              <a:rPr lang="zh-CN" altLang="zh-CN" dirty="0"/>
              <a:t>平板电脑和</a:t>
            </a:r>
            <a:r>
              <a:rPr lang="en-US" altLang="zh-CN" dirty="0"/>
              <a:t>Android</a:t>
            </a:r>
            <a:r>
              <a:rPr lang="zh-CN" altLang="zh-CN" dirty="0"/>
              <a:t>机顶盒等。</a:t>
            </a:r>
            <a:r>
              <a:rPr lang="en-US" altLang="zh-CN" dirty="0"/>
              <a:t> Android</a:t>
            </a:r>
            <a:r>
              <a:rPr lang="zh-CN" altLang="zh-CN" dirty="0"/>
              <a:t>因其开源特性，迅速占领了中低端市场</a:t>
            </a:r>
            <a:r>
              <a:rPr lang="zh-CN" altLang="en-US" dirty="0"/>
              <a:t>。</a:t>
            </a:r>
            <a:endParaRPr lang="en-US" altLang="zh-CN" dirty="0"/>
          </a:p>
          <a:p>
            <a:r>
              <a:rPr lang="zh-CN" altLang="en-US" dirty="0"/>
              <a:t>成功的关键是以</a:t>
            </a:r>
            <a:r>
              <a:rPr lang="zh-CN" altLang="zh-CN" dirty="0"/>
              <a:t>智能设备操作系统</a:t>
            </a:r>
            <a:r>
              <a:rPr lang="zh-CN" altLang="en-US" dirty="0"/>
              <a:t>为基础的应用</a:t>
            </a:r>
            <a:r>
              <a:rPr lang="zh-CN" altLang="zh-CN" dirty="0"/>
              <a:t>生态搭建。</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我国移动操作系统的机遇与挑战</a:t>
            </a:r>
            <a:endParaRPr lang="zh-CN" altLang="en-US" dirty="0"/>
          </a:p>
        </p:txBody>
      </p:sp>
      <p:sp>
        <p:nvSpPr>
          <p:cNvPr id="3" name="文本占位符 4"/>
          <p:cNvSpPr txBox="1"/>
          <p:nvPr/>
        </p:nvSpPr>
        <p:spPr>
          <a:xfrm>
            <a:off x="455612" y="1047750"/>
            <a:ext cx="11293475" cy="4879805"/>
          </a:xfrm>
          <a:prstGeom prst="rect">
            <a:avLst/>
          </a:prstGeom>
        </p:spPr>
        <p:txBody>
          <a:bodyPr/>
          <a:lstStyle>
            <a:lvl1pPr marL="285750" indent="-285750" algn="l" defTabSz="457200" rtl="0" eaLnBrk="1" latinLnBrk="0" hangingPunct="1">
              <a:spcBef>
                <a:spcPts val="0"/>
              </a:spcBef>
              <a:spcAft>
                <a:spcPts val="1000"/>
              </a:spcAft>
              <a:buClrTx/>
              <a:buSzPct val="100000"/>
              <a:buFont typeface="Arial" panose="020B0604020202020204"/>
              <a:buChar char="•"/>
              <a:defRPr sz="2200" kern="1200" cap="none" baseline="0">
                <a:solidFill>
                  <a:schemeClr val="bg1"/>
                </a:solidFill>
                <a:effectLst/>
                <a:latin typeface="微软雅黑" panose="020B0503020204020204" pitchFamily="34" charset="-122"/>
                <a:ea typeface="微软雅黑" panose="020B0503020204020204" pitchFamily="34" charset="-122"/>
                <a:cs typeface="+mn-cs"/>
              </a:defRPr>
            </a:lvl1pPr>
            <a:lvl2pPr marL="742950" indent="-285750" algn="l" defTabSz="457200" rtl="0" eaLnBrk="1" latinLnBrk="0" hangingPunct="1">
              <a:spcBef>
                <a:spcPts val="0"/>
              </a:spcBef>
              <a:spcAft>
                <a:spcPts val="1000"/>
              </a:spcAft>
              <a:buClrTx/>
              <a:buSzPct val="60000"/>
              <a:buFont typeface="Wingdings" panose="05000000000000000000" pitchFamily="2" charset="2"/>
              <a:buChar char="p"/>
              <a:defRPr sz="1800" kern="1200" cap="none" baseline="0">
                <a:solidFill>
                  <a:schemeClr val="bg1"/>
                </a:solidFill>
                <a:effectLst/>
                <a:latin typeface="微软雅黑" panose="020B0503020204020204" pitchFamily="34" charset="-122"/>
                <a:ea typeface="微软雅黑" panose="020B0503020204020204" pitchFamily="34" charset="-122"/>
                <a:cs typeface="+mn-cs"/>
              </a:defRPr>
            </a:lvl2pPr>
            <a:lvl3pPr marL="1200150" indent="-285750" algn="l" defTabSz="457200" rtl="0" eaLnBrk="1" latinLnBrk="0" hangingPunct="1">
              <a:spcBef>
                <a:spcPts val="0"/>
              </a:spcBef>
              <a:spcAft>
                <a:spcPts val="1000"/>
              </a:spcAft>
              <a:buClrTx/>
              <a:buSzPct val="100000"/>
              <a:buFont typeface="Arial" panose="020B0604020202020204"/>
              <a:buChar char="•"/>
              <a:defRPr sz="1800" kern="1200" cap="none" baseline="0">
                <a:solidFill>
                  <a:schemeClr val="bg1"/>
                </a:solidFill>
                <a:effectLst/>
                <a:latin typeface="微软雅黑" panose="020B0503020204020204" pitchFamily="34" charset="-122"/>
                <a:ea typeface="微软雅黑" panose="020B0503020204020204" pitchFamily="34" charset="-122"/>
                <a:cs typeface="+mn-cs"/>
              </a:defRPr>
            </a:lvl3pPr>
            <a:lvl4pPr marL="1543050" indent="-171450" algn="l" defTabSz="457200" rtl="0" eaLnBrk="1" latinLnBrk="0" hangingPunct="1">
              <a:spcBef>
                <a:spcPts val="0"/>
              </a:spcBef>
              <a:spcAft>
                <a:spcPts val="1000"/>
              </a:spcAft>
              <a:buClrTx/>
              <a:buSzPct val="100000"/>
              <a:buFont typeface="Arial" panose="020B0604020202020204"/>
              <a:buChar char="•"/>
              <a:defRPr sz="1600" kern="1200" cap="none" baseline="0">
                <a:solidFill>
                  <a:schemeClr val="bg1"/>
                </a:solidFill>
                <a:effectLst/>
                <a:latin typeface="微软雅黑" panose="020B0503020204020204" pitchFamily="34" charset="-122"/>
                <a:ea typeface="微软雅黑" panose="020B0503020204020204" pitchFamily="34" charset="-122"/>
                <a:cs typeface="+mn-cs"/>
              </a:defRPr>
            </a:lvl4pPr>
            <a:lvl5pPr marL="2000250" indent="-171450" algn="l" defTabSz="457200" rtl="0" eaLnBrk="1" latinLnBrk="0" hangingPunct="1">
              <a:spcBef>
                <a:spcPts val="0"/>
              </a:spcBef>
              <a:spcAft>
                <a:spcPts val="1000"/>
              </a:spcAft>
              <a:buClrTx/>
              <a:buSzPct val="100000"/>
              <a:buFont typeface="Arial" panose="020B0604020202020204"/>
              <a:buChar char="•"/>
              <a:defRPr sz="1400" kern="1200" cap="none" baseline="0">
                <a:solidFill>
                  <a:schemeClr val="bg1"/>
                </a:solidFill>
                <a:effectLst/>
                <a:latin typeface="微软雅黑" panose="020B0503020204020204" pitchFamily="34" charset="-122"/>
                <a:ea typeface="微软雅黑" panose="020B0503020204020204" pitchFamily="34" charset="-122"/>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r>
              <a:rPr lang="en-US" altLang="zh-CN" dirty="0"/>
              <a:t>2021</a:t>
            </a:r>
            <a:r>
              <a:rPr lang="zh-CN" altLang="zh-CN" dirty="0"/>
              <a:t>年，我国</a:t>
            </a:r>
            <a:r>
              <a:rPr lang="en-US" altLang="zh-CN" dirty="0"/>
              <a:t>5G</a:t>
            </a:r>
            <a:r>
              <a:rPr lang="zh-CN" altLang="zh-CN" dirty="0"/>
              <a:t>基站数量超过</a:t>
            </a:r>
            <a:r>
              <a:rPr lang="en-US" altLang="zh-CN" dirty="0"/>
              <a:t>100</a:t>
            </a:r>
            <a:r>
              <a:rPr lang="zh-CN" altLang="zh-CN" dirty="0"/>
              <a:t>万台，居全球第一；个人终端及家电在全球市场的份额超过</a:t>
            </a:r>
            <a:r>
              <a:rPr lang="en-US" altLang="zh-CN" dirty="0"/>
              <a:t>50%</a:t>
            </a:r>
            <a:r>
              <a:rPr lang="zh-CN" altLang="zh-CN" dirty="0"/>
              <a:t>；国内有</a:t>
            </a:r>
            <a:r>
              <a:rPr lang="en-US" altLang="zh-CN" dirty="0"/>
              <a:t>30</a:t>
            </a:r>
            <a:r>
              <a:rPr lang="zh-CN" altLang="zh-CN" dirty="0"/>
              <a:t>多家先进的芯片及模组厂商；阿里、华为和腾讯等厂商在云服务和云计算领域也处于全球第一阵营。</a:t>
            </a:r>
            <a:endParaRPr lang="en-US" altLang="zh-CN" dirty="0"/>
          </a:p>
          <a:p>
            <a:r>
              <a:rPr lang="zh-CN" altLang="zh-CN" dirty="0"/>
              <a:t>占据市场</a:t>
            </a:r>
            <a:r>
              <a:rPr lang="en-US" altLang="zh-CN" dirty="0"/>
              <a:t>90%</a:t>
            </a:r>
            <a:r>
              <a:rPr lang="zh-CN" altLang="zh-CN" dirty="0"/>
              <a:t>以上的物联网系统设备安装的是国外系统，需要支付巨额的授权费，信息的安全性也无法得到有效保障。</a:t>
            </a:r>
            <a:endParaRPr lang="en-US" altLang="zh-CN" dirty="0"/>
          </a:p>
          <a:p>
            <a:r>
              <a:rPr lang="zh-CN" altLang="zh-CN" dirty="0"/>
              <a:t>海量的物联网设备催生了众多的定制化物联网系统，操作系统碎片化严重；设备的互联基本在应用级，快速、稳定的互联互通难以得到保障。</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HarmonyOS</a:t>
            </a:r>
            <a:r>
              <a:rPr lang="zh-CN" altLang="en-US" dirty="0"/>
              <a:t>小场景 </a:t>
            </a:r>
            <a:r>
              <a:rPr lang="en-US" altLang="zh-CN" dirty="0"/>
              <a:t>- </a:t>
            </a:r>
            <a:r>
              <a:rPr lang="zh-CN" altLang="en-US" dirty="0"/>
              <a:t>导航信息流转</a:t>
            </a:r>
            <a:endParaRPr lang="zh-CN" altLang="en-US" dirty="0"/>
          </a:p>
        </p:txBody>
      </p:sp>
      <p:sp>
        <p:nvSpPr>
          <p:cNvPr id="5" name="文本占位符 4"/>
          <p:cNvSpPr>
            <a:spLocks noGrp="1"/>
          </p:cNvSpPr>
          <p:nvPr>
            <p:ph type="body" sz="quarter" idx="10"/>
          </p:nvPr>
        </p:nvSpPr>
        <p:spPr/>
        <p:txBody>
          <a:bodyPr/>
          <a:lstStyle/>
          <a:p>
            <a:r>
              <a:rPr lang="en-US" altLang="zh-CN" dirty="0" err="1"/>
              <a:t>HarmonyOS</a:t>
            </a:r>
            <a:r>
              <a:rPr lang="zh-CN" altLang="en-US" dirty="0"/>
              <a:t>与地图应用深度融合，实现手机</a:t>
            </a:r>
            <a:r>
              <a:rPr lang="en-US" altLang="zh-CN" dirty="0"/>
              <a:t>+</a:t>
            </a:r>
            <a:r>
              <a:rPr lang="zh-CN" altLang="en-US" dirty="0"/>
              <a:t>手表的无缝导航信息流转。</a:t>
            </a:r>
            <a:endParaRPr lang="zh-CN" altLang="en-US" dirty="0"/>
          </a:p>
        </p:txBody>
      </p:sp>
      <p:grpSp>
        <p:nvGrpSpPr>
          <p:cNvPr id="42" name="组合 111"/>
          <p:cNvGrpSpPr/>
          <p:nvPr/>
        </p:nvGrpSpPr>
        <p:grpSpPr bwMode="auto">
          <a:xfrm>
            <a:off x="3371269" y="2036868"/>
            <a:ext cx="1924581" cy="3649737"/>
            <a:chOff x="8974142" y="3460751"/>
            <a:chExt cx="392113" cy="842965"/>
          </a:xfrm>
        </p:grpSpPr>
        <p:sp>
          <p:nvSpPr>
            <p:cNvPr id="43" name="Freeform 1442"/>
            <p:cNvSpPr/>
            <p:nvPr/>
          </p:nvSpPr>
          <p:spPr bwMode="auto">
            <a:xfrm>
              <a:off x="8974142" y="3460751"/>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44" name="Freeform 1443"/>
            <p:cNvSpPr>
              <a:spLocks noEditPoints="1"/>
            </p:cNvSpPr>
            <p:nvPr/>
          </p:nvSpPr>
          <p:spPr bwMode="auto">
            <a:xfrm>
              <a:off x="8999537"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45" name="Oval 1444"/>
            <p:cNvSpPr>
              <a:spLocks noChangeArrowheads="1"/>
            </p:cNvSpPr>
            <p:nvPr/>
          </p:nvSpPr>
          <p:spPr bwMode="auto">
            <a:xfrm>
              <a:off x="9161463" y="3481390"/>
              <a:ext cx="17463" cy="190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46" name="Oval 1445"/>
            <p:cNvSpPr>
              <a:spLocks noChangeArrowheads="1"/>
            </p:cNvSpPr>
            <p:nvPr/>
          </p:nvSpPr>
          <p:spPr bwMode="auto">
            <a:xfrm>
              <a:off x="9191626"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47" name="Oval 1446"/>
            <p:cNvSpPr>
              <a:spLocks noChangeArrowheads="1"/>
            </p:cNvSpPr>
            <p:nvPr/>
          </p:nvSpPr>
          <p:spPr bwMode="auto">
            <a:xfrm>
              <a:off x="9263063"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grpSp>
      <p:sp>
        <p:nvSpPr>
          <p:cNvPr id="48" name="椭圆 47"/>
          <p:cNvSpPr/>
          <p:nvPr/>
        </p:nvSpPr>
        <p:spPr>
          <a:xfrm>
            <a:off x="3756302" y="2669314"/>
            <a:ext cx="167205" cy="15768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49" name="文本框 48"/>
          <p:cNvSpPr txBox="1"/>
          <p:nvPr/>
        </p:nvSpPr>
        <p:spPr>
          <a:xfrm>
            <a:off x="3714417" y="2381843"/>
            <a:ext cx="762397" cy="338554"/>
          </a:xfrm>
          <a:prstGeom prst="rect">
            <a:avLst/>
          </a:prstGeom>
          <a:noFill/>
        </p:spPr>
        <p:txBody>
          <a:bodyPr wrap="square" rtlCol="0">
            <a:spAutoFit/>
          </a:bodyPr>
          <a:lstStyle/>
          <a:p>
            <a:r>
              <a:rPr lang="zh-CN" altLang="en-US" sz="1600" dirty="0">
                <a:solidFill>
                  <a:schemeClr val="bg2"/>
                </a:solidFill>
              </a:rPr>
              <a:t>起点</a:t>
            </a:r>
            <a:endParaRPr lang="zh-CN" altLang="en-US" sz="1600" dirty="0">
              <a:solidFill>
                <a:schemeClr val="bg2"/>
              </a:solidFill>
            </a:endParaRPr>
          </a:p>
        </p:txBody>
      </p:sp>
      <p:sp>
        <p:nvSpPr>
          <p:cNvPr id="50" name="椭圆 49"/>
          <p:cNvSpPr/>
          <p:nvPr/>
        </p:nvSpPr>
        <p:spPr>
          <a:xfrm>
            <a:off x="4724397" y="5172108"/>
            <a:ext cx="167205" cy="15768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51" name="文本框 50"/>
          <p:cNvSpPr txBox="1"/>
          <p:nvPr/>
        </p:nvSpPr>
        <p:spPr>
          <a:xfrm>
            <a:off x="4045700" y="5043367"/>
            <a:ext cx="769957" cy="338554"/>
          </a:xfrm>
          <a:prstGeom prst="rect">
            <a:avLst/>
          </a:prstGeom>
          <a:noFill/>
        </p:spPr>
        <p:txBody>
          <a:bodyPr wrap="square" rtlCol="0">
            <a:spAutoFit/>
          </a:bodyPr>
          <a:lstStyle/>
          <a:p>
            <a:r>
              <a:rPr lang="zh-CN" altLang="en-US" sz="1600" dirty="0">
                <a:solidFill>
                  <a:schemeClr val="bg2"/>
                </a:solidFill>
              </a:rPr>
              <a:t>终点</a:t>
            </a:r>
            <a:endParaRPr lang="zh-CN" altLang="en-US" sz="1600" dirty="0">
              <a:solidFill>
                <a:schemeClr val="bg2"/>
              </a:solidFill>
            </a:endParaRPr>
          </a:p>
        </p:txBody>
      </p:sp>
      <p:sp>
        <p:nvSpPr>
          <p:cNvPr id="52" name="任意多边形 51"/>
          <p:cNvSpPr/>
          <p:nvPr/>
        </p:nvSpPr>
        <p:spPr>
          <a:xfrm>
            <a:off x="3680208" y="2748156"/>
            <a:ext cx="1195184" cy="2487215"/>
          </a:xfrm>
          <a:custGeom>
            <a:avLst/>
            <a:gdLst>
              <a:gd name="connsiteX0" fmla="*/ 91646 w 771986"/>
              <a:gd name="connsiteY0" fmla="*/ 0 h 1703531"/>
              <a:gd name="connsiteX1" fmla="*/ 62617 w 771986"/>
              <a:gd name="connsiteY1" fmla="*/ 362857 h 1703531"/>
              <a:gd name="connsiteX2" fmla="*/ 294846 w 771986"/>
              <a:gd name="connsiteY2" fmla="*/ 348342 h 1703531"/>
              <a:gd name="connsiteX3" fmla="*/ 701246 w 771986"/>
              <a:gd name="connsiteY3" fmla="*/ 333828 h 1703531"/>
              <a:gd name="connsiteX4" fmla="*/ 672217 w 771986"/>
              <a:gd name="connsiteY4" fmla="*/ 856342 h 1703531"/>
              <a:gd name="connsiteX5" fmla="*/ 77131 w 771986"/>
              <a:gd name="connsiteY5" fmla="*/ 798285 h 1703531"/>
              <a:gd name="connsiteX6" fmla="*/ 77131 w 771986"/>
              <a:gd name="connsiteY6" fmla="*/ 1364342 h 1703531"/>
              <a:gd name="connsiteX7" fmla="*/ 715760 w 771986"/>
              <a:gd name="connsiteY7" fmla="*/ 1277257 h 1703531"/>
              <a:gd name="connsiteX8" fmla="*/ 744788 w 771986"/>
              <a:gd name="connsiteY8" fmla="*/ 1669142 h 1703531"/>
              <a:gd name="connsiteX9" fmla="*/ 759303 w 771986"/>
              <a:gd name="connsiteY9" fmla="*/ 1683657 h 1703531"/>
              <a:gd name="connsiteX10" fmla="*/ 759303 w 771986"/>
              <a:gd name="connsiteY10" fmla="*/ 1683657 h 1703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1986" h="1703531">
                <a:moveTo>
                  <a:pt x="91646" y="0"/>
                </a:moveTo>
                <a:cubicBezTo>
                  <a:pt x="60198" y="152400"/>
                  <a:pt x="28750" y="304800"/>
                  <a:pt x="62617" y="362857"/>
                </a:cubicBezTo>
                <a:cubicBezTo>
                  <a:pt x="96484" y="420914"/>
                  <a:pt x="294846" y="348342"/>
                  <a:pt x="294846" y="348342"/>
                </a:cubicBezTo>
                <a:cubicBezTo>
                  <a:pt x="401284" y="343504"/>
                  <a:pt x="638351" y="249161"/>
                  <a:pt x="701246" y="333828"/>
                </a:cubicBezTo>
                <a:cubicBezTo>
                  <a:pt x="764141" y="418495"/>
                  <a:pt x="776236" y="778933"/>
                  <a:pt x="672217" y="856342"/>
                </a:cubicBezTo>
                <a:cubicBezTo>
                  <a:pt x="568198" y="933751"/>
                  <a:pt x="176312" y="713618"/>
                  <a:pt x="77131" y="798285"/>
                </a:cubicBezTo>
                <a:cubicBezTo>
                  <a:pt x="-22050" y="882952"/>
                  <a:pt x="-29307" y="1284513"/>
                  <a:pt x="77131" y="1364342"/>
                </a:cubicBezTo>
                <a:cubicBezTo>
                  <a:pt x="183569" y="1444171"/>
                  <a:pt x="604484" y="1226457"/>
                  <a:pt x="715760" y="1277257"/>
                </a:cubicBezTo>
                <a:cubicBezTo>
                  <a:pt x="827036" y="1328057"/>
                  <a:pt x="737531" y="1601409"/>
                  <a:pt x="744788" y="1669142"/>
                </a:cubicBezTo>
                <a:cubicBezTo>
                  <a:pt x="752045" y="1736875"/>
                  <a:pt x="759303" y="1683657"/>
                  <a:pt x="759303" y="1683657"/>
                </a:cubicBezTo>
                <a:lnTo>
                  <a:pt x="759303" y="1683657"/>
                </a:lnTo>
              </a:path>
            </a:pathLst>
          </a:cu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grpSp>
        <p:nvGrpSpPr>
          <p:cNvPr id="53" name="组合 116"/>
          <p:cNvGrpSpPr/>
          <p:nvPr/>
        </p:nvGrpSpPr>
        <p:grpSpPr bwMode="auto">
          <a:xfrm>
            <a:off x="6616736" y="2064300"/>
            <a:ext cx="2534882" cy="3668127"/>
            <a:chOff x="862013" y="1049338"/>
            <a:chExt cx="546100" cy="838199"/>
          </a:xfrm>
        </p:grpSpPr>
        <p:sp>
          <p:nvSpPr>
            <p:cNvPr id="54"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55"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56"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57"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58"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59" name="Line 1021"/>
            <p:cNvSpPr>
              <a:spLocks noChangeShapeType="1"/>
            </p:cNvSpPr>
            <p:nvPr/>
          </p:nvSpPr>
          <p:spPr bwMode="auto">
            <a:xfrm>
              <a:off x="1074738" y="1166813"/>
              <a:ext cx="0" cy="0"/>
            </a:xfrm>
            <a:prstGeom prst="line">
              <a:avLst/>
            </a:prstGeom>
            <a:noFill/>
            <a:ln w="23813">
              <a:solidFill>
                <a:srgbClr val="5A5858"/>
              </a:solidFill>
              <a:round/>
            </a:ln>
            <a:extLst>
              <a:ext uri="{909E8E84-426E-40DD-AFC4-6F175D3DCCD1}">
                <a14:hiddenFill xmlns:a14="http://schemas.microsoft.com/office/drawing/2010/main">
                  <a:noFill/>
                </a14:hiddenFill>
              </a:ext>
            </a:extLst>
          </p:spPr>
          <p:txBody>
            <a:bodyPr/>
            <a:lstStyle/>
            <a:p>
              <a:endParaRPr lang="zh-CN" altLang="en-US" sz="2140">
                <a:solidFill>
                  <a:schemeClr val="bg2"/>
                </a:solidFill>
              </a:endParaRPr>
            </a:p>
          </p:txBody>
        </p:sp>
        <p:sp>
          <p:nvSpPr>
            <p:cNvPr id="60" name="Rectangle 1022"/>
            <p:cNvSpPr>
              <a:spLocks noChangeArrowheads="1"/>
            </p:cNvSpPr>
            <p:nvPr/>
          </p:nvSpPr>
          <p:spPr bwMode="auto">
            <a:xfrm>
              <a:off x="1068388" y="1065213"/>
              <a:ext cx="6350" cy="984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endParaRPr>
            </a:p>
          </p:txBody>
        </p:sp>
        <p:sp>
          <p:nvSpPr>
            <p:cNvPr id="61"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62" name="Rectangle 1024"/>
            <p:cNvSpPr>
              <a:spLocks noChangeArrowheads="1"/>
            </p:cNvSpPr>
            <p:nvPr/>
          </p:nvSpPr>
          <p:spPr bwMode="auto">
            <a:xfrm>
              <a:off x="1184275" y="1065213"/>
              <a:ext cx="6350" cy="984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endParaRPr>
            </a:p>
          </p:txBody>
        </p:sp>
        <p:sp>
          <p:nvSpPr>
            <p:cNvPr id="63"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64"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65"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66" name="Line 1028"/>
            <p:cNvSpPr>
              <a:spLocks noChangeShapeType="1"/>
            </p:cNvSpPr>
            <p:nvPr/>
          </p:nvSpPr>
          <p:spPr bwMode="auto">
            <a:xfrm>
              <a:off x="1074738" y="1760538"/>
              <a:ext cx="0" cy="0"/>
            </a:xfrm>
            <a:prstGeom prst="line">
              <a:avLst/>
            </a:prstGeom>
            <a:noFill/>
            <a:ln w="6350">
              <a:solidFill>
                <a:srgbClr val="5A5858"/>
              </a:solidFill>
              <a:miter lim="800000"/>
            </a:ln>
            <a:extLst>
              <a:ext uri="{909E8E84-426E-40DD-AFC4-6F175D3DCCD1}">
                <a14:hiddenFill xmlns:a14="http://schemas.microsoft.com/office/drawing/2010/main">
                  <a:noFill/>
                </a14:hiddenFill>
              </a:ext>
            </a:extLst>
          </p:spPr>
          <p:txBody>
            <a:bodyPr/>
            <a:lstStyle/>
            <a:p>
              <a:endParaRPr lang="zh-CN" altLang="en-US" sz="2140">
                <a:solidFill>
                  <a:schemeClr val="bg2"/>
                </a:solidFill>
              </a:endParaRPr>
            </a:p>
          </p:txBody>
        </p:sp>
        <p:sp>
          <p:nvSpPr>
            <p:cNvPr id="67" name="Rectangle 1029"/>
            <p:cNvSpPr>
              <a:spLocks noChangeArrowheads="1"/>
            </p:cNvSpPr>
            <p:nvPr/>
          </p:nvSpPr>
          <p:spPr bwMode="auto">
            <a:xfrm>
              <a:off x="1068388" y="1760538"/>
              <a:ext cx="6350" cy="1000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endParaRPr>
            </a:p>
          </p:txBody>
        </p:sp>
        <p:sp>
          <p:nvSpPr>
            <p:cNvPr id="68"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69"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70" name="Rectangle 1032"/>
            <p:cNvSpPr>
              <a:spLocks noChangeArrowheads="1"/>
            </p:cNvSpPr>
            <p:nvPr/>
          </p:nvSpPr>
          <p:spPr bwMode="auto">
            <a:xfrm>
              <a:off x="1184275" y="1760538"/>
              <a:ext cx="6350" cy="1000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endParaRPr>
            </a:p>
          </p:txBody>
        </p:sp>
        <p:sp>
          <p:nvSpPr>
            <p:cNvPr id="71" name="Oval 1033"/>
            <p:cNvSpPr>
              <a:spLocks noChangeArrowheads="1"/>
            </p:cNvSpPr>
            <p:nvPr/>
          </p:nvSpPr>
          <p:spPr bwMode="auto">
            <a:xfrm>
              <a:off x="1049338" y="1844675"/>
              <a:ext cx="44450"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sp>
          <p:nvSpPr>
            <p:cNvPr id="72" name="Oval 1034"/>
            <p:cNvSpPr>
              <a:spLocks noChangeArrowheads="1"/>
            </p:cNvSpPr>
            <p:nvPr/>
          </p:nvSpPr>
          <p:spPr bwMode="auto">
            <a:xfrm>
              <a:off x="1166813" y="1844675"/>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endParaRPr>
            </a:p>
          </p:txBody>
        </p:sp>
      </p:grpSp>
      <p:sp>
        <p:nvSpPr>
          <p:cNvPr id="73" name="圆角右箭头 72"/>
          <p:cNvSpPr/>
          <p:nvPr/>
        </p:nvSpPr>
        <p:spPr>
          <a:xfrm flipH="1">
            <a:off x="7239011" y="3534110"/>
            <a:ext cx="636650" cy="651605"/>
          </a:xfrm>
          <a:prstGeom prst="bentArrow">
            <a:avLst/>
          </a:prstGeom>
          <a:solidFill>
            <a:schemeClr val="tx1">
              <a:lumMod val="8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200" b="0" kern="1200">
              <a:solidFill>
                <a:schemeClr val="bg2"/>
              </a:solidFill>
            </a:endParaRPr>
          </a:p>
        </p:txBody>
      </p:sp>
      <p:sp>
        <p:nvSpPr>
          <p:cNvPr id="74" name="文本框 73"/>
          <p:cNvSpPr txBox="1"/>
          <p:nvPr/>
        </p:nvSpPr>
        <p:spPr>
          <a:xfrm>
            <a:off x="7871468" y="3570868"/>
            <a:ext cx="1045317" cy="646331"/>
          </a:xfrm>
          <a:prstGeom prst="rect">
            <a:avLst/>
          </a:prstGeom>
          <a:noFill/>
        </p:spPr>
        <p:txBody>
          <a:bodyPr wrap="square" rtlCol="0">
            <a:spAutoFit/>
          </a:bodyPr>
          <a:lstStyle/>
          <a:p>
            <a:r>
              <a:rPr lang="en-US" altLang="zh-CN" dirty="0">
                <a:solidFill>
                  <a:schemeClr val="bg2"/>
                </a:solidFill>
              </a:rPr>
              <a:t>35</a:t>
            </a:r>
            <a:r>
              <a:rPr lang="zh-CN" altLang="en-US" dirty="0">
                <a:solidFill>
                  <a:schemeClr val="bg2"/>
                </a:solidFill>
              </a:rPr>
              <a:t>米</a:t>
            </a:r>
            <a:endParaRPr lang="en-US" altLang="zh-CN" dirty="0">
              <a:solidFill>
                <a:schemeClr val="bg2"/>
              </a:solidFill>
            </a:endParaRPr>
          </a:p>
          <a:p>
            <a:r>
              <a:rPr lang="zh-CN" altLang="en-US" dirty="0">
                <a:solidFill>
                  <a:schemeClr val="bg2"/>
                </a:solidFill>
              </a:rPr>
              <a:t>左转</a:t>
            </a:r>
            <a:endParaRPr lang="zh-CN" altLang="en-US" dirty="0">
              <a:solidFill>
                <a:schemeClr val="bg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讨论：场景中需要实现哪些功能点？</a:t>
            </a:r>
            <a:endParaRPr lang="zh-CN" altLang="en-US" dirty="0"/>
          </a:p>
        </p:txBody>
      </p:sp>
      <p:sp>
        <p:nvSpPr>
          <p:cNvPr id="3" name="文本占位符 2"/>
          <p:cNvSpPr>
            <a:spLocks noGrp="1"/>
          </p:cNvSpPr>
          <p:nvPr>
            <p:ph type="body" sz="quarter" idx="10"/>
          </p:nvPr>
        </p:nvSpPr>
        <p:spPr/>
        <p:txBody>
          <a:bodyPr/>
          <a:lstStyle/>
          <a:p>
            <a:r>
              <a:rPr lang="zh-CN" altLang="en-US" dirty="0"/>
              <a:t>请试着讨论并分析在</a:t>
            </a:r>
            <a:r>
              <a:rPr lang="en-US" altLang="zh-CN" dirty="0" err="1"/>
              <a:t>HarmonyOS</a:t>
            </a:r>
            <a:r>
              <a:rPr lang="zh-CN" altLang="en-US" dirty="0"/>
              <a:t>的多终端信息流转中，涉及到哪些关键点技术需要去实现？</a:t>
            </a:r>
            <a:endParaRPr lang="en-US" altLang="zh-CN" dirty="0"/>
          </a:p>
          <a:p>
            <a:r>
              <a:rPr lang="zh-CN" altLang="en-US" dirty="0"/>
              <a:t>信息的传递协议：</a:t>
            </a:r>
            <a:endParaRPr lang="en-US" altLang="zh-CN" dirty="0"/>
          </a:p>
          <a:p>
            <a:pPr lvl="1"/>
            <a:r>
              <a:rPr lang="en-US" altLang="zh-CN" dirty="0"/>
              <a:t>Wi-Fi</a:t>
            </a:r>
            <a:r>
              <a:rPr lang="zh-CN" altLang="en-US" dirty="0"/>
              <a:t>、蓝牙、移动网络等；</a:t>
            </a:r>
            <a:endParaRPr lang="en-US" altLang="zh-CN" dirty="0"/>
          </a:p>
          <a:p>
            <a:r>
              <a:rPr lang="zh-CN" altLang="en-US" dirty="0"/>
              <a:t>信息的精准传递：</a:t>
            </a:r>
            <a:endParaRPr lang="en-US" altLang="zh-CN" dirty="0"/>
          </a:p>
          <a:p>
            <a:pPr lvl="1"/>
            <a:r>
              <a:rPr lang="zh-CN" altLang="en-US" dirty="0"/>
              <a:t>设备绑定、信息认证等；</a:t>
            </a:r>
            <a:endParaRPr lang="en-US" altLang="zh-CN" dirty="0"/>
          </a:p>
          <a:p>
            <a:r>
              <a:rPr lang="zh-CN" altLang="en-US" dirty="0"/>
              <a:t>场景切换的判断：</a:t>
            </a:r>
            <a:endParaRPr lang="en-US" altLang="zh-CN" dirty="0"/>
          </a:p>
          <a:p>
            <a:pPr lvl="1"/>
            <a:r>
              <a:rPr lang="zh-CN" altLang="en-US" dirty="0"/>
              <a:t>是否流转的判定条件；</a:t>
            </a:r>
            <a:endParaRPr lang="en-US" altLang="zh-CN" dirty="0"/>
          </a:p>
          <a:p>
            <a:r>
              <a:rPr lang="en-US" altLang="zh-CN" dirty="0"/>
              <a:t>… …</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简介</a:t>
            </a:r>
            <a:endParaRPr lang="zh-CN" altLang="en-US" dirty="0"/>
          </a:p>
        </p:txBody>
      </p:sp>
      <p:sp>
        <p:nvSpPr>
          <p:cNvPr id="3" name="文本占位符 2"/>
          <p:cNvSpPr>
            <a:spLocks noGrp="1"/>
          </p:cNvSpPr>
          <p:nvPr>
            <p:ph type="body" sz="quarter" idx="10"/>
          </p:nvPr>
        </p:nvSpPr>
        <p:spPr/>
        <p:txBody>
          <a:bodyPr/>
          <a:lstStyle/>
          <a:p>
            <a:r>
              <a:rPr lang="en-US" altLang="zh-CN" sz="2400" dirty="0" err="1"/>
              <a:t>HarmonyOS</a:t>
            </a:r>
            <a:r>
              <a:rPr lang="zh-CN" altLang="en-US" sz="2400" dirty="0"/>
              <a:t>是一款面向万物互联时代的、全新的分布式操作系统。</a:t>
            </a:r>
            <a:endParaRPr lang="zh-CN" altLang="en-US" sz="2400" dirty="0"/>
          </a:p>
        </p:txBody>
      </p:sp>
      <p:grpSp>
        <p:nvGrpSpPr>
          <p:cNvPr id="85" name="组合 84"/>
          <p:cNvGrpSpPr/>
          <p:nvPr/>
        </p:nvGrpSpPr>
        <p:grpSpPr>
          <a:xfrm>
            <a:off x="1683431" y="2336740"/>
            <a:ext cx="9105219" cy="3624931"/>
            <a:chOff x="1683431" y="2336740"/>
            <a:chExt cx="9105219" cy="3624931"/>
          </a:xfrm>
        </p:grpSpPr>
        <p:sp>
          <p:nvSpPr>
            <p:cNvPr id="9" name="矩形 8"/>
            <p:cNvSpPr/>
            <p:nvPr/>
          </p:nvSpPr>
          <p:spPr>
            <a:xfrm>
              <a:off x="7676800" y="3935012"/>
              <a:ext cx="2475824" cy="338554"/>
            </a:xfrm>
            <a:prstGeom prst="rect">
              <a:avLst/>
            </a:prstGeom>
            <a:noFill/>
            <a:ln>
              <a:solidFill>
                <a:schemeClr val="bg2"/>
              </a:solidFill>
            </a:ln>
          </p:spPr>
          <p:txBody>
            <a:bodyPr wrap="square" rtlCol="0" anchor="ctr">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新的软硬件生态</a:t>
              </a:r>
              <a:endParaRPr lang="en-US" altLang="zh-CN" sz="1600" dirty="0">
                <a:solidFill>
                  <a:schemeClr val="bg2"/>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2097950" y="3935012"/>
              <a:ext cx="2518021" cy="338554"/>
            </a:xfrm>
            <a:prstGeom prst="rect">
              <a:avLst/>
            </a:prstGeom>
            <a:noFill/>
            <a:ln>
              <a:solidFill>
                <a:schemeClr val="bg2"/>
              </a:solidFill>
            </a:ln>
          </p:spPr>
          <p:txBody>
            <a:bodyPr wrap="square" rtlCol="0" anchor="ctr">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预装的有限功能</a:t>
              </a:r>
              <a:endParaRPr lang="en-US" altLang="zh-CN" sz="1600" dirty="0">
                <a:solidFill>
                  <a:schemeClr val="bg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078478" y="5451660"/>
              <a:ext cx="1166619" cy="338554"/>
            </a:xfrm>
            <a:prstGeom prst="rect">
              <a:avLst/>
            </a:prstGeom>
            <a:noFill/>
            <a:ln>
              <a:solidFill>
                <a:schemeClr val="bg2"/>
              </a:solidFill>
            </a:ln>
          </p:spPr>
          <p:txBody>
            <a:bodyPr wrap="square" rtlCol="0">
              <a:spAutoFit/>
            </a:bodyPr>
            <a:lstStyle/>
            <a:p>
              <a:r>
                <a:rPr lang="zh-CN" altLang="en-US" sz="1600" dirty="0">
                  <a:solidFill>
                    <a:schemeClr val="bg2"/>
                  </a:solidFill>
                  <a:latin typeface="微软雅黑" panose="020B0503020204020204" pitchFamily="34" charset="-122"/>
                  <a:ea typeface="微软雅黑" panose="020B0503020204020204" pitchFamily="34" charset="-122"/>
                </a:rPr>
                <a:t>通讯录</a:t>
              </a:r>
              <a:endParaRPr lang="zh-CN" altLang="en-US" sz="1600" dirty="0">
                <a:solidFill>
                  <a:schemeClr val="bg2"/>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3078477" y="5131087"/>
              <a:ext cx="1112969" cy="338554"/>
            </a:xfrm>
            <a:prstGeom prst="rect">
              <a:avLst/>
            </a:prstGeom>
            <a:noFill/>
            <a:ln>
              <a:solidFill>
                <a:schemeClr val="bg2"/>
              </a:solidFill>
            </a:ln>
          </p:spPr>
          <p:txBody>
            <a:bodyPr wrap="square" rtlCol="0">
              <a:spAutoFit/>
            </a:bodyPr>
            <a:lstStyle/>
            <a:p>
              <a:r>
                <a:rPr lang="zh-CN" altLang="en-US" sz="1600" dirty="0">
                  <a:solidFill>
                    <a:schemeClr val="bg2"/>
                  </a:solidFill>
                  <a:latin typeface="微软雅黑" panose="020B0503020204020204" pitchFamily="34" charset="-122"/>
                  <a:ea typeface="微软雅黑" panose="020B0503020204020204" pitchFamily="34" charset="-122"/>
                </a:rPr>
                <a:t>短信</a:t>
              </a:r>
              <a:endParaRPr lang="zh-CN" altLang="en-US" sz="1600" dirty="0">
                <a:solidFill>
                  <a:schemeClr val="bg2"/>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3071958" y="4799349"/>
              <a:ext cx="1213349" cy="338554"/>
            </a:xfrm>
            <a:prstGeom prst="rect">
              <a:avLst/>
            </a:prstGeom>
            <a:noFill/>
            <a:ln>
              <a:solidFill>
                <a:schemeClr val="bg2"/>
              </a:solidFill>
            </a:ln>
          </p:spPr>
          <p:txBody>
            <a:bodyPr wrap="square" rtlCol="0">
              <a:spAutoFit/>
            </a:bodyPr>
            <a:lstStyle/>
            <a:p>
              <a:r>
                <a:rPr lang="zh-CN" altLang="en-US" sz="1600" dirty="0">
                  <a:solidFill>
                    <a:schemeClr val="bg2"/>
                  </a:solidFill>
                  <a:latin typeface="微软雅黑" panose="020B0503020204020204" pitchFamily="34" charset="-122"/>
                  <a:ea typeface="微软雅黑" panose="020B0503020204020204" pitchFamily="34" charset="-122"/>
                </a:rPr>
                <a:t>语音</a:t>
              </a:r>
              <a:endParaRPr lang="zh-CN" altLang="en-US" sz="1600" dirty="0">
                <a:solidFill>
                  <a:schemeClr val="bg2"/>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2662827" y="4653389"/>
              <a:ext cx="1621260" cy="1308282"/>
            </a:xfrm>
            <a:prstGeom prst="roundRect">
              <a:avLst>
                <a:gd name="adj" fmla="val 3520"/>
              </a:avLst>
            </a:prstGeom>
            <a:noFill/>
            <a:ln w="28575">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2"/>
                </a:solidFill>
                <a:latin typeface="微软雅黑" panose="020B0503020204020204" pitchFamily="34" charset="-122"/>
                <a:ea typeface="微软雅黑" panose="020B0503020204020204" pitchFamily="34" charset="-122"/>
              </a:endParaRPr>
            </a:p>
          </p:txBody>
        </p:sp>
        <p:sp>
          <p:nvSpPr>
            <p:cNvPr id="18" name="矩形 17"/>
            <p:cNvSpPr/>
            <p:nvPr/>
          </p:nvSpPr>
          <p:spPr>
            <a:xfrm>
              <a:off x="2960555" y="2453788"/>
              <a:ext cx="954108" cy="400110"/>
            </a:xfrm>
            <a:prstGeom prst="rect">
              <a:avLst/>
            </a:prstGeom>
            <a:ln>
              <a:solidFill>
                <a:schemeClr val="bg2"/>
              </a:solidFill>
            </a:ln>
          </p:spPr>
          <p:txBody>
            <a:bodyPr wrap="none">
              <a:spAutoFit/>
            </a:bodyPr>
            <a:lstStyle/>
            <a:p>
              <a:pPr algn="ctr"/>
              <a:r>
                <a:rPr lang="zh-CN" altLang="en-US" sz="2000" dirty="0">
                  <a:solidFill>
                    <a:schemeClr val="bg2"/>
                  </a:solidFill>
                  <a:latin typeface="微软雅黑" panose="020B0503020204020204" pitchFamily="34" charset="-122"/>
                  <a:ea typeface="微软雅黑" panose="020B0503020204020204" pitchFamily="34" charset="-122"/>
                </a:rPr>
                <a:t>功能机</a:t>
              </a:r>
              <a:endParaRPr lang="en-US" altLang="zh-CN" sz="2000" b="1" dirty="0">
                <a:solidFill>
                  <a:schemeClr val="bg2"/>
                </a:solidFill>
                <a:latin typeface="微软雅黑" panose="020B0503020204020204" pitchFamily="34" charset="-122"/>
                <a:ea typeface="微软雅黑" panose="020B0503020204020204" pitchFamily="34" charset="-122"/>
              </a:endParaRPr>
            </a:p>
          </p:txBody>
        </p:sp>
        <p:sp>
          <p:nvSpPr>
            <p:cNvPr id="19" name="矩形 18"/>
            <p:cNvSpPr/>
            <p:nvPr/>
          </p:nvSpPr>
          <p:spPr>
            <a:xfrm>
              <a:off x="5618946" y="2453788"/>
              <a:ext cx="954108" cy="400110"/>
            </a:xfrm>
            <a:prstGeom prst="rect">
              <a:avLst/>
            </a:prstGeom>
            <a:ln>
              <a:solidFill>
                <a:schemeClr val="bg2"/>
              </a:solidFill>
            </a:ln>
          </p:spPr>
          <p:txBody>
            <a:bodyPr wrap="none">
              <a:spAutoFit/>
            </a:bodyPr>
            <a:lstStyle/>
            <a:p>
              <a:pPr algn="ctr"/>
              <a:r>
                <a:rPr lang="zh-CN" altLang="en-US" sz="2000" dirty="0">
                  <a:solidFill>
                    <a:schemeClr val="bg2"/>
                  </a:solidFill>
                  <a:latin typeface="微软雅黑" panose="020B0503020204020204" pitchFamily="34" charset="-122"/>
                  <a:ea typeface="微软雅黑" panose="020B0503020204020204" pitchFamily="34" charset="-122"/>
                </a:rPr>
                <a:t>智能机</a:t>
              </a:r>
              <a:endParaRPr lang="en-US" altLang="zh-CN" sz="2000" b="1" dirty="0">
                <a:solidFill>
                  <a:schemeClr val="bg2"/>
                </a:solidFill>
                <a:latin typeface="微软雅黑" panose="020B0503020204020204" pitchFamily="34" charset="-122"/>
                <a:ea typeface="微软雅黑" panose="020B0503020204020204" pitchFamily="34" charset="-122"/>
              </a:endParaRPr>
            </a:p>
          </p:txBody>
        </p:sp>
        <p:sp>
          <p:nvSpPr>
            <p:cNvPr id="20" name="圆角矩形 19"/>
            <p:cNvSpPr/>
            <p:nvPr/>
          </p:nvSpPr>
          <p:spPr>
            <a:xfrm>
              <a:off x="5015720" y="4655819"/>
              <a:ext cx="2098086" cy="1305852"/>
            </a:xfrm>
            <a:prstGeom prst="roundRect">
              <a:avLst>
                <a:gd name="adj" fmla="val 3520"/>
              </a:avLst>
            </a:prstGeom>
            <a:noFill/>
            <a:ln w="28575">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2"/>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223779" y="3935012"/>
              <a:ext cx="1744442" cy="338554"/>
            </a:xfrm>
            <a:prstGeom prst="rect">
              <a:avLst/>
            </a:prstGeom>
            <a:noFill/>
            <a:ln>
              <a:solidFill>
                <a:schemeClr val="bg2"/>
              </a:solidFill>
            </a:ln>
          </p:spPr>
          <p:txBody>
            <a:bodyPr wrap="square" rtlCol="0" anchor="ctr">
              <a:spAutoFit/>
            </a:bodyPr>
            <a:lstStyle/>
            <a:p>
              <a:pPr algn="ctr"/>
              <a:r>
                <a:rPr lang="en-US" altLang="zh-CN" sz="1600" dirty="0">
                  <a:solidFill>
                    <a:schemeClr val="bg2"/>
                  </a:solidFill>
                  <a:latin typeface="微软雅黑" panose="020B0503020204020204" pitchFamily="34" charset="-122"/>
                  <a:ea typeface="微软雅黑" panose="020B0503020204020204" pitchFamily="34" charset="-122"/>
                </a:rPr>
                <a:t>3M+ </a:t>
              </a:r>
              <a:r>
                <a:rPr lang="zh-CN" altLang="en-US" sz="1600" dirty="0">
                  <a:solidFill>
                    <a:schemeClr val="bg2"/>
                  </a:solidFill>
                  <a:latin typeface="微软雅黑" panose="020B0503020204020204" pitchFamily="34" charset="-122"/>
                  <a:ea typeface="微软雅黑" panose="020B0503020204020204" pitchFamily="34" charset="-122"/>
                </a:rPr>
                <a:t>应用</a:t>
              </a:r>
              <a:endParaRPr lang="zh-CN" altLang="en-US" sz="1600" dirty="0">
                <a:solidFill>
                  <a:schemeClr val="bg2"/>
                </a:solidFill>
                <a:latin typeface="微软雅黑" panose="020B0503020204020204" pitchFamily="34" charset="-122"/>
                <a:ea typeface="微软雅黑" panose="020B0503020204020204" pitchFamily="34" charset="-122"/>
              </a:endParaRPr>
            </a:p>
          </p:txBody>
        </p:sp>
        <p:sp>
          <p:nvSpPr>
            <p:cNvPr id="22" name="矩形 21"/>
            <p:cNvSpPr/>
            <p:nvPr/>
          </p:nvSpPr>
          <p:spPr>
            <a:xfrm>
              <a:off x="7535678" y="2336740"/>
              <a:ext cx="1217001" cy="400110"/>
            </a:xfrm>
            <a:prstGeom prst="rect">
              <a:avLst/>
            </a:prstGeom>
            <a:ln>
              <a:solidFill>
                <a:schemeClr val="bg2"/>
              </a:solidFill>
            </a:ln>
          </p:spPr>
          <p:txBody>
            <a:bodyPr wrap="none">
              <a:spAutoFit/>
            </a:bodyPr>
            <a:lstStyle/>
            <a:p>
              <a:pPr algn="ctr"/>
              <a:r>
                <a:rPr lang="zh-CN" altLang="en-US" sz="2000" b="1" dirty="0">
                  <a:solidFill>
                    <a:schemeClr val="bg2"/>
                  </a:solidFill>
                  <a:latin typeface="微软雅黑" panose="020B0503020204020204" pitchFamily="34" charset="-122"/>
                  <a:ea typeface="微软雅黑" panose="020B0503020204020204" pitchFamily="34" charset="-122"/>
                </a:rPr>
                <a:t>超级终端</a:t>
              </a:r>
              <a:endParaRPr lang="en-US" altLang="zh-CN" sz="2000" b="1" dirty="0">
                <a:solidFill>
                  <a:schemeClr val="bg2"/>
                </a:solidFill>
                <a:latin typeface="微软雅黑" panose="020B0503020204020204" pitchFamily="34" charset="-122"/>
                <a:ea typeface="微软雅黑" panose="020B0503020204020204" pitchFamily="34" charset="-122"/>
              </a:endParaRPr>
            </a:p>
          </p:txBody>
        </p:sp>
        <p:sp>
          <p:nvSpPr>
            <p:cNvPr id="24" name="圆角矩形 23"/>
            <p:cNvSpPr/>
            <p:nvPr/>
          </p:nvSpPr>
          <p:spPr>
            <a:xfrm>
              <a:off x="7604018" y="4663304"/>
              <a:ext cx="2554786" cy="1298367"/>
            </a:xfrm>
            <a:prstGeom prst="roundRect">
              <a:avLst>
                <a:gd name="adj" fmla="val 3520"/>
              </a:avLst>
            </a:prstGeom>
            <a:noFill/>
            <a:ln w="28575">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2"/>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6455627" y="5049773"/>
              <a:ext cx="784090" cy="390491"/>
            </a:xfrm>
            <a:prstGeom prst="rect">
              <a:avLst/>
            </a:prstGeom>
            <a:no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dirty="0">
                  <a:ln>
                    <a:noFill/>
                  </a:ln>
                  <a:solidFill>
                    <a:schemeClr val="bg2"/>
                  </a:solidFill>
                  <a:effectLst/>
                  <a:uFillTx/>
                  <a:latin typeface="微软雅黑" panose="020B0503020204020204" pitchFamily="34" charset="-122"/>
                  <a:ea typeface="微软雅黑" panose="020B0503020204020204" pitchFamily="34" charset="-122"/>
                  <a:cs typeface="Huawei Sans" panose="020C0503030203020204" pitchFamily="34" charset="0"/>
                  <a:sym typeface="Huawei Sans" panose="020C0503030203020204" pitchFamily="34" charset="0"/>
                </a:rPr>
                <a:t>。。。</a:t>
              </a:r>
              <a:endParaRPr kumimoji="0" lang="zh-CN" altLang="en-US" sz="1600" b="0" i="0" u="none" strike="noStrike" cap="none" spc="0" normalizeH="0" baseline="0" dirty="0">
                <a:ln>
                  <a:noFill/>
                </a:ln>
                <a:solidFill>
                  <a:schemeClr val="bg2"/>
                </a:solidFill>
                <a:effectLst/>
                <a:uFillTx/>
                <a:latin typeface="微软雅黑" panose="020B0503020204020204" pitchFamily="34" charset="-122"/>
                <a:ea typeface="微软雅黑" panose="020B0503020204020204" pitchFamily="34" charset="-122"/>
                <a:cs typeface="Huawei Sans" panose="020C0503030203020204" pitchFamily="34" charset="0"/>
                <a:sym typeface="Huawei Sans" panose="020C0503030203020204" pitchFamily="34" charset="0"/>
              </a:endParaRPr>
            </a:p>
          </p:txBody>
        </p:sp>
        <p:cxnSp>
          <p:nvCxnSpPr>
            <p:cNvPr id="12" name="直接箭头连接符 11"/>
            <p:cNvCxnSpPr/>
            <p:nvPr/>
          </p:nvCxnSpPr>
          <p:spPr>
            <a:xfrm>
              <a:off x="1683431" y="4425950"/>
              <a:ext cx="9105219" cy="0"/>
            </a:xfrm>
            <a:prstGeom prst="straightConnector1">
              <a:avLst/>
            </a:prstGeom>
            <a:ln w="28575">
              <a:solidFill>
                <a:schemeClr val="bg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3268060" y="4337050"/>
              <a:ext cx="177800" cy="177800"/>
            </a:xfrm>
            <a:prstGeom prst="ellipse">
              <a:avLst/>
            </a:prstGeom>
            <a:solidFill>
              <a:srgbClr val="DDDDDD"/>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83" name="椭圆 82"/>
            <p:cNvSpPr/>
            <p:nvPr/>
          </p:nvSpPr>
          <p:spPr>
            <a:xfrm>
              <a:off x="6011116" y="4337050"/>
              <a:ext cx="177800" cy="177800"/>
            </a:xfrm>
            <a:prstGeom prst="ellipse">
              <a:avLst/>
            </a:prstGeom>
            <a:solidFill>
              <a:srgbClr val="DDDDDD"/>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84" name="椭圆 83"/>
            <p:cNvSpPr/>
            <p:nvPr/>
          </p:nvSpPr>
          <p:spPr>
            <a:xfrm>
              <a:off x="8825812" y="4337050"/>
              <a:ext cx="177800" cy="177800"/>
            </a:xfrm>
            <a:prstGeom prst="ellipse">
              <a:avLst/>
            </a:prstGeom>
            <a:solidFill>
              <a:srgbClr val="C7000B"/>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27" name="椭圆 26"/>
            <p:cNvSpPr/>
            <p:nvPr/>
          </p:nvSpPr>
          <p:spPr>
            <a:xfrm>
              <a:off x="8549237" y="5060078"/>
              <a:ext cx="894999" cy="379372"/>
            </a:xfrm>
            <a:prstGeom prst="ellipse">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bg2"/>
                </a:solidFill>
                <a:latin typeface="微软雅黑" panose="020B0503020204020204" pitchFamily="34" charset="-122"/>
                <a:ea typeface="微软雅黑" panose="020B0503020204020204" pitchFamily="34" charset="-122"/>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881412" y="5085206"/>
              <a:ext cx="267969" cy="296252"/>
            </a:xfrm>
            <a:prstGeom prst="rect">
              <a:avLst/>
            </a:prstGeom>
            <a:ln>
              <a:solidFill>
                <a:schemeClr val="bg2"/>
              </a:solidFill>
            </a:ln>
          </p:spPr>
        </p:pic>
      </p:grpSp>
      <p:grpSp>
        <p:nvGrpSpPr>
          <p:cNvPr id="41" name="组合 192"/>
          <p:cNvGrpSpPr/>
          <p:nvPr/>
        </p:nvGrpSpPr>
        <p:grpSpPr bwMode="auto">
          <a:xfrm>
            <a:off x="5135901" y="4775198"/>
            <a:ext cx="495644" cy="431411"/>
            <a:chOff x="3067050" y="1466850"/>
            <a:chExt cx="565150" cy="555626"/>
          </a:xfrm>
        </p:grpSpPr>
        <p:sp>
          <p:nvSpPr>
            <p:cNvPr id="42" name="Oval 34"/>
            <p:cNvSpPr>
              <a:spLocks noChangeArrowheads="1"/>
            </p:cNvSpPr>
            <p:nvPr/>
          </p:nvSpPr>
          <p:spPr bwMode="auto">
            <a:xfrm>
              <a:off x="3562350" y="1743075"/>
              <a:ext cx="69850" cy="71438"/>
            </a:xfrm>
            <a:prstGeom prst="ellipse">
              <a:avLst/>
            </a:prstGeom>
            <a:solidFill>
              <a:srgbClr val="595757"/>
            </a:solidFill>
            <a:ln w="9525">
              <a:solidFill>
                <a:schemeClr val="bg2"/>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 name="Oval 35"/>
            <p:cNvSpPr>
              <a:spLocks noChangeArrowheads="1"/>
            </p:cNvSpPr>
            <p:nvPr/>
          </p:nvSpPr>
          <p:spPr bwMode="auto">
            <a:xfrm>
              <a:off x="3562350" y="1636713"/>
              <a:ext cx="69850" cy="69850"/>
            </a:xfrm>
            <a:prstGeom prst="ellipse">
              <a:avLst/>
            </a:prstGeom>
            <a:solidFill>
              <a:srgbClr val="595757"/>
            </a:solidFill>
            <a:ln w="9525">
              <a:solidFill>
                <a:schemeClr val="bg2"/>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 name="Freeform 133"/>
            <p:cNvSpPr/>
            <p:nvPr/>
          </p:nvSpPr>
          <p:spPr bwMode="auto">
            <a:xfrm>
              <a:off x="3581400" y="1763713"/>
              <a:ext cx="31750" cy="193675"/>
            </a:xfrm>
            <a:custGeom>
              <a:avLst/>
              <a:gdLst>
                <a:gd name="T0" fmla="*/ 15875 w 18"/>
                <a:gd name="T1" fmla="*/ 193675 h 111"/>
                <a:gd name="T2" fmla="*/ 0 w 18"/>
                <a:gd name="T3" fmla="*/ 177972 h 111"/>
                <a:gd name="T4" fmla="*/ 0 w 18"/>
                <a:gd name="T5" fmla="*/ 15703 h 111"/>
                <a:gd name="T6" fmla="*/ 15875 w 18"/>
                <a:gd name="T7" fmla="*/ 0 h 111"/>
                <a:gd name="T8" fmla="*/ 31750 w 18"/>
                <a:gd name="T9" fmla="*/ 15703 h 111"/>
                <a:gd name="T10" fmla="*/ 31750 w 18"/>
                <a:gd name="T11" fmla="*/ 177972 h 111"/>
                <a:gd name="T12" fmla="*/ 15875 w 18"/>
                <a:gd name="T13" fmla="*/ 193675 h 111"/>
                <a:gd name="T14" fmla="*/ 0 60000 65536"/>
                <a:gd name="T15" fmla="*/ 0 60000 65536"/>
                <a:gd name="T16" fmla="*/ 0 60000 65536"/>
                <a:gd name="T17" fmla="*/ 0 60000 65536"/>
                <a:gd name="T18" fmla="*/ 0 60000 65536"/>
                <a:gd name="T19" fmla="*/ 0 60000 65536"/>
                <a:gd name="T20" fmla="*/ 0 60000 65536"/>
                <a:gd name="T21" fmla="*/ 0 w 18"/>
                <a:gd name="T22" fmla="*/ 0 h 111"/>
                <a:gd name="T23" fmla="*/ 18 w 18"/>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11">
                  <a:moveTo>
                    <a:pt x="9" y="111"/>
                  </a:moveTo>
                  <a:cubicBezTo>
                    <a:pt x="4" y="111"/>
                    <a:pt x="0" y="107"/>
                    <a:pt x="0" y="102"/>
                  </a:cubicBezTo>
                  <a:cubicBezTo>
                    <a:pt x="0" y="9"/>
                    <a:pt x="0" y="9"/>
                    <a:pt x="0" y="9"/>
                  </a:cubicBezTo>
                  <a:cubicBezTo>
                    <a:pt x="0" y="4"/>
                    <a:pt x="4" y="0"/>
                    <a:pt x="9" y="0"/>
                  </a:cubicBezTo>
                  <a:cubicBezTo>
                    <a:pt x="14" y="0"/>
                    <a:pt x="18" y="4"/>
                    <a:pt x="18" y="9"/>
                  </a:cubicBezTo>
                  <a:cubicBezTo>
                    <a:pt x="18" y="102"/>
                    <a:pt x="18" y="102"/>
                    <a:pt x="18" y="102"/>
                  </a:cubicBezTo>
                  <a:cubicBezTo>
                    <a:pt x="18" y="107"/>
                    <a:pt x="14" y="111"/>
                    <a:pt x="9" y="111"/>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 name="Freeform 134"/>
            <p:cNvSpPr/>
            <p:nvPr/>
          </p:nvSpPr>
          <p:spPr bwMode="auto">
            <a:xfrm>
              <a:off x="3203575" y="1466850"/>
              <a:ext cx="409575" cy="490538"/>
            </a:xfrm>
            <a:custGeom>
              <a:avLst/>
              <a:gdLst>
                <a:gd name="T0" fmla="*/ 15619 w 236"/>
                <a:gd name="T1" fmla="*/ 490538 h 282"/>
                <a:gd name="T2" fmla="*/ 0 w 236"/>
                <a:gd name="T3" fmla="*/ 474883 h 282"/>
                <a:gd name="T4" fmla="*/ 0 w 236"/>
                <a:gd name="T5" fmla="*/ 55664 h 282"/>
                <a:gd name="T6" fmla="*/ 55536 w 236"/>
                <a:gd name="T7" fmla="*/ 0 h 282"/>
                <a:gd name="T8" fmla="*/ 354039 w 236"/>
                <a:gd name="T9" fmla="*/ 0 h 282"/>
                <a:gd name="T10" fmla="*/ 409575 w 236"/>
                <a:gd name="T11" fmla="*/ 55664 h 282"/>
                <a:gd name="T12" fmla="*/ 409575 w 236"/>
                <a:gd name="T13" fmla="*/ 205261 h 282"/>
                <a:gd name="T14" fmla="*/ 393956 w 236"/>
                <a:gd name="T15" fmla="*/ 220916 h 282"/>
                <a:gd name="T16" fmla="*/ 378336 w 236"/>
                <a:gd name="T17" fmla="*/ 205261 h 282"/>
                <a:gd name="T18" fmla="*/ 378336 w 236"/>
                <a:gd name="T19" fmla="*/ 55664 h 282"/>
                <a:gd name="T20" fmla="*/ 354039 w 236"/>
                <a:gd name="T21" fmla="*/ 31311 h 282"/>
                <a:gd name="T22" fmla="*/ 55536 w 236"/>
                <a:gd name="T23" fmla="*/ 31311 h 282"/>
                <a:gd name="T24" fmla="*/ 31239 w 236"/>
                <a:gd name="T25" fmla="*/ 55664 h 282"/>
                <a:gd name="T26" fmla="*/ 31239 w 236"/>
                <a:gd name="T27" fmla="*/ 474883 h 282"/>
                <a:gd name="T28" fmla="*/ 15619 w 236"/>
                <a:gd name="T29" fmla="*/ 490538 h 28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6"/>
                <a:gd name="T46" fmla="*/ 0 h 282"/>
                <a:gd name="T47" fmla="*/ 236 w 236"/>
                <a:gd name="T48" fmla="*/ 282 h 28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6" h="282">
                  <a:moveTo>
                    <a:pt x="9" y="282"/>
                  </a:moveTo>
                  <a:cubicBezTo>
                    <a:pt x="4" y="282"/>
                    <a:pt x="0" y="278"/>
                    <a:pt x="0" y="273"/>
                  </a:cubicBezTo>
                  <a:cubicBezTo>
                    <a:pt x="0" y="32"/>
                    <a:pt x="0" y="32"/>
                    <a:pt x="0" y="32"/>
                  </a:cubicBezTo>
                  <a:cubicBezTo>
                    <a:pt x="0" y="15"/>
                    <a:pt x="14" y="0"/>
                    <a:pt x="32" y="0"/>
                  </a:cubicBezTo>
                  <a:cubicBezTo>
                    <a:pt x="204" y="0"/>
                    <a:pt x="204" y="0"/>
                    <a:pt x="204" y="0"/>
                  </a:cubicBezTo>
                  <a:cubicBezTo>
                    <a:pt x="222" y="0"/>
                    <a:pt x="236" y="15"/>
                    <a:pt x="236" y="32"/>
                  </a:cubicBezTo>
                  <a:cubicBezTo>
                    <a:pt x="236" y="118"/>
                    <a:pt x="236" y="118"/>
                    <a:pt x="236" y="118"/>
                  </a:cubicBezTo>
                  <a:cubicBezTo>
                    <a:pt x="236" y="123"/>
                    <a:pt x="232" y="127"/>
                    <a:pt x="227" y="127"/>
                  </a:cubicBezTo>
                  <a:cubicBezTo>
                    <a:pt x="222" y="127"/>
                    <a:pt x="218" y="123"/>
                    <a:pt x="218" y="118"/>
                  </a:cubicBezTo>
                  <a:cubicBezTo>
                    <a:pt x="218" y="32"/>
                    <a:pt x="218" y="32"/>
                    <a:pt x="218" y="32"/>
                  </a:cubicBezTo>
                  <a:cubicBezTo>
                    <a:pt x="218" y="24"/>
                    <a:pt x="212" y="18"/>
                    <a:pt x="204" y="18"/>
                  </a:cubicBezTo>
                  <a:cubicBezTo>
                    <a:pt x="32" y="18"/>
                    <a:pt x="32" y="18"/>
                    <a:pt x="32" y="18"/>
                  </a:cubicBezTo>
                  <a:cubicBezTo>
                    <a:pt x="24" y="18"/>
                    <a:pt x="18" y="24"/>
                    <a:pt x="18" y="32"/>
                  </a:cubicBezTo>
                  <a:cubicBezTo>
                    <a:pt x="18" y="273"/>
                    <a:pt x="18" y="273"/>
                    <a:pt x="18" y="273"/>
                  </a:cubicBezTo>
                  <a:cubicBezTo>
                    <a:pt x="18" y="278"/>
                    <a:pt x="14" y="282"/>
                    <a:pt x="9" y="282"/>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 name="Freeform 135"/>
            <p:cNvSpPr>
              <a:spLocks noEditPoints="1"/>
            </p:cNvSpPr>
            <p:nvPr/>
          </p:nvSpPr>
          <p:spPr bwMode="auto">
            <a:xfrm>
              <a:off x="3067050" y="1855788"/>
              <a:ext cx="166688" cy="166688"/>
            </a:xfrm>
            <a:custGeom>
              <a:avLst/>
              <a:gdLst>
                <a:gd name="T0" fmla="*/ 83344 w 96"/>
                <a:gd name="T1" fmla="*/ 166688 h 96"/>
                <a:gd name="T2" fmla="*/ 0 w 96"/>
                <a:gd name="T3" fmla="*/ 83344 h 96"/>
                <a:gd name="T4" fmla="*/ 83344 w 96"/>
                <a:gd name="T5" fmla="*/ 0 h 96"/>
                <a:gd name="T6" fmla="*/ 166688 w 96"/>
                <a:gd name="T7" fmla="*/ 83344 h 96"/>
                <a:gd name="T8" fmla="*/ 83344 w 96"/>
                <a:gd name="T9" fmla="*/ 166688 h 96"/>
                <a:gd name="T10" fmla="*/ 83344 w 96"/>
                <a:gd name="T11" fmla="*/ 31254 h 96"/>
                <a:gd name="T12" fmla="*/ 31254 w 96"/>
                <a:gd name="T13" fmla="*/ 83344 h 96"/>
                <a:gd name="T14" fmla="*/ 83344 w 96"/>
                <a:gd name="T15" fmla="*/ 135434 h 96"/>
                <a:gd name="T16" fmla="*/ 135434 w 96"/>
                <a:gd name="T17" fmla="*/ 83344 h 96"/>
                <a:gd name="T18" fmla="*/ 83344 w 96"/>
                <a:gd name="T19" fmla="*/ 31254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96"/>
                <a:gd name="T32" fmla="*/ 96 w 9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96">
                  <a:moveTo>
                    <a:pt x="48" y="96"/>
                  </a:moveTo>
                  <a:cubicBezTo>
                    <a:pt x="21" y="96"/>
                    <a:pt x="0" y="75"/>
                    <a:pt x="0" y="48"/>
                  </a:cubicBezTo>
                  <a:cubicBezTo>
                    <a:pt x="0" y="21"/>
                    <a:pt x="21" y="0"/>
                    <a:pt x="48" y="0"/>
                  </a:cubicBezTo>
                  <a:cubicBezTo>
                    <a:pt x="75" y="0"/>
                    <a:pt x="96" y="21"/>
                    <a:pt x="96" y="48"/>
                  </a:cubicBezTo>
                  <a:cubicBezTo>
                    <a:pt x="96" y="75"/>
                    <a:pt x="75" y="96"/>
                    <a:pt x="48" y="96"/>
                  </a:cubicBezTo>
                  <a:close/>
                  <a:moveTo>
                    <a:pt x="48" y="18"/>
                  </a:moveTo>
                  <a:cubicBezTo>
                    <a:pt x="31" y="18"/>
                    <a:pt x="18" y="31"/>
                    <a:pt x="18" y="48"/>
                  </a:cubicBezTo>
                  <a:cubicBezTo>
                    <a:pt x="18" y="65"/>
                    <a:pt x="31" y="78"/>
                    <a:pt x="48" y="78"/>
                  </a:cubicBezTo>
                  <a:cubicBezTo>
                    <a:pt x="65" y="78"/>
                    <a:pt x="78" y="65"/>
                    <a:pt x="78" y="48"/>
                  </a:cubicBezTo>
                  <a:cubicBezTo>
                    <a:pt x="78" y="31"/>
                    <a:pt x="65" y="18"/>
                    <a:pt x="48" y="1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 name="Freeform 136"/>
            <p:cNvSpPr>
              <a:spLocks noEditPoints="1"/>
            </p:cNvSpPr>
            <p:nvPr/>
          </p:nvSpPr>
          <p:spPr bwMode="auto">
            <a:xfrm>
              <a:off x="3444875" y="1855788"/>
              <a:ext cx="168275" cy="166688"/>
            </a:xfrm>
            <a:custGeom>
              <a:avLst/>
              <a:gdLst>
                <a:gd name="T0" fmla="*/ 85005 w 97"/>
                <a:gd name="T1" fmla="*/ 166688 h 96"/>
                <a:gd name="T2" fmla="*/ 0 w 97"/>
                <a:gd name="T3" fmla="*/ 83344 h 96"/>
                <a:gd name="T4" fmla="*/ 85005 w 97"/>
                <a:gd name="T5" fmla="*/ 0 h 96"/>
                <a:gd name="T6" fmla="*/ 168275 w 97"/>
                <a:gd name="T7" fmla="*/ 83344 h 96"/>
                <a:gd name="T8" fmla="*/ 85005 w 97"/>
                <a:gd name="T9" fmla="*/ 166688 h 96"/>
                <a:gd name="T10" fmla="*/ 85005 w 97"/>
                <a:gd name="T11" fmla="*/ 31254 h 96"/>
                <a:gd name="T12" fmla="*/ 31226 w 97"/>
                <a:gd name="T13" fmla="*/ 83344 h 96"/>
                <a:gd name="T14" fmla="*/ 85005 w 97"/>
                <a:gd name="T15" fmla="*/ 135434 h 96"/>
                <a:gd name="T16" fmla="*/ 137049 w 97"/>
                <a:gd name="T17" fmla="*/ 83344 h 96"/>
                <a:gd name="T18" fmla="*/ 85005 w 97"/>
                <a:gd name="T19" fmla="*/ 31254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7"/>
                <a:gd name="T31" fmla="*/ 0 h 96"/>
                <a:gd name="T32" fmla="*/ 97 w 97"/>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7" h="96">
                  <a:moveTo>
                    <a:pt x="49" y="96"/>
                  </a:moveTo>
                  <a:cubicBezTo>
                    <a:pt x="22" y="96"/>
                    <a:pt x="0" y="75"/>
                    <a:pt x="0" y="48"/>
                  </a:cubicBezTo>
                  <a:cubicBezTo>
                    <a:pt x="0" y="21"/>
                    <a:pt x="22" y="0"/>
                    <a:pt x="49" y="0"/>
                  </a:cubicBezTo>
                  <a:cubicBezTo>
                    <a:pt x="75" y="0"/>
                    <a:pt x="97" y="21"/>
                    <a:pt x="97" y="48"/>
                  </a:cubicBezTo>
                  <a:cubicBezTo>
                    <a:pt x="97" y="75"/>
                    <a:pt x="75" y="96"/>
                    <a:pt x="49" y="96"/>
                  </a:cubicBezTo>
                  <a:close/>
                  <a:moveTo>
                    <a:pt x="49" y="18"/>
                  </a:moveTo>
                  <a:cubicBezTo>
                    <a:pt x="32" y="18"/>
                    <a:pt x="18" y="31"/>
                    <a:pt x="18" y="48"/>
                  </a:cubicBezTo>
                  <a:cubicBezTo>
                    <a:pt x="18" y="65"/>
                    <a:pt x="32" y="78"/>
                    <a:pt x="49" y="78"/>
                  </a:cubicBezTo>
                  <a:cubicBezTo>
                    <a:pt x="65" y="78"/>
                    <a:pt x="79" y="65"/>
                    <a:pt x="79" y="48"/>
                  </a:cubicBezTo>
                  <a:cubicBezTo>
                    <a:pt x="79" y="31"/>
                    <a:pt x="65" y="18"/>
                    <a:pt x="49" y="1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 name="Freeform 137"/>
            <p:cNvSpPr/>
            <p:nvPr/>
          </p:nvSpPr>
          <p:spPr bwMode="auto">
            <a:xfrm>
              <a:off x="3203575" y="1557338"/>
              <a:ext cx="409575" cy="30163"/>
            </a:xfrm>
            <a:custGeom>
              <a:avLst/>
              <a:gdLst>
                <a:gd name="T0" fmla="*/ 393956 w 236"/>
                <a:gd name="T1" fmla="*/ 30163 h 18"/>
                <a:gd name="T2" fmla="*/ 15619 w 236"/>
                <a:gd name="T3" fmla="*/ 30163 h 18"/>
                <a:gd name="T4" fmla="*/ 0 w 236"/>
                <a:gd name="T5" fmla="*/ 15082 h 18"/>
                <a:gd name="T6" fmla="*/ 15619 w 236"/>
                <a:gd name="T7" fmla="*/ 0 h 18"/>
                <a:gd name="T8" fmla="*/ 393956 w 236"/>
                <a:gd name="T9" fmla="*/ 0 h 18"/>
                <a:gd name="T10" fmla="*/ 409575 w 236"/>
                <a:gd name="T11" fmla="*/ 15082 h 18"/>
                <a:gd name="T12" fmla="*/ 393956 w 236"/>
                <a:gd name="T13" fmla="*/ 30163 h 18"/>
                <a:gd name="T14" fmla="*/ 0 60000 65536"/>
                <a:gd name="T15" fmla="*/ 0 60000 65536"/>
                <a:gd name="T16" fmla="*/ 0 60000 65536"/>
                <a:gd name="T17" fmla="*/ 0 60000 65536"/>
                <a:gd name="T18" fmla="*/ 0 60000 65536"/>
                <a:gd name="T19" fmla="*/ 0 60000 65536"/>
                <a:gd name="T20" fmla="*/ 0 60000 65536"/>
                <a:gd name="T21" fmla="*/ 0 w 236"/>
                <a:gd name="T22" fmla="*/ 0 h 18"/>
                <a:gd name="T23" fmla="*/ 236 w 23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6" h="18">
                  <a:moveTo>
                    <a:pt x="227" y="18"/>
                  </a:moveTo>
                  <a:cubicBezTo>
                    <a:pt x="9" y="18"/>
                    <a:pt x="9" y="18"/>
                    <a:pt x="9" y="18"/>
                  </a:cubicBezTo>
                  <a:cubicBezTo>
                    <a:pt x="4" y="18"/>
                    <a:pt x="0" y="14"/>
                    <a:pt x="0" y="9"/>
                  </a:cubicBezTo>
                  <a:cubicBezTo>
                    <a:pt x="0" y="4"/>
                    <a:pt x="4" y="0"/>
                    <a:pt x="9" y="0"/>
                  </a:cubicBezTo>
                  <a:cubicBezTo>
                    <a:pt x="227" y="0"/>
                    <a:pt x="227" y="0"/>
                    <a:pt x="227" y="0"/>
                  </a:cubicBezTo>
                  <a:cubicBezTo>
                    <a:pt x="232" y="0"/>
                    <a:pt x="236" y="4"/>
                    <a:pt x="236" y="9"/>
                  </a:cubicBezTo>
                  <a:cubicBezTo>
                    <a:pt x="236" y="14"/>
                    <a:pt x="232" y="18"/>
                    <a:pt x="227" y="1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49" name="组合 182"/>
          <p:cNvGrpSpPr/>
          <p:nvPr/>
        </p:nvGrpSpPr>
        <p:grpSpPr bwMode="auto">
          <a:xfrm>
            <a:off x="5206967" y="5288500"/>
            <a:ext cx="494244" cy="484813"/>
            <a:chOff x="8301038" y="-160338"/>
            <a:chExt cx="703262" cy="752476"/>
          </a:xfrm>
        </p:grpSpPr>
        <p:sp>
          <p:nvSpPr>
            <p:cNvPr id="50" name="Oval 16"/>
            <p:cNvSpPr>
              <a:spLocks noChangeArrowheads="1"/>
            </p:cNvSpPr>
            <p:nvPr/>
          </p:nvSpPr>
          <p:spPr bwMode="auto">
            <a:xfrm>
              <a:off x="8564563" y="520700"/>
              <a:ext cx="71438" cy="71438"/>
            </a:xfrm>
            <a:prstGeom prst="ellipse">
              <a:avLst/>
            </a:prstGeom>
            <a:solidFill>
              <a:srgbClr val="595757"/>
            </a:solidFill>
            <a:ln w="9525">
              <a:solidFill>
                <a:schemeClr val="bg2"/>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 name="Oval 17"/>
            <p:cNvSpPr>
              <a:spLocks noChangeArrowheads="1"/>
            </p:cNvSpPr>
            <p:nvPr/>
          </p:nvSpPr>
          <p:spPr bwMode="auto">
            <a:xfrm>
              <a:off x="8672513" y="520700"/>
              <a:ext cx="69850" cy="71438"/>
            </a:xfrm>
            <a:prstGeom prst="ellipse">
              <a:avLst/>
            </a:prstGeom>
            <a:solidFill>
              <a:srgbClr val="595757"/>
            </a:solidFill>
            <a:ln w="9525">
              <a:solidFill>
                <a:schemeClr val="bg2"/>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 name="Freeform 86"/>
            <p:cNvSpPr>
              <a:spLocks noEditPoints="1"/>
            </p:cNvSpPr>
            <p:nvPr/>
          </p:nvSpPr>
          <p:spPr bwMode="auto">
            <a:xfrm>
              <a:off x="8362950" y="-88900"/>
              <a:ext cx="581025" cy="581025"/>
            </a:xfrm>
            <a:custGeom>
              <a:avLst/>
              <a:gdLst>
                <a:gd name="T0" fmla="*/ 290513 w 334"/>
                <a:gd name="T1" fmla="*/ 581025 h 334"/>
                <a:gd name="T2" fmla="*/ 236585 w 334"/>
                <a:gd name="T3" fmla="*/ 575806 h 334"/>
                <a:gd name="T4" fmla="*/ 0 w 334"/>
                <a:gd name="T5" fmla="*/ 290513 h 334"/>
                <a:gd name="T6" fmla="*/ 290513 w 334"/>
                <a:gd name="T7" fmla="*/ 0 h 334"/>
                <a:gd name="T8" fmla="*/ 581025 w 334"/>
                <a:gd name="T9" fmla="*/ 290513 h 334"/>
                <a:gd name="T10" fmla="*/ 347919 w 334"/>
                <a:gd name="T11" fmla="*/ 575806 h 334"/>
                <a:gd name="T12" fmla="*/ 290513 w 334"/>
                <a:gd name="T13" fmla="*/ 581025 h 334"/>
                <a:gd name="T14" fmla="*/ 290513 w 334"/>
                <a:gd name="T15" fmla="*/ 31313 h 334"/>
                <a:gd name="T16" fmla="*/ 31313 w 334"/>
                <a:gd name="T17" fmla="*/ 290513 h 334"/>
                <a:gd name="T18" fmla="*/ 243543 w 334"/>
                <a:gd name="T19" fmla="*/ 546233 h 334"/>
                <a:gd name="T20" fmla="*/ 340961 w 334"/>
                <a:gd name="T21" fmla="*/ 544493 h 334"/>
                <a:gd name="T22" fmla="*/ 549712 w 334"/>
                <a:gd name="T23" fmla="*/ 290513 h 334"/>
                <a:gd name="T24" fmla="*/ 290513 w 334"/>
                <a:gd name="T25" fmla="*/ 31313 h 3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4"/>
                <a:gd name="T40" fmla="*/ 0 h 334"/>
                <a:gd name="T41" fmla="*/ 334 w 334"/>
                <a:gd name="T42" fmla="*/ 334 h 3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4" h="334">
                  <a:moveTo>
                    <a:pt x="167" y="334"/>
                  </a:moveTo>
                  <a:cubicBezTo>
                    <a:pt x="157" y="334"/>
                    <a:pt x="146" y="333"/>
                    <a:pt x="136" y="331"/>
                  </a:cubicBezTo>
                  <a:cubicBezTo>
                    <a:pt x="57" y="316"/>
                    <a:pt x="0" y="247"/>
                    <a:pt x="0" y="167"/>
                  </a:cubicBezTo>
                  <a:cubicBezTo>
                    <a:pt x="0" y="75"/>
                    <a:pt x="75" y="0"/>
                    <a:pt x="167" y="0"/>
                  </a:cubicBezTo>
                  <a:cubicBezTo>
                    <a:pt x="259" y="0"/>
                    <a:pt x="334" y="75"/>
                    <a:pt x="334" y="167"/>
                  </a:cubicBezTo>
                  <a:cubicBezTo>
                    <a:pt x="334" y="247"/>
                    <a:pt x="278" y="316"/>
                    <a:pt x="200" y="331"/>
                  </a:cubicBezTo>
                  <a:cubicBezTo>
                    <a:pt x="189" y="333"/>
                    <a:pt x="178" y="334"/>
                    <a:pt x="167" y="334"/>
                  </a:cubicBezTo>
                  <a:close/>
                  <a:moveTo>
                    <a:pt x="167" y="18"/>
                  </a:moveTo>
                  <a:cubicBezTo>
                    <a:pt x="85" y="18"/>
                    <a:pt x="18" y="85"/>
                    <a:pt x="18" y="167"/>
                  </a:cubicBezTo>
                  <a:cubicBezTo>
                    <a:pt x="18" y="239"/>
                    <a:pt x="69" y="300"/>
                    <a:pt x="140" y="314"/>
                  </a:cubicBezTo>
                  <a:cubicBezTo>
                    <a:pt x="158" y="317"/>
                    <a:pt x="178" y="317"/>
                    <a:pt x="196" y="313"/>
                  </a:cubicBezTo>
                  <a:cubicBezTo>
                    <a:pt x="266" y="300"/>
                    <a:pt x="316" y="238"/>
                    <a:pt x="316" y="167"/>
                  </a:cubicBezTo>
                  <a:cubicBezTo>
                    <a:pt x="316" y="85"/>
                    <a:pt x="249" y="18"/>
                    <a:pt x="167" y="1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 name="Freeform 87"/>
            <p:cNvSpPr/>
            <p:nvPr/>
          </p:nvSpPr>
          <p:spPr bwMode="auto">
            <a:xfrm>
              <a:off x="8691563" y="419100"/>
              <a:ext cx="184150" cy="150813"/>
            </a:xfrm>
            <a:custGeom>
              <a:avLst/>
              <a:gdLst>
                <a:gd name="T0" fmla="*/ 166777 w 106"/>
                <a:gd name="T1" fmla="*/ 150813 h 87"/>
                <a:gd name="T2" fmla="*/ 15635 w 106"/>
                <a:gd name="T3" fmla="*/ 150813 h 87"/>
                <a:gd name="T4" fmla="*/ 0 w 106"/>
                <a:gd name="T5" fmla="*/ 135212 h 87"/>
                <a:gd name="T6" fmla="*/ 15635 w 106"/>
                <a:gd name="T7" fmla="*/ 119610 h 87"/>
                <a:gd name="T8" fmla="*/ 142456 w 106"/>
                <a:gd name="T9" fmla="*/ 119610 h 87"/>
                <a:gd name="T10" fmla="*/ 92075 w 106"/>
                <a:gd name="T11" fmla="*/ 24269 h 87"/>
                <a:gd name="T12" fmla="*/ 97287 w 106"/>
                <a:gd name="T13" fmla="*/ 3467 h 87"/>
                <a:gd name="T14" fmla="*/ 119871 w 106"/>
                <a:gd name="T15" fmla="*/ 10401 h 87"/>
                <a:gd name="T16" fmla="*/ 180675 w 106"/>
                <a:gd name="T17" fmla="*/ 128278 h 87"/>
                <a:gd name="T18" fmla="*/ 180675 w 106"/>
                <a:gd name="T19" fmla="*/ 143879 h 87"/>
                <a:gd name="T20" fmla="*/ 166777 w 106"/>
                <a:gd name="T21" fmla="*/ 150813 h 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6"/>
                <a:gd name="T34" fmla="*/ 0 h 87"/>
                <a:gd name="T35" fmla="*/ 106 w 106"/>
                <a:gd name="T36" fmla="*/ 87 h 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6" h="87">
                  <a:moveTo>
                    <a:pt x="96" y="87"/>
                  </a:moveTo>
                  <a:cubicBezTo>
                    <a:pt x="9" y="87"/>
                    <a:pt x="9" y="87"/>
                    <a:pt x="9" y="87"/>
                  </a:cubicBezTo>
                  <a:cubicBezTo>
                    <a:pt x="4" y="87"/>
                    <a:pt x="0" y="83"/>
                    <a:pt x="0" y="78"/>
                  </a:cubicBezTo>
                  <a:cubicBezTo>
                    <a:pt x="0" y="73"/>
                    <a:pt x="4" y="69"/>
                    <a:pt x="9" y="69"/>
                  </a:cubicBezTo>
                  <a:cubicBezTo>
                    <a:pt x="82" y="69"/>
                    <a:pt x="82" y="69"/>
                    <a:pt x="82" y="69"/>
                  </a:cubicBezTo>
                  <a:cubicBezTo>
                    <a:pt x="53" y="14"/>
                    <a:pt x="53" y="14"/>
                    <a:pt x="53" y="14"/>
                  </a:cubicBezTo>
                  <a:cubicBezTo>
                    <a:pt x="50" y="10"/>
                    <a:pt x="52" y="4"/>
                    <a:pt x="56" y="2"/>
                  </a:cubicBezTo>
                  <a:cubicBezTo>
                    <a:pt x="61" y="0"/>
                    <a:pt x="66" y="1"/>
                    <a:pt x="69" y="6"/>
                  </a:cubicBezTo>
                  <a:cubicBezTo>
                    <a:pt x="104" y="74"/>
                    <a:pt x="104" y="74"/>
                    <a:pt x="104" y="74"/>
                  </a:cubicBezTo>
                  <a:cubicBezTo>
                    <a:pt x="106" y="77"/>
                    <a:pt x="106" y="80"/>
                    <a:pt x="104" y="83"/>
                  </a:cubicBezTo>
                  <a:cubicBezTo>
                    <a:pt x="103" y="86"/>
                    <a:pt x="100" y="87"/>
                    <a:pt x="96" y="87"/>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4" name="Freeform 88"/>
            <p:cNvSpPr/>
            <p:nvPr/>
          </p:nvSpPr>
          <p:spPr bwMode="auto">
            <a:xfrm>
              <a:off x="8429625" y="419100"/>
              <a:ext cx="188913" cy="150813"/>
            </a:xfrm>
            <a:custGeom>
              <a:avLst/>
              <a:gdLst>
                <a:gd name="T0" fmla="*/ 173170 w 108"/>
                <a:gd name="T1" fmla="*/ 150813 h 87"/>
                <a:gd name="T2" fmla="*/ 17492 w 108"/>
                <a:gd name="T3" fmla="*/ 150813 h 87"/>
                <a:gd name="T4" fmla="*/ 3498 w 108"/>
                <a:gd name="T5" fmla="*/ 143879 h 87"/>
                <a:gd name="T6" fmla="*/ 3498 w 108"/>
                <a:gd name="T7" fmla="*/ 128278 h 87"/>
                <a:gd name="T8" fmla="*/ 66469 w 108"/>
                <a:gd name="T9" fmla="*/ 10401 h 87"/>
                <a:gd name="T10" fmla="*/ 87460 w 108"/>
                <a:gd name="T11" fmla="*/ 3467 h 87"/>
                <a:gd name="T12" fmla="*/ 94457 w 108"/>
                <a:gd name="T13" fmla="*/ 24269 h 87"/>
                <a:gd name="T14" fmla="*/ 43730 w 108"/>
                <a:gd name="T15" fmla="*/ 119610 h 87"/>
                <a:gd name="T16" fmla="*/ 173170 w 108"/>
                <a:gd name="T17" fmla="*/ 119610 h 87"/>
                <a:gd name="T18" fmla="*/ 188913 w 108"/>
                <a:gd name="T19" fmla="*/ 135212 h 87"/>
                <a:gd name="T20" fmla="*/ 173170 w 108"/>
                <a:gd name="T21" fmla="*/ 150813 h 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8"/>
                <a:gd name="T34" fmla="*/ 0 h 87"/>
                <a:gd name="T35" fmla="*/ 108 w 108"/>
                <a:gd name="T36" fmla="*/ 87 h 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8" h="87">
                  <a:moveTo>
                    <a:pt x="99" y="87"/>
                  </a:moveTo>
                  <a:cubicBezTo>
                    <a:pt x="10" y="87"/>
                    <a:pt x="10" y="87"/>
                    <a:pt x="10" y="87"/>
                  </a:cubicBezTo>
                  <a:cubicBezTo>
                    <a:pt x="7" y="87"/>
                    <a:pt x="4" y="86"/>
                    <a:pt x="2" y="83"/>
                  </a:cubicBezTo>
                  <a:cubicBezTo>
                    <a:pt x="1" y="80"/>
                    <a:pt x="0" y="77"/>
                    <a:pt x="2" y="74"/>
                  </a:cubicBezTo>
                  <a:cubicBezTo>
                    <a:pt x="38" y="6"/>
                    <a:pt x="38" y="6"/>
                    <a:pt x="38" y="6"/>
                  </a:cubicBezTo>
                  <a:cubicBezTo>
                    <a:pt x="40" y="1"/>
                    <a:pt x="45" y="0"/>
                    <a:pt x="50" y="2"/>
                  </a:cubicBezTo>
                  <a:cubicBezTo>
                    <a:pt x="54" y="4"/>
                    <a:pt x="56" y="10"/>
                    <a:pt x="54" y="14"/>
                  </a:cubicBezTo>
                  <a:cubicBezTo>
                    <a:pt x="25" y="69"/>
                    <a:pt x="25" y="69"/>
                    <a:pt x="25" y="69"/>
                  </a:cubicBezTo>
                  <a:cubicBezTo>
                    <a:pt x="99" y="69"/>
                    <a:pt x="99" y="69"/>
                    <a:pt x="99" y="69"/>
                  </a:cubicBezTo>
                  <a:cubicBezTo>
                    <a:pt x="104" y="69"/>
                    <a:pt x="108" y="73"/>
                    <a:pt x="108" y="78"/>
                  </a:cubicBezTo>
                  <a:cubicBezTo>
                    <a:pt x="108" y="83"/>
                    <a:pt x="104" y="87"/>
                    <a:pt x="99" y="87"/>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5" name="Freeform 89"/>
            <p:cNvSpPr/>
            <p:nvPr/>
          </p:nvSpPr>
          <p:spPr bwMode="auto">
            <a:xfrm>
              <a:off x="8636000" y="184150"/>
              <a:ext cx="130175" cy="74613"/>
            </a:xfrm>
            <a:custGeom>
              <a:avLst/>
              <a:gdLst>
                <a:gd name="T0" fmla="*/ 112818 w 75"/>
                <a:gd name="T1" fmla="*/ 74613 h 43"/>
                <a:gd name="T2" fmla="*/ 105876 w 75"/>
                <a:gd name="T3" fmla="*/ 72878 h 43"/>
                <a:gd name="T4" fmla="*/ 12150 w 75"/>
                <a:gd name="T5" fmla="*/ 31233 h 43"/>
                <a:gd name="T6" fmla="*/ 3471 w 75"/>
                <a:gd name="T7" fmla="*/ 10411 h 43"/>
                <a:gd name="T8" fmla="*/ 24299 w 75"/>
                <a:gd name="T9" fmla="*/ 3470 h 43"/>
                <a:gd name="T10" fmla="*/ 118025 w 75"/>
                <a:gd name="T11" fmla="*/ 43380 h 43"/>
                <a:gd name="T12" fmla="*/ 126704 w 75"/>
                <a:gd name="T13" fmla="*/ 64202 h 43"/>
                <a:gd name="T14" fmla="*/ 112818 w 75"/>
                <a:gd name="T15" fmla="*/ 74613 h 43"/>
                <a:gd name="T16" fmla="*/ 0 60000 65536"/>
                <a:gd name="T17" fmla="*/ 0 60000 65536"/>
                <a:gd name="T18" fmla="*/ 0 60000 65536"/>
                <a:gd name="T19" fmla="*/ 0 60000 65536"/>
                <a:gd name="T20" fmla="*/ 0 60000 65536"/>
                <a:gd name="T21" fmla="*/ 0 60000 65536"/>
                <a:gd name="T22" fmla="*/ 0 60000 65536"/>
                <a:gd name="T23" fmla="*/ 0 60000 65536"/>
                <a:gd name="T24" fmla="*/ 0 w 75"/>
                <a:gd name="T25" fmla="*/ 0 h 43"/>
                <a:gd name="T26" fmla="*/ 75 w 75"/>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 h="43">
                  <a:moveTo>
                    <a:pt x="65" y="43"/>
                  </a:moveTo>
                  <a:cubicBezTo>
                    <a:pt x="63" y="43"/>
                    <a:pt x="62" y="42"/>
                    <a:pt x="61" y="42"/>
                  </a:cubicBezTo>
                  <a:cubicBezTo>
                    <a:pt x="7" y="18"/>
                    <a:pt x="7" y="18"/>
                    <a:pt x="7" y="18"/>
                  </a:cubicBezTo>
                  <a:cubicBezTo>
                    <a:pt x="2" y="16"/>
                    <a:pt x="0" y="11"/>
                    <a:pt x="2" y="6"/>
                  </a:cubicBezTo>
                  <a:cubicBezTo>
                    <a:pt x="4" y="2"/>
                    <a:pt x="9" y="0"/>
                    <a:pt x="14" y="2"/>
                  </a:cubicBezTo>
                  <a:cubicBezTo>
                    <a:pt x="68" y="25"/>
                    <a:pt x="68" y="25"/>
                    <a:pt x="68" y="25"/>
                  </a:cubicBezTo>
                  <a:cubicBezTo>
                    <a:pt x="73" y="27"/>
                    <a:pt x="75" y="33"/>
                    <a:pt x="73" y="37"/>
                  </a:cubicBezTo>
                  <a:cubicBezTo>
                    <a:pt x="71" y="41"/>
                    <a:pt x="68" y="43"/>
                    <a:pt x="65" y="43"/>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6" name="Freeform 90"/>
            <p:cNvSpPr/>
            <p:nvPr/>
          </p:nvSpPr>
          <p:spPr bwMode="auto">
            <a:xfrm>
              <a:off x="8394700" y="-66675"/>
              <a:ext cx="85725" cy="84138"/>
            </a:xfrm>
            <a:custGeom>
              <a:avLst/>
              <a:gdLst>
                <a:gd name="T0" fmla="*/ 68230 w 49"/>
                <a:gd name="T1" fmla="*/ 84138 h 48"/>
                <a:gd name="T2" fmla="*/ 57733 w 49"/>
                <a:gd name="T3" fmla="*/ 78879 h 48"/>
                <a:gd name="T4" fmla="*/ 6998 w 49"/>
                <a:gd name="T5" fmla="*/ 28046 h 48"/>
                <a:gd name="T6" fmla="*/ 6998 w 49"/>
                <a:gd name="T7" fmla="*/ 5259 h 48"/>
                <a:gd name="T8" fmla="*/ 29741 w 49"/>
                <a:gd name="T9" fmla="*/ 5259 h 48"/>
                <a:gd name="T10" fmla="*/ 80477 w 49"/>
                <a:gd name="T11" fmla="*/ 56092 h 48"/>
                <a:gd name="T12" fmla="*/ 80477 w 49"/>
                <a:gd name="T13" fmla="*/ 78879 h 48"/>
                <a:gd name="T14" fmla="*/ 68230 w 49"/>
                <a:gd name="T15" fmla="*/ 84138 h 48"/>
                <a:gd name="T16" fmla="*/ 0 60000 65536"/>
                <a:gd name="T17" fmla="*/ 0 60000 65536"/>
                <a:gd name="T18" fmla="*/ 0 60000 65536"/>
                <a:gd name="T19" fmla="*/ 0 60000 65536"/>
                <a:gd name="T20" fmla="*/ 0 60000 65536"/>
                <a:gd name="T21" fmla="*/ 0 60000 65536"/>
                <a:gd name="T22" fmla="*/ 0 60000 65536"/>
                <a:gd name="T23" fmla="*/ 0 60000 65536"/>
                <a:gd name="T24" fmla="*/ 0 w 49"/>
                <a:gd name="T25" fmla="*/ 0 h 48"/>
                <a:gd name="T26" fmla="*/ 49 w 49"/>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9" h="48">
                  <a:moveTo>
                    <a:pt x="39" y="48"/>
                  </a:moveTo>
                  <a:cubicBezTo>
                    <a:pt x="37" y="48"/>
                    <a:pt x="35" y="47"/>
                    <a:pt x="33" y="45"/>
                  </a:cubicBezTo>
                  <a:cubicBezTo>
                    <a:pt x="4" y="16"/>
                    <a:pt x="4" y="16"/>
                    <a:pt x="4" y="16"/>
                  </a:cubicBezTo>
                  <a:cubicBezTo>
                    <a:pt x="0" y="13"/>
                    <a:pt x="0" y="7"/>
                    <a:pt x="4" y="3"/>
                  </a:cubicBezTo>
                  <a:cubicBezTo>
                    <a:pt x="7" y="0"/>
                    <a:pt x="13" y="0"/>
                    <a:pt x="17" y="3"/>
                  </a:cubicBezTo>
                  <a:cubicBezTo>
                    <a:pt x="46" y="32"/>
                    <a:pt x="46" y="32"/>
                    <a:pt x="46" y="32"/>
                  </a:cubicBezTo>
                  <a:cubicBezTo>
                    <a:pt x="49" y="36"/>
                    <a:pt x="49" y="42"/>
                    <a:pt x="46" y="45"/>
                  </a:cubicBezTo>
                  <a:cubicBezTo>
                    <a:pt x="44" y="47"/>
                    <a:pt x="42" y="48"/>
                    <a:pt x="39" y="4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7" name="Freeform 91"/>
            <p:cNvSpPr>
              <a:spLocks noEditPoints="1"/>
            </p:cNvSpPr>
            <p:nvPr/>
          </p:nvSpPr>
          <p:spPr bwMode="auto">
            <a:xfrm>
              <a:off x="8301038" y="-160338"/>
              <a:ext cx="187325" cy="185738"/>
            </a:xfrm>
            <a:custGeom>
              <a:avLst/>
              <a:gdLst>
                <a:gd name="T0" fmla="*/ 50770 w 107"/>
                <a:gd name="T1" fmla="*/ 185738 h 107"/>
                <a:gd name="T2" fmla="*/ 40266 w 107"/>
                <a:gd name="T3" fmla="*/ 180530 h 107"/>
                <a:gd name="T4" fmla="*/ 40266 w 107"/>
                <a:gd name="T5" fmla="*/ 38189 h 107"/>
                <a:gd name="T6" fmla="*/ 183824 w 107"/>
                <a:gd name="T7" fmla="*/ 38189 h 107"/>
                <a:gd name="T8" fmla="*/ 187325 w 107"/>
                <a:gd name="T9" fmla="*/ 50340 h 107"/>
                <a:gd name="T10" fmla="*/ 183824 w 107"/>
                <a:gd name="T11" fmla="*/ 60755 h 107"/>
                <a:gd name="T12" fmla="*/ 63025 w 107"/>
                <a:gd name="T13" fmla="*/ 180530 h 107"/>
                <a:gd name="T14" fmla="*/ 50770 w 107"/>
                <a:gd name="T15" fmla="*/ 185738 h 107"/>
                <a:gd name="T16" fmla="*/ 112045 w 107"/>
                <a:gd name="T17" fmla="*/ 39925 h 107"/>
                <a:gd name="T18" fmla="*/ 63025 w 107"/>
                <a:gd name="T19" fmla="*/ 60755 h 107"/>
                <a:gd name="T20" fmla="*/ 52521 w 107"/>
                <a:gd name="T21" fmla="*/ 145813 h 107"/>
                <a:gd name="T22" fmla="*/ 148810 w 107"/>
                <a:gd name="T23" fmla="*/ 50340 h 107"/>
                <a:gd name="T24" fmla="*/ 112045 w 107"/>
                <a:gd name="T25" fmla="*/ 39925 h 1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7"/>
                <a:gd name="T40" fmla="*/ 0 h 107"/>
                <a:gd name="T41" fmla="*/ 107 w 107"/>
                <a:gd name="T42" fmla="*/ 107 h 10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7" h="107">
                  <a:moveTo>
                    <a:pt x="29" y="107"/>
                  </a:moveTo>
                  <a:cubicBezTo>
                    <a:pt x="27" y="107"/>
                    <a:pt x="25" y="106"/>
                    <a:pt x="23" y="104"/>
                  </a:cubicBezTo>
                  <a:cubicBezTo>
                    <a:pt x="0" y="82"/>
                    <a:pt x="0" y="45"/>
                    <a:pt x="23" y="22"/>
                  </a:cubicBezTo>
                  <a:cubicBezTo>
                    <a:pt x="45" y="0"/>
                    <a:pt x="82" y="0"/>
                    <a:pt x="105" y="22"/>
                  </a:cubicBezTo>
                  <a:cubicBezTo>
                    <a:pt x="106" y="24"/>
                    <a:pt x="107" y="26"/>
                    <a:pt x="107" y="29"/>
                  </a:cubicBezTo>
                  <a:cubicBezTo>
                    <a:pt x="107" y="31"/>
                    <a:pt x="106" y="33"/>
                    <a:pt x="105" y="35"/>
                  </a:cubicBezTo>
                  <a:cubicBezTo>
                    <a:pt x="36" y="104"/>
                    <a:pt x="36" y="104"/>
                    <a:pt x="36" y="104"/>
                  </a:cubicBezTo>
                  <a:cubicBezTo>
                    <a:pt x="34" y="106"/>
                    <a:pt x="32" y="107"/>
                    <a:pt x="29" y="107"/>
                  </a:cubicBezTo>
                  <a:close/>
                  <a:moveTo>
                    <a:pt x="64" y="23"/>
                  </a:moveTo>
                  <a:cubicBezTo>
                    <a:pt x="54" y="23"/>
                    <a:pt x="43" y="27"/>
                    <a:pt x="36" y="35"/>
                  </a:cubicBezTo>
                  <a:cubicBezTo>
                    <a:pt x="22" y="48"/>
                    <a:pt x="20" y="69"/>
                    <a:pt x="30" y="84"/>
                  </a:cubicBezTo>
                  <a:cubicBezTo>
                    <a:pt x="85" y="29"/>
                    <a:pt x="85" y="29"/>
                    <a:pt x="85" y="29"/>
                  </a:cubicBezTo>
                  <a:cubicBezTo>
                    <a:pt x="78" y="25"/>
                    <a:pt x="71" y="23"/>
                    <a:pt x="64" y="23"/>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8" name="Freeform 92"/>
            <p:cNvSpPr/>
            <p:nvPr/>
          </p:nvSpPr>
          <p:spPr bwMode="auto">
            <a:xfrm>
              <a:off x="8824913" y="-66675"/>
              <a:ext cx="84138" cy="84138"/>
            </a:xfrm>
            <a:custGeom>
              <a:avLst/>
              <a:gdLst>
                <a:gd name="T0" fmla="*/ 17529 w 48"/>
                <a:gd name="T1" fmla="*/ 84138 h 48"/>
                <a:gd name="T2" fmla="*/ 5259 w 48"/>
                <a:gd name="T3" fmla="*/ 78879 h 48"/>
                <a:gd name="T4" fmla="*/ 5259 w 48"/>
                <a:gd name="T5" fmla="*/ 56092 h 48"/>
                <a:gd name="T6" fmla="*/ 56092 w 48"/>
                <a:gd name="T7" fmla="*/ 5259 h 48"/>
                <a:gd name="T8" fmla="*/ 78879 w 48"/>
                <a:gd name="T9" fmla="*/ 5259 h 48"/>
                <a:gd name="T10" fmla="*/ 78879 w 48"/>
                <a:gd name="T11" fmla="*/ 28046 h 48"/>
                <a:gd name="T12" fmla="*/ 28046 w 48"/>
                <a:gd name="T13" fmla="*/ 78879 h 48"/>
                <a:gd name="T14" fmla="*/ 17529 w 48"/>
                <a:gd name="T15" fmla="*/ 84138 h 48"/>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48"/>
                <a:gd name="T26" fmla="*/ 48 w 48"/>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48">
                  <a:moveTo>
                    <a:pt x="10" y="48"/>
                  </a:moveTo>
                  <a:cubicBezTo>
                    <a:pt x="7" y="48"/>
                    <a:pt x="5" y="47"/>
                    <a:pt x="3" y="45"/>
                  </a:cubicBezTo>
                  <a:cubicBezTo>
                    <a:pt x="0" y="42"/>
                    <a:pt x="0" y="36"/>
                    <a:pt x="3" y="32"/>
                  </a:cubicBezTo>
                  <a:cubicBezTo>
                    <a:pt x="32" y="3"/>
                    <a:pt x="32" y="3"/>
                    <a:pt x="32" y="3"/>
                  </a:cubicBezTo>
                  <a:cubicBezTo>
                    <a:pt x="36" y="0"/>
                    <a:pt x="41" y="0"/>
                    <a:pt x="45" y="3"/>
                  </a:cubicBezTo>
                  <a:cubicBezTo>
                    <a:pt x="48" y="7"/>
                    <a:pt x="48" y="13"/>
                    <a:pt x="45" y="16"/>
                  </a:cubicBezTo>
                  <a:cubicBezTo>
                    <a:pt x="16" y="45"/>
                    <a:pt x="16" y="45"/>
                    <a:pt x="16" y="45"/>
                  </a:cubicBezTo>
                  <a:cubicBezTo>
                    <a:pt x="14" y="47"/>
                    <a:pt x="12" y="48"/>
                    <a:pt x="10" y="4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9" name="Freeform 93"/>
            <p:cNvSpPr>
              <a:spLocks noEditPoints="1"/>
            </p:cNvSpPr>
            <p:nvPr/>
          </p:nvSpPr>
          <p:spPr bwMode="auto">
            <a:xfrm>
              <a:off x="8816975" y="-160338"/>
              <a:ext cx="187325" cy="185738"/>
            </a:xfrm>
            <a:custGeom>
              <a:avLst/>
              <a:gdLst>
                <a:gd name="T0" fmla="*/ 137025 w 108"/>
                <a:gd name="T1" fmla="*/ 185738 h 107"/>
                <a:gd name="T2" fmla="*/ 124883 w 108"/>
                <a:gd name="T3" fmla="*/ 180530 h 107"/>
                <a:gd name="T4" fmla="*/ 5203 w 108"/>
                <a:gd name="T5" fmla="*/ 60755 h 107"/>
                <a:gd name="T6" fmla="*/ 5203 w 108"/>
                <a:gd name="T7" fmla="*/ 38189 h 107"/>
                <a:gd name="T8" fmla="*/ 147432 w 108"/>
                <a:gd name="T9" fmla="*/ 38189 h 107"/>
                <a:gd name="T10" fmla="*/ 147432 w 108"/>
                <a:gd name="T11" fmla="*/ 180530 h 107"/>
                <a:gd name="T12" fmla="*/ 137025 w 108"/>
                <a:gd name="T13" fmla="*/ 185738 h 107"/>
                <a:gd name="T14" fmla="*/ 39893 w 108"/>
                <a:gd name="T15" fmla="*/ 50340 h 107"/>
                <a:gd name="T16" fmla="*/ 135290 w 108"/>
                <a:gd name="T17" fmla="*/ 145813 h 107"/>
                <a:gd name="T18" fmla="*/ 124883 w 108"/>
                <a:gd name="T19" fmla="*/ 60755 h 107"/>
                <a:gd name="T20" fmla="*/ 39893 w 108"/>
                <a:gd name="T21" fmla="*/ 50340 h 1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8"/>
                <a:gd name="T34" fmla="*/ 0 h 107"/>
                <a:gd name="T35" fmla="*/ 108 w 108"/>
                <a:gd name="T36" fmla="*/ 107 h 1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8" h="107">
                  <a:moveTo>
                    <a:pt x="79" y="107"/>
                  </a:moveTo>
                  <a:cubicBezTo>
                    <a:pt x="76" y="107"/>
                    <a:pt x="74" y="106"/>
                    <a:pt x="72" y="104"/>
                  </a:cubicBezTo>
                  <a:cubicBezTo>
                    <a:pt x="3" y="35"/>
                    <a:pt x="3" y="35"/>
                    <a:pt x="3" y="35"/>
                  </a:cubicBezTo>
                  <a:cubicBezTo>
                    <a:pt x="0" y="32"/>
                    <a:pt x="0" y="26"/>
                    <a:pt x="3" y="22"/>
                  </a:cubicBezTo>
                  <a:cubicBezTo>
                    <a:pt x="26" y="0"/>
                    <a:pt x="62" y="0"/>
                    <a:pt x="85" y="22"/>
                  </a:cubicBezTo>
                  <a:cubicBezTo>
                    <a:pt x="108" y="45"/>
                    <a:pt x="108" y="82"/>
                    <a:pt x="85" y="104"/>
                  </a:cubicBezTo>
                  <a:cubicBezTo>
                    <a:pt x="83" y="106"/>
                    <a:pt x="81" y="107"/>
                    <a:pt x="79" y="107"/>
                  </a:cubicBezTo>
                  <a:close/>
                  <a:moveTo>
                    <a:pt x="23" y="29"/>
                  </a:moveTo>
                  <a:cubicBezTo>
                    <a:pt x="78" y="84"/>
                    <a:pt x="78" y="84"/>
                    <a:pt x="78" y="84"/>
                  </a:cubicBezTo>
                  <a:cubicBezTo>
                    <a:pt x="88" y="69"/>
                    <a:pt x="86" y="48"/>
                    <a:pt x="72" y="35"/>
                  </a:cubicBezTo>
                  <a:cubicBezTo>
                    <a:pt x="59" y="22"/>
                    <a:pt x="38" y="20"/>
                    <a:pt x="23" y="29"/>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0" name="Freeform 94"/>
            <p:cNvSpPr/>
            <p:nvPr/>
          </p:nvSpPr>
          <p:spPr bwMode="auto">
            <a:xfrm>
              <a:off x="8588375" y="-150813"/>
              <a:ext cx="128588" cy="30163"/>
            </a:xfrm>
            <a:custGeom>
              <a:avLst/>
              <a:gdLst>
                <a:gd name="T0" fmla="*/ 112949 w 74"/>
                <a:gd name="T1" fmla="*/ 30163 h 18"/>
                <a:gd name="T2" fmla="*/ 15639 w 74"/>
                <a:gd name="T3" fmla="*/ 30163 h 18"/>
                <a:gd name="T4" fmla="*/ 0 w 74"/>
                <a:gd name="T5" fmla="*/ 15082 h 18"/>
                <a:gd name="T6" fmla="*/ 15639 w 74"/>
                <a:gd name="T7" fmla="*/ 0 h 18"/>
                <a:gd name="T8" fmla="*/ 112949 w 74"/>
                <a:gd name="T9" fmla="*/ 0 h 18"/>
                <a:gd name="T10" fmla="*/ 128588 w 74"/>
                <a:gd name="T11" fmla="*/ 15082 h 18"/>
                <a:gd name="T12" fmla="*/ 112949 w 74"/>
                <a:gd name="T13" fmla="*/ 30163 h 18"/>
                <a:gd name="T14" fmla="*/ 0 60000 65536"/>
                <a:gd name="T15" fmla="*/ 0 60000 65536"/>
                <a:gd name="T16" fmla="*/ 0 60000 65536"/>
                <a:gd name="T17" fmla="*/ 0 60000 65536"/>
                <a:gd name="T18" fmla="*/ 0 60000 65536"/>
                <a:gd name="T19" fmla="*/ 0 60000 65536"/>
                <a:gd name="T20" fmla="*/ 0 60000 65536"/>
                <a:gd name="T21" fmla="*/ 0 w 74"/>
                <a:gd name="T22" fmla="*/ 0 h 18"/>
                <a:gd name="T23" fmla="*/ 74 w 7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 h="18">
                  <a:moveTo>
                    <a:pt x="65" y="18"/>
                  </a:moveTo>
                  <a:cubicBezTo>
                    <a:pt x="9" y="18"/>
                    <a:pt x="9" y="18"/>
                    <a:pt x="9" y="18"/>
                  </a:cubicBezTo>
                  <a:cubicBezTo>
                    <a:pt x="4" y="18"/>
                    <a:pt x="0" y="14"/>
                    <a:pt x="0" y="9"/>
                  </a:cubicBezTo>
                  <a:cubicBezTo>
                    <a:pt x="0" y="4"/>
                    <a:pt x="4" y="0"/>
                    <a:pt x="9" y="0"/>
                  </a:cubicBezTo>
                  <a:cubicBezTo>
                    <a:pt x="65" y="0"/>
                    <a:pt x="65" y="0"/>
                    <a:pt x="65" y="0"/>
                  </a:cubicBezTo>
                  <a:cubicBezTo>
                    <a:pt x="70" y="0"/>
                    <a:pt x="74" y="4"/>
                    <a:pt x="74" y="9"/>
                  </a:cubicBezTo>
                  <a:cubicBezTo>
                    <a:pt x="74" y="14"/>
                    <a:pt x="70" y="18"/>
                    <a:pt x="65" y="18"/>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1" name="Freeform 95"/>
            <p:cNvSpPr/>
            <p:nvPr/>
          </p:nvSpPr>
          <p:spPr bwMode="auto">
            <a:xfrm>
              <a:off x="8637588" y="-150813"/>
              <a:ext cx="30163" cy="93663"/>
            </a:xfrm>
            <a:custGeom>
              <a:avLst/>
              <a:gdLst>
                <a:gd name="T0" fmla="*/ 15082 w 18"/>
                <a:gd name="T1" fmla="*/ 93663 h 54"/>
                <a:gd name="T2" fmla="*/ 0 w 18"/>
                <a:gd name="T3" fmla="*/ 78053 h 54"/>
                <a:gd name="T4" fmla="*/ 0 w 18"/>
                <a:gd name="T5" fmla="*/ 15611 h 54"/>
                <a:gd name="T6" fmla="*/ 15082 w 18"/>
                <a:gd name="T7" fmla="*/ 0 h 54"/>
                <a:gd name="T8" fmla="*/ 30163 w 18"/>
                <a:gd name="T9" fmla="*/ 15611 h 54"/>
                <a:gd name="T10" fmla="*/ 30163 w 18"/>
                <a:gd name="T11" fmla="*/ 78053 h 54"/>
                <a:gd name="T12" fmla="*/ 15082 w 18"/>
                <a:gd name="T13" fmla="*/ 93663 h 54"/>
                <a:gd name="T14" fmla="*/ 0 60000 65536"/>
                <a:gd name="T15" fmla="*/ 0 60000 65536"/>
                <a:gd name="T16" fmla="*/ 0 60000 65536"/>
                <a:gd name="T17" fmla="*/ 0 60000 65536"/>
                <a:gd name="T18" fmla="*/ 0 60000 65536"/>
                <a:gd name="T19" fmla="*/ 0 60000 65536"/>
                <a:gd name="T20" fmla="*/ 0 60000 65536"/>
                <a:gd name="T21" fmla="*/ 0 w 18"/>
                <a:gd name="T22" fmla="*/ 0 h 54"/>
                <a:gd name="T23" fmla="*/ 18 w 18"/>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54">
                  <a:moveTo>
                    <a:pt x="9" y="54"/>
                  </a:moveTo>
                  <a:cubicBezTo>
                    <a:pt x="4" y="54"/>
                    <a:pt x="0" y="50"/>
                    <a:pt x="0" y="45"/>
                  </a:cubicBezTo>
                  <a:cubicBezTo>
                    <a:pt x="0" y="9"/>
                    <a:pt x="0" y="9"/>
                    <a:pt x="0" y="9"/>
                  </a:cubicBezTo>
                  <a:cubicBezTo>
                    <a:pt x="0" y="4"/>
                    <a:pt x="4" y="0"/>
                    <a:pt x="9" y="0"/>
                  </a:cubicBezTo>
                  <a:cubicBezTo>
                    <a:pt x="14" y="0"/>
                    <a:pt x="18" y="4"/>
                    <a:pt x="18" y="9"/>
                  </a:cubicBezTo>
                  <a:cubicBezTo>
                    <a:pt x="18" y="45"/>
                    <a:pt x="18" y="45"/>
                    <a:pt x="18" y="45"/>
                  </a:cubicBezTo>
                  <a:cubicBezTo>
                    <a:pt x="18" y="50"/>
                    <a:pt x="14" y="54"/>
                    <a:pt x="9" y="54"/>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2" name="Freeform 96"/>
            <p:cNvSpPr/>
            <p:nvPr/>
          </p:nvSpPr>
          <p:spPr bwMode="auto">
            <a:xfrm>
              <a:off x="8637588" y="7937"/>
              <a:ext cx="30163" cy="209550"/>
            </a:xfrm>
            <a:custGeom>
              <a:avLst/>
              <a:gdLst>
                <a:gd name="T0" fmla="*/ 15082 w 18"/>
                <a:gd name="T1" fmla="*/ 209550 h 120"/>
                <a:gd name="T2" fmla="*/ 0 w 18"/>
                <a:gd name="T3" fmla="*/ 193834 h 120"/>
                <a:gd name="T4" fmla="*/ 0 w 18"/>
                <a:gd name="T5" fmla="*/ 15716 h 120"/>
                <a:gd name="T6" fmla="*/ 15082 w 18"/>
                <a:gd name="T7" fmla="*/ 0 h 120"/>
                <a:gd name="T8" fmla="*/ 30163 w 18"/>
                <a:gd name="T9" fmla="*/ 15716 h 120"/>
                <a:gd name="T10" fmla="*/ 30163 w 18"/>
                <a:gd name="T11" fmla="*/ 193834 h 120"/>
                <a:gd name="T12" fmla="*/ 15082 w 18"/>
                <a:gd name="T13" fmla="*/ 209550 h 120"/>
                <a:gd name="T14" fmla="*/ 0 60000 65536"/>
                <a:gd name="T15" fmla="*/ 0 60000 65536"/>
                <a:gd name="T16" fmla="*/ 0 60000 65536"/>
                <a:gd name="T17" fmla="*/ 0 60000 65536"/>
                <a:gd name="T18" fmla="*/ 0 60000 65536"/>
                <a:gd name="T19" fmla="*/ 0 60000 65536"/>
                <a:gd name="T20" fmla="*/ 0 60000 65536"/>
                <a:gd name="T21" fmla="*/ 0 w 18"/>
                <a:gd name="T22" fmla="*/ 0 h 120"/>
                <a:gd name="T23" fmla="*/ 18 w 18"/>
                <a:gd name="T24" fmla="*/ 120 h 1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20">
                  <a:moveTo>
                    <a:pt x="9" y="120"/>
                  </a:moveTo>
                  <a:cubicBezTo>
                    <a:pt x="4" y="120"/>
                    <a:pt x="0" y="116"/>
                    <a:pt x="0" y="111"/>
                  </a:cubicBezTo>
                  <a:cubicBezTo>
                    <a:pt x="0" y="9"/>
                    <a:pt x="0" y="9"/>
                    <a:pt x="0" y="9"/>
                  </a:cubicBezTo>
                  <a:cubicBezTo>
                    <a:pt x="0" y="4"/>
                    <a:pt x="4" y="0"/>
                    <a:pt x="9" y="0"/>
                  </a:cubicBezTo>
                  <a:cubicBezTo>
                    <a:pt x="14" y="0"/>
                    <a:pt x="18" y="4"/>
                    <a:pt x="18" y="9"/>
                  </a:cubicBezTo>
                  <a:cubicBezTo>
                    <a:pt x="18" y="111"/>
                    <a:pt x="18" y="111"/>
                    <a:pt x="18" y="111"/>
                  </a:cubicBezTo>
                  <a:cubicBezTo>
                    <a:pt x="18" y="116"/>
                    <a:pt x="14" y="120"/>
                    <a:pt x="9" y="120"/>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63" name="组合 479"/>
          <p:cNvGrpSpPr/>
          <p:nvPr/>
        </p:nvGrpSpPr>
        <p:grpSpPr bwMode="auto">
          <a:xfrm>
            <a:off x="5828838" y="5354982"/>
            <a:ext cx="583247" cy="461427"/>
            <a:chOff x="8007351" y="1731963"/>
            <a:chExt cx="525463" cy="461963"/>
          </a:xfrm>
        </p:grpSpPr>
        <p:sp>
          <p:nvSpPr>
            <p:cNvPr id="64" name="Oval 345"/>
            <p:cNvSpPr>
              <a:spLocks noChangeArrowheads="1"/>
            </p:cNvSpPr>
            <p:nvPr/>
          </p:nvSpPr>
          <p:spPr bwMode="auto">
            <a:xfrm>
              <a:off x="8323263" y="2139951"/>
              <a:ext cx="53975" cy="53975"/>
            </a:xfrm>
            <a:prstGeom prst="ellipse">
              <a:avLst/>
            </a:prstGeom>
            <a:solidFill>
              <a:srgbClr val="595757"/>
            </a:solidFill>
            <a:ln w="9525">
              <a:solidFill>
                <a:schemeClr val="bg2"/>
              </a:solidFill>
              <a:round/>
            </a:ln>
          </p:spPr>
          <p:txBody>
            <a:bodyPr lIns="121704" tIns="60852" rIns="121704" bIns="60852"/>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5" name="Freeform 346"/>
            <p:cNvSpPr/>
            <p:nvPr/>
          </p:nvSpPr>
          <p:spPr bwMode="auto">
            <a:xfrm>
              <a:off x="8404226" y="2139951"/>
              <a:ext cx="55563" cy="53975"/>
            </a:xfrm>
            <a:custGeom>
              <a:avLst/>
              <a:gdLst>
                <a:gd name="T0" fmla="*/ 0 w 41"/>
                <a:gd name="T1" fmla="*/ 2147483646 h 40"/>
                <a:gd name="T2" fmla="*/ 2147483646 w 41"/>
                <a:gd name="T3" fmla="*/ 0 h 40"/>
                <a:gd name="T4" fmla="*/ 2147483646 w 41"/>
                <a:gd name="T5" fmla="*/ 2147483646 h 40"/>
                <a:gd name="T6" fmla="*/ 2147483646 w 41"/>
                <a:gd name="T7" fmla="*/ 2147483646 h 40"/>
                <a:gd name="T8" fmla="*/ 0 w 41"/>
                <a:gd name="T9" fmla="*/ 2147483646 h 40"/>
                <a:gd name="T10" fmla="*/ 0 60000 65536"/>
                <a:gd name="T11" fmla="*/ 0 60000 65536"/>
                <a:gd name="T12" fmla="*/ 0 60000 65536"/>
                <a:gd name="T13" fmla="*/ 0 60000 65536"/>
                <a:gd name="T14" fmla="*/ 0 60000 65536"/>
                <a:gd name="T15" fmla="*/ 0 w 41"/>
                <a:gd name="T16" fmla="*/ 0 h 40"/>
                <a:gd name="T17" fmla="*/ 41 w 41"/>
                <a:gd name="T18" fmla="*/ 40 h 40"/>
              </a:gdLst>
              <a:ahLst/>
              <a:cxnLst>
                <a:cxn ang="T10">
                  <a:pos x="T0" y="T1"/>
                </a:cxn>
                <a:cxn ang="T11">
                  <a:pos x="T2" y="T3"/>
                </a:cxn>
                <a:cxn ang="T12">
                  <a:pos x="T4" y="T5"/>
                </a:cxn>
                <a:cxn ang="T13">
                  <a:pos x="T6" y="T7"/>
                </a:cxn>
                <a:cxn ang="T14">
                  <a:pos x="T8" y="T9"/>
                </a:cxn>
              </a:cxnLst>
              <a:rect l="T15" t="T16" r="T17" b="T18"/>
              <a:pathLst>
                <a:path w="41" h="40">
                  <a:moveTo>
                    <a:pt x="0" y="20"/>
                  </a:moveTo>
                  <a:cubicBezTo>
                    <a:pt x="0" y="9"/>
                    <a:pt x="9" y="0"/>
                    <a:pt x="20" y="0"/>
                  </a:cubicBezTo>
                  <a:cubicBezTo>
                    <a:pt x="31" y="0"/>
                    <a:pt x="41" y="9"/>
                    <a:pt x="41" y="20"/>
                  </a:cubicBezTo>
                  <a:cubicBezTo>
                    <a:pt x="40" y="31"/>
                    <a:pt x="31" y="40"/>
                    <a:pt x="20" y="40"/>
                  </a:cubicBezTo>
                  <a:cubicBezTo>
                    <a:pt x="9" y="40"/>
                    <a:pt x="0" y="31"/>
                    <a:pt x="0" y="20"/>
                  </a:cubicBezTo>
                  <a:close/>
                </a:path>
              </a:pathLst>
            </a:custGeom>
            <a:solidFill>
              <a:srgbClr val="595757"/>
            </a:solidFill>
            <a:ln w="9525">
              <a:solidFill>
                <a:schemeClr val="bg2"/>
              </a:solidFill>
              <a:round/>
            </a:ln>
          </p:spPr>
          <p:txBody>
            <a:bodyPr lIns="121704" tIns="60852" rIns="121704" bIns="60852"/>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6" name="Freeform 371"/>
            <p:cNvSpPr/>
            <p:nvPr/>
          </p:nvSpPr>
          <p:spPr bwMode="auto">
            <a:xfrm>
              <a:off x="8007351" y="1731963"/>
              <a:ext cx="525463" cy="447675"/>
            </a:xfrm>
            <a:custGeom>
              <a:avLst/>
              <a:gdLst>
                <a:gd name="T0" fmla="*/ 2147483646 w 390"/>
                <a:gd name="T1" fmla="*/ 2147483646 h 332"/>
                <a:gd name="T2" fmla="*/ 2147483646 w 390"/>
                <a:gd name="T3" fmla="*/ 2147483646 h 332"/>
                <a:gd name="T4" fmla="*/ 2147483646 w 390"/>
                <a:gd name="T5" fmla="*/ 2147483646 h 332"/>
                <a:gd name="T6" fmla="*/ 2147483646 w 390"/>
                <a:gd name="T7" fmla="*/ 2147483646 h 332"/>
                <a:gd name="T8" fmla="*/ 2147483646 w 390"/>
                <a:gd name="T9" fmla="*/ 2147483646 h 332"/>
                <a:gd name="T10" fmla="*/ 2147483646 w 390"/>
                <a:gd name="T11" fmla="*/ 2147483646 h 332"/>
                <a:gd name="T12" fmla="*/ 2147483646 w 390"/>
                <a:gd name="T13" fmla="*/ 2147483646 h 332"/>
                <a:gd name="T14" fmla="*/ 2147483646 w 390"/>
                <a:gd name="T15" fmla="*/ 2147483646 h 332"/>
                <a:gd name="T16" fmla="*/ 2147483646 w 390"/>
                <a:gd name="T17" fmla="*/ 2147483646 h 332"/>
                <a:gd name="T18" fmla="*/ 2147483646 w 390"/>
                <a:gd name="T19" fmla="*/ 2147483646 h 332"/>
                <a:gd name="T20" fmla="*/ 2147483646 w 390"/>
                <a:gd name="T21" fmla="*/ 2147483646 h 332"/>
                <a:gd name="T22" fmla="*/ 2147483646 w 390"/>
                <a:gd name="T23" fmla="*/ 2147483646 h 332"/>
                <a:gd name="T24" fmla="*/ 2147483646 w 390"/>
                <a:gd name="T25" fmla="*/ 2147483646 h 332"/>
                <a:gd name="T26" fmla="*/ 2147483646 w 390"/>
                <a:gd name="T27" fmla="*/ 2147483646 h 332"/>
                <a:gd name="T28" fmla="*/ 0 w 390"/>
                <a:gd name="T29" fmla="*/ 2147483646 h 332"/>
                <a:gd name="T30" fmla="*/ 0 w 390"/>
                <a:gd name="T31" fmla="*/ 2147483646 h 332"/>
                <a:gd name="T32" fmla="*/ 2147483646 w 390"/>
                <a:gd name="T33" fmla="*/ 0 h 332"/>
                <a:gd name="T34" fmla="*/ 2147483646 w 390"/>
                <a:gd name="T35" fmla="*/ 0 h 332"/>
                <a:gd name="T36" fmla="*/ 2147483646 w 390"/>
                <a:gd name="T37" fmla="*/ 2147483646 h 332"/>
                <a:gd name="T38" fmla="*/ 2147483646 w 390"/>
                <a:gd name="T39" fmla="*/ 2147483646 h 332"/>
                <a:gd name="T40" fmla="*/ 2147483646 w 390"/>
                <a:gd name="T41" fmla="*/ 2147483646 h 3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90"/>
                <a:gd name="T64" fmla="*/ 0 h 332"/>
                <a:gd name="T65" fmla="*/ 390 w 390"/>
                <a:gd name="T66" fmla="*/ 332 h 33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90" h="332">
                  <a:moveTo>
                    <a:pt x="359" y="332"/>
                  </a:moveTo>
                  <a:cubicBezTo>
                    <a:pt x="315" y="332"/>
                    <a:pt x="315" y="332"/>
                    <a:pt x="315" y="332"/>
                  </a:cubicBezTo>
                  <a:cubicBezTo>
                    <a:pt x="315" y="314"/>
                    <a:pt x="315" y="314"/>
                    <a:pt x="315" y="314"/>
                  </a:cubicBezTo>
                  <a:cubicBezTo>
                    <a:pt x="359" y="314"/>
                    <a:pt x="359" y="314"/>
                    <a:pt x="359" y="314"/>
                  </a:cubicBezTo>
                  <a:cubicBezTo>
                    <a:pt x="366" y="314"/>
                    <a:pt x="372" y="308"/>
                    <a:pt x="372" y="300"/>
                  </a:cubicBezTo>
                  <a:cubicBezTo>
                    <a:pt x="372" y="32"/>
                    <a:pt x="372" y="32"/>
                    <a:pt x="372" y="32"/>
                  </a:cubicBezTo>
                  <a:cubicBezTo>
                    <a:pt x="372" y="24"/>
                    <a:pt x="366" y="18"/>
                    <a:pt x="359" y="18"/>
                  </a:cubicBezTo>
                  <a:cubicBezTo>
                    <a:pt x="31" y="18"/>
                    <a:pt x="31" y="18"/>
                    <a:pt x="31" y="18"/>
                  </a:cubicBezTo>
                  <a:cubicBezTo>
                    <a:pt x="24" y="18"/>
                    <a:pt x="18" y="24"/>
                    <a:pt x="18" y="32"/>
                  </a:cubicBezTo>
                  <a:cubicBezTo>
                    <a:pt x="18" y="300"/>
                    <a:pt x="18" y="300"/>
                    <a:pt x="18" y="300"/>
                  </a:cubicBezTo>
                  <a:cubicBezTo>
                    <a:pt x="18" y="308"/>
                    <a:pt x="24" y="314"/>
                    <a:pt x="31" y="314"/>
                  </a:cubicBezTo>
                  <a:cubicBezTo>
                    <a:pt x="254" y="314"/>
                    <a:pt x="254" y="314"/>
                    <a:pt x="254" y="314"/>
                  </a:cubicBezTo>
                  <a:cubicBezTo>
                    <a:pt x="254" y="332"/>
                    <a:pt x="254" y="332"/>
                    <a:pt x="254" y="332"/>
                  </a:cubicBezTo>
                  <a:cubicBezTo>
                    <a:pt x="31" y="332"/>
                    <a:pt x="31" y="332"/>
                    <a:pt x="31" y="332"/>
                  </a:cubicBezTo>
                  <a:cubicBezTo>
                    <a:pt x="14" y="332"/>
                    <a:pt x="0" y="318"/>
                    <a:pt x="0" y="300"/>
                  </a:cubicBezTo>
                  <a:cubicBezTo>
                    <a:pt x="0" y="32"/>
                    <a:pt x="0" y="32"/>
                    <a:pt x="0" y="32"/>
                  </a:cubicBezTo>
                  <a:cubicBezTo>
                    <a:pt x="0" y="15"/>
                    <a:pt x="14" y="0"/>
                    <a:pt x="31" y="0"/>
                  </a:cubicBezTo>
                  <a:cubicBezTo>
                    <a:pt x="359" y="0"/>
                    <a:pt x="359" y="0"/>
                    <a:pt x="359" y="0"/>
                  </a:cubicBezTo>
                  <a:cubicBezTo>
                    <a:pt x="376" y="0"/>
                    <a:pt x="390" y="15"/>
                    <a:pt x="390" y="32"/>
                  </a:cubicBezTo>
                  <a:cubicBezTo>
                    <a:pt x="390" y="300"/>
                    <a:pt x="390" y="300"/>
                    <a:pt x="390" y="300"/>
                  </a:cubicBezTo>
                  <a:cubicBezTo>
                    <a:pt x="390" y="318"/>
                    <a:pt x="376" y="332"/>
                    <a:pt x="359" y="332"/>
                  </a:cubicBezTo>
                  <a:close/>
                </a:path>
              </a:pathLst>
            </a:custGeom>
            <a:solidFill>
              <a:srgbClr val="595757"/>
            </a:solidFill>
            <a:ln w="9525">
              <a:solidFill>
                <a:schemeClr val="bg2"/>
              </a:solidFill>
              <a:round/>
            </a:ln>
          </p:spPr>
          <p:txBody>
            <a:bodyPr lIns="121704" tIns="60852" rIns="121704" bIns="60852"/>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7" name="Freeform 372"/>
            <p:cNvSpPr/>
            <p:nvPr/>
          </p:nvSpPr>
          <p:spPr bwMode="auto">
            <a:xfrm>
              <a:off x="8020051" y="1795463"/>
              <a:ext cx="500063" cy="25400"/>
            </a:xfrm>
            <a:custGeom>
              <a:avLst/>
              <a:gdLst>
                <a:gd name="T0" fmla="*/ 2147483646 w 372"/>
                <a:gd name="T1" fmla="*/ 2147483646 h 18"/>
                <a:gd name="T2" fmla="*/ 2147483646 w 372"/>
                <a:gd name="T3" fmla="*/ 2147483646 h 18"/>
                <a:gd name="T4" fmla="*/ 0 w 372"/>
                <a:gd name="T5" fmla="*/ 2147483646 h 18"/>
                <a:gd name="T6" fmla="*/ 2147483646 w 372"/>
                <a:gd name="T7" fmla="*/ 0 h 18"/>
                <a:gd name="T8" fmla="*/ 2147483646 w 372"/>
                <a:gd name="T9" fmla="*/ 0 h 18"/>
                <a:gd name="T10" fmla="*/ 2147483646 w 372"/>
                <a:gd name="T11" fmla="*/ 2147483646 h 18"/>
                <a:gd name="T12" fmla="*/ 2147483646 w 372"/>
                <a:gd name="T13" fmla="*/ 2147483646 h 18"/>
                <a:gd name="T14" fmla="*/ 0 60000 65536"/>
                <a:gd name="T15" fmla="*/ 0 60000 65536"/>
                <a:gd name="T16" fmla="*/ 0 60000 65536"/>
                <a:gd name="T17" fmla="*/ 0 60000 65536"/>
                <a:gd name="T18" fmla="*/ 0 60000 65536"/>
                <a:gd name="T19" fmla="*/ 0 60000 65536"/>
                <a:gd name="T20" fmla="*/ 0 60000 65536"/>
                <a:gd name="T21" fmla="*/ 0 w 372"/>
                <a:gd name="T22" fmla="*/ 0 h 18"/>
                <a:gd name="T23" fmla="*/ 372 w 372"/>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2" h="18">
                  <a:moveTo>
                    <a:pt x="363" y="18"/>
                  </a:moveTo>
                  <a:cubicBezTo>
                    <a:pt x="9" y="18"/>
                    <a:pt x="9" y="18"/>
                    <a:pt x="9" y="18"/>
                  </a:cubicBezTo>
                  <a:cubicBezTo>
                    <a:pt x="4" y="18"/>
                    <a:pt x="0" y="14"/>
                    <a:pt x="0" y="9"/>
                  </a:cubicBezTo>
                  <a:cubicBezTo>
                    <a:pt x="0" y="4"/>
                    <a:pt x="4" y="0"/>
                    <a:pt x="9" y="0"/>
                  </a:cubicBezTo>
                  <a:cubicBezTo>
                    <a:pt x="363" y="0"/>
                    <a:pt x="363" y="0"/>
                    <a:pt x="363" y="0"/>
                  </a:cubicBezTo>
                  <a:cubicBezTo>
                    <a:pt x="368" y="0"/>
                    <a:pt x="372" y="4"/>
                    <a:pt x="372" y="9"/>
                  </a:cubicBezTo>
                  <a:cubicBezTo>
                    <a:pt x="372" y="14"/>
                    <a:pt x="368" y="18"/>
                    <a:pt x="363" y="18"/>
                  </a:cubicBezTo>
                  <a:close/>
                </a:path>
              </a:pathLst>
            </a:custGeom>
            <a:solidFill>
              <a:srgbClr val="595757"/>
            </a:solidFill>
            <a:ln w="9525">
              <a:solidFill>
                <a:schemeClr val="bg2"/>
              </a:solidFill>
              <a:round/>
            </a:ln>
          </p:spPr>
          <p:txBody>
            <a:bodyPr lIns="121704" tIns="60852" rIns="121704" bIns="60852"/>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8" name="Freeform 373"/>
            <p:cNvSpPr/>
            <p:nvPr/>
          </p:nvSpPr>
          <p:spPr bwMode="auto">
            <a:xfrm>
              <a:off x="8020051" y="2092326"/>
              <a:ext cx="500063" cy="23813"/>
            </a:xfrm>
            <a:custGeom>
              <a:avLst/>
              <a:gdLst>
                <a:gd name="T0" fmla="*/ 2147483646 w 372"/>
                <a:gd name="T1" fmla="*/ 2147483646 h 18"/>
                <a:gd name="T2" fmla="*/ 2147483646 w 372"/>
                <a:gd name="T3" fmla="*/ 2147483646 h 18"/>
                <a:gd name="T4" fmla="*/ 0 w 372"/>
                <a:gd name="T5" fmla="*/ 2147483646 h 18"/>
                <a:gd name="T6" fmla="*/ 2147483646 w 372"/>
                <a:gd name="T7" fmla="*/ 0 h 18"/>
                <a:gd name="T8" fmla="*/ 2147483646 w 372"/>
                <a:gd name="T9" fmla="*/ 0 h 18"/>
                <a:gd name="T10" fmla="*/ 2147483646 w 372"/>
                <a:gd name="T11" fmla="*/ 2147483646 h 18"/>
                <a:gd name="T12" fmla="*/ 2147483646 w 372"/>
                <a:gd name="T13" fmla="*/ 2147483646 h 18"/>
                <a:gd name="T14" fmla="*/ 0 60000 65536"/>
                <a:gd name="T15" fmla="*/ 0 60000 65536"/>
                <a:gd name="T16" fmla="*/ 0 60000 65536"/>
                <a:gd name="T17" fmla="*/ 0 60000 65536"/>
                <a:gd name="T18" fmla="*/ 0 60000 65536"/>
                <a:gd name="T19" fmla="*/ 0 60000 65536"/>
                <a:gd name="T20" fmla="*/ 0 60000 65536"/>
                <a:gd name="T21" fmla="*/ 0 w 372"/>
                <a:gd name="T22" fmla="*/ 0 h 18"/>
                <a:gd name="T23" fmla="*/ 372 w 372"/>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2" h="18">
                  <a:moveTo>
                    <a:pt x="363" y="18"/>
                  </a:moveTo>
                  <a:cubicBezTo>
                    <a:pt x="9" y="18"/>
                    <a:pt x="9" y="18"/>
                    <a:pt x="9" y="18"/>
                  </a:cubicBezTo>
                  <a:cubicBezTo>
                    <a:pt x="4" y="18"/>
                    <a:pt x="0" y="14"/>
                    <a:pt x="0" y="9"/>
                  </a:cubicBezTo>
                  <a:cubicBezTo>
                    <a:pt x="0" y="4"/>
                    <a:pt x="4" y="0"/>
                    <a:pt x="9" y="0"/>
                  </a:cubicBezTo>
                  <a:cubicBezTo>
                    <a:pt x="363" y="0"/>
                    <a:pt x="363" y="0"/>
                    <a:pt x="363" y="0"/>
                  </a:cubicBezTo>
                  <a:cubicBezTo>
                    <a:pt x="368" y="0"/>
                    <a:pt x="372" y="4"/>
                    <a:pt x="372" y="9"/>
                  </a:cubicBezTo>
                  <a:cubicBezTo>
                    <a:pt x="372" y="14"/>
                    <a:pt x="368" y="18"/>
                    <a:pt x="363" y="18"/>
                  </a:cubicBezTo>
                  <a:close/>
                </a:path>
              </a:pathLst>
            </a:custGeom>
            <a:solidFill>
              <a:srgbClr val="595757"/>
            </a:solidFill>
            <a:ln w="9525">
              <a:solidFill>
                <a:schemeClr val="bg2"/>
              </a:solidFill>
              <a:round/>
            </a:ln>
          </p:spPr>
          <p:txBody>
            <a:bodyPr lIns="121704" tIns="60852" rIns="121704" bIns="60852"/>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9" name="Freeform 374"/>
            <p:cNvSpPr>
              <a:spLocks noEditPoints="1"/>
            </p:cNvSpPr>
            <p:nvPr/>
          </p:nvSpPr>
          <p:spPr bwMode="auto">
            <a:xfrm>
              <a:off x="8191501" y="1839913"/>
              <a:ext cx="203200" cy="231775"/>
            </a:xfrm>
            <a:custGeom>
              <a:avLst/>
              <a:gdLst>
                <a:gd name="T0" fmla="*/ 2147483646 w 151"/>
                <a:gd name="T1" fmla="*/ 2147483646 h 172"/>
                <a:gd name="T2" fmla="*/ 2147483646 w 151"/>
                <a:gd name="T3" fmla="*/ 2147483646 h 172"/>
                <a:gd name="T4" fmla="*/ 0 w 151"/>
                <a:gd name="T5" fmla="*/ 2147483646 h 172"/>
                <a:gd name="T6" fmla="*/ 0 w 151"/>
                <a:gd name="T7" fmla="*/ 2147483646 h 172"/>
                <a:gd name="T8" fmla="*/ 2147483646 w 151"/>
                <a:gd name="T9" fmla="*/ 2147483646 h 172"/>
                <a:gd name="T10" fmla="*/ 2147483646 w 151"/>
                <a:gd name="T11" fmla="*/ 2147483646 h 172"/>
                <a:gd name="T12" fmla="*/ 2147483646 w 151"/>
                <a:gd name="T13" fmla="*/ 2147483646 h 172"/>
                <a:gd name="T14" fmla="*/ 2147483646 w 151"/>
                <a:gd name="T15" fmla="*/ 2147483646 h 172"/>
                <a:gd name="T16" fmla="*/ 2147483646 w 151"/>
                <a:gd name="T17" fmla="*/ 2147483646 h 172"/>
                <a:gd name="T18" fmla="*/ 2147483646 w 151"/>
                <a:gd name="T19" fmla="*/ 2147483646 h 172"/>
                <a:gd name="T20" fmla="*/ 2147483646 w 151"/>
                <a:gd name="T21" fmla="*/ 2147483646 h 172"/>
                <a:gd name="T22" fmla="*/ 2147483646 w 151"/>
                <a:gd name="T23" fmla="*/ 2147483646 h 172"/>
                <a:gd name="T24" fmla="*/ 2147483646 w 151"/>
                <a:gd name="T25" fmla="*/ 2147483646 h 172"/>
                <a:gd name="T26" fmla="*/ 2147483646 w 151"/>
                <a:gd name="T27" fmla="*/ 2147483646 h 172"/>
                <a:gd name="T28" fmla="*/ 2147483646 w 151"/>
                <a:gd name="T29" fmla="*/ 2147483646 h 1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1"/>
                <a:gd name="T46" fmla="*/ 0 h 172"/>
                <a:gd name="T47" fmla="*/ 151 w 151"/>
                <a:gd name="T48" fmla="*/ 172 h 1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1" h="172">
                  <a:moveTo>
                    <a:pt x="9" y="172"/>
                  </a:moveTo>
                  <a:cubicBezTo>
                    <a:pt x="7" y="172"/>
                    <a:pt x="6" y="171"/>
                    <a:pt x="4" y="171"/>
                  </a:cubicBezTo>
                  <a:cubicBezTo>
                    <a:pt x="1" y="169"/>
                    <a:pt x="0" y="166"/>
                    <a:pt x="0" y="163"/>
                  </a:cubicBezTo>
                  <a:cubicBezTo>
                    <a:pt x="0" y="9"/>
                    <a:pt x="0" y="9"/>
                    <a:pt x="0" y="9"/>
                  </a:cubicBezTo>
                  <a:cubicBezTo>
                    <a:pt x="0" y="6"/>
                    <a:pt x="1" y="3"/>
                    <a:pt x="4" y="1"/>
                  </a:cubicBezTo>
                  <a:cubicBezTo>
                    <a:pt x="7" y="0"/>
                    <a:pt x="10" y="0"/>
                    <a:pt x="13" y="1"/>
                  </a:cubicBezTo>
                  <a:cubicBezTo>
                    <a:pt x="146" y="78"/>
                    <a:pt x="146" y="78"/>
                    <a:pt x="146" y="78"/>
                  </a:cubicBezTo>
                  <a:cubicBezTo>
                    <a:pt x="149" y="80"/>
                    <a:pt x="151" y="83"/>
                    <a:pt x="151" y="86"/>
                  </a:cubicBezTo>
                  <a:cubicBezTo>
                    <a:pt x="151" y="89"/>
                    <a:pt x="149" y="92"/>
                    <a:pt x="146" y="94"/>
                  </a:cubicBezTo>
                  <a:cubicBezTo>
                    <a:pt x="13" y="171"/>
                    <a:pt x="13" y="171"/>
                    <a:pt x="13" y="171"/>
                  </a:cubicBezTo>
                  <a:cubicBezTo>
                    <a:pt x="12" y="171"/>
                    <a:pt x="10" y="172"/>
                    <a:pt x="9" y="172"/>
                  </a:cubicBezTo>
                  <a:close/>
                  <a:moveTo>
                    <a:pt x="18" y="25"/>
                  </a:moveTo>
                  <a:cubicBezTo>
                    <a:pt x="18" y="147"/>
                    <a:pt x="18" y="147"/>
                    <a:pt x="18" y="147"/>
                  </a:cubicBezTo>
                  <a:cubicBezTo>
                    <a:pt x="124" y="86"/>
                    <a:pt x="124" y="86"/>
                    <a:pt x="124" y="86"/>
                  </a:cubicBezTo>
                  <a:lnTo>
                    <a:pt x="18" y="25"/>
                  </a:lnTo>
                  <a:close/>
                </a:path>
              </a:pathLst>
            </a:custGeom>
            <a:solidFill>
              <a:srgbClr val="595757"/>
            </a:solidFill>
            <a:ln w="9525">
              <a:solidFill>
                <a:schemeClr val="bg2"/>
              </a:solidFill>
              <a:round/>
            </a:ln>
          </p:spPr>
          <p:txBody>
            <a:bodyPr lIns="121704" tIns="60852" rIns="121704" bIns="60852"/>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70" name="组合 21654"/>
          <p:cNvGrpSpPr/>
          <p:nvPr/>
        </p:nvGrpSpPr>
        <p:grpSpPr bwMode="auto">
          <a:xfrm>
            <a:off x="5773739" y="4746783"/>
            <a:ext cx="681888" cy="445370"/>
            <a:chOff x="7091363" y="784225"/>
            <a:chExt cx="698500" cy="723900"/>
          </a:xfrm>
        </p:grpSpPr>
        <p:sp>
          <p:nvSpPr>
            <p:cNvPr id="71" name="Freeform 31"/>
            <p:cNvSpPr/>
            <p:nvPr/>
          </p:nvSpPr>
          <p:spPr bwMode="auto">
            <a:xfrm>
              <a:off x="7091363" y="1189038"/>
              <a:ext cx="454025" cy="301625"/>
            </a:xfrm>
            <a:custGeom>
              <a:avLst/>
              <a:gdLst>
                <a:gd name="T0" fmla="*/ 2147483646 w 291"/>
                <a:gd name="T1" fmla="*/ 2147483646 h 193"/>
                <a:gd name="T2" fmla="*/ 2147483646 w 291"/>
                <a:gd name="T3" fmla="*/ 2147483646 h 193"/>
                <a:gd name="T4" fmla="*/ 2147483646 w 291"/>
                <a:gd name="T5" fmla="*/ 2147483646 h 193"/>
                <a:gd name="T6" fmla="*/ 2147483646 w 291"/>
                <a:gd name="T7" fmla="*/ 2147483646 h 193"/>
                <a:gd name="T8" fmla="*/ 2147483646 w 291"/>
                <a:gd name="T9" fmla="*/ 2147483646 h 193"/>
                <a:gd name="T10" fmla="*/ 2147483646 w 291"/>
                <a:gd name="T11" fmla="*/ 0 h 193"/>
                <a:gd name="T12" fmla="*/ 2147483646 w 291"/>
                <a:gd name="T13" fmla="*/ 0 h 193"/>
                <a:gd name="T14" fmla="*/ 2147483646 w 291"/>
                <a:gd name="T15" fmla="*/ 2147483646 h 193"/>
                <a:gd name="T16" fmla="*/ 2147483646 w 291"/>
                <a:gd name="T17" fmla="*/ 2147483646 h 193"/>
                <a:gd name="T18" fmla="*/ 2147483646 w 291"/>
                <a:gd name="T19" fmla="*/ 2147483646 h 193"/>
                <a:gd name="T20" fmla="*/ 2147483646 w 291"/>
                <a:gd name="T21" fmla="*/ 2147483646 h 193"/>
                <a:gd name="T22" fmla="*/ 2147483646 w 291"/>
                <a:gd name="T23" fmla="*/ 2147483646 h 1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91" h="193">
                  <a:moveTo>
                    <a:pt x="291" y="193"/>
                  </a:moveTo>
                  <a:cubicBezTo>
                    <a:pt x="11" y="193"/>
                    <a:pt x="11" y="193"/>
                    <a:pt x="11" y="193"/>
                  </a:cubicBezTo>
                  <a:cubicBezTo>
                    <a:pt x="8" y="193"/>
                    <a:pt x="5" y="191"/>
                    <a:pt x="3" y="189"/>
                  </a:cubicBezTo>
                  <a:cubicBezTo>
                    <a:pt x="1" y="186"/>
                    <a:pt x="0" y="183"/>
                    <a:pt x="1" y="180"/>
                  </a:cubicBezTo>
                  <a:cubicBezTo>
                    <a:pt x="56" y="7"/>
                    <a:pt x="56" y="7"/>
                    <a:pt x="56" y="7"/>
                  </a:cubicBezTo>
                  <a:cubicBezTo>
                    <a:pt x="58" y="2"/>
                    <a:pt x="62" y="0"/>
                    <a:pt x="66" y="0"/>
                  </a:cubicBezTo>
                  <a:cubicBezTo>
                    <a:pt x="169" y="0"/>
                    <a:pt x="169" y="0"/>
                    <a:pt x="169" y="0"/>
                  </a:cubicBezTo>
                  <a:cubicBezTo>
                    <a:pt x="169" y="20"/>
                    <a:pt x="169" y="20"/>
                    <a:pt x="169" y="20"/>
                  </a:cubicBezTo>
                  <a:cubicBezTo>
                    <a:pt x="73" y="20"/>
                    <a:pt x="73" y="20"/>
                    <a:pt x="73" y="20"/>
                  </a:cubicBezTo>
                  <a:cubicBezTo>
                    <a:pt x="25" y="173"/>
                    <a:pt x="25" y="173"/>
                    <a:pt x="25" y="173"/>
                  </a:cubicBezTo>
                  <a:cubicBezTo>
                    <a:pt x="291" y="173"/>
                    <a:pt x="291" y="173"/>
                    <a:pt x="291" y="173"/>
                  </a:cubicBezTo>
                  <a:lnTo>
                    <a:pt x="291" y="193"/>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2" name="Freeform 32"/>
            <p:cNvSpPr/>
            <p:nvPr/>
          </p:nvSpPr>
          <p:spPr bwMode="auto">
            <a:xfrm>
              <a:off x="7529513" y="1189038"/>
              <a:ext cx="260350" cy="301625"/>
            </a:xfrm>
            <a:custGeom>
              <a:avLst/>
              <a:gdLst>
                <a:gd name="T0" fmla="*/ 2147483646 w 167"/>
                <a:gd name="T1" fmla="*/ 2147483646 h 193"/>
                <a:gd name="T2" fmla="*/ 2147483646 w 167"/>
                <a:gd name="T3" fmla="*/ 2147483646 h 193"/>
                <a:gd name="T4" fmla="*/ 2147483646 w 167"/>
                <a:gd name="T5" fmla="*/ 2147483646 h 193"/>
                <a:gd name="T6" fmla="*/ 2147483646 w 167"/>
                <a:gd name="T7" fmla="*/ 2147483646 h 193"/>
                <a:gd name="T8" fmla="*/ 2147483646 w 167"/>
                <a:gd name="T9" fmla="*/ 2147483646 h 193"/>
                <a:gd name="T10" fmla="*/ 0 w 167"/>
                <a:gd name="T11" fmla="*/ 2147483646 h 193"/>
                <a:gd name="T12" fmla="*/ 0 w 167"/>
                <a:gd name="T13" fmla="*/ 0 h 193"/>
                <a:gd name="T14" fmla="*/ 2147483646 w 167"/>
                <a:gd name="T15" fmla="*/ 0 h 193"/>
                <a:gd name="T16" fmla="*/ 2147483646 w 167"/>
                <a:gd name="T17" fmla="*/ 2147483646 h 193"/>
                <a:gd name="T18" fmla="*/ 2147483646 w 167"/>
                <a:gd name="T19" fmla="*/ 2147483646 h 193"/>
                <a:gd name="T20" fmla="*/ 2147483646 w 167"/>
                <a:gd name="T21" fmla="*/ 2147483646 h 193"/>
                <a:gd name="T22" fmla="*/ 2147483646 w 167"/>
                <a:gd name="T23" fmla="*/ 2147483646 h 1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67" h="193">
                  <a:moveTo>
                    <a:pt x="157" y="193"/>
                  </a:moveTo>
                  <a:cubicBezTo>
                    <a:pt x="75" y="193"/>
                    <a:pt x="75" y="193"/>
                    <a:pt x="75" y="193"/>
                  </a:cubicBezTo>
                  <a:cubicBezTo>
                    <a:pt x="75" y="173"/>
                    <a:pt x="75" y="173"/>
                    <a:pt x="75" y="173"/>
                  </a:cubicBezTo>
                  <a:cubicBezTo>
                    <a:pt x="143" y="173"/>
                    <a:pt x="143" y="173"/>
                    <a:pt x="143" y="173"/>
                  </a:cubicBezTo>
                  <a:cubicBezTo>
                    <a:pt x="95" y="20"/>
                    <a:pt x="95" y="20"/>
                    <a:pt x="95" y="20"/>
                  </a:cubicBezTo>
                  <a:cubicBezTo>
                    <a:pt x="0" y="20"/>
                    <a:pt x="0" y="20"/>
                    <a:pt x="0" y="20"/>
                  </a:cubicBezTo>
                  <a:cubicBezTo>
                    <a:pt x="0" y="0"/>
                    <a:pt x="0" y="0"/>
                    <a:pt x="0" y="0"/>
                  </a:cubicBezTo>
                  <a:cubicBezTo>
                    <a:pt x="102" y="0"/>
                    <a:pt x="102" y="0"/>
                    <a:pt x="102" y="0"/>
                  </a:cubicBezTo>
                  <a:cubicBezTo>
                    <a:pt x="106" y="0"/>
                    <a:pt x="110" y="2"/>
                    <a:pt x="111" y="7"/>
                  </a:cubicBezTo>
                  <a:cubicBezTo>
                    <a:pt x="166" y="180"/>
                    <a:pt x="166" y="180"/>
                    <a:pt x="166" y="180"/>
                  </a:cubicBezTo>
                  <a:cubicBezTo>
                    <a:pt x="167" y="183"/>
                    <a:pt x="167" y="186"/>
                    <a:pt x="165" y="189"/>
                  </a:cubicBezTo>
                  <a:cubicBezTo>
                    <a:pt x="163" y="191"/>
                    <a:pt x="160" y="193"/>
                    <a:pt x="157" y="193"/>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3" name="Freeform 33"/>
            <p:cNvSpPr/>
            <p:nvPr/>
          </p:nvSpPr>
          <p:spPr bwMode="auto">
            <a:xfrm>
              <a:off x="7156451" y="1312863"/>
              <a:ext cx="195263" cy="157163"/>
            </a:xfrm>
            <a:custGeom>
              <a:avLst/>
              <a:gdLst>
                <a:gd name="T0" fmla="*/ 2147483646 w 126"/>
                <a:gd name="T1" fmla="*/ 2147483646 h 101"/>
                <a:gd name="T2" fmla="*/ 2147483646 w 126"/>
                <a:gd name="T3" fmla="*/ 2147483646 h 101"/>
                <a:gd name="T4" fmla="*/ 2147483646 w 126"/>
                <a:gd name="T5" fmla="*/ 2147483646 h 101"/>
                <a:gd name="T6" fmla="*/ 0 w 126"/>
                <a:gd name="T7" fmla="*/ 2147483646 h 101"/>
                <a:gd name="T8" fmla="*/ 0 w 126"/>
                <a:gd name="T9" fmla="*/ 0 h 101"/>
                <a:gd name="T10" fmla="*/ 2147483646 w 126"/>
                <a:gd name="T11" fmla="*/ 0 h 101"/>
                <a:gd name="T12" fmla="*/ 2147483646 w 126"/>
                <a:gd name="T13" fmla="*/ 2147483646 h 101"/>
                <a:gd name="T14" fmla="*/ 2147483646 w 126"/>
                <a:gd name="T15" fmla="*/ 2147483646 h 101"/>
                <a:gd name="T16" fmla="*/ 2147483646 w 126"/>
                <a:gd name="T17" fmla="*/ 2147483646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101">
                  <a:moveTo>
                    <a:pt x="120" y="101"/>
                  </a:moveTo>
                  <a:cubicBezTo>
                    <a:pt x="101" y="100"/>
                    <a:pt x="101" y="100"/>
                    <a:pt x="101" y="100"/>
                  </a:cubicBezTo>
                  <a:cubicBezTo>
                    <a:pt x="105" y="20"/>
                    <a:pt x="105" y="20"/>
                    <a:pt x="105" y="20"/>
                  </a:cubicBezTo>
                  <a:cubicBezTo>
                    <a:pt x="0" y="20"/>
                    <a:pt x="0" y="20"/>
                    <a:pt x="0" y="20"/>
                  </a:cubicBezTo>
                  <a:cubicBezTo>
                    <a:pt x="0" y="0"/>
                    <a:pt x="0" y="0"/>
                    <a:pt x="0" y="0"/>
                  </a:cubicBezTo>
                  <a:cubicBezTo>
                    <a:pt x="115" y="0"/>
                    <a:pt x="115" y="0"/>
                    <a:pt x="115" y="0"/>
                  </a:cubicBezTo>
                  <a:cubicBezTo>
                    <a:pt x="118" y="0"/>
                    <a:pt x="121" y="1"/>
                    <a:pt x="123" y="3"/>
                  </a:cubicBezTo>
                  <a:cubicBezTo>
                    <a:pt x="125" y="5"/>
                    <a:pt x="126" y="8"/>
                    <a:pt x="125" y="10"/>
                  </a:cubicBezTo>
                  <a:lnTo>
                    <a:pt x="120" y="101"/>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4" name="Freeform 34"/>
            <p:cNvSpPr/>
            <p:nvPr/>
          </p:nvSpPr>
          <p:spPr bwMode="auto">
            <a:xfrm>
              <a:off x="7431088" y="1366838"/>
              <a:ext cx="314325" cy="96838"/>
            </a:xfrm>
            <a:custGeom>
              <a:avLst/>
              <a:gdLst>
                <a:gd name="T0" fmla="*/ 2147483646 w 201"/>
                <a:gd name="T1" fmla="*/ 2147483646 h 62"/>
                <a:gd name="T2" fmla="*/ 0 w 201"/>
                <a:gd name="T3" fmla="*/ 2147483646 h 62"/>
                <a:gd name="T4" fmla="*/ 0 w 201"/>
                <a:gd name="T5" fmla="*/ 2147483646 h 62"/>
                <a:gd name="T6" fmla="*/ 2147483646 w 201"/>
                <a:gd name="T7" fmla="*/ 0 h 62"/>
                <a:gd name="T8" fmla="*/ 2147483646 w 201"/>
                <a:gd name="T9" fmla="*/ 0 h 62"/>
                <a:gd name="T10" fmla="*/ 2147483646 w 201"/>
                <a:gd name="T11" fmla="*/ 2147483646 h 62"/>
                <a:gd name="T12" fmla="*/ 2147483646 w 201"/>
                <a:gd name="T13" fmla="*/ 2147483646 h 62"/>
                <a:gd name="T14" fmla="*/ 2147483646 w 201"/>
                <a:gd name="T15" fmla="*/ 2147483646 h 6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1" h="62">
                  <a:moveTo>
                    <a:pt x="20" y="62"/>
                  </a:moveTo>
                  <a:cubicBezTo>
                    <a:pt x="0" y="62"/>
                    <a:pt x="0" y="62"/>
                    <a:pt x="0" y="62"/>
                  </a:cubicBezTo>
                  <a:cubicBezTo>
                    <a:pt x="0" y="10"/>
                    <a:pt x="0" y="10"/>
                    <a:pt x="0" y="10"/>
                  </a:cubicBezTo>
                  <a:cubicBezTo>
                    <a:pt x="0" y="4"/>
                    <a:pt x="4" y="0"/>
                    <a:pt x="10" y="0"/>
                  </a:cubicBezTo>
                  <a:cubicBezTo>
                    <a:pt x="201" y="0"/>
                    <a:pt x="201" y="0"/>
                    <a:pt x="201" y="0"/>
                  </a:cubicBezTo>
                  <a:cubicBezTo>
                    <a:pt x="201" y="20"/>
                    <a:pt x="201" y="20"/>
                    <a:pt x="201" y="20"/>
                  </a:cubicBezTo>
                  <a:cubicBezTo>
                    <a:pt x="20" y="20"/>
                    <a:pt x="20" y="20"/>
                    <a:pt x="20" y="20"/>
                  </a:cubicBezTo>
                  <a:lnTo>
                    <a:pt x="20" y="62"/>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5" name="Freeform 35"/>
            <p:cNvSpPr/>
            <p:nvPr/>
          </p:nvSpPr>
          <p:spPr bwMode="auto">
            <a:xfrm>
              <a:off x="7559676" y="1281113"/>
              <a:ext cx="174625" cy="31750"/>
            </a:xfrm>
            <a:custGeom>
              <a:avLst/>
              <a:gdLst>
                <a:gd name="T0" fmla="*/ 2147483646 w 112"/>
                <a:gd name="T1" fmla="*/ 2147483646 h 20"/>
                <a:gd name="T2" fmla="*/ 2147483646 w 112"/>
                <a:gd name="T3" fmla="*/ 2147483646 h 20"/>
                <a:gd name="T4" fmla="*/ 0 w 112"/>
                <a:gd name="T5" fmla="*/ 2147483646 h 20"/>
                <a:gd name="T6" fmla="*/ 2147483646 w 112"/>
                <a:gd name="T7" fmla="*/ 0 h 20"/>
                <a:gd name="T8" fmla="*/ 2147483646 w 112"/>
                <a:gd name="T9" fmla="*/ 0 h 20"/>
                <a:gd name="T10" fmla="*/ 2147483646 w 112"/>
                <a:gd name="T11" fmla="*/ 2147483646 h 20"/>
                <a:gd name="T12" fmla="*/ 2147483646 w 112"/>
                <a:gd name="T13" fmla="*/ 2147483646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20">
                  <a:moveTo>
                    <a:pt x="102" y="20"/>
                  </a:moveTo>
                  <a:cubicBezTo>
                    <a:pt x="10" y="20"/>
                    <a:pt x="10" y="20"/>
                    <a:pt x="10" y="20"/>
                  </a:cubicBezTo>
                  <a:cubicBezTo>
                    <a:pt x="4" y="20"/>
                    <a:pt x="0" y="15"/>
                    <a:pt x="0" y="10"/>
                  </a:cubicBezTo>
                  <a:cubicBezTo>
                    <a:pt x="0" y="4"/>
                    <a:pt x="4" y="0"/>
                    <a:pt x="10" y="0"/>
                  </a:cubicBezTo>
                  <a:cubicBezTo>
                    <a:pt x="102" y="0"/>
                    <a:pt x="102" y="0"/>
                    <a:pt x="102" y="0"/>
                  </a:cubicBezTo>
                  <a:cubicBezTo>
                    <a:pt x="107" y="0"/>
                    <a:pt x="112" y="4"/>
                    <a:pt x="112" y="10"/>
                  </a:cubicBezTo>
                  <a:cubicBezTo>
                    <a:pt x="112" y="15"/>
                    <a:pt x="107" y="20"/>
                    <a:pt x="102" y="20"/>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6" name="Oval 37"/>
            <p:cNvSpPr>
              <a:spLocks noChangeArrowheads="1"/>
            </p:cNvSpPr>
            <p:nvPr/>
          </p:nvSpPr>
          <p:spPr bwMode="auto">
            <a:xfrm>
              <a:off x="7421563" y="984250"/>
              <a:ext cx="42863" cy="46038"/>
            </a:xfrm>
            <a:prstGeom prst="ellipse">
              <a:avLst/>
            </a:prstGeom>
            <a:solidFill>
              <a:srgbClr val="5A5858"/>
            </a:solidFill>
            <a:ln w="9525">
              <a:solidFill>
                <a:schemeClr val="bg2"/>
              </a:solidFill>
              <a:round/>
            </a:ln>
          </p:spPr>
          <p:txBody>
            <a:bodyPr/>
            <a:lstStyle/>
            <a:p>
              <a:pPr eaLnBrk="1" hangingPunct="1">
                <a:buFont typeface="Arial" panose="020B0604020202020204" pitchFamily="34" charset="0"/>
                <a:buNone/>
              </a:pPr>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7" name="Freeform 38"/>
            <p:cNvSpPr>
              <a:spLocks noEditPoints="1"/>
            </p:cNvSpPr>
            <p:nvPr/>
          </p:nvSpPr>
          <p:spPr bwMode="auto">
            <a:xfrm>
              <a:off x="7313613" y="877888"/>
              <a:ext cx="258763" cy="258763"/>
            </a:xfrm>
            <a:custGeom>
              <a:avLst/>
              <a:gdLst>
                <a:gd name="T0" fmla="*/ 2147483646 w 166"/>
                <a:gd name="T1" fmla="*/ 2147483646 h 165"/>
                <a:gd name="T2" fmla="*/ 0 w 166"/>
                <a:gd name="T3" fmla="*/ 2147483646 h 165"/>
                <a:gd name="T4" fmla="*/ 2147483646 w 166"/>
                <a:gd name="T5" fmla="*/ 0 h 165"/>
                <a:gd name="T6" fmla="*/ 2147483646 w 166"/>
                <a:gd name="T7" fmla="*/ 2147483646 h 165"/>
                <a:gd name="T8" fmla="*/ 2147483646 w 166"/>
                <a:gd name="T9" fmla="*/ 2147483646 h 165"/>
                <a:gd name="T10" fmla="*/ 2147483646 w 166"/>
                <a:gd name="T11" fmla="*/ 2147483646 h 165"/>
                <a:gd name="T12" fmla="*/ 2147483646 w 166"/>
                <a:gd name="T13" fmla="*/ 2147483646 h 165"/>
                <a:gd name="T14" fmla="*/ 2147483646 w 166"/>
                <a:gd name="T15" fmla="*/ 2147483646 h 165"/>
                <a:gd name="T16" fmla="*/ 2147483646 w 166"/>
                <a:gd name="T17" fmla="*/ 2147483646 h 165"/>
                <a:gd name="T18" fmla="*/ 2147483646 w 166"/>
                <a:gd name="T19" fmla="*/ 2147483646 h 1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6" h="165">
                  <a:moveTo>
                    <a:pt x="83" y="165"/>
                  </a:moveTo>
                  <a:cubicBezTo>
                    <a:pt x="37" y="165"/>
                    <a:pt x="0" y="128"/>
                    <a:pt x="0" y="83"/>
                  </a:cubicBezTo>
                  <a:cubicBezTo>
                    <a:pt x="0" y="37"/>
                    <a:pt x="37" y="0"/>
                    <a:pt x="83" y="0"/>
                  </a:cubicBezTo>
                  <a:cubicBezTo>
                    <a:pt x="129" y="0"/>
                    <a:pt x="166" y="37"/>
                    <a:pt x="166" y="83"/>
                  </a:cubicBezTo>
                  <a:cubicBezTo>
                    <a:pt x="166" y="128"/>
                    <a:pt x="129" y="165"/>
                    <a:pt x="83" y="165"/>
                  </a:cubicBezTo>
                  <a:close/>
                  <a:moveTo>
                    <a:pt x="83" y="16"/>
                  </a:moveTo>
                  <a:cubicBezTo>
                    <a:pt x="46" y="16"/>
                    <a:pt x="16" y="46"/>
                    <a:pt x="16" y="83"/>
                  </a:cubicBezTo>
                  <a:cubicBezTo>
                    <a:pt x="16" y="119"/>
                    <a:pt x="46" y="149"/>
                    <a:pt x="83" y="149"/>
                  </a:cubicBezTo>
                  <a:cubicBezTo>
                    <a:pt x="120" y="149"/>
                    <a:pt x="150" y="119"/>
                    <a:pt x="150" y="83"/>
                  </a:cubicBezTo>
                  <a:cubicBezTo>
                    <a:pt x="150" y="46"/>
                    <a:pt x="120" y="16"/>
                    <a:pt x="83" y="16"/>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8" name="Freeform 39"/>
            <p:cNvSpPr>
              <a:spLocks noEditPoints="1"/>
            </p:cNvSpPr>
            <p:nvPr/>
          </p:nvSpPr>
          <p:spPr bwMode="auto">
            <a:xfrm>
              <a:off x="7218363" y="784225"/>
              <a:ext cx="449263" cy="555625"/>
            </a:xfrm>
            <a:custGeom>
              <a:avLst/>
              <a:gdLst>
                <a:gd name="T0" fmla="*/ 2147483646 w 288"/>
                <a:gd name="T1" fmla="*/ 2147483646 h 356"/>
                <a:gd name="T2" fmla="*/ 2147483646 w 288"/>
                <a:gd name="T3" fmla="*/ 2147483646 h 356"/>
                <a:gd name="T4" fmla="*/ 2147483646 w 288"/>
                <a:gd name="T5" fmla="*/ 2147483646 h 356"/>
                <a:gd name="T6" fmla="*/ 2147483646 w 288"/>
                <a:gd name="T7" fmla="*/ 2147483646 h 356"/>
                <a:gd name="T8" fmla="*/ 2147483646 w 288"/>
                <a:gd name="T9" fmla="*/ 2147483646 h 356"/>
                <a:gd name="T10" fmla="*/ 2147483646 w 288"/>
                <a:gd name="T11" fmla="*/ 2147483646 h 356"/>
                <a:gd name="T12" fmla="*/ 2147483646 w 288"/>
                <a:gd name="T13" fmla="*/ 2147483646 h 356"/>
                <a:gd name="T14" fmla="*/ 2147483646 w 288"/>
                <a:gd name="T15" fmla="*/ 2147483646 h 356"/>
                <a:gd name="T16" fmla="*/ 2147483646 w 288"/>
                <a:gd name="T17" fmla="*/ 2147483646 h 356"/>
                <a:gd name="T18" fmla="*/ 2147483646 w 288"/>
                <a:gd name="T19" fmla="*/ 2147483646 h 356"/>
                <a:gd name="T20" fmla="*/ 2147483646 w 288"/>
                <a:gd name="T21" fmla="*/ 2147483646 h 356"/>
                <a:gd name="T22" fmla="*/ 2147483646 w 288"/>
                <a:gd name="T23" fmla="*/ 2147483646 h 356"/>
                <a:gd name="T24" fmla="*/ 2147483646 w 288"/>
                <a:gd name="T25" fmla="*/ 2147483646 h 356"/>
                <a:gd name="T26" fmla="*/ 2147483646 w 288"/>
                <a:gd name="T27" fmla="*/ 2147483646 h 356"/>
                <a:gd name="T28" fmla="*/ 2147483646 w 288"/>
                <a:gd name="T29" fmla="*/ 2147483646 h 3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88" h="356">
                  <a:moveTo>
                    <a:pt x="144" y="356"/>
                  </a:moveTo>
                  <a:cubicBezTo>
                    <a:pt x="141" y="356"/>
                    <a:pt x="138" y="354"/>
                    <a:pt x="136" y="352"/>
                  </a:cubicBezTo>
                  <a:cubicBezTo>
                    <a:pt x="43" y="230"/>
                    <a:pt x="43" y="230"/>
                    <a:pt x="43" y="230"/>
                  </a:cubicBezTo>
                  <a:cubicBezTo>
                    <a:pt x="0" y="169"/>
                    <a:pt x="4" y="99"/>
                    <a:pt x="52" y="50"/>
                  </a:cubicBezTo>
                  <a:cubicBezTo>
                    <a:pt x="103" y="0"/>
                    <a:pt x="185" y="0"/>
                    <a:pt x="235" y="50"/>
                  </a:cubicBezTo>
                  <a:cubicBezTo>
                    <a:pt x="284" y="99"/>
                    <a:pt x="288" y="170"/>
                    <a:pt x="245" y="230"/>
                  </a:cubicBezTo>
                  <a:cubicBezTo>
                    <a:pt x="152" y="352"/>
                    <a:pt x="152" y="352"/>
                    <a:pt x="152" y="352"/>
                  </a:cubicBezTo>
                  <a:cubicBezTo>
                    <a:pt x="150" y="354"/>
                    <a:pt x="147" y="356"/>
                    <a:pt x="144" y="356"/>
                  </a:cubicBezTo>
                  <a:close/>
                  <a:moveTo>
                    <a:pt x="144" y="32"/>
                  </a:moveTo>
                  <a:cubicBezTo>
                    <a:pt x="116" y="32"/>
                    <a:pt x="88" y="43"/>
                    <a:pt x="66" y="64"/>
                  </a:cubicBezTo>
                  <a:cubicBezTo>
                    <a:pt x="25" y="106"/>
                    <a:pt x="22" y="166"/>
                    <a:pt x="59" y="218"/>
                  </a:cubicBezTo>
                  <a:cubicBezTo>
                    <a:pt x="144" y="329"/>
                    <a:pt x="144" y="329"/>
                    <a:pt x="144" y="329"/>
                  </a:cubicBezTo>
                  <a:cubicBezTo>
                    <a:pt x="229" y="218"/>
                    <a:pt x="229" y="218"/>
                    <a:pt x="229" y="218"/>
                  </a:cubicBezTo>
                  <a:cubicBezTo>
                    <a:pt x="266" y="166"/>
                    <a:pt x="263" y="106"/>
                    <a:pt x="221" y="64"/>
                  </a:cubicBezTo>
                  <a:cubicBezTo>
                    <a:pt x="200" y="43"/>
                    <a:pt x="172" y="32"/>
                    <a:pt x="144" y="32"/>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9" name="Freeform 40"/>
            <p:cNvSpPr/>
            <p:nvPr/>
          </p:nvSpPr>
          <p:spPr bwMode="auto">
            <a:xfrm>
              <a:off x="7442201" y="941388"/>
              <a:ext cx="127000" cy="192088"/>
            </a:xfrm>
            <a:custGeom>
              <a:avLst/>
              <a:gdLst>
                <a:gd name="T0" fmla="*/ 0 w 81"/>
                <a:gd name="T1" fmla="*/ 2147483646 h 123"/>
                <a:gd name="T2" fmla="*/ 0 w 81"/>
                <a:gd name="T3" fmla="*/ 2147483646 h 123"/>
                <a:gd name="T4" fmla="*/ 2147483646 w 81"/>
                <a:gd name="T5" fmla="*/ 2147483646 h 123"/>
                <a:gd name="T6" fmla="*/ 2147483646 w 81"/>
                <a:gd name="T7" fmla="*/ 2147483646 h 123"/>
                <a:gd name="T8" fmla="*/ 2147483646 w 81"/>
                <a:gd name="T9" fmla="*/ 2147483646 h 123"/>
                <a:gd name="T10" fmla="*/ 2147483646 w 81"/>
                <a:gd name="T11" fmla="*/ 2147483646 h 123"/>
                <a:gd name="T12" fmla="*/ 0 w 81"/>
                <a:gd name="T13" fmla="*/ 2147483646 h 123"/>
                <a:gd name="T14" fmla="*/ 0 w 81"/>
                <a:gd name="T15" fmla="*/ 0 h 123"/>
                <a:gd name="T16" fmla="*/ 2147483646 w 81"/>
                <a:gd name="T17" fmla="*/ 2147483646 h 123"/>
                <a:gd name="T18" fmla="*/ 2147483646 w 81"/>
                <a:gd name="T19" fmla="*/ 2147483646 h 123"/>
                <a:gd name="T20" fmla="*/ 2147483646 w 81"/>
                <a:gd name="T21" fmla="*/ 2147483646 h 123"/>
                <a:gd name="T22" fmla="*/ 2147483646 w 81"/>
                <a:gd name="T23" fmla="*/ 2147483646 h 123"/>
                <a:gd name="T24" fmla="*/ 2147483646 w 81"/>
                <a:gd name="T25" fmla="*/ 2147483646 h 123"/>
                <a:gd name="T26" fmla="*/ 2147483646 w 81"/>
                <a:gd name="T27" fmla="*/ 2147483646 h 123"/>
                <a:gd name="T28" fmla="*/ 2147483646 w 81"/>
                <a:gd name="T29" fmla="*/ 2147483646 h 123"/>
                <a:gd name="T30" fmla="*/ 2147483646 w 81"/>
                <a:gd name="T31" fmla="*/ 2147483646 h 123"/>
                <a:gd name="T32" fmla="*/ 0 w 81"/>
                <a:gd name="T33" fmla="*/ 2147483646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1" h="123">
                  <a:moveTo>
                    <a:pt x="0" y="123"/>
                  </a:moveTo>
                  <a:cubicBezTo>
                    <a:pt x="0" y="111"/>
                    <a:pt x="0" y="111"/>
                    <a:pt x="0" y="111"/>
                  </a:cubicBezTo>
                  <a:cubicBezTo>
                    <a:pt x="5" y="111"/>
                    <a:pt x="9" y="111"/>
                    <a:pt x="14" y="110"/>
                  </a:cubicBezTo>
                  <a:cubicBezTo>
                    <a:pt x="13" y="107"/>
                    <a:pt x="13" y="104"/>
                    <a:pt x="13" y="102"/>
                  </a:cubicBezTo>
                  <a:cubicBezTo>
                    <a:pt x="13" y="69"/>
                    <a:pt x="37" y="43"/>
                    <a:pt x="69" y="39"/>
                  </a:cubicBezTo>
                  <a:cubicBezTo>
                    <a:pt x="68" y="34"/>
                    <a:pt x="68" y="29"/>
                    <a:pt x="66" y="24"/>
                  </a:cubicBezTo>
                  <a:cubicBezTo>
                    <a:pt x="45" y="16"/>
                    <a:pt x="23" y="12"/>
                    <a:pt x="0" y="12"/>
                  </a:cubicBezTo>
                  <a:cubicBezTo>
                    <a:pt x="0" y="0"/>
                    <a:pt x="0" y="0"/>
                    <a:pt x="0" y="0"/>
                  </a:cubicBezTo>
                  <a:cubicBezTo>
                    <a:pt x="26" y="0"/>
                    <a:pt x="50" y="5"/>
                    <a:pt x="74" y="14"/>
                  </a:cubicBezTo>
                  <a:cubicBezTo>
                    <a:pt x="75" y="15"/>
                    <a:pt x="77" y="16"/>
                    <a:pt x="77" y="18"/>
                  </a:cubicBezTo>
                  <a:cubicBezTo>
                    <a:pt x="80" y="26"/>
                    <a:pt x="81" y="34"/>
                    <a:pt x="81" y="43"/>
                  </a:cubicBezTo>
                  <a:cubicBezTo>
                    <a:pt x="81" y="43"/>
                    <a:pt x="81" y="43"/>
                    <a:pt x="81" y="44"/>
                  </a:cubicBezTo>
                  <a:cubicBezTo>
                    <a:pt x="81" y="47"/>
                    <a:pt x="78" y="50"/>
                    <a:pt x="75" y="50"/>
                  </a:cubicBezTo>
                  <a:cubicBezTo>
                    <a:pt x="47" y="51"/>
                    <a:pt x="25" y="74"/>
                    <a:pt x="25" y="102"/>
                  </a:cubicBezTo>
                  <a:cubicBezTo>
                    <a:pt x="25" y="105"/>
                    <a:pt x="26" y="109"/>
                    <a:pt x="27" y="113"/>
                  </a:cubicBezTo>
                  <a:cubicBezTo>
                    <a:pt x="27" y="116"/>
                    <a:pt x="25" y="119"/>
                    <a:pt x="22" y="120"/>
                  </a:cubicBezTo>
                  <a:cubicBezTo>
                    <a:pt x="15" y="122"/>
                    <a:pt x="7" y="123"/>
                    <a:pt x="0" y="123"/>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0" name="Freeform 41"/>
            <p:cNvSpPr/>
            <p:nvPr/>
          </p:nvSpPr>
          <p:spPr bwMode="auto">
            <a:xfrm>
              <a:off x="7316788" y="941388"/>
              <a:ext cx="125413" cy="192088"/>
            </a:xfrm>
            <a:custGeom>
              <a:avLst/>
              <a:gdLst>
                <a:gd name="T0" fmla="*/ 2147483646 w 81"/>
                <a:gd name="T1" fmla="*/ 2147483646 h 123"/>
                <a:gd name="T2" fmla="*/ 2147483646 w 81"/>
                <a:gd name="T3" fmla="*/ 2147483646 h 123"/>
                <a:gd name="T4" fmla="*/ 2147483646 w 81"/>
                <a:gd name="T5" fmla="*/ 2147483646 h 123"/>
                <a:gd name="T6" fmla="*/ 2147483646 w 81"/>
                <a:gd name="T7" fmla="*/ 2147483646 h 123"/>
                <a:gd name="T8" fmla="*/ 2147483646 w 81"/>
                <a:gd name="T9" fmla="*/ 2147483646 h 123"/>
                <a:gd name="T10" fmla="*/ 0 w 81"/>
                <a:gd name="T11" fmla="*/ 2147483646 h 123"/>
                <a:gd name="T12" fmla="*/ 0 w 81"/>
                <a:gd name="T13" fmla="*/ 2147483646 h 123"/>
                <a:gd name="T14" fmla="*/ 2147483646 w 81"/>
                <a:gd name="T15" fmla="*/ 2147483646 h 123"/>
                <a:gd name="T16" fmla="*/ 2147483646 w 81"/>
                <a:gd name="T17" fmla="*/ 2147483646 h 123"/>
                <a:gd name="T18" fmla="*/ 2147483646 w 81"/>
                <a:gd name="T19" fmla="*/ 0 h 123"/>
                <a:gd name="T20" fmla="*/ 2147483646 w 81"/>
                <a:gd name="T21" fmla="*/ 2147483646 h 123"/>
                <a:gd name="T22" fmla="*/ 2147483646 w 81"/>
                <a:gd name="T23" fmla="*/ 2147483646 h 123"/>
                <a:gd name="T24" fmla="*/ 2147483646 w 81"/>
                <a:gd name="T25" fmla="*/ 2147483646 h 123"/>
                <a:gd name="T26" fmla="*/ 2147483646 w 81"/>
                <a:gd name="T27" fmla="*/ 2147483646 h 123"/>
                <a:gd name="T28" fmla="*/ 2147483646 w 81"/>
                <a:gd name="T29" fmla="*/ 2147483646 h 123"/>
                <a:gd name="T30" fmla="*/ 2147483646 w 81"/>
                <a:gd name="T31" fmla="*/ 2147483646 h 123"/>
                <a:gd name="T32" fmla="*/ 2147483646 w 81"/>
                <a:gd name="T33" fmla="*/ 2147483646 h 1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1" h="123">
                  <a:moveTo>
                    <a:pt x="81" y="123"/>
                  </a:moveTo>
                  <a:cubicBezTo>
                    <a:pt x="74" y="123"/>
                    <a:pt x="66" y="122"/>
                    <a:pt x="59" y="120"/>
                  </a:cubicBezTo>
                  <a:cubicBezTo>
                    <a:pt x="56" y="119"/>
                    <a:pt x="54" y="116"/>
                    <a:pt x="55" y="113"/>
                  </a:cubicBezTo>
                  <a:cubicBezTo>
                    <a:pt x="55" y="109"/>
                    <a:pt x="56" y="105"/>
                    <a:pt x="56" y="102"/>
                  </a:cubicBezTo>
                  <a:cubicBezTo>
                    <a:pt x="56" y="74"/>
                    <a:pt x="34" y="51"/>
                    <a:pt x="6" y="50"/>
                  </a:cubicBezTo>
                  <a:cubicBezTo>
                    <a:pt x="3" y="50"/>
                    <a:pt x="0" y="47"/>
                    <a:pt x="0" y="44"/>
                  </a:cubicBezTo>
                  <a:cubicBezTo>
                    <a:pt x="0" y="43"/>
                    <a:pt x="0" y="43"/>
                    <a:pt x="0" y="43"/>
                  </a:cubicBezTo>
                  <a:cubicBezTo>
                    <a:pt x="0" y="34"/>
                    <a:pt x="2" y="26"/>
                    <a:pt x="4" y="18"/>
                  </a:cubicBezTo>
                  <a:cubicBezTo>
                    <a:pt x="5" y="16"/>
                    <a:pt x="6" y="15"/>
                    <a:pt x="7" y="14"/>
                  </a:cubicBezTo>
                  <a:cubicBezTo>
                    <a:pt x="31" y="5"/>
                    <a:pt x="56" y="0"/>
                    <a:pt x="81" y="0"/>
                  </a:cubicBezTo>
                  <a:cubicBezTo>
                    <a:pt x="81" y="12"/>
                    <a:pt x="81" y="12"/>
                    <a:pt x="81" y="12"/>
                  </a:cubicBezTo>
                  <a:cubicBezTo>
                    <a:pt x="58" y="12"/>
                    <a:pt x="36" y="16"/>
                    <a:pt x="15" y="24"/>
                  </a:cubicBezTo>
                  <a:cubicBezTo>
                    <a:pt x="13" y="29"/>
                    <a:pt x="13" y="34"/>
                    <a:pt x="12" y="38"/>
                  </a:cubicBezTo>
                  <a:cubicBezTo>
                    <a:pt x="44" y="43"/>
                    <a:pt x="68" y="69"/>
                    <a:pt x="68" y="102"/>
                  </a:cubicBezTo>
                  <a:cubicBezTo>
                    <a:pt x="68" y="104"/>
                    <a:pt x="68" y="107"/>
                    <a:pt x="67" y="110"/>
                  </a:cubicBezTo>
                  <a:cubicBezTo>
                    <a:pt x="72" y="111"/>
                    <a:pt x="76" y="111"/>
                    <a:pt x="81" y="111"/>
                  </a:cubicBezTo>
                  <a:lnTo>
                    <a:pt x="81" y="123"/>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1" name="Oval 42"/>
            <p:cNvSpPr>
              <a:spLocks noChangeArrowheads="1"/>
            </p:cNvSpPr>
            <p:nvPr/>
          </p:nvSpPr>
          <p:spPr bwMode="auto">
            <a:xfrm>
              <a:off x="7512051" y="1441450"/>
              <a:ext cx="66675" cy="66675"/>
            </a:xfrm>
            <a:prstGeom prst="ellipse">
              <a:avLst/>
            </a:prstGeom>
            <a:solidFill>
              <a:srgbClr val="5A5858"/>
            </a:solidFill>
            <a:ln w="9525">
              <a:solidFill>
                <a:schemeClr val="bg2"/>
              </a:solidFill>
              <a:round/>
            </a:ln>
          </p:spPr>
          <p:txBody>
            <a:bodyPr/>
            <a:lstStyle/>
            <a:p>
              <a:pPr eaLnBrk="1" hangingPunct="1">
                <a:buFont typeface="Arial" panose="020B0604020202020204" pitchFamily="34" charset="0"/>
                <a:buNone/>
              </a:pPr>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2" name="Oval 43"/>
            <p:cNvSpPr>
              <a:spLocks noChangeArrowheads="1"/>
            </p:cNvSpPr>
            <p:nvPr/>
          </p:nvSpPr>
          <p:spPr bwMode="auto">
            <a:xfrm>
              <a:off x="7613651" y="1441450"/>
              <a:ext cx="65088" cy="66675"/>
            </a:xfrm>
            <a:prstGeom prst="ellipse">
              <a:avLst/>
            </a:prstGeom>
            <a:solidFill>
              <a:srgbClr val="5A5858"/>
            </a:solidFill>
            <a:ln w="9525">
              <a:solidFill>
                <a:schemeClr val="bg2"/>
              </a:solidFill>
              <a:round/>
            </a:ln>
          </p:spPr>
          <p:txBody>
            <a:bodyPr/>
            <a:lstStyle/>
            <a:p>
              <a:pPr eaLnBrk="1" hangingPunct="1">
                <a:buFont typeface="Arial" panose="020B0604020202020204" pitchFamily="34" charset="0"/>
                <a:buNone/>
              </a:pPr>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86" name="组合 266"/>
          <p:cNvGrpSpPr/>
          <p:nvPr/>
        </p:nvGrpSpPr>
        <p:grpSpPr bwMode="auto">
          <a:xfrm>
            <a:off x="9195208" y="5439515"/>
            <a:ext cx="311383" cy="383050"/>
            <a:chOff x="2595562" y="3727451"/>
            <a:chExt cx="420687" cy="773113"/>
          </a:xfrm>
        </p:grpSpPr>
        <p:sp>
          <p:nvSpPr>
            <p:cNvPr id="87" name="Freeform 1192"/>
            <p:cNvSpPr/>
            <p:nvPr/>
          </p:nvSpPr>
          <p:spPr bwMode="auto">
            <a:xfrm>
              <a:off x="2595562" y="3727451"/>
              <a:ext cx="420687" cy="755650"/>
            </a:xfrm>
            <a:custGeom>
              <a:avLst/>
              <a:gdLst>
                <a:gd name="T0" fmla="*/ 2147483646 w 271"/>
                <a:gd name="T1" fmla="*/ 2147483646 h 487"/>
                <a:gd name="T2" fmla="*/ 2147483646 w 271"/>
                <a:gd name="T3" fmla="*/ 2147483646 h 487"/>
                <a:gd name="T4" fmla="*/ 2147483646 w 271"/>
                <a:gd name="T5" fmla="*/ 2147483646 h 487"/>
                <a:gd name="T6" fmla="*/ 2147483646 w 271"/>
                <a:gd name="T7" fmla="*/ 2147483646 h 487"/>
                <a:gd name="T8" fmla="*/ 2147483646 w 271"/>
                <a:gd name="T9" fmla="*/ 2147483646 h 487"/>
                <a:gd name="T10" fmla="*/ 2147483646 w 271"/>
                <a:gd name="T11" fmla="*/ 2147483646 h 487"/>
                <a:gd name="T12" fmla="*/ 2147483646 w 271"/>
                <a:gd name="T13" fmla="*/ 2147483646 h 487"/>
                <a:gd name="T14" fmla="*/ 2147483646 w 271"/>
                <a:gd name="T15" fmla="*/ 2147483646 h 487"/>
                <a:gd name="T16" fmla="*/ 2147483646 w 271"/>
                <a:gd name="T17" fmla="*/ 2147483646 h 487"/>
                <a:gd name="T18" fmla="*/ 2147483646 w 271"/>
                <a:gd name="T19" fmla="*/ 2147483646 h 487"/>
                <a:gd name="T20" fmla="*/ 2147483646 w 271"/>
                <a:gd name="T21" fmla="*/ 2147483646 h 487"/>
                <a:gd name="T22" fmla="*/ 2147483646 w 271"/>
                <a:gd name="T23" fmla="*/ 2147483646 h 487"/>
                <a:gd name="T24" fmla="*/ 2147483646 w 271"/>
                <a:gd name="T25" fmla="*/ 2147483646 h 487"/>
                <a:gd name="T26" fmla="*/ 2147483646 w 271"/>
                <a:gd name="T27" fmla="*/ 2147483646 h 487"/>
                <a:gd name="T28" fmla="*/ 0 w 271"/>
                <a:gd name="T29" fmla="*/ 2147483646 h 487"/>
                <a:gd name="T30" fmla="*/ 0 w 271"/>
                <a:gd name="T31" fmla="*/ 2147483646 h 487"/>
                <a:gd name="T32" fmla="*/ 2147483646 w 271"/>
                <a:gd name="T33" fmla="*/ 2147483646 h 487"/>
                <a:gd name="T34" fmla="*/ 2147483646 w 271"/>
                <a:gd name="T35" fmla="*/ 0 h 487"/>
                <a:gd name="T36" fmla="*/ 2147483646 w 271"/>
                <a:gd name="T37" fmla="*/ 2147483646 h 487"/>
                <a:gd name="T38" fmla="*/ 2147483646 w 271"/>
                <a:gd name="T39" fmla="*/ 2147483646 h 487"/>
                <a:gd name="T40" fmla="*/ 2147483646 w 271"/>
                <a:gd name="T41" fmla="*/ 2147483646 h 487"/>
                <a:gd name="T42" fmla="*/ 2147483646 w 271"/>
                <a:gd name="T43" fmla="*/ 2147483646 h 487"/>
                <a:gd name="T44" fmla="*/ 2147483646 w 271"/>
                <a:gd name="T45" fmla="*/ 2147483646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71" h="487">
                  <a:moveTo>
                    <a:pt x="170" y="487"/>
                  </a:moveTo>
                  <a:cubicBezTo>
                    <a:pt x="168" y="479"/>
                    <a:pt x="168" y="479"/>
                    <a:pt x="168" y="479"/>
                  </a:cubicBezTo>
                  <a:cubicBezTo>
                    <a:pt x="202" y="474"/>
                    <a:pt x="228" y="460"/>
                    <a:pt x="243" y="439"/>
                  </a:cubicBezTo>
                  <a:cubicBezTo>
                    <a:pt x="261" y="415"/>
                    <a:pt x="263" y="376"/>
                    <a:pt x="263" y="349"/>
                  </a:cubicBezTo>
                  <a:cubicBezTo>
                    <a:pt x="263" y="113"/>
                    <a:pt x="263" y="113"/>
                    <a:pt x="263" y="113"/>
                  </a:cubicBezTo>
                  <a:cubicBezTo>
                    <a:pt x="263" y="75"/>
                    <a:pt x="254" y="48"/>
                    <a:pt x="237" y="33"/>
                  </a:cubicBezTo>
                  <a:cubicBezTo>
                    <a:pt x="219" y="17"/>
                    <a:pt x="183" y="8"/>
                    <a:pt x="135" y="8"/>
                  </a:cubicBezTo>
                  <a:cubicBezTo>
                    <a:pt x="87" y="8"/>
                    <a:pt x="52" y="17"/>
                    <a:pt x="33" y="33"/>
                  </a:cubicBezTo>
                  <a:cubicBezTo>
                    <a:pt x="16" y="48"/>
                    <a:pt x="8" y="75"/>
                    <a:pt x="8" y="113"/>
                  </a:cubicBezTo>
                  <a:cubicBezTo>
                    <a:pt x="8" y="349"/>
                    <a:pt x="8" y="349"/>
                    <a:pt x="8" y="349"/>
                  </a:cubicBezTo>
                  <a:cubicBezTo>
                    <a:pt x="8" y="376"/>
                    <a:pt x="10" y="415"/>
                    <a:pt x="28" y="439"/>
                  </a:cubicBezTo>
                  <a:cubicBezTo>
                    <a:pt x="43" y="460"/>
                    <a:pt x="68" y="474"/>
                    <a:pt x="102" y="479"/>
                  </a:cubicBezTo>
                  <a:cubicBezTo>
                    <a:pt x="101" y="487"/>
                    <a:pt x="101" y="487"/>
                    <a:pt x="101" y="487"/>
                  </a:cubicBezTo>
                  <a:cubicBezTo>
                    <a:pt x="65" y="481"/>
                    <a:pt x="37" y="466"/>
                    <a:pt x="21" y="444"/>
                  </a:cubicBezTo>
                  <a:cubicBezTo>
                    <a:pt x="2" y="418"/>
                    <a:pt x="0" y="378"/>
                    <a:pt x="0" y="349"/>
                  </a:cubicBezTo>
                  <a:cubicBezTo>
                    <a:pt x="0" y="113"/>
                    <a:pt x="0" y="113"/>
                    <a:pt x="0" y="113"/>
                  </a:cubicBezTo>
                  <a:cubicBezTo>
                    <a:pt x="0" y="72"/>
                    <a:pt x="9" y="43"/>
                    <a:pt x="28" y="27"/>
                  </a:cubicBezTo>
                  <a:cubicBezTo>
                    <a:pt x="48" y="9"/>
                    <a:pt x="84" y="0"/>
                    <a:pt x="135" y="0"/>
                  </a:cubicBezTo>
                  <a:cubicBezTo>
                    <a:pt x="186" y="0"/>
                    <a:pt x="222" y="9"/>
                    <a:pt x="243" y="27"/>
                  </a:cubicBezTo>
                  <a:cubicBezTo>
                    <a:pt x="261" y="43"/>
                    <a:pt x="271" y="72"/>
                    <a:pt x="271" y="113"/>
                  </a:cubicBezTo>
                  <a:cubicBezTo>
                    <a:pt x="271" y="349"/>
                    <a:pt x="271" y="349"/>
                    <a:pt x="271" y="349"/>
                  </a:cubicBezTo>
                  <a:cubicBezTo>
                    <a:pt x="271" y="378"/>
                    <a:pt x="269" y="418"/>
                    <a:pt x="249" y="444"/>
                  </a:cubicBezTo>
                  <a:cubicBezTo>
                    <a:pt x="233" y="467"/>
                    <a:pt x="205" y="481"/>
                    <a:pt x="170" y="487"/>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8" name="Rectangle 1193"/>
            <p:cNvSpPr>
              <a:spLocks noChangeArrowheads="1"/>
            </p:cNvSpPr>
            <p:nvPr/>
          </p:nvSpPr>
          <p:spPr bwMode="auto">
            <a:xfrm>
              <a:off x="2801937" y="3732214"/>
              <a:ext cx="6350" cy="69850"/>
            </a:xfrm>
            <a:prstGeom prst="rect">
              <a:avLst/>
            </a:prstGeom>
            <a:solidFill>
              <a:srgbClr val="5A5858"/>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9" name="Rectangle 1194"/>
            <p:cNvSpPr>
              <a:spLocks noChangeArrowheads="1"/>
            </p:cNvSpPr>
            <p:nvPr/>
          </p:nvSpPr>
          <p:spPr bwMode="auto">
            <a:xfrm>
              <a:off x="2801937" y="3908426"/>
              <a:ext cx="6350" cy="147638"/>
            </a:xfrm>
            <a:prstGeom prst="rect">
              <a:avLst/>
            </a:prstGeom>
            <a:solidFill>
              <a:srgbClr val="5A5858"/>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0" name="Rectangle 1195"/>
            <p:cNvSpPr>
              <a:spLocks noChangeArrowheads="1"/>
            </p:cNvSpPr>
            <p:nvPr/>
          </p:nvSpPr>
          <p:spPr bwMode="auto">
            <a:xfrm>
              <a:off x="2801937" y="4062414"/>
              <a:ext cx="6350" cy="17463"/>
            </a:xfrm>
            <a:prstGeom prst="rect">
              <a:avLst/>
            </a:prstGeom>
            <a:solidFill>
              <a:srgbClr val="5A5858"/>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1" name="Freeform 1196"/>
            <p:cNvSpPr>
              <a:spLocks noEditPoints="1"/>
            </p:cNvSpPr>
            <p:nvPr/>
          </p:nvSpPr>
          <p:spPr bwMode="auto">
            <a:xfrm>
              <a:off x="2781300" y="3800476"/>
              <a:ext cx="50800" cy="111125"/>
            </a:xfrm>
            <a:custGeom>
              <a:avLst/>
              <a:gdLst>
                <a:gd name="T0" fmla="*/ 2147483646 w 33"/>
                <a:gd name="T1" fmla="*/ 2147483646 h 72"/>
                <a:gd name="T2" fmla="*/ 2147483646 w 33"/>
                <a:gd name="T3" fmla="*/ 2147483646 h 72"/>
                <a:gd name="T4" fmla="*/ 0 w 33"/>
                <a:gd name="T5" fmla="*/ 2147483646 h 72"/>
                <a:gd name="T6" fmla="*/ 0 w 33"/>
                <a:gd name="T7" fmla="*/ 2147483646 h 72"/>
                <a:gd name="T8" fmla="*/ 2147483646 w 33"/>
                <a:gd name="T9" fmla="*/ 0 h 72"/>
                <a:gd name="T10" fmla="*/ 2147483646 w 33"/>
                <a:gd name="T11" fmla="*/ 0 h 72"/>
                <a:gd name="T12" fmla="*/ 2147483646 w 33"/>
                <a:gd name="T13" fmla="*/ 2147483646 h 72"/>
                <a:gd name="T14" fmla="*/ 2147483646 w 33"/>
                <a:gd name="T15" fmla="*/ 2147483646 h 72"/>
                <a:gd name="T16" fmla="*/ 2147483646 w 33"/>
                <a:gd name="T17" fmla="*/ 2147483646 h 72"/>
                <a:gd name="T18" fmla="*/ 2147483646 w 33"/>
                <a:gd name="T19" fmla="*/ 2147483646 h 72"/>
                <a:gd name="T20" fmla="*/ 2147483646 w 33"/>
                <a:gd name="T21" fmla="*/ 2147483646 h 72"/>
                <a:gd name="T22" fmla="*/ 2147483646 w 33"/>
                <a:gd name="T23" fmla="*/ 2147483646 h 72"/>
                <a:gd name="T24" fmla="*/ 2147483646 w 33"/>
                <a:gd name="T25" fmla="*/ 2147483646 h 72"/>
                <a:gd name="T26" fmla="*/ 2147483646 w 33"/>
                <a:gd name="T27" fmla="*/ 2147483646 h 72"/>
                <a:gd name="T28" fmla="*/ 2147483646 w 33"/>
                <a:gd name="T29" fmla="*/ 2147483646 h 72"/>
                <a:gd name="T30" fmla="*/ 2147483646 w 33"/>
                <a:gd name="T31" fmla="*/ 2147483646 h 72"/>
                <a:gd name="T32" fmla="*/ 2147483646 w 33"/>
                <a:gd name="T33" fmla="*/ 2147483646 h 72"/>
                <a:gd name="T34" fmla="*/ 2147483646 w 33"/>
                <a:gd name="T35" fmla="*/ 2147483646 h 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3" h="72">
                  <a:moveTo>
                    <a:pt x="26" y="72"/>
                  </a:moveTo>
                  <a:cubicBezTo>
                    <a:pt x="6" y="72"/>
                    <a:pt x="6" y="72"/>
                    <a:pt x="6" y="72"/>
                  </a:cubicBezTo>
                  <a:cubicBezTo>
                    <a:pt x="3" y="72"/>
                    <a:pt x="0" y="69"/>
                    <a:pt x="0" y="66"/>
                  </a:cubicBezTo>
                  <a:cubicBezTo>
                    <a:pt x="0" y="6"/>
                    <a:pt x="0" y="6"/>
                    <a:pt x="0" y="6"/>
                  </a:cubicBezTo>
                  <a:cubicBezTo>
                    <a:pt x="0" y="3"/>
                    <a:pt x="3" y="0"/>
                    <a:pt x="6" y="0"/>
                  </a:cubicBezTo>
                  <a:cubicBezTo>
                    <a:pt x="26" y="0"/>
                    <a:pt x="26" y="0"/>
                    <a:pt x="26" y="0"/>
                  </a:cubicBezTo>
                  <a:cubicBezTo>
                    <a:pt x="30" y="0"/>
                    <a:pt x="33" y="3"/>
                    <a:pt x="33" y="6"/>
                  </a:cubicBezTo>
                  <a:cubicBezTo>
                    <a:pt x="33" y="66"/>
                    <a:pt x="33" y="66"/>
                    <a:pt x="33" y="66"/>
                  </a:cubicBezTo>
                  <a:cubicBezTo>
                    <a:pt x="33" y="69"/>
                    <a:pt x="30" y="72"/>
                    <a:pt x="26" y="72"/>
                  </a:cubicBezTo>
                  <a:close/>
                  <a:moveTo>
                    <a:pt x="6" y="4"/>
                  </a:moveTo>
                  <a:cubicBezTo>
                    <a:pt x="5" y="4"/>
                    <a:pt x="4" y="5"/>
                    <a:pt x="4" y="6"/>
                  </a:cubicBezTo>
                  <a:cubicBezTo>
                    <a:pt x="4" y="66"/>
                    <a:pt x="4" y="66"/>
                    <a:pt x="4" y="66"/>
                  </a:cubicBezTo>
                  <a:cubicBezTo>
                    <a:pt x="4" y="67"/>
                    <a:pt x="5" y="68"/>
                    <a:pt x="6" y="68"/>
                  </a:cubicBezTo>
                  <a:cubicBezTo>
                    <a:pt x="26" y="68"/>
                    <a:pt x="26" y="68"/>
                    <a:pt x="26" y="68"/>
                  </a:cubicBezTo>
                  <a:cubicBezTo>
                    <a:pt x="28" y="68"/>
                    <a:pt x="29" y="67"/>
                    <a:pt x="29" y="66"/>
                  </a:cubicBezTo>
                  <a:cubicBezTo>
                    <a:pt x="29" y="6"/>
                    <a:pt x="29" y="6"/>
                    <a:pt x="29" y="6"/>
                  </a:cubicBezTo>
                  <a:cubicBezTo>
                    <a:pt x="29" y="5"/>
                    <a:pt x="28" y="4"/>
                    <a:pt x="26" y="4"/>
                  </a:cubicBezTo>
                  <a:lnTo>
                    <a:pt x="6" y="4"/>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2" name="Rectangle 1197"/>
            <p:cNvSpPr>
              <a:spLocks noChangeArrowheads="1"/>
            </p:cNvSpPr>
            <p:nvPr/>
          </p:nvSpPr>
          <p:spPr bwMode="auto">
            <a:xfrm>
              <a:off x="2794000" y="3810001"/>
              <a:ext cx="23812" cy="90488"/>
            </a:xfrm>
            <a:prstGeom prst="rect">
              <a:avLst/>
            </a:prstGeom>
            <a:solidFill>
              <a:srgbClr val="5A5858"/>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3" name="Freeform 1198"/>
            <p:cNvSpPr/>
            <p:nvPr/>
          </p:nvSpPr>
          <p:spPr bwMode="auto">
            <a:xfrm>
              <a:off x="2751137" y="4418014"/>
              <a:ext cx="17462" cy="15875"/>
            </a:xfrm>
            <a:custGeom>
              <a:avLst/>
              <a:gdLst>
                <a:gd name="T0" fmla="*/ 2147483646 w 11"/>
                <a:gd name="T1" fmla="*/ 2147483646 h 10"/>
                <a:gd name="T2" fmla="*/ 2147483646 w 11"/>
                <a:gd name="T3" fmla="*/ 2147483646 h 10"/>
                <a:gd name="T4" fmla="*/ 2147483646 w 11"/>
                <a:gd name="T5" fmla="*/ 0 h 10"/>
                <a:gd name="T6" fmla="*/ 0 w 11"/>
                <a:gd name="T7" fmla="*/ 0 h 10"/>
                <a:gd name="T8" fmla="*/ 0 w 11"/>
                <a:gd name="T9" fmla="*/ 2147483646 h 10"/>
                <a:gd name="T10" fmla="*/ 2147483646 w 11"/>
                <a:gd name="T11" fmla="*/ 2147483646 h 10"/>
                <a:gd name="T12" fmla="*/ 2147483646 w 11"/>
                <a:gd name="T13" fmla="*/ 2147483646 h 10"/>
                <a:gd name="T14" fmla="*/ 2147483646 w 11"/>
                <a:gd name="T15" fmla="*/ 2147483646 h 10"/>
                <a:gd name="T16" fmla="*/ 2147483646 w 11"/>
                <a:gd name="T17" fmla="*/ 2147483646 h 10"/>
                <a:gd name="T18" fmla="*/ 2147483646 w 11"/>
                <a:gd name="T19" fmla="*/ 2147483646 h 10"/>
                <a:gd name="T20" fmla="*/ 2147483646 w 11"/>
                <a:gd name="T21" fmla="*/ 0 h 10"/>
                <a:gd name="T22" fmla="*/ 2147483646 w 11"/>
                <a:gd name="T23" fmla="*/ 0 h 10"/>
                <a:gd name="T24" fmla="*/ 2147483646 w 11"/>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10">
                  <a:moveTo>
                    <a:pt x="8" y="4"/>
                  </a:moveTo>
                  <a:lnTo>
                    <a:pt x="3" y="4"/>
                  </a:lnTo>
                  <a:lnTo>
                    <a:pt x="3" y="0"/>
                  </a:lnTo>
                  <a:lnTo>
                    <a:pt x="0" y="0"/>
                  </a:lnTo>
                  <a:lnTo>
                    <a:pt x="0" y="10"/>
                  </a:lnTo>
                  <a:lnTo>
                    <a:pt x="3" y="10"/>
                  </a:lnTo>
                  <a:lnTo>
                    <a:pt x="3" y="7"/>
                  </a:lnTo>
                  <a:lnTo>
                    <a:pt x="8" y="7"/>
                  </a:lnTo>
                  <a:lnTo>
                    <a:pt x="8" y="10"/>
                  </a:lnTo>
                  <a:lnTo>
                    <a:pt x="11" y="10"/>
                  </a:lnTo>
                  <a:lnTo>
                    <a:pt x="11" y="0"/>
                  </a:lnTo>
                  <a:lnTo>
                    <a:pt x="8" y="0"/>
                  </a:lnTo>
                  <a:lnTo>
                    <a:pt x="8" y="4"/>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4" name="Freeform 1199"/>
            <p:cNvSpPr/>
            <p:nvPr/>
          </p:nvSpPr>
          <p:spPr bwMode="auto">
            <a:xfrm>
              <a:off x="2773362" y="4418014"/>
              <a:ext cx="15875" cy="17463"/>
            </a:xfrm>
            <a:custGeom>
              <a:avLst/>
              <a:gdLst>
                <a:gd name="T0" fmla="*/ 2147483646 w 10"/>
                <a:gd name="T1" fmla="*/ 2147483646 h 12"/>
                <a:gd name="T2" fmla="*/ 2147483646 w 10"/>
                <a:gd name="T3" fmla="*/ 2147483646 h 12"/>
                <a:gd name="T4" fmla="*/ 2147483646 w 10"/>
                <a:gd name="T5" fmla="*/ 2147483646 h 12"/>
                <a:gd name="T6" fmla="*/ 2147483646 w 10"/>
                <a:gd name="T7" fmla="*/ 0 h 12"/>
                <a:gd name="T8" fmla="*/ 0 w 10"/>
                <a:gd name="T9" fmla="*/ 0 h 12"/>
                <a:gd name="T10" fmla="*/ 0 w 10"/>
                <a:gd name="T11" fmla="*/ 2147483646 h 12"/>
                <a:gd name="T12" fmla="*/ 2147483646 w 10"/>
                <a:gd name="T13" fmla="*/ 2147483646 h 12"/>
                <a:gd name="T14" fmla="*/ 2147483646 w 10"/>
                <a:gd name="T15" fmla="*/ 2147483646 h 12"/>
                <a:gd name="T16" fmla="*/ 2147483646 w 10"/>
                <a:gd name="T17" fmla="*/ 0 h 12"/>
                <a:gd name="T18" fmla="*/ 2147483646 w 10"/>
                <a:gd name="T19" fmla="*/ 0 h 12"/>
                <a:gd name="T20" fmla="*/ 2147483646 w 10"/>
                <a:gd name="T21" fmla="*/ 2147483646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 h="12">
                  <a:moveTo>
                    <a:pt x="8" y="6"/>
                  </a:moveTo>
                  <a:cubicBezTo>
                    <a:pt x="8" y="8"/>
                    <a:pt x="7" y="9"/>
                    <a:pt x="5" y="9"/>
                  </a:cubicBezTo>
                  <a:cubicBezTo>
                    <a:pt x="3" y="9"/>
                    <a:pt x="2" y="8"/>
                    <a:pt x="2" y="6"/>
                  </a:cubicBezTo>
                  <a:cubicBezTo>
                    <a:pt x="2" y="0"/>
                    <a:pt x="2" y="0"/>
                    <a:pt x="2" y="0"/>
                  </a:cubicBezTo>
                  <a:cubicBezTo>
                    <a:pt x="0" y="0"/>
                    <a:pt x="0" y="0"/>
                    <a:pt x="0" y="0"/>
                  </a:cubicBezTo>
                  <a:cubicBezTo>
                    <a:pt x="0" y="6"/>
                    <a:pt x="0" y="6"/>
                    <a:pt x="0" y="6"/>
                  </a:cubicBezTo>
                  <a:cubicBezTo>
                    <a:pt x="0" y="10"/>
                    <a:pt x="2" y="12"/>
                    <a:pt x="5" y="12"/>
                  </a:cubicBezTo>
                  <a:cubicBezTo>
                    <a:pt x="8" y="12"/>
                    <a:pt x="10" y="10"/>
                    <a:pt x="10" y="6"/>
                  </a:cubicBezTo>
                  <a:cubicBezTo>
                    <a:pt x="10" y="0"/>
                    <a:pt x="10" y="0"/>
                    <a:pt x="10" y="0"/>
                  </a:cubicBezTo>
                  <a:cubicBezTo>
                    <a:pt x="8" y="0"/>
                    <a:pt x="8" y="0"/>
                    <a:pt x="8" y="0"/>
                  </a:cubicBezTo>
                  <a:lnTo>
                    <a:pt x="8" y="6"/>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5" name="Freeform 1200"/>
            <p:cNvSpPr/>
            <p:nvPr/>
          </p:nvSpPr>
          <p:spPr bwMode="auto">
            <a:xfrm>
              <a:off x="2808287" y="4418014"/>
              <a:ext cx="26987" cy="15875"/>
            </a:xfrm>
            <a:custGeom>
              <a:avLst/>
              <a:gdLst>
                <a:gd name="T0" fmla="*/ 2147483646 w 17"/>
                <a:gd name="T1" fmla="*/ 2147483646 h 10"/>
                <a:gd name="T2" fmla="*/ 2147483646 w 17"/>
                <a:gd name="T3" fmla="*/ 0 h 10"/>
                <a:gd name="T4" fmla="*/ 2147483646 w 17"/>
                <a:gd name="T5" fmla="*/ 0 h 10"/>
                <a:gd name="T6" fmla="*/ 2147483646 w 17"/>
                <a:gd name="T7" fmla="*/ 2147483646 h 10"/>
                <a:gd name="T8" fmla="*/ 2147483646 w 17"/>
                <a:gd name="T9" fmla="*/ 0 h 10"/>
                <a:gd name="T10" fmla="*/ 0 w 17"/>
                <a:gd name="T11" fmla="*/ 0 h 10"/>
                <a:gd name="T12" fmla="*/ 2147483646 w 17"/>
                <a:gd name="T13" fmla="*/ 2147483646 h 10"/>
                <a:gd name="T14" fmla="*/ 2147483646 w 17"/>
                <a:gd name="T15" fmla="*/ 2147483646 h 10"/>
                <a:gd name="T16" fmla="*/ 2147483646 w 17"/>
                <a:gd name="T17" fmla="*/ 2147483646 h 10"/>
                <a:gd name="T18" fmla="*/ 2147483646 w 17"/>
                <a:gd name="T19" fmla="*/ 2147483646 h 10"/>
                <a:gd name="T20" fmla="*/ 2147483646 w 17"/>
                <a:gd name="T21" fmla="*/ 2147483646 h 10"/>
                <a:gd name="T22" fmla="*/ 2147483646 w 17"/>
                <a:gd name="T23" fmla="*/ 0 h 10"/>
                <a:gd name="T24" fmla="*/ 2147483646 w 17"/>
                <a:gd name="T25" fmla="*/ 0 h 10"/>
                <a:gd name="T26" fmla="*/ 2147483646 w 17"/>
                <a:gd name="T27" fmla="*/ 2147483646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7" h="10">
                  <a:moveTo>
                    <a:pt x="12" y="8"/>
                  </a:moveTo>
                  <a:lnTo>
                    <a:pt x="9" y="0"/>
                  </a:lnTo>
                  <a:lnTo>
                    <a:pt x="7" y="0"/>
                  </a:lnTo>
                  <a:lnTo>
                    <a:pt x="5" y="8"/>
                  </a:lnTo>
                  <a:lnTo>
                    <a:pt x="2" y="0"/>
                  </a:lnTo>
                  <a:lnTo>
                    <a:pt x="0" y="0"/>
                  </a:lnTo>
                  <a:lnTo>
                    <a:pt x="4" y="10"/>
                  </a:lnTo>
                  <a:lnTo>
                    <a:pt x="6" y="10"/>
                  </a:lnTo>
                  <a:lnTo>
                    <a:pt x="8" y="4"/>
                  </a:lnTo>
                  <a:lnTo>
                    <a:pt x="11" y="10"/>
                  </a:lnTo>
                  <a:lnTo>
                    <a:pt x="13" y="10"/>
                  </a:lnTo>
                  <a:lnTo>
                    <a:pt x="17" y="0"/>
                  </a:lnTo>
                  <a:lnTo>
                    <a:pt x="15" y="0"/>
                  </a:lnTo>
                  <a:lnTo>
                    <a:pt x="12" y="8"/>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6" name="Freeform 1201"/>
            <p:cNvSpPr/>
            <p:nvPr/>
          </p:nvSpPr>
          <p:spPr bwMode="auto">
            <a:xfrm>
              <a:off x="2838450" y="4418014"/>
              <a:ext cx="14287" cy="15875"/>
            </a:xfrm>
            <a:custGeom>
              <a:avLst/>
              <a:gdLst>
                <a:gd name="T0" fmla="*/ 2147483646 w 9"/>
                <a:gd name="T1" fmla="*/ 2147483646 h 10"/>
                <a:gd name="T2" fmla="*/ 2147483646 w 9"/>
                <a:gd name="T3" fmla="*/ 2147483646 h 10"/>
                <a:gd name="T4" fmla="*/ 2147483646 w 9"/>
                <a:gd name="T5" fmla="*/ 2147483646 h 10"/>
                <a:gd name="T6" fmla="*/ 2147483646 w 9"/>
                <a:gd name="T7" fmla="*/ 2147483646 h 10"/>
                <a:gd name="T8" fmla="*/ 2147483646 w 9"/>
                <a:gd name="T9" fmla="*/ 2147483646 h 10"/>
                <a:gd name="T10" fmla="*/ 2147483646 w 9"/>
                <a:gd name="T11" fmla="*/ 2147483646 h 10"/>
                <a:gd name="T12" fmla="*/ 2147483646 w 9"/>
                <a:gd name="T13" fmla="*/ 0 h 10"/>
                <a:gd name="T14" fmla="*/ 0 w 9"/>
                <a:gd name="T15" fmla="*/ 0 h 10"/>
                <a:gd name="T16" fmla="*/ 0 w 9"/>
                <a:gd name="T17" fmla="*/ 2147483646 h 10"/>
                <a:gd name="T18" fmla="*/ 2147483646 w 9"/>
                <a:gd name="T19" fmla="*/ 2147483646 h 10"/>
                <a:gd name="T20" fmla="*/ 2147483646 w 9"/>
                <a:gd name="T21" fmla="*/ 2147483646 h 10"/>
                <a:gd name="T22" fmla="*/ 2147483646 w 9"/>
                <a:gd name="T23" fmla="*/ 2147483646 h 10"/>
                <a:gd name="T24" fmla="*/ 2147483646 w 9"/>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10">
                  <a:moveTo>
                    <a:pt x="2" y="6"/>
                  </a:moveTo>
                  <a:lnTo>
                    <a:pt x="7" y="6"/>
                  </a:lnTo>
                  <a:lnTo>
                    <a:pt x="7" y="4"/>
                  </a:lnTo>
                  <a:lnTo>
                    <a:pt x="2" y="4"/>
                  </a:lnTo>
                  <a:lnTo>
                    <a:pt x="2" y="2"/>
                  </a:lnTo>
                  <a:lnTo>
                    <a:pt x="9" y="2"/>
                  </a:lnTo>
                  <a:lnTo>
                    <a:pt x="9" y="0"/>
                  </a:lnTo>
                  <a:lnTo>
                    <a:pt x="0" y="0"/>
                  </a:lnTo>
                  <a:lnTo>
                    <a:pt x="0" y="10"/>
                  </a:lnTo>
                  <a:lnTo>
                    <a:pt x="9" y="10"/>
                  </a:lnTo>
                  <a:lnTo>
                    <a:pt x="9" y="9"/>
                  </a:lnTo>
                  <a:lnTo>
                    <a:pt x="2" y="9"/>
                  </a:lnTo>
                  <a:lnTo>
                    <a:pt x="2" y="6"/>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7" name="Rectangle 1202"/>
            <p:cNvSpPr>
              <a:spLocks noChangeArrowheads="1"/>
            </p:cNvSpPr>
            <p:nvPr/>
          </p:nvSpPr>
          <p:spPr bwMode="auto">
            <a:xfrm>
              <a:off x="2857500" y="4418014"/>
              <a:ext cx="3175" cy="15875"/>
            </a:xfrm>
            <a:prstGeom prst="rect">
              <a:avLst/>
            </a:prstGeom>
            <a:solidFill>
              <a:srgbClr val="5D5C5C"/>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8" name="Freeform 1203"/>
            <p:cNvSpPr>
              <a:spLocks noEditPoints="1"/>
            </p:cNvSpPr>
            <p:nvPr/>
          </p:nvSpPr>
          <p:spPr bwMode="auto">
            <a:xfrm>
              <a:off x="2790825" y="4418014"/>
              <a:ext cx="19050" cy="15875"/>
            </a:xfrm>
            <a:custGeom>
              <a:avLst/>
              <a:gdLst>
                <a:gd name="T0" fmla="*/ 2147483646 w 12"/>
                <a:gd name="T1" fmla="*/ 2147483646 h 10"/>
                <a:gd name="T2" fmla="*/ 2147483646 w 12"/>
                <a:gd name="T3" fmla="*/ 2147483646 h 10"/>
                <a:gd name="T4" fmla="*/ 2147483646 w 12"/>
                <a:gd name="T5" fmla="*/ 2147483646 h 10"/>
                <a:gd name="T6" fmla="*/ 2147483646 w 12"/>
                <a:gd name="T7" fmla="*/ 0 h 10"/>
                <a:gd name="T8" fmla="*/ 2147483646 w 12"/>
                <a:gd name="T9" fmla="*/ 0 h 10"/>
                <a:gd name="T10" fmla="*/ 2147483646 w 12"/>
                <a:gd name="T11" fmla="*/ 0 h 10"/>
                <a:gd name="T12" fmla="*/ 0 w 12"/>
                <a:gd name="T13" fmla="*/ 2147483646 h 10"/>
                <a:gd name="T14" fmla="*/ 2147483646 w 12"/>
                <a:gd name="T15" fmla="*/ 2147483646 h 10"/>
                <a:gd name="T16" fmla="*/ 2147483646 w 12"/>
                <a:gd name="T17" fmla="*/ 2147483646 h 10"/>
                <a:gd name="T18" fmla="*/ 2147483646 w 12"/>
                <a:gd name="T19" fmla="*/ 2147483646 h 10"/>
                <a:gd name="T20" fmla="*/ 2147483646 w 12"/>
                <a:gd name="T21" fmla="*/ 2147483646 h 10"/>
                <a:gd name="T22" fmla="*/ 2147483646 w 12"/>
                <a:gd name="T23" fmla="*/ 2147483646 h 10"/>
                <a:gd name="T24" fmla="*/ 2147483646 w 12"/>
                <a:gd name="T25" fmla="*/ 2147483646 h 10"/>
                <a:gd name="T26" fmla="*/ 2147483646 w 12"/>
                <a:gd name="T27" fmla="*/ 2147483646 h 10"/>
                <a:gd name="T28" fmla="*/ 2147483646 w 12"/>
                <a:gd name="T29" fmla="*/ 2147483646 h 10"/>
                <a:gd name="T30" fmla="*/ 2147483646 w 12"/>
                <a:gd name="T31" fmla="*/ 2147483646 h 10"/>
                <a:gd name="T32" fmla="*/ 2147483646 w 12"/>
                <a:gd name="T33" fmla="*/ 2147483646 h 10"/>
                <a:gd name="T34" fmla="*/ 2147483646 w 12"/>
                <a:gd name="T35" fmla="*/ 2147483646 h 10"/>
                <a:gd name="T36" fmla="*/ 2147483646 w 12"/>
                <a:gd name="T37" fmla="*/ 2147483646 h 10"/>
                <a:gd name="T38" fmla="*/ 2147483646 w 12"/>
                <a:gd name="T39" fmla="*/ 2147483646 h 1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 h="10">
                  <a:moveTo>
                    <a:pt x="8" y="9"/>
                  </a:moveTo>
                  <a:lnTo>
                    <a:pt x="9" y="10"/>
                  </a:lnTo>
                  <a:lnTo>
                    <a:pt x="12" y="10"/>
                  </a:lnTo>
                  <a:lnTo>
                    <a:pt x="6" y="0"/>
                  </a:lnTo>
                  <a:lnTo>
                    <a:pt x="4" y="0"/>
                  </a:lnTo>
                  <a:lnTo>
                    <a:pt x="0" y="10"/>
                  </a:lnTo>
                  <a:lnTo>
                    <a:pt x="3" y="10"/>
                  </a:lnTo>
                  <a:lnTo>
                    <a:pt x="4" y="9"/>
                  </a:lnTo>
                  <a:lnTo>
                    <a:pt x="8" y="9"/>
                  </a:lnTo>
                  <a:close/>
                  <a:moveTo>
                    <a:pt x="5" y="3"/>
                  </a:moveTo>
                  <a:lnTo>
                    <a:pt x="7" y="7"/>
                  </a:lnTo>
                  <a:lnTo>
                    <a:pt x="4" y="7"/>
                  </a:lnTo>
                  <a:lnTo>
                    <a:pt x="5" y="3"/>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9" name="Oval 1204"/>
            <p:cNvSpPr>
              <a:spLocks noChangeArrowheads="1"/>
            </p:cNvSpPr>
            <p:nvPr/>
          </p:nvSpPr>
          <p:spPr bwMode="auto">
            <a:xfrm>
              <a:off x="2747962" y="4456114"/>
              <a:ext cx="44450" cy="44450"/>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0" name="Oval 1205"/>
            <p:cNvSpPr>
              <a:spLocks noChangeArrowheads="1"/>
            </p:cNvSpPr>
            <p:nvPr/>
          </p:nvSpPr>
          <p:spPr bwMode="auto">
            <a:xfrm>
              <a:off x="2820987" y="4456114"/>
              <a:ext cx="44450" cy="44450"/>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101" name="组合 368"/>
          <p:cNvGrpSpPr/>
          <p:nvPr/>
        </p:nvGrpSpPr>
        <p:grpSpPr bwMode="auto">
          <a:xfrm>
            <a:off x="9359712" y="4945903"/>
            <a:ext cx="468081" cy="276230"/>
            <a:chOff x="2376486" y="973138"/>
            <a:chExt cx="889000" cy="533401"/>
          </a:xfrm>
        </p:grpSpPr>
        <p:sp>
          <p:nvSpPr>
            <p:cNvPr id="102" name="Freeform 5"/>
            <p:cNvSpPr/>
            <p:nvPr/>
          </p:nvSpPr>
          <p:spPr bwMode="auto">
            <a:xfrm>
              <a:off x="2482849" y="973138"/>
              <a:ext cx="677863" cy="479425"/>
            </a:xfrm>
            <a:custGeom>
              <a:avLst/>
              <a:gdLst>
                <a:gd name="T0" fmla="*/ 2147483646 w 437"/>
                <a:gd name="T1" fmla="*/ 2147483646 h 307"/>
                <a:gd name="T2" fmla="*/ 2147483646 w 437"/>
                <a:gd name="T3" fmla="*/ 2147483646 h 307"/>
                <a:gd name="T4" fmla="*/ 2147483646 w 437"/>
                <a:gd name="T5" fmla="*/ 2147483646 h 307"/>
                <a:gd name="T6" fmla="*/ 2147483646 w 437"/>
                <a:gd name="T7" fmla="*/ 2147483646 h 307"/>
                <a:gd name="T8" fmla="*/ 2147483646 w 437"/>
                <a:gd name="T9" fmla="*/ 2147483646 h 307"/>
                <a:gd name="T10" fmla="*/ 2147483646 w 437"/>
                <a:gd name="T11" fmla="*/ 2147483646 h 307"/>
                <a:gd name="T12" fmla="*/ 2147483646 w 437"/>
                <a:gd name="T13" fmla="*/ 2147483646 h 307"/>
                <a:gd name="T14" fmla="*/ 0 w 437"/>
                <a:gd name="T15" fmla="*/ 2147483646 h 307"/>
                <a:gd name="T16" fmla="*/ 0 w 437"/>
                <a:gd name="T17" fmla="*/ 2147483646 h 307"/>
                <a:gd name="T18" fmla="*/ 2147483646 w 437"/>
                <a:gd name="T19" fmla="*/ 0 h 307"/>
                <a:gd name="T20" fmla="*/ 2147483646 w 437"/>
                <a:gd name="T21" fmla="*/ 0 h 307"/>
                <a:gd name="T22" fmla="*/ 2147483646 w 437"/>
                <a:gd name="T23" fmla="*/ 2147483646 h 307"/>
                <a:gd name="T24" fmla="*/ 2147483646 w 437"/>
                <a:gd name="T25" fmla="*/ 2147483646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7" h="307">
                  <a:moveTo>
                    <a:pt x="437" y="307"/>
                  </a:moveTo>
                  <a:cubicBezTo>
                    <a:pt x="429" y="307"/>
                    <a:pt x="429" y="307"/>
                    <a:pt x="429" y="307"/>
                  </a:cubicBezTo>
                  <a:cubicBezTo>
                    <a:pt x="429" y="14"/>
                    <a:pt x="429" y="14"/>
                    <a:pt x="429" y="14"/>
                  </a:cubicBezTo>
                  <a:cubicBezTo>
                    <a:pt x="429" y="11"/>
                    <a:pt x="426" y="8"/>
                    <a:pt x="423" y="8"/>
                  </a:cubicBezTo>
                  <a:cubicBezTo>
                    <a:pt x="13" y="8"/>
                    <a:pt x="13" y="8"/>
                    <a:pt x="13" y="8"/>
                  </a:cubicBezTo>
                  <a:cubicBezTo>
                    <a:pt x="10" y="8"/>
                    <a:pt x="8" y="11"/>
                    <a:pt x="8" y="14"/>
                  </a:cubicBezTo>
                  <a:cubicBezTo>
                    <a:pt x="8" y="307"/>
                    <a:pt x="8" y="307"/>
                    <a:pt x="8" y="307"/>
                  </a:cubicBezTo>
                  <a:cubicBezTo>
                    <a:pt x="0" y="307"/>
                    <a:pt x="0" y="307"/>
                    <a:pt x="0" y="307"/>
                  </a:cubicBezTo>
                  <a:cubicBezTo>
                    <a:pt x="0" y="14"/>
                    <a:pt x="0" y="14"/>
                    <a:pt x="0" y="14"/>
                  </a:cubicBezTo>
                  <a:cubicBezTo>
                    <a:pt x="0" y="6"/>
                    <a:pt x="6" y="0"/>
                    <a:pt x="13" y="0"/>
                  </a:cubicBezTo>
                  <a:cubicBezTo>
                    <a:pt x="423" y="0"/>
                    <a:pt x="423" y="0"/>
                    <a:pt x="423" y="0"/>
                  </a:cubicBezTo>
                  <a:cubicBezTo>
                    <a:pt x="431" y="0"/>
                    <a:pt x="437" y="6"/>
                    <a:pt x="437" y="14"/>
                  </a:cubicBezTo>
                  <a:lnTo>
                    <a:pt x="437" y="307"/>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3" name="Freeform 6"/>
            <p:cNvSpPr>
              <a:spLocks noEditPoints="1"/>
            </p:cNvSpPr>
            <p:nvPr/>
          </p:nvSpPr>
          <p:spPr bwMode="auto">
            <a:xfrm>
              <a:off x="2501899" y="995363"/>
              <a:ext cx="638175" cy="436563"/>
            </a:xfrm>
            <a:custGeom>
              <a:avLst/>
              <a:gdLst>
                <a:gd name="T0" fmla="*/ 2147483646 w 402"/>
                <a:gd name="T1" fmla="*/ 2147483646 h 275"/>
                <a:gd name="T2" fmla="*/ 0 w 402"/>
                <a:gd name="T3" fmla="*/ 2147483646 h 275"/>
                <a:gd name="T4" fmla="*/ 0 w 402"/>
                <a:gd name="T5" fmla="*/ 0 h 275"/>
                <a:gd name="T6" fmla="*/ 2147483646 w 402"/>
                <a:gd name="T7" fmla="*/ 0 h 275"/>
                <a:gd name="T8" fmla="*/ 2147483646 w 402"/>
                <a:gd name="T9" fmla="*/ 2147483646 h 275"/>
                <a:gd name="T10" fmla="*/ 2147483646 w 402"/>
                <a:gd name="T11" fmla="*/ 2147483646 h 275"/>
                <a:gd name="T12" fmla="*/ 2147483646 w 402"/>
                <a:gd name="T13" fmla="*/ 2147483646 h 275"/>
                <a:gd name="T14" fmla="*/ 2147483646 w 402"/>
                <a:gd name="T15" fmla="*/ 2147483646 h 275"/>
                <a:gd name="T16" fmla="*/ 2147483646 w 402"/>
                <a:gd name="T17" fmla="*/ 2147483646 h 275"/>
                <a:gd name="T18" fmla="*/ 2147483646 w 402"/>
                <a:gd name="T19" fmla="*/ 2147483646 h 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2" h="275">
                  <a:moveTo>
                    <a:pt x="402" y="275"/>
                  </a:moveTo>
                  <a:lnTo>
                    <a:pt x="0" y="275"/>
                  </a:lnTo>
                  <a:lnTo>
                    <a:pt x="0" y="0"/>
                  </a:lnTo>
                  <a:lnTo>
                    <a:pt x="402" y="0"/>
                  </a:lnTo>
                  <a:lnTo>
                    <a:pt x="402" y="275"/>
                  </a:lnTo>
                  <a:close/>
                  <a:moveTo>
                    <a:pt x="4" y="271"/>
                  </a:moveTo>
                  <a:lnTo>
                    <a:pt x="398" y="271"/>
                  </a:lnTo>
                  <a:lnTo>
                    <a:pt x="398" y="4"/>
                  </a:lnTo>
                  <a:lnTo>
                    <a:pt x="4" y="4"/>
                  </a:lnTo>
                  <a:lnTo>
                    <a:pt x="4" y="271"/>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4" name="Freeform 7"/>
            <p:cNvSpPr>
              <a:spLocks noEditPoints="1"/>
            </p:cNvSpPr>
            <p:nvPr/>
          </p:nvSpPr>
          <p:spPr bwMode="auto">
            <a:xfrm>
              <a:off x="2725736" y="1449388"/>
              <a:ext cx="192088" cy="20638"/>
            </a:xfrm>
            <a:custGeom>
              <a:avLst/>
              <a:gdLst>
                <a:gd name="T0" fmla="*/ 2147483646 w 121"/>
                <a:gd name="T1" fmla="*/ 2147483646 h 13"/>
                <a:gd name="T2" fmla="*/ 0 w 121"/>
                <a:gd name="T3" fmla="*/ 2147483646 h 13"/>
                <a:gd name="T4" fmla="*/ 0 w 121"/>
                <a:gd name="T5" fmla="*/ 0 h 13"/>
                <a:gd name="T6" fmla="*/ 2147483646 w 121"/>
                <a:gd name="T7" fmla="*/ 0 h 13"/>
                <a:gd name="T8" fmla="*/ 2147483646 w 121"/>
                <a:gd name="T9" fmla="*/ 2147483646 h 13"/>
                <a:gd name="T10" fmla="*/ 2147483646 w 121"/>
                <a:gd name="T11" fmla="*/ 2147483646 h 13"/>
                <a:gd name="T12" fmla="*/ 2147483646 w 121"/>
                <a:gd name="T13" fmla="*/ 2147483646 h 13"/>
                <a:gd name="T14" fmla="*/ 2147483646 w 121"/>
                <a:gd name="T15" fmla="*/ 2147483646 h 13"/>
                <a:gd name="T16" fmla="*/ 2147483646 w 121"/>
                <a:gd name="T17" fmla="*/ 2147483646 h 13"/>
                <a:gd name="T18" fmla="*/ 2147483646 w 121"/>
                <a:gd name="T19" fmla="*/ 214748364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1" h="13">
                  <a:moveTo>
                    <a:pt x="121" y="13"/>
                  </a:moveTo>
                  <a:lnTo>
                    <a:pt x="0" y="13"/>
                  </a:lnTo>
                  <a:lnTo>
                    <a:pt x="0" y="0"/>
                  </a:lnTo>
                  <a:lnTo>
                    <a:pt x="121" y="0"/>
                  </a:lnTo>
                  <a:lnTo>
                    <a:pt x="121" y="13"/>
                  </a:lnTo>
                  <a:close/>
                  <a:moveTo>
                    <a:pt x="4" y="9"/>
                  </a:moveTo>
                  <a:lnTo>
                    <a:pt x="117" y="9"/>
                  </a:lnTo>
                  <a:lnTo>
                    <a:pt x="117" y="4"/>
                  </a:lnTo>
                  <a:lnTo>
                    <a:pt x="4" y="4"/>
                  </a:lnTo>
                  <a:lnTo>
                    <a:pt x="4" y="9"/>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5" name="Rectangle 8"/>
            <p:cNvSpPr>
              <a:spLocks noChangeArrowheads="1"/>
            </p:cNvSpPr>
            <p:nvPr/>
          </p:nvSpPr>
          <p:spPr bwMode="auto">
            <a:xfrm>
              <a:off x="2487611" y="1449388"/>
              <a:ext cx="666750" cy="6350"/>
            </a:xfrm>
            <a:prstGeom prst="rect">
              <a:avLst/>
            </a:prstGeom>
            <a:solidFill>
              <a:srgbClr val="5A5858"/>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6" name="Freeform 9"/>
            <p:cNvSpPr/>
            <p:nvPr/>
          </p:nvSpPr>
          <p:spPr bwMode="auto">
            <a:xfrm>
              <a:off x="2800349" y="1436688"/>
              <a:ext cx="6350" cy="7938"/>
            </a:xfrm>
            <a:custGeom>
              <a:avLst/>
              <a:gdLst>
                <a:gd name="T0" fmla="*/ 2147483646 w 4"/>
                <a:gd name="T1" fmla="*/ 2147483646 h 5"/>
                <a:gd name="T2" fmla="*/ 0 w 4"/>
                <a:gd name="T3" fmla="*/ 2147483646 h 5"/>
                <a:gd name="T4" fmla="*/ 0 w 4"/>
                <a:gd name="T5" fmla="*/ 0 h 5"/>
                <a:gd name="T6" fmla="*/ 0 w 4"/>
                <a:gd name="T7" fmla="*/ 0 h 5"/>
                <a:gd name="T8" fmla="*/ 0 w 4"/>
                <a:gd name="T9" fmla="*/ 2147483646 h 5"/>
                <a:gd name="T10" fmla="*/ 0 w 4"/>
                <a:gd name="T11" fmla="*/ 2147483646 h 5"/>
                <a:gd name="T12" fmla="*/ 0 w 4"/>
                <a:gd name="T13" fmla="*/ 2147483646 h 5"/>
                <a:gd name="T14" fmla="*/ 2147483646 w 4"/>
                <a:gd name="T15" fmla="*/ 2147483646 h 5"/>
                <a:gd name="T16" fmla="*/ 2147483646 w 4"/>
                <a:gd name="T17" fmla="*/ 2147483646 h 5"/>
                <a:gd name="T18" fmla="*/ 2147483646 w 4"/>
                <a:gd name="T19" fmla="*/ 2147483646 h 5"/>
                <a:gd name="T20" fmla="*/ 2147483646 w 4"/>
                <a:gd name="T21" fmla="*/ 0 h 5"/>
                <a:gd name="T22" fmla="*/ 2147483646 w 4"/>
                <a:gd name="T23" fmla="*/ 0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3" y="2"/>
                  </a:moveTo>
                  <a:lnTo>
                    <a:pt x="0" y="2"/>
                  </a:lnTo>
                  <a:lnTo>
                    <a:pt x="0" y="0"/>
                  </a:lnTo>
                  <a:lnTo>
                    <a:pt x="0" y="5"/>
                  </a:lnTo>
                  <a:lnTo>
                    <a:pt x="0" y="3"/>
                  </a:lnTo>
                  <a:lnTo>
                    <a:pt x="3" y="3"/>
                  </a:lnTo>
                  <a:lnTo>
                    <a:pt x="3" y="5"/>
                  </a:lnTo>
                  <a:lnTo>
                    <a:pt x="4" y="5"/>
                  </a:lnTo>
                  <a:lnTo>
                    <a:pt x="4" y="0"/>
                  </a:lnTo>
                  <a:lnTo>
                    <a:pt x="3" y="0"/>
                  </a:lnTo>
                  <a:lnTo>
                    <a:pt x="3" y="2"/>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7" name="Freeform 10"/>
            <p:cNvSpPr/>
            <p:nvPr/>
          </p:nvSpPr>
          <p:spPr bwMode="auto">
            <a:xfrm>
              <a:off x="2808286" y="143668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0 w 4"/>
                <a:gd name="T9" fmla="*/ 0 h 5"/>
                <a:gd name="T10" fmla="*/ 0 w 4"/>
                <a:gd name="T11" fmla="*/ 2147483646 h 5"/>
                <a:gd name="T12" fmla="*/ 2147483646 w 4"/>
                <a:gd name="T13" fmla="*/ 2147483646 h 5"/>
                <a:gd name="T14" fmla="*/ 2147483646 w 4"/>
                <a:gd name="T15" fmla="*/ 2147483646 h 5"/>
                <a:gd name="T16" fmla="*/ 2147483646 w 4"/>
                <a:gd name="T17" fmla="*/ 0 h 5"/>
                <a:gd name="T18" fmla="*/ 2147483646 w 4"/>
                <a:gd name="T19" fmla="*/ 0 h 5"/>
                <a:gd name="T20" fmla="*/ 2147483646 w 4"/>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 h="5">
                  <a:moveTo>
                    <a:pt x="3" y="3"/>
                  </a:moveTo>
                  <a:cubicBezTo>
                    <a:pt x="3" y="4"/>
                    <a:pt x="3" y="4"/>
                    <a:pt x="2" y="4"/>
                  </a:cubicBezTo>
                  <a:cubicBezTo>
                    <a:pt x="1" y="4"/>
                    <a:pt x="1" y="4"/>
                    <a:pt x="1" y="3"/>
                  </a:cubicBezTo>
                  <a:cubicBezTo>
                    <a:pt x="1" y="0"/>
                    <a:pt x="1" y="0"/>
                    <a:pt x="1" y="0"/>
                  </a:cubicBezTo>
                  <a:cubicBezTo>
                    <a:pt x="0" y="0"/>
                    <a:pt x="0" y="0"/>
                    <a:pt x="0" y="0"/>
                  </a:cubicBezTo>
                  <a:cubicBezTo>
                    <a:pt x="0" y="3"/>
                    <a:pt x="0" y="3"/>
                    <a:pt x="0" y="3"/>
                  </a:cubicBezTo>
                  <a:cubicBezTo>
                    <a:pt x="0" y="4"/>
                    <a:pt x="1" y="5"/>
                    <a:pt x="2" y="5"/>
                  </a:cubicBezTo>
                  <a:cubicBezTo>
                    <a:pt x="3" y="5"/>
                    <a:pt x="4" y="4"/>
                    <a:pt x="4" y="3"/>
                  </a:cubicBezTo>
                  <a:cubicBezTo>
                    <a:pt x="4" y="0"/>
                    <a:pt x="4" y="0"/>
                    <a:pt x="4" y="0"/>
                  </a:cubicBezTo>
                  <a:cubicBezTo>
                    <a:pt x="3" y="0"/>
                    <a:pt x="3" y="0"/>
                    <a:pt x="3" y="0"/>
                  </a:cubicBezTo>
                  <a:lnTo>
                    <a:pt x="3" y="3"/>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8" name="Freeform 11"/>
            <p:cNvSpPr/>
            <p:nvPr/>
          </p:nvSpPr>
          <p:spPr bwMode="auto">
            <a:xfrm>
              <a:off x="2822574" y="1436688"/>
              <a:ext cx="11113" cy="7938"/>
            </a:xfrm>
            <a:custGeom>
              <a:avLst/>
              <a:gdLst>
                <a:gd name="T0" fmla="*/ 2147483646 w 7"/>
                <a:gd name="T1" fmla="*/ 2147483646 h 5"/>
                <a:gd name="T2" fmla="*/ 2147483646 w 7"/>
                <a:gd name="T3" fmla="*/ 0 h 5"/>
                <a:gd name="T4" fmla="*/ 2147483646 w 7"/>
                <a:gd name="T5" fmla="*/ 0 h 5"/>
                <a:gd name="T6" fmla="*/ 2147483646 w 7"/>
                <a:gd name="T7" fmla="*/ 2147483646 h 5"/>
                <a:gd name="T8" fmla="*/ 2147483646 w 7"/>
                <a:gd name="T9" fmla="*/ 0 h 5"/>
                <a:gd name="T10" fmla="*/ 0 w 7"/>
                <a:gd name="T11" fmla="*/ 0 h 5"/>
                <a:gd name="T12" fmla="*/ 2147483646 w 7"/>
                <a:gd name="T13" fmla="*/ 2147483646 h 5"/>
                <a:gd name="T14" fmla="*/ 2147483646 w 7"/>
                <a:gd name="T15" fmla="*/ 2147483646 h 5"/>
                <a:gd name="T16" fmla="*/ 2147483646 w 7"/>
                <a:gd name="T17" fmla="*/ 2147483646 h 5"/>
                <a:gd name="T18" fmla="*/ 2147483646 w 7"/>
                <a:gd name="T19" fmla="*/ 2147483646 h 5"/>
                <a:gd name="T20" fmla="*/ 2147483646 w 7"/>
                <a:gd name="T21" fmla="*/ 2147483646 h 5"/>
                <a:gd name="T22" fmla="*/ 2147483646 w 7"/>
                <a:gd name="T23" fmla="*/ 0 h 5"/>
                <a:gd name="T24" fmla="*/ 2147483646 w 7"/>
                <a:gd name="T25" fmla="*/ 0 h 5"/>
                <a:gd name="T26" fmla="*/ 2147483646 w 7"/>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 h="5">
                  <a:moveTo>
                    <a:pt x="5" y="3"/>
                  </a:moveTo>
                  <a:lnTo>
                    <a:pt x="4" y="0"/>
                  </a:lnTo>
                  <a:lnTo>
                    <a:pt x="3" y="0"/>
                  </a:lnTo>
                  <a:lnTo>
                    <a:pt x="2" y="3"/>
                  </a:lnTo>
                  <a:lnTo>
                    <a:pt x="1" y="0"/>
                  </a:lnTo>
                  <a:lnTo>
                    <a:pt x="0" y="0"/>
                  </a:lnTo>
                  <a:lnTo>
                    <a:pt x="2" y="5"/>
                  </a:lnTo>
                  <a:lnTo>
                    <a:pt x="3" y="5"/>
                  </a:lnTo>
                  <a:lnTo>
                    <a:pt x="4" y="2"/>
                  </a:lnTo>
                  <a:lnTo>
                    <a:pt x="5" y="5"/>
                  </a:lnTo>
                  <a:lnTo>
                    <a:pt x="6" y="5"/>
                  </a:lnTo>
                  <a:lnTo>
                    <a:pt x="7" y="0"/>
                  </a:lnTo>
                  <a:lnTo>
                    <a:pt x="6" y="0"/>
                  </a:lnTo>
                  <a:lnTo>
                    <a:pt x="5" y="3"/>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9" name="Freeform 12"/>
            <p:cNvSpPr/>
            <p:nvPr/>
          </p:nvSpPr>
          <p:spPr bwMode="auto">
            <a:xfrm>
              <a:off x="2835274" y="143668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2147483646 h 5"/>
                <a:gd name="T8" fmla="*/ 2147483646 w 4"/>
                <a:gd name="T9" fmla="*/ 2147483646 h 5"/>
                <a:gd name="T10" fmla="*/ 2147483646 w 4"/>
                <a:gd name="T11" fmla="*/ 2147483646 h 5"/>
                <a:gd name="T12" fmla="*/ 2147483646 w 4"/>
                <a:gd name="T13" fmla="*/ 0 h 5"/>
                <a:gd name="T14" fmla="*/ 0 w 4"/>
                <a:gd name="T15" fmla="*/ 0 h 5"/>
                <a:gd name="T16" fmla="*/ 0 w 4"/>
                <a:gd name="T17" fmla="*/ 2147483646 h 5"/>
                <a:gd name="T18" fmla="*/ 2147483646 w 4"/>
                <a:gd name="T19" fmla="*/ 2147483646 h 5"/>
                <a:gd name="T20" fmla="*/ 2147483646 w 4"/>
                <a:gd name="T21" fmla="*/ 2147483646 h 5"/>
                <a:gd name="T22" fmla="*/ 2147483646 w 4"/>
                <a:gd name="T23" fmla="*/ 2147483646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1" y="3"/>
                  </a:moveTo>
                  <a:lnTo>
                    <a:pt x="3" y="3"/>
                  </a:lnTo>
                  <a:lnTo>
                    <a:pt x="3" y="2"/>
                  </a:lnTo>
                  <a:lnTo>
                    <a:pt x="1" y="2"/>
                  </a:lnTo>
                  <a:lnTo>
                    <a:pt x="1" y="1"/>
                  </a:lnTo>
                  <a:lnTo>
                    <a:pt x="4" y="1"/>
                  </a:lnTo>
                  <a:lnTo>
                    <a:pt x="4" y="0"/>
                  </a:lnTo>
                  <a:lnTo>
                    <a:pt x="0" y="0"/>
                  </a:lnTo>
                  <a:lnTo>
                    <a:pt x="0" y="5"/>
                  </a:lnTo>
                  <a:lnTo>
                    <a:pt x="4" y="5"/>
                  </a:lnTo>
                  <a:lnTo>
                    <a:pt x="4" y="4"/>
                  </a:lnTo>
                  <a:lnTo>
                    <a:pt x="1" y="4"/>
                  </a:lnTo>
                  <a:lnTo>
                    <a:pt x="1" y="3"/>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0" name="Rectangle 13"/>
            <p:cNvSpPr>
              <a:spLocks noChangeArrowheads="1"/>
            </p:cNvSpPr>
            <p:nvPr/>
          </p:nvSpPr>
          <p:spPr bwMode="auto">
            <a:xfrm>
              <a:off x="2843211" y="1436688"/>
              <a:ext cx="1588" cy="7938"/>
            </a:xfrm>
            <a:prstGeom prst="rect">
              <a:avLst/>
            </a:prstGeom>
            <a:solidFill>
              <a:srgbClr val="5D5C5C"/>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1" name="Freeform 14"/>
            <p:cNvSpPr>
              <a:spLocks noEditPoints="1"/>
            </p:cNvSpPr>
            <p:nvPr/>
          </p:nvSpPr>
          <p:spPr bwMode="auto">
            <a:xfrm>
              <a:off x="2816224" y="1436688"/>
              <a:ext cx="7938" cy="7938"/>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2147483646 w 5"/>
                <a:gd name="T9" fmla="*/ 0 h 5"/>
                <a:gd name="T10" fmla="*/ 2147483646 w 5"/>
                <a:gd name="T11" fmla="*/ 0 h 5"/>
                <a:gd name="T12" fmla="*/ 0 w 5"/>
                <a:gd name="T13" fmla="*/ 2147483646 h 5"/>
                <a:gd name="T14" fmla="*/ 2147483646 w 5"/>
                <a:gd name="T15" fmla="*/ 2147483646 h 5"/>
                <a:gd name="T16" fmla="*/ 2147483646 w 5"/>
                <a:gd name="T17" fmla="*/ 2147483646 h 5"/>
                <a:gd name="T18" fmla="*/ 2147483646 w 5"/>
                <a:gd name="T19" fmla="*/ 2147483646 h 5"/>
                <a:gd name="T20" fmla="*/ 2147483646 w 5"/>
                <a:gd name="T21" fmla="*/ 2147483646 h 5"/>
                <a:gd name="T22" fmla="*/ 2147483646 w 5"/>
                <a:gd name="T23" fmla="*/ 2147483646 h 5"/>
                <a:gd name="T24" fmla="*/ 2147483646 w 5"/>
                <a:gd name="T25" fmla="*/ 2147483646 h 5"/>
                <a:gd name="T26" fmla="*/ 2147483646 w 5"/>
                <a:gd name="T27" fmla="*/ 2147483646 h 5"/>
                <a:gd name="T28" fmla="*/ 2147483646 w 5"/>
                <a:gd name="T29" fmla="*/ 2147483646 h 5"/>
                <a:gd name="T30" fmla="*/ 2147483646 w 5"/>
                <a:gd name="T31" fmla="*/ 2147483646 h 5"/>
                <a:gd name="T32" fmla="*/ 2147483646 w 5"/>
                <a:gd name="T33" fmla="*/ 2147483646 h 5"/>
                <a:gd name="T34" fmla="*/ 2147483646 w 5"/>
                <a:gd name="T35" fmla="*/ 2147483646 h 5"/>
                <a:gd name="T36" fmla="*/ 2147483646 w 5"/>
                <a:gd name="T37" fmla="*/ 2147483646 h 5"/>
                <a:gd name="T38" fmla="*/ 2147483646 w 5"/>
                <a:gd name="T39" fmla="*/ 2147483646 h 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5">
                  <a:moveTo>
                    <a:pt x="3" y="4"/>
                  </a:moveTo>
                  <a:lnTo>
                    <a:pt x="4" y="5"/>
                  </a:lnTo>
                  <a:lnTo>
                    <a:pt x="5" y="5"/>
                  </a:lnTo>
                  <a:lnTo>
                    <a:pt x="3" y="0"/>
                  </a:lnTo>
                  <a:lnTo>
                    <a:pt x="2" y="0"/>
                  </a:lnTo>
                  <a:lnTo>
                    <a:pt x="0" y="5"/>
                  </a:lnTo>
                  <a:lnTo>
                    <a:pt x="1" y="5"/>
                  </a:lnTo>
                  <a:lnTo>
                    <a:pt x="1" y="4"/>
                  </a:lnTo>
                  <a:lnTo>
                    <a:pt x="3" y="4"/>
                  </a:lnTo>
                  <a:close/>
                  <a:moveTo>
                    <a:pt x="2" y="1"/>
                  </a:moveTo>
                  <a:lnTo>
                    <a:pt x="3" y="3"/>
                  </a:lnTo>
                  <a:lnTo>
                    <a:pt x="1" y="3"/>
                  </a:lnTo>
                  <a:lnTo>
                    <a:pt x="2" y="1"/>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2" name="Freeform 15"/>
            <p:cNvSpPr/>
            <p:nvPr/>
          </p:nvSpPr>
          <p:spPr bwMode="auto">
            <a:xfrm>
              <a:off x="3065461" y="1452563"/>
              <a:ext cx="200025" cy="38100"/>
            </a:xfrm>
            <a:custGeom>
              <a:avLst/>
              <a:gdLst>
                <a:gd name="T0" fmla="*/ 2147483646 w 129"/>
                <a:gd name="T1" fmla="*/ 2147483646 h 25"/>
                <a:gd name="T2" fmla="*/ 0 w 129"/>
                <a:gd name="T3" fmla="*/ 2147483646 h 25"/>
                <a:gd name="T4" fmla="*/ 0 w 129"/>
                <a:gd name="T5" fmla="*/ 2147483646 h 25"/>
                <a:gd name="T6" fmla="*/ 2147483646 w 129"/>
                <a:gd name="T7" fmla="*/ 2147483646 h 25"/>
                <a:gd name="T8" fmla="*/ 2147483646 w 129"/>
                <a:gd name="T9" fmla="*/ 2147483646 h 25"/>
                <a:gd name="T10" fmla="*/ 2147483646 w 129"/>
                <a:gd name="T11" fmla="*/ 2147483646 h 25"/>
                <a:gd name="T12" fmla="*/ 2147483646 w 129"/>
                <a:gd name="T13" fmla="*/ 0 h 25"/>
                <a:gd name="T14" fmla="*/ 2147483646 w 129"/>
                <a:gd name="T15" fmla="*/ 0 h 25"/>
                <a:gd name="T16" fmla="*/ 2147483646 w 129"/>
                <a:gd name="T17" fmla="*/ 2147483646 h 25"/>
                <a:gd name="T18" fmla="*/ 2147483646 w 129"/>
                <a:gd name="T19" fmla="*/ 2147483646 h 25"/>
                <a:gd name="T20" fmla="*/ 2147483646 w 129"/>
                <a:gd name="T21" fmla="*/ 2147483646 h 25"/>
                <a:gd name="T22" fmla="*/ 2147483646 w 129"/>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 h="25">
                  <a:moveTo>
                    <a:pt x="28" y="25"/>
                  </a:moveTo>
                  <a:cubicBezTo>
                    <a:pt x="0" y="25"/>
                    <a:pt x="0" y="25"/>
                    <a:pt x="0" y="25"/>
                  </a:cubicBezTo>
                  <a:cubicBezTo>
                    <a:pt x="0" y="17"/>
                    <a:pt x="0" y="17"/>
                    <a:pt x="0" y="17"/>
                  </a:cubicBezTo>
                  <a:cubicBezTo>
                    <a:pt x="28" y="17"/>
                    <a:pt x="28" y="17"/>
                    <a:pt x="28" y="17"/>
                  </a:cubicBezTo>
                  <a:cubicBezTo>
                    <a:pt x="47" y="17"/>
                    <a:pt x="67" y="15"/>
                    <a:pt x="86" y="10"/>
                  </a:cubicBezTo>
                  <a:cubicBezTo>
                    <a:pt x="121" y="1"/>
                    <a:pt x="121" y="1"/>
                    <a:pt x="121" y="1"/>
                  </a:cubicBezTo>
                  <a:cubicBezTo>
                    <a:pt x="121" y="0"/>
                    <a:pt x="121" y="0"/>
                    <a:pt x="121" y="0"/>
                  </a:cubicBezTo>
                  <a:cubicBezTo>
                    <a:pt x="129" y="0"/>
                    <a:pt x="129" y="0"/>
                    <a:pt x="129" y="0"/>
                  </a:cubicBezTo>
                  <a:cubicBezTo>
                    <a:pt x="129" y="4"/>
                    <a:pt x="129" y="4"/>
                    <a:pt x="129" y="4"/>
                  </a:cubicBezTo>
                  <a:cubicBezTo>
                    <a:pt x="129" y="6"/>
                    <a:pt x="128" y="8"/>
                    <a:pt x="126" y="8"/>
                  </a:cubicBezTo>
                  <a:cubicBezTo>
                    <a:pt x="88" y="18"/>
                    <a:pt x="88" y="18"/>
                    <a:pt x="88" y="18"/>
                  </a:cubicBezTo>
                  <a:cubicBezTo>
                    <a:pt x="68" y="23"/>
                    <a:pt x="48" y="25"/>
                    <a:pt x="28" y="25"/>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3" name="Freeform 16"/>
            <p:cNvSpPr/>
            <p:nvPr/>
          </p:nvSpPr>
          <p:spPr bwMode="auto">
            <a:xfrm>
              <a:off x="2376486" y="1452563"/>
              <a:ext cx="606425" cy="38100"/>
            </a:xfrm>
            <a:custGeom>
              <a:avLst/>
              <a:gdLst>
                <a:gd name="T0" fmla="*/ 2147483646 w 390"/>
                <a:gd name="T1" fmla="*/ 2147483646 h 25"/>
                <a:gd name="T2" fmla="*/ 2147483646 w 390"/>
                <a:gd name="T3" fmla="*/ 2147483646 h 25"/>
                <a:gd name="T4" fmla="*/ 2147483646 w 390"/>
                <a:gd name="T5" fmla="*/ 2147483646 h 25"/>
                <a:gd name="T6" fmla="*/ 2147483646 w 390"/>
                <a:gd name="T7" fmla="*/ 2147483646 h 25"/>
                <a:gd name="T8" fmla="*/ 0 w 390"/>
                <a:gd name="T9" fmla="*/ 2147483646 h 25"/>
                <a:gd name="T10" fmla="*/ 0 w 390"/>
                <a:gd name="T11" fmla="*/ 0 h 25"/>
                <a:gd name="T12" fmla="*/ 2147483646 w 390"/>
                <a:gd name="T13" fmla="*/ 0 h 25"/>
                <a:gd name="T14" fmla="*/ 2147483646 w 390"/>
                <a:gd name="T15" fmla="*/ 2147483646 h 25"/>
                <a:gd name="T16" fmla="*/ 2147483646 w 390"/>
                <a:gd name="T17" fmla="*/ 2147483646 h 25"/>
                <a:gd name="T18" fmla="*/ 2147483646 w 390"/>
                <a:gd name="T19" fmla="*/ 2147483646 h 25"/>
                <a:gd name="T20" fmla="*/ 2147483646 w 390"/>
                <a:gd name="T21" fmla="*/ 2147483646 h 25"/>
                <a:gd name="T22" fmla="*/ 2147483646 w 390"/>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5">
                  <a:moveTo>
                    <a:pt x="390" y="25"/>
                  </a:moveTo>
                  <a:cubicBezTo>
                    <a:pt x="102" y="25"/>
                    <a:pt x="102" y="25"/>
                    <a:pt x="102" y="25"/>
                  </a:cubicBezTo>
                  <a:cubicBezTo>
                    <a:pt x="81" y="25"/>
                    <a:pt x="61" y="23"/>
                    <a:pt x="42" y="18"/>
                  </a:cubicBezTo>
                  <a:cubicBezTo>
                    <a:pt x="3" y="8"/>
                    <a:pt x="3" y="8"/>
                    <a:pt x="3" y="8"/>
                  </a:cubicBezTo>
                  <a:cubicBezTo>
                    <a:pt x="1" y="8"/>
                    <a:pt x="0" y="6"/>
                    <a:pt x="0" y="4"/>
                  </a:cubicBezTo>
                  <a:cubicBezTo>
                    <a:pt x="0" y="0"/>
                    <a:pt x="0" y="0"/>
                    <a:pt x="0" y="0"/>
                  </a:cubicBezTo>
                  <a:cubicBezTo>
                    <a:pt x="8" y="0"/>
                    <a:pt x="8" y="0"/>
                    <a:pt x="8" y="0"/>
                  </a:cubicBezTo>
                  <a:cubicBezTo>
                    <a:pt x="8" y="1"/>
                    <a:pt x="8" y="1"/>
                    <a:pt x="8" y="1"/>
                  </a:cubicBezTo>
                  <a:cubicBezTo>
                    <a:pt x="44" y="10"/>
                    <a:pt x="44" y="10"/>
                    <a:pt x="44" y="10"/>
                  </a:cubicBezTo>
                  <a:cubicBezTo>
                    <a:pt x="63" y="15"/>
                    <a:pt x="82" y="17"/>
                    <a:pt x="102" y="17"/>
                  </a:cubicBezTo>
                  <a:cubicBezTo>
                    <a:pt x="390" y="17"/>
                    <a:pt x="390" y="17"/>
                    <a:pt x="390" y="17"/>
                  </a:cubicBezTo>
                  <a:lnTo>
                    <a:pt x="390" y="25"/>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4" name="Freeform 17"/>
            <p:cNvSpPr/>
            <p:nvPr/>
          </p:nvSpPr>
          <p:spPr bwMode="auto">
            <a:xfrm>
              <a:off x="2376486" y="1449388"/>
              <a:ext cx="889000" cy="6350"/>
            </a:xfrm>
            <a:custGeom>
              <a:avLst/>
              <a:gdLst>
                <a:gd name="T0" fmla="*/ 2147483646 w 572"/>
                <a:gd name="T1" fmla="*/ 2147483646 h 4"/>
                <a:gd name="T2" fmla="*/ 2147483646 w 572"/>
                <a:gd name="T3" fmla="*/ 2147483646 h 4"/>
                <a:gd name="T4" fmla="*/ 0 w 572"/>
                <a:gd name="T5" fmla="*/ 2147483646 h 4"/>
                <a:gd name="T6" fmla="*/ 2147483646 w 572"/>
                <a:gd name="T7" fmla="*/ 0 h 4"/>
                <a:gd name="T8" fmla="*/ 2147483646 w 572"/>
                <a:gd name="T9" fmla="*/ 0 h 4"/>
                <a:gd name="T10" fmla="*/ 2147483646 w 572"/>
                <a:gd name="T11" fmla="*/ 2147483646 h 4"/>
                <a:gd name="T12" fmla="*/ 2147483646 w 572"/>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2" h="4">
                  <a:moveTo>
                    <a:pt x="570" y="4"/>
                  </a:moveTo>
                  <a:cubicBezTo>
                    <a:pt x="2" y="4"/>
                    <a:pt x="2" y="4"/>
                    <a:pt x="2" y="4"/>
                  </a:cubicBezTo>
                  <a:cubicBezTo>
                    <a:pt x="1" y="4"/>
                    <a:pt x="0" y="3"/>
                    <a:pt x="0" y="2"/>
                  </a:cubicBezTo>
                  <a:cubicBezTo>
                    <a:pt x="0" y="1"/>
                    <a:pt x="1" y="0"/>
                    <a:pt x="2" y="0"/>
                  </a:cubicBezTo>
                  <a:cubicBezTo>
                    <a:pt x="570" y="0"/>
                    <a:pt x="570" y="0"/>
                    <a:pt x="570" y="0"/>
                  </a:cubicBezTo>
                  <a:cubicBezTo>
                    <a:pt x="571" y="0"/>
                    <a:pt x="572" y="1"/>
                    <a:pt x="572" y="2"/>
                  </a:cubicBezTo>
                  <a:cubicBezTo>
                    <a:pt x="572" y="3"/>
                    <a:pt x="571" y="4"/>
                    <a:pt x="570" y="4"/>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5" name="Oval 18"/>
            <p:cNvSpPr>
              <a:spLocks noChangeArrowheads="1"/>
            </p:cNvSpPr>
            <p:nvPr/>
          </p:nvSpPr>
          <p:spPr bwMode="auto">
            <a:xfrm>
              <a:off x="2965449" y="1463676"/>
              <a:ext cx="42863" cy="42863"/>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6" name="Oval 19"/>
            <p:cNvSpPr>
              <a:spLocks noChangeArrowheads="1"/>
            </p:cNvSpPr>
            <p:nvPr/>
          </p:nvSpPr>
          <p:spPr bwMode="auto">
            <a:xfrm>
              <a:off x="3036886" y="1463676"/>
              <a:ext cx="44450" cy="42863"/>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132" name="组合 140"/>
          <p:cNvGrpSpPr/>
          <p:nvPr/>
        </p:nvGrpSpPr>
        <p:grpSpPr bwMode="auto">
          <a:xfrm>
            <a:off x="8048420" y="4853293"/>
            <a:ext cx="511423" cy="381208"/>
            <a:chOff x="835025" y="2397126"/>
            <a:chExt cx="892174" cy="571501"/>
          </a:xfrm>
        </p:grpSpPr>
        <p:sp>
          <p:nvSpPr>
            <p:cNvPr id="133" name="Freeform 1067"/>
            <p:cNvSpPr/>
            <p:nvPr/>
          </p:nvSpPr>
          <p:spPr bwMode="auto">
            <a:xfrm>
              <a:off x="1216025" y="2914651"/>
              <a:ext cx="6350" cy="9525"/>
            </a:xfrm>
            <a:custGeom>
              <a:avLst/>
              <a:gdLst>
                <a:gd name="T0" fmla="*/ 2147483646 w 4"/>
                <a:gd name="T1" fmla="*/ 2147483646 h 6"/>
                <a:gd name="T2" fmla="*/ 0 w 4"/>
                <a:gd name="T3" fmla="*/ 2147483646 h 6"/>
                <a:gd name="T4" fmla="*/ 0 w 4"/>
                <a:gd name="T5" fmla="*/ 0 h 6"/>
                <a:gd name="T6" fmla="*/ 0 w 4"/>
                <a:gd name="T7" fmla="*/ 0 h 6"/>
                <a:gd name="T8" fmla="*/ 0 w 4"/>
                <a:gd name="T9" fmla="*/ 2147483646 h 6"/>
                <a:gd name="T10" fmla="*/ 0 w 4"/>
                <a:gd name="T11" fmla="*/ 2147483646 h 6"/>
                <a:gd name="T12" fmla="*/ 0 w 4"/>
                <a:gd name="T13" fmla="*/ 2147483646 h 6"/>
                <a:gd name="T14" fmla="*/ 2147483646 w 4"/>
                <a:gd name="T15" fmla="*/ 2147483646 h 6"/>
                <a:gd name="T16" fmla="*/ 2147483646 w 4"/>
                <a:gd name="T17" fmla="*/ 2147483646 h 6"/>
                <a:gd name="T18" fmla="*/ 2147483646 w 4"/>
                <a:gd name="T19" fmla="*/ 2147483646 h 6"/>
                <a:gd name="T20" fmla="*/ 2147483646 w 4"/>
                <a:gd name="T21" fmla="*/ 0 h 6"/>
                <a:gd name="T22" fmla="*/ 2147483646 w 4"/>
                <a:gd name="T23" fmla="*/ 0 h 6"/>
                <a:gd name="T24" fmla="*/ 2147483646 w 4"/>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6">
                  <a:moveTo>
                    <a:pt x="3" y="2"/>
                  </a:moveTo>
                  <a:lnTo>
                    <a:pt x="0" y="2"/>
                  </a:lnTo>
                  <a:lnTo>
                    <a:pt x="0" y="0"/>
                  </a:lnTo>
                  <a:lnTo>
                    <a:pt x="0" y="6"/>
                  </a:lnTo>
                  <a:lnTo>
                    <a:pt x="0" y="3"/>
                  </a:lnTo>
                  <a:lnTo>
                    <a:pt x="3" y="3"/>
                  </a:lnTo>
                  <a:lnTo>
                    <a:pt x="3" y="6"/>
                  </a:lnTo>
                  <a:lnTo>
                    <a:pt x="4" y="6"/>
                  </a:lnTo>
                  <a:lnTo>
                    <a:pt x="4" y="0"/>
                  </a:lnTo>
                  <a:lnTo>
                    <a:pt x="3" y="0"/>
                  </a:lnTo>
                  <a:lnTo>
                    <a:pt x="3" y="2"/>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4" name="Freeform 1068"/>
            <p:cNvSpPr/>
            <p:nvPr/>
          </p:nvSpPr>
          <p:spPr bwMode="auto">
            <a:xfrm>
              <a:off x="1223962" y="2914651"/>
              <a:ext cx="7937" cy="9525"/>
            </a:xfrm>
            <a:custGeom>
              <a:avLst/>
              <a:gdLst>
                <a:gd name="T0" fmla="*/ 2147483646 w 5"/>
                <a:gd name="T1" fmla="*/ 2147483646 h 6"/>
                <a:gd name="T2" fmla="*/ 2147483646 w 5"/>
                <a:gd name="T3" fmla="*/ 2147483646 h 6"/>
                <a:gd name="T4" fmla="*/ 2147483646 w 5"/>
                <a:gd name="T5" fmla="*/ 2147483646 h 6"/>
                <a:gd name="T6" fmla="*/ 2147483646 w 5"/>
                <a:gd name="T7" fmla="*/ 0 h 6"/>
                <a:gd name="T8" fmla="*/ 0 w 5"/>
                <a:gd name="T9" fmla="*/ 0 h 6"/>
                <a:gd name="T10" fmla="*/ 0 w 5"/>
                <a:gd name="T11" fmla="*/ 2147483646 h 6"/>
                <a:gd name="T12" fmla="*/ 2147483646 w 5"/>
                <a:gd name="T13" fmla="*/ 2147483646 h 6"/>
                <a:gd name="T14" fmla="*/ 2147483646 w 5"/>
                <a:gd name="T15" fmla="*/ 2147483646 h 6"/>
                <a:gd name="T16" fmla="*/ 2147483646 w 5"/>
                <a:gd name="T17" fmla="*/ 0 h 6"/>
                <a:gd name="T18" fmla="*/ 2147483646 w 5"/>
                <a:gd name="T19" fmla="*/ 0 h 6"/>
                <a:gd name="T20" fmla="*/ 2147483646 w 5"/>
                <a:gd name="T21" fmla="*/ 2147483646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 h="6">
                  <a:moveTo>
                    <a:pt x="4" y="3"/>
                  </a:moveTo>
                  <a:cubicBezTo>
                    <a:pt x="4" y="4"/>
                    <a:pt x="4" y="5"/>
                    <a:pt x="3" y="5"/>
                  </a:cubicBezTo>
                  <a:cubicBezTo>
                    <a:pt x="2" y="5"/>
                    <a:pt x="2" y="4"/>
                    <a:pt x="2" y="3"/>
                  </a:cubicBezTo>
                  <a:cubicBezTo>
                    <a:pt x="2" y="0"/>
                    <a:pt x="2" y="0"/>
                    <a:pt x="2" y="0"/>
                  </a:cubicBezTo>
                  <a:cubicBezTo>
                    <a:pt x="0" y="0"/>
                    <a:pt x="0" y="0"/>
                    <a:pt x="0" y="0"/>
                  </a:cubicBezTo>
                  <a:cubicBezTo>
                    <a:pt x="0" y="3"/>
                    <a:pt x="0" y="3"/>
                    <a:pt x="0" y="3"/>
                  </a:cubicBezTo>
                  <a:cubicBezTo>
                    <a:pt x="0" y="5"/>
                    <a:pt x="1" y="6"/>
                    <a:pt x="3" y="6"/>
                  </a:cubicBezTo>
                  <a:cubicBezTo>
                    <a:pt x="4" y="6"/>
                    <a:pt x="5" y="5"/>
                    <a:pt x="5" y="3"/>
                  </a:cubicBezTo>
                  <a:cubicBezTo>
                    <a:pt x="5" y="0"/>
                    <a:pt x="5" y="0"/>
                    <a:pt x="5" y="0"/>
                  </a:cubicBezTo>
                  <a:cubicBezTo>
                    <a:pt x="4" y="0"/>
                    <a:pt x="4" y="0"/>
                    <a:pt x="4" y="0"/>
                  </a:cubicBezTo>
                  <a:lnTo>
                    <a:pt x="4" y="3"/>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5" name="Freeform 1069"/>
            <p:cNvSpPr/>
            <p:nvPr/>
          </p:nvSpPr>
          <p:spPr bwMode="auto">
            <a:xfrm>
              <a:off x="1241425" y="2914651"/>
              <a:ext cx="12700" cy="9525"/>
            </a:xfrm>
            <a:custGeom>
              <a:avLst/>
              <a:gdLst>
                <a:gd name="T0" fmla="*/ 2147483646 w 8"/>
                <a:gd name="T1" fmla="*/ 2147483646 h 6"/>
                <a:gd name="T2" fmla="*/ 2147483646 w 8"/>
                <a:gd name="T3" fmla="*/ 0 h 6"/>
                <a:gd name="T4" fmla="*/ 2147483646 w 8"/>
                <a:gd name="T5" fmla="*/ 0 h 6"/>
                <a:gd name="T6" fmla="*/ 2147483646 w 8"/>
                <a:gd name="T7" fmla="*/ 2147483646 h 6"/>
                <a:gd name="T8" fmla="*/ 2147483646 w 8"/>
                <a:gd name="T9" fmla="*/ 0 h 6"/>
                <a:gd name="T10" fmla="*/ 0 w 8"/>
                <a:gd name="T11" fmla="*/ 0 h 6"/>
                <a:gd name="T12" fmla="*/ 2147483646 w 8"/>
                <a:gd name="T13" fmla="*/ 2147483646 h 6"/>
                <a:gd name="T14" fmla="*/ 2147483646 w 8"/>
                <a:gd name="T15" fmla="*/ 2147483646 h 6"/>
                <a:gd name="T16" fmla="*/ 2147483646 w 8"/>
                <a:gd name="T17" fmla="*/ 2147483646 h 6"/>
                <a:gd name="T18" fmla="*/ 2147483646 w 8"/>
                <a:gd name="T19" fmla="*/ 2147483646 h 6"/>
                <a:gd name="T20" fmla="*/ 2147483646 w 8"/>
                <a:gd name="T21" fmla="*/ 2147483646 h 6"/>
                <a:gd name="T22" fmla="*/ 2147483646 w 8"/>
                <a:gd name="T23" fmla="*/ 0 h 6"/>
                <a:gd name="T24" fmla="*/ 2147483646 w 8"/>
                <a:gd name="T25" fmla="*/ 0 h 6"/>
                <a:gd name="T26" fmla="*/ 2147483646 w 8"/>
                <a:gd name="T27" fmla="*/ 2147483646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6">
                  <a:moveTo>
                    <a:pt x="6" y="4"/>
                  </a:moveTo>
                  <a:lnTo>
                    <a:pt x="4" y="0"/>
                  </a:lnTo>
                  <a:lnTo>
                    <a:pt x="2" y="4"/>
                  </a:lnTo>
                  <a:lnTo>
                    <a:pt x="1" y="0"/>
                  </a:lnTo>
                  <a:lnTo>
                    <a:pt x="0" y="0"/>
                  </a:lnTo>
                  <a:lnTo>
                    <a:pt x="2" y="6"/>
                  </a:lnTo>
                  <a:lnTo>
                    <a:pt x="3" y="6"/>
                  </a:lnTo>
                  <a:lnTo>
                    <a:pt x="4" y="2"/>
                  </a:lnTo>
                  <a:lnTo>
                    <a:pt x="5" y="6"/>
                  </a:lnTo>
                  <a:lnTo>
                    <a:pt x="6" y="6"/>
                  </a:lnTo>
                  <a:lnTo>
                    <a:pt x="8" y="0"/>
                  </a:lnTo>
                  <a:lnTo>
                    <a:pt x="7" y="0"/>
                  </a:lnTo>
                  <a:lnTo>
                    <a:pt x="6" y="4"/>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6" name="Freeform 1070"/>
            <p:cNvSpPr/>
            <p:nvPr/>
          </p:nvSpPr>
          <p:spPr bwMode="auto">
            <a:xfrm>
              <a:off x="1255712" y="2914651"/>
              <a:ext cx="6350" cy="9525"/>
            </a:xfrm>
            <a:custGeom>
              <a:avLst/>
              <a:gdLst>
                <a:gd name="T0" fmla="*/ 2147483646 w 4"/>
                <a:gd name="T1" fmla="*/ 2147483646 h 6"/>
                <a:gd name="T2" fmla="*/ 2147483646 w 4"/>
                <a:gd name="T3" fmla="*/ 2147483646 h 6"/>
                <a:gd name="T4" fmla="*/ 2147483646 w 4"/>
                <a:gd name="T5" fmla="*/ 2147483646 h 6"/>
                <a:gd name="T6" fmla="*/ 2147483646 w 4"/>
                <a:gd name="T7" fmla="*/ 2147483646 h 6"/>
                <a:gd name="T8" fmla="*/ 2147483646 w 4"/>
                <a:gd name="T9" fmla="*/ 2147483646 h 6"/>
                <a:gd name="T10" fmla="*/ 2147483646 w 4"/>
                <a:gd name="T11" fmla="*/ 2147483646 h 6"/>
                <a:gd name="T12" fmla="*/ 2147483646 w 4"/>
                <a:gd name="T13" fmla="*/ 0 h 6"/>
                <a:gd name="T14" fmla="*/ 0 w 4"/>
                <a:gd name="T15" fmla="*/ 0 h 6"/>
                <a:gd name="T16" fmla="*/ 0 w 4"/>
                <a:gd name="T17" fmla="*/ 2147483646 h 6"/>
                <a:gd name="T18" fmla="*/ 2147483646 w 4"/>
                <a:gd name="T19" fmla="*/ 2147483646 h 6"/>
                <a:gd name="T20" fmla="*/ 2147483646 w 4"/>
                <a:gd name="T21" fmla="*/ 2147483646 h 6"/>
                <a:gd name="T22" fmla="*/ 2147483646 w 4"/>
                <a:gd name="T23" fmla="*/ 2147483646 h 6"/>
                <a:gd name="T24" fmla="*/ 2147483646 w 4"/>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6">
                  <a:moveTo>
                    <a:pt x="1" y="3"/>
                  </a:moveTo>
                  <a:lnTo>
                    <a:pt x="3" y="3"/>
                  </a:lnTo>
                  <a:lnTo>
                    <a:pt x="3" y="2"/>
                  </a:lnTo>
                  <a:lnTo>
                    <a:pt x="1" y="2"/>
                  </a:lnTo>
                  <a:lnTo>
                    <a:pt x="1" y="1"/>
                  </a:lnTo>
                  <a:lnTo>
                    <a:pt x="4" y="1"/>
                  </a:lnTo>
                  <a:lnTo>
                    <a:pt x="4" y="0"/>
                  </a:lnTo>
                  <a:lnTo>
                    <a:pt x="0" y="0"/>
                  </a:lnTo>
                  <a:lnTo>
                    <a:pt x="0" y="6"/>
                  </a:lnTo>
                  <a:lnTo>
                    <a:pt x="4" y="6"/>
                  </a:lnTo>
                  <a:lnTo>
                    <a:pt x="4" y="5"/>
                  </a:lnTo>
                  <a:lnTo>
                    <a:pt x="1" y="5"/>
                  </a:lnTo>
                  <a:lnTo>
                    <a:pt x="1" y="3"/>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7" name="Rectangle 1071"/>
            <p:cNvSpPr>
              <a:spLocks noChangeArrowheads="1"/>
            </p:cNvSpPr>
            <p:nvPr/>
          </p:nvSpPr>
          <p:spPr bwMode="auto">
            <a:xfrm>
              <a:off x="1263650" y="2914651"/>
              <a:ext cx="1587" cy="9525"/>
            </a:xfrm>
            <a:prstGeom prst="rect">
              <a:avLst/>
            </a:prstGeom>
            <a:solidFill>
              <a:srgbClr val="5D5C5C"/>
            </a:solidFill>
            <a:ln w="9525">
              <a:solidFill>
                <a:schemeClr val="bg2"/>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8" name="Freeform 1072"/>
            <p:cNvSpPr>
              <a:spLocks noEditPoints="1"/>
            </p:cNvSpPr>
            <p:nvPr/>
          </p:nvSpPr>
          <p:spPr bwMode="auto">
            <a:xfrm>
              <a:off x="1233487" y="2914651"/>
              <a:ext cx="7937" cy="9525"/>
            </a:xfrm>
            <a:custGeom>
              <a:avLst/>
              <a:gdLst>
                <a:gd name="T0" fmla="*/ 2147483646 w 5"/>
                <a:gd name="T1" fmla="*/ 2147483646 h 6"/>
                <a:gd name="T2" fmla="*/ 2147483646 w 5"/>
                <a:gd name="T3" fmla="*/ 2147483646 h 6"/>
                <a:gd name="T4" fmla="*/ 2147483646 w 5"/>
                <a:gd name="T5" fmla="*/ 2147483646 h 6"/>
                <a:gd name="T6" fmla="*/ 2147483646 w 5"/>
                <a:gd name="T7" fmla="*/ 0 h 6"/>
                <a:gd name="T8" fmla="*/ 2147483646 w 5"/>
                <a:gd name="T9" fmla="*/ 0 h 6"/>
                <a:gd name="T10" fmla="*/ 2147483646 w 5"/>
                <a:gd name="T11" fmla="*/ 0 h 6"/>
                <a:gd name="T12" fmla="*/ 0 w 5"/>
                <a:gd name="T13" fmla="*/ 2147483646 h 6"/>
                <a:gd name="T14" fmla="*/ 2147483646 w 5"/>
                <a:gd name="T15" fmla="*/ 2147483646 h 6"/>
                <a:gd name="T16" fmla="*/ 2147483646 w 5"/>
                <a:gd name="T17" fmla="*/ 2147483646 h 6"/>
                <a:gd name="T18" fmla="*/ 2147483646 w 5"/>
                <a:gd name="T19" fmla="*/ 2147483646 h 6"/>
                <a:gd name="T20" fmla="*/ 2147483646 w 5"/>
                <a:gd name="T21" fmla="*/ 2147483646 h 6"/>
                <a:gd name="T22" fmla="*/ 2147483646 w 5"/>
                <a:gd name="T23" fmla="*/ 2147483646 h 6"/>
                <a:gd name="T24" fmla="*/ 2147483646 w 5"/>
                <a:gd name="T25" fmla="*/ 2147483646 h 6"/>
                <a:gd name="T26" fmla="*/ 2147483646 w 5"/>
                <a:gd name="T27" fmla="*/ 2147483646 h 6"/>
                <a:gd name="T28" fmla="*/ 2147483646 w 5"/>
                <a:gd name="T29" fmla="*/ 2147483646 h 6"/>
                <a:gd name="T30" fmla="*/ 2147483646 w 5"/>
                <a:gd name="T31" fmla="*/ 2147483646 h 6"/>
                <a:gd name="T32" fmla="*/ 2147483646 w 5"/>
                <a:gd name="T33" fmla="*/ 2147483646 h 6"/>
                <a:gd name="T34" fmla="*/ 2147483646 w 5"/>
                <a:gd name="T35" fmla="*/ 2147483646 h 6"/>
                <a:gd name="T36" fmla="*/ 2147483646 w 5"/>
                <a:gd name="T37" fmla="*/ 2147483646 h 6"/>
                <a:gd name="T38" fmla="*/ 2147483646 w 5"/>
                <a:gd name="T39" fmla="*/ 2147483646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6">
                  <a:moveTo>
                    <a:pt x="4" y="5"/>
                  </a:moveTo>
                  <a:lnTo>
                    <a:pt x="4" y="6"/>
                  </a:lnTo>
                  <a:lnTo>
                    <a:pt x="5" y="6"/>
                  </a:lnTo>
                  <a:lnTo>
                    <a:pt x="3" y="0"/>
                  </a:lnTo>
                  <a:lnTo>
                    <a:pt x="2" y="0"/>
                  </a:lnTo>
                  <a:lnTo>
                    <a:pt x="0" y="6"/>
                  </a:lnTo>
                  <a:lnTo>
                    <a:pt x="1" y="6"/>
                  </a:lnTo>
                  <a:lnTo>
                    <a:pt x="1" y="5"/>
                  </a:lnTo>
                  <a:lnTo>
                    <a:pt x="4" y="5"/>
                  </a:lnTo>
                  <a:close/>
                  <a:moveTo>
                    <a:pt x="3" y="2"/>
                  </a:moveTo>
                  <a:lnTo>
                    <a:pt x="3" y="3"/>
                  </a:lnTo>
                  <a:lnTo>
                    <a:pt x="3" y="4"/>
                  </a:lnTo>
                  <a:lnTo>
                    <a:pt x="2" y="4"/>
                  </a:lnTo>
                  <a:lnTo>
                    <a:pt x="2" y="3"/>
                  </a:lnTo>
                  <a:lnTo>
                    <a:pt x="3" y="2"/>
                  </a:lnTo>
                  <a:close/>
                </a:path>
              </a:pathLst>
            </a:custGeom>
            <a:solidFill>
              <a:srgbClr val="5D5C5C"/>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9" name="Oval 1073"/>
            <p:cNvSpPr>
              <a:spLocks noChangeArrowheads="1"/>
            </p:cNvSpPr>
            <p:nvPr/>
          </p:nvSpPr>
          <p:spPr bwMode="auto">
            <a:xfrm>
              <a:off x="1235075" y="2427288"/>
              <a:ext cx="11112" cy="9525"/>
            </a:xfrm>
            <a:prstGeom prst="ellipse">
              <a:avLst/>
            </a:pr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0" name="Freeform 1074"/>
            <p:cNvSpPr/>
            <p:nvPr/>
          </p:nvSpPr>
          <p:spPr bwMode="auto">
            <a:xfrm>
              <a:off x="835025" y="2397126"/>
              <a:ext cx="825500" cy="557213"/>
            </a:xfrm>
            <a:custGeom>
              <a:avLst/>
              <a:gdLst>
                <a:gd name="T0" fmla="*/ 2147483646 w 532"/>
                <a:gd name="T1" fmla="*/ 2147483646 h 359"/>
                <a:gd name="T2" fmla="*/ 2147483646 w 532"/>
                <a:gd name="T3" fmla="*/ 2147483646 h 359"/>
                <a:gd name="T4" fmla="*/ 2147483646 w 532"/>
                <a:gd name="T5" fmla="*/ 2147483646 h 359"/>
                <a:gd name="T6" fmla="*/ 2147483646 w 532"/>
                <a:gd name="T7" fmla="*/ 2147483646 h 359"/>
                <a:gd name="T8" fmla="*/ 2147483646 w 532"/>
                <a:gd name="T9" fmla="*/ 2147483646 h 359"/>
                <a:gd name="T10" fmla="*/ 2147483646 w 532"/>
                <a:gd name="T11" fmla="*/ 2147483646 h 359"/>
                <a:gd name="T12" fmla="*/ 2147483646 w 532"/>
                <a:gd name="T13" fmla="*/ 2147483646 h 359"/>
                <a:gd name="T14" fmla="*/ 2147483646 w 532"/>
                <a:gd name="T15" fmla="*/ 2147483646 h 359"/>
                <a:gd name="T16" fmla="*/ 2147483646 w 532"/>
                <a:gd name="T17" fmla="*/ 2147483646 h 359"/>
                <a:gd name="T18" fmla="*/ 2147483646 w 532"/>
                <a:gd name="T19" fmla="*/ 2147483646 h 359"/>
                <a:gd name="T20" fmla="*/ 2147483646 w 532"/>
                <a:gd name="T21" fmla="*/ 2147483646 h 359"/>
                <a:gd name="T22" fmla="*/ 2147483646 w 532"/>
                <a:gd name="T23" fmla="*/ 2147483646 h 359"/>
                <a:gd name="T24" fmla="*/ 2147483646 w 532"/>
                <a:gd name="T25" fmla="*/ 2147483646 h 359"/>
                <a:gd name="T26" fmla="*/ 2147483646 w 532"/>
                <a:gd name="T27" fmla="*/ 2147483646 h 359"/>
                <a:gd name="T28" fmla="*/ 0 w 532"/>
                <a:gd name="T29" fmla="*/ 2147483646 h 359"/>
                <a:gd name="T30" fmla="*/ 0 w 532"/>
                <a:gd name="T31" fmla="*/ 2147483646 h 359"/>
                <a:gd name="T32" fmla="*/ 2147483646 w 532"/>
                <a:gd name="T33" fmla="*/ 0 h 359"/>
                <a:gd name="T34" fmla="*/ 2147483646 w 532"/>
                <a:gd name="T35" fmla="*/ 0 h 359"/>
                <a:gd name="T36" fmla="*/ 2147483646 w 532"/>
                <a:gd name="T37" fmla="*/ 2147483646 h 359"/>
                <a:gd name="T38" fmla="*/ 2147483646 w 532"/>
                <a:gd name="T39" fmla="*/ 2147483646 h 359"/>
                <a:gd name="T40" fmla="*/ 2147483646 w 532"/>
                <a:gd name="T41" fmla="*/ 2147483646 h 3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2" h="359">
                  <a:moveTo>
                    <a:pt x="506" y="359"/>
                  </a:moveTo>
                  <a:cubicBezTo>
                    <a:pt x="444" y="359"/>
                    <a:pt x="444" y="359"/>
                    <a:pt x="444" y="359"/>
                  </a:cubicBezTo>
                  <a:cubicBezTo>
                    <a:pt x="444" y="351"/>
                    <a:pt x="444" y="351"/>
                    <a:pt x="444" y="351"/>
                  </a:cubicBezTo>
                  <a:cubicBezTo>
                    <a:pt x="506" y="351"/>
                    <a:pt x="506" y="351"/>
                    <a:pt x="506" y="351"/>
                  </a:cubicBezTo>
                  <a:cubicBezTo>
                    <a:pt x="516" y="351"/>
                    <a:pt x="524" y="343"/>
                    <a:pt x="524" y="333"/>
                  </a:cubicBezTo>
                  <a:cubicBezTo>
                    <a:pt x="524" y="26"/>
                    <a:pt x="524" y="26"/>
                    <a:pt x="524" y="26"/>
                  </a:cubicBezTo>
                  <a:cubicBezTo>
                    <a:pt x="524" y="16"/>
                    <a:pt x="516" y="8"/>
                    <a:pt x="506" y="8"/>
                  </a:cubicBezTo>
                  <a:cubicBezTo>
                    <a:pt x="26" y="8"/>
                    <a:pt x="26" y="8"/>
                    <a:pt x="26" y="8"/>
                  </a:cubicBezTo>
                  <a:cubicBezTo>
                    <a:pt x="16" y="8"/>
                    <a:pt x="8" y="16"/>
                    <a:pt x="8" y="26"/>
                  </a:cubicBezTo>
                  <a:cubicBezTo>
                    <a:pt x="8" y="333"/>
                    <a:pt x="8" y="333"/>
                    <a:pt x="8" y="333"/>
                  </a:cubicBezTo>
                  <a:cubicBezTo>
                    <a:pt x="8" y="343"/>
                    <a:pt x="16" y="351"/>
                    <a:pt x="26" y="351"/>
                  </a:cubicBezTo>
                  <a:cubicBezTo>
                    <a:pt x="380" y="351"/>
                    <a:pt x="380" y="351"/>
                    <a:pt x="380" y="351"/>
                  </a:cubicBezTo>
                  <a:cubicBezTo>
                    <a:pt x="380" y="359"/>
                    <a:pt x="380" y="359"/>
                    <a:pt x="380" y="359"/>
                  </a:cubicBezTo>
                  <a:cubicBezTo>
                    <a:pt x="26" y="359"/>
                    <a:pt x="26" y="359"/>
                    <a:pt x="26" y="359"/>
                  </a:cubicBezTo>
                  <a:cubicBezTo>
                    <a:pt x="11" y="359"/>
                    <a:pt x="0" y="347"/>
                    <a:pt x="0" y="333"/>
                  </a:cubicBezTo>
                  <a:cubicBezTo>
                    <a:pt x="0" y="26"/>
                    <a:pt x="0" y="26"/>
                    <a:pt x="0" y="26"/>
                  </a:cubicBezTo>
                  <a:cubicBezTo>
                    <a:pt x="0" y="12"/>
                    <a:pt x="11" y="0"/>
                    <a:pt x="26" y="0"/>
                  </a:cubicBezTo>
                  <a:cubicBezTo>
                    <a:pt x="506" y="0"/>
                    <a:pt x="506" y="0"/>
                    <a:pt x="506" y="0"/>
                  </a:cubicBezTo>
                  <a:cubicBezTo>
                    <a:pt x="521" y="0"/>
                    <a:pt x="532" y="12"/>
                    <a:pt x="532" y="26"/>
                  </a:cubicBezTo>
                  <a:cubicBezTo>
                    <a:pt x="532" y="333"/>
                    <a:pt x="532" y="333"/>
                    <a:pt x="532" y="333"/>
                  </a:cubicBezTo>
                  <a:cubicBezTo>
                    <a:pt x="532" y="347"/>
                    <a:pt x="521" y="359"/>
                    <a:pt x="506" y="359"/>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1" name="Freeform 1075"/>
            <p:cNvSpPr>
              <a:spLocks noEditPoints="1"/>
            </p:cNvSpPr>
            <p:nvPr/>
          </p:nvSpPr>
          <p:spPr bwMode="auto">
            <a:xfrm>
              <a:off x="874712" y="2447926"/>
              <a:ext cx="727075" cy="454025"/>
            </a:xfrm>
            <a:custGeom>
              <a:avLst/>
              <a:gdLst>
                <a:gd name="T0" fmla="*/ 2147483646 w 458"/>
                <a:gd name="T1" fmla="*/ 2147483646 h 286"/>
                <a:gd name="T2" fmla="*/ 0 w 458"/>
                <a:gd name="T3" fmla="*/ 2147483646 h 286"/>
                <a:gd name="T4" fmla="*/ 0 w 458"/>
                <a:gd name="T5" fmla="*/ 0 h 286"/>
                <a:gd name="T6" fmla="*/ 2147483646 w 458"/>
                <a:gd name="T7" fmla="*/ 0 h 286"/>
                <a:gd name="T8" fmla="*/ 2147483646 w 458"/>
                <a:gd name="T9" fmla="*/ 2147483646 h 286"/>
                <a:gd name="T10" fmla="*/ 2147483646 w 458"/>
                <a:gd name="T11" fmla="*/ 2147483646 h 286"/>
                <a:gd name="T12" fmla="*/ 2147483646 w 458"/>
                <a:gd name="T13" fmla="*/ 2147483646 h 286"/>
                <a:gd name="T14" fmla="*/ 2147483646 w 458"/>
                <a:gd name="T15" fmla="*/ 2147483646 h 286"/>
                <a:gd name="T16" fmla="*/ 2147483646 w 458"/>
                <a:gd name="T17" fmla="*/ 2147483646 h 286"/>
                <a:gd name="T18" fmla="*/ 2147483646 w 458"/>
                <a:gd name="T19" fmla="*/ 2147483646 h 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8" h="286">
                  <a:moveTo>
                    <a:pt x="458" y="286"/>
                  </a:moveTo>
                  <a:lnTo>
                    <a:pt x="0" y="286"/>
                  </a:lnTo>
                  <a:lnTo>
                    <a:pt x="0" y="0"/>
                  </a:lnTo>
                  <a:lnTo>
                    <a:pt x="458" y="0"/>
                  </a:lnTo>
                  <a:lnTo>
                    <a:pt x="458" y="286"/>
                  </a:lnTo>
                  <a:close/>
                  <a:moveTo>
                    <a:pt x="4" y="282"/>
                  </a:moveTo>
                  <a:lnTo>
                    <a:pt x="454" y="282"/>
                  </a:lnTo>
                  <a:lnTo>
                    <a:pt x="454" y="4"/>
                  </a:lnTo>
                  <a:lnTo>
                    <a:pt x="4" y="4"/>
                  </a:lnTo>
                  <a:lnTo>
                    <a:pt x="4" y="282"/>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2" name="Freeform 1076"/>
            <p:cNvSpPr>
              <a:spLocks noEditPoints="1"/>
            </p:cNvSpPr>
            <p:nvPr/>
          </p:nvSpPr>
          <p:spPr bwMode="auto">
            <a:xfrm>
              <a:off x="1611312" y="2647951"/>
              <a:ext cx="20637" cy="55563"/>
            </a:xfrm>
            <a:custGeom>
              <a:avLst/>
              <a:gdLst>
                <a:gd name="T0" fmla="*/ 2147483646 w 14"/>
                <a:gd name="T1" fmla="*/ 2147483646 h 36"/>
                <a:gd name="T2" fmla="*/ 0 w 14"/>
                <a:gd name="T3" fmla="*/ 2147483646 h 36"/>
                <a:gd name="T4" fmla="*/ 0 w 14"/>
                <a:gd name="T5" fmla="*/ 2147483646 h 36"/>
                <a:gd name="T6" fmla="*/ 2147483646 w 14"/>
                <a:gd name="T7" fmla="*/ 0 h 36"/>
                <a:gd name="T8" fmla="*/ 2147483646 w 14"/>
                <a:gd name="T9" fmla="*/ 2147483646 h 36"/>
                <a:gd name="T10" fmla="*/ 2147483646 w 14"/>
                <a:gd name="T11" fmla="*/ 2147483646 h 36"/>
                <a:gd name="T12" fmla="*/ 2147483646 w 14"/>
                <a:gd name="T13" fmla="*/ 2147483646 h 36"/>
                <a:gd name="T14" fmla="*/ 2147483646 w 14"/>
                <a:gd name="T15" fmla="*/ 2147483646 h 36"/>
                <a:gd name="T16" fmla="*/ 2147483646 w 14"/>
                <a:gd name="T17" fmla="*/ 2147483646 h 36"/>
                <a:gd name="T18" fmla="*/ 2147483646 w 14"/>
                <a:gd name="T19" fmla="*/ 2147483646 h 36"/>
                <a:gd name="T20" fmla="*/ 2147483646 w 14"/>
                <a:gd name="T21" fmla="*/ 2147483646 h 36"/>
                <a:gd name="T22" fmla="*/ 2147483646 w 14"/>
                <a:gd name="T23" fmla="*/ 2147483646 h 36"/>
                <a:gd name="T24" fmla="*/ 2147483646 w 14"/>
                <a:gd name="T25" fmla="*/ 2147483646 h 36"/>
                <a:gd name="T26" fmla="*/ 2147483646 w 14"/>
                <a:gd name="T27" fmla="*/ 2147483646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36">
                  <a:moveTo>
                    <a:pt x="7" y="36"/>
                  </a:moveTo>
                  <a:cubicBezTo>
                    <a:pt x="3" y="36"/>
                    <a:pt x="0" y="33"/>
                    <a:pt x="0" y="30"/>
                  </a:cubicBezTo>
                  <a:cubicBezTo>
                    <a:pt x="0" y="7"/>
                    <a:pt x="0" y="7"/>
                    <a:pt x="0" y="7"/>
                  </a:cubicBezTo>
                  <a:cubicBezTo>
                    <a:pt x="0" y="3"/>
                    <a:pt x="3" y="0"/>
                    <a:pt x="7" y="0"/>
                  </a:cubicBezTo>
                  <a:cubicBezTo>
                    <a:pt x="11" y="0"/>
                    <a:pt x="14" y="3"/>
                    <a:pt x="14" y="7"/>
                  </a:cubicBezTo>
                  <a:cubicBezTo>
                    <a:pt x="14" y="30"/>
                    <a:pt x="14" y="30"/>
                    <a:pt x="14" y="30"/>
                  </a:cubicBezTo>
                  <a:cubicBezTo>
                    <a:pt x="14" y="33"/>
                    <a:pt x="11" y="36"/>
                    <a:pt x="7" y="36"/>
                  </a:cubicBezTo>
                  <a:close/>
                  <a:moveTo>
                    <a:pt x="7" y="4"/>
                  </a:moveTo>
                  <a:cubicBezTo>
                    <a:pt x="5" y="4"/>
                    <a:pt x="4" y="6"/>
                    <a:pt x="4" y="7"/>
                  </a:cubicBezTo>
                  <a:cubicBezTo>
                    <a:pt x="4" y="30"/>
                    <a:pt x="4" y="30"/>
                    <a:pt x="4" y="30"/>
                  </a:cubicBezTo>
                  <a:cubicBezTo>
                    <a:pt x="4" y="31"/>
                    <a:pt x="5" y="32"/>
                    <a:pt x="7" y="32"/>
                  </a:cubicBezTo>
                  <a:cubicBezTo>
                    <a:pt x="9" y="32"/>
                    <a:pt x="10" y="31"/>
                    <a:pt x="10" y="30"/>
                  </a:cubicBezTo>
                  <a:cubicBezTo>
                    <a:pt x="10" y="7"/>
                    <a:pt x="10" y="7"/>
                    <a:pt x="10" y="7"/>
                  </a:cubicBezTo>
                  <a:cubicBezTo>
                    <a:pt x="10" y="6"/>
                    <a:pt x="9" y="4"/>
                    <a:pt x="7" y="4"/>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3" name="Freeform 1077"/>
            <p:cNvSpPr>
              <a:spLocks noEditPoints="1"/>
            </p:cNvSpPr>
            <p:nvPr/>
          </p:nvSpPr>
          <p:spPr bwMode="auto">
            <a:xfrm>
              <a:off x="1690687" y="2486026"/>
              <a:ext cx="36512" cy="455613"/>
            </a:xfrm>
            <a:custGeom>
              <a:avLst/>
              <a:gdLst>
                <a:gd name="T0" fmla="*/ 2147483646 w 24"/>
                <a:gd name="T1" fmla="*/ 2147483646 h 293"/>
                <a:gd name="T2" fmla="*/ 2147483646 w 24"/>
                <a:gd name="T3" fmla="*/ 2147483646 h 293"/>
                <a:gd name="T4" fmla="*/ 2147483646 w 24"/>
                <a:gd name="T5" fmla="*/ 2147483646 h 293"/>
                <a:gd name="T6" fmla="*/ 0 w 24"/>
                <a:gd name="T7" fmla="*/ 2147483646 h 293"/>
                <a:gd name="T8" fmla="*/ 0 w 24"/>
                <a:gd name="T9" fmla="*/ 2147483646 h 293"/>
                <a:gd name="T10" fmla="*/ 0 w 24"/>
                <a:gd name="T11" fmla="*/ 2147483646 h 293"/>
                <a:gd name="T12" fmla="*/ 2147483646 w 24"/>
                <a:gd name="T13" fmla="*/ 2147483646 h 293"/>
                <a:gd name="T14" fmla="*/ 2147483646 w 24"/>
                <a:gd name="T15" fmla="*/ 2147483646 h 293"/>
                <a:gd name="T16" fmla="*/ 2147483646 w 24"/>
                <a:gd name="T17" fmla="*/ 2147483646 h 293"/>
                <a:gd name="T18" fmla="*/ 2147483646 w 24"/>
                <a:gd name="T19" fmla="*/ 2147483646 h 293"/>
                <a:gd name="T20" fmla="*/ 2147483646 w 24"/>
                <a:gd name="T21" fmla="*/ 2147483646 h 293"/>
                <a:gd name="T22" fmla="*/ 2147483646 w 24"/>
                <a:gd name="T23" fmla="*/ 2147483646 h 293"/>
                <a:gd name="T24" fmla="*/ 2147483646 w 24"/>
                <a:gd name="T25" fmla="*/ 2147483646 h 293"/>
                <a:gd name="T26" fmla="*/ 2147483646 w 24"/>
                <a:gd name="T27" fmla="*/ 2147483646 h 293"/>
                <a:gd name="T28" fmla="*/ 2147483646 w 24"/>
                <a:gd name="T29" fmla="*/ 2147483646 h 293"/>
                <a:gd name="T30" fmla="*/ 2147483646 w 24"/>
                <a:gd name="T31" fmla="*/ 2147483646 h 293"/>
                <a:gd name="T32" fmla="*/ 2147483646 w 24"/>
                <a:gd name="T33" fmla="*/ 2147483646 h 293"/>
                <a:gd name="T34" fmla="*/ 2147483646 w 24"/>
                <a:gd name="T35" fmla="*/ 2147483646 h 293"/>
                <a:gd name="T36" fmla="*/ 2147483646 w 24"/>
                <a:gd name="T37" fmla="*/ 2147483646 h 293"/>
                <a:gd name="T38" fmla="*/ 2147483646 w 24"/>
                <a:gd name="T39" fmla="*/ 2147483646 h 293"/>
                <a:gd name="T40" fmla="*/ 2147483646 w 24"/>
                <a:gd name="T41" fmla="*/ 2147483646 h 293"/>
                <a:gd name="T42" fmla="*/ 2147483646 w 24"/>
                <a:gd name="T43" fmla="*/ 2147483646 h 293"/>
                <a:gd name="T44" fmla="*/ 2147483646 w 24"/>
                <a:gd name="T45" fmla="*/ 2147483646 h 293"/>
                <a:gd name="T46" fmla="*/ 2147483646 w 24"/>
                <a:gd name="T47" fmla="*/ 2147483646 h 293"/>
                <a:gd name="T48" fmla="*/ 2147483646 w 24"/>
                <a:gd name="T49" fmla="*/ 2147483646 h 293"/>
                <a:gd name="T50" fmla="*/ 2147483646 w 24"/>
                <a:gd name="T51" fmla="*/ 2147483646 h 293"/>
                <a:gd name="T52" fmla="*/ 2147483646 w 24"/>
                <a:gd name="T53" fmla="*/ 2147483646 h 2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4" h="293">
                  <a:moveTo>
                    <a:pt x="14" y="293"/>
                  </a:moveTo>
                  <a:cubicBezTo>
                    <a:pt x="9" y="293"/>
                    <a:pt x="9" y="293"/>
                    <a:pt x="9" y="293"/>
                  </a:cubicBezTo>
                  <a:cubicBezTo>
                    <a:pt x="6" y="293"/>
                    <a:pt x="4" y="291"/>
                    <a:pt x="3" y="288"/>
                  </a:cubicBezTo>
                  <a:cubicBezTo>
                    <a:pt x="0" y="272"/>
                    <a:pt x="0" y="272"/>
                    <a:pt x="0" y="272"/>
                  </a:cubicBezTo>
                  <a:cubicBezTo>
                    <a:pt x="0" y="270"/>
                    <a:pt x="0" y="267"/>
                    <a:pt x="0" y="264"/>
                  </a:cubicBezTo>
                  <a:cubicBezTo>
                    <a:pt x="0" y="13"/>
                    <a:pt x="0" y="13"/>
                    <a:pt x="0" y="13"/>
                  </a:cubicBezTo>
                  <a:cubicBezTo>
                    <a:pt x="0" y="7"/>
                    <a:pt x="4" y="2"/>
                    <a:pt x="10" y="1"/>
                  </a:cubicBezTo>
                  <a:cubicBezTo>
                    <a:pt x="10" y="1"/>
                    <a:pt x="10" y="1"/>
                    <a:pt x="10" y="1"/>
                  </a:cubicBezTo>
                  <a:cubicBezTo>
                    <a:pt x="13" y="0"/>
                    <a:pt x="17" y="1"/>
                    <a:pt x="19" y="3"/>
                  </a:cubicBezTo>
                  <a:cubicBezTo>
                    <a:pt x="22" y="6"/>
                    <a:pt x="24" y="9"/>
                    <a:pt x="24" y="13"/>
                  </a:cubicBezTo>
                  <a:cubicBezTo>
                    <a:pt x="24" y="264"/>
                    <a:pt x="24" y="264"/>
                    <a:pt x="24" y="264"/>
                  </a:cubicBezTo>
                  <a:cubicBezTo>
                    <a:pt x="24" y="267"/>
                    <a:pt x="23" y="270"/>
                    <a:pt x="23" y="272"/>
                  </a:cubicBezTo>
                  <a:cubicBezTo>
                    <a:pt x="20" y="288"/>
                    <a:pt x="20" y="288"/>
                    <a:pt x="20" y="288"/>
                  </a:cubicBezTo>
                  <a:cubicBezTo>
                    <a:pt x="19" y="291"/>
                    <a:pt x="17" y="293"/>
                    <a:pt x="14" y="293"/>
                  </a:cubicBezTo>
                  <a:close/>
                  <a:moveTo>
                    <a:pt x="12" y="286"/>
                  </a:moveTo>
                  <a:cubicBezTo>
                    <a:pt x="12" y="286"/>
                    <a:pt x="12" y="286"/>
                    <a:pt x="12" y="286"/>
                  </a:cubicBezTo>
                  <a:close/>
                  <a:moveTo>
                    <a:pt x="11" y="285"/>
                  </a:moveTo>
                  <a:cubicBezTo>
                    <a:pt x="12" y="285"/>
                    <a:pt x="12" y="285"/>
                    <a:pt x="12" y="285"/>
                  </a:cubicBezTo>
                  <a:cubicBezTo>
                    <a:pt x="15" y="271"/>
                    <a:pt x="15" y="271"/>
                    <a:pt x="15" y="271"/>
                  </a:cubicBezTo>
                  <a:cubicBezTo>
                    <a:pt x="15" y="269"/>
                    <a:pt x="16" y="266"/>
                    <a:pt x="16" y="264"/>
                  </a:cubicBezTo>
                  <a:cubicBezTo>
                    <a:pt x="16" y="13"/>
                    <a:pt x="16" y="13"/>
                    <a:pt x="16" y="13"/>
                  </a:cubicBezTo>
                  <a:cubicBezTo>
                    <a:pt x="16" y="11"/>
                    <a:pt x="15" y="10"/>
                    <a:pt x="14" y="9"/>
                  </a:cubicBezTo>
                  <a:cubicBezTo>
                    <a:pt x="13" y="9"/>
                    <a:pt x="12" y="8"/>
                    <a:pt x="11" y="9"/>
                  </a:cubicBezTo>
                  <a:cubicBezTo>
                    <a:pt x="9" y="9"/>
                    <a:pt x="8" y="11"/>
                    <a:pt x="8" y="13"/>
                  </a:cubicBezTo>
                  <a:cubicBezTo>
                    <a:pt x="8" y="264"/>
                    <a:pt x="8" y="264"/>
                    <a:pt x="8" y="264"/>
                  </a:cubicBezTo>
                  <a:cubicBezTo>
                    <a:pt x="8" y="266"/>
                    <a:pt x="8" y="269"/>
                    <a:pt x="8" y="271"/>
                  </a:cubicBezTo>
                  <a:lnTo>
                    <a:pt x="11" y="285"/>
                  </a:ln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4" name="Freeform 1078"/>
            <p:cNvSpPr/>
            <p:nvPr/>
          </p:nvSpPr>
          <p:spPr bwMode="auto">
            <a:xfrm>
              <a:off x="1701800" y="2928939"/>
              <a:ext cx="12700" cy="23813"/>
            </a:xfrm>
            <a:custGeom>
              <a:avLst/>
              <a:gdLst>
                <a:gd name="T0" fmla="*/ 2147483646 w 8"/>
                <a:gd name="T1" fmla="*/ 2147483646 h 15"/>
                <a:gd name="T2" fmla="*/ 0 w 8"/>
                <a:gd name="T3" fmla="*/ 2147483646 h 15"/>
                <a:gd name="T4" fmla="*/ 0 w 8"/>
                <a:gd name="T5" fmla="*/ 2147483646 h 15"/>
                <a:gd name="T6" fmla="*/ 2147483646 w 8"/>
                <a:gd name="T7" fmla="*/ 0 h 15"/>
                <a:gd name="T8" fmla="*/ 2147483646 w 8"/>
                <a:gd name="T9" fmla="*/ 2147483646 h 15"/>
                <a:gd name="T10" fmla="*/ 2147483646 w 8"/>
                <a:gd name="T11" fmla="*/ 2147483646 h 15"/>
                <a:gd name="T12" fmla="*/ 2147483646 w 8"/>
                <a:gd name="T13" fmla="*/ 2147483646 h 1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15">
                  <a:moveTo>
                    <a:pt x="4" y="15"/>
                  </a:moveTo>
                  <a:cubicBezTo>
                    <a:pt x="1" y="15"/>
                    <a:pt x="0" y="13"/>
                    <a:pt x="0" y="11"/>
                  </a:cubicBezTo>
                  <a:cubicBezTo>
                    <a:pt x="0" y="4"/>
                    <a:pt x="0" y="4"/>
                    <a:pt x="0" y="4"/>
                  </a:cubicBezTo>
                  <a:cubicBezTo>
                    <a:pt x="0" y="2"/>
                    <a:pt x="1" y="0"/>
                    <a:pt x="4" y="0"/>
                  </a:cubicBezTo>
                  <a:cubicBezTo>
                    <a:pt x="6" y="0"/>
                    <a:pt x="8" y="2"/>
                    <a:pt x="8" y="4"/>
                  </a:cubicBezTo>
                  <a:cubicBezTo>
                    <a:pt x="8" y="11"/>
                    <a:pt x="8" y="11"/>
                    <a:pt x="8" y="11"/>
                  </a:cubicBezTo>
                  <a:cubicBezTo>
                    <a:pt x="8" y="13"/>
                    <a:pt x="6" y="15"/>
                    <a:pt x="4" y="15"/>
                  </a:cubicBezTo>
                  <a:close/>
                </a:path>
              </a:pathLst>
            </a:cu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5" name="Oval 1079"/>
            <p:cNvSpPr>
              <a:spLocks noChangeArrowheads="1"/>
            </p:cNvSpPr>
            <p:nvPr/>
          </p:nvSpPr>
          <p:spPr bwMode="auto">
            <a:xfrm>
              <a:off x="1416050" y="2925764"/>
              <a:ext cx="42862" cy="42863"/>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6" name="Oval 1080"/>
            <p:cNvSpPr>
              <a:spLocks noChangeArrowheads="1"/>
            </p:cNvSpPr>
            <p:nvPr/>
          </p:nvSpPr>
          <p:spPr bwMode="auto">
            <a:xfrm>
              <a:off x="1489075" y="2925764"/>
              <a:ext cx="42862" cy="42863"/>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147" name="组合 111"/>
          <p:cNvGrpSpPr/>
          <p:nvPr/>
        </p:nvGrpSpPr>
        <p:grpSpPr bwMode="auto">
          <a:xfrm>
            <a:off x="8413255" y="5352586"/>
            <a:ext cx="339424" cy="500393"/>
            <a:chOff x="8974138" y="3460752"/>
            <a:chExt cx="392113" cy="842964"/>
          </a:xfrm>
        </p:grpSpPr>
        <p:sp>
          <p:nvSpPr>
            <p:cNvPr id="148" name="Freeform 1442"/>
            <p:cNvSpPr/>
            <p:nvPr/>
          </p:nvSpPr>
          <p:spPr bwMode="auto">
            <a:xfrm>
              <a:off x="8974138" y="3460752"/>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9" name="Freeform 1443"/>
            <p:cNvSpPr>
              <a:spLocks noEditPoints="1"/>
            </p:cNvSpPr>
            <p:nvPr/>
          </p:nvSpPr>
          <p:spPr bwMode="auto">
            <a:xfrm>
              <a:off x="8999538"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0" name="Oval 1444"/>
            <p:cNvSpPr>
              <a:spLocks noChangeArrowheads="1"/>
            </p:cNvSpPr>
            <p:nvPr/>
          </p:nvSpPr>
          <p:spPr bwMode="auto">
            <a:xfrm>
              <a:off x="9161463" y="3481390"/>
              <a:ext cx="17463" cy="19050"/>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1" name="Oval 1445"/>
            <p:cNvSpPr>
              <a:spLocks noChangeArrowheads="1"/>
            </p:cNvSpPr>
            <p:nvPr/>
          </p:nvSpPr>
          <p:spPr bwMode="auto">
            <a:xfrm>
              <a:off x="9191626" y="4260853"/>
              <a:ext cx="42863" cy="42863"/>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2" name="Oval 1446"/>
            <p:cNvSpPr>
              <a:spLocks noChangeArrowheads="1"/>
            </p:cNvSpPr>
            <p:nvPr/>
          </p:nvSpPr>
          <p:spPr bwMode="auto">
            <a:xfrm>
              <a:off x="9263063" y="4260853"/>
              <a:ext cx="42863" cy="42863"/>
            </a:xfrm>
            <a:prstGeom prst="ellipse">
              <a:avLst/>
            </a:prstGeom>
            <a:solidFill>
              <a:srgbClr val="5A5858"/>
            </a:solidFill>
            <a:ln w="9525">
              <a:solidFill>
                <a:schemeClr val="bg2"/>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pic>
        <p:nvPicPr>
          <p:cNvPr id="4" name="图片 3"/>
          <p:cNvPicPr>
            <a:picLocks noChangeAspect="1"/>
          </p:cNvPicPr>
          <p:nvPr/>
        </p:nvPicPr>
        <p:blipFill>
          <a:blip r:embed="rId2"/>
          <a:stretch>
            <a:fillRect/>
          </a:stretch>
        </p:blipFill>
        <p:spPr>
          <a:xfrm>
            <a:off x="8953293" y="2218343"/>
            <a:ext cx="888002" cy="1684927"/>
          </a:xfrm>
          <a:prstGeom prst="rect">
            <a:avLst/>
          </a:prstGeom>
          <a:ln w="12700">
            <a:solidFill>
              <a:schemeClr val="bg2"/>
            </a:solidFill>
          </a:ln>
        </p:spPr>
      </p:pic>
      <p:grpSp>
        <p:nvGrpSpPr>
          <p:cNvPr id="128" name="组合 25752"/>
          <p:cNvGrpSpPr/>
          <p:nvPr/>
        </p:nvGrpSpPr>
        <p:grpSpPr bwMode="auto">
          <a:xfrm>
            <a:off x="5880994" y="2899802"/>
            <a:ext cx="594458" cy="869984"/>
            <a:chOff x="2192338" y="654050"/>
            <a:chExt cx="446088" cy="652463"/>
          </a:xfrm>
        </p:grpSpPr>
        <p:sp>
          <p:nvSpPr>
            <p:cNvPr id="129" name="Freeform 85"/>
            <p:cNvSpPr/>
            <p:nvPr/>
          </p:nvSpPr>
          <p:spPr bwMode="auto">
            <a:xfrm>
              <a:off x="2192338" y="771525"/>
              <a:ext cx="339725" cy="534988"/>
            </a:xfrm>
            <a:custGeom>
              <a:avLst/>
              <a:gdLst>
                <a:gd name="T0" fmla="*/ 2147483646 w 807"/>
                <a:gd name="T1" fmla="*/ 0 h 1277"/>
                <a:gd name="T2" fmla="*/ 2147483646 w 807"/>
                <a:gd name="T3" fmla="*/ 0 h 1277"/>
                <a:gd name="T4" fmla="*/ 2147483646 w 807"/>
                <a:gd name="T5" fmla="*/ 0 h 1277"/>
                <a:gd name="T6" fmla="*/ 0 w 807"/>
                <a:gd name="T7" fmla="*/ 2147483646 h 1277"/>
                <a:gd name="T8" fmla="*/ 0 w 807"/>
                <a:gd name="T9" fmla="*/ 2147483646 h 1277"/>
                <a:gd name="T10" fmla="*/ 2147483646 w 807"/>
                <a:gd name="T11" fmla="*/ 2147483646 h 1277"/>
                <a:gd name="T12" fmla="*/ 2147483646 w 807"/>
                <a:gd name="T13" fmla="*/ 2147483646 h 1277"/>
                <a:gd name="T14" fmla="*/ 2147483646 w 807"/>
                <a:gd name="T15" fmla="*/ 2147483646 h 1277"/>
                <a:gd name="T16" fmla="*/ 2147483646 w 807"/>
                <a:gd name="T17" fmla="*/ 2147483646 h 1277"/>
                <a:gd name="T18" fmla="*/ 2147483646 w 807"/>
                <a:gd name="T19" fmla="*/ 2147483646 h 1277"/>
                <a:gd name="T20" fmla="*/ 2147483646 w 807"/>
                <a:gd name="T21" fmla="*/ 2147483646 h 1277"/>
                <a:gd name="T22" fmla="*/ 2147483646 w 807"/>
                <a:gd name="T23" fmla="*/ 2147483646 h 1277"/>
                <a:gd name="T24" fmla="*/ 2147483646 w 807"/>
                <a:gd name="T25" fmla="*/ 2147483646 h 1277"/>
                <a:gd name="T26" fmla="*/ 2147483646 w 807"/>
                <a:gd name="T27" fmla="*/ 2147483646 h 1277"/>
                <a:gd name="T28" fmla="*/ 2147483646 w 807"/>
                <a:gd name="T29" fmla="*/ 2147483646 h 1277"/>
                <a:gd name="T30" fmla="*/ 2147483646 w 807"/>
                <a:gd name="T31" fmla="*/ 2147483646 h 1277"/>
                <a:gd name="T32" fmla="*/ 2147483646 w 807"/>
                <a:gd name="T33" fmla="*/ 2147483646 h 1277"/>
                <a:gd name="T34" fmla="*/ 2147483646 w 807"/>
                <a:gd name="T35" fmla="*/ 2147483646 h 1277"/>
                <a:gd name="T36" fmla="*/ 2147483646 w 807"/>
                <a:gd name="T37" fmla="*/ 2147483646 h 1277"/>
                <a:gd name="T38" fmla="*/ 2147483646 w 807"/>
                <a:gd name="T39" fmla="*/ 2147483646 h 1277"/>
                <a:gd name="T40" fmla="*/ 2147483646 w 807"/>
                <a:gd name="T41" fmla="*/ 2147483646 h 1277"/>
                <a:gd name="T42" fmla="*/ 2147483646 w 807"/>
                <a:gd name="T43" fmla="*/ 2147483646 h 1277"/>
                <a:gd name="T44" fmla="*/ 2147483646 w 807"/>
                <a:gd name="T45" fmla="*/ 2147483646 h 1277"/>
                <a:gd name="T46" fmla="*/ 2147483646 w 807"/>
                <a:gd name="T47" fmla="*/ 2147483646 h 1277"/>
                <a:gd name="T48" fmla="*/ 2147483646 w 807"/>
                <a:gd name="T49" fmla="*/ 2147483646 h 1277"/>
                <a:gd name="T50" fmla="*/ 2147483646 w 807"/>
                <a:gd name="T51" fmla="*/ 2147483646 h 1277"/>
                <a:gd name="T52" fmla="*/ 2147483646 w 807"/>
                <a:gd name="T53" fmla="*/ 2147483646 h 1277"/>
                <a:gd name="T54" fmla="*/ 2147483646 w 807"/>
                <a:gd name="T55" fmla="*/ 0 h 12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07"/>
                <a:gd name="T85" fmla="*/ 0 h 1277"/>
                <a:gd name="T86" fmla="*/ 807 w 807"/>
                <a:gd name="T87" fmla="*/ 1277 h 12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07" h="1277">
                  <a:moveTo>
                    <a:pt x="710" y="0"/>
                  </a:moveTo>
                  <a:lnTo>
                    <a:pt x="710" y="0"/>
                  </a:lnTo>
                  <a:lnTo>
                    <a:pt x="97" y="0"/>
                  </a:lnTo>
                  <a:cubicBezTo>
                    <a:pt x="43" y="0"/>
                    <a:pt x="0" y="43"/>
                    <a:pt x="0" y="97"/>
                  </a:cubicBezTo>
                  <a:lnTo>
                    <a:pt x="0" y="1147"/>
                  </a:lnTo>
                  <a:cubicBezTo>
                    <a:pt x="0" y="1200"/>
                    <a:pt x="43" y="1244"/>
                    <a:pt x="97" y="1244"/>
                  </a:cubicBezTo>
                  <a:lnTo>
                    <a:pt x="401" y="1244"/>
                  </a:lnTo>
                  <a:cubicBezTo>
                    <a:pt x="409" y="1263"/>
                    <a:pt x="428" y="1277"/>
                    <a:pt x="450" y="1277"/>
                  </a:cubicBezTo>
                  <a:cubicBezTo>
                    <a:pt x="480" y="1277"/>
                    <a:pt x="504" y="1253"/>
                    <a:pt x="504" y="1224"/>
                  </a:cubicBezTo>
                  <a:cubicBezTo>
                    <a:pt x="504" y="1194"/>
                    <a:pt x="480" y="1170"/>
                    <a:pt x="450" y="1170"/>
                  </a:cubicBezTo>
                  <a:cubicBezTo>
                    <a:pt x="428" y="1170"/>
                    <a:pt x="409" y="1184"/>
                    <a:pt x="401" y="1204"/>
                  </a:cubicBezTo>
                  <a:lnTo>
                    <a:pt x="97" y="1204"/>
                  </a:lnTo>
                  <a:cubicBezTo>
                    <a:pt x="65" y="1204"/>
                    <a:pt x="40" y="1178"/>
                    <a:pt x="40" y="1147"/>
                  </a:cubicBezTo>
                  <a:lnTo>
                    <a:pt x="40" y="97"/>
                  </a:lnTo>
                  <a:cubicBezTo>
                    <a:pt x="40" y="65"/>
                    <a:pt x="65" y="40"/>
                    <a:pt x="97" y="40"/>
                  </a:cubicBezTo>
                  <a:lnTo>
                    <a:pt x="710" y="40"/>
                  </a:lnTo>
                  <a:cubicBezTo>
                    <a:pt x="741" y="40"/>
                    <a:pt x="767" y="65"/>
                    <a:pt x="767" y="97"/>
                  </a:cubicBezTo>
                  <a:lnTo>
                    <a:pt x="767" y="1147"/>
                  </a:lnTo>
                  <a:cubicBezTo>
                    <a:pt x="767" y="1178"/>
                    <a:pt x="741" y="1204"/>
                    <a:pt x="710" y="1204"/>
                  </a:cubicBezTo>
                  <a:lnTo>
                    <a:pt x="662" y="1204"/>
                  </a:lnTo>
                  <a:cubicBezTo>
                    <a:pt x="654" y="1184"/>
                    <a:pt x="635" y="1170"/>
                    <a:pt x="612" y="1170"/>
                  </a:cubicBezTo>
                  <a:cubicBezTo>
                    <a:pt x="583" y="1170"/>
                    <a:pt x="559" y="1194"/>
                    <a:pt x="559" y="1224"/>
                  </a:cubicBezTo>
                  <a:cubicBezTo>
                    <a:pt x="559" y="1253"/>
                    <a:pt x="583" y="1277"/>
                    <a:pt x="612" y="1277"/>
                  </a:cubicBezTo>
                  <a:cubicBezTo>
                    <a:pt x="635" y="1277"/>
                    <a:pt x="654" y="1263"/>
                    <a:pt x="662" y="1244"/>
                  </a:cubicBezTo>
                  <a:lnTo>
                    <a:pt x="710" y="1244"/>
                  </a:lnTo>
                  <a:cubicBezTo>
                    <a:pt x="763" y="1244"/>
                    <a:pt x="807" y="1200"/>
                    <a:pt x="807" y="1147"/>
                  </a:cubicBezTo>
                  <a:lnTo>
                    <a:pt x="807" y="97"/>
                  </a:lnTo>
                  <a:cubicBezTo>
                    <a:pt x="807" y="43"/>
                    <a:pt x="763" y="0"/>
                    <a:pt x="710" y="0"/>
                  </a:cubicBezTo>
                  <a:close/>
                </a:path>
              </a:pathLst>
            </a:custGeom>
            <a:solidFill>
              <a:srgbClr val="474747"/>
            </a:solidFill>
            <a:ln w="0">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0" name="Freeform 86"/>
            <p:cNvSpPr/>
            <p:nvPr/>
          </p:nvSpPr>
          <p:spPr bwMode="auto">
            <a:xfrm>
              <a:off x="2343150" y="1195388"/>
              <a:ext cx="38100" cy="36513"/>
            </a:xfrm>
            <a:custGeom>
              <a:avLst/>
              <a:gdLst>
                <a:gd name="T0" fmla="*/ 0 w 91"/>
                <a:gd name="T1" fmla="*/ 2147483646 h 90"/>
                <a:gd name="T2" fmla="*/ 0 w 91"/>
                <a:gd name="T3" fmla="*/ 2147483646 h 90"/>
                <a:gd name="T4" fmla="*/ 2147483646 w 91"/>
                <a:gd name="T5" fmla="*/ 2147483646 h 90"/>
                <a:gd name="T6" fmla="*/ 2147483646 w 91"/>
                <a:gd name="T7" fmla="*/ 2147483646 h 90"/>
                <a:gd name="T8" fmla="*/ 2147483646 w 91"/>
                <a:gd name="T9" fmla="*/ 0 h 90"/>
                <a:gd name="T10" fmla="*/ 0 w 91"/>
                <a:gd name="T11" fmla="*/ 2147483646 h 90"/>
                <a:gd name="T12" fmla="*/ 0 60000 65536"/>
                <a:gd name="T13" fmla="*/ 0 60000 65536"/>
                <a:gd name="T14" fmla="*/ 0 60000 65536"/>
                <a:gd name="T15" fmla="*/ 0 60000 65536"/>
                <a:gd name="T16" fmla="*/ 0 60000 65536"/>
                <a:gd name="T17" fmla="*/ 0 60000 65536"/>
                <a:gd name="T18" fmla="*/ 0 w 91"/>
                <a:gd name="T19" fmla="*/ 0 h 90"/>
                <a:gd name="T20" fmla="*/ 91 w 91"/>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91" h="90">
                  <a:moveTo>
                    <a:pt x="0" y="45"/>
                  </a:moveTo>
                  <a:lnTo>
                    <a:pt x="0" y="45"/>
                  </a:lnTo>
                  <a:cubicBezTo>
                    <a:pt x="0" y="70"/>
                    <a:pt x="20" y="90"/>
                    <a:pt x="45" y="90"/>
                  </a:cubicBezTo>
                  <a:cubicBezTo>
                    <a:pt x="70" y="90"/>
                    <a:pt x="91" y="70"/>
                    <a:pt x="91" y="45"/>
                  </a:cubicBezTo>
                  <a:cubicBezTo>
                    <a:pt x="91" y="20"/>
                    <a:pt x="70" y="0"/>
                    <a:pt x="45" y="0"/>
                  </a:cubicBezTo>
                  <a:cubicBezTo>
                    <a:pt x="20" y="0"/>
                    <a:pt x="0" y="20"/>
                    <a:pt x="0" y="45"/>
                  </a:cubicBezTo>
                  <a:close/>
                </a:path>
              </a:pathLst>
            </a:custGeom>
            <a:solidFill>
              <a:srgbClr val="474747"/>
            </a:solidFill>
            <a:ln w="0">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1" name="Freeform 87"/>
            <p:cNvSpPr>
              <a:spLocks noEditPoints="1"/>
            </p:cNvSpPr>
            <p:nvPr/>
          </p:nvSpPr>
          <p:spPr bwMode="auto">
            <a:xfrm>
              <a:off x="2243138" y="827088"/>
              <a:ext cx="244475" cy="342900"/>
            </a:xfrm>
            <a:custGeom>
              <a:avLst/>
              <a:gdLst>
                <a:gd name="T0" fmla="*/ 2147483646 w 580"/>
                <a:gd name="T1" fmla="*/ 2147483646 h 818"/>
                <a:gd name="T2" fmla="*/ 2147483646 w 580"/>
                <a:gd name="T3" fmla="*/ 2147483646 h 818"/>
                <a:gd name="T4" fmla="*/ 2147483646 w 580"/>
                <a:gd name="T5" fmla="*/ 2147483646 h 818"/>
                <a:gd name="T6" fmla="*/ 2147483646 w 580"/>
                <a:gd name="T7" fmla="*/ 2147483646 h 818"/>
                <a:gd name="T8" fmla="*/ 2147483646 w 580"/>
                <a:gd name="T9" fmla="*/ 2147483646 h 818"/>
                <a:gd name="T10" fmla="*/ 2147483646 w 580"/>
                <a:gd name="T11" fmla="*/ 2147483646 h 818"/>
                <a:gd name="T12" fmla="*/ 2147483646 w 580"/>
                <a:gd name="T13" fmla="*/ 2147483646 h 818"/>
                <a:gd name="T14" fmla="*/ 2147483646 w 580"/>
                <a:gd name="T15" fmla="*/ 2147483646 h 818"/>
                <a:gd name="T16" fmla="*/ 2147483646 w 580"/>
                <a:gd name="T17" fmla="*/ 2147483646 h 818"/>
                <a:gd name="T18" fmla="*/ 2147483646 w 580"/>
                <a:gd name="T19" fmla="*/ 2147483646 h 818"/>
                <a:gd name="T20" fmla="*/ 2147483646 w 580"/>
                <a:gd name="T21" fmla="*/ 2147483646 h 818"/>
                <a:gd name="T22" fmla="*/ 2147483646 w 580"/>
                <a:gd name="T23" fmla="*/ 2147483646 h 818"/>
                <a:gd name="T24" fmla="*/ 2147483646 w 580"/>
                <a:gd name="T25" fmla="*/ 2147483646 h 818"/>
                <a:gd name="T26" fmla="*/ 2147483646 w 580"/>
                <a:gd name="T27" fmla="*/ 0 h 818"/>
                <a:gd name="T28" fmla="*/ 2147483646 w 580"/>
                <a:gd name="T29" fmla="*/ 0 h 818"/>
                <a:gd name="T30" fmla="*/ 0 w 580"/>
                <a:gd name="T31" fmla="*/ 2147483646 h 818"/>
                <a:gd name="T32" fmla="*/ 0 w 580"/>
                <a:gd name="T33" fmla="*/ 2147483646 h 818"/>
                <a:gd name="T34" fmla="*/ 2147483646 w 580"/>
                <a:gd name="T35" fmla="*/ 2147483646 h 818"/>
                <a:gd name="T36" fmla="*/ 2147483646 w 580"/>
                <a:gd name="T37" fmla="*/ 2147483646 h 818"/>
                <a:gd name="T38" fmla="*/ 2147483646 w 580"/>
                <a:gd name="T39" fmla="*/ 2147483646 h 8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80"/>
                <a:gd name="T61" fmla="*/ 0 h 818"/>
                <a:gd name="T62" fmla="*/ 580 w 580"/>
                <a:gd name="T63" fmla="*/ 818 h 81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80" h="818">
                  <a:moveTo>
                    <a:pt x="26" y="751"/>
                  </a:moveTo>
                  <a:lnTo>
                    <a:pt x="26" y="751"/>
                  </a:lnTo>
                  <a:lnTo>
                    <a:pt x="26" y="67"/>
                  </a:lnTo>
                  <a:cubicBezTo>
                    <a:pt x="26" y="45"/>
                    <a:pt x="44" y="27"/>
                    <a:pt x="66" y="27"/>
                  </a:cubicBezTo>
                  <a:lnTo>
                    <a:pt x="513" y="27"/>
                  </a:lnTo>
                  <a:cubicBezTo>
                    <a:pt x="535" y="27"/>
                    <a:pt x="553" y="45"/>
                    <a:pt x="553" y="67"/>
                  </a:cubicBezTo>
                  <a:lnTo>
                    <a:pt x="553" y="751"/>
                  </a:lnTo>
                  <a:cubicBezTo>
                    <a:pt x="553" y="773"/>
                    <a:pt x="535" y="791"/>
                    <a:pt x="513" y="791"/>
                  </a:cubicBezTo>
                  <a:lnTo>
                    <a:pt x="66" y="791"/>
                  </a:lnTo>
                  <a:cubicBezTo>
                    <a:pt x="44" y="791"/>
                    <a:pt x="26" y="773"/>
                    <a:pt x="26" y="751"/>
                  </a:cubicBezTo>
                  <a:close/>
                  <a:moveTo>
                    <a:pt x="580" y="751"/>
                  </a:moveTo>
                  <a:lnTo>
                    <a:pt x="580" y="751"/>
                  </a:lnTo>
                  <a:lnTo>
                    <a:pt x="580" y="67"/>
                  </a:lnTo>
                  <a:cubicBezTo>
                    <a:pt x="580" y="30"/>
                    <a:pt x="550" y="0"/>
                    <a:pt x="513" y="0"/>
                  </a:cubicBezTo>
                  <a:lnTo>
                    <a:pt x="66" y="0"/>
                  </a:lnTo>
                  <a:cubicBezTo>
                    <a:pt x="30" y="0"/>
                    <a:pt x="0" y="30"/>
                    <a:pt x="0" y="67"/>
                  </a:cubicBezTo>
                  <a:lnTo>
                    <a:pt x="0" y="751"/>
                  </a:lnTo>
                  <a:cubicBezTo>
                    <a:pt x="0" y="788"/>
                    <a:pt x="30" y="818"/>
                    <a:pt x="66" y="818"/>
                  </a:cubicBezTo>
                  <a:lnTo>
                    <a:pt x="513" y="818"/>
                  </a:lnTo>
                  <a:cubicBezTo>
                    <a:pt x="550" y="818"/>
                    <a:pt x="580" y="788"/>
                    <a:pt x="580" y="751"/>
                  </a:cubicBezTo>
                  <a:close/>
                </a:path>
              </a:pathLst>
            </a:custGeom>
            <a:solidFill>
              <a:srgbClr val="474747"/>
            </a:solidFill>
            <a:ln w="0">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3" name="Freeform 88"/>
            <p:cNvSpPr/>
            <p:nvPr/>
          </p:nvSpPr>
          <p:spPr bwMode="auto">
            <a:xfrm>
              <a:off x="2501900" y="711200"/>
              <a:ext cx="79375" cy="79375"/>
            </a:xfrm>
            <a:custGeom>
              <a:avLst/>
              <a:gdLst>
                <a:gd name="T0" fmla="*/ 2147483646 w 189"/>
                <a:gd name="T1" fmla="*/ 0 h 188"/>
                <a:gd name="T2" fmla="*/ 2147483646 w 189"/>
                <a:gd name="T3" fmla="*/ 0 h 188"/>
                <a:gd name="T4" fmla="*/ 0 w 189"/>
                <a:gd name="T5" fmla="*/ 2147483646 h 188"/>
                <a:gd name="T6" fmla="*/ 2147483646 w 189"/>
                <a:gd name="T7" fmla="*/ 2147483646 h 188"/>
                <a:gd name="T8" fmla="*/ 2147483646 w 189"/>
                <a:gd name="T9" fmla="*/ 2147483646 h 188"/>
                <a:gd name="T10" fmla="*/ 2147483646 w 189"/>
                <a:gd name="T11" fmla="*/ 2147483646 h 188"/>
                <a:gd name="T12" fmla="*/ 2147483646 w 189"/>
                <a:gd name="T13" fmla="*/ 2147483646 h 188"/>
                <a:gd name="T14" fmla="*/ 2147483646 w 189"/>
                <a:gd name="T15" fmla="*/ 2147483646 h 188"/>
                <a:gd name="T16" fmla="*/ 2147483646 w 189"/>
                <a:gd name="T17" fmla="*/ 2147483646 h 188"/>
                <a:gd name="T18" fmla="*/ 2147483646 w 189"/>
                <a:gd name="T19" fmla="*/ 2147483646 h 188"/>
                <a:gd name="T20" fmla="*/ 2147483646 w 189"/>
                <a:gd name="T21" fmla="*/ 0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9"/>
                <a:gd name="T34" fmla="*/ 0 h 188"/>
                <a:gd name="T35" fmla="*/ 189 w 189"/>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9" h="188">
                  <a:moveTo>
                    <a:pt x="21" y="0"/>
                  </a:moveTo>
                  <a:lnTo>
                    <a:pt x="21" y="0"/>
                  </a:lnTo>
                  <a:cubicBezTo>
                    <a:pt x="10" y="0"/>
                    <a:pt x="1" y="8"/>
                    <a:pt x="0" y="19"/>
                  </a:cubicBezTo>
                  <a:cubicBezTo>
                    <a:pt x="0" y="30"/>
                    <a:pt x="8" y="40"/>
                    <a:pt x="19" y="40"/>
                  </a:cubicBezTo>
                  <a:cubicBezTo>
                    <a:pt x="50" y="42"/>
                    <a:pt x="82" y="57"/>
                    <a:pt x="107" y="82"/>
                  </a:cubicBezTo>
                  <a:cubicBezTo>
                    <a:pt x="131" y="106"/>
                    <a:pt x="146" y="138"/>
                    <a:pt x="148" y="169"/>
                  </a:cubicBezTo>
                  <a:cubicBezTo>
                    <a:pt x="149" y="180"/>
                    <a:pt x="158" y="188"/>
                    <a:pt x="168" y="188"/>
                  </a:cubicBezTo>
                  <a:cubicBezTo>
                    <a:pt x="169" y="188"/>
                    <a:pt x="169" y="188"/>
                    <a:pt x="170" y="188"/>
                  </a:cubicBezTo>
                  <a:cubicBezTo>
                    <a:pt x="181" y="187"/>
                    <a:pt x="189" y="177"/>
                    <a:pt x="188" y="166"/>
                  </a:cubicBezTo>
                  <a:cubicBezTo>
                    <a:pt x="186" y="125"/>
                    <a:pt x="167" y="85"/>
                    <a:pt x="135" y="53"/>
                  </a:cubicBezTo>
                  <a:cubicBezTo>
                    <a:pt x="103" y="22"/>
                    <a:pt x="63" y="3"/>
                    <a:pt x="21" y="0"/>
                  </a:cubicBezTo>
                  <a:close/>
                </a:path>
              </a:pathLst>
            </a:custGeom>
            <a:solidFill>
              <a:srgbClr val="474747"/>
            </a:solidFill>
            <a:ln w="0">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4" name="Freeform 89"/>
            <p:cNvSpPr/>
            <p:nvPr/>
          </p:nvSpPr>
          <p:spPr bwMode="auto">
            <a:xfrm>
              <a:off x="2506663" y="654050"/>
              <a:ext cx="131763" cy="131763"/>
            </a:xfrm>
            <a:custGeom>
              <a:avLst/>
              <a:gdLst>
                <a:gd name="T0" fmla="*/ 2147483646 w 315"/>
                <a:gd name="T1" fmla="*/ 2147483646 h 313"/>
                <a:gd name="T2" fmla="*/ 2147483646 w 315"/>
                <a:gd name="T3" fmla="*/ 2147483646 h 313"/>
                <a:gd name="T4" fmla="*/ 2147483646 w 315"/>
                <a:gd name="T5" fmla="*/ 2147483646 h 313"/>
                <a:gd name="T6" fmla="*/ 2147483646 w 315"/>
                <a:gd name="T7" fmla="*/ 2147483646 h 313"/>
                <a:gd name="T8" fmla="*/ 2147483646 w 315"/>
                <a:gd name="T9" fmla="*/ 2147483646 h 313"/>
                <a:gd name="T10" fmla="*/ 2147483646 w 315"/>
                <a:gd name="T11" fmla="*/ 2147483646 h 313"/>
                <a:gd name="T12" fmla="*/ 2147483646 w 315"/>
                <a:gd name="T13" fmla="*/ 2147483646 h 313"/>
                <a:gd name="T14" fmla="*/ 2147483646 w 315"/>
                <a:gd name="T15" fmla="*/ 2147483646 h 313"/>
                <a:gd name="T16" fmla="*/ 2147483646 w 315"/>
                <a:gd name="T17" fmla="*/ 2147483646 h 313"/>
                <a:gd name="T18" fmla="*/ 2147483646 w 315"/>
                <a:gd name="T19" fmla="*/ 2147483646 h 313"/>
                <a:gd name="T20" fmla="*/ 2147483646 w 315"/>
                <a:gd name="T21" fmla="*/ 2147483646 h 313"/>
                <a:gd name="T22" fmla="*/ 2147483646 w 315"/>
                <a:gd name="T23" fmla="*/ 2147483646 h 3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5"/>
                <a:gd name="T37" fmla="*/ 0 h 313"/>
                <a:gd name="T38" fmla="*/ 315 w 315"/>
                <a:gd name="T39" fmla="*/ 313 h 3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5" h="313">
                  <a:moveTo>
                    <a:pt x="227" y="87"/>
                  </a:moveTo>
                  <a:lnTo>
                    <a:pt x="227" y="87"/>
                  </a:lnTo>
                  <a:cubicBezTo>
                    <a:pt x="172" y="31"/>
                    <a:pt x="97" y="0"/>
                    <a:pt x="20" y="1"/>
                  </a:cubicBezTo>
                  <a:cubicBezTo>
                    <a:pt x="9" y="1"/>
                    <a:pt x="0" y="10"/>
                    <a:pt x="1" y="21"/>
                  </a:cubicBezTo>
                  <a:cubicBezTo>
                    <a:pt x="1" y="32"/>
                    <a:pt x="10" y="41"/>
                    <a:pt x="21" y="41"/>
                  </a:cubicBezTo>
                  <a:cubicBezTo>
                    <a:pt x="21" y="41"/>
                    <a:pt x="22" y="41"/>
                    <a:pt x="23" y="41"/>
                  </a:cubicBezTo>
                  <a:cubicBezTo>
                    <a:pt x="87" y="41"/>
                    <a:pt x="152" y="68"/>
                    <a:pt x="199" y="115"/>
                  </a:cubicBezTo>
                  <a:cubicBezTo>
                    <a:pt x="247" y="163"/>
                    <a:pt x="275" y="228"/>
                    <a:pt x="275" y="293"/>
                  </a:cubicBezTo>
                  <a:cubicBezTo>
                    <a:pt x="274" y="304"/>
                    <a:pt x="283" y="313"/>
                    <a:pt x="294" y="313"/>
                  </a:cubicBezTo>
                  <a:lnTo>
                    <a:pt x="295" y="313"/>
                  </a:lnTo>
                  <a:cubicBezTo>
                    <a:pt x="306" y="313"/>
                    <a:pt x="314" y="304"/>
                    <a:pt x="315" y="293"/>
                  </a:cubicBezTo>
                  <a:cubicBezTo>
                    <a:pt x="315" y="217"/>
                    <a:pt x="283" y="142"/>
                    <a:pt x="227" y="87"/>
                  </a:cubicBezTo>
                  <a:close/>
                </a:path>
              </a:pathLst>
            </a:custGeom>
            <a:solidFill>
              <a:srgbClr val="474747"/>
            </a:solidFill>
            <a:ln w="0">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155" name="组合 274"/>
          <p:cNvGrpSpPr/>
          <p:nvPr/>
        </p:nvGrpSpPr>
        <p:grpSpPr bwMode="auto">
          <a:xfrm>
            <a:off x="3234395" y="2985623"/>
            <a:ext cx="364081" cy="747027"/>
            <a:chOff x="8534400" y="2481263"/>
            <a:chExt cx="306387" cy="628650"/>
          </a:xfrm>
        </p:grpSpPr>
        <p:sp>
          <p:nvSpPr>
            <p:cNvPr id="156" name="Freeform 173"/>
            <p:cNvSpPr>
              <a:spLocks noEditPoints="1"/>
            </p:cNvSpPr>
            <p:nvPr/>
          </p:nvSpPr>
          <p:spPr bwMode="auto">
            <a:xfrm>
              <a:off x="8596313" y="2874963"/>
              <a:ext cx="58737" cy="58738"/>
            </a:xfrm>
            <a:custGeom>
              <a:avLst/>
              <a:gdLst>
                <a:gd name="T0" fmla="*/ 30258 w 33"/>
                <a:gd name="T1" fmla="*/ 58738 h 33"/>
                <a:gd name="T2" fmla="*/ 0 w 33"/>
                <a:gd name="T3" fmla="*/ 30259 h 33"/>
                <a:gd name="T4" fmla="*/ 30258 w 33"/>
                <a:gd name="T5" fmla="*/ 0 h 33"/>
                <a:gd name="T6" fmla="*/ 58737 w 33"/>
                <a:gd name="T7" fmla="*/ 30259 h 33"/>
                <a:gd name="T8" fmla="*/ 30258 w 33"/>
                <a:gd name="T9" fmla="*/ 58738 h 33"/>
                <a:gd name="T10" fmla="*/ 30258 w 33"/>
                <a:gd name="T11" fmla="*/ 21359 h 33"/>
                <a:gd name="T12" fmla="*/ 21359 w 33"/>
                <a:gd name="T13" fmla="*/ 30259 h 33"/>
                <a:gd name="T14" fmla="*/ 30258 w 33"/>
                <a:gd name="T15" fmla="*/ 37379 h 33"/>
                <a:gd name="T16" fmla="*/ 37378 w 33"/>
                <a:gd name="T17" fmla="*/ 30259 h 33"/>
                <a:gd name="T18" fmla="*/ 30258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7" y="33"/>
                  </a:moveTo>
                  <a:cubicBezTo>
                    <a:pt x="8" y="33"/>
                    <a:pt x="0" y="26"/>
                    <a:pt x="0" y="17"/>
                  </a:cubicBezTo>
                  <a:cubicBezTo>
                    <a:pt x="0" y="7"/>
                    <a:pt x="8" y="0"/>
                    <a:pt x="17" y="0"/>
                  </a:cubicBezTo>
                  <a:cubicBezTo>
                    <a:pt x="26" y="0"/>
                    <a:pt x="33" y="7"/>
                    <a:pt x="33" y="17"/>
                  </a:cubicBezTo>
                  <a:cubicBezTo>
                    <a:pt x="33" y="26"/>
                    <a:pt x="26" y="33"/>
                    <a:pt x="17" y="33"/>
                  </a:cubicBezTo>
                  <a:close/>
                  <a:moveTo>
                    <a:pt x="17" y="12"/>
                  </a:moveTo>
                  <a:cubicBezTo>
                    <a:pt x="14" y="12"/>
                    <a:pt x="12" y="14"/>
                    <a:pt x="12" y="17"/>
                  </a:cubicBezTo>
                  <a:cubicBezTo>
                    <a:pt x="12" y="19"/>
                    <a:pt x="14" y="21"/>
                    <a:pt x="17" y="21"/>
                  </a:cubicBezTo>
                  <a:cubicBezTo>
                    <a:pt x="19" y="21"/>
                    <a:pt x="21" y="19"/>
                    <a:pt x="21" y="17"/>
                  </a:cubicBezTo>
                  <a:cubicBezTo>
                    <a:pt x="21" y="14"/>
                    <a:pt x="19" y="12"/>
                    <a:pt x="17"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7" name="Freeform 174"/>
            <p:cNvSpPr>
              <a:spLocks noEditPoints="1"/>
            </p:cNvSpPr>
            <p:nvPr/>
          </p:nvSpPr>
          <p:spPr bwMode="auto">
            <a:xfrm>
              <a:off x="8658225" y="28749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7"/>
                    <a:pt x="7" y="0"/>
                    <a:pt x="16" y="0"/>
                  </a:cubicBezTo>
                  <a:cubicBezTo>
                    <a:pt x="25" y="0"/>
                    <a:pt x="33" y="7"/>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8" name="Freeform 175"/>
            <p:cNvSpPr>
              <a:spLocks noEditPoints="1"/>
            </p:cNvSpPr>
            <p:nvPr/>
          </p:nvSpPr>
          <p:spPr bwMode="auto">
            <a:xfrm>
              <a:off x="8720138" y="28749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7"/>
                    <a:pt x="7" y="0"/>
                    <a:pt x="16" y="0"/>
                  </a:cubicBezTo>
                  <a:cubicBezTo>
                    <a:pt x="25" y="0"/>
                    <a:pt x="33" y="7"/>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9" name="Freeform 176"/>
            <p:cNvSpPr>
              <a:spLocks noEditPoints="1"/>
            </p:cNvSpPr>
            <p:nvPr/>
          </p:nvSpPr>
          <p:spPr bwMode="auto">
            <a:xfrm>
              <a:off x="8596313" y="2938463"/>
              <a:ext cx="58737" cy="58738"/>
            </a:xfrm>
            <a:custGeom>
              <a:avLst/>
              <a:gdLst>
                <a:gd name="T0" fmla="*/ 30258 w 33"/>
                <a:gd name="T1" fmla="*/ 58738 h 33"/>
                <a:gd name="T2" fmla="*/ 0 w 33"/>
                <a:gd name="T3" fmla="*/ 30259 h 33"/>
                <a:gd name="T4" fmla="*/ 30258 w 33"/>
                <a:gd name="T5" fmla="*/ 0 h 33"/>
                <a:gd name="T6" fmla="*/ 58737 w 33"/>
                <a:gd name="T7" fmla="*/ 30259 h 33"/>
                <a:gd name="T8" fmla="*/ 30258 w 33"/>
                <a:gd name="T9" fmla="*/ 58738 h 33"/>
                <a:gd name="T10" fmla="*/ 30258 w 33"/>
                <a:gd name="T11" fmla="*/ 21359 h 33"/>
                <a:gd name="T12" fmla="*/ 21359 w 33"/>
                <a:gd name="T13" fmla="*/ 30259 h 33"/>
                <a:gd name="T14" fmla="*/ 30258 w 33"/>
                <a:gd name="T15" fmla="*/ 37379 h 33"/>
                <a:gd name="T16" fmla="*/ 37378 w 33"/>
                <a:gd name="T17" fmla="*/ 30259 h 33"/>
                <a:gd name="T18" fmla="*/ 30258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12"/>
                  </a:moveTo>
                  <a:cubicBezTo>
                    <a:pt x="14" y="12"/>
                    <a:pt x="12" y="14"/>
                    <a:pt x="12" y="17"/>
                  </a:cubicBezTo>
                  <a:cubicBezTo>
                    <a:pt x="12" y="19"/>
                    <a:pt x="14" y="21"/>
                    <a:pt x="17" y="21"/>
                  </a:cubicBezTo>
                  <a:cubicBezTo>
                    <a:pt x="19" y="21"/>
                    <a:pt x="21" y="19"/>
                    <a:pt x="21" y="17"/>
                  </a:cubicBezTo>
                  <a:cubicBezTo>
                    <a:pt x="21" y="14"/>
                    <a:pt x="19" y="12"/>
                    <a:pt x="17"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0" name="Freeform 177"/>
            <p:cNvSpPr>
              <a:spLocks noEditPoints="1"/>
            </p:cNvSpPr>
            <p:nvPr/>
          </p:nvSpPr>
          <p:spPr bwMode="auto">
            <a:xfrm>
              <a:off x="8658225" y="29384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8"/>
                    <a:pt x="7" y="0"/>
                    <a:pt x="16" y="0"/>
                  </a:cubicBezTo>
                  <a:cubicBezTo>
                    <a:pt x="25" y="0"/>
                    <a:pt x="33" y="8"/>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1" name="Freeform 178"/>
            <p:cNvSpPr>
              <a:spLocks noEditPoints="1"/>
            </p:cNvSpPr>
            <p:nvPr/>
          </p:nvSpPr>
          <p:spPr bwMode="auto">
            <a:xfrm>
              <a:off x="8720138" y="2938463"/>
              <a:ext cx="58737" cy="58738"/>
            </a:xfrm>
            <a:custGeom>
              <a:avLst/>
              <a:gdLst>
                <a:gd name="T0" fmla="*/ 28479 w 33"/>
                <a:gd name="T1" fmla="*/ 58738 h 33"/>
                <a:gd name="T2" fmla="*/ 0 w 33"/>
                <a:gd name="T3" fmla="*/ 30259 h 33"/>
                <a:gd name="T4" fmla="*/ 28479 w 33"/>
                <a:gd name="T5" fmla="*/ 0 h 33"/>
                <a:gd name="T6" fmla="*/ 58737 w 33"/>
                <a:gd name="T7" fmla="*/ 30259 h 33"/>
                <a:gd name="T8" fmla="*/ 28479 w 33"/>
                <a:gd name="T9" fmla="*/ 58738 h 33"/>
                <a:gd name="T10" fmla="*/ 28479 w 33"/>
                <a:gd name="T11" fmla="*/ 21359 h 33"/>
                <a:gd name="T12" fmla="*/ 21359 w 33"/>
                <a:gd name="T13" fmla="*/ 30259 h 33"/>
                <a:gd name="T14" fmla="*/ 28479 w 33"/>
                <a:gd name="T15" fmla="*/ 37379 h 33"/>
                <a:gd name="T16" fmla="*/ 37378 w 33"/>
                <a:gd name="T17" fmla="*/ 30259 h 33"/>
                <a:gd name="T18" fmla="*/ 28479 w 33"/>
                <a:gd name="T19" fmla="*/ 21359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6"/>
                    <a:pt x="0" y="17"/>
                  </a:cubicBezTo>
                  <a:cubicBezTo>
                    <a:pt x="0" y="8"/>
                    <a:pt x="7" y="0"/>
                    <a:pt x="16" y="0"/>
                  </a:cubicBezTo>
                  <a:cubicBezTo>
                    <a:pt x="25" y="0"/>
                    <a:pt x="33" y="8"/>
                    <a:pt x="33" y="17"/>
                  </a:cubicBezTo>
                  <a:cubicBezTo>
                    <a:pt x="33" y="26"/>
                    <a:pt x="25" y="33"/>
                    <a:pt x="16" y="33"/>
                  </a:cubicBezTo>
                  <a:close/>
                  <a:moveTo>
                    <a:pt x="16" y="12"/>
                  </a:moveTo>
                  <a:cubicBezTo>
                    <a:pt x="14" y="12"/>
                    <a:pt x="12" y="14"/>
                    <a:pt x="12" y="17"/>
                  </a:cubicBezTo>
                  <a:cubicBezTo>
                    <a:pt x="12" y="19"/>
                    <a:pt x="14" y="21"/>
                    <a:pt x="16" y="21"/>
                  </a:cubicBezTo>
                  <a:cubicBezTo>
                    <a:pt x="19" y="21"/>
                    <a:pt x="21" y="19"/>
                    <a:pt x="21" y="17"/>
                  </a:cubicBezTo>
                  <a:cubicBezTo>
                    <a:pt x="21" y="14"/>
                    <a:pt x="19" y="12"/>
                    <a:pt x="16"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2" name="Freeform 179"/>
            <p:cNvSpPr>
              <a:spLocks noEditPoints="1"/>
            </p:cNvSpPr>
            <p:nvPr/>
          </p:nvSpPr>
          <p:spPr bwMode="auto">
            <a:xfrm>
              <a:off x="8596313" y="3003550"/>
              <a:ext cx="58737" cy="57150"/>
            </a:xfrm>
            <a:custGeom>
              <a:avLst/>
              <a:gdLst>
                <a:gd name="T0" fmla="*/ 30258 w 33"/>
                <a:gd name="T1" fmla="*/ 57150 h 33"/>
                <a:gd name="T2" fmla="*/ 0 w 33"/>
                <a:gd name="T3" fmla="*/ 27709 h 33"/>
                <a:gd name="T4" fmla="*/ 30258 w 33"/>
                <a:gd name="T5" fmla="*/ 0 h 33"/>
                <a:gd name="T6" fmla="*/ 58737 w 33"/>
                <a:gd name="T7" fmla="*/ 27709 h 33"/>
                <a:gd name="T8" fmla="*/ 30258 w 33"/>
                <a:gd name="T9" fmla="*/ 57150 h 33"/>
                <a:gd name="T10" fmla="*/ 30258 w 33"/>
                <a:gd name="T11" fmla="*/ 20782 h 33"/>
                <a:gd name="T12" fmla="*/ 21359 w 33"/>
                <a:gd name="T13" fmla="*/ 27709 h 33"/>
                <a:gd name="T14" fmla="*/ 30258 w 33"/>
                <a:gd name="T15" fmla="*/ 36368 h 33"/>
                <a:gd name="T16" fmla="*/ 37378 w 33"/>
                <a:gd name="T17" fmla="*/ 27709 h 33"/>
                <a:gd name="T18" fmla="*/ 30258 w 33"/>
                <a:gd name="T19" fmla="*/ 20782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12"/>
                  </a:moveTo>
                  <a:cubicBezTo>
                    <a:pt x="14" y="12"/>
                    <a:pt x="12" y="14"/>
                    <a:pt x="12" y="16"/>
                  </a:cubicBezTo>
                  <a:cubicBezTo>
                    <a:pt x="12" y="19"/>
                    <a:pt x="14" y="21"/>
                    <a:pt x="17" y="21"/>
                  </a:cubicBezTo>
                  <a:cubicBezTo>
                    <a:pt x="19" y="21"/>
                    <a:pt x="21" y="19"/>
                    <a:pt x="21" y="16"/>
                  </a:cubicBezTo>
                  <a:cubicBezTo>
                    <a:pt x="21" y="14"/>
                    <a:pt x="19" y="12"/>
                    <a:pt x="17"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3" name="Freeform 180"/>
            <p:cNvSpPr>
              <a:spLocks noEditPoints="1"/>
            </p:cNvSpPr>
            <p:nvPr/>
          </p:nvSpPr>
          <p:spPr bwMode="auto">
            <a:xfrm>
              <a:off x="8658225" y="3003550"/>
              <a:ext cx="58737" cy="57150"/>
            </a:xfrm>
            <a:custGeom>
              <a:avLst/>
              <a:gdLst>
                <a:gd name="T0" fmla="*/ 28479 w 33"/>
                <a:gd name="T1" fmla="*/ 57150 h 33"/>
                <a:gd name="T2" fmla="*/ 0 w 33"/>
                <a:gd name="T3" fmla="*/ 27709 h 33"/>
                <a:gd name="T4" fmla="*/ 28479 w 33"/>
                <a:gd name="T5" fmla="*/ 0 h 33"/>
                <a:gd name="T6" fmla="*/ 58737 w 33"/>
                <a:gd name="T7" fmla="*/ 27709 h 33"/>
                <a:gd name="T8" fmla="*/ 28479 w 33"/>
                <a:gd name="T9" fmla="*/ 57150 h 33"/>
                <a:gd name="T10" fmla="*/ 28479 w 33"/>
                <a:gd name="T11" fmla="*/ 20782 h 33"/>
                <a:gd name="T12" fmla="*/ 21359 w 33"/>
                <a:gd name="T13" fmla="*/ 27709 h 33"/>
                <a:gd name="T14" fmla="*/ 28479 w 33"/>
                <a:gd name="T15" fmla="*/ 36368 h 33"/>
                <a:gd name="T16" fmla="*/ 37378 w 33"/>
                <a:gd name="T17" fmla="*/ 27709 h 33"/>
                <a:gd name="T18" fmla="*/ 28479 w 33"/>
                <a:gd name="T19" fmla="*/ 20782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5"/>
                    <a:pt x="0" y="16"/>
                  </a:cubicBezTo>
                  <a:cubicBezTo>
                    <a:pt x="0" y="7"/>
                    <a:pt x="7" y="0"/>
                    <a:pt x="16" y="0"/>
                  </a:cubicBezTo>
                  <a:cubicBezTo>
                    <a:pt x="25" y="0"/>
                    <a:pt x="33" y="7"/>
                    <a:pt x="33" y="16"/>
                  </a:cubicBezTo>
                  <a:cubicBezTo>
                    <a:pt x="33" y="25"/>
                    <a:pt x="25" y="33"/>
                    <a:pt x="16" y="33"/>
                  </a:cubicBezTo>
                  <a:close/>
                  <a:moveTo>
                    <a:pt x="16" y="12"/>
                  </a:moveTo>
                  <a:cubicBezTo>
                    <a:pt x="14" y="12"/>
                    <a:pt x="12" y="14"/>
                    <a:pt x="12" y="16"/>
                  </a:cubicBezTo>
                  <a:cubicBezTo>
                    <a:pt x="12" y="19"/>
                    <a:pt x="14" y="21"/>
                    <a:pt x="16" y="21"/>
                  </a:cubicBezTo>
                  <a:cubicBezTo>
                    <a:pt x="19" y="21"/>
                    <a:pt x="21" y="19"/>
                    <a:pt x="21" y="16"/>
                  </a:cubicBezTo>
                  <a:cubicBezTo>
                    <a:pt x="21" y="14"/>
                    <a:pt x="19" y="12"/>
                    <a:pt x="16"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4" name="Freeform 181"/>
            <p:cNvSpPr>
              <a:spLocks noEditPoints="1"/>
            </p:cNvSpPr>
            <p:nvPr/>
          </p:nvSpPr>
          <p:spPr bwMode="auto">
            <a:xfrm>
              <a:off x="8720138" y="3003550"/>
              <a:ext cx="58737" cy="57150"/>
            </a:xfrm>
            <a:custGeom>
              <a:avLst/>
              <a:gdLst>
                <a:gd name="T0" fmla="*/ 28479 w 33"/>
                <a:gd name="T1" fmla="*/ 57150 h 33"/>
                <a:gd name="T2" fmla="*/ 0 w 33"/>
                <a:gd name="T3" fmla="*/ 27709 h 33"/>
                <a:gd name="T4" fmla="*/ 28479 w 33"/>
                <a:gd name="T5" fmla="*/ 0 h 33"/>
                <a:gd name="T6" fmla="*/ 58737 w 33"/>
                <a:gd name="T7" fmla="*/ 27709 h 33"/>
                <a:gd name="T8" fmla="*/ 28479 w 33"/>
                <a:gd name="T9" fmla="*/ 57150 h 33"/>
                <a:gd name="T10" fmla="*/ 28479 w 33"/>
                <a:gd name="T11" fmla="*/ 20782 h 33"/>
                <a:gd name="T12" fmla="*/ 21359 w 33"/>
                <a:gd name="T13" fmla="*/ 27709 h 33"/>
                <a:gd name="T14" fmla="*/ 28479 w 33"/>
                <a:gd name="T15" fmla="*/ 36368 h 33"/>
                <a:gd name="T16" fmla="*/ 37378 w 33"/>
                <a:gd name="T17" fmla="*/ 27709 h 33"/>
                <a:gd name="T18" fmla="*/ 28479 w 33"/>
                <a:gd name="T19" fmla="*/ 20782 h 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3"/>
                <a:gd name="T31" fmla="*/ 0 h 33"/>
                <a:gd name="T32" fmla="*/ 33 w 33"/>
                <a:gd name="T33" fmla="*/ 33 h 3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3" h="33">
                  <a:moveTo>
                    <a:pt x="16" y="33"/>
                  </a:moveTo>
                  <a:cubicBezTo>
                    <a:pt x="7" y="33"/>
                    <a:pt x="0" y="25"/>
                    <a:pt x="0" y="16"/>
                  </a:cubicBezTo>
                  <a:cubicBezTo>
                    <a:pt x="0" y="7"/>
                    <a:pt x="7" y="0"/>
                    <a:pt x="16" y="0"/>
                  </a:cubicBezTo>
                  <a:cubicBezTo>
                    <a:pt x="25" y="0"/>
                    <a:pt x="33" y="7"/>
                    <a:pt x="33" y="16"/>
                  </a:cubicBezTo>
                  <a:cubicBezTo>
                    <a:pt x="33" y="25"/>
                    <a:pt x="25" y="33"/>
                    <a:pt x="16" y="33"/>
                  </a:cubicBezTo>
                  <a:close/>
                  <a:moveTo>
                    <a:pt x="16" y="12"/>
                  </a:moveTo>
                  <a:cubicBezTo>
                    <a:pt x="14" y="12"/>
                    <a:pt x="12" y="14"/>
                    <a:pt x="12" y="16"/>
                  </a:cubicBezTo>
                  <a:cubicBezTo>
                    <a:pt x="12" y="19"/>
                    <a:pt x="14" y="21"/>
                    <a:pt x="16" y="21"/>
                  </a:cubicBezTo>
                  <a:cubicBezTo>
                    <a:pt x="19" y="21"/>
                    <a:pt x="21" y="19"/>
                    <a:pt x="21" y="16"/>
                  </a:cubicBezTo>
                  <a:cubicBezTo>
                    <a:pt x="21" y="14"/>
                    <a:pt x="19" y="12"/>
                    <a:pt x="16" y="1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8" name="Freeform 185"/>
            <p:cNvSpPr>
              <a:spLocks noEditPoints="1"/>
            </p:cNvSpPr>
            <p:nvPr/>
          </p:nvSpPr>
          <p:spPr bwMode="auto">
            <a:xfrm>
              <a:off x="8534400" y="2587625"/>
              <a:ext cx="306387" cy="522288"/>
            </a:xfrm>
            <a:custGeom>
              <a:avLst/>
              <a:gdLst>
                <a:gd name="T0" fmla="*/ 263882 w 173"/>
                <a:gd name="T1" fmla="*/ 522288 h 294"/>
                <a:gd name="T2" fmla="*/ 40734 w 173"/>
                <a:gd name="T3" fmla="*/ 522288 h 294"/>
                <a:gd name="T4" fmla="*/ 0 w 173"/>
                <a:gd name="T5" fmla="*/ 479652 h 294"/>
                <a:gd name="T6" fmla="*/ 0 w 173"/>
                <a:gd name="T7" fmla="*/ 42636 h 294"/>
                <a:gd name="T8" fmla="*/ 40734 w 173"/>
                <a:gd name="T9" fmla="*/ 0 h 294"/>
                <a:gd name="T10" fmla="*/ 263882 w 173"/>
                <a:gd name="T11" fmla="*/ 0 h 294"/>
                <a:gd name="T12" fmla="*/ 306387 w 173"/>
                <a:gd name="T13" fmla="*/ 42636 h 294"/>
                <a:gd name="T14" fmla="*/ 306387 w 173"/>
                <a:gd name="T15" fmla="*/ 479652 h 294"/>
                <a:gd name="T16" fmla="*/ 263882 w 173"/>
                <a:gd name="T17" fmla="*/ 522288 h 294"/>
                <a:gd name="T18" fmla="*/ 40734 w 173"/>
                <a:gd name="T19" fmla="*/ 31977 h 294"/>
                <a:gd name="T20" fmla="*/ 31878 w 173"/>
                <a:gd name="T21" fmla="*/ 42636 h 294"/>
                <a:gd name="T22" fmla="*/ 31878 w 173"/>
                <a:gd name="T23" fmla="*/ 479652 h 294"/>
                <a:gd name="T24" fmla="*/ 40734 w 173"/>
                <a:gd name="T25" fmla="*/ 490311 h 294"/>
                <a:gd name="T26" fmla="*/ 263882 w 173"/>
                <a:gd name="T27" fmla="*/ 490311 h 294"/>
                <a:gd name="T28" fmla="*/ 274509 w 173"/>
                <a:gd name="T29" fmla="*/ 479652 h 294"/>
                <a:gd name="T30" fmla="*/ 274509 w 173"/>
                <a:gd name="T31" fmla="*/ 42636 h 294"/>
                <a:gd name="T32" fmla="*/ 263882 w 173"/>
                <a:gd name="T33" fmla="*/ 31977 h 294"/>
                <a:gd name="T34" fmla="*/ 40734 w 173"/>
                <a:gd name="T35" fmla="*/ 31977 h 2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294"/>
                <a:gd name="T56" fmla="*/ 173 w 173"/>
                <a:gd name="T57" fmla="*/ 294 h 2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294">
                  <a:moveTo>
                    <a:pt x="149" y="294"/>
                  </a:moveTo>
                  <a:cubicBezTo>
                    <a:pt x="23" y="294"/>
                    <a:pt x="23" y="294"/>
                    <a:pt x="23" y="294"/>
                  </a:cubicBezTo>
                  <a:cubicBezTo>
                    <a:pt x="10" y="294"/>
                    <a:pt x="0" y="283"/>
                    <a:pt x="0" y="270"/>
                  </a:cubicBezTo>
                  <a:cubicBezTo>
                    <a:pt x="0" y="24"/>
                    <a:pt x="0" y="24"/>
                    <a:pt x="0" y="24"/>
                  </a:cubicBezTo>
                  <a:cubicBezTo>
                    <a:pt x="0" y="11"/>
                    <a:pt x="10" y="0"/>
                    <a:pt x="23" y="0"/>
                  </a:cubicBezTo>
                  <a:cubicBezTo>
                    <a:pt x="149" y="0"/>
                    <a:pt x="149" y="0"/>
                    <a:pt x="149" y="0"/>
                  </a:cubicBezTo>
                  <a:cubicBezTo>
                    <a:pt x="163" y="0"/>
                    <a:pt x="173" y="11"/>
                    <a:pt x="173" y="24"/>
                  </a:cubicBezTo>
                  <a:cubicBezTo>
                    <a:pt x="173" y="270"/>
                    <a:pt x="173" y="270"/>
                    <a:pt x="173" y="270"/>
                  </a:cubicBezTo>
                  <a:cubicBezTo>
                    <a:pt x="173" y="283"/>
                    <a:pt x="163" y="294"/>
                    <a:pt x="149" y="294"/>
                  </a:cubicBezTo>
                  <a:close/>
                  <a:moveTo>
                    <a:pt x="23" y="18"/>
                  </a:moveTo>
                  <a:cubicBezTo>
                    <a:pt x="20" y="18"/>
                    <a:pt x="18" y="21"/>
                    <a:pt x="18" y="24"/>
                  </a:cubicBezTo>
                  <a:cubicBezTo>
                    <a:pt x="18" y="270"/>
                    <a:pt x="18" y="270"/>
                    <a:pt x="18" y="270"/>
                  </a:cubicBezTo>
                  <a:cubicBezTo>
                    <a:pt x="18" y="274"/>
                    <a:pt x="20" y="276"/>
                    <a:pt x="23" y="276"/>
                  </a:cubicBezTo>
                  <a:cubicBezTo>
                    <a:pt x="149" y="276"/>
                    <a:pt x="149" y="276"/>
                    <a:pt x="149" y="276"/>
                  </a:cubicBezTo>
                  <a:cubicBezTo>
                    <a:pt x="153" y="276"/>
                    <a:pt x="155" y="274"/>
                    <a:pt x="155" y="270"/>
                  </a:cubicBezTo>
                  <a:cubicBezTo>
                    <a:pt x="155" y="24"/>
                    <a:pt x="155" y="24"/>
                    <a:pt x="155" y="24"/>
                  </a:cubicBezTo>
                  <a:cubicBezTo>
                    <a:pt x="155" y="21"/>
                    <a:pt x="153" y="18"/>
                    <a:pt x="149" y="18"/>
                  </a:cubicBezTo>
                  <a:lnTo>
                    <a:pt x="23" y="18"/>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70" name="Freeform 187"/>
            <p:cNvSpPr>
              <a:spLocks noEditPoints="1"/>
            </p:cNvSpPr>
            <p:nvPr/>
          </p:nvSpPr>
          <p:spPr bwMode="auto">
            <a:xfrm>
              <a:off x="8574088" y="2632075"/>
              <a:ext cx="228600" cy="141288"/>
            </a:xfrm>
            <a:custGeom>
              <a:avLst/>
              <a:gdLst>
                <a:gd name="T0" fmla="*/ 217967 w 129"/>
                <a:gd name="T1" fmla="*/ 141288 h 80"/>
                <a:gd name="T2" fmla="*/ 10633 w 129"/>
                <a:gd name="T3" fmla="*/ 141288 h 80"/>
                <a:gd name="T4" fmla="*/ 0 w 129"/>
                <a:gd name="T5" fmla="*/ 130691 h 80"/>
                <a:gd name="T6" fmla="*/ 0 w 129"/>
                <a:gd name="T7" fmla="*/ 10597 h 80"/>
                <a:gd name="T8" fmla="*/ 10633 w 129"/>
                <a:gd name="T9" fmla="*/ 0 h 80"/>
                <a:gd name="T10" fmla="*/ 217967 w 129"/>
                <a:gd name="T11" fmla="*/ 0 h 80"/>
                <a:gd name="T12" fmla="*/ 228600 w 129"/>
                <a:gd name="T13" fmla="*/ 10597 h 80"/>
                <a:gd name="T14" fmla="*/ 228600 w 129"/>
                <a:gd name="T15" fmla="*/ 130691 h 80"/>
                <a:gd name="T16" fmla="*/ 217967 w 129"/>
                <a:gd name="T17" fmla="*/ 141288 h 80"/>
                <a:gd name="T18" fmla="*/ 21265 w 129"/>
                <a:gd name="T19" fmla="*/ 120095 h 80"/>
                <a:gd name="T20" fmla="*/ 207335 w 129"/>
                <a:gd name="T21" fmla="*/ 120095 h 80"/>
                <a:gd name="T22" fmla="*/ 207335 w 129"/>
                <a:gd name="T23" fmla="*/ 21193 h 80"/>
                <a:gd name="T24" fmla="*/ 21265 w 129"/>
                <a:gd name="T25" fmla="*/ 21193 h 80"/>
                <a:gd name="T26" fmla="*/ 21265 w 129"/>
                <a:gd name="T27" fmla="*/ 120095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9"/>
                <a:gd name="T43" fmla="*/ 0 h 80"/>
                <a:gd name="T44" fmla="*/ 129 w 129"/>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9" h="80">
                  <a:moveTo>
                    <a:pt x="123" y="80"/>
                  </a:moveTo>
                  <a:cubicBezTo>
                    <a:pt x="6" y="80"/>
                    <a:pt x="6" y="80"/>
                    <a:pt x="6" y="80"/>
                  </a:cubicBezTo>
                  <a:cubicBezTo>
                    <a:pt x="3" y="80"/>
                    <a:pt x="0" y="77"/>
                    <a:pt x="0" y="74"/>
                  </a:cubicBezTo>
                  <a:cubicBezTo>
                    <a:pt x="0" y="6"/>
                    <a:pt x="0" y="6"/>
                    <a:pt x="0" y="6"/>
                  </a:cubicBezTo>
                  <a:cubicBezTo>
                    <a:pt x="0" y="3"/>
                    <a:pt x="3" y="0"/>
                    <a:pt x="6" y="0"/>
                  </a:cubicBezTo>
                  <a:cubicBezTo>
                    <a:pt x="123" y="0"/>
                    <a:pt x="123" y="0"/>
                    <a:pt x="123" y="0"/>
                  </a:cubicBezTo>
                  <a:cubicBezTo>
                    <a:pt x="126" y="0"/>
                    <a:pt x="129" y="3"/>
                    <a:pt x="129" y="6"/>
                  </a:cubicBezTo>
                  <a:cubicBezTo>
                    <a:pt x="129" y="74"/>
                    <a:pt x="129" y="74"/>
                    <a:pt x="129" y="74"/>
                  </a:cubicBezTo>
                  <a:cubicBezTo>
                    <a:pt x="129" y="77"/>
                    <a:pt x="126" y="80"/>
                    <a:pt x="123" y="80"/>
                  </a:cubicBezTo>
                  <a:close/>
                  <a:moveTo>
                    <a:pt x="12" y="68"/>
                  </a:moveTo>
                  <a:cubicBezTo>
                    <a:pt x="117" y="68"/>
                    <a:pt x="117" y="68"/>
                    <a:pt x="117" y="68"/>
                  </a:cubicBezTo>
                  <a:cubicBezTo>
                    <a:pt x="117" y="12"/>
                    <a:pt x="117" y="12"/>
                    <a:pt x="117" y="12"/>
                  </a:cubicBezTo>
                  <a:cubicBezTo>
                    <a:pt x="12" y="12"/>
                    <a:pt x="12" y="12"/>
                    <a:pt x="12" y="12"/>
                  </a:cubicBezTo>
                  <a:lnTo>
                    <a:pt x="12" y="68"/>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71" name="Freeform 188"/>
            <p:cNvSpPr>
              <a:spLocks noEditPoints="1"/>
            </p:cNvSpPr>
            <p:nvPr/>
          </p:nvSpPr>
          <p:spPr bwMode="auto">
            <a:xfrm>
              <a:off x="8575675" y="2792413"/>
              <a:ext cx="107950" cy="66675"/>
            </a:xfrm>
            <a:custGeom>
              <a:avLst/>
              <a:gdLst>
                <a:gd name="T0" fmla="*/ 97332 w 61"/>
                <a:gd name="T1" fmla="*/ 66675 h 38"/>
                <a:gd name="T2" fmla="*/ 10618 w 61"/>
                <a:gd name="T3" fmla="*/ 66675 h 38"/>
                <a:gd name="T4" fmla="*/ 0 w 61"/>
                <a:gd name="T5" fmla="*/ 56147 h 38"/>
                <a:gd name="T6" fmla="*/ 0 w 61"/>
                <a:gd name="T7" fmla="*/ 10528 h 38"/>
                <a:gd name="T8" fmla="*/ 10618 w 61"/>
                <a:gd name="T9" fmla="*/ 0 h 38"/>
                <a:gd name="T10" fmla="*/ 97332 w 61"/>
                <a:gd name="T11" fmla="*/ 0 h 38"/>
                <a:gd name="T12" fmla="*/ 107950 w 61"/>
                <a:gd name="T13" fmla="*/ 10528 h 38"/>
                <a:gd name="T14" fmla="*/ 107950 w 61"/>
                <a:gd name="T15" fmla="*/ 56147 h 38"/>
                <a:gd name="T16" fmla="*/ 97332 w 61"/>
                <a:gd name="T17" fmla="*/ 66675 h 38"/>
                <a:gd name="T18" fmla="*/ 21236 w 61"/>
                <a:gd name="T19" fmla="*/ 45620 h 38"/>
                <a:gd name="T20" fmla="*/ 86714 w 61"/>
                <a:gd name="T21" fmla="*/ 45620 h 38"/>
                <a:gd name="T22" fmla="*/ 86714 w 61"/>
                <a:gd name="T23" fmla="*/ 21055 h 38"/>
                <a:gd name="T24" fmla="*/ 21236 w 61"/>
                <a:gd name="T25" fmla="*/ 21055 h 38"/>
                <a:gd name="T26" fmla="*/ 21236 w 61"/>
                <a:gd name="T27" fmla="*/ 4562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
                <a:gd name="T43" fmla="*/ 0 h 38"/>
                <a:gd name="T44" fmla="*/ 61 w 61"/>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 h="38">
                  <a:moveTo>
                    <a:pt x="55" y="38"/>
                  </a:moveTo>
                  <a:cubicBezTo>
                    <a:pt x="6" y="38"/>
                    <a:pt x="6" y="38"/>
                    <a:pt x="6" y="38"/>
                  </a:cubicBezTo>
                  <a:cubicBezTo>
                    <a:pt x="3" y="38"/>
                    <a:pt x="0" y="35"/>
                    <a:pt x="0" y="32"/>
                  </a:cubicBezTo>
                  <a:cubicBezTo>
                    <a:pt x="0" y="6"/>
                    <a:pt x="0" y="6"/>
                    <a:pt x="0" y="6"/>
                  </a:cubicBezTo>
                  <a:cubicBezTo>
                    <a:pt x="0" y="3"/>
                    <a:pt x="3" y="0"/>
                    <a:pt x="6" y="0"/>
                  </a:cubicBezTo>
                  <a:cubicBezTo>
                    <a:pt x="55" y="0"/>
                    <a:pt x="55" y="0"/>
                    <a:pt x="55" y="0"/>
                  </a:cubicBezTo>
                  <a:cubicBezTo>
                    <a:pt x="58" y="0"/>
                    <a:pt x="61" y="3"/>
                    <a:pt x="61" y="6"/>
                  </a:cubicBezTo>
                  <a:cubicBezTo>
                    <a:pt x="61" y="32"/>
                    <a:pt x="61" y="32"/>
                    <a:pt x="61" y="32"/>
                  </a:cubicBezTo>
                  <a:cubicBezTo>
                    <a:pt x="61" y="35"/>
                    <a:pt x="58" y="38"/>
                    <a:pt x="55" y="38"/>
                  </a:cubicBezTo>
                  <a:close/>
                  <a:moveTo>
                    <a:pt x="12" y="26"/>
                  </a:moveTo>
                  <a:cubicBezTo>
                    <a:pt x="49" y="26"/>
                    <a:pt x="49" y="26"/>
                    <a:pt x="49" y="26"/>
                  </a:cubicBezTo>
                  <a:cubicBezTo>
                    <a:pt x="49" y="12"/>
                    <a:pt x="49" y="12"/>
                    <a:pt x="49" y="12"/>
                  </a:cubicBezTo>
                  <a:cubicBezTo>
                    <a:pt x="12" y="12"/>
                    <a:pt x="12" y="12"/>
                    <a:pt x="12" y="12"/>
                  </a:cubicBezTo>
                  <a:lnTo>
                    <a:pt x="12" y="26"/>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72" name="Freeform 189"/>
            <p:cNvSpPr>
              <a:spLocks noEditPoints="1"/>
            </p:cNvSpPr>
            <p:nvPr/>
          </p:nvSpPr>
          <p:spPr bwMode="auto">
            <a:xfrm>
              <a:off x="8693150" y="2792413"/>
              <a:ext cx="106362" cy="66675"/>
            </a:xfrm>
            <a:custGeom>
              <a:avLst/>
              <a:gdLst>
                <a:gd name="T0" fmla="*/ 95726 w 60"/>
                <a:gd name="T1" fmla="*/ 66675 h 38"/>
                <a:gd name="T2" fmla="*/ 10636 w 60"/>
                <a:gd name="T3" fmla="*/ 66675 h 38"/>
                <a:gd name="T4" fmla="*/ 0 w 60"/>
                <a:gd name="T5" fmla="*/ 56147 h 38"/>
                <a:gd name="T6" fmla="*/ 0 w 60"/>
                <a:gd name="T7" fmla="*/ 10528 h 38"/>
                <a:gd name="T8" fmla="*/ 10636 w 60"/>
                <a:gd name="T9" fmla="*/ 0 h 38"/>
                <a:gd name="T10" fmla="*/ 95726 w 60"/>
                <a:gd name="T11" fmla="*/ 0 h 38"/>
                <a:gd name="T12" fmla="*/ 106362 w 60"/>
                <a:gd name="T13" fmla="*/ 10528 h 38"/>
                <a:gd name="T14" fmla="*/ 106362 w 60"/>
                <a:gd name="T15" fmla="*/ 56147 h 38"/>
                <a:gd name="T16" fmla="*/ 95726 w 60"/>
                <a:gd name="T17" fmla="*/ 66675 h 38"/>
                <a:gd name="T18" fmla="*/ 21272 w 60"/>
                <a:gd name="T19" fmla="*/ 45620 h 38"/>
                <a:gd name="T20" fmla="*/ 85090 w 60"/>
                <a:gd name="T21" fmla="*/ 45620 h 38"/>
                <a:gd name="T22" fmla="*/ 85090 w 60"/>
                <a:gd name="T23" fmla="*/ 21055 h 38"/>
                <a:gd name="T24" fmla="*/ 21272 w 60"/>
                <a:gd name="T25" fmla="*/ 21055 h 38"/>
                <a:gd name="T26" fmla="*/ 21272 w 60"/>
                <a:gd name="T27" fmla="*/ 45620 h 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0"/>
                <a:gd name="T43" fmla="*/ 0 h 38"/>
                <a:gd name="T44" fmla="*/ 60 w 60"/>
                <a:gd name="T45" fmla="*/ 38 h 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0" h="38">
                  <a:moveTo>
                    <a:pt x="54" y="38"/>
                  </a:moveTo>
                  <a:cubicBezTo>
                    <a:pt x="6" y="38"/>
                    <a:pt x="6" y="38"/>
                    <a:pt x="6" y="38"/>
                  </a:cubicBezTo>
                  <a:cubicBezTo>
                    <a:pt x="3" y="38"/>
                    <a:pt x="0" y="35"/>
                    <a:pt x="0" y="32"/>
                  </a:cubicBezTo>
                  <a:cubicBezTo>
                    <a:pt x="0" y="6"/>
                    <a:pt x="0" y="6"/>
                    <a:pt x="0" y="6"/>
                  </a:cubicBezTo>
                  <a:cubicBezTo>
                    <a:pt x="0" y="3"/>
                    <a:pt x="3" y="0"/>
                    <a:pt x="6" y="0"/>
                  </a:cubicBezTo>
                  <a:cubicBezTo>
                    <a:pt x="54" y="0"/>
                    <a:pt x="54" y="0"/>
                    <a:pt x="54" y="0"/>
                  </a:cubicBezTo>
                  <a:cubicBezTo>
                    <a:pt x="58" y="0"/>
                    <a:pt x="60" y="3"/>
                    <a:pt x="60" y="6"/>
                  </a:cubicBezTo>
                  <a:cubicBezTo>
                    <a:pt x="60" y="32"/>
                    <a:pt x="60" y="32"/>
                    <a:pt x="60" y="32"/>
                  </a:cubicBezTo>
                  <a:cubicBezTo>
                    <a:pt x="60" y="35"/>
                    <a:pt x="58" y="38"/>
                    <a:pt x="54" y="38"/>
                  </a:cubicBezTo>
                  <a:close/>
                  <a:moveTo>
                    <a:pt x="12" y="26"/>
                  </a:moveTo>
                  <a:cubicBezTo>
                    <a:pt x="48" y="26"/>
                    <a:pt x="48" y="26"/>
                    <a:pt x="48" y="26"/>
                  </a:cubicBezTo>
                  <a:cubicBezTo>
                    <a:pt x="48" y="12"/>
                    <a:pt x="48" y="12"/>
                    <a:pt x="48" y="12"/>
                  </a:cubicBezTo>
                  <a:cubicBezTo>
                    <a:pt x="12" y="12"/>
                    <a:pt x="12" y="12"/>
                    <a:pt x="12" y="12"/>
                  </a:cubicBezTo>
                  <a:lnTo>
                    <a:pt x="12" y="26"/>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01" name="Freeform 225"/>
            <p:cNvSpPr>
              <a:spLocks noEditPoints="1"/>
            </p:cNvSpPr>
            <p:nvPr/>
          </p:nvSpPr>
          <p:spPr bwMode="auto">
            <a:xfrm>
              <a:off x="8534400" y="2481263"/>
              <a:ext cx="306387" cy="138113"/>
            </a:xfrm>
            <a:custGeom>
              <a:avLst/>
              <a:gdLst>
                <a:gd name="T0" fmla="*/ 290448 w 173"/>
                <a:gd name="T1" fmla="*/ 138113 h 78"/>
                <a:gd name="T2" fmla="*/ 15939 w 173"/>
                <a:gd name="T3" fmla="*/ 138113 h 78"/>
                <a:gd name="T4" fmla="*/ 0 w 173"/>
                <a:gd name="T5" fmla="*/ 122177 h 78"/>
                <a:gd name="T6" fmla="*/ 0 w 173"/>
                <a:gd name="T7" fmla="*/ 56662 h 78"/>
                <a:gd name="T8" fmla="*/ 54902 w 173"/>
                <a:gd name="T9" fmla="*/ 0 h 78"/>
                <a:gd name="T10" fmla="*/ 251485 w 173"/>
                <a:gd name="T11" fmla="*/ 0 h 78"/>
                <a:gd name="T12" fmla="*/ 306387 w 173"/>
                <a:gd name="T13" fmla="*/ 56662 h 78"/>
                <a:gd name="T14" fmla="*/ 306387 w 173"/>
                <a:gd name="T15" fmla="*/ 122177 h 78"/>
                <a:gd name="T16" fmla="*/ 290448 w 173"/>
                <a:gd name="T17" fmla="*/ 138113 h 78"/>
                <a:gd name="T18" fmla="*/ 31878 w 173"/>
                <a:gd name="T19" fmla="*/ 106241 h 78"/>
                <a:gd name="T20" fmla="*/ 274509 w 173"/>
                <a:gd name="T21" fmla="*/ 106241 h 78"/>
                <a:gd name="T22" fmla="*/ 274509 w 173"/>
                <a:gd name="T23" fmla="*/ 56662 h 78"/>
                <a:gd name="T24" fmla="*/ 251485 w 173"/>
                <a:gd name="T25" fmla="*/ 31872 h 78"/>
                <a:gd name="T26" fmla="*/ 54902 w 173"/>
                <a:gd name="T27" fmla="*/ 31872 h 78"/>
                <a:gd name="T28" fmla="*/ 31878 w 173"/>
                <a:gd name="T29" fmla="*/ 56662 h 78"/>
                <a:gd name="T30" fmla="*/ 31878 w 173"/>
                <a:gd name="T31" fmla="*/ 106241 h 7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78"/>
                <a:gd name="T50" fmla="*/ 173 w 173"/>
                <a:gd name="T51" fmla="*/ 78 h 7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78">
                  <a:moveTo>
                    <a:pt x="164" y="78"/>
                  </a:moveTo>
                  <a:cubicBezTo>
                    <a:pt x="9" y="78"/>
                    <a:pt x="9" y="78"/>
                    <a:pt x="9" y="78"/>
                  </a:cubicBezTo>
                  <a:cubicBezTo>
                    <a:pt x="4" y="78"/>
                    <a:pt x="0" y="74"/>
                    <a:pt x="0" y="69"/>
                  </a:cubicBezTo>
                  <a:cubicBezTo>
                    <a:pt x="0" y="32"/>
                    <a:pt x="0" y="32"/>
                    <a:pt x="0" y="32"/>
                  </a:cubicBezTo>
                  <a:cubicBezTo>
                    <a:pt x="0" y="15"/>
                    <a:pt x="14" y="0"/>
                    <a:pt x="31" y="0"/>
                  </a:cubicBezTo>
                  <a:cubicBezTo>
                    <a:pt x="142" y="0"/>
                    <a:pt x="142" y="0"/>
                    <a:pt x="142" y="0"/>
                  </a:cubicBezTo>
                  <a:cubicBezTo>
                    <a:pt x="159" y="0"/>
                    <a:pt x="173" y="15"/>
                    <a:pt x="173" y="32"/>
                  </a:cubicBezTo>
                  <a:cubicBezTo>
                    <a:pt x="173" y="69"/>
                    <a:pt x="173" y="69"/>
                    <a:pt x="173" y="69"/>
                  </a:cubicBezTo>
                  <a:cubicBezTo>
                    <a:pt x="173" y="74"/>
                    <a:pt x="169" y="78"/>
                    <a:pt x="164" y="78"/>
                  </a:cubicBezTo>
                  <a:close/>
                  <a:moveTo>
                    <a:pt x="18" y="60"/>
                  </a:moveTo>
                  <a:cubicBezTo>
                    <a:pt x="155" y="60"/>
                    <a:pt x="155" y="60"/>
                    <a:pt x="155" y="60"/>
                  </a:cubicBezTo>
                  <a:cubicBezTo>
                    <a:pt x="155" y="32"/>
                    <a:pt x="155" y="32"/>
                    <a:pt x="155" y="32"/>
                  </a:cubicBezTo>
                  <a:cubicBezTo>
                    <a:pt x="155" y="25"/>
                    <a:pt x="149" y="18"/>
                    <a:pt x="142" y="18"/>
                  </a:cubicBezTo>
                  <a:cubicBezTo>
                    <a:pt x="31" y="18"/>
                    <a:pt x="31" y="18"/>
                    <a:pt x="31" y="18"/>
                  </a:cubicBezTo>
                  <a:cubicBezTo>
                    <a:pt x="24" y="18"/>
                    <a:pt x="18" y="25"/>
                    <a:pt x="18" y="32"/>
                  </a:cubicBezTo>
                  <a:lnTo>
                    <a:pt x="18" y="60"/>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t>HarmonyOS</a:t>
            </a:r>
            <a:r>
              <a:rPr lang="zh-CN" altLang="en-US" dirty="0"/>
              <a:t>简介</a:t>
            </a:r>
            <a:endParaRPr lang="en-US" altLang="zh-CN" dirty="0"/>
          </a:p>
          <a:p>
            <a:pPr lvl="1">
              <a:buSzPct val="50000"/>
              <a:buFont typeface="Wingdings" panose="05000000000000000000" pitchFamily="2" charset="2"/>
              <a:buChar char="p"/>
            </a:pPr>
            <a:r>
              <a:rPr lang="zh-CN" altLang="en-US" dirty="0">
                <a:solidFill>
                  <a:schemeClr val="tx1">
                    <a:lumMod val="50000"/>
                  </a:schemeClr>
                </a:solidFill>
              </a:rPr>
              <a:t>初识</a:t>
            </a:r>
            <a:r>
              <a:rPr lang="en-US" altLang="zh-CN" dirty="0" err="1">
                <a:solidFill>
                  <a:schemeClr val="tx1">
                    <a:lumMod val="50000"/>
                  </a:schemeClr>
                </a:solidFill>
              </a:rPr>
              <a:t>HarmonyOS</a:t>
            </a:r>
            <a:endParaRPr lang="en-US" altLang="zh-CN" dirty="0">
              <a:solidFill>
                <a:schemeClr val="tx1">
                  <a:lumMod val="50000"/>
                </a:schemeClr>
              </a:solidFill>
            </a:endParaRPr>
          </a:p>
          <a:p>
            <a:pPr lvl="1">
              <a:buSzPct val="60000"/>
              <a:buFont typeface="Wingdings" panose="05000000000000000000" pitchFamily="2" charset="2"/>
              <a:buChar char="n"/>
            </a:pPr>
            <a:r>
              <a:rPr lang="en-US" altLang="zh-CN" dirty="0" err="1"/>
              <a:t>HarmonyOS</a:t>
            </a:r>
            <a:r>
              <a:rPr lang="zh-CN" altLang="en-US" dirty="0"/>
              <a:t>系统定位</a:t>
            </a:r>
            <a:endParaRPr lang="en-US" altLang="zh-CN" dirty="0"/>
          </a:p>
          <a:p>
            <a:pPr lvl="1">
              <a:buSzPct val="50000"/>
              <a:buFont typeface="Wingdings" panose="05000000000000000000" pitchFamily="2" charset="2"/>
              <a:buChar char="p"/>
            </a:pPr>
            <a:r>
              <a:rPr lang="en-US" altLang="zh-CN" dirty="0" err="1">
                <a:solidFill>
                  <a:schemeClr val="tx1">
                    <a:lumMod val="50000"/>
                  </a:schemeClr>
                </a:solidFill>
              </a:rPr>
              <a:t>HarmonyOS</a:t>
            </a:r>
            <a:r>
              <a:rPr lang="zh-CN" altLang="en-US" dirty="0">
                <a:solidFill>
                  <a:schemeClr val="tx1">
                    <a:lumMod val="50000"/>
                  </a:schemeClr>
                </a:solidFill>
              </a:rPr>
              <a:t>典型应用场景</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关键特性</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生态</a:t>
            </a:r>
            <a:endParaRPr lang="en-US" altLang="zh-CN" dirty="0">
              <a:solidFill>
                <a:schemeClr val="tx1">
                  <a:lumMod val="50000"/>
                </a:schemeClr>
              </a:solidFill>
            </a:endParaRPr>
          </a:p>
          <a:p>
            <a:endParaRPr lang="en-US" altLang="zh-CN" dirty="0">
              <a:solidFill>
                <a:srgbClr val="88888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HarmonyOS</a:t>
            </a:r>
            <a:r>
              <a:rPr lang="zh-CN" altLang="en-US" dirty="0"/>
              <a:t>系统定位 </a:t>
            </a:r>
            <a:r>
              <a:rPr lang="en-US" altLang="zh-CN" dirty="0"/>
              <a:t>- </a:t>
            </a:r>
            <a:r>
              <a:rPr lang="zh-CN" altLang="en-US" dirty="0"/>
              <a:t>万物互联的操作系统</a:t>
            </a:r>
            <a:endParaRPr lang="zh-CN" altLang="en-US" dirty="0"/>
          </a:p>
        </p:txBody>
      </p:sp>
      <p:sp>
        <p:nvSpPr>
          <p:cNvPr id="4" name="文本占位符 3"/>
          <p:cNvSpPr>
            <a:spLocks noGrp="1"/>
          </p:cNvSpPr>
          <p:nvPr>
            <p:ph type="body" sz="quarter" idx="10"/>
          </p:nvPr>
        </p:nvSpPr>
        <p:spPr/>
        <p:txBody>
          <a:bodyPr/>
          <a:lstStyle/>
          <a:p>
            <a:r>
              <a:rPr lang="en-US" altLang="zh-CN" dirty="0" err="1"/>
              <a:t>HarmonyOS</a:t>
            </a:r>
            <a:r>
              <a:rPr lang="zh-CN" altLang="en-US" dirty="0"/>
              <a:t>是一款面向万物互联的操作系统。</a:t>
            </a:r>
            <a:endParaRPr lang="en-US" altLang="zh-CN" dirty="0"/>
          </a:p>
          <a:p>
            <a:endParaRPr lang="zh-CN" altLang="en-US" dirty="0"/>
          </a:p>
        </p:txBody>
      </p:sp>
      <p:grpSp>
        <p:nvGrpSpPr>
          <p:cNvPr id="6" name="组合 5"/>
          <p:cNvGrpSpPr/>
          <p:nvPr/>
        </p:nvGrpSpPr>
        <p:grpSpPr>
          <a:xfrm>
            <a:off x="698191" y="1780489"/>
            <a:ext cx="10755622" cy="4160621"/>
            <a:chOff x="724329" y="1345112"/>
            <a:chExt cx="10755622" cy="4160621"/>
          </a:xfrm>
        </p:grpSpPr>
        <p:graphicFrame>
          <p:nvGraphicFramePr>
            <p:cNvPr id="7" name="Chart 2"/>
            <p:cNvGraphicFramePr/>
            <p:nvPr/>
          </p:nvGraphicFramePr>
          <p:xfrm>
            <a:off x="724329" y="1729684"/>
            <a:ext cx="10184971" cy="3776049"/>
          </p:xfrm>
          <a:graphic>
            <a:graphicData uri="http://schemas.openxmlformats.org/drawingml/2006/chart">
              <c:chart xmlns:c="http://schemas.openxmlformats.org/drawingml/2006/chart" xmlns:r="http://schemas.openxmlformats.org/officeDocument/2006/relationships" r:id="rId1"/>
            </a:graphicData>
          </a:graphic>
        </p:graphicFrame>
        <p:cxnSp>
          <p:nvCxnSpPr>
            <p:cNvPr id="8" name="直接箭头连接符 7"/>
            <p:cNvCxnSpPr/>
            <p:nvPr/>
          </p:nvCxnSpPr>
          <p:spPr bwMode="auto">
            <a:xfrm flipV="1">
              <a:off x="1238651" y="1710634"/>
              <a:ext cx="0" cy="3247037"/>
            </a:xfrm>
            <a:prstGeom prst="straightConnector1">
              <a:avLst/>
            </a:prstGeom>
            <a:noFill/>
            <a:ln w="28575" cap="flat" cmpd="sng" algn="ctr">
              <a:solidFill>
                <a:schemeClr val="bg2"/>
              </a:solidFill>
              <a:prstDash val="solid"/>
              <a:round/>
              <a:headEnd type="none" w="med" len="med"/>
              <a:tailEnd type="arrow" w="lg" len="lg"/>
            </a:ln>
            <a:effectLst/>
          </p:spPr>
        </p:cxnSp>
        <p:cxnSp>
          <p:nvCxnSpPr>
            <p:cNvPr id="9" name="直接箭头连接符 8"/>
            <p:cNvCxnSpPr/>
            <p:nvPr/>
          </p:nvCxnSpPr>
          <p:spPr bwMode="auto">
            <a:xfrm>
              <a:off x="1237046" y="4942318"/>
              <a:ext cx="9659976" cy="0"/>
            </a:xfrm>
            <a:prstGeom prst="straightConnector1">
              <a:avLst/>
            </a:prstGeom>
            <a:noFill/>
            <a:ln w="28575" cap="flat" cmpd="sng" algn="ctr">
              <a:solidFill>
                <a:schemeClr val="bg2"/>
              </a:solidFill>
              <a:prstDash val="solid"/>
              <a:round/>
              <a:headEnd type="none" w="med" len="med"/>
              <a:tailEnd type="arrow" w="lg" len="lg"/>
            </a:ln>
            <a:effectLst/>
          </p:spPr>
        </p:cxnSp>
        <p:sp>
          <p:nvSpPr>
            <p:cNvPr id="10" name="文本框 9"/>
            <p:cNvSpPr txBox="1"/>
            <p:nvPr/>
          </p:nvSpPr>
          <p:spPr>
            <a:xfrm>
              <a:off x="10780713" y="5039360"/>
              <a:ext cx="679450" cy="369332"/>
            </a:xfrm>
            <a:prstGeom prst="rect">
              <a:avLst/>
            </a:prstGeom>
            <a:noFill/>
            <a:ln>
              <a:solidFill>
                <a:schemeClr val="bg2"/>
              </a:solidFill>
            </a:ln>
          </p:spPr>
          <p:txBody>
            <a:bodyPr wrap="square" rtlCol="0">
              <a:spAutoFit/>
            </a:bodyPr>
            <a:lstStyle/>
            <a:p>
              <a:pPr algn="ctr"/>
              <a:r>
                <a:rPr lang="zh-CN" altLang="en-US" dirty="0">
                  <a:solidFill>
                    <a:schemeClr val="bg2"/>
                  </a:solidFill>
                  <a:latin typeface="微软雅黑" panose="020B0503020204020204" pitchFamily="34" charset="-122"/>
                  <a:ea typeface="微软雅黑" panose="020B0503020204020204" pitchFamily="34" charset="-122"/>
                </a:rPr>
                <a:t>时间</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24329" y="1345112"/>
              <a:ext cx="4012379" cy="369332"/>
            </a:xfrm>
            <a:prstGeom prst="rect">
              <a:avLst/>
            </a:prstGeom>
            <a:noFill/>
            <a:ln>
              <a:solidFill>
                <a:schemeClr val="bg2"/>
              </a:solidFill>
            </a:ln>
          </p:spPr>
          <p:txBody>
            <a:bodyPr wrap="square" rtlCol="0">
              <a:spAutoFit/>
            </a:bodyPr>
            <a:lstStyle/>
            <a:p>
              <a:pPr algn="ctr"/>
              <a:r>
                <a:rPr lang="zh-CN" altLang="en-US" dirty="0">
                  <a:solidFill>
                    <a:schemeClr val="bg2"/>
                  </a:solidFill>
                  <a:latin typeface="微软雅黑" panose="020B0503020204020204" pitchFamily="34" charset="-122"/>
                  <a:ea typeface="微软雅黑" panose="020B0503020204020204" pitchFamily="34" charset="-122"/>
                </a:rPr>
                <a:t>全球</a:t>
              </a:r>
              <a:r>
                <a:rPr lang="en-US" altLang="zh-CN" dirty="0" err="1">
                  <a:solidFill>
                    <a:schemeClr val="bg2"/>
                  </a:solidFill>
                  <a:latin typeface="微软雅黑" panose="020B0503020204020204" pitchFamily="34" charset="-122"/>
                  <a:ea typeface="微软雅黑" panose="020B0503020204020204" pitchFamily="34" charset="-122"/>
                </a:rPr>
                <a:t>IoT</a:t>
              </a:r>
              <a:r>
                <a:rPr lang="zh-CN" altLang="en-US" dirty="0">
                  <a:solidFill>
                    <a:schemeClr val="bg2"/>
                  </a:solidFill>
                  <a:latin typeface="微软雅黑" panose="020B0503020204020204" pitchFamily="34" charset="-122"/>
                  <a:ea typeface="微软雅黑" panose="020B0503020204020204" pitchFamily="34" charset="-122"/>
                </a:rPr>
                <a:t>设备统计和预测</a:t>
              </a:r>
              <a:r>
                <a:rPr lang="zh-CN" altLang="en-US">
                  <a:solidFill>
                    <a:schemeClr val="bg2"/>
                  </a:solidFill>
                  <a:latin typeface="微软雅黑" panose="020B0503020204020204" pitchFamily="34" charset="-122"/>
                  <a:ea typeface="微软雅黑" panose="020B0503020204020204" pitchFamily="34" charset="-122"/>
                </a:rPr>
                <a:t>数（十亿</a:t>
              </a:r>
              <a:r>
                <a:rPr lang="zh-CN" altLang="en-US" dirty="0">
                  <a:solidFill>
                    <a:schemeClr val="bg2"/>
                  </a:solidFill>
                  <a:latin typeface="微软雅黑" panose="020B0503020204020204" pitchFamily="34" charset="-122"/>
                  <a:ea typeface="微软雅黑" panose="020B0503020204020204" pitchFamily="34" charset="-122"/>
                </a:rPr>
                <a:t>部）</a:t>
              </a:r>
              <a:endParaRPr lang="zh-CN" altLang="en-US" dirty="0">
                <a:solidFill>
                  <a:schemeClr val="bg2"/>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1460500" y="3397250"/>
              <a:ext cx="0" cy="45720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892800" y="2851150"/>
              <a:ext cx="0" cy="45720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426700" y="1911350"/>
              <a:ext cx="0" cy="45720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237046" y="3054458"/>
              <a:ext cx="1259316" cy="369332"/>
            </a:xfrm>
            <a:prstGeom prst="rect">
              <a:avLst/>
            </a:prstGeom>
            <a:noFill/>
            <a:ln>
              <a:solidFill>
                <a:schemeClr val="bg2"/>
              </a:solidFill>
            </a:ln>
          </p:spPr>
          <p:txBody>
            <a:bodyPr wrap="square" rtlCol="0">
              <a:spAutoFit/>
            </a:bodyPr>
            <a:lstStyle/>
            <a:p>
              <a:pPr algn="ctr"/>
              <a:r>
                <a:rPr lang="en-US" altLang="zh-CN" dirty="0">
                  <a:solidFill>
                    <a:schemeClr val="bg2"/>
                  </a:solidFill>
                  <a:latin typeface="微软雅黑" panose="020B0503020204020204" pitchFamily="34" charset="-122"/>
                  <a:ea typeface="微软雅黑" panose="020B0503020204020204" pitchFamily="34" charset="-122"/>
                </a:rPr>
                <a:t>2.09</a:t>
              </a:r>
              <a:r>
                <a:rPr lang="zh-CN" altLang="en-US" dirty="0">
                  <a:solidFill>
                    <a:schemeClr val="bg2"/>
                  </a:solidFill>
                  <a:latin typeface="微软雅黑" panose="020B0503020204020204" pitchFamily="34" charset="-122"/>
                  <a:ea typeface="微软雅黑" panose="020B0503020204020204" pitchFamily="34" charset="-122"/>
                </a:rPr>
                <a:t>部</a:t>
              </a:r>
              <a:r>
                <a:rPr lang="en-US" altLang="zh-CN" dirty="0">
                  <a:solidFill>
                    <a:schemeClr val="bg2"/>
                  </a:solidFill>
                  <a:latin typeface="微软雅黑" panose="020B0503020204020204" pitchFamily="34" charset="-122"/>
                  <a:ea typeface="微软雅黑" panose="020B0503020204020204" pitchFamily="34" charset="-122"/>
                </a:rPr>
                <a:t>/</a:t>
              </a:r>
              <a:r>
                <a:rPr lang="zh-CN" altLang="en-US" dirty="0">
                  <a:solidFill>
                    <a:schemeClr val="bg2"/>
                  </a:solidFill>
                  <a:latin typeface="微软雅黑" panose="020B0503020204020204" pitchFamily="34" charset="-122"/>
                  <a:ea typeface="微软雅黑" panose="020B0503020204020204" pitchFamily="34" charset="-122"/>
                </a:rPr>
                <a:t>人</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686763" y="2481818"/>
              <a:ext cx="1259316" cy="369332"/>
            </a:xfrm>
            <a:prstGeom prst="rect">
              <a:avLst/>
            </a:prstGeom>
            <a:noFill/>
            <a:ln>
              <a:solidFill>
                <a:schemeClr val="bg2"/>
              </a:solidFill>
            </a:ln>
          </p:spPr>
          <p:txBody>
            <a:bodyPr wrap="square" rtlCol="0">
              <a:spAutoFit/>
            </a:bodyPr>
            <a:lstStyle/>
            <a:p>
              <a:pPr algn="ctr"/>
              <a:r>
                <a:rPr lang="en-US" altLang="zh-CN" dirty="0">
                  <a:solidFill>
                    <a:schemeClr val="bg2"/>
                  </a:solidFill>
                  <a:latin typeface="微软雅黑" panose="020B0503020204020204" pitchFamily="34" charset="-122"/>
                  <a:ea typeface="微软雅黑" panose="020B0503020204020204" pitchFamily="34" charset="-122"/>
                </a:rPr>
                <a:t>3.96</a:t>
              </a:r>
              <a:r>
                <a:rPr lang="zh-CN" altLang="en-US" dirty="0">
                  <a:solidFill>
                    <a:schemeClr val="bg2"/>
                  </a:solidFill>
                  <a:latin typeface="微软雅黑" panose="020B0503020204020204" pitchFamily="34" charset="-122"/>
                  <a:ea typeface="微软雅黑" panose="020B0503020204020204" pitchFamily="34" charset="-122"/>
                </a:rPr>
                <a:t>部</a:t>
              </a:r>
              <a:r>
                <a:rPr lang="en-US" altLang="zh-CN" dirty="0">
                  <a:solidFill>
                    <a:schemeClr val="bg2"/>
                  </a:solidFill>
                  <a:latin typeface="微软雅黑" panose="020B0503020204020204" pitchFamily="34" charset="-122"/>
                  <a:ea typeface="微软雅黑" panose="020B0503020204020204" pitchFamily="34" charset="-122"/>
                </a:rPr>
                <a:t>/</a:t>
              </a:r>
              <a:r>
                <a:rPr lang="zh-CN" altLang="en-US" dirty="0">
                  <a:solidFill>
                    <a:schemeClr val="bg2"/>
                  </a:solidFill>
                  <a:latin typeface="微软雅黑" panose="020B0503020204020204" pitchFamily="34" charset="-122"/>
                  <a:ea typeface="微软雅黑" panose="020B0503020204020204" pitchFamily="34" charset="-122"/>
                </a:rPr>
                <a:t>人</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0220635" y="1545018"/>
              <a:ext cx="1259316" cy="369332"/>
            </a:xfrm>
            <a:prstGeom prst="rect">
              <a:avLst/>
            </a:prstGeom>
            <a:noFill/>
            <a:ln>
              <a:solidFill>
                <a:schemeClr val="bg2"/>
              </a:solidFill>
            </a:ln>
          </p:spPr>
          <p:txBody>
            <a:bodyPr wrap="square" rtlCol="0">
              <a:spAutoFit/>
            </a:bodyPr>
            <a:lstStyle/>
            <a:p>
              <a:pPr algn="ctr"/>
              <a:r>
                <a:rPr lang="en-US" altLang="zh-CN" dirty="0">
                  <a:solidFill>
                    <a:schemeClr val="bg2"/>
                  </a:solidFill>
                  <a:latin typeface="微软雅黑" panose="020B0503020204020204" pitchFamily="34" charset="-122"/>
                  <a:ea typeface="微软雅黑" panose="020B0503020204020204" pitchFamily="34" charset="-122"/>
                </a:rPr>
                <a:t>9.27</a:t>
              </a:r>
              <a:r>
                <a:rPr lang="zh-CN" altLang="en-US" dirty="0">
                  <a:solidFill>
                    <a:schemeClr val="bg2"/>
                  </a:solidFill>
                  <a:latin typeface="微软雅黑" panose="020B0503020204020204" pitchFamily="34" charset="-122"/>
                  <a:ea typeface="微软雅黑" panose="020B0503020204020204" pitchFamily="34" charset="-122"/>
                </a:rPr>
                <a:t>部</a:t>
              </a:r>
              <a:r>
                <a:rPr lang="en-US" altLang="zh-CN" dirty="0">
                  <a:solidFill>
                    <a:schemeClr val="bg2"/>
                  </a:solidFill>
                  <a:latin typeface="微软雅黑" panose="020B0503020204020204" pitchFamily="34" charset="-122"/>
                  <a:ea typeface="微软雅黑" panose="020B0503020204020204" pitchFamily="34" charset="-122"/>
                </a:rPr>
                <a:t>/</a:t>
              </a:r>
              <a:r>
                <a:rPr lang="zh-CN" altLang="en-US" dirty="0">
                  <a:solidFill>
                    <a:schemeClr val="bg2"/>
                  </a:solidFill>
                  <a:latin typeface="微软雅黑" panose="020B0503020204020204" pitchFamily="34" charset="-122"/>
                  <a:ea typeface="微软雅黑" panose="020B0503020204020204" pitchFamily="34" charset="-122"/>
                </a:rPr>
                <a:t>人</a:t>
              </a:r>
              <a:endParaRPr lang="zh-CN" altLang="en-US" dirty="0">
                <a:solidFill>
                  <a:schemeClr val="bg2"/>
                </a:solidFill>
                <a:latin typeface="微软雅黑" panose="020B0503020204020204" pitchFamily="34" charset="-122"/>
                <a:ea typeface="微软雅黑" panose="020B0503020204020204" pitchFamily="34" charset="-122"/>
              </a:endParaRPr>
            </a:p>
          </p:txBody>
        </p:sp>
      </p:grpSp>
      <p:sp>
        <p:nvSpPr>
          <p:cNvPr id="18" name="文本框 17"/>
          <p:cNvSpPr txBox="1"/>
          <p:nvPr/>
        </p:nvSpPr>
        <p:spPr>
          <a:xfrm>
            <a:off x="3974709" y="4759189"/>
            <a:ext cx="4171950" cy="369332"/>
          </a:xfrm>
          <a:prstGeom prst="rect">
            <a:avLst/>
          </a:prstGeom>
          <a:noFill/>
          <a:ln>
            <a:solidFill>
              <a:schemeClr val="bg2"/>
            </a:solidFill>
          </a:ln>
        </p:spPr>
        <p:txBody>
          <a:bodyPr wrap="square" rtlCol="0">
            <a:spAutoFit/>
          </a:bodyPr>
          <a:lstStyle/>
          <a:p>
            <a:pPr algn="ctr"/>
            <a:r>
              <a:rPr lang="zh-CN" altLang="en-US" dirty="0">
                <a:solidFill>
                  <a:schemeClr val="bg2"/>
                </a:solidFill>
                <a:latin typeface="微软雅黑" panose="020B0503020204020204" pitchFamily="34" charset="-122"/>
                <a:ea typeface="微软雅黑" panose="020B0503020204020204" pitchFamily="34" charset="-122"/>
              </a:rPr>
              <a:t>手机 </a:t>
            </a:r>
            <a:r>
              <a:rPr lang="en-US" altLang="zh-CN" dirty="0">
                <a:solidFill>
                  <a:schemeClr val="bg2"/>
                </a:solidFill>
                <a:latin typeface="微软雅黑" panose="020B0503020204020204" pitchFamily="34" charset="-122"/>
                <a:ea typeface="微软雅黑" panose="020B0503020204020204" pitchFamily="34" charset="-122"/>
              </a:rPr>
              <a:t>Pad PC </a:t>
            </a:r>
            <a:r>
              <a:rPr lang="zh-CN" altLang="en-US" dirty="0">
                <a:solidFill>
                  <a:schemeClr val="bg2"/>
                </a:solidFill>
                <a:latin typeface="微软雅黑" panose="020B0503020204020204" pitchFamily="34" charset="-122"/>
                <a:ea typeface="微软雅黑" panose="020B0503020204020204" pitchFamily="34" charset="-122"/>
              </a:rPr>
              <a:t>设备数</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4730358" y="3990272"/>
            <a:ext cx="2660651" cy="369332"/>
          </a:xfrm>
          <a:prstGeom prst="rect">
            <a:avLst/>
          </a:prstGeom>
          <a:solidFill>
            <a:srgbClr val="C7000B"/>
          </a:solidFill>
          <a:ln>
            <a:solidFill>
              <a:schemeClr val="bg2"/>
            </a:solidFill>
          </a:ln>
        </p:spPr>
        <p:txBody>
          <a:bodyPr wrap="square" rtlCol="0">
            <a:spAutoFit/>
          </a:bodyPr>
          <a:lstStyle/>
          <a:p>
            <a:pPr algn="ctr"/>
            <a:r>
              <a:rPr lang="zh-CN" altLang="en-US" dirty="0">
                <a:solidFill>
                  <a:schemeClr val="bg2"/>
                </a:solidFill>
                <a:latin typeface="微软雅黑" panose="020B0503020204020204" pitchFamily="34" charset="-122"/>
                <a:ea typeface="微软雅黑" panose="020B0503020204020204" pitchFamily="34" charset="-122"/>
              </a:rPr>
              <a:t>其他</a:t>
            </a:r>
            <a:r>
              <a:rPr lang="en-US" altLang="zh-CN" dirty="0" err="1">
                <a:solidFill>
                  <a:schemeClr val="bg2"/>
                </a:solidFill>
                <a:latin typeface="微软雅黑" panose="020B0503020204020204" pitchFamily="34" charset="-122"/>
                <a:ea typeface="微软雅黑" panose="020B0503020204020204" pitchFamily="34" charset="-122"/>
              </a:rPr>
              <a:t>IoT</a:t>
            </a:r>
            <a:r>
              <a:rPr lang="zh-CN" altLang="en-US" dirty="0">
                <a:solidFill>
                  <a:schemeClr val="bg2"/>
                </a:solidFill>
                <a:latin typeface="微软雅黑" panose="020B0503020204020204" pitchFamily="34" charset="-122"/>
                <a:ea typeface="微软雅黑" panose="020B0503020204020204" pitchFamily="34" charset="-122"/>
              </a:rPr>
              <a:t>设备数</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7455414" y="5899730"/>
            <a:ext cx="4012379" cy="276999"/>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数据来源</a:t>
            </a:r>
            <a:r>
              <a:rPr lang="en-US" altLang="zh-CN" sz="1200">
                <a:latin typeface="微软雅黑" panose="020B0503020204020204" pitchFamily="34" charset="-122"/>
                <a:ea typeface="微软雅黑" panose="020B0503020204020204" pitchFamily="34" charset="-122"/>
              </a:rPr>
              <a:t>: iot-analytics.com,www.researchgate.net </a:t>
            </a:r>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t>HarmonyOS</a:t>
            </a:r>
            <a:r>
              <a:rPr lang="zh-CN" altLang="en-US" dirty="0"/>
              <a:t>简介</a:t>
            </a:r>
            <a:endParaRPr lang="en-US" altLang="zh-CN" dirty="0"/>
          </a:p>
          <a:p>
            <a:pPr lvl="1">
              <a:buSzPct val="50000"/>
              <a:buFont typeface="Wingdings" panose="05000000000000000000" pitchFamily="2" charset="2"/>
              <a:buChar char="p"/>
            </a:pPr>
            <a:r>
              <a:rPr lang="zh-CN" altLang="en-US" dirty="0">
                <a:solidFill>
                  <a:schemeClr val="tx1">
                    <a:lumMod val="50000"/>
                  </a:schemeClr>
                </a:solidFill>
              </a:rPr>
              <a:t>初识</a:t>
            </a:r>
            <a:r>
              <a:rPr lang="en-US" altLang="zh-CN" dirty="0" err="1">
                <a:solidFill>
                  <a:schemeClr val="tx1">
                    <a:lumMod val="50000"/>
                  </a:schemeClr>
                </a:solidFill>
              </a:rPr>
              <a:t>HarmonyOS</a:t>
            </a:r>
            <a:endParaRPr lang="en-US" altLang="zh-CN" dirty="0">
              <a:solidFill>
                <a:schemeClr val="tx1">
                  <a:lumMod val="50000"/>
                </a:schemeClr>
              </a:solidFill>
            </a:endParaRPr>
          </a:p>
          <a:p>
            <a:pPr lvl="1">
              <a:buSzPct val="50000"/>
              <a:buFont typeface="Wingdings" panose="05000000000000000000" pitchFamily="2" charset="2"/>
              <a:buChar char="p"/>
            </a:pPr>
            <a:r>
              <a:rPr lang="en-US" altLang="zh-CN" dirty="0" err="1">
                <a:solidFill>
                  <a:schemeClr val="tx1">
                    <a:lumMod val="50000"/>
                  </a:schemeClr>
                </a:solidFill>
              </a:rPr>
              <a:t>HarmonyOS</a:t>
            </a:r>
            <a:r>
              <a:rPr lang="zh-CN" altLang="en-US" dirty="0">
                <a:solidFill>
                  <a:schemeClr val="tx1">
                    <a:lumMod val="50000"/>
                  </a:schemeClr>
                </a:solidFill>
              </a:rPr>
              <a:t>系统定位</a:t>
            </a:r>
            <a:endParaRPr lang="en-US" altLang="zh-CN" dirty="0">
              <a:solidFill>
                <a:schemeClr val="tx1">
                  <a:lumMod val="50000"/>
                </a:schemeClr>
              </a:solidFill>
            </a:endParaRPr>
          </a:p>
          <a:p>
            <a:pPr lvl="1">
              <a:buSzPct val="60000"/>
              <a:buFont typeface="Wingdings" panose="05000000000000000000" pitchFamily="2" charset="2"/>
              <a:buChar char="n"/>
            </a:pPr>
            <a:r>
              <a:rPr lang="en-US" altLang="zh-CN" dirty="0" err="1"/>
              <a:t>HarmonyOS</a:t>
            </a:r>
            <a:r>
              <a:rPr lang="zh-CN" altLang="en-US" dirty="0"/>
              <a:t>典型应用场景</a:t>
            </a:r>
            <a:endParaRPr lang="en-US" altLang="zh-CN" dirty="0"/>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关键特性</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生态</a:t>
            </a:r>
            <a:endParaRPr lang="en-US" altLang="zh-CN" dirty="0">
              <a:solidFill>
                <a:schemeClr val="tx1">
                  <a:lumMod val="50000"/>
                </a:schemeClr>
              </a:solidFill>
            </a:endParaRPr>
          </a:p>
          <a:p>
            <a:endParaRPr lang="en-US" altLang="zh-CN" dirty="0">
              <a:solidFill>
                <a:srgbClr val="88888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p:cNvSpPr/>
          <p:nvPr/>
        </p:nvSpPr>
        <p:spPr>
          <a:xfrm>
            <a:off x="3851359" y="1577579"/>
            <a:ext cx="4649330" cy="4587050"/>
          </a:xfrm>
          <a:prstGeom prst="ellipse">
            <a:avLst/>
          </a:prstGeom>
          <a:noFill/>
          <a:ln w="28575">
            <a:solidFill>
              <a:srgbClr val="C700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err="1"/>
              <a:t>HarmonyOS</a:t>
            </a:r>
            <a:r>
              <a:rPr lang="zh-CN" altLang="en-US" dirty="0"/>
              <a:t>应用场景总览</a:t>
            </a:r>
            <a:endParaRPr lang="zh-CN" altLang="en-US" dirty="0"/>
          </a:p>
        </p:txBody>
      </p:sp>
      <p:sp>
        <p:nvSpPr>
          <p:cNvPr id="4" name="文本占位符 3"/>
          <p:cNvSpPr>
            <a:spLocks noGrp="1"/>
          </p:cNvSpPr>
          <p:nvPr>
            <p:ph type="body" sz="quarter" idx="10"/>
          </p:nvPr>
        </p:nvSpPr>
        <p:spPr>
          <a:xfrm>
            <a:off x="455612" y="1047750"/>
            <a:ext cx="11293475" cy="1975233"/>
          </a:xfrm>
        </p:spPr>
        <p:txBody>
          <a:bodyPr/>
          <a:lstStyle/>
          <a:p>
            <a:r>
              <a:rPr lang="zh-CN" altLang="en-US" dirty="0"/>
              <a:t>通过</a:t>
            </a:r>
            <a:r>
              <a:rPr lang="en-US" altLang="zh-CN" dirty="0" err="1"/>
              <a:t>HarmonyOS</a:t>
            </a:r>
            <a:r>
              <a:rPr lang="zh-CN" altLang="en-US" dirty="0"/>
              <a:t>系统，海量设备可以方便互联。</a:t>
            </a:r>
            <a:endParaRPr lang="zh-CN" altLang="en-US" dirty="0"/>
          </a:p>
        </p:txBody>
      </p:sp>
      <p:grpSp>
        <p:nvGrpSpPr>
          <p:cNvPr id="19" name="组合 87"/>
          <p:cNvGrpSpPr/>
          <p:nvPr/>
        </p:nvGrpSpPr>
        <p:grpSpPr bwMode="auto">
          <a:xfrm>
            <a:off x="4903646" y="1985208"/>
            <a:ext cx="1054927" cy="630314"/>
            <a:chOff x="5438774" y="976313"/>
            <a:chExt cx="887413" cy="530226"/>
          </a:xfrm>
        </p:grpSpPr>
        <p:sp>
          <p:nvSpPr>
            <p:cNvPr id="20" name="Freeform 1273"/>
            <p:cNvSpPr/>
            <p:nvPr/>
          </p:nvSpPr>
          <p:spPr bwMode="auto">
            <a:xfrm>
              <a:off x="5543549" y="976313"/>
              <a:ext cx="677862" cy="476250"/>
            </a:xfrm>
            <a:custGeom>
              <a:avLst/>
              <a:gdLst>
                <a:gd name="T0" fmla="*/ 2147483646 w 437"/>
                <a:gd name="T1" fmla="*/ 2147483646 h 307"/>
                <a:gd name="T2" fmla="*/ 2147483646 w 437"/>
                <a:gd name="T3" fmla="*/ 2147483646 h 307"/>
                <a:gd name="T4" fmla="*/ 2147483646 w 437"/>
                <a:gd name="T5" fmla="*/ 2147483646 h 307"/>
                <a:gd name="T6" fmla="*/ 2147483646 w 437"/>
                <a:gd name="T7" fmla="*/ 2147483646 h 307"/>
                <a:gd name="T8" fmla="*/ 2147483646 w 437"/>
                <a:gd name="T9" fmla="*/ 2147483646 h 307"/>
                <a:gd name="T10" fmla="*/ 2147483646 w 437"/>
                <a:gd name="T11" fmla="*/ 2147483646 h 307"/>
                <a:gd name="T12" fmla="*/ 2147483646 w 437"/>
                <a:gd name="T13" fmla="*/ 2147483646 h 307"/>
                <a:gd name="T14" fmla="*/ 0 w 437"/>
                <a:gd name="T15" fmla="*/ 2147483646 h 307"/>
                <a:gd name="T16" fmla="*/ 0 w 437"/>
                <a:gd name="T17" fmla="*/ 2147483646 h 307"/>
                <a:gd name="T18" fmla="*/ 2147483646 w 437"/>
                <a:gd name="T19" fmla="*/ 0 h 307"/>
                <a:gd name="T20" fmla="*/ 2147483646 w 437"/>
                <a:gd name="T21" fmla="*/ 0 h 307"/>
                <a:gd name="T22" fmla="*/ 2147483646 w 437"/>
                <a:gd name="T23" fmla="*/ 2147483646 h 307"/>
                <a:gd name="T24" fmla="*/ 2147483646 w 437"/>
                <a:gd name="T25" fmla="*/ 2147483646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7" h="307">
                  <a:moveTo>
                    <a:pt x="437" y="307"/>
                  </a:moveTo>
                  <a:cubicBezTo>
                    <a:pt x="429" y="307"/>
                    <a:pt x="429" y="307"/>
                    <a:pt x="429" y="307"/>
                  </a:cubicBezTo>
                  <a:cubicBezTo>
                    <a:pt x="429" y="13"/>
                    <a:pt x="429" y="13"/>
                    <a:pt x="429" y="13"/>
                  </a:cubicBezTo>
                  <a:cubicBezTo>
                    <a:pt x="429" y="10"/>
                    <a:pt x="427" y="8"/>
                    <a:pt x="424" y="8"/>
                  </a:cubicBezTo>
                  <a:cubicBezTo>
                    <a:pt x="14" y="8"/>
                    <a:pt x="14" y="8"/>
                    <a:pt x="14" y="8"/>
                  </a:cubicBezTo>
                  <a:cubicBezTo>
                    <a:pt x="11" y="8"/>
                    <a:pt x="8" y="10"/>
                    <a:pt x="8" y="13"/>
                  </a:cubicBezTo>
                  <a:cubicBezTo>
                    <a:pt x="8" y="307"/>
                    <a:pt x="8" y="307"/>
                    <a:pt x="8" y="307"/>
                  </a:cubicBezTo>
                  <a:cubicBezTo>
                    <a:pt x="0" y="307"/>
                    <a:pt x="0" y="307"/>
                    <a:pt x="0" y="307"/>
                  </a:cubicBezTo>
                  <a:cubicBezTo>
                    <a:pt x="0" y="13"/>
                    <a:pt x="0" y="13"/>
                    <a:pt x="0" y="13"/>
                  </a:cubicBezTo>
                  <a:cubicBezTo>
                    <a:pt x="0" y="6"/>
                    <a:pt x="6" y="0"/>
                    <a:pt x="14" y="0"/>
                  </a:cubicBezTo>
                  <a:cubicBezTo>
                    <a:pt x="424" y="0"/>
                    <a:pt x="424" y="0"/>
                    <a:pt x="424" y="0"/>
                  </a:cubicBezTo>
                  <a:cubicBezTo>
                    <a:pt x="431" y="0"/>
                    <a:pt x="437" y="6"/>
                    <a:pt x="437" y="13"/>
                  </a:cubicBezTo>
                  <a:lnTo>
                    <a:pt x="437" y="30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 name="Freeform 1274"/>
            <p:cNvSpPr>
              <a:spLocks noEditPoints="1"/>
            </p:cNvSpPr>
            <p:nvPr/>
          </p:nvSpPr>
          <p:spPr bwMode="auto">
            <a:xfrm>
              <a:off x="5565774" y="1008063"/>
              <a:ext cx="633412" cy="411163"/>
            </a:xfrm>
            <a:custGeom>
              <a:avLst/>
              <a:gdLst>
                <a:gd name="T0" fmla="*/ 2147483646 w 399"/>
                <a:gd name="T1" fmla="*/ 2147483646 h 259"/>
                <a:gd name="T2" fmla="*/ 0 w 399"/>
                <a:gd name="T3" fmla="*/ 2147483646 h 259"/>
                <a:gd name="T4" fmla="*/ 0 w 399"/>
                <a:gd name="T5" fmla="*/ 0 h 259"/>
                <a:gd name="T6" fmla="*/ 2147483646 w 399"/>
                <a:gd name="T7" fmla="*/ 0 h 259"/>
                <a:gd name="T8" fmla="*/ 2147483646 w 399"/>
                <a:gd name="T9" fmla="*/ 2147483646 h 259"/>
                <a:gd name="T10" fmla="*/ 2147483646 w 399"/>
                <a:gd name="T11" fmla="*/ 2147483646 h 259"/>
                <a:gd name="T12" fmla="*/ 2147483646 w 399"/>
                <a:gd name="T13" fmla="*/ 2147483646 h 259"/>
                <a:gd name="T14" fmla="*/ 2147483646 w 399"/>
                <a:gd name="T15" fmla="*/ 2147483646 h 259"/>
                <a:gd name="T16" fmla="*/ 2147483646 w 399"/>
                <a:gd name="T17" fmla="*/ 2147483646 h 259"/>
                <a:gd name="T18" fmla="*/ 2147483646 w 399"/>
                <a:gd name="T19" fmla="*/ 2147483646 h 2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9" h="259">
                  <a:moveTo>
                    <a:pt x="399" y="259"/>
                  </a:moveTo>
                  <a:lnTo>
                    <a:pt x="0" y="259"/>
                  </a:lnTo>
                  <a:lnTo>
                    <a:pt x="0" y="0"/>
                  </a:lnTo>
                  <a:lnTo>
                    <a:pt x="399" y="0"/>
                  </a:lnTo>
                  <a:lnTo>
                    <a:pt x="399" y="259"/>
                  </a:lnTo>
                  <a:close/>
                  <a:moveTo>
                    <a:pt x="4" y="256"/>
                  </a:moveTo>
                  <a:lnTo>
                    <a:pt x="395" y="256"/>
                  </a:lnTo>
                  <a:lnTo>
                    <a:pt x="395" y="4"/>
                  </a:lnTo>
                  <a:lnTo>
                    <a:pt x="4" y="4"/>
                  </a:lnTo>
                  <a:lnTo>
                    <a:pt x="4" y="256"/>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 name="Freeform 1275"/>
            <p:cNvSpPr>
              <a:spLocks noEditPoints="1"/>
            </p:cNvSpPr>
            <p:nvPr/>
          </p:nvSpPr>
          <p:spPr bwMode="auto">
            <a:xfrm>
              <a:off x="5762624" y="1449388"/>
              <a:ext cx="238125" cy="22225"/>
            </a:xfrm>
            <a:custGeom>
              <a:avLst/>
              <a:gdLst>
                <a:gd name="T0" fmla="*/ 2147483646 w 150"/>
                <a:gd name="T1" fmla="*/ 2147483646 h 14"/>
                <a:gd name="T2" fmla="*/ 0 w 150"/>
                <a:gd name="T3" fmla="*/ 2147483646 h 14"/>
                <a:gd name="T4" fmla="*/ 0 w 150"/>
                <a:gd name="T5" fmla="*/ 0 h 14"/>
                <a:gd name="T6" fmla="*/ 2147483646 w 150"/>
                <a:gd name="T7" fmla="*/ 0 h 14"/>
                <a:gd name="T8" fmla="*/ 2147483646 w 150"/>
                <a:gd name="T9" fmla="*/ 2147483646 h 14"/>
                <a:gd name="T10" fmla="*/ 2147483646 w 150"/>
                <a:gd name="T11" fmla="*/ 2147483646 h 14"/>
                <a:gd name="T12" fmla="*/ 2147483646 w 150"/>
                <a:gd name="T13" fmla="*/ 2147483646 h 14"/>
                <a:gd name="T14" fmla="*/ 2147483646 w 150"/>
                <a:gd name="T15" fmla="*/ 2147483646 h 14"/>
                <a:gd name="T16" fmla="*/ 2147483646 w 150"/>
                <a:gd name="T17" fmla="*/ 2147483646 h 14"/>
                <a:gd name="T18" fmla="*/ 2147483646 w 150"/>
                <a:gd name="T19" fmla="*/ 2147483646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0" h="14">
                  <a:moveTo>
                    <a:pt x="150" y="14"/>
                  </a:moveTo>
                  <a:lnTo>
                    <a:pt x="0" y="14"/>
                  </a:lnTo>
                  <a:lnTo>
                    <a:pt x="0" y="0"/>
                  </a:lnTo>
                  <a:lnTo>
                    <a:pt x="150" y="0"/>
                  </a:lnTo>
                  <a:lnTo>
                    <a:pt x="150" y="14"/>
                  </a:lnTo>
                  <a:close/>
                  <a:moveTo>
                    <a:pt x="4" y="10"/>
                  </a:moveTo>
                  <a:lnTo>
                    <a:pt x="146" y="10"/>
                  </a:lnTo>
                  <a:lnTo>
                    <a:pt x="146" y="4"/>
                  </a:lnTo>
                  <a:lnTo>
                    <a:pt x="4" y="4"/>
                  </a:lnTo>
                  <a:lnTo>
                    <a:pt x="4" y="1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 name="Rectangle 1276"/>
            <p:cNvSpPr>
              <a:spLocks noChangeArrowheads="1"/>
            </p:cNvSpPr>
            <p:nvPr/>
          </p:nvSpPr>
          <p:spPr bwMode="auto">
            <a:xfrm>
              <a:off x="5548312" y="1449388"/>
              <a:ext cx="666750"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 name="Freeform 1277"/>
            <p:cNvSpPr/>
            <p:nvPr/>
          </p:nvSpPr>
          <p:spPr bwMode="auto">
            <a:xfrm>
              <a:off x="5861049" y="1430338"/>
              <a:ext cx="6350" cy="7938"/>
            </a:xfrm>
            <a:custGeom>
              <a:avLst/>
              <a:gdLst>
                <a:gd name="T0" fmla="*/ 2147483646 w 4"/>
                <a:gd name="T1" fmla="*/ 2147483646 h 5"/>
                <a:gd name="T2" fmla="*/ 2147483646 w 4"/>
                <a:gd name="T3" fmla="*/ 2147483646 h 5"/>
                <a:gd name="T4" fmla="*/ 2147483646 w 4"/>
                <a:gd name="T5" fmla="*/ 0 h 5"/>
                <a:gd name="T6" fmla="*/ 0 w 4"/>
                <a:gd name="T7" fmla="*/ 0 h 5"/>
                <a:gd name="T8" fmla="*/ 0 w 4"/>
                <a:gd name="T9" fmla="*/ 2147483646 h 5"/>
                <a:gd name="T10" fmla="*/ 2147483646 w 4"/>
                <a:gd name="T11" fmla="*/ 2147483646 h 5"/>
                <a:gd name="T12" fmla="*/ 2147483646 w 4"/>
                <a:gd name="T13" fmla="*/ 2147483646 h 5"/>
                <a:gd name="T14" fmla="*/ 2147483646 w 4"/>
                <a:gd name="T15" fmla="*/ 2147483646 h 5"/>
                <a:gd name="T16" fmla="*/ 2147483646 w 4"/>
                <a:gd name="T17" fmla="*/ 2147483646 h 5"/>
                <a:gd name="T18" fmla="*/ 2147483646 w 4"/>
                <a:gd name="T19" fmla="*/ 2147483646 h 5"/>
                <a:gd name="T20" fmla="*/ 2147483646 w 4"/>
                <a:gd name="T21" fmla="*/ 0 h 5"/>
                <a:gd name="T22" fmla="*/ 2147483646 w 4"/>
                <a:gd name="T23" fmla="*/ 0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3" y="2"/>
                  </a:moveTo>
                  <a:lnTo>
                    <a:pt x="1" y="2"/>
                  </a:lnTo>
                  <a:lnTo>
                    <a:pt x="1" y="0"/>
                  </a:lnTo>
                  <a:lnTo>
                    <a:pt x="0" y="0"/>
                  </a:lnTo>
                  <a:lnTo>
                    <a:pt x="0" y="5"/>
                  </a:lnTo>
                  <a:lnTo>
                    <a:pt x="1" y="5"/>
                  </a:lnTo>
                  <a:lnTo>
                    <a:pt x="1" y="3"/>
                  </a:lnTo>
                  <a:lnTo>
                    <a:pt x="3" y="3"/>
                  </a:lnTo>
                  <a:lnTo>
                    <a:pt x="3" y="5"/>
                  </a:lnTo>
                  <a:lnTo>
                    <a:pt x="4" y="5"/>
                  </a:lnTo>
                  <a:lnTo>
                    <a:pt x="4" y="0"/>
                  </a:lnTo>
                  <a:lnTo>
                    <a:pt x="3" y="0"/>
                  </a:lnTo>
                  <a:lnTo>
                    <a:pt x="3" y="2"/>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 name="Freeform 1278"/>
            <p:cNvSpPr/>
            <p:nvPr/>
          </p:nvSpPr>
          <p:spPr bwMode="auto">
            <a:xfrm>
              <a:off x="5870574" y="143033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0 w 4"/>
                <a:gd name="T9" fmla="*/ 0 h 5"/>
                <a:gd name="T10" fmla="*/ 0 w 4"/>
                <a:gd name="T11" fmla="*/ 2147483646 h 5"/>
                <a:gd name="T12" fmla="*/ 2147483646 w 4"/>
                <a:gd name="T13" fmla="*/ 2147483646 h 5"/>
                <a:gd name="T14" fmla="*/ 2147483646 w 4"/>
                <a:gd name="T15" fmla="*/ 2147483646 h 5"/>
                <a:gd name="T16" fmla="*/ 2147483646 w 4"/>
                <a:gd name="T17" fmla="*/ 0 h 5"/>
                <a:gd name="T18" fmla="*/ 2147483646 w 4"/>
                <a:gd name="T19" fmla="*/ 0 h 5"/>
                <a:gd name="T20" fmla="*/ 2147483646 w 4"/>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 h="5">
                  <a:moveTo>
                    <a:pt x="3" y="3"/>
                  </a:moveTo>
                  <a:cubicBezTo>
                    <a:pt x="3" y="3"/>
                    <a:pt x="2" y="4"/>
                    <a:pt x="2" y="4"/>
                  </a:cubicBezTo>
                  <a:cubicBezTo>
                    <a:pt x="1" y="4"/>
                    <a:pt x="1" y="3"/>
                    <a:pt x="1" y="3"/>
                  </a:cubicBezTo>
                  <a:cubicBezTo>
                    <a:pt x="1" y="0"/>
                    <a:pt x="1" y="0"/>
                    <a:pt x="1" y="0"/>
                  </a:cubicBezTo>
                  <a:cubicBezTo>
                    <a:pt x="0" y="0"/>
                    <a:pt x="0" y="0"/>
                    <a:pt x="0" y="0"/>
                  </a:cubicBezTo>
                  <a:cubicBezTo>
                    <a:pt x="0" y="3"/>
                    <a:pt x="0" y="3"/>
                    <a:pt x="0" y="3"/>
                  </a:cubicBezTo>
                  <a:cubicBezTo>
                    <a:pt x="0" y="4"/>
                    <a:pt x="0" y="5"/>
                    <a:pt x="2" y="5"/>
                  </a:cubicBezTo>
                  <a:cubicBezTo>
                    <a:pt x="3" y="5"/>
                    <a:pt x="4" y="4"/>
                    <a:pt x="4" y="3"/>
                  </a:cubicBezTo>
                  <a:cubicBezTo>
                    <a:pt x="4" y="0"/>
                    <a:pt x="4" y="0"/>
                    <a:pt x="4" y="0"/>
                  </a:cubicBezTo>
                  <a:cubicBezTo>
                    <a:pt x="3" y="0"/>
                    <a:pt x="3" y="0"/>
                    <a:pt x="3" y="0"/>
                  </a:cubicBezTo>
                  <a:lnTo>
                    <a:pt x="3"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 name="Freeform 1279"/>
            <p:cNvSpPr/>
            <p:nvPr/>
          </p:nvSpPr>
          <p:spPr bwMode="auto">
            <a:xfrm>
              <a:off x="5884862" y="1430338"/>
              <a:ext cx="9525" cy="7938"/>
            </a:xfrm>
            <a:custGeom>
              <a:avLst/>
              <a:gdLst>
                <a:gd name="T0" fmla="*/ 2147483646 w 6"/>
                <a:gd name="T1" fmla="*/ 2147483646 h 5"/>
                <a:gd name="T2" fmla="*/ 2147483646 w 6"/>
                <a:gd name="T3" fmla="*/ 0 h 5"/>
                <a:gd name="T4" fmla="*/ 2147483646 w 6"/>
                <a:gd name="T5" fmla="*/ 0 h 5"/>
                <a:gd name="T6" fmla="*/ 2147483646 w 6"/>
                <a:gd name="T7" fmla="*/ 2147483646 h 5"/>
                <a:gd name="T8" fmla="*/ 2147483646 w 6"/>
                <a:gd name="T9" fmla="*/ 0 h 5"/>
                <a:gd name="T10" fmla="*/ 0 w 6"/>
                <a:gd name="T11" fmla="*/ 0 h 5"/>
                <a:gd name="T12" fmla="*/ 2147483646 w 6"/>
                <a:gd name="T13" fmla="*/ 2147483646 h 5"/>
                <a:gd name="T14" fmla="*/ 2147483646 w 6"/>
                <a:gd name="T15" fmla="*/ 2147483646 h 5"/>
                <a:gd name="T16" fmla="*/ 2147483646 w 6"/>
                <a:gd name="T17" fmla="*/ 2147483646 h 5"/>
                <a:gd name="T18" fmla="*/ 2147483646 w 6"/>
                <a:gd name="T19" fmla="*/ 2147483646 h 5"/>
                <a:gd name="T20" fmla="*/ 2147483646 w 6"/>
                <a:gd name="T21" fmla="*/ 2147483646 h 5"/>
                <a:gd name="T22" fmla="*/ 2147483646 w 6"/>
                <a:gd name="T23" fmla="*/ 0 h 5"/>
                <a:gd name="T24" fmla="*/ 2147483646 w 6"/>
                <a:gd name="T25" fmla="*/ 0 h 5"/>
                <a:gd name="T26" fmla="*/ 2147483646 w 6"/>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 h="5">
                  <a:moveTo>
                    <a:pt x="5" y="3"/>
                  </a:moveTo>
                  <a:lnTo>
                    <a:pt x="4" y="0"/>
                  </a:lnTo>
                  <a:lnTo>
                    <a:pt x="3" y="0"/>
                  </a:lnTo>
                  <a:lnTo>
                    <a:pt x="2" y="3"/>
                  </a:lnTo>
                  <a:lnTo>
                    <a:pt x="1" y="0"/>
                  </a:lnTo>
                  <a:lnTo>
                    <a:pt x="0" y="0"/>
                  </a:lnTo>
                  <a:lnTo>
                    <a:pt x="2" y="5"/>
                  </a:lnTo>
                  <a:lnTo>
                    <a:pt x="3" y="1"/>
                  </a:lnTo>
                  <a:lnTo>
                    <a:pt x="5" y="5"/>
                  </a:lnTo>
                  <a:lnTo>
                    <a:pt x="6" y="0"/>
                  </a:lnTo>
                  <a:lnTo>
                    <a:pt x="5" y="0"/>
                  </a:lnTo>
                  <a:lnTo>
                    <a:pt x="5"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 name="Freeform 1280"/>
            <p:cNvSpPr/>
            <p:nvPr/>
          </p:nvSpPr>
          <p:spPr bwMode="auto">
            <a:xfrm>
              <a:off x="5895974" y="1430338"/>
              <a:ext cx="4762" cy="7938"/>
            </a:xfrm>
            <a:custGeom>
              <a:avLst/>
              <a:gdLst>
                <a:gd name="T0" fmla="*/ 2147483646 w 3"/>
                <a:gd name="T1" fmla="*/ 2147483646 h 5"/>
                <a:gd name="T2" fmla="*/ 2147483646 w 3"/>
                <a:gd name="T3" fmla="*/ 2147483646 h 5"/>
                <a:gd name="T4" fmla="*/ 2147483646 w 3"/>
                <a:gd name="T5" fmla="*/ 2147483646 h 5"/>
                <a:gd name="T6" fmla="*/ 2147483646 w 3"/>
                <a:gd name="T7" fmla="*/ 2147483646 h 5"/>
                <a:gd name="T8" fmla="*/ 2147483646 w 3"/>
                <a:gd name="T9" fmla="*/ 2147483646 h 5"/>
                <a:gd name="T10" fmla="*/ 2147483646 w 3"/>
                <a:gd name="T11" fmla="*/ 2147483646 h 5"/>
                <a:gd name="T12" fmla="*/ 2147483646 w 3"/>
                <a:gd name="T13" fmla="*/ 0 h 5"/>
                <a:gd name="T14" fmla="*/ 0 w 3"/>
                <a:gd name="T15" fmla="*/ 0 h 5"/>
                <a:gd name="T16" fmla="*/ 0 w 3"/>
                <a:gd name="T17" fmla="*/ 2147483646 h 5"/>
                <a:gd name="T18" fmla="*/ 2147483646 w 3"/>
                <a:gd name="T19" fmla="*/ 2147483646 h 5"/>
                <a:gd name="T20" fmla="*/ 2147483646 w 3"/>
                <a:gd name="T21" fmla="*/ 2147483646 h 5"/>
                <a:gd name="T22" fmla="*/ 2147483646 w 3"/>
                <a:gd name="T23" fmla="*/ 2147483646 h 5"/>
                <a:gd name="T24" fmla="*/ 2147483646 w 3"/>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 h="5">
                  <a:moveTo>
                    <a:pt x="1" y="3"/>
                  </a:moveTo>
                  <a:lnTo>
                    <a:pt x="3" y="3"/>
                  </a:lnTo>
                  <a:lnTo>
                    <a:pt x="3" y="2"/>
                  </a:lnTo>
                  <a:lnTo>
                    <a:pt x="1" y="2"/>
                  </a:lnTo>
                  <a:lnTo>
                    <a:pt x="1" y="1"/>
                  </a:lnTo>
                  <a:lnTo>
                    <a:pt x="3" y="1"/>
                  </a:lnTo>
                  <a:lnTo>
                    <a:pt x="3" y="0"/>
                  </a:lnTo>
                  <a:lnTo>
                    <a:pt x="0" y="0"/>
                  </a:lnTo>
                  <a:lnTo>
                    <a:pt x="0" y="5"/>
                  </a:lnTo>
                  <a:lnTo>
                    <a:pt x="3" y="5"/>
                  </a:lnTo>
                  <a:lnTo>
                    <a:pt x="3" y="4"/>
                  </a:lnTo>
                  <a:lnTo>
                    <a:pt x="1" y="4"/>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 name="Rectangle 1281"/>
            <p:cNvSpPr>
              <a:spLocks noChangeArrowheads="1"/>
            </p:cNvSpPr>
            <p:nvPr/>
          </p:nvSpPr>
          <p:spPr bwMode="auto">
            <a:xfrm>
              <a:off x="5903912" y="1430338"/>
              <a:ext cx="1587" cy="7938"/>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 name="Freeform 1282"/>
            <p:cNvSpPr>
              <a:spLocks noEditPoints="1"/>
            </p:cNvSpPr>
            <p:nvPr/>
          </p:nvSpPr>
          <p:spPr bwMode="auto">
            <a:xfrm>
              <a:off x="5876924" y="1430338"/>
              <a:ext cx="7937" cy="7938"/>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2147483646 w 5"/>
                <a:gd name="T9" fmla="*/ 0 h 5"/>
                <a:gd name="T10" fmla="*/ 2147483646 w 5"/>
                <a:gd name="T11" fmla="*/ 0 h 5"/>
                <a:gd name="T12" fmla="*/ 0 w 5"/>
                <a:gd name="T13" fmla="*/ 2147483646 h 5"/>
                <a:gd name="T14" fmla="*/ 2147483646 w 5"/>
                <a:gd name="T15" fmla="*/ 2147483646 h 5"/>
                <a:gd name="T16" fmla="*/ 2147483646 w 5"/>
                <a:gd name="T17" fmla="*/ 2147483646 h 5"/>
                <a:gd name="T18" fmla="*/ 2147483646 w 5"/>
                <a:gd name="T19" fmla="*/ 2147483646 h 5"/>
                <a:gd name="T20" fmla="*/ 2147483646 w 5"/>
                <a:gd name="T21" fmla="*/ 2147483646 h 5"/>
                <a:gd name="T22" fmla="*/ 2147483646 w 5"/>
                <a:gd name="T23" fmla="*/ 2147483646 h 5"/>
                <a:gd name="T24" fmla="*/ 2147483646 w 5"/>
                <a:gd name="T25" fmla="*/ 2147483646 h 5"/>
                <a:gd name="T26" fmla="*/ 2147483646 w 5"/>
                <a:gd name="T27" fmla="*/ 2147483646 h 5"/>
                <a:gd name="T28" fmla="*/ 2147483646 w 5"/>
                <a:gd name="T29" fmla="*/ 2147483646 h 5"/>
                <a:gd name="T30" fmla="*/ 2147483646 w 5"/>
                <a:gd name="T31" fmla="*/ 2147483646 h 5"/>
                <a:gd name="T32" fmla="*/ 2147483646 w 5"/>
                <a:gd name="T33" fmla="*/ 2147483646 h 5"/>
                <a:gd name="T34" fmla="*/ 2147483646 w 5"/>
                <a:gd name="T35" fmla="*/ 2147483646 h 5"/>
                <a:gd name="T36" fmla="*/ 2147483646 w 5"/>
                <a:gd name="T37" fmla="*/ 2147483646 h 5"/>
                <a:gd name="T38" fmla="*/ 2147483646 w 5"/>
                <a:gd name="T39" fmla="*/ 2147483646 h 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5">
                  <a:moveTo>
                    <a:pt x="4" y="4"/>
                  </a:moveTo>
                  <a:lnTo>
                    <a:pt x="4" y="5"/>
                  </a:lnTo>
                  <a:lnTo>
                    <a:pt x="5" y="5"/>
                  </a:lnTo>
                  <a:lnTo>
                    <a:pt x="3" y="0"/>
                  </a:lnTo>
                  <a:lnTo>
                    <a:pt x="2" y="0"/>
                  </a:lnTo>
                  <a:lnTo>
                    <a:pt x="0" y="5"/>
                  </a:lnTo>
                  <a:lnTo>
                    <a:pt x="1" y="5"/>
                  </a:lnTo>
                  <a:lnTo>
                    <a:pt x="2" y="4"/>
                  </a:lnTo>
                  <a:lnTo>
                    <a:pt x="4" y="4"/>
                  </a:lnTo>
                  <a:close/>
                  <a:moveTo>
                    <a:pt x="3" y="1"/>
                  </a:moveTo>
                  <a:lnTo>
                    <a:pt x="3" y="3"/>
                  </a:lnTo>
                  <a:lnTo>
                    <a:pt x="2" y="3"/>
                  </a:lnTo>
                  <a:lnTo>
                    <a:pt x="3" y="1"/>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 name="Oval 1283"/>
            <p:cNvSpPr>
              <a:spLocks noChangeArrowheads="1"/>
            </p:cNvSpPr>
            <p:nvPr/>
          </p:nvSpPr>
          <p:spPr bwMode="auto">
            <a:xfrm>
              <a:off x="5878512" y="996951"/>
              <a:ext cx="7937" cy="6350"/>
            </a:xfrm>
            <a:prstGeom prst="ellipse">
              <a:avLst/>
            </a:pr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 name="Oval 1284"/>
            <p:cNvSpPr>
              <a:spLocks noChangeArrowheads="1"/>
            </p:cNvSpPr>
            <p:nvPr/>
          </p:nvSpPr>
          <p:spPr bwMode="auto">
            <a:xfrm>
              <a:off x="5911849" y="998538"/>
              <a:ext cx="3175" cy="3175"/>
            </a:xfrm>
            <a:prstGeom prst="ellipse">
              <a:avLst/>
            </a:pr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 name="Freeform 1285"/>
            <p:cNvSpPr/>
            <p:nvPr/>
          </p:nvSpPr>
          <p:spPr bwMode="auto">
            <a:xfrm>
              <a:off x="6126162" y="1452563"/>
              <a:ext cx="200025" cy="38100"/>
            </a:xfrm>
            <a:custGeom>
              <a:avLst/>
              <a:gdLst>
                <a:gd name="T0" fmla="*/ 2147483646 w 129"/>
                <a:gd name="T1" fmla="*/ 2147483646 h 25"/>
                <a:gd name="T2" fmla="*/ 0 w 129"/>
                <a:gd name="T3" fmla="*/ 2147483646 h 25"/>
                <a:gd name="T4" fmla="*/ 0 w 129"/>
                <a:gd name="T5" fmla="*/ 2147483646 h 25"/>
                <a:gd name="T6" fmla="*/ 2147483646 w 129"/>
                <a:gd name="T7" fmla="*/ 2147483646 h 25"/>
                <a:gd name="T8" fmla="*/ 2147483646 w 129"/>
                <a:gd name="T9" fmla="*/ 2147483646 h 25"/>
                <a:gd name="T10" fmla="*/ 2147483646 w 129"/>
                <a:gd name="T11" fmla="*/ 2147483646 h 25"/>
                <a:gd name="T12" fmla="*/ 2147483646 w 129"/>
                <a:gd name="T13" fmla="*/ 0 h 25"/>
                <a:gd name="T14" fmla="*/ 2147483646 w 129"/>
                <a:gd name="T15" fmla="*/ 0 h 25"/>
                <a:gd name="T16" fmla="*/ 2147483646 w 129"/>
                <a:gd name="T17" fmla="*/ 2147483646 h 25"/>
                <a:gd name="T18" fmla="*/ 2147483646 w 129"/>
                <a:gd name="T19" fmla="*/ 2147483646 h 25"/>
                <a:gd name="T20" fmla="*/ 2147483646 w 129"/>
                <a:gd name="T21" fmla="*/ 2147483646 h 25"/>
                <a:gd name="T22" fmla="*/ 2147483646 w 129"/>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 h="25">
                  <a:moveTo>
                    <a:pt x="100" y="25"/>
                  </a:moveTo>
                  <a:cubicBezTo>
                    <a:pt x="0" y="25"/>
                    <a:pt x="0" y="25"/>
                    <a:pt x="0" y="25"/>
                  </a:cubicBezTo>
                  <a:cubicBezTo>
                    <a:pt x="0" y="17"/>
                    <a:pt x="0" y="17"/>
                    <a:pt x="0" y="17"/>
                  </a:cubicBezTo>
                  <a:cubicBezTo>
                    <a:pt x="100" y="17"/>
                    <a:pt x="100" y="17"/>
                    <a:pt x="100" y="17"/>
                  </a:cubicBezTo>
                  <a:cubicBezTo>
                    <a:pt x="106" y="17"/>
                    <a:pt x="113" y="15"/>
                    <a:pt x="118" y="11"/>
                  </a:cubicBezTo>
                  <a:cubicBezTo>
                    <a:pt x="121" y="8"/>
                    <a:pt x="121" y="8"/>
                    <a:pt x="121" y="8"/>
                  </a:cubicBezTo>
                  <a:cubicBezTo>
                    <a:pt x="121" y="0"/>
                    <a:pt x="121" y="0"/>
                    <a:pt x="121" y="0"/>
                  </a:cubicBezTo>
                  <a:cubicBezTo>
                    <a:pt x="129" y="0"/>
                    <a:pt x="129" y="0"/>
                    <a:pt x="129" y="0"/>
                  </a:cubicBezTo>
                  <a:cubicBezTo>
                    <a:pt x="129" y="10"/>
                    <a:pt x="129" y="10"/>
                    <a:pt x="129" y="10"/>
                  </a:cubicBezTo>
                  <a:cubicBezTo>
                    <a:pt x="129" y="11"/>
                    <a:pt x="128" y="13"/>
                    <a:pt x="127" y="13"/>
                  </a:cubicBezTo>
                  <a:cubicBezTo>
                    <a:pt x="123" y="17"/>
                    <a:pt x="123" y="17"/>
                    <a:pt x="123" y="17"/>
                  </a:cubicBezTo>
                  <a:cubicBezTo>
                    <a:pt x="116" y="22"/>
                    <a:pt x="108" y="25"/>
                    <a:pt x="100" y="2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 name="Freeform 1286"/>
            <p:cNvSpPr/>
            <p:nvPr/>
          </p:nvSpPr>
          <p:spPr bwMode="auto">
            <a:xfrm>
              <a:off x="5438774" y="1452563"/>
              <a:ext cx="604837" cy="38100"/>
            </a:xfrm>
            <a:custGeom>
              <a:avLst/>
              <a:gdLst>
                <a:gd name="T0" fmla="*/ 2147483646 w 390"/>
                <a:gd name="T1" fmla="*/ 2147483646 h 25"/>
                <a:gd name="T2" fmla="*/ 2147483646 w 390"/>
                <a:gd name="T3" fmla="*/ 2147483646 h 25"/>
                <a:gd name="T4" fmla="*/ 2147483646 w 390"/>
                <a:gd name="T5" fmla="*/ 2147483646 h 25"/>
                <a:gd name="T6" fmla="*/ 2147483646 w 390"/>
                <a:gd name="T7" fmla="*/ 2147483646 h 25"/>
                <a:gd name="T8" fmla="*/ 0 w 390"/>
                <a:gd name="T9" fmla="*/ 2147483646 h 25"/>
                <a:gd name="T10" fmla="*/ 0 w 390"/>
                <a:gd name="T11" fmla="*/ 0 h 25"/>
                <a:gd name="T12" fmla="*/ 2147483646 w 390"/>
                <a:gd name="T13" fmla="*/ 0 h 25"/>
                <a:gd name="T14" fmla="*/ 2147483646 w 390"/>
                <a:gd name="T15" fmla="*/ 2147483646 h 25"/>
                <a:gd name="T16" fmla="*/ 2147483646 w 390"/>
                <a:gd name="T17" fmla="*/ 2147483646 h 25"/>
                <a:gd name="T18" fmla="*/ 2147483646 w 390"/>
                <a:gd name="T19" fmla="*/ 2147483646 h 25"/>
                <a:gd name="T20" fmla="*/ 2147483646 w 390"/>
                <a:gd name="T21" fmla="*/ 2147483646 h 25"/>
                <a:gd name="T22" fmla="*/ 2147483646 w 390"/>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5">
                  <a:moveTo>
                    <a:pt x="390" y="25"/>
                  </a:moveTo>
                  <a:cubicBezTo>
                    <a:pt x="29" y="25"/>
                    <a:pt x="29" y="25"/>
                    <a:pt x="29" y="25"/>
                  </a:cubicBezTo>
                  <a:cubicBezTo>
                    <a:pt x="21" y="25"/>
                    <a:pt x="12" y="22"/>
                    <a:pt x="6" y="17"/>
                  </a:cubicBezTo>
                  <a:cubicBezTo>
                    <a:pt x="1" y="13"/>
                    <a:pt x="1" y="13"/>
                    <a:pt x="1" y="13"/>
                  </a:cubicBezTo>
                  <a:cubicBezTo>
                    <a:pt x="0" y="13"/>
                    <a:pt x="0" y="11"/>
                    <a:pt x="0" y="10"/>
                  </a:cubicBezTo>
                  <a:cubicBezTo>
                    <a:pt x="0" y="0"/>
                    <a:pt x="0" y="0"/>
                    <a:pt x="0" y="0"/>
                  </a:cubicBezTo>
                  <a:cubicBezTo>
                    <a:pt x="8" y="0"/>
                    <a:pt x="8" y="0"/>
                    <a:pt x="8" y="0"/>
                  </a:cubicBezTo>
                  <a:cubicBezTo>
                    <a:pt x="8" y="8"/>
                    <a:pt x="8" y="8"/>
                    <a:pt x="8" y="8"/>
                  </a:cubicBezTo>
                  <a:cubicBezTo>
                    <a:pt x="11" y="11"/>
                    <a:pt x="11" y="11"/>
                    <a:pt x="11" y="11"/>
                  </a:cubicBezTo>
                  <a:cubicBezTo>
                    <a:pt x="16" y="15"/>
                    <a:pt x="22" y="17"/>
                    <a:pt x="29" y="17"/>
                  </a:cubicBezTo>
                  <a:cubicBezTo>
                    <a:pt x="390" y="17"/>
                    <a:pt x="390" y="17"/>
                    <a:pt x="390" y="17"/>
                  </a:cubicBezTo>
                  <a:lnTo>
                    <a:pt x="390" y="2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 name="Freeform 1287"/>
            <p:cNvSpPr/>
            <p:nvPr/>
          </p:nvSpPr>
          <p:spPr bwMode="auto">
            <a:xfrm>
              <a:off x="5438774" y="1449388"/>
              <a:ext cx="887412" cy="6350"/>
            </a:xfrm>
            <a:custGeom>
              <a:avLst/>
              <a:gdLst>
                <a:gd name="T0" fmla="*/ 2147483646 w 572"/>
                <a:gd name="T1" fmla="*/ 2147483646 h 4"/>
                <a:gd name="T2" fmla="*/ 2147483646 w 572"/>
                <a:gd name="T3" fmla="*/ 2147483646 h 4"/>
                <a:gd name="T4" fmla="*/ 0 w 572"/>
                <a:gd name="T5" fmla="*/ 2147483646 h 4"/>
                <a:gd name="T6" fmla="*/ 2147483646 w 572"/>
                <a:gd name="T7" fmla="*/ 0 h 4"/>
                <a:gd name="T8" fmla="*/ 2147483646 w 572"/>
                <a:gd name="T9" fmla="*/ 0 h 4"/>
                <a:gd name="T10" fmla="*/ 2147483646 w 572"/>
                <a:gd name="T11" fmla="*/ 2147483646 h 4"/>
                <a:gd name="T12" fmla="*/ 2147483646 w 572"/>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2" h="4">
                  <a:moveTo>
                    <a:pt x="570" y="4"/>
                  </a:moveTo>
                  <a:cubicBezTo>
                    <a:pt x="2" y="4"/>
                    <a:pt x="2" y="4"/>
                    <a:pt x="2" y="4"/>
                  </a:cubicBezTo>
                  <a:cubicBezTo>
                    <a:pt x="1" y="4"/>
                    <a:pt x="0" y="3"/>
                    <a:pt x="0" y="2"/>
                  </a:cubicBezTo>
                  <a:cubicBezTo>
                    <a:pt x="0" y="1"/>
                    <a:pt x="1" y="0"/>
                    <a:pt x="2" y="0"/>
                  </a:cubicBezTo>
                  <a:cubicBezTo>
                    <a:pt x="570" y="0"/>
                    <a:pt x="570" y="0"/>
                    <a:pt x="570" y="0"/>
                  </a:cubicBezTo>
                  <a:cubicBezTo>
                    <a:pt x="571" y="0"/>
                    <a:pt x="572" y="1"/>
                    <a:pt x="572" y="2"/>
                  </a:cubicBezTo>
                  <a:cubicBezTo>
                    <a:pt x="572" y="3"/>
                    <a:pt x="571" y="4"/>
                    <a:pt x="57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 name="Oval 1288"/>
            <p:cNvSpPr>
              <a:spLocks noChangeArrowheads="1"/>
            </p:cNvSpPr>
            <p:nvPr/>
          </p:nvSpPr>
          <p:spPr bwMode="auto">
            <a:xfrm>
              <a:off x="6026149" y="1463676"/>
              <a:ext cx="42862"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6" name="Oval 1289"/>
            <p:cNvSpPr>
              <a:spLocks noChangeArrowheads="1"/>
            </p:cNvSpPr>
            <p:nvPr/>
          </p:nvSpPr>
          <p:spPr bwMode="auto">
            <a:xfrm>
              <a:off x="6099174" y="1463676"/>
              <a:ext cx="42862"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7" name="Rectangle 1290"/>
            <p:cNvSpPr>
              <a:spLocks noChangeArrowheads="1"/>
            </p:cNvSpPr>
            <p:nvPr/>
          </p:nvSpPr>
          <p:spPr bwMode="auto">
            <a:xfrm>
              <a:off x="5789104" y="1115533"/>
              <a:ext cx="221147" cy="207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en-US" altLang="zh-CN" sz="1600" dirty="0">
                  <a:solidFill>
                    <a:schemeClr val="bg2"/>
                  </a:solidFill>
                  <a:latin typeface="微软雅黑" panose="020B0503020204020204" pitchFamily="34" charset="-122"/>
                  <a:ea typeface="微软雅黑" panose="020B0503020204020204" pitchFamily="34" charset="-122"/>
                </a:rPr>
                <a:t>PC</a:t>
              </a:r>
              <a:endParaRPr lang="zh-CN" altLang="zh-CN" sz="4800" dirty="0">
                <a:solidFill>
                  <a:schemeClr val="bg2"/>
                </a:solidFill>
                <a:latin typeface="微软雅黑" panose="020B0503020204020204" pitchFamily="34" charset="-122"/>
                <a:ea typeface="微软雅黑" panose="020B0503020204020204" pitchFamily="34" charset="-122"/>
              </a:endParaRPr>
            </a:p>
          </p:txBody>
        </p:sp>
      </p:grpSp>
      <p:grpSp>
        <p:nvGrpSpPr>
          <p:cNvPr id="38" name="组合 20"/>
          <p:cNvGrpSpPr/>
          <p:nvPr/>
        </p:nvGrpSpPr>
        <p:grpSpPr bwMode="auto">
          <a:xfrm>
            <a:off x="4213342" y="2954571"/>
            <a:ext cx="981327" cy="681267"/>
            <a:chOff x="8553451" y="963613"/>
            <a:chExt cx="825500" cy="573088"/>
          </a:xfrm>
        </p:grpSpPr>
        <p:sp>
          <p:nvSpPr>
            <p:cNvPr id="39" name="Rectangle 1043"/>
            <p:cNvSpPr>
              <a:spLocks noChangeArrowheads="1"/>
            </p:cNvSpPr>
            <p:nvPr/>
          </p:nvSpPr>
          <p:spPr bwMode="auto">
            <a:xfrm>
              <a:off x="8789554" y="1136866"/>
              <a:ext cx="343857" cy="23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en-US" altLang="zh-CN" dirty="0">
                  <a:solidFill>
                    <a:schemeClr val="bg2"/>
                  </a:solidFill>
                  <a:latin typeface="微软雅黑" panose="020B0503020204020204" pitchFamily="34" charset="-122"/>
                  <a:ea typeface="微软雅黑" panose="020B0503020204020204" pitchFamily="34" charset="-122"/>
                </a:rPr>
                <a:t>Pad</a:t>
              </a:r>
              <a:endParaRPr lang="zh-CN" altLang="zh-CN" sz="5400" dirty="0">
                <a:solidFill>
                  <a:schemeClr val="bg2"/>
                </a:solidFill>
                <a:latin typeface="微软雅黑" panose="020B0503020204020204" pitchFamily="34" charset="-122"/>
                <a:ea typeface="微软雅黑" panose="020B0503020204020204" pitchFamily="34" charset="-122"/>
              </a:endParaRPr>
            </a:p>
          </p:txBody>
        </p:sp>
        <p:sp>
          <p:nvSpPr>
            <p:cNvPr id="40" name="Freeform 1055"/>
            <p:cNvSpPr/>
            <p:nvPr/>
          </p:nvSpPr>
          <p:spPr bwMode="auto">
            <a:xfrm>
              <a:off x="8932862" y="1484313"/>
              <a:ext cx="7937" cy="6350"/>
            </a:xfrm>
            <a:custGeom>
              <a:avLst/>
              <a:gdLst>
                <a:gd name="T0" fmla="*/ 2147483646 w 5"/>
                <a:gd name="T1" fmla="*/ 2147483646 h 4"/>
                <a:gd name="T2" fmla="*/ 2147483646 w 5"/>
                <a:gd name="T3" fmla="*/ 2147483646 h 4"/>
                <a:gd name="T4" fmla="*/ 2147483646 w 5"/>
                <a:gd name="T5" fmla="*/ 0 h 4"/>
                <a:gd name="T6" fmla="*/ 0 w 5"/>
                <a:gd name="T7" fmla="*/ 0 h 4"/>
                <a:gd name="T8" fmla="*/ 0 w 5"/>
                <a:gd name="T9" fmla="*/ 2147483646 h 4"/>
                <a:gd name="T10" fmla="*/ 2147483646 w 5"/>
                <a:gd name="T11" fmla="*/ 2147483646 h 4"/>
                <a:gd name="T12" fmla="*/ 2147483646 w 5"/>
                <a:gd name="T13" fmla="*/ 2147483646 h 4"/>
                <a:gd name="T14" fmla="*/ 2147483646 w 5"/>
                <a:gd name="T15" fmla="*/ 2147483646 h 4"/>
                <a:gd name="T16" fmla="*/ 2147483646 w 5"/>
                <a:gd name="T17" fmla="*/ 2147483646 h 4"/>
                <a:gd name="T18" fmla="*/ 2147483646 w 5"/>
                <a:gd name="T19" fmla="*/ 2147483646 h 4"/>
                <a:gd name="T20" fmla="*/ 2147483646 w 5"/>
                <a:gd name="T21" fmla="*/ 0 h 4"/>
                <a:gd name="T22" fmla="*/ 2147483646 w 5"/>
                <a:gd name="T23" fmla="*/ 0 h 4"/>
                <a:gd name="T24" fmla="*/ 2147483646 w 5"/>
                <a:gd name="T25" fmla="*/ 2147483646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 h="4">
                  <a:moveTo>
                    <a:pt x="4" y="2"/>
                  </a:moveTo>
                  <a:lnTo>
                    <a:pt x="1" y="2"/>
                  </a:lnTo>
                  <a:lnTo>
                    <a:pt x="1" y="0"/>
                  </a:lnTo>
                  <a:lnTo>
                    <a:pt x="0" y="0"/>
                  </a:lnTo>
                  <a:lnTo>
                    <a:pt x="0" y="4"/>
                  </a:lnTo>
                  <a:lnTo>
                    <a:pt x="1" y="4"/>
                  </a:lnTo>
                  <a:lnTo>
                    <a:pt x="1" y="3"/>
                  </a:lnTo>
                  <a:lnTo>
                    <a:pt x="4" y="3"/>
                  </a:lnTo>
                  <a:lnTo>
                    <a:pt x="4" y="4"/>
                  </a:lnTo>
                  <a:lnTo>
                    <a:pt x="5" y="4"/>
                  </a:lnTo>
                  <a:lnTo>
                    <a:pt x="5" y="0"/>
                  </a:lnTo>
                  <a:lnTo>
                    <a:pt x="4" y="0"/>
                  </a:lnTo>
                  <a:lnTo>
                    <a:pt x="4" y="2"/>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 name="Freeform 1056"/>
            <p:cNvSpPr/>
            <p:nvPr/>
          </p:nvSpPr>
          <p:spPr bwMode="auto">
            <a:xfrm>
              <a:off x="8942387" y="1484313"/>
              <a:ext cx="7937" cy="6350"/>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0 w 5"/>
                <a:gd name="T9" fmla="*/ 0 h 5"/>
                <a:gd name="T10" fmla="*/ 0 w 5"/>
                <a:gd name="T11" fmla="*/ 2147483646 h 5"/>
                <a:gd name="T12" fmla="*/ 2147483646 w 5"/>
                <a:gd name="T13" fmla="*/ 2147483646 h 5"/>
                <a:gd name="T14" fmla="*/ 2147483646 w 5"/>
                <a:gd name="T15" fmla="*/ 2147483646 h 5"/>
                <a:gd name="T16" fmla="*/ 2147483646 w 5"/>
                <a:gd name="T17" fmla="*/ 0 h 5"/>
                <a:gd name="T18" fmla="*/ 2147483646 w 5"/>
                <a:gd name="T19" fmla="*/ 0 h 5"/>
                <a:gd name="T20" fmla="*/ 2147483646 w 5"/>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 h="5">
                  <a:moveTo>
                    <a:pt x="4" y="3"/>
                  </a:moveTo>
                  <a:cubicBezTo>
                    <a:pt x="4" y="4"/>
                    <a:pt x="4" y="4"/>
                    <a:pt x="3" y="4"/>
                  </a:cubicBezTo>
                  <a:cubicBezTo>
                    <a:pt x="2" y="4"/>
                    <a:pt x="2" y="4"/>
                    <a:pt x="2" y="3"/>
                  </a:cubicBezTo>
                  <a:cubicBezTo>
                    <a:pt x="2" y="0"/>
                    <a:pt x="2" y="0"/>
                    <a:pt x="2" y="0"/>
                  </a:cubicBezTo>
                  <a:cubicBezTo>
                    <a:pt x="0" y="0"/>
                    <a:pt x="0" y="0"/>
                    <a:pt x="0" y="0"/>
                  </a:cubicBezTo>
                  <a:cubicBezTo>
                    <a:pt x="0" y="3"/>
                    <a:pt x="0" y="3"/>
                    <a:pt x="0" y="3"/>
                  </a:cubicBezTo>
                  <a:cubicBezTo>
                    <a:pt x="0" y="4"/>
                    <a:pt x="1" y="5"/>
                    <a:pt x="3" y="5"/>
                  </a:cubicBezTo>
                  <a:cubicBezTo>
                    <a:pt x="4" y="5"/>
                    <a:pt x="5" y="4"/>
                    <a:pt x="5" y="3"/>
                  </a:cubicBezTo>
                  <a:cubicBezTo>
                    <a:pt x="5" y="0"/>
                    <a:pt x="5" y="0"/>
                    <a:pt x="5" y="0"/>
                  </a:cubicBezTo>
                  <a:cubicBezTo>
                    <a:pt x="4" y="0"/>
                    <a:pt x="4" y="0"/>
                    <a:pt x="4" y="0"/>
                  </a:cubicBezTo>
                  <a:lnTo>
                    <a:pt x="4"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 name="Freeform 1057"/>
            <p:cNvSpPr/>
            <p:nvPr/>
          </p:nvSpPr>
          <p:spPr bwMode="auto">
            <a:xfrm>
              <a:off x="8959849" y="1484313"/>
              <a:ext cx="12700" cy="6350"/>
            </a:xfrm>
            <a:custGeom>
              <a:avLst/>
              <a:gdLst>
                <a:gd name="T0" fmla="*/ 2147483646 w 8"/>
                <a:gd name="T1" fmla="*/ 2147483646 h 4"/>
                <a:gd name="T2" fmla="*/ 2147483646 w 8"/>
                <a:gd name="T3" fmla="*/ 0 h 4"/>
                <a:gd name="T4" fmla="*/ 2147483646 w 8"/>
                <a:gd name="T5" fmla="*/ 0 h 4"/>
                <a:gd name="T6" fmla="*/ 2147483646 w 8"/>
                <a:gd name="T7" fmla="*/ 2147483646 h 4"/>
                <a:gd name="T8" fmla="*/ 2147483646 w 8"/>
                <a:gd name="T9" fmla="*/ 0 h 4"/>
                <a:gd name="T10" fmla="*/ 0 w 8"/>
                <a:gd name="T11" fmla="*/ 0 h 4"/>
                <a:gd name="T12" fmla="*/ 2147483646 w 8"/>
                <a:gd name="T13" fmla="*/ 2147483646 h 4"/>
                <a:gd name="T14" fmla="*/ 2147483646 w 8"/>
                <a:gd name="T15" fmla="*/ 2147483646 h 4"/>
                <a:gd name="T16" fmla="*/ 2147483646 w 8"/>
                <a:gd name="T17" fmla="*/ 2147483646 h 4"/>
                <a:gd name="T18" fmla="*/ 2147483646 w 8"/>
                <a:gd name="T19" fmla="*/ 2147483646 h 4"/>
                <a:gd name="T20" fmla="*/ 2147483646 w 8"/>
                <a:gd name="T21" fmla="*/ 2147483646 h 4"/>
                <a:gd name="T22" fmla="*/ 2147483646 w 8"/>
                <a:gd name="T23" fmla="*/ 0 h 4"/>
                <a:gd name="T24" fmla="*/ 2147483646 w 8"/>
                <a:gd name="T25" fmla="*/ 0 h 4"/>
                <a:gd name="T26" fmla="*/ 2147483646 w 8"/>
                <a:gd name="T27" fmla="*/ 2147483646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4">
                  <a:moveTo>
                    <a:pt x="6" y="3"/>
                  </a:moveTo>
                  <a:lnTo>
                    <a:pt x="5" y="0"/>
                  </a:lnTo>
                  <a:lnTo>
                    <a:pt x="4" y="0"/>
                  </a:lnTo>
                  <a:lnTo>
                    <a:pt x="2" y="3"/>
                  </a:lnTo>
                  <a:lnTo>
                    <a:pt x="1" y="0"/>
                  </a:lnTo>
                  <a:lnTo>
                    <a:pt x="0" y="0"/>
                  </a:lnTo>
                  <a:lnTo>
                    <a:pt x="2" y="4"/>
                  </a:lnTo>
                  <a:lnTo>
                    <a:pt x="3" y="4"/>
                  </a:lnTo>
                  <a:lnTo>
                    <a:pt x="4" y="1"/>
                  </a:lnTo>
                  <a:lnTo>
                    <a:pt x="5" y="4"/>
                  </a:lnTo>
                  <a:lnTo>
                    <a:pt x="6" y="4"/>
                  </a:lnTo>
                  <a:lnTo>
                    <a:pt x="8" y="0"/>
                  </a:lnTo>
                  <a:lnTo>
                    <a:pt x="7" y="0"/>
                  </a:lnTo>
                  <a:lnTo>
                    <a:pt x="6"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 name="Freeform 1058"/>
            <p:cNvSpPr/>
            <p:nvPr/>
          </p:nvSpPr>
          <p:spPr bwMode="auto">
            <a:xfrm>
              <a:off x="8974137" y="1484313"/>
              <a:ext cx="6350" cy="6350"/>
            </a:xfrm>
            <a:custGeom>
              <a:avLst/>
              <a:gdLst>
                <a:gd name="T0" fmla="*/ 2147483646 w 4"/>
                <a:gd name="T1" fmla="*/ 2147483646 h 4"/>
                <a:gd name="T2" fmla="*/ 2147483646 w 4"/>
                <a:gd name="T3" fmla="*/ 2147483646 h 4"/>
                <a:gd name="T4" fmla="*/ 2147483646 w 4"/>
                <a:gd name="T5" fmla="*/ 2147483646 h 4"/>
                <a:gd name="T6" fmla="*/ 2147483646 w 4"/>
                <a:gd name="T7" fmla="*/ 2147483646 h 4"/>
                <a:gd name="T8" fmla="*/ 2147483646 w 4"/>
                <a:gd name="T9" fmla="*/ 2147483646 h 4"/>
                <a:gd name="T10" fmla="*/ 2147483646 w 4"/>
                <a:gd name="T11" fmla="*/ 2147483646 h 4"/>
                <a:gd name="T12" fmla="*/ 2147483646 w 4"/>
                <a:gd name="T13" fmla="*/ 0 h 4"/>
                <a:gd name="T14" fmla="*/ 0 w 4"/>
                <a:gd name="T15" fmla="*/ 0 h 4"/>
                <a:gd name="T16" fmla="*/ 0 w 4"/>
                <a:gd name="T17" fmla="*/ 2147483646 h 4"/>
                <a:gd name="T18" fmla="*/ 2147483646 w 4"/>
                <a:gd name="T19" fmla="*/ 2147483646 h 4"/>
                <a:gd name="T20" fmla="*/ 2147483646 w 4"/>
                <a:gd name="T21" fmla="*/ 2147483646 h 4"/>
                <a:gd name="T22" fmla="*/ 2147483646 w 4"/>
                <a:gd name="T23" fmla="*/ 2147483646 h 4"/>
                <a:gd name="T24" fmla="*/ 2147483646 w 4"/>
                <a:gd name="T25" fmla="*/ 2147483646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4">
                  <a:moveTo>
                    <a:pt x="1" y="3"/>
                  </a:moveTo>
                  <a:lnTo>
                    <a:pt x="3" y="3"/>
                  </a:lnTo>
                  <a:lnTo>
                    <a:pt x="3" y="2"/>
                  </a:lnTo>
                  <a:lnTo>
                    <a:pt x="1" y="2"/>
                  </a:lnTo>
                  <a:lnTo>
                    <a:pt x="1" y="1"/>
                  </a:lnTo>
                  <a:lnTo>
                    <a:pt x="4" y="1"/>
                  </a:lnTo>
                  <a:lnTo>
                    <a:pt x="4" y="0"/>
                  </a:lnTo>
                  <a:lnTo>
                    <a:pt x="0" y="0"/>
                  </a:lnTo>
                  <a:lnTo>
                    <a:pt x="0" y="4"/>
                  </a:lnTo>
                  <a:lnTo>
                    <a:pt x="4" y="4"/>
                  </a:lnTo>
                  <a:lnTo>
                    <a:pt x="4" y="3"/>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 name="Rectangle 1059"/>
            <p:cNvSpPr>
              <a:spLocks noChangeArrowheads="1"/>
            </p:cNvSpPr>
            <p:nvPr/>
          </p:nvSpPr>
          <p:spPr bwMode="auto">
            <a:xfrm>
              <a:off x="8982074" y="1484313"/>
              <a:ext cx="1587" cy="6350"/>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 name="Freeform 1060"/>
            <p:cNvSpPr>
              <a:spLocks noEditPoints="1"/>
            </p:cNvSpPr>
            <p:nvPr/>
          </p:nvSpPr>
          <p:spPr bwMode="auto">
            <a:xfrm>
              <a:off x="8951912" y="1484313"/>
              <a:ext cx="7937" cy="6350"/>
            </a:xfrm>
            <a:custGeom>
              <a:avLst/>
              <a:gdLst>
                <a:gd name="T0" fmla="*/ 2147483646 w 5"/>
                <a:gd name="T1" fmla="*/ 2147483646 h 4"/>
                <a:gd name="T2" fmla="*/ 2147483646 w 5"/>
                <a:gd name="T3" fmla="*/ 2147483646 h 4"/>
                <a:gd name="T4" fmla="*/ 2147483646 w 5"/>
                <a:gd name="T5" fmla="*/ 2147483646 h 4"/>
                <a:gd name="T6" fmla="*/ 2147483646 w 5"/>
                <a:gd name="T7" fmla="*/ 0 h 4"/>
                <a:gd name="T8" fmla="*/ 2147483646 w 5"/>
                <a:gd name="T9" fmla="*/ 0 h 4"/>
                <a:gd name="T10" fmla="*/ 2147483646 w 5"/>
                <a:gd name="T11" fmla="*/ 0 h 4"/>
                <a:gd name="T12" fmla="*/ 0 w 5"/>
                <a:gd name="T13" fmla="*/ 2147483646 h 4"/>
                <a:gd name="T14" fmla="*/ 2147483646 w 5"/>
                <a:gd name="T15" fmla="*/ 2147483646 h 4"/>
                <a:gd name="T16" fmla="*/ 2147483646 w 5"/>
                <a:gd name="T17" fmla="*/ 2147483646 h 4"/>
                <a:gd name="T18" fmla="*/ 2147483646 w 5"/>
                <a:gd name="T19" fmla="*/ 2147483646 h 4"/>
                <a:gd name="T20" fmla="*/ 2147483646 w 5"/>
                <a:gd name="T21" fmla="*/ 2147483646 h 4"/>
                <a:gd name="T22" fmla="*/ 2147483646 w 5"/>
                <a:gd name="T23" fmla="*/ 2147483646 h 4"/>
                <a:gd name="T24" fmla="*/ 2147483646 w 5"/>
                <a:gd name="T25" fmla="*/ 2147483646 h 4"/>
                <a:gd name="T26" fmla="*/ 2147483646 w 5"/>
                <a:gd name="T27" fmla="*/ 2147483646 h 4"/>
                <a:gd name="T28" fmla="*/ 2147483646 w 5"/>
                <a:gd name="T29" fmla="*/ 2147483646 h 4"/>
                <a:gd name="T30" fmla="*/ 2147483646 w 5"/>
                <a:gd name="T31" fmla="*/ 2147483646 h 4"/>
                <a:gd name="T32" fmla="*/ 2147483646 w 5"/>
                <a:gd name="T33" fmla="*/ 2147483646 h 4"/>
                <a:gd name="T34" fmla="*/ 2147483646 w 5"/>
                <a:gd name="T35" fmla="*/ 2147483646 h 4"/>
                <a:gd name="T36" fmla="*/ 2147483646 w 5"/>
                <a:gd name="T37" fmla="*/ 2147483646 h 4"/>
                <a:gd name="T38" fmla="*/ 2147483646 w 5"/>
                <a:gd name="T39" fmla="*/ 2147483646 h 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4">
                  <a:moveTo>
                    <a:pt x="4" y="3"/>
                  </a:moveTo>
                  <a:lnTo>
                    <a:pt x="4" y="4"/>
                  </a:lnTo>
                  <a:lnTo>
                    <a:pt x="5" y="4"/>
                  </a:lnTo>
                  <a:lnTo>
                    <a:pt x="3" y="0"/>
                  </a:lnTo>
                  <a:lnTo>
                    <a:pt x="2" y="0"/>
                  </a:lnTo>
                  <a:lnTo>
                    <a:pt x="0" y="4"/>
                  </a:lnTo>
                  <a:lnTo>
                    <a:pt x="1" y="4"/>
                  </a:lnTo>
                  <a:lnTo>
                    <a:pt x="1" y="3"/>
                  </a:lnTo>
                  <a:lnTo>
                    <a:pt x="4" y="3"/>
                  </a:lnTo>
                  <a:close/>
                  <a:moveTo>
                    <a:pt x="3" y="1"/>
                  </a:moveTo>
                  <a:lnTo>
                    <a:pt x="3" y="3"/>
                  </a:lnTo>
                  <a:lnTo>
                    <a:pt x="2" y="3"/>
                  </a:lnTo>
                  <a:lnTo>
                    <a:pt x="3" y="1"/>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 name="Oval 1061"/>
            <p:cNvSpPr>
              <a:spLocks noChangeArrowheads="1"/>
            </p:cNvSpPr>
            <p:nvPr/>
          </p:nvSpPr>
          <p:spPr bwMode="auto">
            <a:xfrm>
              <a:off x="8953499" y="995363"/>
              <a:ext cx="11112" cy="7938"/>
            </a:xfrm>
            <a:prstGeom prst="ellipse">
              <a:avLst/>
            </a:pr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 name="Freeform 1062"/>
            <p:cNvSpPr/>
            <p:nvPr/>
          </p:nvSpPr>
          <p:spPr bwMode="auto">
            <a:xfrm>
              <a:off x="8553451" y="963613"/>
              <a:ext cx="825500" cy="557213"/>
            </a:xfrm>
            <a:custGeom>
              <a:avLst/>
              <a:gdLst>
                <a:gd name="T0" fmla="*/ 2147483646 w 532"/>
                <a:gd name="T1" fmla="*/ 2147483646 h 359"/>
                <a:gd name="T2" fmla="*/ 2147483646 w 532"/>
                <a:gd name="T3" fmla="*/ 2147483646 h 359"/>
                <a:gd name="T4" fmla="*/ 2147483646 w 532"/>
                <a:gd name="T5" fmla="*/ 2147483646 h 359"/>
                <a:gd name="T6" fmla="*/ 2147483646 w 532"/>
                <a:gd name="T7" fmla="*/ 2147483646 h 359"/>
                <a:gd name="T8" fmla="*/ 2147483646 w 532"/>
                <a:gd name="T9" fmla="*/ 2147483646 h 359"/>
                <a:gd name="T10" fmla="*/ 2147483646 w 532"/>
                <a:gd name="T11" fmla="*/ 2147483646 h 359"/>
                <a:gd name="T12" fmla="*/ 2147483646 w 532"/>
                <a:gd name="T13" fmla="*/ 2147483646 h 359"/>
                <a:gd name="T14" fmla="*/ 2147483646 w 532"/>
                <a:gd name="T15" fmla="*/ 2147483646 h 359"/>
                <a:gd name="T16" fmla="*/ 2147483646 w 532"/>
                <a:gd name="T17" fmla="*/ 2147483646 h 359"/>
                <a:gd name="T18" fmla="*/ 2147483646 w 532"/>
                <a:gd name="T19" fmla="*/ 2147483646 h 359"/>
                <a:gd name="T20" fmla="*/ 2147483646 w 532"/>
                <a:gd name="T21" fmla="*/ 2147483646 h 359"/>
                <a:gd name="T22" fmla="*/ 2147483646 w 532"/>
                <a:gd name="T23" fmla="*/ 2147483646 h 359"/>
                <a:gd name="T24" fmla="*/ 2147483646 w 532"/>
                <a:gd name="T25" fmla="*/ 2147483646 h 359"/>
                <a:gd name="T26" fmla="*/ 2147483646 w 532"/>
                <a:gd name="T27" fmla="*/ 2147483646 h 359"/>
                <a:gd name="T28" fmla="*/ 0 w 532"/>
                <a:gd name="T29" fmla="*/ 2147483646 h 359"/>
                <a:gd name="T30" fmla="*/ 0 w 532"/>
                <a:gd name="T31" fmla="*/ 2147483646 h 359"/>
                <a:gd name="T32" fmla="*/ 2147483646 w 532"/>
                <a:gd name="T33" fmla="*/ 0 h 359"/>
                <a:gd name="T34" fmla="*/ 2147483646 w 532"/>
                <a:gd name="T35" fmla="*/ 0 h 359"/>
                <a:gd name="T36" fmla="*/ 2147483646 w 532"/>
                <a:gd name="T37" fmla="*/ 2147483646 h 359"/>
                <a:gd name="T38" fmla="*/ 2147483646 w 532"/>
                <a:gd name="T39" fmla="*/ 2147483646 h 359"/>
                <a:gd name="T40" fmla="*/ 2147483646 w 532"/>
                <a:gd name="T41" fmla="*/ 2147483646 h 3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2" h="359">
                  <a:moveTo>
                    <a:pt x="506" y="359"/>
                  </a:moveTo>
                  <a:cubicBezTo>
                    <a:pt x="444" y="359"/>
                    <a:pt x="444" y="359"/>
                    <a:pt x="444" y="359"/>
                  </a:cubicBezTo>
                  <a:cubicBezTo>
                    <a:pt x="444" y="351"/>
                    <a:pt x="444" y="351"/>
                    <a:pt x="444" y="351"/>
                  </a:cubicBezTo>
                  <a:cubicBezTo>
                    <a:pt x="506" y="351"/>
                    <a:pt x="506" y="351"/>
                    <a:pt x="506" y="351"/>
                  </a:cubicBezTo>
                  <a:cubicBezTo>
                    <a:pt x="516" y="351"/>
                    <a:pt x="524" y="343"/>
                    <a:pt x="524" y="333"/>
                  </a:cubicBezTo>
                  <a:cubicBezTo>
                    <a:pt x="524" y="26"/>
                    <a:pt x="524" y="26"/>
                    <a:pt x="524" y="26"/>
                  </a:cubicBezTo>
                  <a:cubicBezTo>
                    <a:pt x="524" y="16"/>
                    <a:pt x="516" y="8"/>
                    <a:pt x="506" y="8"/>
                  </a:cubicBezTo>
                  <a:cubicBezTo>
                    <a:pt x="26" y="8"/>
                    <a:pt x="26" y="8"/>
                    <a:pt x="26" y="8"/>
                  </a:cubicBezTo>
                  <a:cubicBezTo>
                    <a:pt x="16" y="8"/>
                    <a:pt x="8" y="16"/>
                    <a:pt x="8" y="26"/>
                  </a:cubicBezTo>
                  <a:cubicBezTo>
                    <a:pt x="8" y="333"/>
                    <a:pt x="8" y="333"/>
                    <a:pt x="8" y="333"/>
                  </a:cubicBezTo>
                  <a:cubicBezTo>
                    <a:pt x="8" y="343"/>
                    <a:pt x="16" y="351"/>
                    <a:pt x="26" y="351"/>
                  </a:cubicBezTo>
                  <a:cubicBezTo>
                    <a:pt x="380" y="351"/>
                    <a:pt x="380" y="351"/>
                    <a:pt x="380" y="351"/>
                  </a:cubicBezTo>
                  <a:cubicBezTo>
                    <a:pt x="380" y="359"/>
                    <a:pt x="380" y="359"/>
                    <a:pt x="380" y="359"/>
                  </a:cubicBezTo>
                  <a:cubicBezTo>
                    <a:pt x="26" y="359"/>
                    <a:pt x="26" y="359"/>
                    <a:pt x="26" y="359"/>
                  </a:cubicBezTo>
                  <a:cubicBezTo>
                    <a:pt x="11" y="359"/>
                    <a:pt x="0" y="348"/>
                    <a:pt x="0" y="333"/>
                  </a:cubicBezTo>
                  <a:cubicBezTo>
                    <a:pt x="0" y="26"/>
                    <a:pt x="0" y="26"/>
                    <a:pt x="0" y="26"/>
                  </a:cubicBezTo>
                  <a:cubicBezTo>
                    <a:pt x="0" y="12"/>
                    <a:pt x="11" y="0"/>
                    <a:pt x="26" y="0"/>
                  </a:cubicBezTo>
                  <a:cubicBezTo>
                    <a:pt x="506" y="0"/>
                    <a:pt x="506" y="0"/>
                    <a:pt x="506" y="0"/>
                  </a:cubicBezTo>
                  <a:cubicBezTo>
                    <a:pt x="521" y="0"/>
                    <a:pt x="532" y="12"/>
                    <a:pt x="532" y="26"/>
                  </a:cubicBezTo>
                  <a:cubicBezTo>
                    <a:pt x="532" y="333"/>
                    <a:pt x="532" y="333"/>
                    <a:pt x="532" y="333"/>
                  </a:cubicBezTo>
                  <a:cubicBezTo>
                    <a:pt x="532" y="348"/>
                    <a:pt x="521" y="359"/>
                    <a:pt x="506" y="35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 name="Freeform 1063"/>
            <p:cNvSpPr>
              <a:spLocks noEditPoints="1"/>
            </p:cNvSpPr>
            <p:nvPr/>
          </p:nvSpPr>
          <p:spPr bwMode="auto">
            <a:xfrm>
              <a:off x="8594724" y="1014413"/>
              <a:ext cx="725487" cy="457200"/>
            </a:xfrm>
            <a:custGeom>
              <a:avLst/>
              <a:gdLst>
                <a:gd name="T0" fmla="*/ 2147483646 w 457"/>
                <a:gd name="T1" fmla="*/ 2147483646 h 288"/>
                <a:gd name="T2" fmla="*/ 0 w 457"/>
                <a:gd name="T3" fmla="*/ 2147483646 h 288"/>
                <a:gd name="T4" fmla="*/ 0 w 457"/>
                <a:gd name="T5" fmla="*/ 0 h 288"/>
                <a:gd name="T6" fmla="*/ 2147483646 w 457"/>
                <a:gd name="T7" fmla="*/ 0 h 288"/>
                <a:gd name="T8" fmla="*/ 2147483646 w 457"/>
                <a:gd name="T9" fmla="*/ 2147483646 h 288"/>
                <a:gd name="T10" fmla="*/ 2147483646 w 457"/>
                <a:gd name="T11" fmla="*/ 2147483646 h 288"/>
                <a:gd name="T12" fmla="*/ 2147483646 w 457"/>
                <a:gd name="T13" fmla="*/ 2147483646 h 288"/>
                <a:gd name="T14" fmla="*/ 2147483646 w 457"/>
                <a:gd name="T15" fmla="*/ 2147483646 h 288"/>
                <a:gd name="T16" fmla="*/ 2147483646 w 457"/>
                <a:gd name="T17" fmla="*/ 2147483646 h 288"/>
                <a:gd name="T18" fmla="*/ 2147483646 w 457"/>
                <a:gd name="T19" fmla="*/ 2147483646 h 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7" h="288">
                  <a:moveTo>
                    <a:pt x="457" y="288"/>
                  </a:moveTo>
                  <a:lnTo>
                    <a:pt x="0" y="288"/>
                  </a:lnTo>
                  <a:lnTo>
                    <a:pt x="0" y="0"/>
                  </a:lnTo>
                  <a:lnTo>
                    <a:pt x="457" y="0"/>
                  </a:lnTo>
                  <a:lnTo>
                    <a:pt x="457" y="288"/>
                  </a:lnTo>
                  <a:close/>
                  <a:moveTo>
                    <a:pt x="4" y="284"/>
                  </a:moveTo>
                  <a:lnTo>
                    <a:pt x="453" y="284"/>
                  </a:lnTo>
                  <a:lnTo>
                    <a:pt x="453" y="4"/>
                  </a:lnTo>
                  <a:lnTo>
                    <a:pt x="4" y="4"/>
                  </a:lnTo>
                  <a:lnTo>
                    <a:pt x="4" y="28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 name="Freeform 1064"/>
            <p:cNvSpPr>
              <a:spLocks noEditPoints="1"/>
            </p:cNvSpPr>
            <p:nvPr/>
          </p:nvSpPr>
          <p:spPr bwMode="auto">
            <a:xfrm>
              <a:off x="9329737" y="1216026"/>
              <a:ext cx="20637" cy="57150"/>
            </a:xfrm>
            <a:custGeom>
              <a:avLst/>
              <a:gdLst>
                <a:gd name="T0" fmla="*/ 2147483646 w 14"/>
                <a:gd name="T1" fmla="*/ 2147483646 h 36"/>
                <a:gd name="T2" fmla="*/ 0 w 14"/>
                <a:gd name="T3" fmla="*/ 2147483646 h 36"/>
                <a:gd name="T4" fmla="*/ 0 w 14"/>
                <a:gd name="T5" fmla="*/ 2147483646 h 36"/>
                <a:gd name="T6" fmla="*/ 2147483646 w 14"/>
                <a:gd name="T7" fmla="*/ 0 h 36"/>
                <a:gd name="T8" fmla="*/ 2147483646 w 14"/>
                <a:gd name="T9" fmla="*/ 2147483646 h 36"/>
                <a:gd name="T10" fmla="*/ 2147483646 w 14"/>
                <a:gd name="T11" fmla="*/ 2147483646 h 36"/>
                <a:gd name="T12" fmla="*/ 2147483646 w 14"/>
                <a:gd name="T13" fmla="*/ 2147483646 h 36"/>
                <a:gd name="T14" fmla="*/ 2147483646 w 14"/>
                <a:gd name="T15" fmla="*/ 2147483646 h 36"/>
                <a:gd name="T16" fmla="*/ 2147483646 w 14"/>
                <a:gd name="T17" fmla="*/ 2147483646 h 36"/>
                <a:gd name="T18" fmla="*/ 2147483646 w 14"/>
                <a:gd name="T19" fmla="*/ 2147483646 h 36"/>
                <a:gd name="T20" fmla="*/ 2147483646 w 14"/>
                <a:gd name="T21" fmla="*/ 2147483646 h 36"/>
                <a:gd name="T22" fmla="*/ 2147483646 w 14"/>
                <a:gd name="T23" fmla="*/ 2147483646 h 36"/>
                <a:gd name="T24" fmla="*/ 2147483646 w 14"/>
                <a:gd name="T25" fmla="*/ 2147483646 h 36"/>
                <a:gd name="T26" fmla="*/ 2147483646 w 14"/>
                <a:gd name="T27" fmla="*/ 2147483646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36">
                  <a:moveTo>
                    <a:pt x="7" y="36"/>
                  </a:moveTo>
                  <a:cubicBezTo>
                    <a:pt x="3" y="36"/>
                    <a:pt x="0" y="33"/>
                    <a:pt x="0" y="29"/>
                  </a:cubicBezTo>
                  <a:cubicBezTo>
                    <a:pt x="0" y="6"/>
                    <a:pt x="0" y="6"/>
                    <a:pt x="0" y="6"/>
                  </a:cubicBezTo>
                  <a:cubicBezTo>
                    <a:pt x="0" y="3"/>
                    <a:pt x="3" y="0"/>
                    <a:pt x="7" y="0"/>
                  </a:cubicBezTo>
                  <a:cubicBezTo>
                    <a:pt x="11" y="0"/>
                    <a:pt x="14" y="3"/>
                    <a:pt x="14" y="6"/>
                  </a:cubicBezTo>
                  <a:cubicBezTo>
                    <a:pt x="14" y="29"/>
                    <a:pt x="14" y="29"/>
                    <a:pt x="14" y="29"/>
                  </a:cubicBezTo>
                  <a:cubicBezTo>
                    <a:pt x="14" y="33"/>
                    <a:pt x="11" y="36"/>
                    <a:pt x="7" y="36"/>
                  </a:cubicBezTo>
                  <a:close/>
                  <a:moveTo>
                    <a:pt x="7" y="4"/>
                  </a:moveTo>
                  <a:cubicBezTo>
                    <a:pt x="5" y="4"/>
                    <a:pt x="4" y="5"/>
                    <a:pt x="4" y="6"/>
                  </a:cubicBezTo>
                  <a:cubicBezTo>
                    <a:pt x="4" y="29"/>
                    <a:pt x="4" y="29"/>
                    <a:pt x="4" y="29"/>
                  </a:cubicBezTo>
                  <a:cubicBezTo>
                    <a:pt x="4" y="30"/>
                    <a:pt x="5" y="32"/>
                    <a:pt x="7" y="32"/>
                  </a:cubicBezTo>
                  <a:cubicBezTo>
                    <a:pt x="9" y="32"/>
                    <a:pt x="10" y="30"/>
                    <a:pt x="10" y="29"/>
                  </a:cubicBezTo>
                  <a:cubicBezTo>
                    <a:pt x="10" y="6"/>
                    <a:pt x="10" y="6"/>
                    <a:pt x="10" y="6"/>
                  </a:cubicBezTo>
                  <a:cubicBezTo>
                    <a:pt x="10" y="5"/>
                    <a:pt x="9" y="4"/>
                    <a:pt x="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 name="Oval 1065"/>
            <p:cNvSpPr>
              <a:spLocks noChangeArrowheads="1"/>
            </p:cNvSpPr>
            <p:nvPr/>
          </p:nvSpPr>
          <p:spPr bwMode="auto">
            <a:xfrm>
              <a:off x="9132887" y="1492251"/>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 name="Oval 1066"/>
            <p:cNvSpPr>
              <a:spLocks noChangeArrowheads="1"/>
            </p:cNvSpPr>
            <p:nvPr/>
          </p:nvSpPr>
          <p:spPr bwMode="auto">
            <a:xfrm>
              <a:off x="9205912" y="1492251"/>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4446070" y="3888637"/>
            <a:ext cx="649186" cy="996424"/>
            <a:chOff x="3988775" y="4080404"/>
            <a:chExt cx="649186" cy="996424"/>
          </a:xfrm>
        </p:grpSpPr>
        <p:grpSp>
          <p:nvGrpSpPr>
            <p:cNvPr id="52" name="组合 116"/>
            <p:cNvGrpSpPr/>
            <p:nvPr/>
          </p:nvGrpSpPr>
          <p:grpSpPr bwMode="auto">
            <a:xfrm>
              <a:off x="3988775" y="4080404"/>
              <a:ext cx="649186" cy="996424"/>
              <a:chOff x="862013" y="1049338"/>
              <a:chExt cx="546100" cy="838199"/>
            </a:xfrm>
          </p:grpSpPr>
          <p:sp>
            <p:nvSpPr>
              <p:cNvPr id="53"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4"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5"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6"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7"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8" name="Line 1021"/>
              <p:cNvSpPr>
                <a:spLocks noChangeShapeType="1"/>
              </p:cNvSpPr>
              <p:nvPr/>
            </p:nvSpPr>
            <p:spPr bwMode="auto">
              <a:xfrm>
                <a:off x="1074738" y="1166813"/>
                <a:ext cx="0" cy="0"/>
              </a:xfrm>
              <a:prstGeom prst="line">
                <a:avLst/>
              </a:prstGeom>
              <a:noFill/>
              <a:ln w="23813">
                <a:solidFill>
                  <a:srgbClr val="5A5858"/>
                </a:solidFill>
                <a:round/>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9" name="Rectangle 1022"/>
              <p:cNvSpPr>
                <a:spLocks noChangeArrowheads="1"/>
              </p:cNvSpPr>
              <p:nvPr/>
            </p:nvSpPr>
            <p:spPr bwMode="auto">
              <a:xfrm>
                <a:off x="1068388" y="1065213"/>
                <a:ext cx="6350" cy="984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0"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1" name="Rectangle 1024"/>
              <p:cNvSpPr>
                <a:spLocks noChangeArrowheads="1"/>
              </p:cNvSpPr>
              <p:nvPr/>
            </p:nvSpPr>
            <p:spPr bwMode="auto">
              <a:xfrm>
                <a:off x="1184275" y="1065213"/>
                <a:ext cx="6350" cy="984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2"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3"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4"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5" name="Line 1028"/>
              <p:cNvSpPr>
                <a:spLocks noChangeShapeType="1"/>
              </p:cNvSpPr>
              <p:nvPr/>
            </p:nvSpPr>
            <p:spPr bwMode="auto">
              <a:xfrm>
                <a:off x="1074738" y="1760538"/>
                <a:ext cx="0" cy="0"/>
              </a:xfrm>
              <a:prstGeom prst="line">
                <a:avLst/>
              </a:prstGeom>
              <a:noFill/>
              <a:ln w="6350">
                <a:solidFill>
                  <a:srgbClr val="5A5858"/>
                </a:solidFill>
                <a:miter lim="800000"/>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6" name="Rectangle 1029"/>
              <p:cNvSpPr>
                <a:spLocks noChangeArrowheads="1"/>
              </p:cNvSpPr>
              <p:nvPr/>
            </p:nvSpPr>
            <p:spPr bwMode="auto">
              <a:xfrm>
                <a:off x="1068388" y="1760538"/>
                <a:ext cx="6350" cy="1000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7"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8"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9" name="Rectangle 1032"/>
              <p:cNvSpPr>
                <a:spLocks noChangeArrowheads="1"/>
              </p:cNvSpPr>
              <p:nvPr/>
            </p:nvSpPr>
            <p:spPr bwMode="auto">
              <a:xfrm>
                <a:off x="1184275" y="1760538"/>
                <a:ext cx="6350" cy="100012"/>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0" name="Oval 1033"/>
              <p:cNvSpPr>
                <a:spLocks noChangeArrowheads="1"/>
              </p:cNvSpPr>
              <p:nvPr/>
            </p:nvSpPr>
            <p:spPr bwMode="auto">
              <a:xfrm>
                <a:off x="1049338" y="1844675"/>
                <a:ext cx="44450"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1" name="Oval 1034"/>
              <p:cNvSpPr>
                <a:spLocks noChangeArrowheads="1"/>
              </p:cNvSpPr>
              <p:nvPr/>
            </p:nvSpPr>
            <p:spPr bwMode="auto">
              <a:xfrm>
                <a:off x="1166813" y="1844675"/>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108" name="Rectangle 1290"/>
            <p:cNvSpPr>
              <a:spLocks noChangeArrowheads="1"/>
            </p:cNvSpPr>
            <p:nvPr/>
          </p:nvSpPr>
          <p:spPr bwMode="auto">
            <a:xfrm>
              <a:off x="4122125" y="4447973"/>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zh-CN" altLang="en-US" sz="1600" dirty="0">
                  <a:solidFill>
                    <a:schemeClr val="bg2"/>
                  </a:solidFill>
                  <a:latin typeface="微软雅黑" panose="020B0503020204020204" pitchFamily="34" charset="-122"/>
                  <a:ea typeface="微软雅黑" panose="020B0503020204020204" pitchFamily="34" charset="-122"/>
                </a:rPr>
                <a:t>手表</a:t>
              </a:r>
              <a:endParaRPr lang="zh-CN" altLang="zh-CN" sz="4800" dirty="0">
                <a:solidFill>
                  <a:schemeClr val="bg2"/>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5038809" y="4942839"/>
            <a:ext cx="1000199" cy="692590"/>
            <a:chOff x="4830452" y="5025527"/>
            <a:chExt cx="1000199" cy="692590"/>
          </a:xfrm>
        </p:grpSpPr>
        <p:grpSp>
          <p:nvGrpSpPr>
            <p:cNvPr id="99" name="组合 517"/>
            <p:cNvGrpSpPr/>
            <p:nvPr/>
          </p:nvGrpSpPr>
          <p:grpSpPr bwMode="auto">
            <a:xfrm>
              <a:off x="4830452" y="5025527"/>
              <a:ext cx="1000199" cy="692590"/>
              <a:chOff x="882651" y="931864"/>
              <a:chExt cx="841375" cy="582612"/>
            </a:xfrm>
          </p:grpSpPr>
          <p:sp>
            <p:nvSpPr>
              <p:cNvPr id="100" name="Freeform 5"/>
              <p:cNvSpPr>
                <a:spLocks noEditPoints="1"/>
              </p:cNvSpPr>
              <p:nvPr/>
            </p:nvSpPr>
            <p:spPr bwMode="auto">
              <a:xfrm>
                <a:off x="968376" y="1425576"/>
                <a:ext cx="304800" cy="44450"/>
              </a:xfrm>
              <a:custGeom>
                <a:avLst/>
                <a:gdLst>
                  <a:gd name="T0" fmla="*/ 2147483646 w 197"/>
                  <a:gd name="T1" fmla="*/ 2147483646 h 29"/>
                  <a:gd name="T2" fmla="*/ 2147483646 w 197"/>
                  <a:gd name="T3" fmla="*/ 2147483646 h 29"/>
                  <a:gd name="T4" fmla="*/ 0 w 197"/>
                  <a:gd name="T5" fmla="*/ 2147483646 h 29"/>
                  <a:gd name="T6" fmla="*/ 0 w 197"/>
                  <a:gd name="T7" fmla="*/ 2147483646 h 29"/>
                  <a:gd name="T8" fmla="*/ 2147483646 w 197"/>
                  <a:gd name="T9" fmla="*/ 0 h 29"/>
                  <a:gd name="T10" fmla="*/ 2147483646 w 197"/>
                  <a:gd name="T11" fmla="*/ 0 h 29"/>
                  <a:gd name="T12" fmla="*/ 2147483646 w 197"/>
                  <a:gd name="T13" fmla="*/ 2147483646 h 29"/>
                  <a:gd name="T14" fmla="*/ 2147483646 w 197"/>
                  <a:gd name="T15" fmla="*/ 2147483646 h 29"/>
                  <a:gd name="T16" fmla="*/ 2147483646 w 197"/>
                  <a:gd name="T17" fmla="*/ 2147483646 h 29"/>
                  <a:gd name="T18" fmla="*/ 2147483646 w 197"/>
                  <a:gd name="T19" fmla="*/ 2147483646 h 29"/>
                  <a:gd name="T20" fmla="*/ 2147483646 w 197"/>
                  <a:gd name="T21" fmla="*/ 2147483646 h 29"/>
                  <a:gd name="T22" fmla="*/ 2147483646 w 197"/>
                  <a:gd name="T23" fmla="*/ 2147483646 h 29"/>
                  <a:gd name="T24" fmla="*/ 2147483646 w 197"/>
                  <a:gd name="T25" fmla="*/ 2147483646 h 29"/>
                  <a:gd name="T26" fmla="*/ 2147483646 w 197"/>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7" h="29">
                    <a:moveTo>
                      <a:pt x="195" y="29"/>
                    </a:moveTo>
                    <a:cubicBezTo>
                      <a:pt x="2" y="29"/>
                      <a:pt x="2" y="29"/>
                      <a:pt x="2" y="29"/>
                    </a:cubicBezTo>
                    <a:cubicBezTo>
                      <a:pt x="1" y="29"/>
                      <a:pt x="0" y="28"/>
                      <a:pt x="0" y="27"/>
                    </a:cubicBezTo>
                    <a:cubicBezTo>
                      <a:pt x="0" y="2"/>
                      <a:pt x="0" y="2"/>
                      <a:pt x="0" y="2"/>
                    </a:cubicBezTo>
                    <a:cubicBezTo>
                      <a:pt x="0" y="1"/>
                      <a:pt x="1" y="0"/>
                      <a:pt x="2" y="0"/>
                    </a:cubicBezTo>
                    <a:cubicBezTo>
                      <a:pt x="195" y="0"/>
                      <a:pt x="195" y="0"/>
                      <a:pt x="195" y="0"/>
                    </a:cubicBezTo>
                    <a:cubicBezTo>
                      <a:pt x="197" y="0"/>
                      <a:pt x="197" y="1"/>
                      <a:pt x="197" y="2"/>
                    </a:cubicBezTo>
                    <a:cubicBezTo>
                      <a:pt x="197" y="27"/>
                      <a:pt x="197" y="27"/>
                      <a:pt x="197" y="27"/>
                    </a:cubicBezTo>
                    <a:cubicBezTo>
                      <a:pt x="197" y="28"/>
                      <a:pt x="197" y="29"/>
                      <a:pt x="195" y="29"/>
                    </a:cubicBezTo>
                    <a:close/>
                    <a:moveTo>
                      <a:pt x="4" y="25"/>
                    </a:moveTo>
                    <a:cubicBezTo>
                      <a:pt x="193" y="25"/>
                      <a:pt x="193" y="25"/>
                      <a:pt x="193" y="25"/>
                    </a:cubicBezTo>
                    <a:cubicBezTo>
                      <a:pt x="193" y="4"/>
                      <a:pt x="193" y="4"/>
                      <a:pt x="193" y="4"/>
                    </a:cubicBezTo>
                    <a:cubicBezTo>
                      <a:pt x="4" y="4"/>
                      <a:pt x="4" y="4"/>
                      <a:pt x="4" y="4"/>
                    </a:cubicBezTo>
                    <a:lnTo>
                      <a:pt x="4" y="2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1" name="Freeform 6"/>
              <p:cNvSpPr>
                <a:spLocks noEditPoints="1"/>
              </p:cNvSpPr>
              <p:nvPr/>
            </p:nvSpPr>
            <p:spPr bwMode="auto">
              <a:xfrm>
                <a:off x="1316039" y="1425576"/>
                <a:ext cx="306388" cy="44450"/>
              </a:xfrm>
              <a:custGeom>
                <a:avLst/>
                <a:gdLst>
                  <a:gd name="T0" fmla="*/ 2147483646 w 198"/>
                  <a:gd name="T1" fmla="*/ 2147483646 h 29"/>
                  <a:gd name="T2" fmla="*/ 2147483646 w 198"/>
                  <a:gd name="T3" fmla="*/ 2147483646 h 29"/>
                  <a:gd name="T4" fmla="*/ 0 w 198"/>
                  <a:gd name="T5" fmla="*/ 2147483646 h 29"/>
                  <a:gd name="T6" fmla="*/ 0 w 198"/>
                  <a:gd name="T7" fmla="*/ 2147483646 h 29"/>
                  <a:gd name="T8" fmla="*/ 2147483646 w 198"/>
                  <a:gd name="T9" fmla="*/ 0 h 29"/>
                  <a:gd name="T10" fmla="*/ 2147483646 w 198"/>
                  <a:gd name="T11" fmla="*/ 0 h 29"/>
                  <a:gd name="T12" fmla="*/ 2147483646 w 198"/>
                  <a:gd name="T13" fmla="*/ 2147483646 h 29"/>
                  <a:gd name="T14" fmla="*/ 2147483646 w 198"/>
                  <a:gd name="T15" fmla="*/ 2147483646 h 29"/>
                  <a:gd name="T16" fmla="*/ 2147483646 w 198"/>
                  <a:gd name="T17" fmla="*/ 2147483646 h 29"/>
                  <a:gd name="T18" fmla="*/ 2147483646 w 198"/>
                  <a:gd name="T19" fmla="*/ 2147483646 h 29"/>
                  <a:gd name="T20" fmla="*/ 2147483646 w 198"/>
                  <a:gd name="T21" fmla="*/ 2147483646 h 29"/>
                  <a:gd name="T22" fmla="*/ 2147483646 w 198"/>
                  <a:gd name="T23" fmla="*/ 2147483646 h 29"/>
                  <a:gd name="T24" fmla="*/ 2147483646 w 198"/>
                  <a:gd name="T25" fmla="*/ 2147483646 h 29"/>
                  <a:gd name="T26" fmla="*/ 2147483646 w 198"/>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 h="29">
                    <a:moveTo>
                      <a:pt x="196" y="29"/>
                    </a:moveTo>
                    <a:cubicBezTo>
                      <a:pt x="2" y="29"/>
                      <a:pt x="2" y="29"/>
                      <a:pt x="2" y="29"/>
                    </a:cubicBezTo>
                    <a:cubicBezTo>
                      <a:pt x="1" y="29"/>
                      <a:pt x="0" y="28"/>
                      <a:pt x="0" y="27"/>
                    </a:cubicBezTo>
                    <a:cubicBezTo>
                      <a:pt x="0" y="2"/>
                      <a:pt x="0" y="2"/>
                      <a:pt x="0" y="2"/>
                    </a:cubicBezTo>
                    <a:cubicBezTo>
                      <a:pt x="0" y="1"/>
                      <a:pt x="1" y="0"/>
                      <a:pt x="2" y="0"/>
                    </a:cubicBezTo>
                    <a:cubicBezTo>
                      <a:pt x="196" y="0"/>
                      <a:pt x="196" y="0"/>
                      <a:pt x="196" y="0"/>
                    </a:cubicBezTo>
                    <a:cubicBezTo>
                      <a:pt x="197" y="0"/>
                      <a:pt x="198" y="1"/>
                      <a:pt x="198" y="2"/>
                    </a:cubicBezTo>
                    <a:cubicBezTo>
                      <a:pt x="198" y="27"/>
                      <a:pt x="198" y="27"/>
                      <a:pt x="198" y="27"/>
                    </a:cubicBezTo>
                    <a:cubicBezTo>
                      <a:pt x="198" y="28"/>
                      <a:pt x="197" y="29"/>
                      <a:pt x="196" y="29"/>
                    </a:cubicBezTo>
                    <a:close/>
                    <a:moveTo>
                      <a:pt x="4" y="25"/>
                    </a:moveTo>
                    <a:cubicBezTo>
                      <a:pt x="194" y="25"/>
                      <a:pt x="194" y="25"/>
                      <a:pt x="194" y="25"/>
                    </a:cubicBezTo>
                    <a:cubicBezTo>
                      <a:pt x="194" y="4"/>
                      <a:pt x="194" y="4"/>
                      <a:pt x="194" y="4"/>
                    </a:cubicBezTo>
                    <a:cubicBezTo>
                      <a:pt x="4" y="4"/>
                      <a:pt x="4" y="4"/>
                      <a:pt x="4" y="4"/>
                    </a:cubicBezTo>
                    <a:lnTo>
                      <a:pt x="4" y="2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2" name="Freeform 7"/>
              <p:cNvSpPr/>
              <p:nvPr/>
            </p:nvSpPr>
            <p:spPr bwMode="auto">
              <a:xfrm>
                <a:off x="1135064" y="1463676"/>
                <a:ext cx="320675" cy="50800"/>
              </a:xfrm>
              <a:custGeom>
                <a:avLst/>
                <a:gdLst>
                  <a:gd name="T0" fmla="*/ 2147483646 w 206"/>
                  <a:gd name="T1" fmla="*/ 2147483646 h 33"/>
                  <a:gd name="T2" fmla="*/ 2147483646 w 206"/>
                  <a:gd name="T3" fmla="*/ 2147483646 h 33"/>
                  <a:gd name="T4" fmla="*/ 2147483646 w 206"/>
                  <a:gd name="T5" fmla="*/ 2147483646 h 33"/>
                  <a:gd name="T6" fmla="*/ 0 w 206"/>
                  <a:gd name="T7" fmla="*/ 2147483646 h 33"/>
                  <a:gd name="T8" fmla="*/ 2147483646 w 206"/>
                  <a:gd name="T9" fmla="*/ 0 h 33"/>
                  <a:gd name="T10" fmla="*/ 2147483646 w 206"/>
                  <a:gd name="T11" fmla="*/ 2147483646 h 33"/>
                  <a:gd name="T12" fmla="*/ 2147483646 w 206"/>
                  <a:gd name="T13" fmla="*/ 2147483646 h 33"/>
                  <a:gd name="T14" fmla="*/ 2147483646 w 206"/>
                  <a:gd name="T15" fmla="*/ 2147483646 h 33"/>
                  <a:gd name="T16" fmla="*/ 2147483646 w 206"/>
                  <a:gd name="T17" fmla="*/ 2147483646 h 33"/>
                  <a:gd name="T18" fmla="*/ 2147483646 w 206"/>
                  <a:gd name="T19" fmla="*/ 0 h 33"/>
                  <a:gd name="T20" fmla="*/ 2147483646 w 206"/>
                  <a:gd name="T21" fmla="*/ 2147483646 h 33"/>
                  <a:gd name="T22" fmla="*/ 2147483646 w 206"/>
                  <a:gd name="T23" fmla="*/ 2147483646 h 33"/>
                  <a:gd name="T24" fmla="*/ 2147483646 w 206"/>
                  <a:gd name="T25" fmla="*/ 2147483646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6" h="33">
                    <a:moveTo>
                      <a:pt x="202" y="33"/>
                    </a:moveTo>
                    <a:cubicBezTo>
                      <a:pt x="4" y="33"/>
                      <a:pt x="4" y="33"/>
                      <a:pt x="4" y="33"/>
                    </a:cubicBezTo>
                    <a:cubicBezTo>
                      <a:pt x="3" y="33"/>
                      <a:pt x="2" y="32"/>
                      <a:pt x="1" y="31"/>
                    </a:cubicBezTo>
                    <a:cubicBezTo>
                      <a:pt x="0" y="30"/>
                      <a:pt x="0" y="29"/>
                      <a:pt x="0" y="28"/>
                    </a:cubicBezTo>
                    <a:cubicBezTo>
                      <a:pt x="8" y="0"/>
                      <a:pt x="8" y="0"/>
                      <a:pt x="8" y="0"/>
                    </a:cubicBezTo>
                    <a:cubicBezTo>
                      <a:pt x="16" y="3"/>
                      <a:pt x="16" y="3"/>
                      <a:pt x="16" y="3"/>
                    </a:cubicBezTo>
                    <a:cubicBezTo>
                      <a:pt x="10" y="25"/>
                      <a:pt x="10" y="25"/>
                      <a:pt x="10" y="25"/>
                    </a:cubicBezTo>
                    <a:cubicBezTo>
                      <a:pt x="197" y="25"/>
                      <a:pt x="197" y="25"/>
                      <a:pt x="197" y="25"/>
                    </a:cubicBezTo>
                    <a:cubicBezTo>
                      <a:pt x="190" y="3"/>
                      <a:pt x="190" y="3"/>
                      <a:pt x="190" y="3"/>
                    </a:cubicBezTo>
                    <a:cubicBezTo>
                      <a:pt x="198" y="0"/>
                      <a:pt x="198" y="0"/>
                      <a:pt x="198" y="0"/>
                    </a:cubicBezTo>
                    <a:cubicBezTo>
                      <a:pt x="206" y="28"/>
                      <a:pt x="206" y="28"/>
                      <a:pt x="206" y="28"/>
                    </a:cubicBezTo>
                    <a:cubicBezTo>
                      <a:pt x="206" y="29"/>
                      <a:pt x="206" y="30"/>
                      <a:pt x="205" y="31"/>
                    </a:cubicBezTo>
                    <a:cubicBezTo>
                      <a:pt x="204" y="32"/>
                      <a:pt x="203" y="33"/>
                      <a:pt x="202" y="3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3" name="Freeform 8"/>
              <p:cNvSpPr/>
              <p:nvPr/>
            </p:nvSpPr>
            <p:spPr bwMode="auto">
              <a:xfrm>
                <a:off x="882651" y="950914"/>
                <a:ext cx="825500" cy="482600"/>
              </a:xfrm>
              <a:custGeom>
                <a:avLst/>
                <a:gdLst>
                  <a:gd name="T0" fmla="*/ 2147483646 w 532"/>
                  <a:gd name="T1" fmla="*/ 2147483646 h 311"/>
                  <a:gd name="T2" fmla="*/ 2147483646 w 532"/>
                  <a:gd name="T3" fmla="*/ 2147483646 h 311"/>
                  <a:gd name="T4" fmla="*/ 0 w 532"/>
                  <a:gd name="T5" fmla="*/ 2147483646 h 311"/>
                  <a:gd name="T6" fmla="*/ 0 w 532"/>
                  <a:gd name="T7" fmla="*/ 2147483646 h 311"/>
                  <a:gd name="T8" fmla="*/ 2147483646 w 532"/>
                  <a:gd name="T9" fmla="*/ 0 h 311"/>
                  <a:gd name="T10" fmla="*/ 2147483646 w 532"/>
                  <a:gd name="T11" fmla="*/ 0 h 311"/>
                  <a:gd name="T12" fmla="*/ 2147483646 w 532"/>
                  <a:gd name="T13" fmla="*/ 2147483646 h 311"/>
                  <a:gd name="T14" fmla="*/ 2147483646 w 532"/>
                  <a:gd name="T15" fmla="*/ 2147483646 h 311"/>
                  <a:gd name="T16" fmla="*/ 2147483646 w 532"/>
                  <a:gd name="T17" fmla="*/ 2147483646 h 311"/>
                  <a:gd name="T18" fmla="*/ 2147483646 w 532"/>
                  <a:gd name="T19" fmla="*/ 2147483646 h 311"/>
                  <a:gd name="T20" fmla="*/ 2147483646 w 532"/>
                  <a:gd name="T21" fmla="*/ 2147483646 h 311"/>
                  <a:gd name="T22" fmla="*/ 2147483646 w 532"/>
                  <a:gd name="T23" fmla="*/ 2147483646 h 311"/>
                  <a:gd name="T24" fmla="*/ 2147483646 w 532"/>
                  <a:gd name="T25" fmla="*/ 2147483646 h 311"/>
                  <a:gd name="T26" fmla="*/ 2147483646 w 532"/>
                  <a:gd name="T27" fmla="*/ 2147483646 h 311"/>
                  <a:gd name="T28" fmla="*/ 2147483646 w 532"/>
                  <a:gd name="T29" fmla="*/ 2147483646 h 311"/>
                  <a:gd name="T30" fmla="*/ 2147483646 w 532"/>
                  <a:gd name="T31" fmla="*/ 2147483646 h 311"/>
                  <a:gd name="T32" fmla="*/ 2147483646 w 532"/>
                  <a:gd name="T33" fmla="*/ 2147483646 h 3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2" h="311">
                    <a:moveTo>
                      <a:pt x="528" y="311"/>
                    </a:moveTo>
                    <a:cubicBezTo>
                      <a:pt x="4" y="311"/>
                      <a:pt x="4" y="311"/>
                      <a:pt x="4" y="311"/>
                    </a:cubicBezTo>
                    <a:cubicBezTo>
                      <a:pt x="2" y="311"/>
                      <a:pt x="0" y="310"/>
                      <a:pt x="0" y="307"/>
                    </a:cubicBezTo>
                    <a:cubicBezTo>
                      <a:pt x="0" y="4"/>
                      <a:pt x="0" y="4"/>
                      <a:pt x="0" y="4"/>
                    </a:cubicBezTo>
                    <a:cubicBezTo>
                      <a:pt x="0" y="2"/>
                      <a:pt x="2" y="0"/>
                      <a:pt x="4" y="0"/>
                    </a:cubicBezTo>
                    <a:cubicBezTo>
                      <a:pt x="528" y="0"/>
                      <a:pt x="528" y="0"/>
                      <a:pt x="528" y="0"/>
                    </a:cubicBezTo>
                    <a:cubicBezTo>
                      <a:pt x="531" y="0"/>
                      <a:pt x="532" y="2"/>
                      <a:pt x="532" y="4"/>
                    </a:cubicBezTo>
                    <a:cubicBezTo>
                      <a:pt x="532" y="182"/>
                      <a:pt x="532" y="182"/>
                      <a:pt x="532" y="182"/>
                    </a:cubicBezTo>
                    <a:cubicBezTo>
                      <a:pt x="524" y="182"/>
                      <a:pt x="524" y="182"/>
                      <a:pt x="524" y="182"/>
                    </a:cubicBezTo>
                    <a:cubicBezTo>
                      <a:pt x="524" y="8"/>
                      <a:pt x="524" y="8"/>
                      <a:pt x="524" y="8"/>
                    </a:cubicBezTo>
                    <a:cubicBezTo>
                      <a:pt x="8" y="8"/>
                      <a:pt x="8" y="8"/>
                      <a:pt x="8" y="8"/>
                    </a:cubicBezTo>
                    <a:cubicBezTo>
                      <a:pt x="8" y="303"/>
                      <a:pt x="8" y="303"/>
                      <a:pt x="8" y="303"/>
                    </a:cubicBezTo>
                    <a:cubicBezTo>
                      <a:pt x="524" y="303"/>
                      <a:pt x="524" y="303"/>
                      <a:pt x="524" y="303"/>
                    </a:cubicBezTo>
                    <a:cubicBezTo>
                      <a:pt x="524" y="246"/>
                      <a:pt x="524" y="246"/>
                      <a:pt x="524" y="246"/>
                    </a:cubicBezTo>
                    <a:cubicBezTo>
                      <a:pt x="532" y="246"/>
                      <a:pt x="532" y="246"/>
                      <a:pt x="532" y="246"/>
                    </a:cubicBezTo>
                    <a:cubicBezTo>
                      <a:pt x="532" y="307"/>
                      <a:pt x="532" y="307"/>
                      <a:pt x="532" y="307"/>
                    </a:cubicBezTo>
                    <a:cubicBezTo>
                      <a:pt x="532" y="310"/>
                      <a:pt x="531" y="311"/>
                      <a:pt x="528" y="31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4" name="Rectangle 9"/>
              <p:cNvSpPr>
                <a:spLocks noChangeArrowheads="1"/>
              </p:cNvSpPr>
              <p:nvPr/>
            </p:nvSpPr>
            <p:spPr bwMode="auto">
              <a:xfrm>
                <a:off x="889001" y="1390651"/>
                <a:ext cx="812800" cy="4763"/>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5" name="Rectangle 10"/>
              <p:cNvSpPr>
                <a:spLocks noChangeArrowheads="1"/>
              </p:cNvSpPr>
              <p:nvPr/>
            </p:nvSpPr>
            <p:spPr bwMode="auto">
              <a:xfrm>
                <a:off x="1285876" y="931864"/>
                <a:ext cx="19050" cy="30163"/>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6" name="Oval 11"/>
              <p:cNvSpPr>
                <a:spLocks noChangeArrowheads="1"/>
              </p:cNvSpPr>
              <p:nvPr/>
            </p:nvSpPr>
            <p:spPr bwMode="auto">
              <a:xfrm>
                <a:off x="1679576" y="1225551"/>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7" name="Oval 12"/>
              <p:cNvSpPr>
                <a:spLocks noChangeArrowheads="1"/>
              </p:cNvSpPr>
              <p:nvPr/>
            </p:nvSpPr>
            <p:spPr bwMode="auto">
              <a:xfrm>
                <a:off x="1679576" y="1296989"/>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109" name="Rectangle 1290"/>
            <p:cNvSpPr>
              <a:spLocks noChangeArrowheads="1"/>
            </p:cNvSpPr>
            <p:nvPr/>
          </p:nvSpPr>
          <p:spPr bwMode="auto">
            <a:xfrm>
              <a:off x="5036313" y="5208280"/>
              <a:ext cx="6155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zh-CN" altLang="en-US" sz="1600" dirty="0">
                  <a:solidFill>
                    <a:schemeClr val="bg2"/>
                  </a:solidFill>
                  <a:latin typeface="微软雅黑" panose="020B0503020204020204" pitchFamily="34" charset="-122"/>
                  <a:ea typeface="微软雅黑" panose="020B0503020204020204" pitchFamily="34" charset="-122"/>
                </a:rPr>
                <a:t>智慧屏</a:t>
              </a:r>
              <a:endParaRPr lang="zh-CN" altLang="zh-CN" sz="4800" dirty="0">
                <a:solidFill>
                  <a:schemeClr val="bg2"/>
                </a:solidFill>
                <a:latin typeface="微软雅黑" panose="020B0503020204020204" pitchFamily="34" charset="-122"/>
                <a:ea typeface="微软雅黑" panose="020B0503020204020204" pitchFamily="34" charset="-122"/>
              </a:endParaRPr>
            </a:p>
          </p:txBody>
        </p:sp>
      </p:grpSp>
      <p:grpSp>
        <p:nvGrpSpPr>
          <p:cNvPr id="149" name="组合 148"/>
          <p:cNvGrpSpPr/>
          <p:nvPr/>
        </p:nvGrpSpPr>
        <p:grpSpPr>
          <a:xfrm>
            <a:off x="6387158" y="1938059"/>
            <a:ext cx="824693" cy="958681"/>
            <a:chOff x="6683403" y="1814253"/>
            <a:chExt cx="824693" cy="958681"/>
          </a:xfrm>
        </p:grpSpPr>
        <p:grpSp>
          <p:nvGrpSpPr>
            <p:cNvPr id="110" name="组合 618"/>
            <p:cNvGrpSpPr/>
            <p:nvPr/>
          </p:nvGrpSpPr>
          <p:grpSpPr bwMode="auto">
            <a:xfrm>
              <a:off x="6683403" y="1814253"/>
              <a:ext cx="824693" cy="958681"/>
              <a:chOff x="5564189" y="828676"/>
              <a:chExt cx="693738" cy="806450"/>
            </a:xfrm>
          </p:grpSpPr>
          <p:sp>
            <p:nvSpPr>
              <p:cNvPr id="111" name="Freeform 104"/>
              <p:cNvSpPr/>
              <p:nvPr/>
            </p:nvSpPr>
            <p:spPr bwMode="auto">
              <a:xfrm>
                <a:off x="5564189" y="828676"/>
                <a:ext cx="693738" cy="790575"/>
              </a:xfrm>
              <a:custGeom>
                <a:avLst/>
                <a:gdLst>
                  <a:gd name="T0" fmla="*/ 2147483646 w 447"/>
                  <a:gd name="T1" fmla="*/ 2147483646 h 509"/>
                  <a:gd name="T2" fmla="*/ 2147483646 w 447"/>
                  <a:gd name="T3" fmla="*/ 2147483646 h 509"/>
                  <a:gd name="T4" fmla="*/ 2147483646 w 447"/>
                  <a:gd name="T5" fmla="*/ 2147483646 h 509"/>
                  <a:gd name="T6" fmla="*/ 2147483646 w 447"/>
                  <a:gd name="T7" fmla="*/ 2147483646 h 509"/>
                  <a:gd name="T8" fmla="*/ 2147483646 w 447"/>
                  <a:gd name="T9" fmla="*/ 2147483646 h 509"/>
                  <a:gd name="T10" fmla="*/ 2147483646 w 447"/>
                  <a:gd name="T11" fmla="*/ 2147483646 h 509"/>
                  <a:gd name="T12" fmla="*/ 2147483646 w 447"/>
                  <a:gd name="T13" fmla="*/ 2147483646 h 509"/>
                  <a:gd name="T14" fmla="*/ 2147483646 w 447"/>
                  <a:gd name="T15" fmla="*/ 2147483646 h 509"/>
                  <a:gd name="T16" fmla="*/ 2147483646 w 447"/>
                  <a:gd name="T17" fmla="*/ 2147483646 h 509"/>
                  <a:gd name="T18" fmla="*/ 2147483646 w 447"/>
                  <a:gd name="T19" fmla="*/ 2147483646 h 509"/>
                  <a:gd name="T20" fmla="*/ 2147483646 w 447"/>
                  <a:gd name="T21" fmla="*/ 2147483646 h 509"/>
                  <a:gd name="T22" fmla="*/ 2147483646 w 447"/>
                  <a:gd name="T23" fmla="*/ 2147483646 h 509"/>
                  <a:gd name="T24" fmla="*/ 2147483646 w 447"/>
                  <a:gd name="T25" fmla="*/ 2147483646 h 509"/>
                  <a:gd name="T26" fmla="*/ 2147483646 w 447"/>
                  <a:gd name="T27" fmla="*/ 2147483646 h 509"/>
                  <a:gd name="T28" fmla="*/ 2147483646 w 447"/>
                  <a:gd name="T29" fmla="*/ 0 h 509"/>
                  <a:gd name="T30" fmla="*/ 2147483646 w 447"/>
                  <a:gd name="T31" fmla="*/ 2147483646 h 509"/>
                  <a:gd name="T32" fmla="*/ 2147483646 w 447"/>
                  <a:gd name="T33" fmla="*/ 2147483646 h 509"/>
                  <a:gd name="T34" fmla="*/ 2147483646 w 447"/>
                  <a:gd name="T35" fmla="*/ 2147483646 h 509"/>
                  <a:gd name="T36" fmla="*/ 2147483646 w 447"/>
                  <a:gd name="T37" fmla="*/ 2147483646 h 5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47" h="509">
                    <a:moveTo>
                      <a:pt x="258" y="509"/>
                    </a:moveTo>
                    <a:cubicBezTo>
                      <a:pt x="257" y="501"/>
                      <a:pt x="257" y="501"/>
                      <a:pt x="257" y="501"/>
                    </a:cubicBezTo>
                    <a:cubicBezTo>
                      <a:pt x="304" y="494"/>
                      <a:pt x="347" y="471"/>
                      <a:pt x="375" y="437"/>
                    </a:cubicBezTo>
                    <a:cubicBezTo>
                      <a:pt x="401" y="407"/>
                      <a:pt x="412" y="369"/>
                      <a:pt x="421" y="336"/>
                    </a:cubicBezTo>
                    <a:cubicBezTo>
                      <a:pt x="438" y="268"/>
                      <a:pt x="437" y="135"/>
                      <a:pt x="393" y="81"/>
                    </a:cubicBezTo>
                    <a:cubicBezTo>
                      <a:pt x="356" y="35"/>
                      <a:pt x="293" y="8"/>
                      <a:pt x="224" y="8"/>
                    </a:cubicBezTo>
                    <a:cubicBezTo>
                      <a:pt x="154" y="8"/>
                      <a:pt x="91" y="35"/>
                      <a:pt x="54" y="81"/>
                    </a:cubicBezTo>
                    <a:cubicBezTo>
                      <a:pt x="11" y="135"/>
                      <a:pt x="9" y="268"/>
                      <a:pt x="27" y="336"/>
                    </a:cubicBezTo>
                    <a:cubicBezTo>
                      <a:pt x="36" y="369"/>
                      <a:pt x="47" y="407"/>
                      <a:pt x="72" y="437"/>
                    </a:cubicBezTo>
                    <a:cubicBezTo>
                      <a:pt x="101" y="471"/>
                      <a:pt x="143" y="494"/>
                      <a:pt x="190" y="501"/>
                    </a:cubicBezTo>
                    <a:cubicBezTo>
                      <a:pt x="189" y="509"/>
                      <a:pt x="189" y="509"/>
                      <a:pt x="189" y="509"/>
                    </a:cubicBezTo>
                    <a:cubicBezTo>
                      <a:pt x="140" y="501"/>
                      <a:pt x="96" y="478"/>
                      <a:pt x="66" y="442"/>
                    </a:cubicBezTo>
                    <a:cubicBezTo>
                      <a:pt x="40" y="410"/>
                      <a:pt x="28" y="372"/>
                      <a:pt x="19" y="338"/>
                    </a:cubicBezTo>
                    <a:cubicBezTo>
                      <a:pt x="0" y="267"/>
                      <a:pt x="2" y="133"/>
                      <a:pt x="48" y="76"/>
                    </a:cubicBezTo>
                    <a:cubicBezTo>
                      <a:pt x="86" y="29"/>
                      <a:pt x="152" y="0"/>
                      <a:pt x="224" y="0"/>
                    </a:cubicBezTo>
                    <a:cubicBezTo>
                      <a:pt x="296" y="0"/>
                      <a:pt x="361" y="29"/>
                      <a:pt x="399" y="76"/>
                    </a:cubicBezTo>
                    <a:cubicBezTo>
                      <a:pt x="445" y="133"/>
                      <a:pt x="447" y="267"/>
                      <a:pt x="428" y="338"/>
                    </a:cubicBezTo>
                    <a:cubicBezTo>
                      <a:pt x="420" y="372"/>
                      <a:pt x="408" y="410"/>
                      <a:pt x="382" y="442"/>
                    </a:cubicBezTo>
                    <a:cubicBezTo>
                      <a:pt x="352" y="478"/>
                      <a:pt x="308" y="501"/>
                      <a:pt x="258" y="50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2" name="Freeform 105"/>
              <p:cNvSpPr>
                <a:spLocks noEditPoints="1"/>
              </p:cNvSpPr>
              <p:nvPr/>
            </p:nvSpPr>
            <p:spPr bwMode="auto">
              <a:xfrm>
                <a:off x="5695951" y="831851"/>
                <a:ext cx="430213" cy="247650"/>
              </a:xfrm>
              <a:custGeom>
                <a:avLst/>
                <a:gdLst>
                  <a:gd name="T0" fmla="*/ 2147483646 w 277"/>
                  <a:gd name="T1" fmla="*/ 2147483646 h 160"/>
                  <a:gd name="T2" fmla="*/ 0 w 277"/>
                  <a:gd name="T3" fmla="*/ 2147483646 h 160"/>
                  <a:gd name="T4" fmla="*/ 2147483646 w 277"/>
                  <a:gd name="T5" fmla="*/ 0 h 160"/>
                  <a:gd name="T6" fmla="*/ 2147483646 w 277"/>
                  <a:gd name="T7" fmla="*/ 2147483646 h 160"/>
                  <a:gd name="T8" fmla="*/ 2147483646 w 277"/>
                  <a:gd name="T9" fmla="*/ 2147483646 h 160"/>
                  <a:gd name="T10" fmla="*/ 2147483646 w 277"/>
                  <a:gd name="T11" fmla="*/ 2147483646 h 160"/>
                  <a:gd name="T12" fmla="*/ 2147483646 w 277"/>
                  <a:gd name="T13" fmla="*/ 2147483646 h 160"/>
                  <a:gd name="T14" fmla="*/ 2147483646 w 277"/>
                  <a:gd name="T15" fmla="*/ 2147483646 h 160"/>
                  <a:gd name="T16" fmla="*/ 2147483646 w 277"/>
                  <a:gd name="T17" fmla="*/ 2147483646 h 160"/>
                  <a:gd name="T18" fmla="*/ 2147483646 w 277"/>
                  <a:gd name="T19" fmla="*/ 2147483646 h 1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7" h="160">
                    <a:moveTo>
                      <a:pt x="139" y="160"/>
                    </a:moveTo>
                    <a:cubicBezTo>
                      <a:pt x="62" y="160"/>
                      <a:pt x="0" y="124"/>
                      <a:pt x="0" y="80"/>
                    </a:cubicBezTo>
                    <a:cubicBezTo>
                      <a:pt x="0" y="36"/>
                      <a:pt x="62" y="0"/>
                      <a:pt x="139" y="0"/>
                    </a:cubicBezTo>
                    <a:cubicBezTo>
                      <a:pt x="215" y="0"/>
                      <a:pt x="277" y="36"/>
                      <a:pt x="277" y="80"/>
                    </a:cubicBezTo>
                    <a:cubicBezTo>
                      <a:pt x="277" y="124"/>
                      <a:pt x="215" y="160"/>
                      <a:pt x="139" y="160"/>
                    </a:cubicBezTo>
                    <a:close/>
                    <a:moveTo>
                      <a:pt x="139" y="4"/>
                    </a:moveTo>
                    <a:cubicBezTo>
                      <a:pt x="65" y="4"/>
                      <a:pt x="4" y="38"/>
                      <a:pt x="4" y="80"/>
                    </a:cubicBezTo>
                    <a:cubicBezTo>
                      <a:pt x="4" y="122"/>
                      <a:pt x="65" y="156"/>
                      <a:pt x="139" y="156"/>
                    </a:cubicBezTo>
                    <a:cubicBezTo>
                      <a:pt x="213" y="156"/>
                      <a:pt x="273" y="122"/>
                      <a:pt x="273" y="80"/>
                    </a:cubicBezTo>
                    <a:cubicBezTo>
                      <a:pt x="273" y="38"/>
                      <a:pt x="213" y="4"/>
                      <a:pt x="139"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3" name="Freeform 106"/>
              <p:cNvSpPr>
                <a:spLocks noEditPoints="1"/>
              </p:cNvSpPr>
              <p:nvPr/>
            </p:nvSpPr>
            <p:spPr bwMode="auto">
              <a:xfrm>
                <a:off x="5676901" y="831851"/>
                <a:ext cx="471488" cy="271463"/>
              </a:xfrm>
              <a:custGeom>
                <a:avLst/>
                <a:gdLst>
                  <a:gd name="T0" fmla="*/ 2147483646 w 304"/>
                  <a:gd name="T1" fmla="*/ 2147483646 h 175"/>
                  <a:gd name="T2" fmla="*/ 0 w 304"/>
                  <a:gd name="T3" fmla="*/ 2147483646 h 175"/>
                  <a:gd name="T4" fmla="*/ 2147483646 w 304"/>
                  <a:gd name="T5" fmla="*/ 0 h 175"/>
                  <a:gd name="T6" fmla="*/ 2147483646 w 304"/>
                  <a:gd name="T7" fmla="*/ 2147483646 h 175"/>
                  <a:gd name="T8" fmla="*/ 2147483646 w 304"/>
                  <a:gd name="T9" fmla="*/ 2147483646 h 175"/>
                  <a:gd name="T10" fmla="*/ 2147483646 w 304"/>
                  <a:gd name="T11" fmla="*/ 2147483646 h 175"/>
                  <a:gd name="T12" fmla="*/ 2147483646 w 304"/>
                  <a:gd name="T13" fmla="*/ 2147483646 h 175"/>
                  <a:gd name="T14" fmla="*/ 2147483646 w 304"/>
                  <a:gd name="T15" fmla="*/ 2147483646 h 175"/>
                  <a:gd name="T16" fmla="*/ 2147483646 w 304"/>
                  <a:gd name="T17" fmla="*/ 2147483646 h 175"/>
                  <a:gd name="T18" fmla="*/ 2147483646 w 304"/>
                  <a:gd name="T19" fmla="*/ 2147483646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04" h="175">
                    <a:moveTo>
                      <a:pt x="152" y="175"/>
                    </a:moveTo>
                    <a:cubicBezTo>
                      <a:pt x="68" y="175"/>
                      <a:pt x="0" y="136"/>
                      <a:pt x="0" y="88"/>
                    </a:cubicBezTo>
                    <a:cubicBezTo>
                      <a:pt x="0" y="40"/>
                      <a:pt x="68" y="0"/>
                      <a:pt x="152" y="0"/>
                    </a:cubicBezTo>
                    <a:cubicBezTo>
                      <a:pt x="236" y="0"/>
                      <a:pt x="304" y="40"/>
                      <a:pt x="304" y="88"/>
                    </a:cubicBezTo>
                    <a:cubicBezTo>
                      <a:pt x="304" y="136"/>
                      <a:pt x="236" y="175"/>
                      <a:pt x="152" y="175"/>
                    </a:cubicBezTo>
                    <a:close/>
                    <a:moveTo>
                      <a:pt x="152" y="4"/>
                    </a:moveTo>
                    <a:cubicBezTo>
                      <a:pt x="70" y="4"/>
                      <a:pt x="4" y="42"/>
                      <a:pt x="4" y="88"/>
                    </a:cubicBezTo>
                    <a:cubicBezTo>
                      <a:pt x="4" y="134"/>
                      <a:pt x="70" y="171"/>
                      <a:pt x="152" y="171"/>
                    </a:cubicBezTo>
                    <a:cubicBezTo>
                      <a:pt x="233" y="171"/>
                      <a:pt x="300" y="134"/>
                      <a:pt x="300" y="88"/>
                    </a:cubicBezTo>
                    <a:cubicBezTo>
                      <a:pt x="300" y="42"/>
                      <a:pt x="233" y="4"/>
                      <a:pt x="15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4" name="Freeform 107"/>
              <p:cNvSpPr/>
              <p:nvPr/>
            </p:nvSpPr>
            <p:spPr bwMode="auto">
              <a:xfrm>
                <a:off x="5870576" y="946151"/>
                <a:ext cx="14288" cy="12700"/>
              </a:xfrm>
              <a:custGeom>
                <a:avLst/>
                <a:gdLst>
                  <a:gd name="T0" fmla="*/ 2147483646 w 9"/>
                  <a:gd name="T1" fmla="*/ 2147483646 h 8"/>
                  <a:gd name="T2" fmla="*/ 2147483646 w 9"/>
                  <a:gd name="T3" fmla="*/ 2147483646 h 8"/>
                  <a:gd name="T4" fmla="*/ 2147483646 w 9"/>
                  <a:gd name="T5" fmla="*/ 0 h 8"/>
                  <a:gd name="T6" fmla="*/ 2147483646 w 9"/>
                  <a:gd name="T7" fmla="*/ 0 h 8"/>
                  <a:gd name="T8" fmla="*/ 2147483646 w 9"/>
                  <a:gd name="T9" fmla="*/ 2147483646 h 8"/>
                  <a:gd name="T10" fmla="*/ 2147483646 w 9"/>
                  <a:gd name="T11" fmla="*/ 2147483646 h 8"/>
                  <a:gd name="T12" fmla="*/ 2147483646 w 9"/>
                  <a:gd name="T13" fmla="*/ 2147483646 h 8"/>
                  <a:gd name="T14" fmla="*/ 2147483646 w 9"/>
                  <a:gd name="T15" fmla="*/ 2147483646 h 8"/>
                  <a:gd name="T16" fmla="*/ 2147483646 w 9"/>
                  <a:gd name="T17" fmla="*/ 2147483646 h 8"/>
                  <a:gd name="T18" fmla="*/ 0 w 9"/>
                  <a:gd name="T19" fmla="*/ 2147483646 h 8"/>
                  <a:gd name="T20" fmla="*/ 2147483646 w 9"/>
                  <a:gd name="T21" fmla="*/ 0 h 8"/>
                  <a:gd name="T22" fmla="*/ 2147483646 w 9"/>
                  <a:gd name="T23" fmla="*/ 0 h 8"/>
                  <a:gd name="T24" fmla="*/ 2147483646 w 9"/>
                  <a:gd name="T25" fmla="*/ 2147483646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8">
                    <a:moveTo>
                      <a:pt x="3" y="3"/>
                    </a:moveTo>
                    <a:lnTo>
                      <a:pt x="7" y="3"/>
                    </a:lnTo>
                    <a:lnTo>
                      <a:pt x="7" y="0"/>
                    </a:lnTo>
                    <a:lnTo>
                      <a:pt x="9" y="0"/>
                    </a:lnTo>
                    <a:lnTo>
                      <a:pt x="9" y="8"/>
                    </a:lnTo>
                    <a:lnTo>
                      <a:pt x="7" y="8"/>
                    </a:lnTo>
                    <a:lnTo>
                      <a:pt x="7" y="5"/>
                    </a:lnTo>
                    <a:lnTo>
                      <a:pt x="3" y="5"/>
                    </a:lnTo>
                    <a:lnTo>
                      <a:pt x="2" y="8"/>
                    </a:lnTo>
                    <a:lnTo>
                      <a:pt x="0" y="8"/>
                    </a:lnTo>
                    <a:lnTo>
                      <a:pt x="1" y="0"/>
                    </a:lnTo>
                    <a:lnTo>
                      <a:pt x="3" y="0"/>
                    </a:lnTo>
                    <a:lnTo>
                      <a:pt x="3" y="3"/>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5" name="Freeform 108"/>
              <p:cNvSpPr/>
              <p:nvPr/>
            </p:nvSpPr>
            <p:spPr bwMode="auto">
              <a:xfrm>
                <a:off x="5886451" y="946151"/>
                <a:ext cx="12700" cy="12700"/>
              </a:xfrm>
              <a:custGeom>
                <a:avLst/>
                <a:gdLst>
                  <a:gd name="T0" fmla="*/ 2147483646 w 8"/>
                  <a:gd name="T1" fmla="*/ 2147483646 h 8"/>
                  <a:gd name="T2" fmla="*/ 2147483646 w 8"/>
                  <a:gd name="T3" fmla="*/ 2147483646 h 8"/>
                  <a:gd name="T4" fmla="*/ 2147483646 w 8"/>
                  <a:gd name="T5" fmla="*/ 2147483646 h 8"/>
                  <a:gd name="T6" fmla="*/ 2147483646 w 8"/>
                  <a:gd name="T7" fmla="*/ 0 h 8"/>
                  <a:gd name="T8" fmla="*/ 2147483646 w 8"/>
                  <a:gd name="T9" fmla="*/ 0 h 8"/>
                  <a:gd name="T10" fmla="*/ 2147483646 w 8"/>
                  <a:gd name="T11" fmla="*/ 2147483646 h 8"/>
                  <a:gd name="T12" fmla="*/ 2147483646 w 8"/>
                  <a:gd name="T13" fmla="*/ 2147483646 h 8"/>
                  <a:gd name="T14" fmla="*/ 2147483646 w 8"/>
                  <a:gd name="T15" fmla="*/ 2147483646 h 8"/>
                  <a:gd name="T16" fmla="*/ 2147483646 w 8"/>
                  <a:gd name="T17" fmla="*/ 2147483646 h 8"/>
                  <a:gd name="T18" fmla="*/ 0 w 8"/>
                  <a:gd name="T19" fmla="*/ 2147483646 h 8"/>
                  <a:gd name="T20" fmla="*/ 2147483646 w 8"/>
                  <a:gd name="T21" fmla="*/ 0 h 8"/>
                  <a:gd name="T22" fmla="*/ 2147483646 w 8"/>
                  <a:gd name="T23" fmla="*/ 0 h 8"/>
                  <a:gd name="T24" fmla="*/ 2147483646 w 8"/>
                  <a:gd name="T25" fmla="*/ 2147483646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 h="8">
                    <a:moveTo>
                      <a:pt x="2" y="5"/>
                    </a:moveTo>
                    <a:cubicBezTo>
                      <a:pt x="2" y="6"/>
                      <a:pt x="3" y="7"/>
                      <a:pt x="4" y="7"/>
                    </a:cubicBezTo>
                    <a:cubicBezTo>
                      <a:pt x="6" y="7"/>
                      <a:pt x="6" y="6"/>
                      <a:pt x="6" y="5"/>
                    </a:cubicBezTo>
                    <a:cubicBezTo>
                      <a:pt x="7" y="0"/>
                      <a:pt x="7" y="0"/>
                      <a:pt x="7" y="0"/>
                    </a:cubicBezTo>
                    <a:cubicBezTo>
                      <a:pt x="8" y="0"/>
                      <a:pt x="8" y="0"/>
                      <a:pt x="8" y="0"/>
                    </a:cubicBezTo>
                    <a:cubicBezTo>
                      <a:pt x="8" y="5"/>
                      <a:pt x="8" y="5"/>
                      <a:pt x="8" y="5"/>
                    </a:cubicBezTo>
                    <a:cubicBezTo>
                      <a:pt x="8" y="6"/>
                      <a:pt x="8" y="6"/>
                      <a:pt x="8" y="7"/>
                    </a:cubicBezTo>
                    <a:cubicBezTo>
                      <a:pt x="7" y="8"/>
                      <a:pt x="6" y="8"/>
                      <a:pt x="4" y="8"/>
                    </a:cubicBezTo>
                    <a:cubicBezTo>
                      <a:pt x="3" y="8"/>
                      <a:pt x="1" y="8"/>
                      <a:pt x="1" y="7"/>
                    </a:cubicBezTo>
                    <a:cubicBezTo>
                      <a:pt x="0" y="6"/>
                      <a:pt x="0" y="6"/>
                      <a:pt x="0" y="5"/>
                    </a:cubicBezTo>
                    <a:cubicBezTo>
                      <a:pt x="1" y="0"/>
                      <a:pt x="1" y="0"/>
                      <a:pt x="1" y="0"/>
                    </a:cubicBezTo>
                    <a:cubicBezTo>
                      <a:pt x="3" y="0"/>
                      <a:pt x="3" y="0"/>
                      <a:pt x="3" y="0"/>
                    </a:cubicBezTo>
                    <a:lnTo>
                      <a:pt x="2" y="5"/>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6" name="Freeform 109"/>
              <p:cNvSpPr>
                <a:spLocks noEditPoints="1"/>
              </p:cNvSpPr>
              <p:nvPr/>
            </p:nvSpPr>
            <p:spPr bwMode="auto">
              <a:xfrm>
                <a:off x="5900739" y="946151"/>
                <a:ext cx="12700" cy="12700"/>
              </a:xfrm>
              <a:custGeom>
                <a:avLst/>
                <a:gdLst>
                  <a:gd name="T0" fmla="*/ 2147483646 w 8"/>
                  <a:gd name="T1" fmla="*/ 0 h 8"/>
                  <a:gd name="T2" fmla="*/ 2147483646 w 8"/>
                  <a:gd name="T3" fmla="*/ 2147483646 h 8"/>
                  <a:gd name="T4" fmla="*/ 2147483646 w 8"/>
                  <a:gd name="T5" fmla="*/ 2147483646 h 8"/>
                  <a:gd name="T6" fmla="*/ 2147483646 w 8"/>
                  <a:gd name="T7" fmla="*/ 2147483646 h 8"/>
                  <a:gd name="T8" fmla="*/ 2147483646 w 8"/>
                  <a:gd name="T9" fmla="*/ 2147483646 h 8"/>
                  <a:gd name="T10" fmla="*/ 2147483646 w 8"/>
                  <a:gd name="T11" fmla="*/ 2147483646 h 8"/>
                  <a:gd name="T12" fmla="*/ 0 w 8"/>
                  <a:gd name="T13" fmla="*/ 2147483646 h 8"/>
                  <a:gd name="T14" fmla="*/ 2147483646 w 8"/>
                  <a:gd name="T15" fmla="*/ 0 h 8"/>
                  <a:gd name="T16" fmla="*/ 2147483646 w 8"/>
                  <a:gd name="T17" fmla="*/ 0 h 8"/>
                  <a:gd name="T18" fmla="*/ 2147483646 w 8"/>
                  <a:gd name="T19" fmla="*/ 2147483646 h 8"/>
                  <a:gd name="T20" fmla="*/ 2147483646 w 8"/>
                  <a:gd name="T21" fmla="*/ 2147483646 h 8"/>
                  <a:gd name="T22" fmla="*/ 2147483646 w 8"/>
                  <a:gd name="T23" fmla="*/ 2147483646 h 8"/>
                  <a:gd name="T24" fmla="*/ 2147483646 w 8"/>
                  <a:gd name="T25" fmla="*/ 2147483646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 h="8">
                    <a:moveTo>
                      <a:pt x="5" y="0"/>
                    </a:moveTo>
                    <a:lnTo>
                      <a:pt x="8" y="8"/>
                    </a:lnTo>
                    <a:lnTo>
                      <a:pt x="6" y="8"/>
                    </a:lnTo>
                    <a:lnTo>
                      <a:pt x="5" y="6"/>
                    </a:lnTo>
                    <a:lnTo>
                      <a:pt x="1" y="6"/>
                    </a:lnTo>
                    <a:lnTo>
                      <a:pt x="1" y="8"/>
                    </a:lnTo>
                    <a:lnTo>
                      <a:pt x="0" y="8"/>
                    </a:lnTo>
                    <a:lnTo>
                      <a:pt x="3" y="0"/>
                    </a:lnTo>
                    <a:lnTo>
                      <a:pt x="5" y="0"/>
                    </a:lnTo>
                    <a:close/>
                    <a:moveTo>
                      <a:pt x="2" y="5"/>
                    </a:moveTo>
                    <a:lnTo>
                      <a:pt x="5" y="5"/>
                    </a:lnTo>
                    <a:lnTo>
                      <a:pt x="3" y="2"/>
                    </a:lnTo>
                    <a:lnTo>
                      <a:pt x="2" y="5"/>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7" name="Freeform 110"/>
              <p:cNvSpPr/>
              <p:nvPr/>
            </p:nvSpPr>
            <p:spPr bwMode="auto">
              <a:xfrm>
                <a:off x="5911851" y="946151"/>
                <a:ext cx="22225" cy="12700"/>
              </a:xfrm>
              <a:custGeom>
                <a:avLst/>
                <a:gdLst>
                  <a:gd name="T0" fmla="*/ 2147483646 w 14"/>
                  <a:gd name="T1" fmla="*/ 0 h 8"/>
                  <a:gd name="T2" fmla="*/ 2147483646 w 14"/>
                  <a:gd name="T3" fmla="*/ 2147483646 h 8"/>
                  <a:gd name="T4" fmla="*/ 2147483646 w 14"/>
                  <a:gd name="T5" fmla="*/ 0 h 8"/>
                  <a:gd name="T6" fmla="*/ 2147483646 w 14"/>
                  <a:gd name="T7" fmla="*/ 0 h 8"/>
                  <a:gd name="T8" fmla="*/ 2147483646 w 14"/>
                  <a:gd name="T9" fmla="*/ 2147483646 h 8"/>
                  <a:gd name="T10" fmla="*/ 2147483646 w 14"/>
                  <a:gd name="T11" fmla="*/ 0 h 8"/>
                  <a:gd name="T12" fmla="*/ 2147483646 w 14"/>
                  <a:gd name="T13" fmla="*/ 0 h 8"/>
                  <a:gd name="T14" fmla="*/ 2147483646 w 14"/>
                  <a:gd name="T15" fmla="*/ 2147483646 h 8"/>
                  <a:gd name="T16" fmla="*/ 2147483646 w 14"/>
                  <a:gd name="T17" fmla="*/ 2147483646 h 8"/>
                  <a:gd name="T18" fmla="*/ 2147483646 w 14"/>
                  <a:gd name="T19" fmla="*/ 2147483646 h 8"/>
                  <a:gd name="T20" fmla="*/ 2147483646 w 14"/>
                  <a:gd name="T21" fmla="*/ 2147483646 h 8"/>
                  <a:gd name="T22" fmla="*/ 2147483646 w 14"/>
                  <a:gd name="T23" fmla="*/ 2147483646 h 8"/>
                  <a:gd name="T24" fmla="*/ 0 w 14"/>
                  <a:gd name="T25" fmla="*/ 0 h 8"/>
                  <a:gd name="T26" fmla="*/ 2147483646 w 14"/>
                  <a:gd name="T27" fmla="*/ 0 h 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8">
                    <a:moveTo>
                      <a:pt x="2" y="0"/>
                    </a:moveTo>
                    <a:lnTo>
                      <a:pt x="4" y="6"/>
                    </a:lnTo>
                    <a:lnTo>
                      <a:pt x="6" y="0"/>
                    </a:lnTo>
                    <a:lnTo>
                      <a:pt x="8" y="0"/>
                    </a:lnTo>
                    <a:lnTo>
                      <a:pt x="10" y="6"/>
                    </a:lnTo>
                    <a:lnTo>
                      <a:pt x="12" y="0"/>
                    </a:lnTo>
                    <a:lnTo>
                      <a:pt x="14" y="0"/>
                    </a:lnTo>
                    <a:lnTo>
                      <a:pt x="12" y="8"/>
                    </a:lnTo>
                    <a:lnTo>
                      <a:pt x="9" y="8"/>
                    </a:lnTo>
                    <a:lnTo>
                      <a:pt x="7" y="2"/>
                    </a:lnTo>
                    <a:lnTo>
                      <a:pt x="6" y="8"/>
                    </a:lnTo>
                    <a:lnTo>
                      <a:pt x="3" y="8"/>
                    </a:lnTo>
                    <a:lnTo>
                      <a:pt x="0" y="0"/>
                    </a:lnTo>
                    <a:lnTo>
                      <a:pt x="2" y="0"/>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8" name="Freeform 111"/>
              <p:cNvSpPr/>
              <p:nvPr/>
            </p:nvSpPr>
            <p:spPr bwMode="auto">
              <a:xfrm>
                <a:off x="5934076" y="946151"/>
                <a:ext cx="14288" cy="12700"/>
              </a:xfrm>
              <a:custGeom>
                <a:avLst/>
                <a:gdLst>
                  <a:gd name="T0" fmla="*/ 2147483646 w 9"/>
                  <a:gd name="T1" fmla="*/ 2147483646 h 8"/>
                  <a:gd name="T2" fmla="*/ 2147483646 w 9"/>
                  <a:gd name="T3" fmla="*/ 2147483646 h 8"/>
                  <a:gd name="T4" fmla="*/ 2147483646 w 9"/>
                  <a:gd name="T5" fmla="*/ 2147483646 h 8"/>
                  <a:gd name="T6" fmla="*/ 2147483646 w 9"/>
                  <a:gd name="T7" fmla="*/ 2147483646 h 8"/>
                  <a:gd name="T8" fmla="*/ 2147483646 w 9"/>
                  <a:gd name="T9" fmla="*/ 2147483646 h 8"/>
                  <a:gd name="T10" fmla="*/ 2147483646 w 9"/>
                  <a:gd name="T11" fmla="*/ 2147483646 h 8"/>
                  <a:gd name="T12" fmla="*/ 2147483646 w 9"/>
                  <a:gd name="T13" fmla="*/ 2147483646 h 8"/>
                  <a:gd name="T14" fmla="*/ 2147483646 w 9"/>
                  <a:gd name="T15" fmla="*/ 2147483646 h 8"/>
                  <a:gd name="T16" fmla="*/ 2147483646 w 9"/>
                  <a:gd name="T17" fmla="*/ 2147483646 h 8"/>
                  <a:gd name="T18" fmla="*/ 2147483646 w 9"/>
                  <a:gd name="T19" fmla="*/ 2147483646 h 8"/>
                  <a:gd name="T20" fmla="*/ 2147483646 w 9"/>
                  <a:gd name="T21" fmla="*/ 0 h 8"/>
                  <a:gd name="T22" fmla="*/ 2147483646 w 9"/>
                  <a:gd name="T23" fmla="*/ 0 h 8"/>
                  <a:gd name="T24" fmla="*/ 2147483646 w 9"/>
                  <a:gd name="T25" fmla="*/ 2147483646 h 8"/>
                  <a:gd name="T26" fmla="*/ 2147483646 w 9"/>
                  <a:gd name="T27" fmla="*/ 2147483646 h 8"/>
                  <a:gd name="T28" fmla="*/ 2147483646 w 9"/>
                  <a:gd name="T29" fmla="*/ 2147483646 h 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 h="8">
                    <a:moveTo>
                      <a:pt x="3" y="3"/>
                    </a:moveTo>
                    <a:cubicBezTo>
                      <a:pt x="8" y="3"/>
                      <a:pt x="8" y="3"/>
                      <a:pt x="8" y="3"/>
                    </a:cubicBezTo>
                    <a:cubicBezTo>
                      <a:pt x="8" y="5"/>
                      <a:pt x="8" y="5"/>
                      <a:pt x="8" y="5"/>
                    </a:cubicBezTo>
                    <a:cubicBezTo>
                      <a:pt x="3" y="5"/>
                      <a:pt x="3" y="5"/>
                      <a:pt x="3" y="5"/>
                    </a:cubicBezTo>
                    <a:cubicBezTo>
                      <a:pt x="3" y="6"/>
                      <a:pt x="4" y="6"/>
                      <a:pt x="5" y="6"/>
                    </a:cubicBezTo>
                    <a:cubicBezTo>
                      <a:pt x="8" y="6"/>
                      <a:pt x="8" y="6"/>
                      <a:pt x="8" y="6"/>
                    </a:cubicBezTo>
                    <a:cubicBezTo>
                      <a:pt x="9" y="8"/>
                      <a:pt x="9" y="8"/>
                      <a:pt x="9" y="8"/>
                    </a:cubicBezTo>
                    <a:cubicBezTo>
                      <a:pt x="5" y="8"/>
                      <a:pt x="5" y="8"/>
                      <a:pt x="5" y="8"/>
                    </a:cubicBezTo>
                    <a:cubicBezTo>
                      <a:pt x="4" y="8"/>
                      <a:pt x="3" y="8"/>
                      <a:pt x="2" y="7"/>
                    </a:cubicBezTo>
                    <a:cubicBezTo>
                      <a:pt x="1" y="6"/>
                      <a:pt x="1" y="5"/>
                      <a:pt x="1" y="4"/>
                    </a:cubicBezTo>
                    <a:cubicBezTo>
                      <a:pt x="0" y="1"/>
                      <a:pt x="2" y="0"/>
                      <a:pt x="5" y="0"/>
                    </a:cubicBezTo>
                    <a:cubicBezTo>
                      <a:pt x="8" y="0"/>
                      <a:pt x="8" y="0"/>
                      <a:pt x="8" y="0"/>
                    </a:cubicBezTo>
                    <a:cubicBezTo>
                      <a:pt x="8" y="1"/>
                      <a:pt x="8" y="1"/>
                      <a:pt x="8" y="1"/>
                    </a:cubicBezTo>
                    <a:cubicBezTo>
                      <a:pt x="5" y="1"/>
                      <a:pt x="5" y="1"/>
                      <a:pt x="5" y="1"/>
                    </a:cubicBezTo>
                    <a:cubicBezTo>
                      <a:pt x="3" y="1"/>
                      <a:pt x="3" y="2"/>
                      <a:pt x="3" y="3"/>
                    </a:cubicBezTo>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9" name="Freeform 112"/>
              <p:cNvSpPr/>
              <p:nvPr/>
            </p:nvSpPr>
            <p:spPr bwMode="auto">
              <a:xfrm>
                <a:off x="5948364" y="946151"/>
                <a:ext cx="4763" cy="12700"/>
              </a:xfrm>
              <a:custGeom>
                <a:avLst/>
                <a:gdLst>
                  <a:gd name="T0" fmla="*/ 0 w 3"/>
                  <a:gd name="T1" fmla="*/ 0 h 8"/>
                  <a:gd name="T2" fmla="*/ 2147483646 w 3"/>
                  <a:gd name="T3" fmla="*/ 0 h 8"/>
                  <a:gd name="T4" fmla="*/ 2147483646 w 3"/>
                  <a:gd name="T5" fmla="*/ 2147483646 h 8"/>
                  <a:gd name="T6" fmla="*/ 2147483646 w 3"/>
                  <a:gd name="T7" fmla="*/ 2147483646 h 8"/>
                  <a:gd name="T8" fmla="*/ 0 w 3"/>
                  <a:gd name="T9" fmla="*/ 0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8">
                    <a:moveTo>
                      <a:pt x="0" y="0"/>
                    </a:moveTo>
                    <a:lnTo>
                      <a:pt x="2" y="0"/>
                    </a:lnTo>
                    <a:lnTo>
                      <a:pt x="3" y="8"/>
                    </a:lnTo>
                    <a:lnTo>
                      <a:pt x="1" y="8"/>
                    </a:lnTo>
                    <a:lnTo>
                      <a:pt x="0" y="0"/>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0" name="Freeform 113"/>
              <p:cNvSpPr>
                <a:spLocks noEditPoints="1"/>
              </p:cNvSpPr>
              <p:nvPr/>
            </p:nvSpPr>
            <p:spPr bwMode="auto">
              <a:xfrm>
                <a:off x="5873751" y="1000126"/>
                <a:ext cx="79375" cy="46038"/>
              </a:xfrm>
              <a:custGeom>
                <a:avLst/>
                <a:gdLst>
                  <a:gd name="T0" fmla="*/ 2147483646 w 51"/>
                  <a:gd name="T1" fmla="*/ 2147483646 h 30"/>
                  <a:gd name="T2" fmla="*/ 0 w 51"/>
                  <a:gd name="T3" fmla="*/ 2147483646 h 30"/>
                  <a:gd name="T4" fmla="*/ 2147483646 w 51"/>
                  <a:gd name="T5" fmla="*/ 0 h 30"/>
                  <a:gd name="T6" fmla="*/ 2147483646 w 51"/>
                  <a:gd name="T7" fmla="*/ 2147483646 h 30"/>
                  <a:gd name="T8" fmla="*/ 2147483646 w 51"/>
                  <a:gd name="T9" fmla="*/ 2147483646 h 30"/>
                  <a:gd name="T10" fmla="*/ 2147483646 w 51"/>
                  <a:gd name="T11" fmla="*/ 2147483646 h 30"/>
                  <a:gd name="T12" fmla="*/ 2147483646 w 51"/>
                  <a:gd name="T13" fmla="*/ 2147483646 h 30"/>
                  <a:gd name="T14" fmla="*/ 2147483646 w 51"/>
                  <a:gd name="T15" fmla="*/ 2147483646 h 30"/>
                  <a:gd name="T16" fmla="*/ 2147483646 w 51"/>
                  <a:gd name="T17" fmla="*/ 2147483646 h 30"/>
                  <a:gd name="T18" fmla="*/ 2147483646 w 51"/>
                  <a:gd name="T19" fmla="*/ 2147483646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1" h="30">
                    <a:moveTo>
                      <a:pt x="26" y="30"/>
                    </a:moveTo>
                    <a:cubicBezTo>
                      <a:pt x="11" y="30"/>
                      <a:pt x="0" y="23"/>
                      <a:pt x="0" y="15"/>
                    </a:cubicBezTo>
                    <a:cubicBezTo>
                      <a:pt x="0" y="7"/>
                      <a:pt x="11" y="0"/>
                      <a:pt x="26" y="0"/>
                    </a:cubicBezTo>
                    <a:cubicBezTo>
                      <a:pt x="40" y="0"/>
                      <a:pt x="51" y="7"/>
                      <a:pt x="51" y="15"/>
                    </a:cubicBezTo>
                    <a:cubicBezTo>
                      <a:pt x="51" y="23"/>
                      <a:pt x="40" y="30"/>
                      <a:pt x="26" y="30"/>
                    </a:cubicBezTo>
                    <a:close/>
                    <a:moveTo>
                      <a:pt x="26" y="4"/>
                    </a:moveTo>
                    <a:cubicBezTo>
                      <a:pt x="14" y="4"/>
                      <a:pt x="4" y="9"/>
                      <a:pt x="4" y="15"/>
                    </a:cubicBezTo>
                    <a:cubicBezTo>
                      <a:pt x="4" y="21"/>
                      <a:pt x="14" y="26"/>
                      <a:pt x="26" y="26"/>
                    </a:cubicBezTo>
                    <a:cubicBezTo>
                      <a:pt x="37" y="26"/>
                      <a:pt x="47" y="21"/>
                      <a:pt x="47" y="15"/>
                    </a:cubicBezTo>
                    <a:cubicBezTo>
                      <a:pt x="47" y="9"/>
                      <a:pt x="37" y="4"/>
                      <a:pt x="2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1" name="Freeform 114"/>
              <p:cNvSpPr>
                <a:spLocks noEditPoints="1"/>
              </p:cNvSpPr>
              <p:nvPr/>
            </p:nvSpPr>
            <p:spPr bwMode="auto">
              <a:xfrm>
                <a:off x="5883276" y="865189"/>
                <a:ext cx="61913" cy="38100"/>
              </a:xfrm>
              <a:custGeom>
                <a:avLst/>
                <a:gdLst>
                  <a:gd name="T0" fmla="*/ 2147483646 w 40"/>
                  <a:gd name="T1" fmla="*/ 2147483646 h 24"/>
                  <a:gd name="T2" fmla="*/ 0 w 40"/>
                  <a:gd name="T3" fmla="*/ 2147483646 h 24"/>
                  <a:gd name="T4" fmla="*/ 2147483646 w 40"/>
                  <a:gd name="T5" fmla="*/ 0 h 24"/>
                  <a:gd name="T6" fmla="*/ 2147483646 w 40"/>
                  <a:gd name="T7" fmla="*/ 2147483646 h 24"/>
                  <a:gd name="T8" fmla="*/ 2147483646 w 40"/>
                  <a:gd name="T9" fmla="*/ 2147483646 h 24"/>
                  <a:gd name="T10" fmla="*/ 2147483646 w 40"/>
                  <a:gd name="T11" fmla="*/ 2147483646 h 24"/>
                  <a:gd name="T12" fmla="*/ 2147483646 w 40"/>
                  <a:gd name="T13" fmla="*/ 2147483646 h 24"/>
                  <a:gd name="T14" fmla="*/ 2147483646 w 40"/>
                  <a:gd name="T15" fmla="*/ 2147483646 h 24"/>
                  <a:gd name="T16" fmla="*/ 2147483646 w 40"/>
                  <a:gd name="T17" fmla="*/ 2147483646 h 24"/>
                  <a:gd name="T18" fmla="*/ 2147483646 w 40"/>
                  <a:gd name="T19" fmla="*/ 2147483646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 h="24">
                    <a:moveTo>
                      <a:pt x="20" y="24"/>
                    </a:moveTo>
                    <a:cubicBezTo>
                      <a:pt x="8" y="24"/>
                      <a:pt x="0" y="19"/>
                      <a:pt x="0" y="12"/>
                    </a:cubicBezTo>
                    <a:cubicBezTo>
                      <a:pt x="0" y="5"/>
                      <a:pt x="8" y="0"/>
                      <a:pt x="20" y="0"/>
                    </a:cubicBezTo>
                    <a:cubicBezTo>
                      <a:pt x="31" y="0"/>
                      <a:pt x="40" y="5"/>
                      <a:pt x="40" y="12"/>
                    </a:cubicBezTo>
                    <a:cubicBezTo>
                      <a:pt x="40" y="19"/>
                      <a:pt x="31" y="24"/>
                      <a:pt x="20" y="24"/>
                    </a:cubicBezTo>
                    <a:close/>
                    <a:moveTo>
                      <a:pt x="20" y="4"/>
                    </a:moveTo>
                    <a:cubicBezTo>
                      <a:pt x="10" y="4"/>
                      <a:pt x="4" y="8"/>
                      <a:pt x="4" y="12"/>
                    </a:cubicBezTo>
                    <a:cubicBezTo>
                      <a:pt x="4" y="16"/>
                      <a:pt x="10" y="20"/>
                      <a:pt x="20" y="20"/>
                    </a:cubicBezTo>
                    <a:cubicBezTo>
                      <a:pt x="29" y="20"/>
                      <a:pt x="36" y="16"/>
                      <a:pt x="36" y="12"/>
                    </a:cubicBezTo>
                    <a:cubicBezTo>
                      <a:pt x="36" y="8"/>
                      <a:pt x="29" y="4"/>
                      <a:pt x="2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2" name="Freeform 115"/>
              <p:cNvSpPr>
                <a:spLocks noEditPoints="1"/>
              </p:cNvSpPr>
              <p:nvPr/>
            </p:nvSpPr>
            <p:spPr bwMode="auto">
              <a:xfrm>
                <a:off x="5748339" y="930276"/>
                <a:ext cx="69850" cy="41275"/>
              </a:xfrm>
              <a:custGeom>
                <a:avLst/>
                <a:gdLst>
                  <a:gd name="T0" fmla="*/ 2147483646 w 45"/>
                  <a:gd name="T1" fmla="*/ 2147483646 h 26"/>
                  <a:gd name="T2" fmla="*/ 0 w 45"/>
                  <a:gd name="T3" fmla="*/ 2147483646 h 26"/>
                  <a:gd name="T4" fmla="*/ 2147483646 w 45"/>
                  <a:gd name="T5" fmla="*/ 0 h 26"/>
                  <a:gd name="T6" fmla="*/ 2147483646 w 45"/>
                  <a:gd name="T7" fmla="*/ 2147483646 h 26"/>
                  <a:gd name="T8" fmla="*/ 2147483646 w 45"/>
                  <a:gd name="T9" fmla="*/ 2147483646 h 26"/>
                  <a:gd name="T10" fmla="*/ 2147483646 w 45"/>
                  <a:gd name="T11" fmla="*/ 2147483646 h 26"/>
                  <a:gd name="T12" fmla="*/ 2147483646 w 45"/>
                  <a:gd name="T13" fmla="*/ 2147483646 h 26"/>
                  <a:gd name="T14" fmla="*/ 2147483646 w 45"/>
                  <a:gd name="T15" fmla="*/ 2147483646 h 26"/>
                  <a:gd name="T16" fmla="*/ 2147483646 w 45"/>
                  <a:gd name="T17" fmla="*/ 2147483646 h 26"/>
                  <a:gd name="T18" fmla="*/ 2147483646 w 45"/>
                  <a:gd name="T19" fmla="*/ 2147483646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 h="26">
                    <a:moveTo>
                      <a:pt x="22" y="26"/>
                    </a:moveTo>
                    <a:cubicBezTo>
                      <a:pt x="10" y="26"/>
                      <a:pt x="0" y="20"/>
                      <a:pt x="0" y="13"/>
                    </a:cubicBezTo>
                    <a:cubicBezTo>
                      <a:pt x="0" y="5"/>
                      <a:pt x="10" y="0"/>
                      <a:pt x="22" y="0"/>
                    </a:cubicBezTo>
                    <a:cubicBezTo>
                      <a:pt x="35" y="0"/>
                      <a:pt x="45" y="5"/>
                      <a:pt x="45" y="13"/>
                    </a:cubicBezTo>
                    <a:cubicBezTo>
                      <a:pt x="45" y="20"/>
                      <a:pt x="35" y="26"/>
                      <a:pt x="22" y="26"/>
                    </a:cubicBezTo>
                    <a:close/>
                    <a:moveTo>
                      <a:pt x="22" y="4"/>
                    </a:moveTo>
                    <a:cubicBezTo>
                      <a:pt x="11" y="4"/>
                      <a:pt x="4" y="8"/>
                      <a:pt x="4" y="13"/>
                    </a:cubicBezTo>
                    <a:cubicBezTo>
                      <a:pt x="4" y="17"/>
                      <a:pt x="11" y="22"/>
                      <a:pt x="22" y="22"/>
                    </a:cubicBezTo>
                    <a:cubicBezTo>
                      <a:pt x="34" y="22"/>
                      <a:pt x="41" y="17"/>
                      <a:pt x="41" y="13"/>
                    </a:cubicBezTo>
                    <a:cubicBezTo>
                      <a:pt x="41" y="8"/>
                      <a:pt x="34" y="4"/>
                      <a:pt x="2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3" name="Freeform 116"/>
              <p:cNvSpPr>
                <a:spLocks noEditPoints="1"/>
              </p:cNvSpPr>
              <p:nvPr/>
            </p:nvSpPr>
            <p:spPr bwMode="auto">
              <a:xfrm>
                <a:off x="6007101" y="930276"/>
                <a:ext cx="69850" cy="41275"/>
              </a:xfrm>
              <a:custGeom>
                <a:avLst/>
                <a:gdLst>
                  <a:gd name="T0" fmla="*/ 2147483646 w 45"/>
                  <a:gd name="T1" fmla="*/ 2147483646 h 26"/>
                  <a:gd name="T2" fmla="*/ 0 w 45"/>
                  <a:gd name="T3" fmla="*/ 2147483646 h 26"/>
                  <a:gd name="T4" fmla="*/ 2147483646 w 45"/>
                  <a:gd name="T5" fmla="*/ 0 h 26"/>
                  <a:gd name="T6" fmla="*/ 2147483646 w 45"/>
                  <a:gd name="T7" fmla="*/ 2147483646 h 26"/>
                  <a:gd name="T8" fmla="*/ 2147483646 w 45"/>
                  <a:gd name="T9" fmla="*/ 2147483646 h 26"/>
                  <a:gd name="T10" fmla="*/ 2147483646 w 45"/>
                  <a:gd name="T11" fmla="*/ 2147483646 h 26"/>
                  <a:gd name="T12" fmla="*/ 2147483646 w 45"/>
                  <a:gd name="T13" fmla="*/ 2147483646 h 26"/>
                  <a:gd name="T14" fmla="*/ 2147483646 w 45"/>
                  <a:gd name="T15" fmla="*/ 2147483646 h 26"/>
                  <a:gd name="T16" fmla="*/ 2147483646 w 45"/>
                  <a:gd name="T17" fmla="*/ 2147483646 h 26"/>
                  <a:gd name="T18" fmla="*/ 2147483646 w 45"/>
                  <a:gd name="T19" fmla="*/ 2147483646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 h="26">
                    <a:moveTo>
                      <a:pt x="22" y="26"/>
                    </a:moveTo>
                    <a:cubicBezTo>
                      <a:pt x="10" y="26"/>
                      <a:pt x="0" y="20"/>
                      <a:pt x="0" y="13"/>
                    </a:cubicBezTo>
                    <a:cubicBezTo>
                      <a:pt x="0" y="5"/>
                      <a:pt x="10" y="0"/>
                      <a:pt x="22" y="0"/>
                    </a:cubicBezTo>
                    <a:cubicBezTo>
                      <a:pt x="35" y="0"/>
                      <a:pt x="45" y="5"/>
                      <a:pt x="45" y="13"/>
                    </a:cubicBezTo>
                    <a:cubicBezTo>
                      <a:pt x="45" y="20"/>
                      <a:pt x="35" y="26"/>
                      <a:pt x="22" y="26"/>
                    </a:cubicBezTo>
                    <a:close/>
                    <a:moveTo>
                      <a:pt x="22" y="4"/>
                    </a:moveTo>
                    <a:cubicBezTo>
                      <a:pt x="11" y="4"/>
                      <a:pt x="4" y="8"/>
                      <a:pt x="4" y="13"/>
                    </a:cubicBezTo>
                    <a:cubicBezTo>
                      <a:pt x="4" y="17"/>
                      <a:pt x="11" y="22"/>
                      <a:pt x="22" y="22"/>
                    </a:cubicBezTo>
                    <a:cubicBezTo>
                      <a:pt x="33" y="22"/>
                      <a:pt x="41" y="17"/>
                      <a:pt x="41" y="13"/>
                    </a:cubicBezTo>
                    <a:cubicBezTo>
                      <a:pt x="41" y="8"/>
                      <a:pt x="33" y="4"/>
                      <a:pt x="2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4" name="Rectangle 117"/>
              <p:cNvSpPr>
                <a:spLocks noChangeArrowheads="1"/>
              </p:cNvSpPr>
              <p:nvPr/>
            </p:nvSpPr>
            <p:spPr bwMode="auto">
              <a:xfrm>
                <a:off x="5768976" y="949326"/>
                <a:ext cx="26988" cy="31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5" name="Rectangle 118"/>
              <p:cNvSpPr>
                <a:spLocks noChangeArrowheads="1"/>
              </p:cNvSpPr>
              <p:nvPr/>
            </p:nvSpPr>
            <p:spPr bwMode="auto">
              <a:xfrm>
                <a:off x="6029326" y="949326"/>
                <a:ext cx="23813" cy="31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6" name="Rectangle 119"/>
              <p:cNvSpPr>
                <a:spLocks noChangeArrowheads="1"/>
              </p:cNvSpPr>
              <p:nvPr/>
            </p:nvSpPr>
            <p:spPr bwMode="auto">
              <a:xfrm>
                <a:off x="6038851" y="942976"/>
                <a:ext cx="3175" cy="158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7" name="Freeform 120"/>
              <p:cNvSpPr/>
              <p:nvPr/>
            </p:nvSpPr>
            <p:spPr bwMode="auto">
              <a:xfrm>
                <a:off x="5900739" y="876301"/>
                <a:ext cx="19050" cy="14288"/>
              </a:xfrm>
              <a:custGeom>
                <a:avLst/>
                <a:gdLst>
                  <a:gd name="T0" fmla="*/ 2147483646 w 12"/>
                  <a:gd name="T1" fmla="*/ 2147483646 h 9"/>
                  <a:gd name="T2" fmla="*/ 2147483646 w 12"/>
                  <a:gd name="T3" fmla="*/ 2147483646 h 9"/>
                  <a:gd name="T4" fmla="*/ 2147483646 w 12"/>
                  <a:gd name="T5" fmla="*/ 2147483646 h 9"/>
                  <a:gd name="T6" fmla="*/ 2147483646 w 12"/>
                  <a:gd name="T7" fmla="*/ 2147483646 h 9"/>
                  <a:gd name="T8" fmla="*/ 2147483646 w 12"/>
                  <a:gd name="T9" fmla="*/ 2147483646 h 9"/>
                  <a:gd name="T10" fmla="*/ 2147483646 w 12"/>
                  <a:gd name="T11" fmla="*/ 2147483646 h 9"/>
                  <a:gd name="T12" fmla="*/ 2147483646 w 12"/>
                  <a:gd name="T13" fmla="*/ 2147483646 h 9"/>
                  <a:gd name="T14" fmla="*/ 2147483646 w 12"/>
                  <a:gd name="T15" fmla="*/ 0 h 9"/>
                  <a:gd name="T16" fmla="*/ 2147483646 w 12"/>
                  <a:gd name="T17" fmla="*/ 0 h 9"/>
                  <a:gd name="T18" fmla="*/ 2147483646 w 12"/>
                  <a:gd name="T19" fmla="*/ 2147483646 h 9"/>
                  <a:gd name="T20" fmla="*/ 2147483646 w 12"/>
                  <a:gd name="T21" fmla="*/ 2147483646 h 9"/>
                  <a:gd name="T22" fmla="*/ 2147483646 w 12"/>
                  <a:gd name="T23" fmla="*/ 0 h 9"/>
                  <a:gd name="T24" fmla="*/ 2147483646 w 12"/>
                  <a:gd name="T25" fmla="*/ 2147483646 h 9"/>
                  <a:gd name="T26" fmla="*/ 2147483646 w 12"/>
                  <a:gd name="T27" fmla="*/ 2147483646 h 9"/>
                  <a:gd name="T28" fmla="*/ 2147483646 w 12"/>
                  <a:gd name="T29" fmla="*/ 2147483646 h 9"/>
                  <a:gd name="T30" fmla="*/ 2147483646 w 12"/>
                  <a:gd name="T31" fmla="*/ 2147483646 h 9"/>
                  <a:gd name="T32" fmla="*/ 2147483646 w 12"/>
                  <a:gd name="T33" fmla="*/ 2147483646 h 9"/>
                  <a:gd name="T34" fmla="*/ 2147483646 w 12"/>
                  <a:gd name="T35" fmla="*/ 2147483646 h 9"/>
                  <a:gd name="T36" fmla="*/ 2147483646 w 12"/>
                  <a:gd name="T37" fmla="*/ 2147483646 h 9"/>
                  <a:gd name="T38" fmla="*/ 2147483646 w 12"/>
                  <a:gd name="T39" fmla="*/ 2147483646 h 9"/>
                  <a:gd name="T40" fmla="*/ 2147483646 w 12"/>
                  <a:gd name="T41" fmla="*/ 2147483646 h 9"/>
                  <a:gd name="T42" fmla="*/ 0 w 12"/>
                  <a:gd name="T43" fmla="*/ 2147483646 h 9"/>
                  <a:gd name="T44" fmla="*/ 2147483646 w 12"/>
                  <a:gd name="T45" fmla="*/ 2147483646 h 9"/>
                  <a:gd name="T46" fmla="*/ 2147483646 w 12"/>
                  <a:gd name="T47" fmla="*/ 2147483646 h 9"/>
                  <a:gd name="T48" fmla="*/ 2147483646 w 12"/>
                  <a:gd name="T49" fmla="*/ 2147483646 h 9"/>
                  <a:gd name="T50" fmla="*/ 2147483646 w 12"/>
                  <a:gd name="T51" fmla="*/ 2147483646 h 9"/>
                  <a:gd name="T52" fmla="*/ 2147483646 w 12"/>
                  <a:gd name="T53" fmla="*/ 2147483646 h 9"/>
                  <a:gd name="T54" fmla="*/ 2147483646 w 12"/>
                  <a:gd name="T55" fmla="*/ 2147483646 h 9"/>
                  <a:gd name="T56" fmla="*/ 2147483646 w 12"/>
                  <a:gd name="T57" fmla="*/ 2147483646 h 9"/>
                  <a:gd name="T58" fmla="*/ 2147483646 w 12"/>
                  <a:gd name="T59" fmla="*/ 2147483646 h 9"/>
                  <a:gd name="T60" fmla="*/ 2147483646 w 12"/>
                  <a:gd name="T61" fmla="*/ 2147483646 h 9"/>
                  <a:gd name="T62" fmla="*/ 2147483646 w 12"/>
                  <a:gd name="T63" fmla="*/ 2147483646 h 9"/>
                  <a:gd name="T64" fmla="*/ 2147483646 w 12"/>
                  <a:gd name="T65" fmla="*/ 2147483646 h 9"/>
                  <a:gd name="T66" fmla="*/ 2147483646 w 12"/>
                  <a:gd name="T67" fmla="*/ 2147483646 h 9"/>
                  <a:gd name="T68" fmla="*/ 2147483646 w 12"/>
                  <a:gd name="T69" fmla="*/ 2147483646 h 9"/>
                  <a:gd name="T70" fmla="*/ 2147483646 w 12"/>
                  <a:gd name="T71" fmla="*/ 2147483646 h 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2" h="9">
                    <a:moveTo>
                      <a:pt x="11" y="4"/>
                    </a:moveTo>
                    <a:cubicBezTo>
                      <a:pt x="11" y="5"/>
                      <a:pt x="9" y="6"/>
                      <a:pt x="8" y="6"/>
                    </a:cubicBezTo>
                    <a:cubicBezTo>
                      <a:pt x="7" y="6"/>
                      <a:pt x="6" y="6"/>
                      <a:pt x="5" y="5"/>
                    </a:cubicBezTo>
                    <a:cubicBezTo>
                      <a:pt x="6" y="5"/>
                      <a:pt x="6" y="5"/>
                      <a:pt x="6" y="5"/>
                    </a:cubicBezTo>
                    <a:cubicBezTo>
                      <a:pt x="6" y="5"/>
                      <a:pt x="7" y="5"/>
                      <a:pt x="8" y="5"/>
                    </a:cubicBezTo>
                    <a:cubicBezTo>
                      <a:pt x="9" y="5"/>
                      <a:pt x="10" y="4"/>
                      <a:pt x="10" y="4"/>
                    </a:cubicBezTo>
                    <a:cubicBezTo>
                      <a:pt x="10" y="2"/>
                      <a:pt x="10" y="2"/>
                      <a:pt x="10" y="2"/>
                    </a:cubicBezTo>
                    <a:cubicBezTo>
                      <a:pt x="12" y="0"/>
                      <a:pt x="12" y="0"/>
                      <a:pt x="12" y="0"/>
                    </a:cubicBezTo>
                    <a:cubicBezTo>
                      <a:pt x="12" y="0"/>
                      <a:pt x="12" y="0"/>
                      <a:pt x="12" y="0"/>
                    </a:cubicBezTo>
                    <a:cubicBezTo>
                      <a:pt x="9" y="1"/>
                      <a:pt x="9" y="1"/>
                      <a:pt x="9" y="1"/>
                    </a:cubicBezTo>
                    <a:cubicBezTo>
                      <a:pt x="9" y="1"/>
                      <a:pt x="9" y="1"/>
                      <a:pt x="9" y="1"/>
                    </a:cubicBezTo>
                    <a:cubicBezTo>
                      <a:pt x="9" y="0"/>
                      <a:pt x="8" y="0"/>
                      <a:pt x="8" y="0"/>
                    </a:cubicBezTo>
                    <a:cubicBezTo>
                      <a:pt x="7" y="0"/>
                      <a:pt x="6" y="0"/>
                      <a:pt x="6" y="1"/>
                    </a:cubicBezTo>
                    <a:cubicBezTo>
                      <a:pt x="6" y="4"/>
                      <a:pt x="6" y="4"/>
                      <a:pt x="6" y="4"/>
                    </a:cubicBezTo>
                    <a:cubicBezTo>
                      <a:pt x="6" y="4"/>
                      <a:pt x="6" y="4"/>
                      <a:pt x="6" y="4"/>
                    </a:cubicBezTo>
                    <a:cubicBezTo>
                      <a:pt x="5" y="5"/>
                      <a:pt x="5" y="5"/>
                      <a:pt x="5" y="5"/>
                    </a:cubicBezTo>
                    <a:cubicBezTo>
                      <a:pt x="5" y="4"/>
                      <a:pt x="5" y="4"/>
                      <a:pt x="5" y="4"/>
                    </a:cubicBezTo>
                    <a:cubicBezTo>
                      <a:pt x="5" y="2"/>
                      <a:pt x="5" y="2"/>
                      <a:pt x="5" y="2"/>
                    </a:cubicBezTo>
                    <a:cubicBezTo>
                      <a:pt x="4" y="2"/>
                      <a:pt x="4" y="2"/>
                      <a:pt x="4" y="2"/>
                    </a:cubicBezTo>
                    <a:cubicBezTo>
                      <a:pt x="4" y="4"/>
                      <a:pt x="4" y="4"/>
                      <a:pt x="4" y="4"/>
                    </a:cubicBezTo>
                    <a:cubicBezTo>
                      <a:pt x="4" y="4"/>
                      <a:pt x="4" y="5"/>
                      <a:pt x="4" y="5"/>
                    </a:cubicBezTo>
                    <a:cubicBezTo>
                      <a:pt x="0" y="8"/>
                      <a:pt x="0" y="8"/>
                      <a:pt x="0" y="8"/>
                    </a:cubicBezTo>
                    <a:cubicBezTo>
                      <a:pt x="1" y="9"/>
                      <a:pt x="1" y="9"/>
                      <a:pt x="1" y="9"/>
                    </a:cubicBezTo>
                    <a:cubicBezTo>
                      <a:pt x="5" y="6"/>
                      <a:pt x="5" y="6"/>
                      <a:pt x="5" y="6"/>
                    </a:cubicBezTo>
                    <a:cubicBezTo>
                      <a:pt x="5" y="6"/>
                      <a:pt x="6" y="7"/>
                      <a:pt x="7" y="7"/>
                    </a:cubicBezTo>
                    <a:cubicBezTo>
                      <a:pt x="7" y="8"/>
                      <a:pt x="7" y="8"/>
                      <a:pt x="7" y="8"/>
                    </a:cubicBezTo>
                    <a:cubicBezTo>
                      <a:pt x="5" y="8"/>
                      <a:pt x="5" y="8"/>
                      <a:pt x="5" y="8"/>
                    </a:cubicBezTo>
                    <a:cubicBezTo>
                      <a:pt x="5" y="9"/>
                      <a:pt x="5" y="9"/>
                      <a:pt x="5" y="9"/>
                    </a:cubicBezTo>
                    <a:cubicBezTo>
                      <a:pt x="11" y="9"/>
                      <a:pt x="11" y="9"/>
                      <a:pt x="11" y="9"/>
                    </a:cubicBezTo>
                    <a:cubicBezTo>
                      <a:pt x="11" y="8"/>
                      <a:pt x="11" y="8"/>
                      <a:pt x="11" y="8"/>
                    </a:cubicBezTo>
                    <a:cubicBezTo>
                      <a:pt x="8" y="8"/>
                      <a:pt x="8" y="8"/>
                      <a:pt x="8" y="8"/>
                    </a:cubicBezTo>
                    <a:cubicBezTo>
                      <a:pt x="8" y="7"/>
                      <a:pt x="8" y="7"/>
                      <a:pt x="8" y="7"/>
                    </a:cubicBezTo>
                    <a:cubicBezTo>
                      <a:pt x="10" y="7"/>
                      <a:pt x="12" y="5"/>
                      <a:pt x="11" y="4"/>
                    </a:cubicBezTo>
                    <a:cubicBezTo>
                      <a:pt x="11" y="2"/>
                      <a:pt x="11" y="2"/>
                      <a:pt x="11" y="2"/>
                    </a:cubicBezTo>
                    <a:cubicBezTo>
                      <a:pt x="10" y="2"/>
                      <a:pt x="10" y="2"/>
                      <a:pt x="10" y="2"/>
                    </a:cubicBezTo>
                    <a:lnTo>
                      <a:pt x="11" y="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8" name="Freeform 121"/>
              <p:cNvSpPr>
                <a:spLocks noEditPoints="1"/>
              </p:cNvSpPr>
              <p:nvPr/>
            </p:nvSpPr>
            <p:spPr bwMode="auto">
              <a:xfrm>
                <a:off x="5900739" y="1019176"/>
                <a:ext cx="23813" cy="6350"/>
              </a:xfrm>
              <a:custGeom>
                <a:avLst/>
                <a:gdLst>
                  <a:gd name="T0" fmla="*/ 0 w 15"/>
                  <a:gd name="T1" fmla="*/ 2147483646 h 4"/>
                  <a:gd name="T2" fmla="*/ 0 w 15"/>
                  <a:gd name="T3" fmla="*/ 2147483646 h 4"/>
                  <a:gd name="T4" fmla="*/ 2147483646 w 15"/>
                  <a:gd name="T5" fmla="*/ 2147483646 h 4"/>
                  <a:gd name="T6" fmla="*/ 2147483646 w 15"/>
                  <a:gd name="T7" fmla="*/ 2147483646 h 4"/>
                  <a:gd name="T8" fmla="*/ 2147483646 w 15"/>
                  <a:gd name="T9" fmla="*/ 2147483646 h 4"/>
                  <a:gd name="T10" fmla="*/ 2147483646 w 15"/>
                  <a:gd name="T11" fmla="*/ 2147483646 h 4"/>
                  <a:gd name="T12" fmla="*/ 2147483646 w 15"/>
                  <a:gd name="T13" fmla="*/ 2147483646 h 4"/>
                  <a:gd name="T14" fmla="*/ 2147483646 w 15"/>
                  <a:gd name="T15" fmla="*/ 2147483646 h 4"/>
                  <a:gd name="T16" fmla="*/ 2147483646 w 15"/>
                  <a:gd name="T17" fmla="*/ 2147483646 h 4"/>
                  <a:gd name="T18" fmla="*/ 2147483646 w 15"/>
                  <a:gd name="T19" fmla="*/ 2147483646 h 4"/>
                  <a:gd name="T20" fmla="*/ 2147483646 w 15"/>
                  <a:gd name="T21" fmla="*/ 2147483646 h 4"/>
                  <a:gd name="T22" fmla="*/ 2147483646 w 15"/>
                  <a:gd name="T23" fmla="*/ 2147483646 h 4"/>
                  <a:gd name="T24" fmla="*/ 2147483646 w 15"/>
                  <a:gd name="T25" fmla="*/ 2147483646 h 4"/>
                  <a:gd name="T26" fmla="*/ 2147483646 w 15"/>
                  <a:gd name="T27" fmla="*/ 2147483646 h 4"/>
                  <a:gd name="T28" fmla="*/ 2147483646 w 15"/>
                  <a:gd name="T29" fmla="*/ 0 h 4"/>
                  <a:gd name="T30" fmla="*/ 2147483646 w 15"/>
                  <a:gd name="T31" fmla="*/ 2147483646 h 4"/>
                  <a:gd name="T32" fmla="*/ 0 w 15"/>
                  <a:gd name="T33" fmla="*/ 2147483646 h 4"/>
                  <a:gd name="T34" fmla="*/ 2147483646 w 15"/>
                  <a:gd name="T35" fmla="*/ 2147483646 h 4"/>
                  <a:gd name="T36" fmla="*/ 2147483646 w 15"/>
                  <a:gd name="T37" fmla="*/ 2147483646 h 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5" h="4">
                    <a:moveTo>
                      <a:pt x="0" y="2"/>
                    </a:moveTo>
                    <a:cubicBezTo>
                      <a:pt x="0" y="3"/>
                      <a:pt x="0" y="3"/>
                      <a:pt x="0" y="3"/>
                    </a:cubicBezTo>
                    <a:cubicBezTo>
                      <a:pt x="0" y="4"/>
                      <a:pt x="0" y="4"/>
                      <a:pt x="1" y="4"/>
                    </a:cubicBezTo>
                    <a:cubicBezTo>
                      <a:pt x="3" y="4"/>
                      <a:pt x="3" y="4"/>
                      <a:pt x="3" y="4"/>
                    </a:cubicBezTo>
                    <a:cubicBezTo>
                      <a:pt x="4" y="4"/>
                      <a:pt x="4" y="4"/>
                      <a:pt x="4" y="3"/>
                    </a:cubicBezTo>
                    <a:cubicBezTo>
                      <a:pt x="4" y="2"/>
                      <a:pt x="4" y="2"/>
                      <a:pt x="4" y="2"/>
                    </a:cubicBezTo>
                    <a:cubicBezTo>
                      <a:pt x="5" y="2"/>
                      <a:pt x="6" y="2"/>
                      <a:pt x="7" y="2"/>
                    </a:cubicBezTo>
                    <a:cubicBezTo>
                      <a:pt x="9" y="2"/>
                      <a:pt x="10" y="2"/>
                      <a:pt x="11" y="2"/>
                    </a:cubicBezTo>
                    <a:cubicBezTo>
                      <a:pt x="11" y="3"/>
                      <a:pt x="11" y="3"/>
                      <a:pt x="11" y="3"/>
                    </a:cubicBezTo>
                    <a:cubicBezTo>
                      <a:pt x="11" y="4"/>
                      <a:pt x="12" y="4"/>
                      <a:pt x="12" y="4"/>
                    </a:cubicBezTo>
                    <a:cubicBezTo>
                      <a:pt x="15" y="4"/>
                      <a:pt x="15" y="4"/>
                      <a:pt x="15" y="4"/>
                    </a:cubicBezTo>
                    <a:cubicBezTo>
                      <a:pt x="15" y="4"/>
                      <a:pt x="15" y="4"/>
                      <a:pt x="15" y="3"/>
                    </a:cubicBezTo>
                    <a:cubicBezTo>
                      <a:pt x="15" y="2"/>
                      <a:pt x="15" y="2"/>
                      <a:pt x="15" y="2"/>
                    </a:cubicBezTo>
                    <a:cubicBezTo>
                      <a:pt x="15" y="1"/>
                      <a:pt x="15" y="1"/>
                      <a:pt x="14" y="1"/>
                    </a:cubicBezTo>
                    <a:cubicBezTo>
                      <a:pt x="14" y="1"/>
                      <a:pt x="11" y="0"/>
                      <a:pt x="8" y="0"/>
                    </a:cubicBezTo>
                    <a:cubicBezTo>
                      <a:pt x="5" y="0"/>
                      <a:pt x="2" y="1"/>
                      <a:pt x="2" y="1"/>
                    </a:cubicBezTo>
                    <a:cubicBezTo>
                      <a:pt x="1" y="1"/>
                      <a:pt x="0" y="1"/>
                      <a:pt x="0" y="2"/>
                    </a:cubicBezTo>
                    <a:close/>
                    <a:moveTo>
                      <a:pt x="2" y="1"/>
                    </a:moveTo>
                    <a:cubicBezTo>
                      <a:pt x="2" y="1"/>
                      <a:pt x="2" y="1"/>
                      <a:pt x="2" y="1"/>
                    </a:cubicBezTo>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9" name="Oval 122"/>
              <p:cNvSpPr>
                <a:spLocks noChangeArrowheads="1"/>
              </p:cNvSpPr>
              <p:nvPr/>
            </p:nvSpPr>
            <p:spPr bwMode="auto">
              <a:xfrm>
                <a:off x="5853114" y="1590676"/>
                <a:ext cx="46038"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0" name="Oval 123"/>
              <p:cNvSpPr>
                <a:spLocks noChangeArrowheads="1"/>
              </p:cNvSpPr>
              <p:nvPr/>
            </p:nvSpPr>
            <p:spPr bwMode="auto">
              <a:xfrm>
                <a:off x="5926139" y="1590676"/>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131" name="Rectangle 1290"/>
            <p:cNvSpPr>
              <a:spLocks noChangeArrowheads="1"/>
            </p:cNvSpPr>
            <p:nvPr/>
          </p:nvSpPr>
          <p:spPr bwMode="auto">
            <a:xfrm>
              <a:off x="6804155" y="2221265"/>
              <a:ext cx="6155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en-US" altLang="zh-CN" sz="1600" dirty="0">
                  <a:solidFill>
                    <a:schemeClr val="bg2"/>
                  </a:solidFill>
                  <a:latin typeface="微软雅黑" panose="020B0503020204020204" pitchFamily="34" charset="-122"/>
                  <a:ea typeface="微软雅黑" panose="020B0503020204020204" pitchFamily="34" charset="-122"/>
                </a:rPr>
                <a:t>AI</a:t>
              </a:r>
              <a:r>
                <a:rPr lang="zh-CN" altLang="en-US" sz="1600" dirty="0">
                  <a:solidFill>
                    <a:schemeClr val="bg2"/>
                  </a:solidFill>
                  <a:latin typeface="微软雅黑" panose="020B0503020204020204" pitchFamily="34" charset="-122"/>
                  <a:ea typeface="微软雅黑" panose="020B0503020204020204" pitchFamily="34" charset="-122"/>
                </a:rPr>
                <a:t>音箱</a:t>
              </a:r>
              <a:endParaRPr lang="zh-CN" altLang="zh-CN" sz="4800" dirty="0">
                <a:solidFill>
                  <a:schemeClr val="bg2"/>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7330289" y="2820887"/>
            <a:ext cx="790724" cy="1179003"/>
            <a:chOff x="7533767" y="2845251"/>
            <a:chExt cx="790724" cy="1179003"/>
          </a:xfrm>
        </p:grpSpPr>
        <p:grpSp>
          <p:nvGrpSpPr>
            <p:cNvPr id="132" name="组合 29"/>
            <p:cNvGrpSpPr/>
            <p:nvPr/>
          </p:nvGrpSpPr>
          <p:grpSpPr bwMode="auto">
            <a:xfrm>
              <a:off x="7533767" y="2845251"/>
              <a:ext cx="790724" cy="847339"/>
              <a:chOff x="2306638" y="1001713"/>
              <a:chExt cx="665163" cy="712788"/>
            </a:xfrm>
          </p:grpSpPr>
          <p:sp>
            <p:nvSpPr>
              <p:cNvPr id="133" name="Freeform 821"/>
              <p:cNvSpPr>
                <a:spLocks noEditPoints="1"/>
              </p:cNvSpPr>
              <p:nvPr/>
            </p:nvSpPr>
            <p:spPr bwMode="auto">
              <a:xfrm>
                <a:off x="2654301" y="1001713"/>
                <a:ext cx="317500" cy="285750"/>
              </a:xfrm>
              <a:custGeom>
                <a:avLst/>
                <a:gdLst>
                  <a:gd name="T0" fmla="*/ 2147483646 w 205"/>
                  <a:gd name="T1" fmla="*/ 2147483646 h 184"/>
                  <a:gd name="T2" fmla="*/ 0 w 205"/>
                  <a:gd name="T3" fmla="*/ 2147483646 h 184"/>
                  <a:gd name="T4" fmla="*/ 2147483646 w 205"/>
                  <a:gd name="T5" fmla="*/ 0 h 184"/>
                  <a:gd name="T6" fmla="*/ 2147483646 w 205"/>
                  <a:gd name="T7" fmla="*/ 2147483646 h 184"/>
                  <a:gd name="T8" fmla="*/ 2147483646 w 205"/>
                  <a:gd name="T9" fmla="*/ 2147483646 h 184"/>
                  <a:gd name="T10" fmla="*/ 2147483646 w 205"/>
                  <a:gd name="T11" fmla="*/ 2147483646 h 184"/>
                  <a:gd name="T12" fmla="*/ 2147483646 w 205"/>
                  <a:gd name="T13" fmla="*/ 2147483646 h 184"/>
                  <a:gd name="T14" fmla="*/ 2147483646 w 205"/>
                  <a:gd name="T15" fmla="*/ 2147483646 h 184"/>
                  <a:gd name="T16" fmla="*/ 2147483646 w 205"/>
                  <a:gd name="T17" fmla="*/ 2147483646 h 184"/>
                  <a:gd name="T18" fmla="*/ 2147483646 w 205"/>
                  <a:gd name="T19" fmla="*/ 2147483646 h 184"/>
                  <a:gd name="T20" fmla="*/ 2147483646 w 205"/>
                  <a:gd name="T21" fmla="*/ 2147483646 h 184"/>
                  <a:gd name="T22" fmla="*/ 2147483646 w 205"/>
                  <a:gd name="T23" fmla="*/ 2147483646 h 184"/>
                  <a:gd name="T24" fmla="*/ 2147483646 w 205"/>
                  <a:gd name="T25" fmla="*/ 2147483646 h 184"/>
                  <a:gd name="T26" fmla="*/ 2147483646 w 205"/>
                  <a:gd name="T27" fmla="*/ 2147483646 h 1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184">
                    <a:moveTo>
                      <a:pt x="90" y="184"/>
                    </a:moveTo>
                    <a:cubicBezTo>
                      <a:pt x="40" y="184"/>
                      <a:pt x="0" y="143"/>
                      <a:pt x="0" y="92"/>
                    </a:cubicBezTo>
                    <a:cubicBezTo>
                      <a:pt x="0" y="41"/>
                      <a:pt x="40" y="0"/>
                      <a:pt x="90" y="0"/>
                    </a:cubicBezTo>
                    <a:cubicBezTo>
                      <a:pt x="127" y="0"/>
                      <a:pt x="178" y="21"/>
                      <a:pt x="198" y="57"/>
                    </a:cubicBezTo>
                    <a:cubicBezTo>
                      <a:pt x="203" y="65"/>
                      <a:pt x="205" y="75"/>
                      <a:pt x="205" y="88"/>
                    </a:cubicBezTo>
                    <a:cubicBezTo>
                      <a:pt x="205" y="98"/>
                      <a:pt x="203" y="113"/>
                      <a:pt x="197" y="124"/>
                    </a:cubicBezTo>
                    <a:cubicBezTo>
                      <a:pt x="178" y="156"/>
                      <a:pt x="127" y="184"/>
                      <a:pt x="90" y="184"/>
                    </a:cubicBezTo>
                    <a:close/>
                    <a:moveTo>
                      <a:pt x="90" y="8"/>
                    </a:moveTo>
                    <a:cubicBezTo>
                      <a:pt x="45" y="8"/>
                      <a:pt x="8" y="45"/>
                      <a:pt x="8" y="92"/>
                    </a:cubicBezTo>
                    <a:cubicBezTo>
                      <a:pt x="8" y="138"/>
                      <a:pt x="45" y="176"/>
                      <a:pt x="90" y="176"/>
                    </a:cubicBezTo>
                    <a:cubicBezTo>
                      <a:pt x="125" y="176"/>
                      <a:pt x="172" y="150"/>
                      <a:pt x="190" y="120"/>
                    </a:cubicBezTo>
                    <a:cubicBezTo>
                      <a:pt x="196" y="110"/>
                      <a:pt x="197" y="95"/>
                      <a:pt x="197" y="88"/>
                    </a:cubicBezTo>
                    <a:cubicBezTo>
                      <a:pt x="197" y="76"/>
                      <a:pt x="195" y="68"/>
                      <a:pt x="191" y="61"/>
                    </a:cubicBezTo>
                    <a:cubicBezTo>
                      <a:pt x="173" y="28"/>
                      <a:pt x="124" y="8"/>
                      <a:pt x="90"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4" name="Freeform 822"/>
              <p:cNvSpPr>
                <a:spLocks noEditPoints="1"/>
              </p:cNvSpPr>
              <p:nvPr/>
            </p:nvSpPr>
            <p:spPr bwMode="auto">
              <a:xfrm>
                <a:off x="2714626" y="1106488"/>
                <a:ext cx="58738" cy="60325"/>
              </a:xfrm>
              <a:custGeom>
                <a:avLst/>
                <a:gdLst>
                  <a:gd name="T0" fmla="*/ 2147483646 w 38"/>
                  <a:gd name="T1" fmla="*/ 2147483646 h 39"/>
                  <a:gd name="T2" fmla="*/ 0 w 38"/>
                  <a:gd name="T3" fmla="*/ 2147483646 h 39"/>
                  <a:gd name="T4" fmla="*/ 2147483646 w 38"/>
                  <a:gd name="T5" fmla="*/ 0 h 39"/>
                  <a:gd name="T6" fmla="*/ 2147483646 w 38"/>
                  <a:gd name="T7" fmla="*/ 2147483646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2147483646 w 38"/>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39">
                    <a:moveTo>
                      <a:pt x="19" y="39"/>
                    </a:moveTo>
                    <a:cubicBezTo>
                      <a:pt x="9" y="39"/>
                      <a:pt x="0" y="30"/>
                      <a:pt x="0" y="19"/>
                    </a:cubicBezTo>
                    <a:cubicBezTo>
                      <a:pt x="0" y="9"/>
                      <a:pt x="9" y="0"/>
                      <a:pt x="19" y="0"/>
                    </a:cubicBezTo>
                    <a:cubicBezTo>
                      <a:pt x="30" y="0"/>
                      <a:pt x="38" y="9"/>
                      <a:pt x="38" y="19"/>
                    </a:cubicBezTo>
                    <a:cubicBezTo>
                      <a:pt x="38" y="30"/>
                      <a:pt x="30" y="39"/>
                      <a:pt x="19" y="39"/>
                    </a:cubicBezTo>
                    <a:close/>
                    <a:moveTo>
                      <a:pt x="19" y="4"/>
                    </a:moveTo>
                    <a:cubicBezTo>
                      <a:pt x="11" y="4"/>
                      <a:pt x="4" y="11"/>
                      <a:pt x="4" y="19"/>
                    </a:cubicBezTo>
                    <a:cubicBezTo>
                      <a:pt x="4" y="28"/>
                      <a:pt x="11" y="35"/>
                      <a:pt x="19" y="35"/>
                    </a:cubicBezTo>
                    <a:cubicBezTo>
                      <a:pt x="28" y="35"/>
                      <a:pt x="34" y="28"/>
                      <a:pt x="34" y="19"/>
                    </a:cubicBezTo>
                    <a:cubicBezTo>
                      <a:pt x="34" y="11"/>
                      <a:pt x="28" y="4"/>
                      <a:pt x="19"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5" name="Freeform 823"/>
              <p:cNvSpPr>
                <a:spLocks noEditPoints="1"/>
              </p:cNvSpPr>
              <p:nvPr/>
            </p:nvSpPr>
            <p:spPr bwMode="auto">
              <a:xfrm>
                <a:off x="2803526" y="1106488"/>
                <a:ext cx="58738" cy="60325"/>
              </a:xfrm>
              <a:custGeom>
                <a:avLst/>
                <a:gdLst>
                  <a:gd name="T0" fmla="*/ 2147483646 w 38"/>
                  <a:gd name="T1" fmla="*/ 2147483646 h 39"/>
                  <a:gd name="T2" fmla="*/ 0 w 38"/>
                  <a:gd name="T3" fmla="*/ 2147483646 h 39"/>
                  <a:gd name="T4" fmla="*/ 2147483646 w 38"/>
                  <a:gd name="T5" fmla="*/ 0 h 39"/>
                  <a:gd name="T6" fmla="*/ 2147483646 w 38"/>
                  <a:gd name="T7" fmla="*/ 2147483646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2147483646 w 38"/>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39">
                    <a:moveTo>
                      <a:pt x="19" y="39"/>
                    </a:moveTo>
                    <a:cubicBezTo>
                      <a:pt x="8" y="39"/>
                      <a:pt x="0" y="30"/>
                      <a:pt x="0" y="19"/>
                    </a:cubicBezTo>
                    <a:cubicBezTo>
                      <a:pt x="0" y="9"/>
                      <a:pt x="8" y="0"/>
                      <a:pt x="19" y="0"/>
                    </a:cubicBezTo>
                    <a:cubicBezTo>
                      <a:pt x="30" y="0"/>
                      <a:pt x="38" y="9"/>
                      <a:pt x="38" y="19"/>
                    </a:cubicBezTo>
                    <a:cubicBezTo>
                      <a:pt x="38" y="30"/>
                      <a:pt x="30" y="39"/>
                      <a:pt x="19" y="39"/>
                    </a:cubicBezTo>
                    <a:close/>
                    <a:moveTo>
                      <a:pt x="19" y="4"/>
                    </a:moveTo>
                    <a:cubicBezTo>
                      <a:pt x="11" y="4"/>
                      <a:pt x="4" y="11"/>
                      <a:pt x="4" y="19"/>
                    </a:cubicBezTo>
                    <a:cubicBezTo>
                      <a:pt x="4" y="28"/>
                      <a:pt x="11" y="35"/>
                      <a:pt x="19" y="35"/>
                    </a:cubicBezTo>
                    <a:cubicBezTo>
                      <a:pt x="27" y="35"/>
                      <a:pt x="34" y="28"/>
                      <a:pt x="34" y="19"/>
                    </a:cubicBezTo>
                    <a:cubicBezTo>
                      <a:pt x="34" y="11"/>
                      <a:pt x="27" y="4"/>
                      <a:pt x="19"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6" name="Freeform 824"/>
              <p:cNvSpPr>
                <a:spLocks noEditPoints="1"/>
              </p:cNvSpPr>
              <p:nvPr/>
            </p:nvSpPr>
            <p:spPr bwMode="auto">
              <a:xfrm>
                <a:off x="2894013" y="1066801"/>
                <a:ext cx="76200" cy="147638"/>
              </a:xfrm>
              <a:custGeom>
                <a:avLst/>
                <a:gdLst>
                  <a:gd name="T0" fmla="*/ 2147483646 w 49"/>
                  <a:gd name="T1" fmla="*/ 2147483646 h 95"/>
                  <a:gd name="T2" fmla="*/ 0 w 49"/>
                  <a:gd name="T3" fmla="*/ 2147483646 h 95"/>
                  <a:gd name="T4" fmla="*/ 2147483646 w 49"/>
                  <a:gd name="T5" fmla="*/ 0 h 95"/>
                  <a:gd name="T6" fmla="*/ 2147483646 w 49"/>
                  <a:gd name="T7" fmla="*/ 2147483646 h 95"/>
                  <a:gd name="T8" fmla="*/ 2147483646 w 49"/>
                  <a:gd name="T9" fmla="*/ 2147483646 h 95"/>
                  <a:gd name="T10" fmla="*/ 2147483646 w 49"/>
                  <a:gd name="T11" fmla="*/ 2147483646 h 95"/>
                  <a:gd name="T12" fmla="*/ 2147483646 w 49"/>
                  <a:gd name="T13" fmla="*/ 2147483646 h 95"/>
                  <a:gd name="T14" fmla="*/ 2147483646 w 49"/>
                  <a:gd name="T15" fmla="*/ 2147483646 h 95"/>
                  <a:gd name="T16" fmla="*/ 2147483646 w 49"/>
                  <a:gd name="T17" fmla="*/ 2147483646 h 95"/>
                  <a:gd name="T18" fmla="*/ 2147483646 w 49"/>
                  <a:gd name="T19" fmla="*/ 2147483646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 h="95">
                    <a:moveTo>
                      <a:pt x="24" y="95"/>
                    </a:moveTo>
                    <a:cubicBezTo>
                      <a:pt x="10" y="95"/>
                      <a:pt x="0" y="75"/>
                      <a:pt x="0" y="48"/>
                    </a:cubicBezTo>
                    <a:cubicBezTo>
                      <a:pt x="0" y="20"/>
                      <a:pt x="10" y="0"/>
                      <a:pt x="24" y="0"/>
                    </a:cubicBezTo>
                    <a:cubicBezTo>
                      <a:pt x="38" y="0"/>
                      <a:pt x="49" y="20"/>
                      <a:pt x="49" y="48"/>
                    </a:cubicBezTo>
                    <a:cubicBezTo>
                      <a:pt x="49" y="75"/>
                      <a:pt x="38" y="95"/>
                      <a:pt x="24" y="95"/>
                    </a:cubicBezTo>
                    <a:close/>
                    <a:moveTo>
                      <a:pt x="24" y="8"/>
                    </a:moveTo>
                    <a:cubicBezTo>
                      <a:pt x="16" y="8"/>
                      <a:pt x="8" y="24"/>
                      <a:pt x="8" y="48"/>
                    </a:cubicBezTo>
                    <a:cubicBezTo>
                      <a:pt x="8" y="71"/>
                      <a:pt x="16" y="87"/>
                      <a:pt x="24" y="87"/>
                    </a:cubicBezTo>
                    <a:cubicBezTo>
                      <a:pt x="32" y="87"/>
                      <a:pt x="41" y="71"/>
                      <a:pt x="41" y="48"/>
                    </a:cubicBezTo>
                    <a:cubicBezTo>
                      <a:pt x="41" y="24"/>
                      <a:pt x="32" y="8"/>
                      <a:pt x="24"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7" name="Freeform 825"/>
              <p:cNvSpPr>
                <a:spLocks noEditPoints="1"/>
              </p:cNvSpPr>
              <p:nvPr/>
            </p:nvSpPr>
            <p:spPr bwMode="auto">
              <a:xfrm>
                <a:off x="2897188" y="1092201"/>
                <a:ext cx="49213" cy="98425"/>
              </a:xfrm>
              <a:custGeom>
                <a:avLst/>
                <a:gdLst>
                  <a:gd name="T0" fmla="*/ 2147483646 w 32"/>
                  <a:gd name="T1" fmla="*/ 2147483646 h 63"/>
                  <a:gd name="T2" fmla="*/ 0 w 32"/>
                  <a:gd name="T3" fmla="*/ 2147483646 h 63"/>
                  <a:gd name="T4" fmla="*/ 2147483646 w 32"/>
                  <a:gd name="T5" fmla="*/ 0 h 63"/>
                  <a:gd name="T6" fmla="*/ 2147483646 w 32"/>
                  <a:gd name="T7" fmla="*/ 2147483646 h 63"/>
                  <a:gd name="T8" fmla="*/ 2147483646 w 32"/>
                  <a:gd name="T9" fmla="*/ 2147483646 h 63"/>
                  <a:gd name="T10" fmla="*/ 2147483646 w 32"/>
                  <a:gd name="T11" fmla="*/ 2147483646 h 63"/>
                  <a:gd name="T12" fmla="*/ 2147483646 w 32"/>
                  <a:gd name="T13" fmla="*/ 2147483646 h 63"/>
                  <a:gd name="T14" fmla="*/ 2147483646 w 32"/>
                  <a:gd name="T15" fmla="*/ 2147483646 h 63"/>
                  <a:gd name="T16" fmla="*/ 2147483646 w 32"/>
                  <a:gd name="T17" fmla="*/ 2147483646 h 63"/>
                  <a:gd name="T18" fmla="*/ 2147483646 w 32"/>
                  <a:gd name="T19" fmla="*/ 2147483646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 h="63">
                    <a:moveTo>
                      <a:pt x="16" y="63"/>
                    </a:moveTo>
                    <a:cubicBezTo>
                      <a:pt x="7" y="63"/>
                      <a:pt x="0" y="49"/>
                      <a:pt x="0" y="32"/>
                    </a:cubicBezTo>
                    <a:cubicBezTo>
                      <a:pt x="0" y="14"/>
                      <a:pt x="7" y="0"/>
                      <a:pt x="16" y="0"/>
                    </a:cubicBezTo>
                    <a:cubicBezTo>
                      <a:pt x="25" y="0"/>
                      <a:pt x="32" y="14"/>
                      <a:pt x="32" y="32"/>
                    </a:cubicBezTo>
                    <a:cubicBezTo>
                      <a:pt x="32" y="49"/>
                      <a:pt x="25" y="63"/>
                      <a:pt x="16" y="63"/>
                    </a:cubicBezTo>
                    <a:close/>
                    <a:moveTo>
                      <a:pt x="16" y="4"/>
                    </a:moveTo>
                    <a:cubicBezTo>
                      <a:pt x="10" y="4"/>
                      <a:pt x="4" y="15"/>
                      <a:pt x="4" y="32"/>
                    </a:cubicBezTo>
                    <a:cubicBezTo>
                      <a:pt x="4" y="48"/>
                      <a:pt x="10" y="59"/>
                      <a:pt x="16" y="59"/>
                    </a:cubicBezTo>
                    <a:cubicBezTo>
                      <a:pt x="22" y="59"/>
                      <a:pt x="28" y="48"/>
                      <a:pt x="28" y="32"/>
                    </a:cubicBezTo>
                    <a:cubicBezTo>
                      <a:pt x="28" y="15"/>
                      <a:pt x="22"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8" name="Freeform 826"/>
              <p:cNvSpPr/>
              <p:nvPr/>
            </p:nvSpPr>
            <p:spPr bwMode="auto">
              <a:xfrm>
                <a:off x="2725738" y="1274763"/>
                <a:ext cx="112713" cy="439738"/>
              </a:xfrm>
              <a:custGeom>
                <a:avLst/>
                <a:gdLst>
                  <a:gd name="T0" fmla="*/ 2147483646 w 73"/>
                  <a:gd name="T1" fmla="*/ 2147483646 h 283"/>
                  <a:gd name="T2" fmla="*/ 0 w 73"/>
                  <a:gd name="T3" fmla="*/ 2147483646 h 283"/>
                  <a:gd name="T4" fmla="*/ 0 w 73"/>
                  <a:gd name="T5" fmla="*/ 2147483646 h 283"/>
                  <a:gd name="T6" fmla="*/ 2147483646 w 73"/>
                  <a:gd name="T7" fmla="*/ 2147483646 h 283"/>
                  <a:gd name="T8" fmla="*/ 2147483646 w 73"/>
                  <a:gd name="T9" fmla="*/ 2147483646 h 283"/>
                  <a:gd name="T10" fmla="*/ 2147483646 w 73"/>
                  <a:gd name="T11" fmla="*/ 2147483646 h 283"/>
                  <a:gd name="T12" fmla="*/ 2147483646 w 73"/>
                  <a:gd name="T13" fmla="*/ 2147483646 h 283"/>
                  <a:gd name="T14" fmla="*/ 2147483646 w 73"/>
                  <a:gd name="T15" fmla="*/ 0 h 283"/>
                  <a:gd name="T16" fmla="*/ 2147483646 w 73"/>
                  <a:gd name="T17" fmla="*/ 0 h 283"/>
                  <a:gd name="T18" fmla="*/ 2147483646 w 73"/>
                  <a:gd name="T19" fmla="*/ 2147483646 h 283"/>
                  <a:gd name="T20" fmla="*/ 2147483646 w 73"/>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3" h="283">
                    <a:moveTo>
                      <a:pt x="37" y="283"/>
                    </a:moveTo>
                    <a:cubicBezTo>
                      <a:pt x="16" y="283"/>
                      <a:pt x="0" y="266"/>
                      <a:pt x="0" y="246"/>
                    </a:cubicBezTo>
                    <a:cubicBezTo>
                      <a:pt x="0" y="26"/>
                      <a:pt x="0" y="26"/>
                      <a:pt x="0" y="26"/>
                    </a:cubicBezTo>
                    <a:cubicBezTo>
                      <a:pt x="8" y="26"/>
                      <a:pt x="8" y="26"/>
                      <a:pt x="8" y="26"/>
                    </a:cubicBezTo>
                    <a:cubicBezTo>
                      <a:pt x="8" y="246"/>
                      <a:pt x="8" y="246"/>
                      <a:pt x="8" y="246"/>
                    </a:cubicBezTo>
                    <a:cubicBezTo>
                      <a:pt x="8" y="262"/>
                      <a:pt x="21" y="275"/>
                      <a:pt x="37" y="275"/>
                    </a:cubicBezTo>
                    <a:cubicBezTo>
                      <a:pt x="52" y="275"/>
                      <a:pt x="65" y="262"/>
                      <a:pt x="65" y="246"/>
                    </a:cubicBezTo>
                    <a:cubicBezTo>
                      <a:pt x="65" y="0"/>
                      <a:pt x="65" y="0"/>
                      <a:pt x="65" y="0"/>
                    </a:cubicBezTo>
                    <a:cubicBezTo>
                      <a:pt x="73" y="0"/>
                      <a:pt x="73" y="0"/>
                      <a:pt x="73" y="0"/>
                    </a:cubicBezTo>
                    <a:cubicBezTo>
                      <a:pt x="73" y="246"/>
                      <a:pt x="73" y="246"/>
                      <a:pt x="73" y="246"/>
                    </a:cubicBezTo>
                    <a:cubicBezTo>
                      <a:pt x="73" y="266"/>
                      <a:pt x="57" y="283"/>
                      <a:pt x="37" y="28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39" name="Rectangle 827"/>
              <p:cNvSpPr>
                <a:spLocks noChangeArrowheads="1"/>
              </p:cNvSpPr>
              <p:nvPr/>
            </p:nvSpPr>
            <p:spPr bwMode="auto">
              <a:xfrm>
                <a:off x="2732088" y="1654176"/>
                <a:ext cx="100013"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0" name="Freeform 828"/>
              <p:cNvSpPr>
                <a:spLocks noEditPoints="1"/>
              </p:cNvSpPr>
              <p:nvPr/>
            </p:nvSpPr>
            <p:spPr bwMode="auto">
              <a:xfrm>
                <a:off x="2306638" y="1001713"/>
                <a:ext cx="317500" cy="285750"/>
              </a:xfrm>
              <a:custGeom>
                <a:avLst/>
                <a:gdLst>
                  <a:gd name="T0" fmla="*/ 2147483646 w 205"/>
                  <a:gd name="T1" fmla="*/ 2147483646 h 184"/>
                  <a:gd name="T2" fmla="*/ 2147483646 w 205"/>
                  <a:gd name="T3" fmla="*/ 2147483646 h 184"/>
                  <a:gd name="T4" fmla="*/ 0 w 205"/>
                  <a:gd name="T5" fmla="*/ 2147483646 h 184"/>
                  <a:gd name="T6" fmla="*/ 2147483646 w 205"/>
                  <a:gd name="T7" fmla="*/ 2147483646 h 184"/>
                  <a:gd name="T8" fmla="*/ 2147483646 w 205"/>
                  <a:gd name="T9" fmla="*/ 0 h 184"/>
                  <a:gd name="T10" fmla="*/ 2147483646 w 205"/>
                  <a:gd name="T11" fmla="*/ 2147483646 h 184"/>
                  <a:gd name="T12" fmla="*/ 2147483646 w 205"/>
                  <a:gd name="T13" fmla="*/ 2147483646 h 184"/>
                  <a:gd name="T14" fmla="*/ 2147483646 w 205"/>
                  <a:gd name="T15" fmla="*/ 2147483646 h 184"/>
                  <a:gd name="T16" fmla="*/ 2147483646 w 205"/>
                  <a:gd name="T17" fmla="*/ 2147483646 h 184"/>
                  <a:gd name="T18" fmla="*/ 2147483646 w 205"/>
                  <a:gd name="T19" fmla="*/ 2147483646 h 184"/>
                  <a:gd name="T20" fmla="*/ 2147483646 w 205"/>
                  <a:gd name="T21" fmla="*/ 2147483646 h 184"/>
                  <a:gd name="T22" fmla="*/ 2147483646 w 205"/>
                  <a:gd name="T23" fmla="*/ 2147483646 h 184"/>
                  <a:gd name="T24" fmla="*/ 2147483646 w 205"/>
                  <a:gd name="T25" fmla="*/ 2147483646 h 184"/>
                  <a:gd name="T26" fmla="*/ 2147483646 w 205"/>
                  <a:gd name="T27" fmla="*/ 2147483646 h 1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184">
                    <a:moveTo>
                      <a:pt x="115" y="184"/>
                    </a:moveTo>
                    <a:cubicBezTo>
                      <a:pt x="77" y="184"/>
                      <a:pt x="27" y="156"/>
                      <a:pt x="8" y="124"/>
                    </a:cubicBezTo>
                    <a:cubicBezTo>
                      <a:pt x="1" y="113"/>
                      <a:pt x="0" y="98"/>
                      <a:pt x="0" y="88"/>
                    </a:cubicBezTo>
                    <a:cubicBezTo>
                      <a:pt x="0" y="75"/>
                      <a:pt x="2" y="65"/>
                      <a:pt x="7" y="57"/>
                    </a:cubicBezTo>
                    <a:cubicBezTo>
                      <a:pt x="27" y="21"/>
                      <a:pt x="77" y="0"/>
                      <a:pt x="115" y="0"/>
                    </a:cubicBezTo>
                    <a:cubicBezTo>
                      <a:pt x="164" y="0"/>
                      <a:pt x="205" y="41"/>
                      <a:pt x="205" y="92"/>
                    </a:cubicBezTo>
                    <a:cubicBezTo>
                      <a:pt x="205" y="143"/>
                      <a:pt x="164" y="184"/>
                      <a:pt x="115" y="184"/>
                    </a:cubicBezTo>
                    <a:close/>
                    <a:moveTo>
                      <a:pt x="115" y="8"/>
                    </a:moveTo>
                    <a:cubicBezTo>
                      <a:pt x="80" y="8"/>
                      <a:pt x="32" y="28"/>
                      <a:pt x="14" y="61"/>
                    </a:cubicBezTo>
                    <a:cubicBezTo>
                      <a:pt x="10" y="68"/>
                      <a:pt x="8" y="76"/>
                      <a:pt x="8" y="88"/>
                    </a:cubicBezTo>
                    <a:cubicBezTo>
                      <a:pt x="8" y="95"/>
                      <a:pt x="9" y="110"/>
                      <a:pt x="15" y="120"/>
                    </a:cubicBezTo>
                    <a:cubicBezTo>
                      <a:pt x="33" y="150"/>
                      <a:pt x="80" y="176"/>
                      <a:pt x="115" y="176"/>
                    </a:cubicBezTo>
                    <a:cubicBezTo>
                      <a:pt x="160" y="176"/>
                      <a:pt x="197" y="138"/>
                      <a:pt x="197" y="92"/>
                    </a:cubicBezTo>
                    <a:cubicBezTo>
                      <a:pt x="197" y="45"/>
                      <a:pt x="160" y="8"/>
                      <a:pt x="115"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1" name="Freeform 829"/>
              <p:cNvSpPr>
                <a:spLocks noEditPoints="1"/>
              </p:cNvSpPr>
              <p:nvPr/>
            </p:nvSpPr>
            <p:spPr bwMode="auto">
              <a:xfrm>
                <a:off x="2503488" y="1106488"/>
                <a:ext cx="60325" cy="60325"/>
              </a:xfrm>
              <a:custGeom>
                <a:avLst/>
                <a:gdLst>
                  <a:gd name="T0" fmla="*/ 2147483646 w 39"/>
                  <a:gd name="T1" fmla="*/ 2147483646 h 39"/>
                  <a:gd name="T2" fmla="*/ 0 w 39"/>
                  <a:gd name="T3" fmla="*/ 2147483646 h 39"/>
                  <a:gd name="T4" fmla="*/ 2147483646 w 39"/>
                  <a:gd name="T5" fmla="*/ 0 h 39"/>
                  <a:gd name="T6" fmla="*/ 2147483646 w 39"/>
                  <a:gd name="T7" fmla="*/ 2147483646 h 39"/>
                  <a:gd name="T8" fmla="*/ 2147483646 w 39"/>
                  <a:gd name="T9" fmla="*/ 2147483646 h 39"/>
                  <a:gd name="T10" fmla="*/ 2147483646 w 39"/>
                  <a:gd name="T11" fmla="*/ 2147483646 h 39"/>
                  <a:gd name="T12" fmla="*/ 2147483646 w 39"/>
                  <a:gd name="T13" fmla="*/ 2147483646 h 39"/>
                  <a:gd name="T14" fmla="*/ 2147483646 w 39"/>
                  <a:gd name="T15" fmla="*/ 2147483646 h 39"/>
                  <a:gd name="T16" fmla="*/ 2147483646 w 39"/>
                  <a:gd name="T17" fmla="*/ 2147483646 h 39"/>
                  <a:gd name="T18" fmla="*/ 2147483646 w 39"/>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2" name="Freeform 830"/>
              <p:cNvSpPr>
                <a:spLocks noEditPoints="1"/>
              </p:cNvSpPr>
              <p:nvPr/>
            </p:nvSpPr>
            <p:spPr bwMode="auto">
              <a:xfrm>
                <a:off x="2417763" y="1106488"/>
                <a:ext cx="58738" cy="60325"/>
              </a:xfrm>
              <a:custGeom>
                <a:avLst/>
                <a:gdLst>
                  <a:gd name="T0" fmla="*/ 2147483646 w 38"/>
                  <a:gd name="T1" fmla="*/ 2147483646 h 39"/>
                  <a:gd name="T2" fmla="*/ 0 w 38"/>
                  <a:gd name="T3" fmla="*/ 2147483646 h 39"/>
                  <a:gd name="T4" fmla="*/ 2147483646 w 38"/>
                  <a:gd name="T5" fmla="*/ 0 h 39"/>
                  <a:gd name="T6" fmla="*/ 2147483646 w 38"/>
                  <a:gd name="T7" fmla="*/ 2147483646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2147483646 w 38"/>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39">
                    <a:moveTo>
                      <a:pt x="19" y="39"/>
                    </a:moveTo>
                    <a:cubicBezTo>
                      <a:pt x="8" y="39"/>
                      <a:pt x="0" y="30"/>
                      <a:pt x="0" y="19"/>
                    </a:cubicBezTo>
                    <a:cubicBezTo>
                      <a:pt x="0" y="9"/>
                      <a:pt x="8" y="0"/>
                      <a:pt x="19" y="0"/>
                    </a:cubicBezTo>
                    <a:cubicBezTo>
                      <a:pt x="29" y="0"/>
                      <a:pt x="38" y="9"/>
                      <a:pt x="38" y="19"/>
                    </a:cubicBezTo>
                    <a:cubicBezTo>
                      <a:pt x="38" y="30"/>
                      <a:pt x="29" y="39"/>
                      <a:pt x="19" y="39"/>
                    </a:cubicBezTo>
                    <a:close/>
                    <a:moveTo>
                      <a:pt x="19" y="4"/>
                    </a:moveTo>
                    <a:cubicBezTo>
                      <a:pt x="10" y="4"/>
                      <a:pt x="4" y="11"/>
                      <a:pt x="4" y="19"/>
                    </a:cubicBezTo>
                    <a:cubicBezTo>
                      <a:pt x="4" y="28"/>
                      <a:pt x="10" y="35"/>
                      <a:pt x="19" y="35"/>
                    </a:cubicBezTo>
                    <a:cubicBezTo>
                      <a:pt x="27" y="35"/>
                      <a:pt x="34" y="28"/>
                      <a:pt x="34" y="19"/>
                    </a:cubicBezTo>
                    <a:cubicBezTo>
                      <a:pt x="34" y="11"/>
                      <a:pt x="27" y="4"/>
                      <a:pt x="19"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3" name="Freeform 831"/>
              <p:cNvSpPr>
                <a:spLocks noEditPoints="1"/>
              </p:cNvSpPr>
              <p:nvPr/>
            </p:nvSpPr>
            <p:spPr bwMode="auto">
              <a:xfrm>
                <a:off x="2309813" y="1066801"/>
                <a:ext cx="76200" cy="147638"/>
              </a:xfrm>
              <a:custGeom>
                <a:avLst/>
                <a:gdLst>
                  <a:gd name="T0" fmla="*/ 2147483646 w 49"/>
                  <a:gd name="T1" fmla="*/ 2147483646 h 95"/>
                  <a:gd name="T2" fmla="*/ 0 w 49"/>
                  <a:gd name="T3" fmla="*/ 2147483646 h 95"/>
                  <a:gd name="T4" fmla="*/ 2147483646 w 49"/>
                  <a:gd name="T5" fmla="*/ 0 h 95"/>
                  <a:gd name="T6" fmla="*/ 2147483646 w 49"/>
                  <a:gd name="T7" fmla="*/ 2147483646 h 95"/>
                  <a:gd name="T8" fmla="*/ 2147483646 w 49"/>
                  <a:gd name="T9" fmla="*/ 2147483646 h 95"/>
                  <a:gd name="T10" fmla="*/ 2147483646 w 49"/>
                  <a:gd name="T11" fmla="*/ 2147483646 h 95"/>
                  <a:gd name="T12" fmla="*/ 2147483646 w 49"/>
                  <a:gd name="T13" fmla="*/ 2147483646 h 95"/>
                  <a:gd name="T14" fmla="*/ 2147483646 w 49"/>
                  <a:gd name="T15" fmla="*/ 2147483646 h 95"/>
                  <a:gd name="T16" fmla="*/ 2147483646 w 49"/>
                  <a:gd name="T17" fmla="*/ 2147483646 h 95"/>
                  <a:gd name="T18" fmla="*/ 2147483646 w 49"/>
                  <a:gd name="T19" fmla="*/ 2147483646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 h="95">
                    <a:moveTo>
                      <a:pt x="25" y="95"/>
                    </a:moveTo>
                    <a:cubicBezTo>
                      <a:pt x="11" y="95"/>
                      <a:pt x="0" y="75"/>
                      <a:pt x="0" y="48"/>
                    </a:cubicBezTo>
                    <a:cubicBezTo>
                      <a:pt x="0" y="20"/>
                      <a:pt x="11" y="0"/>
                      <a:pt x="25" y="0"/>
                    </a:cubicBezTo>
                    <a:cubicBezTo>
                      <a:pt x="38" y="0"/>
                      <a:pt x="49" y="20"/>
                      <a:pt x="49" y="48"/>
                    </a:cubicBezTo>
                    <a:cubicBezTo>
                      <a:pt x="49" y="75"/>
                      <a:pt x="38" y="95"/>
                      <a:pt x="25" y="95"/>
                    </a:cubicBezTo>
                    <a:close/>
                    <a:moveTo>
                      <a:pt x="25" y="8"/>
                    </a:moveTo>
                    <a:cubicBezTo>
                      <a:pt x="17" y="8"/>
                      <a:pt x="8" y="24"/>
                      <a:pt x="8" y="48"/>
                    </a:cubicBezTo>
                    <a:cubicBezTo>
                      <a:pt x="8" y="71"/>
                      <a:pt x="17" y="87"/>
                      <a:pt x="25" y="87"/>
                    </a:cubicBezTo>
                    <a:cubicBezTo>
                      <a:pt x="32" y="87"/>
                      <a:pt x="41" y="71"/>
                      <a:pt x="41" y="48"/>
                    </a:cubicBezTo>
                    <a:cubicBezTo>
                      <a:pt x="41" y="24"/>
                      <a:pt x="32" y="8"/>
                      <a:pt x="25"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4" name="Freeform 832"/>
              <p:cNvSpPr>
                <a:spLocks noEditPoints="1"/>
              </p:cNvSpPr>
              <p:nvPr/>
            </p:nvSpPr>
            <p:spPr bwMode="auto">
              <a:xfrm>
                <a:off x="2333626" y="1092201"/>
                <a:ext cx="49213" cy="98425"/>
              </a:xfrm>
              <a:custGeom>
                <a:avLst/>
                <a:gdLst>
                  <a:gd name="T0" fmla="*/ 2147483646 w 32"/>
                  <a:gd name="T1" fmla="*/ 2147483646 h 63"/>
                  <a:gd name="T2" fmla="*/ 0 w 32"/>
                  <a:gd name="T3" fmla="*/ 2147483646 h 63"/>
                  <a:gd name="T4" fmla="*/ 2147483646 w 32"/>
                  <a:gd name="T5" fmla="*/ 0 h 63"/>
                  <a:gd name="T6" fmla="*/ 2147483646 w 32"/>
                  <a:gd name="T7" fmla="*/ 2147483646 h 63"/>
                  <a:gd name="T8" fmla="*/ 2147483646 w 32"/>
                  <a:gd name="T9" fmla="*/ 2147483646 h 63"/>
                  <a:gd name="T10" fmla="*/ 2147483646 w 32"/>
                  <a:gd name="T11" fmla="*/ 2147483646 h 63"/>
                  <a:gd name="T12" fmla="*/ 2147483646 w 32"/>
                  <a:gd name="T13" fmla="*/ 2147483646 h 63"/>
                  <a:gd name="T14" fmla="*/ 2147483646 w 32"/>
                  <a:gd name="T15" fmla="*/ 2147483646 h 63"/>
                  <a:gd name="T16" fmla="*/ 2147483646 w 32"/>
                  <a:gd name="T17" fmla="*/ 2147483646 h 63"/>
                  <a:gd name="T18" fmla="*/ 2147483646 w 32"/>
                  <a:gd name="T19" fmla="*/ 2147483646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 h="63">
                    <a:moveTo>
                      <a:pt x="16" y="63"/>
                    </a:moveTo>
                    <a:cubicBezTo>
                      <a:pt x="7" y="63"/>
                      <a:pt x="0" y="49"/>
                      <a:pt x="0" y="32"/>
                    </a:cubicBezTo>
                    <a:cubicBezTo>
                      <a:pt x="0" y="14"/>
                      <a:pt x="7" y="0"/>
                      <a:pt x="16" y="0"/>
                    </a:cubicBezTo>
                    <a:cubicBezTo>
                      <a:pt x="25" y="0"/>
                      <a:pt x="32" y="14"/>
                      <a:pt x="32" y="32"/>
                    </a:cubicBezTo>
                    <a:cubicBezTo>
                      <a:pt x="32" y="49"/>
                      <a:pt x="25" y="63"/>
                      <a:pt x="16" y="63"/>
                    </a:cubicBezTo>
                    <a:close/>
                    <a:moveTo>
                      <a:pt x="16" y="4"/>
                    </a:moveTo>
                    <a:cubicBezTo>
                      <a:pt x="10" y="4"/>
                      <a:pt x="4" y="15"/>
                      <a:pt x="4" y="32"/>
                    </a:cubicBezTo>
                    <a:cubicBezTo>
                      <a:pt x="4" y="48"/>
                      <a:pt x="10" y="59"/>
                      <a:pt x="16" y="59"/>
                    </a:cubicBezTo>
                    <a:cubicBezTo>
                      <a:pt x="22" y="59"/>
                      <a:pt x="28" y="48"/>
                      <a:pt x="28" y="32"/>
                    </a:cubicBezTo>
                    <a:cubicBezTo>
                      <a:pt x="28" y="15"/>
                      <a:pt x="22"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5" name="Freeform 833"/>
              <p:cNvSpPr/>
              <p:nvPr/>
            </p:nvSpPr>
            <p:spPr bwMode="auto">
              <a:xfrm>
                <a:off x="2439988" y="1274763"/>
                <a:ext cx="114300" cy="439738"/>
              </a:xfrm>
              <a:custGeom>
                <a:avLst/>
                <a:gdLst>
                  <a:gd name="T0" fmla="*/ 2147483646 w 73"/>
                  <a:gd name="T1" fmla="*/ 2147483646 h 283"/>
                  <a:gd name="T2" fmla="*/ 0 w 73"/>
                  <a:gd name="T3" fmla="*/ 2147483646 h 283"/>
                  <a:gd name="T4" fmla="*/ 0 w 73"/>
                  <a:gd name="T5" fmla="*/ 0 h 283"/>
                  <a:gd name="T6" fmla="*/ 2147483646 w 73"/>
                  <a:gd name="T7" fmla="*/ 0 h 283"/>
                  <a:gd name="T8" fmla="*/ 2147483646 w 73"/>
                  <a:gd name="T9" fmla="*/ 2147483646 h 283"/>
                  <a:gd name="T10" fmla="*/ 2147483646 w 73"/>
                  <a:gd name="T11" fmla="*/ 2147483646 h 283"/>
                  <a:gd name="T12" fmla="*/ 2147483646 w 73"/>
                  <a:gd name="T13" fmla="*/ 2147483646 h 283"/>
                  <a:gd name="T14" fmla="*/ 2147483646 w 73"/>
                  <a:gd name="T15" fmla="*/ 2147483646 h 283"/>
                  <a:gd name="T16" fmla="*/ 2147483646 w 73"/>
                  <a:gd name="T17" fmla="*/ 2147483646 h 283"/>
                  <a:gd name="T18" fmla="*/ 2147483646 w 73"/>
                  <a:gd name="T19" fmla="*/ 2147483646 h 283"/>
                  <a:gd name="T20" fmla="*/ 2147483646 w 73"/>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3" h="283">
                    <a:moveTo>
                      <a:pt x="36" y="283"/>
                    </a:moveTo>
                    <a:cubicBezTo>
                      <a:pt x="16" y="283"/>
                      <a:pt x="0" y="266"/>
                      <a:pt x="0" y="246"/>
                    </a:cubicBezTo>
                    <a:cubicBezTo>
                      <a:pt x="0" y="0"/>
                      <a:pt x="0" y="0"/>
                      <a:pt x="0" y="0"/>
                    </a:cubicBezTo>
                    <a:cubicBezTo>
                      <a:pt x="8" y="0"/>
                      <a:pt x="8" y="0"/>
                      <a:pt x="8" y="0"/>
                    </a:cubicBezTo>
                    <a:cubicBezTo>
                      <a:pt x="8" y="246"/>
                      <a:pt x="8" y="246"/>
                      <a:pt x="8" y="246"/>
                    </a:cubicBezTo>
                    <a:cubicBezTo>
                      <a:pt x="8" y="262"/>
                      <a:pt x="21" y="275"/>
                      <a:pt x="36" y="275"/>
                    </a:cubicBezTo>
                    <a:cubicBezTo>
                      <a:pt x="52" y="275"/>
                      <a:pt x="65" y="262"/>
                      <a:pt x="65" y="246"/>
                    </a:cubicBezTo>
                    <a:cubicBezTo>
                      <a:pt x="65" y="26"/>
                      <a:pt x="65" y="26"/>
                      <a:pt x="65" y="26"/>
                    </a:cubicBezTo>
                    <a:cubicBezTo>
                      <a:pt x="73" y="26"/>
                      <a:pt x="73" y="26"/>
                      <a:pt x="73" y="26"/>
                    </a:cubicBezTo>
                    <a:cubicBezTo>
                      <a:pt x="73" y="246"/>
                      <a:pt x="73" y="246"/>
                      <a:pt x="73" y="246"/>
                    </a:cubicBezTo>
                    <a:cubicBezTo>
                      <a:pt x="73" y="266"/>
                      <a:pt x="56" y="283"/>
                      <a:pt x="36" y="28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6" name="Rectangle 834"/>
              <p:cNvSpPr>
                <a:spLocks noChangeArrowheads="1"/>
              </p:cNvSpPr>
              <p:nvPr/>
            </p:nvSpPr>
            <p:spPr bwMode="auto">
              <a:xfrm>
                <a:off x="2446338" y="1654176"/>
                <a:ext cx="101600"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7" name="Oval 835"/>
              <p:cNvSpPr>
                <a:spLocks noChangeArrowheads="1"/>
              </p:cNvSpPr>
              <p:nvPr/>
            </p:nvSpPr>
            <p:spPr bwMode="auto">
              <a:xfrm>
                <a:off x="2525713" y="1295401"/>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48" name="Oval 836"/>
              <p:cNvSpPr>
                <a:spLocks noChangeArrowheads="1"/>
              </p:cNvSpPr>
              <p:nvPr/>
            </p:nvSpPr>
            <p:spPr bwMode="auto">
              <a:xfrm>
                <a:off x="2709863" y="1295401"/>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204" name="Rectangle 1290"/>
            <p:cNvSpPr>
              <a:spLocks noChangeArrowheads="1"/>
            </p:cNvSpPr>
            <p:nvPr/>
          </p:nvSpPr>
          <p:spPr bwMode="auto">
            <a:xfrm>
              <a:off x="7716147" y="3778033"/>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zh-CN" altLang="en-US" sz="1600" dirty="0">
                  <a:solidFill>
                    <a:schemeClr val="bg2"/>
                  </a:solidFill>
                  <a:latin typeface="微软雅黑" panose="020B0503020204020204" pitchFamily="34" charset="-122"/>
                  <a:ea typeface="微软雅黑" panose="020B0503020204020204" pitchFamily="34" charset="-122"/>
                </a:rPr>
                <a:t>耳机</a:t>
              </a:r>
              <a:endParaRPr lang="zh-CN" altLang="zh-CN" sz="4800" dirty="0">
                <a:solidFill>
                  <a:schemeClr val="bg2"/>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6975520" y="4137112"/>
            <a:ext cx="1051570" cy="882016"/>
            <a:chOff x="7325104" y="4220054"/>
            <a:chExt cx="1051570" cy="882016"/>
          </a:xfrm>
        </p:grpSpPr>
        <p:grpSp>
          <p:nvGrpSpPr>
            <p:cNvPr id="150" name="组合 41"/>
            <p:cNvGrpSpPr/>
            <p:nvPr/>
          </p:nvGrpSpPr>
          <p:grpSpPr bwMode="auto">
            <a:xfrm>
              <a:off x="7337922" y="4220054"/>
              <a:ext cx="1026619" cy="552939"/>
              <a:chOff x="742951" y="1141412"/>
              <a:chExt cx="863600" cy="465138"/>
            </a:xfrm>
          </p:grpSpPr>
          <p:sp>
            <p:nvSpPr>
              <p:cNvPr id="151" name="Freeform 1482"/>
              <p:cNvSpPr/>
              <p:nvPr/>
            </p:nvSpPr>
            <p:spPr bwMode="auto">
              <a:xfrm>
                <a:off x="742951" y="1141412"/>
                <a:ext cx="406400" cy="465138"/>
              </a:xfrm>
              <a:custGeom>
                <a:avLst/>
                <a:gdLst>
                  <a:gd name="T0" fmla="*/ 2147483646 w 262"/>
                  <a:gd name="T1" fmla="*/ 2147483646 h 298"/>
                  <a:gd name="T2" fmla="*/ 2147483646 w 262"/>
                  <a:gd name="T3" fmla="*/ 2147483646 h 298"/>
                  <a:gd name="T4" fmla="*/ 2147483646 w 262"/>
                  <a:gd name="T5" fmla="*/ 2147483646 h 298"/>
                  <a:gd name="T6" fmla="*/ 2147483646 w 262"/>
                  <a:gd name="T7" fmla="*/ 2147483646 h 298"/>
                  <a:gd name="T8" fmla="*/ 2147483646 w 262"/>
                  <a:gd name="T9" fmla="*/ 2147483646 h 298"/>
                  <a:gd name="T10" fmla="*/ 0 w 262"/>
                  <a:gd name="T11" fmla="*/ 2147483646 h 298"/>
                  <a:gd name="T12" fmla="*/ 0 w 262"/>
                  <a:gd name="T13" fmla="*/ 2147483646 h 298"/>
                  <a:gd name="T14" fmla="*/ 2147483646 w 262"/>
                  <a:gd name="T15" fmla="*/ 2147483646 h 298"/>
                  <a:gd name="T16" fmla="*/ 2147483646 w 262"/>
                  <a:gd name="T17" fmla="*/ 2147483646 h 298"/>
                  <a:gd name="T18" fmla="*/ 2147483646 w 262"/>
                  <a:gd name="T19" fmla="*/ 0 h 298"/>
                  <a:gd name="T20" fmla="*/ 2147483646 w 262"/>
                  <a:gd name="T21" fmla="*/ 2147483646 h 298"/>
                  <a:gd name="T22" fmla="*/ 2147483646 w 262"/>
                  <a:gd name="T23" fmla="*/ 2147483646 h 298"/>
                  <a:gd name="T24" fmla="*/ 2147483646 w 262"/>
                  <a:gd name="T25" fmla="*/ 2147483646 h 298"/>
                  <a:gd name="T26" fmla="*/ 2147483646 w 262"/>
                  <a:gd name="T27" fmla="*/ 2147483646 h 298"/>
                  <a:gd name="T28" fmla="*/ 2147483646 w 262"/>
                  <a:gd name="T29" fmla="*/ 2147483646 h 298"/>
                  <a:gd name="T30" fmla="*/ 2147483646 w 262"/>
                  <a:gd name="T31" fmla="*/ 2147483646 h 298"/>
                  <a:gd name="T32" fmla="*/ 2147483646 w 262"/>
                  <a:gd name="T33" fmla="*/ 2147483646 h 298"/>
                  <a:gd name="T34" fmla="*/ 2147483646 w 262"/>
                  <a:gd name="T35" fmla="*/ 2147483646 h 298"/>
                  <a:gd name="T36" fmla="*/ 2147483646 w 262"/>
                  <a:gd name="T37" fmla="*/ 2147483646 h 298"/>
                  <a:gd name="T38" fmla="*/ 2147483646 w 262"/>
                  <a:gd name="T39" fmla="*/ 2147483646 h 298"/>
                  <a:gd name="T40" fmla="*/ 2147483646 w 262"/>
                  <a:gd name="T41" fmla="*/ 2147483646 h 298"/>
                  <a:gd name="T42" fmla="*/ 2147483646 w 262"/>
                  <a:gd name="T43" fmla="*/ 2147483646 h 298"/>
                  <a:gd name="T44" fmla="*/ 2147483646 w 262"/>
                  <a:gd name="T45" fmla="*/ 2147483646 h 298"/>
                  <a:gd name="T46" fmla="*/ 2147483646 w 262"/>
                  <a:gd name="T47" fmla="*/ 2147483646 h 298"/>
                  <a:gd name="T48" fmla="*/ 2147483646 w 262"/>
                  <a:gd name="T49" fmla="*/ 2147483646 h 298"/>
                  <a:gd name="T50" fmla="*/ 2147483646 w 262"/>
                  <a:gd name="T51" fmla="*/ 2147483646 h 298"/>
                  <a:gd name="T52" fmla="*/ 2147483646 w 262"/>
                  <a:gd name="T53" fmla="*/ 2147483646 h 298"/>
                  <a:gd name="T54" fmla="*/ 2147483646 w 262"/>
                  <a:gd name="T55" fmla="*/ 2147483646 h 298"/>
                  <a:gd name="T56" fmla="*/ 2147483646 w 262"/>
                  <a:gd name="T57" fmla="*/ 2147483646 h 298"/>
                  <a:gd name="T58" fmla="*/ 2147483646 w 262"/>
                  <a:gd name="T59" fmla="*/ 2147483646 h 298"/>
                  <a:gd name="T60" fmla="*/ 2147483646 w 262"/>
                  <a:gd name="T61" fmla="*/ 2147483646 h 298"/>
                  <a:gd name="T62" fmla="*/ 2147483646 w 262"/>
                  <a:gd name="T63" fmla="*/ 2147483646 h 298"/>
                  <a:gd name="T64" fmla="*/ 2147483646 w 262"/>
                  <a:gd name="T65" fmla="*/ 2147483646 h 298"/>
                  <a:gd name="T66" fmla="*/ 2147483646 w 262"/>
                  <a:gd name="T67" fmla="*/ 2147483646 h 29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2" h="298">
                    <a:moveTo>
                      <a:pt x="162" y="298"/>
                    </a:moveTo>
                    <a:cubicBezTo>
                      <a:pt x="152" y="298"/>
                      <a:pt x="140" y="297"/>
                      <a:pt x="126" y="297"/>
                    </a:cubicBezTo>
                    <a:cubicBezTo>
                      <a:pt x="46" y="292"/>
                      <a:pt x="34" y="254"/>
                      <a:pt x="27" y="232"/>
                    </a:cubicBezTo>
                    <a:cubicBezTo>
                      <a:pt x="26" y="230"/>
                      <a:pt x="25" y="228"/>
                      <a:pt x="24" y="226"/>
                    </a:cubicBezTo>
                    <a:cubicBezTo>
                      <a:pt x="23" y="223"/>
                      <a:pt x="22" y="219"/>
                      <a:pt x="20" y="215"/>
                    </a:cubicBezTo>
                    <a:cubicBezTo>
                      <a:pt x="12" y="194"/>
                      <a:pt x="0" y="161"/>
                      <a:pt x="0" y="141"/>
                    </a:cubicBezTo>
                    <a:cubicBezTo>
                      <a:pt x="0" y="82"/>
                      <a:pt x="0" y="82"/>
                      <a:pt x="0" y="82"/>
                    </a:cubicBezTo>
                    <a:cubicBezTo>
                      <a:pt x="0" y="76"/>
                      <a:pt x="14" y="47"/>
                      <a:pt x="58" y="31"/>
                    </a:cubicBezTo>
                    <a:cubicBezTo>
                      <a:pt x="79" y="23"/>
                      <a:pt x="106" y="16"/>
                      <a:pt x="133" y="11"/>
                    </a:cubicBezTo>
                    <a:cubicBezTo>
                      <a:pt x="171" y="3"/>
                      <a:pt x="205" y="0"/>
                      <a:pt x="210" y="0"/>
                    </a:cubicBezTo>
                    <a:cubicBezTo>
                      <a:pt x="222" y="0"/>
                      <a:pt x="232" y="10"/>
                      <a:pt x="232" y="21"/>
                    </a:cubicBezTo>
                    <a:cubicBezTo>
                      <a:pt x="232" y="33"/>
                      <a:pt x="222" y="43"/>
                      <a:pt x="210" y="43"/>
                    </a:cubicBezTo>
                    <a:cubicBezTo>
                      <a:pt x="205" y="43"/>
                      <a:pt x="140" y="54"/>
                      <a:pt x="94" y="70"/>
                    </a:cubicBezTo>
                    <a:cubicBezTo>
                      <a:pt x="54" y="85"/>
                      <a:pt x="36" y="106"/>
                      <a:pt x="36" y="106"/>
                    </a:cubicBezTo>
                    <a:cubicBezTo>
                      <a:pt x="30" y="101"/>
                      <a:pt x="30" y="101"/>
                      <a:pt x="30" y="101"/>
                    </a:cubicBezTo>
                    <a:cubicBezTo>
                      <a:pt x="35" y="95"/>
                      <a:pt x="56" y="76"/>
                      <a:pt x="91" y="63"/>
                    </a:cubicBezTo>
                    <a:cubicBezTo>
                      <a:pt x="138" y="46"/>
                      <a:pt x="203" y="35"/>
                      <a:pt x="210" y="35"/>
                    </a:cubicBezTo>
                    <a:cubicBezTo>
                      <a:pt x="218" y="35"/>
                      <a:pt x="224" y="29"/>
                      <a:pt x="224" y="21"/>
                    </a:cubicBezTo>
                    <a:cubicBezTo>
                      <a:pt x="224" y="14"/>
                      <a:pt x="218" y="8"/>
                      <a:pt x="210" y="8"/>
                    </a:cubicBezTo>
                    <a:cubicBezTo>
                      <a:pt x="205" y="8"/>
                      <a:pt x="172" y="11"/>
                      <a:pt x="135" y="18"/>
                    </a:cubicBezTo>
                    <a:cubicBezTo>
                      <a:pt x="108" y="24"/>
                      <a:pt x="82" y="31"/>
                      <a:pt x="61" y="38"/>
                    </a:cubicBezTo>
                    <a:cubicBezTo>
                      <a:pt x="21" y="53"/>
                      <a:pt x="8" y="79"/>
                      <a:pt x="8" y="83"/>
                    </a:cubicBezTo>
                    <a:cubicBezTo>
                      <a:pt x="8" y="141"/>
                      <a:pt x="8" y="141"/>
                      <a:pt x="8" y="141"/>
                    </a:cubicBezTo>
                    <a:cubicBezTo>
                      <a:pt x="8" y="160"/>
                      <a:pt x="20" y="191"/>
                      <a:pt x="28" y="212"/>
                    </a:cubicBezTo>
                    <a:cubicBezTo>
                      <a:pt x="29" y="216"/>
                      <a:pt x="31" y="220"/>
                      <a:pt x="32" y="223"/>
                    </a:cubicBezTo>
                    <a:cubicBezTo>
                      <a:pt x="33" y="225"/>
                      <a:pt x="33" y="227"/>
                      <a:pt x="34" y="230"/>
                    </a:cubicBezTo>
                    <a:cubicBezTo>
                      <a:pt x="41" y="250"/>
                      <a:pt x="52" y="284"/>
                      <a:pt x="126" y="289"/>
                    </a:cubicBezTo>
                    <a:cubicBezTo>
                      <a:pt x="212" y="294"/>
                      <a:pt x="226" y="283"/>
                      <a:pt x="247" y="248"/>
                    </a:cubicBezTo>
                    <a:cubicBezTo>
                      <a:pt x="250" y="245"/>
                      <a:pt x="251" y="240"/>
                      <a:pt x="253" y="236"/>
                    </a:cubicBezTo>
                    <a:cubicBezTo>
                      <a:pt x="254" y="233"/>
                      <a:pt x="254" y="233"/>
                      <a:pt x="254" y="233"/>
                    </a:cubicBezTo>
                    <a:cubicBezTo>
                      <a:pt x="262" y="236"/>
                      <a:pt x="262" y="236"/>
                      <a:pt x="262" y="236"/>
                    </a:cubicBezTo>
                    <a:cubicBezTo>
                      <a:pt x="261" y="239"/>
                      <a:pt x="261" y="239"/>
                      <a:pt x="261" y="239"/>
                    </a:cubicBezTo>
                    <a:cubicBezTo>
                      <a:pt x="259" y="244"/>
                      <a:pt x="257" y="248"/>
                      <a:pt x="254" y="253"/>
                    </a:cubicBezTo>
                    <a:cubicBezTo>
                      <a:pt x="234" y="286"/>
                      <a:pt x="218" y="298"/>
                      <a:pt x="162" y="29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2" name="Freeform 1483"/>
              <p:cNvSpPr/>
              <p:nvPr/>
            </p:nvSpPr>
            <p:spPr bwMode="auto">
              <a:xfrm>
                <a:off x="1200151" y="1141412"/>
                <a:ext cx="406400" cy="465138"/>
              </a:xfrm>
              <a:custGeom>
                <a:avLst/>
                <a:gdLst>
                  <a:gd name="T0" fmla="*/ 2147483646 w 262"/>
                  <a:gd name="T1" fmla="*/ 2147483646 h 298"/>
                  <a:gd name="T2" fmla="*/ 2147483646 w 262"/>
                  <a:gd name="T3" fmla="*/ 2147483646 h 298"/>
                  <a:gd name="T4" fmla="*/ 2147483646 w 262"/>
                  <a:gd name="T5" fmla="*/ 2147483646 h 298"/>
                  <a:gd name="T6" fmla="*/ 0 w 262"/>
                  <a:gd name="T7" fmla="*/ 2147483646 h 298"/>
                  <a:gd name="T8" fmla="*/ 2147483646 w 262"/>
                  <a:gd name="T9" fmla="*/ 2147483646 h 298"/>
                  <a:gd name="T10" fmla="*/ 2147483646 w 262"/>
                  <a:gd name="T11" fmla="*/ 2147483646 h 298"/>
                  <a:gd name="T12" fmla="*/ 2147483646 w 262"/>
                  <a:gd name="T13" fmla="*/ 2147483646 h 298"/>
                  <a:gd name="T14" fmla="*/ 2147483646 w 262"/>
                  <a:gd name="T15" fmla="*/ 2147483646 h 298"/>
                  <a:gd name="T16" fmla="*/ 2147483646 w 262"/>
                  <a:gd name="T17" fmla="*/ 2147483646 h 298"/>
                  <a:gd name="T18" fmla="*/ 2147483646 w 262"/>
                  <a:gd name="T19" fmla="*/ 2147483646 h 298"/>
                  <a:gd name="T20" fmla="*/ 2147483646 w 262"/>
                  <a:gd name="T21" fmla="*/ 2147483646 h 298"/>
                  <a:gd name="T22" fmla="*/ 2147483646 w 262"/>
                  <a:gd name="T23" fmla="*/ 2147483646 h 298"/>
                  <a:gd name="T24" fmla="*/ 2147483646 w 262"/>
                  <a:gd name="T25" fmla="*/ 2147483646 h 298"/>
                  <a:gd name="T26" fmla="*/ 2147483646 w 262"/>
                  <a:gd name="T27" fmla="*/ 2147483646 h 298"/>
                  <a:gd name="T28" fmla="*/ 2147483646 w 262"/>
                  <a:gd name="T29" fmla="*/ 2147483646 h 298"/>
                  <a:gd name="T30" fmla="*/ 2147483646 w 262"/>
                  <a:gd name="T31" fmla="*/ 2147483646 h 298"/>
                  <a:gd name="T32" fmla="*/ 2147483646 w 262"/>
                  <a:gd name="T33" fmla="*/ 2147483646 h 298"/>
                  <a:gd name="T34" fmla="*/ 2147483646 w 262"/>
                  <a:gd name="T35" fmla="*/ 2147483646 h 298"/>
                  <a:gd name="T36" fmla="*/ 2147483646 w 262"/>
                  <a:gd name="T37" fmla="*/ 2147483646 h 298"/>
                  <a:gd name="T38" fmla="*/ 2147483646 w 262"/>
                  <a:gd name="T39" fmla="*/ 2147483646 h 298"/>
                  <a:gd name="T40" fmla="*/ 2147483646 w 262"/>
                  <a:gd name="T41" fmla="*/ 2147483646 h 298"/>
                  <a:gd name="T42" fmla="*/ 2147483646 w 262"/>
                  <a:gd name="T43" fmla="*/ 2147483646 h 298"/>
                  <a:gd name="T44" fmla="*/ 2147483646 w 262"/>
                  <a:gd name="T45" fmla="*/ 2147483646 h 298"/>
                  <a:gd name="T46" fmla="*/ 2147483646 w 262"/>
                  <a:gd name="T47" fmla="*/ 2147483646 h 298"/>
                  <a:gd name="T48" fmla="*/ 2147483646 w 262"/>
                  <a:gd name="T49" fmla="*/ 0 h 298"/>
                  <a:gd name="T50" fmla="*/ 2147483646 w 262"/>
                  <a:gd name="T51" fmla="*/ 2147483646 h 298"/>
                  <a:gd name="T52" fmla="*/ 2147483646 w 262"/>
                  <a:gd name="T53" fmla="*/ 2147483646 h 298"/>
                  <a:gd name="T54" fmla="*/ 2147483646 w 262"/>
                  <a:gd name="T55" fmla="*/ 2147483646 h 298"/>
                  <a:gd name="T56" fmla="*/ 2147483646 w 262"/>
                  <a:gd name="T57" fmla="*/ 2147483646 h 298"/>
                  <a:gd name="T58" fmla="*/ 2147483646 w 262"/>
                  <a:gd name="T59" fmla="*/ 2147483646 h 298"/>
                  <a:gd name="T60" fmla="*/ 2147483646 w 262"/>
                  <a:gd name="T61" fmla="*/ 2147483646 h 298"/>
                  <a:gd name="T62" fmla="*/ 2147483646 w 262"/>
                  <a:gd name="T63" fmla="*/ 2147483646 h 298"/>
                  <a:gd name="T64" fmla="*/ 2147483646 w 262"/>
                  <a:gd name="T65" fmla="*/ 2147483646 h 298"/>
                  <a:gd name="T66" fmla="*/ 2147483646 w 262"/>
                  <a:gd name="T67" fmla="*/ 2147483646 h 29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2" h="298">
                    <a:moveTo>
                      <a:pt x="99" y="298"/>
                    </a:moveTo>
                    <a:cubicBezTo>
                      <a:pt x="44" y="298"/>
                      <a:pt x="28" y="286"/>
                      <a:pt x="8" y="253"/>
                    </a:cubicBezTo>
                    <a:cubicBezTo>
                      <a:pt x="5" y="248"/>
                      <a:pt x="3" y="244"/>
                      <a:pt x="1" y="240"/>
                    </a:cubicBezTo>
                    <a:cubicBezTo>
                      <a:pt x="0" y="237"/>
                      <a:pt x="0" y="237"/>
                      <a:pt x="0" y="237"/>
                    </a:cubicBezTo>
                    <a:cubicBezTo>
                      <a:pt x="8" y="234"/>
                      <a:pt x="8" y="234"/>
                      <a:pt x="8" y="234"/>
                    </a:cubicBezTo>
                    <a:cubicBezTo>
                      <a:pt x="9" y="236"/>
                      <a:pt x="9" y="236"/>
                      <a:pt x="9" y="236"/>
                    </a:cubicBezTo>
                    <a:cubicBezTo>
                      <a:pt x="10" y="240"/>
                      <a:pt x="12" y="245"/>
                      <a:pt x="14" y="248"/>
                    </a:cubicBezTo>
                    <a:cubicBezTo>
                      <a:pt x="35" y="283"/>
                      <a:pt x="50" y="294"/>
                      <a:pt x="135" y="289"/>
                    </a:cubicBezTo>
                    <a:cubicBezTo>
                      <a:pt x="210" y="284"/>
                      <a:pt x="221" y="250"/>
                      <a:pt x="228" y="230"/>
                    </a:cubicBezTo>
                    <a:cubicBezTo>
                      <a:pt x="228" y="227"/>
                      <a:pt x="229" y="225"/>
                      <a:pt x="230" y="223"/>
                    </a:cubicBezTo>
                    <a:cubicBezTo>
                      <a:pt x="231" y="220"/>
                      <a:pt x="232" y="216"/>
                      <a:pt x="234" y="212"/>
                    </a:cubicBezTo>
                    <a:cubicBezTo>
                      <a:pt x="242" y="191"/>
                      <a:pt x="254" y="160"/>
                      <a:pt x="254" y="141"/>
                    </a:cubicBezTo>
                    <a:cubicBezTo>
                      <a:pt x="254" y="82"/>
                      <a:pt x="254" y="82"/>
                      <a:pt x="254" y="82"/>
                    </a:cubicBezTo>
                    <a:cubicBezTo>
                      <a:pt x="254" y="79"/>
                      <a:pt x="241" y="53"/>
                      <a:pt x="201" y="38"/>
                    </a:cubicBezTo>
                    <a:cubicBezTo>
                      <a:pt x="180" y="31"/>
                      <a:pt x="154" y="24"/>
                      <a:pt x="127" y="18"/>
                    </a:cubicBezTo>
                    <a:cubicBezTo>
                      <a:pt x="90" y="11"/>
                      <a:pt x="57" y="8"/>
                      <a:pt x="51" y="8"/>
                    </a:cubicBezTo>
                    <a:cubicBezTo>
                      <a:pt x="44" y="8"/>
                      <a:pt x="38" y="14"/>
                      <a:pt x="38" y="21"/>
                    </a:cubicBezTo>
                    <a:cubicBezTo>
                      <a:pt x="38" y="29"/>
                      <a:pt x="44" y="35"/>
                      <a:pt x="51" y="35"/>
                    </a:cubicBezTo>
                    <a:cubicBezTo>
                      <a:pt x="59" y="35"/>
                      <a:pt x="124" y="46"/>
                      <a:pt x="170" y="63"/>
                    </a:cubicBezTo>
                    <a:cubicBezTo>
                      <a:pt x="206" y="76"/>
                      <a:pt x="227" y="95"/>
                      <a:pt x="232" y="101"/>
                    </a:cubicBezTo>
                    <a:cubicBezTo>
                      <a:pt x="226" y="106"/>
                      <a:pt x="226" y="106"/>
                      <a:pt x="226" y="106"/>
                    </a:cubicBezTo>
                    <a:cubicBezTo>
                      <a:pt x="225" y="106"/>
                      <a:pt x="208" y="85"/>
                      <a:pt x="168" y="70"/>
                    </a:cubicBezTo>
                    <a:cubicBezTo>
                      <a:pt x="121" y="54"/>
                      <a:pt x="57" y="43"/>
                      <a:pt x="51" y="43"/>
                    </a:cubicBezTo>
                    <a:cubicBezTo>
                      <a:pt x="40" y="43"/>
                      <a:pt x="30" y="33"/>
                      <a:pt x="30" y="21"/>
                    </a:cubicBezTo>
                    <a:cubicBezTo>
                      <a:pt x="30" y="10"/>
                      <a:pt x="40" y="0"/>
                      <a:pt x="51" y="0"/>
                    </a:cubicBezTo>
                    <a:cubicBezTo>
                      <a:pt x="57" y="0"/>
                      <a:pt x="91" y="3"/>
                      <a:pt x="129" y="11"/>
                    </a:cubicBezTo>
                    <a:cubicBezTo>
                      <a:pt x="156" y="16"/>
                      <a:pt x="182" y="23"/>
                      <a:pt x="203" y="31"/>
                    </a:cubicBezTo>
                    <a:cubicBezTo>
                      <a:pt x="247" y="47"/>
                      <a:pt x="262" y="76"/>
                      <a:pt x="262" y="82"/>
                    </a:cubicBezTo>
                    <a:cubicBezTo>
                      <a:pt x="262" y="141"/>
                      <a:pt x="262" y="141"/>
                      <a:pt x="262" y="141"/>
                    </a:cubicBezTo>
                    <a:cubicBezTo>
                      <a:pt x="262" y="161"/>
                      <a:pt x="250" y="194"/>
                      <a:pt x="241" y="215"/>
                    </a:cubicBezTo>
                    <a:cubicBezTo>
                      <a:pt x="240" y="219"/>
                      <a:pt x="238" y="223"/>
                      <a:pt x="237" y="226"/>
                    </a:cubicBezTo>
                    <a:cubicBezTo>
                      <a:pt x="237" y="228"/>
                      <a:pt x="236" y="230"/>
                      <a:pt x="235" y="232"/>
                    </a:cubicBezTo>
                    <a:cubicBezTo>
                      <a:pt x="228" y="254"/>
                      <a:pt x="216" y="292"/>
                      <a:pt x="136" y="297"/>
                    </a:cubicBezTo>
                    <a:cubicBezTo>
                      <a:pt x="122" y="297"/>
                      <a:pt x="110" y="298"/>
                      <a:pt x="99" y="29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3" name="Freeform 1484"/>
              <p:cNvSpPr/>
              <p:nvPr/>
            </p:nvSpPr>
            <p:spPr bwMode="auto">
              <a:xfrm>
                <a:off x="746126" y="1211262"/>
                <a:ext cx="857250" cy="125413"/>
              </a:xfrm>
              <a:custGeom>
                <a:avLst/>
                <a:gdLst>
                  <a:gd name="T0" fmla="*/ 2147483646 w 552"/>
                  <a:gd name="T1" fmla="*/ 2147483646 h 80"/>
                  <a:gd name="T2" fmla="*/ 2147483646 w 552"/>
                  <a:gd name="T3" fmla="*/ 2147483646 h 80"/>
                  <a:gd name="T4" fmla="*/ 2147483646 w 552"/>
                  <a:gd name="T5" fmla="*/ 2147483646 h 80"/>
                  <a:gd name="T6" fmla="*/ 2147483646 w 552"/>
                  <a:gd name="T7" fmla="*/ 2147483646 h 80"/>
                  <a:gd name="T8" fmla="*/ 2147483646 w 552"/>
                  <a:gd name="T9" fmla="*/ 0 h 80"/>
                  <a:gd name="T10" fmla="*/ 2147483646 w 552"/>
                  <a:gd name="T11" fmla="*/ 2147483646 h 80"/>
                  <a:gd name="T12" fmla="*/ 2147483646 w 552"/>
                  <a:gd name="T13" fmla="*/ 2147483646 h 80"/>
                  <a:gd name="T14" fmla="*/ 2147483646 w 552"/>
                  <a:gd name="T15" fmla="*/ 2147483646 h 80"/>
                  <a:gd name="T16" fmla="*/ 2147483646 w 552"/>
                  <a:gd name="T17" fmla="*/ 2147483646 h 80"/>
                  <a:gd name="T18" fmla="*/ 2147483646 w 552"/>
                  <a:gd name="T19" fmla="*/ 2147483646 h 80"/>
                  <a:gd name="T20" fmla="*/ 2147483646 w 552"/>
                  <a:gd name="T21" fmla="*/ 2147483646 h 80"/>
                  <a:gd name="T22" fmla="*/ 2147483646 w 552"/>
                  <a:gd name="T23" fmla="*/ 2147483646 h 80"/>
                  <a:gd name="T24" fmla="*/ 2147483646 w 552"/>
                  <a:gd name="T25" fmla="*/ 0 h 80"/>
                  <a:gd name="T26" fmla="*/ 2147483646 w 552"/>
                  <a:gd name="T27" fmla="*/ 2147483646 h 80"/>
                  <a:gd name="T28" fmla="*/ 2147483646 w 552"/>
                  <a:gd name="T29" fmla="*/ 2147483646 h 80"/>
                  <a:gd name="T30" fmla="*/ 2147483646 w 552"/>
                  <a:gd name="T31" fmla="*/ 2147483646 h 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52" h="80">
                    <a:moveTo>
                      <a:pt x="285" y="79"/>
                    </a:moveTo>
                    <a:cubicBezTo>
                      <a:pt x="279" y="79"/>
                      <a:pt x="276" y="79"/>
                      <a:pt x="276" y="79"/>
                    </a:cubicBezTo>
                    <a:cubicBezTo>
                      <a:pt x="274" y="79"/>
                      <a:pt x="130" y="80"/>
                      <a:pt x="62" y="71"/>
                    </a:cubicBezTo>
                    <a:cubicBezTo>
                      <a:pt x="26" y="66"/>
                      <a:pt x="6" y="56"/>
                      <a:pt x="4" y="41"/>
                    </a:cubicBezTo>
                    <a:cubicBezTo>
                      <a:pt x="0" y="17"/>
                      <a:pt x="28" y="0"/>
                      <a:pt x="29" y="0"/>
                    </a:cubicBezTo>
                    <a:cubicBezTo>
                      <a:pt x="33" y="7"/>
                      <a:pt x="33" y="7"/>
                      <a:pt x="33" y="7"/>
                    </a:cubicBezTo>
                    <a:cubicBezTo>
                      <a:pt x="33" y="7"/>
                      <a:pt x="9" y="21"/>
                      <a:pt x="12" y="40"/>
                    </a:cubicBezTo>
                    <a:cubicBezTo>
                      <a:pt x="13" y="51"/>
                      <a:pt x="32" y="59"/>
                      <a:pt x="63" y="63"/>
                    </a:cubicBezTo>
                    <a:cubicBezTo>
                      <a:pt x="131" y="72"/>
                      <a:pt x="274" y="71"/>
                      <a:pt x="276" y="71"/>
                    </a:cubicBezTo>
                    <a:cubicBezTo>
                      <a:pt x="277" y="71"/>
                      <a:pt x="421" y="72"/>
                      <a:pt x="489" y="63"/>
                    </a:cubicBezTo>
                    <a:cubicBezTo>
                      <a:pt x="519" y="59"/>
                      <a:pt x="538" y="51"/>
                      <a:pt x="540" y="40"/>
                    </a:cubicBezTo>
                    <a:cubicBezTo>
                      <a:pt x="543" y="21"/>
                      <a:pt x="519" y="7"/>
                      <a:pt x="519" y="7"/>
                    </a:cubicBezTo>
                    <a:cubicBezTo>
                      <a:pt x="523" y="0"/>
                      <a:pt x="523" y="0"/>
                      <a:pt x="523" y="0"/>
                    </a:cubicBezTo>
                    <a:cubicBezTo>
                      <a:pt x="524" y="0"/>
                      <a:pt x="552" y="17"/>
                      <a:pt x="548" y="41"/>
                    </a:cubicBezTo>
                    <a:cubicBezTo>
                      <a:pt x="545" y="56"/>
                      <a:pt x="525" y="66"/>
                      <a:pt x="490" y="71"/>
                    </a:cubicBezTo>
                    <a:cubicBezTo>
                      <a:pt x="431" y="79"/>
                      <a:pt x="318" y="79"/>
                      <a:pt x="285" y="7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4" name="Freeform 1485"/>
              <p:cNvSpPr/>
              <p:nvPr/>
            </p:nvSpPr>
            <p:spPr bwMode="auto">
              <a:xfrm>
                <a:off x="746126" y="1303337"/>
                <a:ext cx="857250" cy="60325"/>
              </a:xfrm>
              <a:custGeom>
                <a:avLst/>
                <a:gdLst>
                  <a:gd name="T0" fmla="*/ 2147483646 w 552"/>
                  <a:gd name="T1" fmla="*/ 2147483646 h 38"/>
                  <a:gd name="T2" fmla="*/ 2147483646 w 552"/>
                  <a:gd name="T3" fmla="*/ 2147483646 h 38"/>
                  <a:gd name="T4" fmla="*/ 2147483646 w 552"/>
                  <a:gd name="T5" fmla="*/ 2147483646 h 38"/>
                  <a:gd name="T6" fmla="*/ 0 w 552"/>
                  <a:gd name="T7" fmla="*/ 2147483646 h 38"/>
                  <a:gd name="T8" fmla="*/ 2147483646 w 552"/>
                  <a:gd name="T9" fmla="*/ 0 h 38"/>
                  <a:gd name="T10" fmla="*/ 2147483646 w 552"/>
                  <a:gd name="T11" fmla="*/ 2147483646 h 38"/>
                  <a:gd name="T12" fmla="*/ 2147483646 w 552"/>
                  <a:gd name="T13" fmla="*/ 2147483646 h 38"/>
                  <a:gd name="T14" fmla="*/ 2147483646 w 552"/>
                  <a:gd name="T15" fmla="*/ 2147483646 h 38"/>
                  <a:gd name="T16" fmla="*/ 2147483646 w 552"/>
                  <a:gd name="T17" fmla="*/ 0 h 38"/>
                  <a:gd name="T18" fmla="*/ 2147483646 w 552"/>
                  <a:gd name="T19" fmla="*/ 2147483646 h 38"/>
                  <a:gd name="T20" fmla="*/ 2147483646 w 552"/>
                  <a:gd name="T21" fmla="*/ 2147483646 h 38"/>
                  <a:gd name="T22" fmla="*/ 2147483646 w 552"/>
                  <a:gd name="T23" fmla="*/ 2147483646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52" h="38">
                    <a:moveTo>
                      <a:pt x="285" y="38"/>
                    </a:moveTo>
                    <a:cubicBezTo>
                      <a:pt x="279" y="38"/>
                      <a:pt x="276" y="38"/>
                      <a:pt x="276" y="38"/>
                    </a:cubicBezTo>
                    <a:cubicBezTo>
                      <a:pt x="274" y="38"/>
                      <a:pt x="130" y="38"/>
                      <a:pt x="62" y="30"/>
                    </a:cubicBezTo>
                    <a:cubicBezTo>
                      <a:pt x="25" y="25"/>
                      <a:pt x="2" y="14"/>
                      <a:pt x="0" y="1"/>
                    </a:cubicBezTo>
                    <a:cubicBezTo>
                      <a:pt x="4" y="0"/>
                      <a:pt x="4" y="0"/>
                      <a:pt x="4" y="0"/>
                    </a:cubicBezTo>
                    <a:cubicBezTo>
                      <a:pt x="6" y="11"/>
                      <a:pt x="28" y="21"/>
                      <a:pt x="63" y="26"/>
                    </a:cubicBezTo>
                    <a:cubicBezTo>
                      <a:pt x="131" y="34"/>
                      <a:pt x="274" y="34"/>
                      <a:pt x="276" y="34"/>
                    </a:cubicBezTo>
                    <a:cubicBezTo>
                      <a:pt x="277" y="34"/>
                      <a:pt x="421" y="34"/>
                      <a:pt x="489" y="26"/>
                    </a:cubicBezTo>
                    <a:cubicBezTo>
                      <a:pt x="523" y="21"/>
                      <a:pt x="546" y="11"/>
                      <a:pt x="548" y="0"/>
                    </a:cubicBezTo>
                    <a:cubicBezTo>
                      <a:pt x="552" y="1"/>
                      <a:pt x="552" y="1"/>
                      <a:pt x="552" y="1"/>
                    </a:cubicBezTo>
                    <a:cubicBezTo>
                      <a:pt x="550" y="14"/>
                      <a:pt x="527" y="25"/>
                      <a:pt x="489" y="30"/>
                    </a:cubicBezTo>
                    <a:cubicBezTo>
                      <a:pt x="431" y="37"/>
                      <a:pt x="318" y="38"/>
                      <a:pt x="285" y="3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5" name="Freeform 1486"/>
              <p:cNvSpPr/>
              <p:nvPr/>
            </p:nvSpPr>
            <p:spPr bwMode="auto">
              <a:xfrm>
                <a:off x="1131889" y="1398587"/>
                <a:ext cx="11113" cy="15875"/>
              </a:xfrm>
              <a:custGeom>
                <a:avLst/>
                <a:gdLst>
                  <a:gd name="T0" fmla="*/ 2147483646 w 7"/>
                  <a:gd name="T1" fmla="*/ 2147483646 h 10"/>
                  <a:gd name="T2" fmla="*/ 2147483646 w 7"/>
                  <a:gd name="T3" fmla="*/ 2147483646 h 10"/>
                  <a:gd name="T4" fmla="*/ 2147483646 w 7"/>
                  <a:gd name="T5" fmla="*/ 0 h 10"/>
                  <a:gd name="T6" fmla="*/ 0 w 7"/>
                  <a:gd name="T7" fmla="*/ 0 h 10"/>
                  <a:gd name="T8" fmla="*/ 0 w 7"/>
                  <a:gd name="T9" fmla="*/ 2147483646 h 10"/>
                  <a:gd name="T10" fmla="*/ 2147483646 w 7"/>
                  <a:gd name="T11" fmla="*/ 2147483646 h 10"/>
                  <a:gd name="T12" fmla="*/ 2147483646 w 7"/>
                  <a:gd name="T13" fmla="*/ 2147483646 h 10"/>
                  <a:gd name="T14" fmla="*/ 2147483646 w 7"/>
                  <a:gd name="T15" fmla="*/ 2147483646 h 10"/>
                  <a:gd name="T16" fmla="*/ 2147483646 w 7"/>
                  <a:gd name="T17" fmla="*/ 2147483646 h 10"/>
                  <a:gd name="T18" fmla="*/ 2147483646 w 7"/>
                  <a:gd name="T19" fmla="*/ 2147483646 h 10"/>
                  <a:gd name="T20" fmla="*/ 2147483646 w 7"/>
                  <a:gd name="T21" fmla="*/ 0 h 10"/>
                  <a:gd name="T22" fmla="*/ 2147483646 w 7"/>
                  <a:gd name="T23" fmla="*/ 0 h 10"/>
                  <a:gd name="T24" fmla="*/ 2147483646 w 7"/>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10">
                    <a:moveTo>
                      <a:pt x="5" y="4"/>
                    </a:moveTo>
                    <a:lnTo>
                      <a:pt x="2" y="4"/>
                    </a:lnTo>
                    <a:lnTo>
                      <a:pt x="2" y="0"/>
                    </a:lnTo>
                    <a:lnTo>
                      <a:pt x="0" y="0"/>
                    </a:lnTo>
                    <a:lnTo>
                      <a:pt x="0" y="10"/>
                    </a:lnTo>
                    <a:lnTo>
                      <a:pt x="2" y="10"/>
                    </a:lnTo>
                    <a:lnTo>
                      <a:pt x="2" y="6"/>
                    </a:lnTo>
                    <a:lnTo>
                      <a:pt x="5" y="6"/>
                    </a:lnTo>
                    <a:lnTo>
                      <a:pt x="5" y="10"/>
                    </a:lnTo>
                    <a:lnTo>
                      <a:pt x="7" y="10"/>
                    </a:lnTo>
                    <a:lnTo>
                      <a:pt x="7" y="0"/>
                    </a:lnTo>
                    <a:lnTo>
                      <a:pt x="5" y="0"/>
                    </a:lnTo>
                    <a:lnTo>
                      <a:pt x="5" y="4"/>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6" name="Freeform 1487"/>
              <p:cNvSpPr/>
              <p:nvPr/>
            </p:nvSpPr>
            <p:spPr bwMode="auto">
              <a:xfrm>
                <a:off x="1147764" y="1398587"/>
                <a:ext cx="12700" cy="15875"/>
              </a:xfrm>
              <a:custGeom>
                <a:avLst/>
                <a:gdLst>
                  <a:gd name="T0" fmla="*/ 2147483646 w 8"/>
                  <a:gd name="T1" fmla="*/ 2147483646 h 10"/>
                  <a:gd name="T2" fmla="*/ 2147483646 w 8"/>
                  <a:gd name="T3" fmla="*/ 2147483646 h 10"/>
                  <a:gd name="T4" fmla="*/ 2147483646 w 8"/>
                  <a:gd name="T5" fmla="*/ 2147483646 h 10"/>
                  <a:gd name="T6" fmla="*/ 2147483646 w 8"/>
                  <a:gd name="T7" fmla="*/ 0 h 10"/>
                  <a:gd name="T8" fmla="*/ 0 w 8"/>
                  <a:gd name="T9" fmla="*/ 0 h 10"/>
                  <a:gd name="T10" fmla="*/ 0 w 8"/>
                  <a:gd name="T11" fmla="*/ 2147483646 h 10"/>
                  <a:gd name="T12" fmla="*/ 2147483646 w 8"/>
                  <a:gd name="T13" fmla="*/ 2147483646 h 10"/>
                  <a:gd name="T14" fmla="*/ 2147483646 w 8"/>
                  <a:gd name="T15" fmla="*/ 2147483646 h 10"/>
                  <a:gd name="T16" fmla="*/ 2147483646 w 8"/>
                  <a:gd name="T17" fmla="*/ 0 h 10"/>
                  <a:gd name="T18" fmla="*/ 2147483646 w 8"/>
                  <a:gd name="T19" fmla="*/ 0 h 10"/>
                  <a:gd name="T20" fmla="*/ 2147483646 w 8"/>
                  <a:gd name="T21" fmla="*/ 2147483646 h 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 h="10">
                    <a:moveTo>
                      <a:pt x="6" y="6"/>
                    </a:moveTo>
                    <a:cubicBezTo>
                      <a:pt x="6" y="7"/>
                      <a:pt x="5" y="8"/>
                      <a:pt x="4" y="8"/>
                    </a:cubicBezTo>
                    <a:cubicBezTo>
                      <a:pt x="2" y="8"/>
                      <a:pt x="2" y="7"/>
                      <a:pt x="2" y="6"/>
                    </a:cubicBezTo>
                    <a:cubicBezTo>
                      <a:pt x="2" y="0"/>
                      <a:pt x="2" y="0"/>
                      <a:pt x="2" y="0"/>
                    </a:cubicBezTo>
                    <a:cubicBezTo>
                      <a:pt x="0" y="0"/>
                      <a:pt x="0" y="0"/>
                      <a:pt x="0" y="0"/>
                    </a:cubicBezTo>
                    <a:cubicBezTo>
                      <a:pt x="0" y="6"/>
                      <a:pt x="0" y="6"/>
                      <a:pt x="0" y="6"/>
                    </a:cubicBezTo>
                    <a:cubicBezTo>
                      <a:pt x="0" y="8"/>
                      <a:pt x="1" y="10"/>
                      <a:pt x="4" y="10"/>
                    </a:cubicBezTo>
                    <a:cubicBezTo>
                      <a:pt x="6" y="10"/>
                      <a:pt x="8" y="8"/>
                      <a:pt x="8" y="6"/>
                    </a:cubicBezTo>
                    <a:cubicBezTo>
                      <a:pt x="8" y="0"/>
                      <a:pt x="8" y="0"/>
                      <a:pt x="8" y="0"/>
                    </a:cubicBezTo>
                    <a:cubicBezTo>
                      <a:pt x="6" y="0"/>
                      <a:pt x="6" y="0"/>
                      <a:pt x="6" y="0"/>
                    </a:cubicBezTo>
                    <a:lnTo>
                      <a:pt x="6" y="6"/>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7" name="Freeform 1488"/>
              <p:cNvSpPr/>
              <p:nvPr/>
            </p:nvSpPr>
            <p:spPr bwMode="auto">
              <a:xfrm>
                <a:off x="1176339" y="1398587"/>
                <a:ext cx="22225" cy="15875"/>
              </a:xfrm>
              <a:custGeom>
                <a:avLst/>
                <a:gdLst>
                  <a:gd name="T0" fmla="*/ 2147483646 w 14"/>
                  <a:gd name="T1" fmla="*/ 2147483646 h 10"/>
                  <a:gd name="T2" fmla="*/ 2147483646 w 14"/>
                  <a:gd name="T3" fmla="*/ 0 h 10"/>
                  <a:gd name="T4" fmla="*/ 2147483646 w 14"/>
                  <a:gd name="T5" fmla="*/ 0 h 10"/>
                  <a:gd name="T6" fmla="*/ 2147483646 w 14"/>
                  <a:gd name="T7" fmla="*/ 2147483646 h 10"/>
                  <a:gd name="T8" fmla="*/ 2147483646 w 14"/>
                  <a:gd name="T9" fmla="*/ 0 h 10"/>
                  <a:gd name="T10" fmla="*/ 0 w 14"/>
                  <a:gd name="T11" fmla="*/ 0 h 10"/>
                  <a:gd name="T12" fmla="*/ 2147483646 w 14"/>
                  <a:gd name="T13" fmla="*/ 2147483646 h 10"/>
                  <a:gd name="T14" fmla="*/ 2147483646 w 14"/>
                  <a:gd name="T15" fmla="*/ 2147483646 h 10"/>
                  <a:gd name="T16" fmla="*/ 2147483646 w 14"/>
                  <a:gd name="T17" fmla="*/ 2147483646 h 10"/>
                  <a:gd name="T18" fmla="*/ 2147483646 w 14"/>
                  <a:gd name="T19" fmla="*/ 2147483646 h 10"/>
                  <a:gd name="T20" fmla="*/ 2147483646 w 14"/>
                  <a:gd name="T21" fmla="*/ 2147483646 h 10"/>
                  <a:gd name="T22" fmla="*/ 2147483646 w 14"/>
                  <a:gd name="T23" fmla="*/ 0 h 10"/>
                  <a:gd name="T24" fmla="*/ 2147483646 w 14"/>
                  <a:gd name="T25" fmla="*/ 0 h 10"/>
                  <a:gd name="T26" fmla="*/ 2147483646 w 14"/>
                  <a:gd name="T27" fmla="*/ 2147483646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0">
                    <a:moveTo>
                      <a:pt x="10" y="7"/>
                    </a:moveTo>
                    <a:lnTo>
                      <a:pt x="8" y="0"/>
                    </a:lnTo>
                    <a:lnTo>
                      <a:pt x="6" y="0"/>
                    </a:lnTo>
                    <a:lnTo>
                      <a:pt x="4" y="7"/>
                    </a:lnTo>
                    <a:lnTo>
                      <a:pt x="2" y="0"/>
                    </a:lnTo>
                    <a:lnTo>
                      <a:pt x="0" y="0"/>
                    </a:lnTo>
                    <a:lnTo>
                      <a:pt x="3" y="10"/>
                    </a:lnTo>
                    <a:lnTo>
                      <a:pt x="5" y="10"/>
                    </a:lnTo>
                    <a:lnTo>
                      <a:pt x="7" y="4"/>
                    </a:lnTo>
                    <a:lnTo>
                      <a:pt x="9" y="10"/>
                    </a:lnTo>
                    <a:lnTo>
                      <a:pt x="11" y="10"/>
                    </a:lnTo>
                    <a:lnTo>
                      <a:pt x="14" y="0"/>
                    </a:lnTo>
                    <a:lnTo>
                      <a:pt x="12" y="0"/>
                    </a:lnTo>
                    <a:lnTo>
                      <a:pt x="10" y="7"/>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8" name="Freeform 1489"/>
              <p:cNvSpPr/>
              <p:nvPr/>
            </p:nvSpPr>
            <p:spPr bwMode="auto">
              <a:xfrm>
                <a:off x="1200151" y="1398587"/>
                <a:ext cx="11113" cy="15875"/>
              </a:xfrm>
              <a:custGeom>
                <a:avLst/>
                <a:gdLst>
                  <a:gd name="T0" fmla="*/ 2147483646 w 7"/>
                  <a:gd name="T1" fmla="*/ 2147483646 h 10"/>
                  <a:gd name="T2" fmla="*/ 2147483646 w 7"/>
                  <a:gd name="T3" fmla="*/ 2147483646 h 10"/>
                  <a:gd name="T4" fmla="*/ 2147483646 w 7"/>
                  <a:gd name="T5" fmla="*/ 2147483646 h 10"/>
                  <a:gd name="T6" fmla="*/ 2147483646 w 7"/>
                  <a:gd name="T7" fmla="*/ 2147483646 h 10"/>
                  <a:gd name="T8" fmla="*/ 2147483646 w 7"/>
                  <a:gd name="T9" fmla="*/ 2147483646 h 10"/>
                  <a:gd name="T10" fmla="*/ 2147483646 w 7"/>
                  <a:gd name="T11" fmla="*/ 2147483646 h 10"/>
                  <a:gd name="T12" fmla="*/ 2147483646 w 7"/>
                  <a:gd name="T13" fmla="*/ 0 h 10"/>
                  <a:gd name="T14" fmla="*/ 0 w 7"/>
                  <a:gd name="T15" fmla="*/ 0 h 10"/>
                  <a:gd name="T16" fmla="*/ 0 w 7"/>
                  <a:gd name="T17" fmla="*/ 2147483646 h 10"/>
                  <a:gd name="T18" fmla="*/ 2147483646 w 7"/>
                  <a:gd name="T19" fmla="*/ 2147483646 h 10"/>
                  <a:gd name="T20" fmla="*/ 2147483646 w 7"/>
                  <a:gd name="T21" fmla="*/ 2147483646 h 10"/>
                  <a:gd name="T22" fmla="*/ 2147483646 w 7"/>
                  <a:gd name="T23" fmla="*/ 2147483646 h 10"/>
                  <a:gd name="T24" fmla="*/ 2147483646 w 7"/>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10">
                    <a:moveTo>
                      <a:pt x="2" y="6"/>
                    </a:moveTo>
                    <a:lnTo>
                      <a:pt x="5" y="6"/>
                    </a:lnTo>
                    <a:lnTo>
                      <a:pt x="5" y="4"/>
                    </a:lnTo>
                    <a:lnTo>
                      <a:pt x="2" y="4"/>
                    </a:lnTo>
                    <a:lnTo>
                      <a:pt x="2" y="2"/>
                    </a:lnTo>
                    <a:lnTo>
                      <a:pt x="6" y="2"/>
                    </a:lnTo>
                    <a:lnTo>
                      <a:pt x="6" y="0"/>
                    </a:lnTo>
                    <a:lnTo>
                      <a:pt x="0" y="0"/>
                    </a:lnTo>
                    <a:lnTo>
                      <a:pt x="0" y="10"/>
                    </a:lnTo>
                    <a:lnTo>
                      <a:pt x="7" y="10"/>
                    </a:lnTo>
                    <a:lnTo>
                      <a:pt x="7" y="8"/>
                    </a:lnTo>
                    <a:lnTo>
                      <a:pt x="2" y="8"/>
                    </a:lnTo>
                    <a:lnTo>
                      <a:pt x="2" y="6"/>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59" name="Rectangle 1490"/>
              <p:cNvSpPr>
                <a:spLocks noChangeArrowheads="1"/>
              </p:cNvSpPr>
              <p:nvPr/>
            </p:nvSpPr>
            <p:spPr bwMode="auto">
              <a:xfrm>
                <a:off x="1214439" y="1398587"/>
                <a:ext cx="3175" cy="15875"/>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0" name="Freeform 1491"/>
              <p:cNvSpPr>
                <a:spLocks noEditPoints="1"/>
              </p:cNvSpPr>
              <p:nvPr/>
            </p:nvSpPr>
            <p:spPr bwMode="auto">
              <a:xfrm>
                <a:off x="1162051" y="1398587"/>
                <a:ext cx="15875" cy="15875"/>
              </a:xfrm>
              <a:custGeom>
                <a:avLst/>
                <a:gdLst>
                  <a:gd name="T0" fmla="*/ 2147483646 w 10"/>
                  <a:gd name="T1" fmla="*/ 2147483646 h 10"/>
                  <a:gd name="T2" fmla="*/ 2147483646 w 10"/>
                  <a:gd name="T3" fmla="*/ 2147483646 h 10"/>
                  <a:gd name="T4" fmla="*/ 2147483646 w 10"/>
                  <a:gd name="T5" fmla="*/ 2147483646 h 10"/>
                  <a:gd name="T6" fmla="*/ 2147483646 w 10"/>
                  <a:gd name="T7" fmla="*/ 2147483646 h 10"/>
                  <a:gd name="T8" fmla="*/ 2147483646 w 10"/>
                  <a:gd name="T9" fmla="*/ 0 h 10"/>
                  <a:gd name="T10" fmla="*/ 2147483646 w 10"/>
                  <a:gd name="T11" fmla="*/ 0 h 10"/>
                  <a:gd name="T12" fmla="*/ 0 w 10"/>
                  <a:gd name="T13" fmla="*/ 2147483646 h 10"/>
                  <a:gd name="T14" fmla="*/ 2147483646 w 10"/>
                  <a:gd name="T15" fmla="*/ 2147483646 h 10"/>
                  <a:gd name="T16" fmla="*/ 2147483646 w 10"/>
                  <a:gd name="T17" fmla="*/ 2147483646 h 10"/>
                  <a:gd name="T18" fmla="*/ 2147483646 w 10"/>
                  <a:gd name="T19" fmla="*/ 2147483646 h 10"/>
                  <a:gd name="T20" fmla="*/ 2147483646 w 10"/>
                  <a:gd name="T21" fmla="*/ 2147483646 h 10"/>
                  <a:gd name="T22" fmla="*/ 2147483646 w 10"/>
                  <a:gd name="T23" fmla="*/ 2147483646 h 10"/>
                  <a:gd name="T24" fmla="*/ 2147483646 w 10"/>
                  <a:gd name="T25" fmla="*/ 2147483646 h 10"/>
                  <a:gd name="T26" fmla="*/ 2147483646 w 10"/>
                  <a:gd name="T27" fmla="*/ 2147483646 h 10"/>
                  <a:gd name="T28" fmla="*/ 2147483646 w 10"/>
                  <a:gd name="T29" fmla="*/ 2147483646 h 10"/>
                  <a:gd name="T30" fmla="*/ 2147483646 w 10"/>
                  <a:gd name="T31" fmla="*/ 2147483646 h 10"/>
                  <a:gd name="T32" fmla="*/ 2147483646 w 10"/>
                  <a:gd name="T33" fmla="*/ 2147483646 h 10"/>
                  <a:gd name="T34" fmla="*/ 2147483646 w 10"/>
                  <a:gd name="T35" fmla="*/ 2147483646 h 10"/>
                  <a:gd name="T36" fmla="*/ 2147483646 w 10"/>
                  <a:gd name="T37" fmla="*/ 2147483646 h 10"/>
                  <a:gd name="T38" fmla="*/ 2147483646 w 10"/>
                  <a:gd name="T39" fmla="*/ 2147483646 h 1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 h="10">
                    <a:moveTo>
                      <a:pt x="7" y="8"/>
                    </a:moveTo>
                    <a:lnTo>
                      <a:pt x="8" y="10"/>
                    </a:lnTo>
                    <a:lnTo>
                      <a:pt x="10" y="10"/>
                    </a:lnTo>
                    <a:lnTo>
                      <a:pt x="6" y="1"/>
                    </a:lnTo>
                    <a:lnTo>
                      <a:pt x="6" y="0"/>
                    </a:lnTo>
                    <a:lnTo>
                      <a:pt x="4" y="0"/>
                    </a:lnTo>
                    <a:lnTo>
                      <a:pt x="0" y="10"/>
                    </a:lnTo>
                    <a:lnTo>
                      <a:pt x="2" y="10"/>
                    </a:lnTo>
                    <a:lnTo>
                      <a:pt x="3" y="8"/>
                    </a:lnTo>
                    <a:lnTo>
                      <a:pt x="7" y="8"/>
                    </a:lnTo>
                    <a:close/>
                    <a:moveTo>
                      <a:pt x="5" y="3"/>
                    </a:moveTo>
                    <a:lnTo>
                      <a:pt x="6" y="6"/>
                    </a:lnTo>
                    <a:lnTo>
                      <a:pt x="3" y="6"/>
                    </a:lnTo>
                    <a:lnTo>
                      <a:pt x="5"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1" name="Freeform 1492"/>
              <p:cNvSpPr/>
              <p:nvPr/>
            </p:nvSpPr>
            <p:spPr bwMode="auto">
              <a:xfrm>
                <a:off x="906464" y="1189037"/>
                <a:ext cx="39688" cy="23813"/>
              </a:xfrm>
              <a:custGeom>
                <a:avLst/>
                <a:gdLst>
                  <a:gd name="T0" fmla="*/ 2147483646 w 26"/>
                  <a:gd name="T1" fmla="*/ 2147483646 h 16"/>
                  <a:gd name="T2" fmla="*/ 2147483646 w 26"/>
                  <a:gd name="T3" fmla="*/ 2147483646 h 16"/>
                  <a:gd name="T4" fmla="*/ 2147483646 w 26"/>
                  <a:gd name="T5" fmla="*/ 2147483646 h 16"/>
                  <a:gd name="T6" fmla="*/ 2147483646 w 26"/>
                  <a:gd name="T7" fmla="*/ 2147483646 h 16"/>
                  <a:gd name="T8" fmla="*/ 2147483646 w 26"/>
                  <a:gd name="T9" fmla="*/ 2147483646 h 16"/>
                  <a:gd name="T10" fmla="*/ 2147483646 w 26"/>
                  <a:gd name="T11" fmla="*/ 2147483646 h 16"/>
                  <a:gd name="T12" fmla="*/ 2147483646 w 26"/>
                  <a:gd name="T13" fmla="*/ 2147483646 h 16"/>
                  <a:gd name="T14" fmla="*/ 2147483646 w 26"/>
                  <a:gd name="T15" fmla="*/ 2147483646 h 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6">
                    <a:moveTo>
                      <a:pt x="6" y="16"/>
                    </a:moveTo>
                    <a:cubicBezTo>
                      <a:pt x="4" y="16"/>
                      <a:pt x="1" y="14"/>
                      <a:pt x="1" y="11"/>
                    </a:cubicBezTo>
                    <a:cubicBezTo>
                      <a:pt x="0" y="8"/>
                      <a:pt x="2" y="5"/>
                      <a:pt x="5" y="4"/>
                    </a:cubicBezTo>
                    <a:cubicBezTo>
                      <a:pt x="18" y="1"/>
                      <a:pt x="18" y="1"/>
                      <a:pt x="18" y="1"/>
                    </a:cubicBezTo>
                    <a:cubicBezTo>
                      <a:pt x="21" y="0"/>
                      <a:pt x="25" y="2"/>
                      <a:pt x="25" y="5"/>
                    </a:cubicBezTo>
                    <a:cubicBezTo>
                      <a:pt x="26" y="8"/>
                      <a:pt x="24" y="12"/>
                      <a:pt x="21" y="12"/>
                    </a:cubicBezTo>
                    <a:cubicBezTo>
                      <a:pt x="8" y="16"/>
                      <a:pt x="8" y="16"/>
                      <a:pt x="8" y="16"/>
                    </a:cubicBezTo>
                    <a:cubicBezTo>
                      <a:pt x="7" y="16"/>
                      <a:pt x="7" y="16"/>
                      <a:pt x="6" y="1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2" name="Freeform 1493"/>
              <p:cNvSpPr/>
              <p:nvPr/>
            </p:nvSpPr>
            <p:spPr bwMode="auto">
              <a:xfrm>
                <a:off x="1403351" y="1189037"/>
                <a:ext cx="39688" cy="23813"/>
              </a:xfrm>
              <a:custGeom>
                <a:avLst/>
                <a:gdLst>
                  <a:gd name="T0" fmla="*/ 2147483646 w 26"/>
                  <a:gd name="T1" fmla="*/ 2147483646 h 16"/>
                  <a:gd name="T2" fmla="*/ 2147483646 w 26"/>
                  <a:gd name="T3" fmla="*/ 2147483646 h 16"/>
                  <a:gd name="T4" fmla="*/ 2147483646 w 26"/>
                  <a:gd name="T5" fmla="*/ 2147483646 h 16"/>
                  <a:gd name="T6" fmla="*/ 0 w 26"/>
                  <a:gd name="T7" fmla="*/ 2147483646 h 16"/>
                  <a:gd name="T8" fmla="*/ 2147483646 w 26"/>
                  <a:gd name="T9" fmla="*/ 2147483646 h 16"/>
                  <a:gd name="T10" fmla="*/ 2147483646 w 26"/>
                  <a:gd name="T11" fmla="*/ 2147483646 h 16"/>
                  <a:gd name="T12" fmla="*/ 2147483646 w 26"/>
                  <a:gd name="T13" fmla="*/ 2147483646 h 16"/>
                  <a:gd name="T14" fmla="*/ 2147483646 w 26"/>
                  <a:gd name="T15" fmla="*/ 2147483646 h 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6">
                    <a:moveTo>
                      <a:pt x="19" y="16"/>
                    </a:moveTo>
                    <a:cubicBezTo>
                      <a:pt x="19" y="16"/>
                      <a:pt x="18" y="16"/>
                      <a:pt x="18" y="16"/>
                    </a:cubicBezTo>
                    <a:cubicBezTo>
                      <a:pt x="5" y="12"/>
                      <a:pt x="5" y="12"/>
                      <a:pt x="5" y="12"/>
                    </a:cubicBezTo>
                    <a:cubicBezTo>
                      <a:pt x="2" y="12"/>
                      <a:pt x="0" y="8"/>
                      <a:pt x="0" y="5"/>
                    </a:cubicBezTo>
                    <a:cubicBezTo>
                      <a:pt x="1" y="2"/>
                      <a:pt x="4" y="0"/>
                      <a:pt x="8" y="1"/>
                    </a:cubicBezTo>
                    <a:cubicBezTo>
                      <a:pt x="21" y="4"/>
                      <a:pt x="21" y="4"/>
                      <a:pt x="21" y="4"/>
                    </a:cubicBezTo>
                    <a:cubicBezTo>
                      <a:pt x="24" y="5"/>
                      <a:pt x="26" y="8"/>
                      <a:pt x="25" y="11"/>
                    </a:cubicBezTo>
                    <a:cubicBezTo>
                      <a:pt x="25" y="14"/>
                      <a:pt x="22" y="16"/>
                      <a:pt x="19" y="1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3" name="Oval 1494"/>
              <p:cNvSpPr>
                <a:spLocks noChangeArrowheads="1"/>
              </p:cNvSpPr>
              <p:nvPr/>
            </p:nvSpPr>
            <p:spPr bwMode="auto">
              <a:xfrm>
                <a:off x="785814" y="1257300"/>
                <a:ext cx="9525" cy="11113"/>
              </a:xfrm>
              <a:prstGeom prst="ellipse">
                <a:avLst/>
              </a:pr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4" name="Oval 1495"/>
              <p:cNvSpPr>
                <a:spLocks noChangeArrowheads="1"/>
              </p:cNvSpPr>
              <p:nvPr/>
            </p:nvSpPr>
            <p:spPr bwMode="auto">
              <a:xfrm>
                <a:off x="1554164" y="1257300"/>
                <a:ext cx="9525" cy="11113"/>
              </a:xfrm>
              <a:prstGeom prst="ellipse">
                <a:avLst/>
              </a:pr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5" name="Freeform 1496"/>
              <p:cNvSpPr/>
              <p:nvPr/>
            </p:nvSpPr>
            <p:spPr bwMode="auto">
              <a:xfrm>
                <a:off x="930276" y="1292225"/>
                <a:ext cx="155575" cy="38100"/>
              </a:xfrm>
              <a:custGeom>
                <a:avLst/>
                <a:gdLst>
                  <a:gd name="T0" fmla="*/ 2147483646 w 100"/>
                  <a:gd name="T1" fmla="*/ 2147483646 h 24"/>
                  <a:gd name="T2" fmla="*/ 2147483646 w 100"/>
                  <a:gd name="T3" fmla="*/ 2147483646 h 24"/>
                  <a:gd name="T4" fmla="*/ 2147483646 w 100"/>
                  <a:gd name="T5" fmla="*/ 2147483646 h 24"/>
                  <a:gd name="T6" fmla="*/ 0 w 100"/>
                  <a:gd name="T7" fmla="*/ 2147483646 h 24"/>
                  <a:gd name="T8" fmla="*/ 2147483646 w 100"/>
                  <a:gd name="T9" fmla="*/ 0 h 24"/>
                  <a:gd name="T10" fmla="*/ 2147483646 w 100"/>
                  <a:gd name="T11" fmla="*/ 2147483646 h 24"/>
                  <a:gd name="T12" fmla="*/ 2147483646 w 100"/>
                  <a:gd name="T13" fmla="*/ 2147483646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 h="24">
                    <a:moveTo>
                      <a:pt x="93" y="24"/>
                    </a:moveTo>
                    <a:cubicBezTo>
                      <a:pt x="86" y="15"/>
                      <a:pt x="68" y="8"/>
                      <a:pt x="49" y="8"/>
                    </a:cubicBezTo>
                    <a:cubicBezTo>
                      <a:pt x="31" y="8"/>
                      <a:pt x="15" y="13"/>
                      <a:pt x="6" y="22"/>
                    </a:cubicBezTo>
                    <a:cubicBezTo>
                      <a:pt x="0" y="16"/>
                      <a:pt x="0" y="16"/>
                      <a:pt x="0" y="16"/>
                    </a:cubicBezTo>
                    <a:cubicBezTo>
                      <a:pt x="10" y="6"/>
                      <a:pt x="29" y="0"/>
                      <a:pt x="49" y="0"/>
                    </a:cubicBezTo>
                    <a:cubicBezTo>
                      <a:pt x="71" y="0"/>
                      <a:pt x="91" y="8"/>
                      <a:pt x="100" y="20"/>
                    </a:cubicBezTo>
                    <a:lnTo>
                      <a:pt x="93" y="2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6" name="Freeform 1497"/>
              <p:cNvSpPr/>
              <p:nvPr/>
            </p:nvSpPr>
            <p:spPr bwMode="auto">
              <a:xfrm>
                <a:off x="1263651" y="1292225"/>
                <a:ext cx="153988" cy="38100"/>
              </a:xfrm>
              <a:custGeom>
                <a:avLst/>
                <a:gdLst>
                  <a:gd name="T0" fmla="*/ 2147483646 w 99"/>
                  <a:gd name="T1" fmla="*/ 2147483646 h 24"/>
                  <a:gd name="T2" fmla="*/ 0 w 99"/>
                  <a:gd name="T3" fmla="*/ 2147483646 h 24"/>
                  <a:gd name="T4" fmla="*/ 2147483646 w 99"/>
                  <a:gd name="T5" fmla="*/ 0 h 24"/>
                  <a:gd name="T6" fmla="*/ 2147483646 w 99"/>
                  <a:gd name="T7" fmla="*/ 2147483646 h 24"/>
                  <a:gd name="T8" fmla="*/ 2147483646 w 99"/>
                  <a:gd name="T9" fmla="*/ 2147483646 h 24"/>
                  <a:gd name="T10" fmla="*/ 2147483646 w 99"/>
                  <a:gd name="T11" fmla="*/ 2147483646 h 24"/>
                  <a:gd name="T12" fmla="*/ 2147483646 w 99"/>
                  <a:gd name="T13" fmla="*/ 2147483646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 h="24">
                    <a:moveTo>
                      <a:pt x="6" y="24"/>
                    </a:moveTo>
                    <a:cubicBezTo>
                      <a:pt x="0" y="20"/>
                      <a:pt x="0" y="20"/>
                      <a:pt x="0" y="20"/>
                    </a:cubicBezTo>
                    <a:cubicBezTo>
                      <a:pt x="9" y="8"/>
                      <a:pt x="29" y="0"/>
                      <a:pt x="51" y="0"/>
                    </a:cubicBezTo>
                    <a:cubicBezTo>
                      <a:pt x="71" y="0"/>
                      <a:pt x="89" y="6"/>
                      <a:pt x="99" y="16"/>
                    </a:cubicBezTo>
                    <a:cubicBezTo>
                      <a:pt x="94" y="22"/>
                      <a:pt x="94" y="22"/>
                      <a:pt x="94" y="22"/>
                    </a:cubicBezTo>
                    <a:cubicBezTo>
                      <a:pt x="85" y="13"/>
                      <a:pt x="69" y="8"/>
                      <a:pt x="51" y="8"/>
                    </a:cubicBezTo>
                    <a:cubicBezTo>
                      <a:pt x="32" y="8"/>
                      <a:pt x="14" y="15"/>
                      <a:pt x="6" y="2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7" name="Oval 1498"/>
              <p:cNvSpPr>
                <a:spLocks noChangeArrowheads="1"/>
              </p:cNvSpPr>
              <p:nvPr/>
            </p:nvSpPr>
            <p:spPr bwMode="auto">
              <a:xfrm>
                <a:off x="1117601" y="1484312"/>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68" name="Oval 1499"/>
              <p:cNvSpPr>
                <a:spLocks noChangeArrowheads="1"/>
              </p:cNvSpPr>
              <p:nvPr/>
            </p:nvSpPr>
            <p:spPr bwMode="auto">
              <a:xfrm>
                <a:off x="1189039" y="1484312"/>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205" name="Rectangle 1290"/>
            <p:cNvSpPr>
              <a:spLocks noChangeArrowheads="1"/>
            </p:cNvSpPr>
            <p:nvPr/>
          </p:nvSpPr>
          <p:spPr bwMode="auto">
            <a:xfrm>
              <a:off x="7325104" y="4855849"/>
              <a:ext cx="10515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en-US" altLang="zh-CN" sz="1600" dirty="0">
                  <a:solidFill>
                    <a:schemeClr val="bg2"/>
                  </a:solidFill>
                  <a:latin typeface="微软雅黑" panose="020B0503020204020204" pitchFamily="34" charset="-122"/>
                  <a:ea typeface="微软雅黑" panose="020B0503020204020204" pitchFamily="34" charset="-122"/>
                </a:rPr>
                <a:t>VR/AR</a:t>
              </a:r>
              <a:r>
                <a:rPr lang="zh-CN" altLang="en-US" sz="1600" dirty="0">
                  <a:solidFill>
                    <a:schemeClr val="bg2"/>
                  </a:solidFill>
                  <a:latin typeface="微软雅黑" panose="020B0503020204020204" pitchFamily="34" charset="-122"/>
                  <a:ea typeface="微软雅黑" panose="020B0503020204020204" pitchFamily="34" charset="-122"/>
                </a:rPr>
                <a:t>眼镜</a:t>
              </a:r>
              <a:endParaRPr lang="zh-CN" altLang="zh-CN" sz="4800" dirty="0">
                <a:solidFill>
                  <a:schemeClr val="bg2"/>
                </a:solidFill>
                <a:latin typeface="微软雅黑" panose="020B0503020204020204" pitchFamily="34" charset="-122"/>
                <a:ea typeface="微软雅黑" panose="020B0503020204020204" pitchFamily="34" charset="-122"/>
              </a:endParaRPr>
            </a:p>
          </p:txBody>
        </p:sp>
      </p:grpSp>
      <p:grpSp>
        <p:nvGrpSpPr>
          <p:cNvPr id="207" name="组合 761"/>
          <p:cNvGrpSpPr/>
          <p:nvPr/>
        </p:nvGrpSpPr>
        <p:grpSpPr bwMode="auto">
          <a:xfrm>
            <a:off x="2727923" y="1764073"/>
            <a:ext cx="947358" cy="941696"/>
            <a:chOff x="5530851" y="2260601"/>
            <a:chExt cx="796925" cy="792163"/>
          </a:xfrm>
        </p:grpSpPr>
        <p:sp>
          <p:nvSpPr>
            <p:cNvPr id="208" name="Freeform 183"/>
            <p:cNvSpPr/>
            <p:nvPr/>
          </p:nvSpPr>
          <p:spPr bwMode="auto">
            <a:xfrm>
              <a:off x="5530851" y="2951164"/>
              <a:ext cx="234950" cy="87313"/>
            </a:xfrm>
            <a:custGeom>
              <a:avLst/>
              <a:gdLst>
                <a:gd name="T0" fmla="*/ 2147483646 w 152"/>
                <a:gd name="T1" fmla="*/ 2147483646 h 56"/>
                <a:gd name="T2" fmla="*/ 2147483646 w 152"/>
                <a:gd name="T3" fmla="*/ 2147483646 h 56"/>
                <a:gd name="T4" fmla="*/ 0 w 152"/>
                <a:gd name="T5" fmla="*/ 2147483646 h 56"/>
                <a:gd name="T6" fmla="*/ 0 w 152"/>
                <a:gd name="T7" fmla="*/ 0 h 56"/>
                <a:gd name="T8" fmla="*/ 2147483646 w 152"/>
                <a:gd name="T9" fmla="*/ 0 h 56"/>
                <a:gd name="T10" fmla="*/ 2147483646 w 152"/>
                <a:gd name="T11" fmla="*/ 2147483646 h 56"/>
                <a:gd name="T12" fmla="*/ 2147483646 w 152"/>
                <a:gd name="T13" fmla="*/ 2147483646 h 56"/>
                <a:gd name="T14" fmla="*/ 2147483646 w 152"/>
                <a:gd name="T15" fmla="*/ 2147483646 h 56"/>
                <a:gd name="T16" fmla="*/ 2147483646 w 152"/>
                <a:gd name="T17" fmla="*/ 2147483646 h 56"/>
                <a:gd name="T18" fmla="*/ 2147483646 w 152"/>
                <a:gd name="T19" fmla="*/ 2147483646 h 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2" h="56">
                  <a:moveTo>
                    <a:pt x="120" y="56"/>
                  </a:moveTo>
                  <a:cubicBezTo>
                    <a:pt x="89" y="56"/>
                    <a:pt x="60" y="55"/>
                    <a:pt x="37" y="52"/>
                  </a:cubicBezTo>
                  <a:cubicBezTo>
                    <a:pt x="3" y="48"/>
                    <a:pt x="0" y="44"/>
                    <a:pt x="0" y="39"/>
                  </a:cubicBezTo>
                  <a:cubicBezTo>
                    <a:pt x="0" y="0"/>
                    <a:pt x="0" y="0"/>
                    <a:pt x="0" y="0"/>
                  </a:cubicBezTo>
                  <a:cubicBezTo>
                    <a:pt x="8" y="0"/>
                    <a:pt x="8" y="0"/>
                    <a:pt x="8" y="0"/>
                  </a:cubicBezTo>
                  <a:cubicBezTo>
                    <a:pt x="8" y="38"/>
                    <a:pt x="8" y="38"/>
                    <a:pt x="8" y="38"/>
                  </a:cubicBezTo>
                  <a:cubicBezTo>
                    <a:pt x="14" y="42"/>
                    <a:pt x="55" y="48"/>
                    <a:pt x="120" y="48"/>
                  </a:cubicBezTo>
                  <a:cubicBezTo>
                    <a:pt x="131" y="48"/>
                    <a:pt x="142" y="48"/>
                    <a:pt x="152" y="47"/>
                  </a:cubicBezTo>
                  <a:cubicBezTo>
                    <a:pt x="152" y="55"/>
                    <a:pt x="152" y="55"/>
                    <a:pt x="152" y="55"/>
                  </a:cubicBezTo>
                  <a:cubicBezTo>
                    <a:pt x="142" y="56"/>
                    <a:pt x="131" y="56"/>
                    <a:pt x="120" y="5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09" name="Freeform 184"/>
            <p:cNvSpPr/>
            <p:nvPr/>
          </p:nvSpPr>
          <p:spPr bwMode="auto">
            <a:xfrm>
              <a:off x="5829301" y="2951164"/>
              <a:ext cx="74613" cy="82550"/>
            </a:xfrm>
            <a:custGeom>
              <a:avLst/>
              <a:gdLst>
                <a:gd name="T0" fmla="*/ 0 w 49"/>
                <a:gd name="T1" fmla="*/ 2147483646 h 53"/>
                <a:gd name="T2" fmla="*/ 0 w 49"/>
                <a:gd name="T3" fmla="*/ 2147483646 h 53"/>
                <a:gd name="T4" fmla="*/ 2147483646 w 49"/>
                <a:gd name="T5" fmla="*/ 2147483646 h 53"/>
                <a:gd name="T6" fmla="*/ 2147483646 w 49"/>
                <a:gd name="T7" fmla="*/ 0 h 53"/>
                <a:gd name="T8" fmla="*/ 2147483646 w 49"/>
                <a:gd name="T9" fmla="*/ 0 h 53"/>
                <a:gd name="T10" fmla="*/ 2147483646 w 49"/>
                <a:gd name="T11" fmla="*/ 2147483646 h 53"/>
                <a:gd name="T12" fmla="*/ 0 w 49"/>
                <a:gd name="T13" fmla="*/ 2147483646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53">
                  <a:moveTo>
                    <a:pt x="0" y="53"/>
                  </a:moveTo>
                  <a:cubicBezTo>
                    <a:pt x="0" y="45"/>
                    <a:pt x="0" y="45"/>
                    <a:pt x="0" y="45"/>
                  </a:cubicBezTo>
                  <a:cubicBezTo>
                    <a:pt x="31" y="43"/>
                    <a:pt x="39" y="39"/>
                    <a:pt x="41" y="38"/>
                  </a:cubicBezTo>
                  <a:cubicBezTo>
                    <a:pt x="41" y="0"/>
                    <a:pt x="41" y="0"/>
                    <a:pt x="41" y="0"/>
                  </a:cubicBezTo>
                  <a:cubicBezTo>
                    <a:pt x="49" y="0"/>
                    <a:pt x="49" y="0"/>
                    <a:pt x="49" y="0"/>
                  </a:cubicBezTo>
                  <a:cubicBezTo>
                    <a:pt x="49" y="39"/>
                    <a:pt x="49" y="39"/>
                    <a:pt x="49" y="39"/>
                  </a:cubicBezTo>
                  <a:cubicBezTo>
                    <a:pt x="49" y="43"/>
                    <a:pt x="49" y="49"/>
                    <a:pt x="0" y="5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0" name="Freeform 185"/>
            <p:cNvSpPr>
              <a:spLocks noEditPoints="1"/>
            </p:cNvSpPr>
            <p:nvPr/>
          </p:nvSpPr>
          <p:spPr bwMode="auto">
            <a:xfrm>
              <a:off x="5626101" y="2317751"/>
              <a:ext cx="55563" cy="622300"/>
            </a:xfrm>
            <a:custGeom>
              <a:avLst/>
              <a:gdLst>
                <a:gd name="T0" fmla="*/ 2147483646 w 35"/>
                <a:gd name="T1" fmla="*/ 2147483646 h 401"/>
                <a:gd name="T2" fmla="*/ 2147483646 w 35"/>
                <a:gd name="T3" fmla="*/ 2147483646 h 401"/>
                <a:gd name="T4" fmla="*/ 0 w 35"/>
                <a:gd name="T5" fmla="*/ 2147483646 h 401"/>
                <a:gd name="T6" fmla="*/ 0 w 35"/>
                <a:gd name="T7" fmla="*/ 2147483646 h 401"/>
                <a:gd name="T8" fmla="*/ 2147483646 w 35"/>
                <a:gd name="T9" fmla="*/ 0 h 401"/>
                <a:gd name="T10" fmla="*/ 2147483646 w 35"/>
                <a:gd name="T11" fmla="*/ 0 h 401"/>
                <a:gd name="T12" fmla="*/ 2147483646 w 35"/>
                <a:gd name="T13" fmla="*/ 2147483646 h 401"/>
                <a:gd name="T14" fmla="*/ 2147483646 w 35"/>
                <a:gd name="T15" fmla="*/ 2147483646 h 401"/>
                <a:gd name="T16" fmla="*/ 2147483646 w 35"/>
                <a:gd name="T17" fmla="*/ 2147483646 h 401"/>
                <a:gd name="T18" fmla="*/ 2147483646 w 35"/>
                <a:gd name="T19" fmla="*/ 2147483646 h 401"/>
                <a:gd name="T20" fmla="*/ 2147483646 w 35"/>
                <a:gd name="T21" fmla="*/ 2147483646 h 401"/>
                <a:gd name="T22" fmla="*/ 2147483646 w 35"/>
                <a:gd name="T23" fmla="*/ 2147483646 h 401"/>
                <a:gd name="T24" fmla="*/ 2147483646 w 35"/>
                <a:gd name="T25" fmla="*/ 2147483646 h 401"/>
                <a:gd name="T26" fmla="*/ 2147483646 w 35"/>
                <a:gd name="T27" fmla="*/ 2147483646 h 401"/>
                <a:gd name="T28" fmla="*/ 2147483646 w 35"/>
                <a:gd name="T29" fmla="*/ 2147483646 h 401"/>
                <a:gd name="T30" fmla="*/ 2147483646 w 35"/>
                <a:gd name="T31" fmla="*/ 2147483646 h 4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5" h="401">
                  <a:moveTo>
                    <a:pt x="4" y="401"/>
                  </a:moveTo>
                  <a:cubicBezTo>
                    <a:pt x="3" y="401"/>
                    <a:pt x="2" y="400"/>
                    <a:pt x="1" y="399"/>
                  </a:cubicBezTo>
                  <a:cubicBezTo>
                    <a:pt x="0" y="399"/>
                    <a:pt x="0" y="398"/>
                    <a:pt x="0" y="397"/>
                  </a:cubicBezTo>
                  <a:cubicBezTo>
                    <a:pt x="0" y="4"/>
                    <a:pt x="0" y="4"/>
                    <a:pt x="0" y="4"/>
                  </a:cubicBezTo>
                  <a:cubicBezTo>
                    <a:pt x="0" y="2"/>
                    <a:pt x="2" y="0"/>
                    <a:pt x="4" y="0"/>
                  </a:cubicBezTo>
                  <a:cubicBezTo>
                    <a:pt x="31" y="0"/>
                    <a:pt x="31" y="0"/>
                    <a:pt x="31" y="0"/>
                  </a:cubicBezTo>
                  <a:cubicBezTo>
                    <a:pt x="33" y="0"/>
                    <a:pt x="35" y="2"/>
                    <a:pt x="35" y="4"/>
                  </a:cubicBezTo>
                  <a:cubicBezTo>
                    <a:pt x="35" y="396"/>
                    <a:pt x="35" y="396"/>
                    <a:pt x="35" y="396"/>
                  </a:cubicBezTo>
                  <a:cubicBezTo>
                    <a:pt x="35" y="398"/>
                    <a:pt x="33" y="400"/>
                    <a:pt x="31" y="400"/>
                  </a:cubicBezTo>
                  <a:cubicBezTo>
                    <a:pt x="4" y="401"/>
                    <a:pt x="4" y="401"/>
                    <a:pt x="4" y="401"/>
                  </a:cubicBezTo>
                  <a:cubicBezTo>
                    <a:pt x="4" y="401"/>
                    <a:pt x="4" y="401"/>
                    <a:pt x="4" y="401"/>
                  </a:cubicBezTo>
                  <a:close/>
                  <a:moveTo>
                    <a:pt x="8" y="8"/>
                  </a:moveTo>
                  <a:cubicBezTo>
                    <a:pt x="8" y="392"/>
                    <a:pt x="8" y="392"/>
                    <a:pt x="8" y="392"/>
                  </a:cubicBezTo>
                  <a:cubicBezTo>
                    <a:pt x="27" y="392"/>
                    <a:pt x="27" y="392"/>
                    <a:pt x="27" y="392"/>
                  </a:cubicBezTo>
                  <a:cubicBezTo>
                    <a:pt x="27" y="8"/>
                    <a:pt x="27" y="8"/>
                    <a:pt x="27" y="8"/>
                  </a:cubicBezTo>
                  <a:lnTo>
                    <a:pt x="8" y="8"/>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1" name="Freeform 186"/>
            <p:cNvSpPr/>
            <p:nvPr/>
          </p:nvSpPr>
          <p:spPr bwMode="auto">
            <a:xfrm>
              <a:off x="5540376" y="2260601"/>
              <a:ext cx="787400" cy="36513"/>
            </a:xfrm>
            <a:custGeom>
              <a:avLst/>
              <a:gdLst>
                <a:gd name="T0" fmla="*/ 0 w 496"/>
                <a:gd name="T1" fmla="*/ 2147483646 h 23"/>
                <a:gd name="T2" fmla="*/ 0 w 496"/>
                <a:gd name="T3" fmla="*/ 2147483646 h 23"/>
                <a:gd name="T4" fmla="*/ 2147483646 w 496"/>
                <a:gd name="T5" fmla="*/ 0 h 23"/>
                <a:gd name="T6" fmla="*/ 2147483646 w 496"/>
                <a:gd name="T7" fmla="*/ 2147483646 h 23"/>
                <a:gd name="T8" fmla="*/ 0 w 496"/>
                <a:gd name="T9" fmla="*/ 2147483646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 h="23">
                  <a:moveTo>
                    <a:pt x="0" y="23"/>
                  </a:moveTo>
                  <a:lnTo>
                    <a:pt x="0" y="12"/>
                  </a:lnTo>
                  <a:lnTo>
                    <a:pt x="496" y="0"/>
                  </a:lnTo>
                  <a:lnTo>
                    <a:pt x="496" y="12"/>
                  </a:lnTo>
                  <a:lnTo>
                    <a:pt x="0" y="2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2" name="Freeform 187"/>
            <p:cNvSpPr>
              <a:spLocks noEditPoints="1"/>
            </p:cNvSpPr>
            <p:nvPr/>
          </p:nvSpPr>
          <p:spPr bwMode="auto">
            <a:xfrm>
              <a:off x="5632451" y="2286001"/>
              <a:ext cx="41275" cy="44450"/>
            </a:xfrm>
            <a:custGeom>
              <a:avLst/>
              <a:gdLst>
                <a:gd name="T0" fmla="*/ 2147483646 w 26"/>
                <a:gd name="T1" fmla="*/ 2147483646 h 29"/>
                <a:gd name="T2" fmla="*/ 2147483646 w 26"/>
                <a:gd name="T3" fmla="*/ 2147483646 h 29"/>
                <a:gd name="T4" fmla="*/ 0 w 26"/>
                <a:gd name="T5" fmla="*/ 2147483646 h 29"/>
                <a:gd name="T6" fmla="*/ 0 w 26"/>
                <a:gd name="T7" fmla="*/ 2147483646 h 29"/>
                <a:gd name="T8" fmla="*/ 2147483646 w 26"/>
                <a:gd name="T9" fmla="*/ 0 h 29"/>
                <a:gd name="T10" fmla="*/ 2147483646 w 26"/>
                <a:gd name="T11" fmla="*/ 0 h 29"/>
                <a:gd name="T12" fmla="*/ 2147483646 w 26"/>
                <a:gd name="T13" fmla="*/ 2147483646 h 29"/>
                <a:gd name="T14" fmla="*/ 2147483646 w 26"/>
                <a:gd name="T15" fmla="*/ 2147483646 h 29"/>
                <a:gd name="T16" fmla="*/ 2147483646 w 26"/>
                <a:gd name="T17" fmla="*/ 2147483646 h 29"/>
                <a:gd name="T18" fmla="*/ 2147483646 w 26"/>
                <a:gd name="T19" fmla="*/ 2147483646 h 29"/>
                <a:gd name="T20" fmla="*/ 2147483646 w 26"/>
                <a:gd name="T21" fmla="*/ 2147483646 h 29"/>
                <a:gd name="T22" fmla="*/ 2147483646 w 26"/>
                <a:gd name="T23" fmla="*/ 2147483646 h 29"/>
                <a:gd name="T24" fmla="*/ 2147483646 w 26"/>
                <a:gd name="T25" fmla="*/ 2147483646 h 29"/>
                <a:gd name="T26" fmla="*/ 2147483646 w 26"/>
                <a:gd name="T27" fmla="*/ 2147483646 h 29"/>
                <a:gd name="T28" fmla="*/ 2147483646 w 26"/>
                <a:gd name="T29" fmla="*/ 2147483646 h 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 h="29">
                  <a:moveTo>
                    <a:pt x="22" y="29"/>
                  </a:moveTo>
                  <a:cubicBezTo>
                    <a:pt x="4" y="29"/>
                    <a:pt x="4" y="29"/>
                    <a:pt x="4" y="29"/>
                  </a:cubicBezTo>
                  <a:cubicBezTo>
                    <a:pt x="2" y="29"/>
                    <a:pt x="0" y="27"/>
                    <a:pt x="0" y="25"/>
                  </a:cubicBezTo>
                  <a:cubicBezTo>
                    <a:pt x="0" y="4"/>
                    <a:pt x="0" y="4"/>
                    <a:pt x="0" y="4"/>
                  </a:cubicBezTo>
                  <a:cubicBezTo>
                    <a:pt x="0" y="2"/>
                    <a:pt x="2" y="0"/>
                    <a:pt x="4" y="0"/>
                  </a:cubicBezTo>
                  <a:cubicBezTo>
                    <a:pt x="22" y="0"/>
                    <a:pt x="22" y="0"/>
                    <a:pt x="22" y="0"/>
                  </a:cubicBezTo>
                  <a:cubicBezTo>
                    <a:pt x="23" y="0"/>
                    <a:pt x="25" y="0"/>
                    <a:pt x="25" y="1"/>
                  </a:cubicBezTo>
                  <a:cubicBezTo>
                    <a:pt x="26" y="2"/>
                    <a:pt x="26" y="3"/>
                    <a:pt x="26" y="4"/>
                  </a:cubicBezTo>
                  <a:cubicBezTo>
                    <a:pt x="26" y="25"/>
                    <a:pt x="26" y="25"/>
                    <a:pt x="26" y="25"/>
                  </a:cubicBezTo>
                  <a:cubicBezTo>
                    <a:pt x="26" y="27"/>
                    <a:pt x="25" y="29"/>
                    <a:pt x="22" y="29"/>
                  </a:cubicBezTo>
                  <a:close/>
                  <a:moveTo>
                    <a:pt x="8" y="21"/>
                  </a:moveTo>
                  <a:cubicBezTo>
                    <a:pt x="18" y="21"/>
                    <a:pt x="18" y="21"/>
                    <a:pt x="18" y="21"/>
                  </a:cubicBezTo>
                  <a:cubicBezTo>
                    <a:pt x="18" y="8"/>
                    <a:pt x="18" y="8"/>
                    <a:pt x="18" y="8"/>
                  </a:cubicBezTo>
                  <a:cubicBezTo>
                    <a:pt x="8" y="8"/>
                    <a:pt x="8" y="8"/>
                    <a:pt x="8" y="8"/>
                  </a:cubicBezTo>
                  <a:lnTo>
                    <a:pt x="8" y="21"/>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3" name="Freeform 188"/>
            <p:cNvSpPr>
              <a:spLocks noEditPoints="1"/>
            </p:cNvSpPr>
            <p:nvPr/>
          </p:nvSpPr>
          <p:spPr bwMode="auto">
            <a:xfrm>
              <a:off x="5530851" y="2927351"/>
              <a:ext cx="373063" cy="50800"/>
            </a:xfrm>
            <a:custGeom>
              <a:avLst/>
              <a:gdLst>
                <a:gd name="T0" fmla="*/ 2147483646 w 241"/>
                <a:gd name="T1" fmla="*/ 2147483646 h 33"/>
                <a:gd name="T2" fmla="*/ 2147483646 w 241"/>
                <a:gd name="T3" fmla="*/ 2147483646 h 33"/>
                <a:gd name="T4" fmla="*/ 0 w 241"/>
                <a:gd name="T5" fmla="*/ 2147483646 h 33"/>
                <a:gd name="T6" fmla="*/ 2147483646 w 241"/>
                <a:gd name="T7" fmla="*/ 2147483646 h 33"/>
                <a:gd name="T8" fmla="*/ 2147483646 w 241"/>
                <a:gd name="T9" fmla="*/ 0 h 33"/>
                <a:gd name="T10" fmla="*/ 2147483646 w 241"/>
                <a:gd name="T11" fmla="*/ 2147483646 h 33"/>
                <a:gd name="T12" fmla="*/ 2147483646 w 241"/>
                <a:gd name="T13" fmla="*/ 2147483646 h 33"/>
                <a:gd name="T14" fmla="*/ 2147483646 w 241"/>
                <a:gd name="T15" fmla="*/ 2147483646 h 33"/>
                <a:gd name="T16" fmla="*/ 2147483646 w 241"/>
                <a:gd name="T17" fmla="*/ 2147483646 h 33"/>
                <a:gd name="T18" fmla="*/ 2147483646 w 241"/>
                <a:gd name="T19" fmla="*/ 2147483646 h 33"/>
                <a:gd name="T20" fmla="*/ 2147483646 w 241"/>
                <a:gd name="T21" fmla="*/ 2147483646 h 33"/>
                <a:gd name="T22" fmla="*/ 2147483646 w 241"/>
                <a:gd name="T23" fmla="*/ 2147483646 h 33"/>
                <a:gd name="T24" fmla="*/ 2147483646 w 241"/>
                <a:gd name="T25" fmla="*/ 2147483646 h 33"/>
                <a:gd name="T26" fmla="*/ 2147483646 w 241"/>
                <a:gd name="T27" fmla="*/ 2147483646 h 3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41" h="33">
                  <a:moveTo>
                    <a:pt x="120" y="33"/>
                  </a:moveTo>
                  <a:cubicBezTo>
                    <a:pt x="89" y="33"/>
                    <a:pt x="60" y="32"/>
                    <a:pt x="37" y="29"/>
                  </a:cubicBezTo>
                  <a:cubicBezTo>
                    <a:pt x="3" y="26"/>
                    <a:pt x="0" y="21"/>
                    <a:pt x="0" y="16"/>
                  </a:cubicBezTo>
                  <a:cubicBezTo>
                    <a:pt x="0" y="12"/>
                    <a:pt x="3" y="7"/>
                    <a:pt x="37" y="3"/>
                  </a:cubicBezTo>
                  <a:cubicBezTo>
                    <a:pt x="60" y="1"/>
                    <a:pt x="89" y="0"/>
                    <a:pt x="120" y="0"/>
                  </a:cubicBezTo>
                  <a:cubicBezTo>
                    <a:pt x="152" y="0"/>
                    <a:pt x="181" y="1"/>
                    <a:pt x="203" y="3"/>
                  </a:cubicBezTo>
                  <a:cubicBezTo>
                    <a:pt x="238" y="7"/>
                    <a:pt x="241" y="12"/>
                    <a:pt x="241" y="16"/>
                  </a:cubicBezTo>
                  <a:cubicBezTo>
                    <a:pt x="241" y="21"/>
                    <a:pt x="238" y="26"/>
                    <a:pt x="203" y="29"/>
                  </a:cubicBezTo>
                  <a:cubicBezTo>
                    <a:pt x="181" y="32"/>
                    <a:pt x="152" y="33"/>
                    <a:pt x="120" y="33"/>
                  </a:cubicBezTo>
                  <a:close/>
                  <a:moveTo>
                    <a:pt x="10" y="16"/>
                  </a:moveTo>
                  <a:cubicBezTo>
                    <a:pt x="21" y="20"/>
                    <a:pt x="61" y="25"/>
                    <a:pt x="120" y="25"/>
                  </a:cubicBezTo>
                  <a:cubicBezTo>
                    <a:pt x="180" y="25"/>
                    <a:pt x="220" y="20"/>
                    <a:pt x="231" y="16"/>
                  </a:cubicBezTo>
                  <a:cubicBezTo>
                    <a:pt x="220" y="12"/>
                    <a:pt x="180" y="8"/>
                    <a:pt x="120" y="8"/>
                  </a:cubicBezTo>
                  <a:cubicBezTo>
                    <a:pt x="61" y="8"/>
                    <a:pt x="21" y="12"/>
                    <a:pt x="10" y="1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4" name="Freeform 375"/>
            <p:cNvSpPr/>
            <p:nvPr/>
          </p:nvSpPr>
          <p:spPr bwMode="auto">
            <a:xfrm>
              <a:off x="5738814" y="3006726"/>
              <a:ext cx="44450" cy="46038"/>
            </a:xfrm>
            <a:custGeom>
              <a:avLst/>
              <a:gdLst>
                <a:gd name="T0" fmla="*/ 0 w 29"/>
                <a:gd name="T1" fmla="*/ 2147483646 h 29"/>
                <a:gd name="T2" fmla="*/ 2147483646 w 29"/>
                <a:gd name="T3" fmla="*/ 2147483646 h 29"/>
                <a:gd name="T4" fmla="*/ 2147483646 w 29"/>
                <a:gd name="T5" fmla="*/ 2147483646 h 29"/>
                <a:gd name="T6" fmla="*/ 2147483646 w 29"/>
                <a:gd name="T7" fmla="*/ 2147483646 h 29"/>
                <a:gd name="T8" fmla="*/ 0 w 29"/>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29">
                  <a:moveTo>
                    <a:pt x="0" y="15"/>
                  </a:moveTo>
                  <a:cubicBezTo>
                    <a:pt x="1" y="23"/>
                    <a:pt x="7" y="29"/>
                    <a:pt x="15" y="29"/>
                  </a:cubicBezTo>
                  <a:cubicBezTo>
                    <a:pt x="23" y="29"/>
                    <a:pt x="29" y="22"/>
                    <a:pt x="28" y="14"/>
                  </a:cubicBezTo>
                  <a:cubicBezTo>
                    <a:pt x="28" y="6"/>
                    <a:pt x="21" y="0"/>
                    <a:pt x="14" y="1"/>
                  </a:cubicBezTo>
                  <a:cubicBezTo>
                    <a:pt x="6" y="1"/>
                    <a:pt x="0" y="8"/>
                    <a:pt x="0" y="1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5" name="Freeform 376"/>
            <p:cNvSpPr/>
            <p:nvPr/>
          </p:nvSpPr>
          <p:spPr bwMode="auto">
            <a:xfrm>
              <a:off x="5810251" y="3003551"/>
              <a:ext cx="44450" cy="46038"/>
            </a:xfrm>
            <a:custGeom>
              <a:avLst/>
              <a:gdLst>
                <a:gd name="T0" fmla="*/ 2147483646 w 29"/>
                <a:gd name="T1" fmla="*/ 2147483646 h 29"/>
                <a:gd name="T2" fmla="*/ 2147483646 w 29"/>
                <a:gd name="T3" fmla="*/ 2147483646 h 29"/>
                <a:gd name="T4" fmla="*/ 2147483646 w 29"/>
                <a:gd name="T5" fmla="*/ 2147483646 h 29"/>
                <a:gd name="T6" fmla="*/ 2147483646 w 29"/>
                <a:gd name="T7" fmla="*/ 2147483646 h 29"/>
                <a:gd name="T8" fmla="*/ 2147483646 w 29"/>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29">
                  <a:moveTo>
                    <a:pt x="1" y="15"/>
                  </a:moveTo>
                  <a:cubicBezTo>
                    <a:pt x="1" y="23"/>
                    <a:pt x="8" y="29"/>
                    <a:pt x="15" y="29"/>
                  </a:cubicBezTo>
                  <a:cubicBezTo>
                    <a:pt x="23" y="28"/>
                    <a:pt x="29" y="22"/>
                    <a:pt x="29" y="14"/>
                  </a:cubicBezTo>
                  <a:cubicBezTo>
                    <a:pt x="28" y="6"/>
                    <a:pt x="22" y="0"/>
                    <a:pt x="14" y="1"/>
                  </a:cubicBezTo>
                  <a:cubicBezTo>
                    <a:pt x="6" y="1"/>
                    <a:pt x="0" y="8"/>
                    <a:pt x="1" y="1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216" name="组合 990"/>
          <p:cNvGrpSpPr/>
          <p:nvPr/>
        </p:nvGrpSpPr>
        <p:grpSpPr bwMode="auto">
          <a:xfrm>
            <a:off x="1457859" y="2128295"/>
            <a:ext cx="1015296" cy="1045491"/>
            <a:chOff x="868363" y="3641726"/>
            <a:chExt cx="854075" cy="879476"/>
          </a:xfrm>
        </p:grpSpPr>
        <p:sp>
          <p:nvSpPr>
            <p:cNvPr id="217" name="Freeform 463"/>
            <p:cNvSpPr/>
            <p:nvPr/>
          </p:nvSpPr>
          <p:spPr bwMode="auto">
            <a:xfrm>
              <a:off x="1092201" y="3641726"/>
              <a:ext cx="190500" cy="863600"/>
            </a:xfrm>
            <a:custGeom>
              <a:avLst/>
              <a:gdLst>
                <a:gd name="T0" fmla="*/ 2147483646 w 123"/>
                <a:gd name="T1" fmla="*/ 2147483646 h 556"/>
                <a:gd name="T2" fmla="*/ 2147483646 w 123"/>
                <a:gd name="T3" fmla="*/ 2147483646 h 556"/>
                <a:gd name="T4" fmla="*/ 0 w 123"/>
                <a:gd name="T5" fmla="*/ 2147483646 h 556"/>
                <a:gd name="T6" fmla="*/ 0 w 123"/>
                <a:gd name="T7" fmla="*/ 2147483646 h 556"/>
                <a:gd name="T8" fmla="*/ 2147483646 w 123"/>
                <a:gd name="T9" fmla="*/ 2147483646 h 556"/>
                <a:gd name="T10" fmla="*/ 2147483646 w 123"/>
                <a:gd name="T11" fmla="*/ 2147483646 h 556"/>
                <a:gd name="T12" fmla="*/ 2147483646 w 123"/>
                <a:gd name="T13" fmla="*/ 2147483646 h 556"/>
                <a:gd name="T14" fmla="*/ 2147483646 w 123"/>
                <a:gd name="T15" fmla="*/ 2147483646 h 556"/>
                <a:gd name="T16" fmla="*/ 2147483646 w 123"/>
                <a:gd name="T17" fmla="*/ 2147483646 h 556"/>
                <a:gd name="T18" fmla="*/ 2147483646 w 123"/>
                <a:gd name="T19" fmla="*/ 2147483646 h 556"/>
                <a:gd name="T20" fmla="*/ 2147483646 w 123"/>
                <a:gd name="T21" fmla="*/ 2147483646 h 556"/>
                <a:gd name="T22" fmla="*/ 2147483646 w 123"/>
                <a:gd name="T23" fmla="*/ 2147483646 h 556"/>
                <a:gd name="T24" fmla="*/ 2147483646 w 123"/>
                <a:gd name="T25" fmla="*/ 2147483646 h 556"/>
                <a:gd name="T26" fmla="*/ 2147483646 w 123"/>
                <a:gd name="T27" fmla="*/ 2147483646 h 556"/>
                <a:gd name="T28" fmla="*/ 0 w 123"/>
                <a:gd name="T29" fmla="*/ 2147483646 h 556"/>
                <a:gd name="T30" fmla="*/ 0 w 123"/>
                <a:gd name="T31" fmla="*/ 2147483646 h 556"/>
                <a:gd name="T32" fmla="*/ 2147483646 w 123"/>
                <a:gd name="T33" fmla="*/ 0 h 556"/>
                <a:gd name="T34" fmla="*/ 2147483646 w 123"/>
                <a:gd name="T35" fmla="*/ 0 h 556"/>
                <a:gd name="T36" fmla="*/ 2147483646 w 123"/>
                <a:gd name="T37" fmla="*/ 2147483646 h 556"/>
                <a:gd name="T38" fmla="*/ 2147483646 w 123"/>
                <a:gd name="T39" fmla="*/ 2147483646 h 556"/>
                <a:gd name="T40" fmla="*/ 2147483646 w 123"/>
                <a:gd name="T41" fmla="*/ 2147483646 h 5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23" h="556">
                  <a:moveTo>
                    <a:pt x="109" y="556"/>
                  </a:moveTo>
                  <a:cubicBezTo>
                    <a:pt x="15" y="556"/>
                    <a:pt x="15" y="556"/>
                    <a:pt x="15" y="556"/>
                  </a:cubicBezTo>
                  <a:cubicBezTo>
                    <a:pt x="7" y="556"/>
                    <a:pt x="0" y="550"/>
                    <a:pt x="0" y="541"/>
                  </a:cubicBezTo>
                  <a:cubicBezTo>
                    <a:pt x="0" y="315"/>
                    <a:pt x="0" y="315"/>
                    <a:pt x="0" y="315"/>
                  </a:cubicBezTo>
                  <a:cubicBezTo>
                    <a:pt x="8" y="315"/>
                    <a:pt x="8" y="315"/>
                    <a:pt x="8" y="315"/>
                  </a:cubicBezTo>
                  <a:cubicBezTo>
                    <a:pt x="8" y="541"/>
                    <a:pt x="8" y="541"/>
                    <a:pt x="8" y="541"/>
                  </a:cubicBezTo>
                  <a:cubicBezTo>
                    <a:pt x="8" y="545"/>
                    <a:pt x="11" y="548"/>
                    <a:pt x="15" y="548"/>
                  </a:cubicBezTo>
                  <a:cubicBezTo>
                    <a:pt x="109" y="548"/>
                    <a:pt x="109" y="548"/>
                    <a:pt x="109" y="548"/>
                  </a:cubicBezTo>
                  <a:cubicBezTo>
                    <a:pt x="112" y="548"/>
                    <a:pt x="115" y="545"/>
                    <a:pt x="115" y="541"/>
                  </a:cubicBezTo>
                  <a:cubicBezTo>
                    <a:pt x="115" y="15"/>
                    <a:pt x="115" y="15"/>
                    <a:pt x="115" y="15"/>
                  </a:cubicBezTo>
                  <a:cubicBezTo>
                    <a:pt x="115" y="11"/>
                    <a:pt x="112" y="8"/>
                    <a:pt x="109" y="8"/>
                  </a:cubicBezTo>
                  <a:cubicBezTo>
                    <a:pt x="15" y="8"/>
                    <a:pt x="15" y="8"/>
                    <a:pt x="15" y="8"/>
                  </a:cubicBezTo>
                  <a:cubicBezTo>
                    <a:pt x="11" y="8"/>
                    <a:pt x="8" y="11"/>
                    <a:pt x="8" y="15"/>
                  </a:cubicBezTo>
                  <a:cubicBezTo>
                    <a:pt x="8" y="277"/>
                    <a:pt x="8" y="277"/>
                    <a:pt x="8" y="277"/>
                  </a:cubicBezTo>
                  <a:cubicBezTo>
                    <a:pt x="0" y="277"/>
                    <a:pt x="0" y="277"/>
                    <a:pt x="0" y="277"/>
                  </a:cubicBezTo>
                  <a:cubicBezTo>
                    <a:pt x="0" y="15"/>
                    <a:pt x="0" y="15"/>
                    <a:pt x="0" y="15"/>
                  </a:cubicBezTo>
                  <a:cubicBezTo>
                    <a:pt x="0" y="7"/>
                    <a:pt x="7" y="0"/>
                    <a:pt x="15" y="0"/>
                  </a:cubicBezTo>
                  <a:cubicBezTo>
                    <a:pt x="109" y="0"/>
                    <a:pt x="109" y="0"/>
                    <a:pt x="109" y="0"/>
                  </a:cubicBezTo>
                  <a:cubicBezTo>
                    <a:pt x="117" y="0"/>
                    <a:pt x="123" y="7"/>
                    <a:pt x="123" y="15"/>
                  </a:cubicBezTo>
                  <a:cubicBezTo>
                    <a:pt x="123" y="541"/>
                    <a:pt x="123" y="541"/>
                    <a:pt x="123" y="541"/>
                  </a:cubicBezTo>
                  <a:cubicBezTo>
                    <a:pt x="123" y="550"/>
                    <a:pt x="117" y="556"/>
                    <a:pt x="109" y="55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8" name="Freeform 464"/>
            <p:cNvSpPr>
              <a:spLocks noEditPoints="1"/>
            </p:cNvSpPr>
            <p:nvPr/>
          </p:nvSpPr>
          <p:spPr bwMode="auto">
            <a:xfrm>
              <a:off x="1181101" y="4081464"/>
              <a:ext cx="38100" cy="39688"/>
            </a:xfrm>
            <a:custGeom>
              <a:avLst/>
              <a:gdLst>
                <a:gd name="T0" fmla="*/ 2147483646 w 24"/>
                <a:gd name="T1" fmla="*/ 2147483646 h 25"/>
                <a:gd name="T2" fmla="*/ 0 w 24"/>
                <a:gd name="T3" fmla="*/ 2147483646 h 25"/>
                <a:gd name="T4" fmla="*/ 2147483646 w 24"/>
                <a:gd name="T5" fmla="*/ 0 h 25"/>
                <a:gd name="T6" fmla="*/ 2147483646 w 24"/>
                <a:gd name="T7" fmla="*/ 2147483646 h 25"/>
                <a:gd name="T8" fmla="*/ 2147483646 w 24"/>
                <a:gd name="T9" fmla="*/ 2147483646 h 25"/>
                <a:gd name="T10" fmla="*/ 2147483646 w 24"/>
                <a:gd name="T11" fmla="*/ 2147483646 h 25"/>
                <a:gd name="T12" fmla="*/ 2147483646 w 24"/>
                <a:gd name="T13" fmla="*/ 2147483646 h 25"/>
                <a:gd name="T14" fmla="*/ 2147483646 w 24"/>
                <a:gd name="T15" fmla="*/ 2147483646 h 25"/>
                <a:gd name="T16" fmla="*/ 2147483646 w 24"/>
                <a:gd name="T17" fmla="*/ 2147483646 h 25"/>
                <a:gd name="T18" fmla="*/ 2147483646 w 24"/>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5">
                  <a:moveTo>
                    <a:pt x="12" y="25"/>
                  </a:moveTo>
                  <a:cubicBezTo>
                    <a:pt x="5" y="25"/>
                    <a:pt x="0" y="19"/>
                    <a:pt x="0" y="13"/>
                  </a:cubicBezTo>
                  <a:cubicBezTo>
                    <a:pt x="0" y="6"/>
                    <a:pt x="5" y="0"/>
                    <a:pt x="12" y="0"/>
                  </a:cubicBezTo>
                  <a:cubicBezTo>
                    <a:pt x="19" y="0"/>
                    <a:pt x="24" y="6"/>
                    <a:pt x="24" y="13"/>
                  </a:cubicBezTo>
                  <a:cubicBezTo>
                    <a:pt x="24" y="19"/>
                    <a:pt x="19" y="25"/>
                    <a:pt x="12" y="25"/>
                  </a:cubicBezTo>
                  <a:close/>
                  <a:moveTo>
                    <a:pt x="12" y="4"/>
                  </a:moveTo>
                  <a:cubicBezTo>
                    <a:pt x="8" y="4"/>
                    <a:pt x="4" y="8"/>
                    <a:pt x="4" y="13"/>
                  </a:cubicBezTo>
                  <a:cubicBezTo>
                    <a:pt x="4" y="17"/>
                    <a:pt x="8" y="21"/>
                    <a:pt x="12" y="21"/>
                  </a:cubicBezTo>
                  <a:cubicBezTo>
                    <a:pt x="17" y="21"/>
                    <a:pt x="20" y="17"/>
                    <a:pt x="20" y="13"/>
                  </a:cubicBezTo>
                  <a:cubicBezTo>
                    <a:pt x="20" y="8"/>
                    <a:pt x="17" y="4"/>
                    <a:pt x="1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19" name="Freeform 465"/>
            <p:cNvSpPr>
              <a:spLocks noEditPoints="1"/>
            </p:cNvSpPr>
            <p:nvPr/>
          </p:nvSpPr>
          <p:spPr bwMode="auto">
            <a:xfrm>
              <a:off x="868363" y="4068764"/>
              <a:ext cx="366713" cy="66675"/>
            </a:xfrm>
            <a:custGeom>
              <a:avLst/>
              <a:gdLst>
                <a:gd name="T0" fmla="*/ 2147483646 w 236"/>
                <a:gd name="T1" fmla="*/ 2147483646 h 42"/>
                <a:gd name="T2" fmla="*/ 2147483646 w 236"/>
                <a:gd name="T3" fmla="*/ 2147483646 h 42"/>
                <a:gd name="T4" fmla="*/ 0 w 236"/>
                <a:gd name="T5" fmla="*/ 2147483646 h 42"/>
                <a:gd name="T6" fmla="*/ 0 w 236"/>
                <a:gd name="T7" fmla="*/ 2147483646 h 42"/>
                <a:gd name="T8" fmla="*/ 2147483646 w 236"/>
                <a:gd name="T9" fmla="*/ 0 h 42"/>
                <a:gd name="T10" fmla="*/ 2147483646 w 236"/>
                <a:gd name="T11" fmla="*/ 0 h 42"/>
                <a:gd name="T12" fmla="*/ 2147483646 w 236"/>
                <a:gd name="T13" fmla="*/ 2147483646 h 42"/>
                <a:gd name="T14" fmla="*/ 2147483646 w 236"/>
                <a:gd name="T15" fmla="*/ 2147483646 h 42"/>
                <a:gd name="T16" fmla="*/ 2147483646 w 236"/>
                <a:gd name="T17" fmla="*/ 2147483646 h 42"/>
                <a:gd name="T18" fmla="*/ 2147483646 w 236"/>
                <a:gd name="T19" fmla="*/ 2147483646 h 42"/>
                <a:gd name="T20" fmla="*/ 2147483646 w 236"/>
                <a:gd name="T21" fmla="*/ 2147483646 h 42"/>
                <a:gd name="T22" fmla="*/ 2147483646 w 236"/>
                <a:gd name="T23" fmla="*/ 2147483646 h 42"/>
                <a:gd name="T24" fmla="*/ 2147483646 w 236"/>
                <a:gd name="T25" fmla="*/ 2147483646 h 42"/>
                <a:gd name="T26" fmla="*/ 2147483646 w 236"/>
                <a:gd name="T27" fmla="*/ 2147483646 h 42"/>
                <a:gd name="T28" fmla="*/ 2147483646 w 236"/>
                <a:gd name="T29" fmla="*/ 2147483646 h 42"/>
                <a:gd name="T30" fmla="*/ 2147483646 w 236"/>
                <a:gd name="T31" fmla="*/ 2147483646 h 42"/>
                <a:gd name="T32" fmla="*/ 2147483646 w 236"/>
                <a:gd name="T33" fmla="*/ 2147483646 h 42"/>
                <a:gd name="T34" fmla="*/ 2147483646 w 236"/>
                <a:gd name="T35" fmla="*/ 2147483646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6" h="42">
                  <a:moveTo>
                    <a:pt x="213" y="42"/>
                  </a:moveTo>
                  <a:cubicBezTo>
                    <a:pt x="14" y="42"/>
                    <a:pt x="14" y="42"/>
                    <a:pt x="14" y="42"/>
                  </a:cubicBezTo>
                  <a:cubicBezTo>
                    <a:pt x="7" y="42"/>
                    <a:pt x="0" y="36"/>
                    <a:pt x="0" y="28"/>
                  </a:cubicBezTo>
                  <a:cubicBezTo>
                    <a:pt x="0" y="13"/>
                    <a:pt x="0" y="13"/>
                    <a:pt x="0" y="13"/>
                  </a:cubicBezTo>
                  <a:cubicBezTo>
                    <a:pt x="0" y="6"/>
                    <a:pt x="7" y="0"/>
                    <a:pt x="14" y="0"/>
                  </a:cubicBezTo>
                  <a:cubicBezTo>
                    <a:pt x="214" y="0"/>
                    <a:pt x="214" y="0"/>
                    <a:pt x="214" y="0"/>
                  </a:cubicBezTo>
                  <a:cubicBezTo>
                    <a:pt x="220" y="0"/>
                    <a:pt x="226" y="2"/>
                    <a:pt x="230" y="6"/>
                  </a:cubicBezTo>
                  <a:cubicBezTo>
                    <a:pt x="234" y="11"/>
                    <a:pt x="236" y="17"/>
                    <a:pt x="235" y="23"/>
                  </a:cubicBezTo>
                  <a:cubicBezTo>
                    <a:pt x="234" y="33"/>
                    <a:pt x="224" y="42"/>
                    <a:pt x="213" y="42"/>
                  </a:cubicBezTo>
                  <a:close/>
                  <a:moveTo>
                    <a:pt x="14" y="4"/>
                  </a:moveTo>
                  <a:cubicBezTo>
                    <a:pt x="9" y="4"/>
                    <a:pt x="4" y="8"/>
                    <a:pt x="4" y="13"/>
                  </a:cubicBezTo>
                  <a:cubicBezTo>
                    <a:pt x="4" y="28"/>
                    <a:pt x="4" y="28"/>
                    <a:pt x="4" y="28"/>
                  </a:cubicBezTo>
                  <a:cubicBezTo>
                    <a:pt x="4" y="33"/>
                    <a:pt x="9" y="38"/>
                    <a:pt x="14" y="38"/>
                  </a:cubicBezTo>
                  <a:cubicBezTo>
                    <a:pt x="213" y="38"/>
                    <a:pt x="213" y="38"/>
                    <a:pt x="213" y="38"/>
                  </a:cubicBezTo>
                  <a:cubicBezTo>
                    <a:pt x="222" y="38"/>
                    <a:pt x="230" y="31"/>
                    <a:pt x="231" y="22"/>
                  </a:cubicBezTo>
                  <a:cubicBezTo>
                    <a:pt x="231" y="17"/>
                    <a:pt x="230" y="13"/>
                    <a:pt x="227" y="9"/>
                  </a:cubicBezTo>
                  <a:cubicBezTo>
                    <a:pt x="223" y="6"/>
                    <a:pt x="219" y="4"/>
                    <a:pt x="214" y="4"/>
                  </a:cubicBezTo>
                  <a:lnTo>
                    <a:pt x="14" y="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0" name="Freeform 466"/>
            <p:cNvSpPr/>
            <p:nvPr/>
          </p:nvSpPr>
          <p:spPr bwMode="auto">
            <a:xfrm>
              <a:off x="1135063" y="4033839"/>
              <a:ext cx="117475" cy="122238"/>
            </a:xfrm>
            <a:custGeom>
              <a:avLst/>
              <a:gdLst>
                <a:gd name="T0" fmla="*/ 2147483646 w 76"/>
                <a:gd name="T1" fmla="*/ 2147483646 h 79"/>
                <a:gd name="T2" fmla="*/ 2147483646 w 76"/>
                <a:gd name="T3" fmla="*/ 2147483646 h 79"/>
                <a:gd name="T4" fmla="*/ 2147483646 w 76"/>
                <a:gd name="T5" fmla="*/ 2147483646 h 79"/>
                <a:gd name="T6" fmla="*/ 2147483646 w 76"/>
                <a:gd name="T7" fmla="*/ 2147483646 h 79"/>
                <a:gd name="T8" fmla="*/ 2147483646 w 76"/>
                <a:gd name="T9" fmla="*/ 2147483646 h 79"/>
                <a:gd name="T10" fmla="*/ 2147483646 w 76"/>
                <a:gd name="T11" fmla="*/ 2147483646 h 79"/>
                <a:gd name="T12" fmla="*/ 2147483646 w 76"/>
                <a:gd name="T13" fmla="*/ 2147483646 h 79"/>
                <a:gd name="T14" fmla="*/ 0 w 76"/>
                <a:gd name="T15" fmla="*/ 2147483646 h 79"/>
                <a:gd name="T16" fmla="*/ 2147483646 w 76"/>
                <a:gd name="T17" fmla="*/ 0 h 79"/>
                <a:gd name="T18" fmla="*/ 2147483646 w 76"/>
                <a:gd name="T19" fmla="*/ 2147483646 h 79"/>
                <a:gd name="T20" fmla="*/ 2147483646 w 76"/>
                <a:gd name="T21" fmla="*/ 2147483646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 h="79">
                  <a:moveTo>
                    <a:pt x="37" y="79"/>
                  </a:moveTo>
                  <a:cubicBezTo>
                    <a:pt x="24" y="79"/>
                    <a:pt x="13" y="74"/>
                    <a:pt x="5" y="64"/>
                  </a:cubicBezTo>
                  <a:cubicBezTo>
                    <a:pt x="8" y="61"/>
                    <a:pt x="8" y="61"/>
                    <a:pt x="8" y="61"/>
                  </a:cubicBezTo>
                  <a:cubicBezTo>
                    <a:pt x="15" y="70"/>
                    <a:pt x="25" y="75"/>
                    <a:pt x="37" y="75"/>
                  </a:cubicBezTo>
                  <a:cubicBezTo>
                    <a:pt x="56" y="75"/>
                    <a:pt x="72" y="59"/>
                    <a:pt x="72" y="40"/>
                  </a:cubicBezTo>
                  <a:cubicBezTo>
                    <a:pt x="72" y="20"/>
                    <a:pt x="56" y="4"/>
                    <a:pt x="37" y="4"/>
                  </a:cubicBezTo>
                  <a:cubicBezTo>
                    <a:pt x="22" y="4"/>
                    <a:pt x="9" y="12"/>
                    <a:pt x="4" y="26"/>
                  </a:cubicBezTo>
                  <a:cubicBezTo>
                    <a:pt x="0" y="24"/>
                    <a:pt x="0" y="24"/>
                    <a:pt x="0" y="24"/>
                  </a:cubicBezTo>
                  <a:cubicBezTo>
                    <a:pt x="6" y="9"/>
                    <a:pt x="21" y="0"/>
                    <a:pt x="37" y="0"/>
                  </a:cubicBezTo>
                  <a:cubicBezTo>
                    <a:pt x="59" y="0"/>
                    <a:pt x="76" y="18"/>
                    <a:pt x="76" y="40"/>
                  </a:cubicBezTo>
                  <a:cubicBezTo>
                    <a:pt x="76" y="61"/>
                    <a:pt x="59" y="79"/>
                    <a:pt x="37" y="7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1" name="Freeform 467"/>
            <p:cNvSpPr/>
            <p:nvPr/>
          </p:nvSpPr>
          <p:spPr bwMode="auto">
            <a:xfrm>
              <a:off x="1308101" y="3641726"/>
              <a:ext cx="190500" cy="863600"/>
            </a:xfrm>
            <a:custGeom>
              <a:avLst/>
              <a:gdLst>
                <a:gd name="T0" fmla="*/ 2147483646 w 123"/>
                <a:gd name="T1" fmla="*/ 2147483646 h 556"/>
                <a:gd name="T2" fmla="*/ 2147483646 w 123"/>
                <a:gd name="T3" fmla="*/ 2147483646 h 556"/>
                <a:gd name="T4" fmla="*/ 0 w 123"/>
                <a:gd name="T5" fmla="*/ 2147483646 h 556"/>
                <a:gd name="T6" fmla="*/ 0 w 123"/>
                <a:gd name="T7" fmla="*/ 2147483646 h 556"/>
                <a:gd name="T8" fmla="*/ 2147483646 w 123"/>
                <a:gd name="T9" fmla="*/ 0 h 556"/>
                <a:gd name="T10" fmla="*/ 2147483646 w 123"/>
                <a:gd name="T11" fmla="*/ 0 h 556"/>
                <a:gd name="T12" fmla="*/ 2147483646 w 123"/>
                <a:gd name="T13" fmla="*/ 2147483646 h 556"/>
                <a:gd name="T14" fmla="*/ 2147483646 w 123"/>
                <a:gd name="T15" fmla="*/ 2147483646 h 556"/>
                <a:gd name="T16" fmla="*/ 2147483646 w 123"/>
                <a:gd name="T17" fmla="*/ 2147483646 h 556"/>
                <a:gd name="T18" fmla="*/ 2147483646 w 123"/>
                <a:gd name="T19" fmla="*/ 2147483646 h 556"/>
                <a:gd name="T20" fmla="*/ 2147483646 w 123"/>
                <a:gd name="T21" fmla="*/ 2147483646 h 556"/>
                <a:gd name="T22" fmla="*/ 2147483646 w 123"/>
                <a:gd name="T23" fmla="*/ 2147483646 h 556"/>
                <a:gd name="T24" fmla="*/ 2147483646 w 123"/>
                <a:gd name="T25" fmla="*/ 2147483646 h 556"/>
                <a:gd name="T26" fmla="*/ 2147483646 w 123"/>
                <a:gd name="T27" fmla="*/ 2147483646 h 556"/>
                <a:gd name="T28" fmla="*/ 2147483646 w 123"/>
                <a:gd name="T29" fmla="*/ 2147483646 h 556"/>
                <a:gd name="T30" fmla="*/ 2147483646 w 123"/>
                <a:gd name="T31" fmla="*/ 2147483646 h 556"/>
                <a:gd name="T32" fmla="*/ 2147483646 w 123"/>
                <a:gd name="T33" fmla="*/ 2147483646 h 5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3" h="556">
                  <a:moveTo>
                    <a:pt x="38" y="556"/>
                  </a:moveTo>
                  <a:cubicBezTo>
                    <a:pt x="15" y="556"/>
                    <a:pt x="15" y="556"/>
                    <a:pt x="15" y="556"/>
                  </a:cubicBezTo>
                  <a:cubicBezTo>
                    <a:pt x="7" y="556"/>
                    <a:pt x="0" y="550"/>
                    <a:pt x="0" y="541"/>
                  </a:cubicBezTo>
                  <a:cubicBezTo>
                    <a:pt x="0" y="15"/>
                    <a:pt x="0" y="15"/>
                    <a:pt x="0" y="15"/>
                  </a:cubicBezTo>
                  <a:cubicBezTo>
                    <a:pt x="0" y="7"/>
                    <a:pt x="7" y="0"/>
                    <a:pt x="15" y="0"/>
                  </a:cubicBezTo>
                  <a:cubicBezTo>
                    <a:pt x="108" y="0"/>
                    <a:pt x="108" y="0"/>
                    <a:pt x="108" y="0"/>
                  </a:cubicBezTo>
                  <a:cubicBezTo>
                    <a:pt x="116" y="0"/>
                    <a:pt x="123" y="7"/>
                    <a:pt x="123" y="15"/>
                  </a:cubicBezTo>
                  <a:cubicBezTo>
                    <a:pt x="123" y="277"/>
                    <a:pt x="123" y="277"/>
                    <a:pt x="123" y="277"/>
                  </a:cubicBezTo>
                  <a:cubicBezTo>
                    <a:pt x="115" y="277"/>
                    <a:pt x="115" y="277"/>
                    <a:pt x="115" y="277"/>
                  </a:cubicBezTo>
                  <a:cubicBezTo>
                    <a:pt x="115" y="15"/>
                    <a:pt x="115" y="15"/>
                    <a:pt x="115" y="15"/>
                  </a:cubicBezTo>
                  <a:cubicBezTo>
                    <a:pt x="115" y="11"/>
                    <a:pt x="112" y="8"/>
                    <a:pt x="108" y="8"/>
                  </a:cubicBezTo>
                  <a:cubicBezTo>
                    <a:pt x="15" y="8"/>
                    <a:pt x="15" y="8"/>
                    <a:pt x="15" y="8"/>
                  </a:cubicBezTo>
                  <a:cubicBezTo>
                    <a:pt x="11" y="8"/>
                    <a:pt x="8" y="11"/>
                    <a:pt x="8" y="15"/>
                  </a:cubicBezTo>
                  <a:cubicBezTo>
                    <a:pt x="8" y="541"/>
                    <a:pt x="8" y="541"/>
                    <a:pt x="8" y="541"/>
                  </a:cubicBezTo>
                  <a:cubicBezTo>
                    <a:pt x="8" y="545"/>
                    <a:pt x="11" y="548"/>
                    <a:pt x="15" y="548"/>
                  </a:cubicBezTo>
                  <a:cubicBezTo>
                    <a:pt x="38" y="548"/>
                    <a:pt x="38" y="548"/>
                    <a:pt x="38" y="548"/>
                  </a:cubicBezTo>
                  <a:lnTo>
                    <a:pt x="38" y="556"/>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2" name="Freeform 468"/>
            <p:cNvSpPr/>
            <p:nvPr/>
          </p:nvSpPr>
          <p:spPr bwMode="auto">
            <a:xfrm>
              <a:off x="1439863" y="4132264"/>
              <a:ext cx="58738" cy="373063"/>
            </a:xfrm>
            <a:custGeom>
              <a:avLst/>
              <a:gdLst>
                <a:gd name="T0" fmla="*/ 2147483646 w 38"/>
                <a:gd name="T1" fmla="*/ 2147483646 h 241"/>
                <a:gd name="T2" fmla="*/ 0 w 38"/>
                <a:gd name="T3" fmla="*/ 2147483646 h 241"/>
                <a:gd name="T4" fmla="*/ 0 w 38"/>
                <a:gd name="T5" fmla="*/ 2147483646 h 241"/>
                <a:gd name="T6" fmla="*/ 2147483646 w 38"/>
                <a:gd name="T7" fmla="*/ 2147483646 h 241"/>
                <a:gd name="T8" fmla="*/ 2147483646 w 38"/>
                <a:gd name="T9" fmla="*/ 2147483646 h 241"/>
                <a:gd name="T10" fmla="*/ 2147483646 w 38"/>
                <a:gd name="T11" fmla="*/ 0 h 241"/>
                <a:gd name="T12" fmla="*/ 2147483646 w 38"/>
                <a:gd name="T13" fmla="*/ 0 h 241"/>
                <a:gd name="T14" fmla="*/ 2147483646 w 38"/>
                <a:gd name="T15" fmla="*/ 2147483646 h 241"/>
                <a:gd name="T16" fmla="*/ 2147483646 w 38"/>
                <a:gd name="T17" fmla="*/ 2147483646 h 2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241">
                  <a:moveTo>
                    <a:pt x="23" y="241"/>
                  </a:moveTo>
                  <a:cubicBezTo>
                    <a:pt x="0" y="241"/>
                    <a:pt x="0" y="241"/>
                    <a:pt x="0" y="241"/>
                  </a:cubicBezTo>
                  <a:cubicBezTo>
                    <a:pt x="0" y="233"/>
                    <a:pt x="0" y="233"/>
                    <a:pt x="0" y="233"/>
                  </a:cubicBezTo>
                  <a:cubicBezTo>
                    <a:pt x="23" y="233"/>
                    <a:pt x="23" y="233"/>
                    <a:pt x="23" y="233"/>
                  </a:cubicBezTo>
                  <a:cubicBezTo>
                    <a:pt x="27" y="233"/>
                    <a:pt x="30" y="230"/>
                    <a:pt x="30" y="226"/>
                  </a:cubicBezTo>
                  <a:cubicBezTo>
                    <a:pt x="30" y="0"/>
                    <a:pt x="30" y="0"/>
                    <a:pt x="30" y="0"/>
                  </a:cubicBezTo>
                  <a:cubicBezTo>
                    <a:pt x="38" y="0"/>
                    <a:pt x="38" y="0"/>
                    <a:pt x="38" y="0"/>
                  </a:cubicBezTo>
                  <a:cubicBezTo>
                    <a:pt x="38" y="226"/>
                    <a:pt x="38" y="226"/>
                    <a:pt x="38" y="226"/>
                  </a:cubicBezTo>
                  <a:cubicBezTo>
                    <a:pt x="38" y="235"/>
                    <a:pt x="31" y="241"/>
                    <a:pt x="23" y="24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3" name="Freeform 469"/>
            <p:cNvSpPr>
              <a:spLocks noEditPoints="1"/>
            </p:cNvSpPr>
            <p:nvPr/>
          </p:nvSpPr>
          <p:spPr bwMode="auto">
            <a:xfrm>
              <a:off x="1371601" y="4081464"/>
              <a:ext cx="36513" cy="39688"/>
            </a:xfrm>
            <a:custGeom>
              <a:avLst/>
              <a:gdLst>
                <a:gd name="T0" fmla="*/ 2147483646 w 24"/>
                <a:gd name="T1" fmla="*/ 2147483646 h 25"/>
                <a:gd name="T2" fmla="*/ 0 w 24"/>
                <a:gd name="T3" fmla="*/ 2147483646 h 25"/>
                <a:gd name="T4" fmla="*/ 2147483646 w 24"/>
                <a:gd name="T5" fmla="*/ 0 h 25"/>
                <a:gd name="T6" fmla="*/ 2147483646 w 24"/>
                <a:gd name="T7" fmla="*/ 2147483646 h 25"/>
                <a:gd name="T8" fmla="*/ 2147483646 w 24"/>
                <a:gd name="T9" fmla="*/ 2147483646 h 25"/>
                <a:gd name="T10" fmla="*/ 2147483646 w 24"/>
                <a:gd name="T11" fmla="*/ 2147483646 h 25"/>
                <a:gd name="T12" fmla="*/ 2147483646 w 24"/>
                <a:gd name="T13" fmla="*/ 2147483646 h 25"/>
                <a:gd name="T14" fmla="*/ 2147483646 w 24"/>
                <a:gd name="T15" fmla="*/ 2147483646 h 25"/>
                <a:gd name="T16" fmla="*/ 2147483646 w 24"/>
                <a:gd name="T17" fmla="*/ 2147483646 h 25"/>
                <a:gd name="T18" fmla="*/ 2147483646 w 24"/>
                <a:gd name="T19" fmla="*/ 2147483646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 h="25">
                  <a:moveTo>
                    <a:pt x="12" y="25"/>
                  </a:moveTo>
                  <a:cubicBezTo>
                    <a:pt x="5" y="25"/>
                    <a:pt x="0" y="19"/>
                    <a:pt x="0" y="13"/>
                  </a:cubicBezTo>
                  <a:cubicBezTo>
                    <a:pt x="0" y="6"/>
                    <a:pt x="5" y="0"/>
                    <a:pt x="12" y="0"/>
                  </a:cubicBezTo>
                  <a:cubicBezTo>
                    <a:pt x="19" y="0"/>
                    <a:pt x="24" y="6"/>
                    <a:pt x="24" y="13"/>
                  </a:cubicBezTo>
                  <a:cubicBezTo>
                    <a:pt x="24" y="19"/>
                    <a:pt x="19" y="25"/>
                    <a:pt x="12" y="25"/>
                  </a:cubicBezTo>
                  <a:close/>
                  <a:moveTo>
                    <a:pt x="12" y="4"/>
                  </a:moveTo>
                  <a:cubicBezTo>
                    <a:pt x="8" y="4"/>
                    <a:pt x="4" y="8"/>
                    <a:pt x="4" y="13"/>
                  </a:cubicBezTo>
                  <a:cubicBezTo>
                    <a:pt x="4" y="17"/>
                    <a:pt x="8" y="21"/>
                    <a:pt x="12" y="21"/>
                  </a:cubicBezTo>
                  <a:cubicBezTo>
                    <a:pt x="17" y="21"/>
                    <a:pt x="20" y="17"/>
                    <a:pt x="20" y="13"/>
                  </a:cubicBezTo>
                  <a:cubicBezTo>
                    <a:pt x="20" y="8"/>
                    <a:pt x="17" y="4"/>
                    <a:pt x="1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4" name="Freeform 470"/>
            <p:cNvSpPr>
              <a:spLocks noEditPoints="1"/>
            </p:cNvSpPr>
            <p:nvPr/>
          </p:nvSpPr>
          <p:spPr bwMode="auto">
            <a:xfrm>
              <a:off x="1357313" y="4068764"/>
              <a:ext cx="365125" cy="66675"/>
            </a:xfrm>
            <a:custGeom>
              <a:avLst/>
              <a:gdLst>
                <a:gd name="T0" fmla="*/ 2147483646 w 235"/>
                <a:gd name="T1" fmla="*/ 2147483646 h 42"/>
                <a:gd name="T2" fmla="*/ 2147483646 w 235"/>
                <a:gd name="T3" fmla="*/ 2147483646 h 42"/>
                <a:gd name="T4" fmla="*/ 0 w 235"/>
                <a:gd name="T5" fmla="*/ 2147483646 h 42"/>
                <a:gd name="T6" fmla="*/ 2147483646 w 235"/>
                <a:gd name="T7" fmla="*/ 2147483646 h 42"/>
                <a:gd name="T8" fmla="*/ 2147483646 w 235"/>
                <a:gd name="T9" fmla="*/ 0 h 42"/>
                <a:gd name="T10" fmla="*/ 2147483646 w 235"/>
                <a:gd name="T11" fmla="*/ 0 h 42"/>
                <a:gd name="T12" fmla="*/ 2147483646 w 235"/>
                <a:gd name="T13" fmla="*/ 2147483646 h 42"/>
                <a:gd name="T14" fmla="*/ 2147483646 w 235"/>
                <a:gd name="T15" fmla="*/ 2147483646 h 42"/>
                <a:gd name="T16" fmla="*/ 2147483646 w 235"/>
                <a:gd name="T17" fmla="*/ 2147483646 h 42"/>
                <a:gd name="T18" fmla="*/ 2147483646 w 235"/>
                <a:gd name="T19" fmla="*/ 2147483646 h 42"/>
                <a:gd name="T20" fmla="*/ 2147483646 w 235"/>
                <a:gd name="T21" fmla="*/ 2147483646 h 42"/>
                <a:gd name="T22" fmla="*/ 2147483646 w 235"/>
                <a:gd name="T23" fmla="*/ 2147483646 h 42"/>
                <a:gd name="T24" fmla="*/ 2147483646 w 235"/>
                <a:gd name="T25" fmla="*/ 2147483646 h 42"/>
                <a:gd name="T26" fmla="*/ 2147483646 w 235"/>
                <a:gd name="T27" fmla="*/ 2147483646 h 42"/>
                <a:gd name="T28" fmla="*/ 2147483646 w 235"/>
                <a:gd name="T29" fmla="*/ 2147483646 h 42"/>
                <a:gd name="T30" fmla="*/ 2147483646 w 235"/>
                <a:gd name="T31" fmla="*/ 2147483646 h 42"/>
                <a:gd name="T32" fmla="*/ 2147483646 w 235"/>
                <a:gd name="T33" fmla="*/ 2147483646 h 42"/>
                <a:gd name="T34" fmla="*/ 2147483646 w 235"/>
                <a:gd name="T35" fmla="*/ 2147483646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5" h="42">
                  <a:moveTo>
                    <a:pt x="221" y="42"/>
                  </a:moveTo>
                  <a:cubicBezTo>
                    <a:pt x="22" y="42"/>
                    <a:pt x="22" y="42"/>
                    <a:pt x="22" y="42"/>
                  </a:cubicBezTo>
                  <a:cubicBezTo>
                    <a:pt x="11" y="42"/>
                    <a:pt x="1" y="33"/>
                    <a:pt x="0" y="23"/>
                  </a:cubicBezTo>
                  <a:cubicBezTo>
                    <a:pt x="0" y="17"/>
                    <a:pt x="2" y="11"/>
                    <a:pt x="6" y="6"/>
                  </a:cubicBezTo>
                  <a:cubicBezTo>
                    <a:pt x="10" y="2"/>
                    <a:pt x="15" y="0"/>
                    <a:pt x="21" y="0"/>
                  </a:cubicBezTo>
                  <a:cubicBezTo>
                    <a:pt x="221" y="0"/>
                    <a:pt x="221" y="0"/>
                    <a:pt x="221" y="0"/>
                  </a:cubicBezTo>
                  <a:cubicBezTo>
                    <a:pt x="229" y="0"/>
                    <a:pt x="235" y="6"/>
                    <a:pt x="235" y="13"/>
                  </a:cubicBezTo>
                  <a:cubicBezTo>
                    <a:pt x="235" y="28"/>
                    <a:pt x="235" y="28"/>
                    <a:pt x="235" y="28"/>
                  </a:cubicBezTo>
                  <a:cubicBezTo>
                    <a:pt x="235" y="36"/>
                    <a:pt x="229" y="42"/>
                    <a:pt x="221" y="42"/>
                  </a:cubicBezTo>
                  <a:close/>
                  <a:moveTo>
                    <a:pt x="21" y="4"/>
                  </a:moveTo>
                  <a:cubicBezTo>
                    <a:pt x="16" y="4"/>
                    <a:pt x="12" y="6"/>
                    <a:pt x="9" y="9"/>
                  </a:cubicBezTo>
                  <a:cubicBezTo>
                    <a:pt x="5" y="13"/>
                    <a:pt x="4" y="17"/>
                    <a:pt x="4" y="22"/>
                  </a:cubicBezTo>
                  <a:cubicBezTo>
                    <a:pt x="5" y="31"/>
                    <a:pt x="13" y="38"/>
                    <a:pt x="22" y="38"/>
                  </a:cubicBezTo>
                  <a:cubicBezTo>
                    <a:pt x="221" y="38"/>
                    <a:pt x="221" y="38"/>
                    <a:pt x="221" y="38"/>
                  </a:cubicBezTo>
                  <a:cubicBezTo>
                    <a:pt x="227" y="38"/>
                    <a:pt x="231" y="33"/>
                    <a:pt x="231" y="28"/>
                  </a:cubicBezTo>
                  <a:cubicBezTo>
                    <a:pt x="231" y="13"/>
                    <a:pt x="231" y="13"/>
                    <a:pt x="231" y="13"/>
                  </a:cubicBezTo>
                  <a:cubicBezTo>
                    <a:pt x="231" y="8"/>
                    <a:pt x="227" y="4"/>
                    <a:pt x="221" y="4"/>
                  </a:cubicBezTo>
                  <a:lnTo>
                    <a:pt x="21" y="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5" name="Freeform 471"/>
            <p:cNvSpPr/>
            <p:nvPr/>
          </p:nvSpPr>
          <p:spPr bwMode="auto">
            <a:xfrm>
              <a:off x="1336676" y="4033839"/>
              <a:ext cx="119063" cy="122238"/>
            </a:xfrm>
            <a:custGeom>
              <a:avLst/>
              <a:gdLst>
                <a:gd name="T0" fmla="*/ 2147483646 w 76"/>
                <a:gd name="T1" fmla="*/ 2147483646 h 79"/>
                <a:gd name="T2" fmla="*/ 0 w 76"/>
                <a:gd name="T3" fmla="*/ 2147483646 h 79"/>
                <a:gd name="T4" fmla="*/ 2147483646 w 76"/>
                <a:gd name="T5" fmla="*/ 0 h 79"/>
                <a:gd name="T6" fmla="*/ 2147483646 w 76"/>
                <a:gd name="T7" fmla="*/ 2147483646 h 79"/>
                <a:gd name="T8" fmla="*/ 2147483646 w 76"/>
                <a:gd name="T9" fmla="*/ 2147483646 h 79"/>
                <a:gd name="T10" fmla="*/ 2147483646 w 76"/>
                <a:gd name="T11" fmla="*/ 2147483646 h 79"/>
                <a:gd name="T12" fmla="*/ 2147483646 w 76"/>
                <a:gd name="T13" fmla="*/ 2147483646 h 79"/>
                <a:gd name="T14" fmla="*/ 2147483646 w 76"/>
                <a:gd name="T15" fmla="*/ 2147483646 h 79"/>
                <a:gd name="T16" fmla="*/ 2147483646 w 76"/>
                <a:gd name="T17" fmla="*/ 2147483646 h 79"/>
                <a:gd name="T18" fmla="*/ 2147483646 w 76"/>
                <a:gd name="T19" fmla="*/ 2147483646 h 79"/>
                <a:gd name="T20" fmla="*/ 2147483646 w 76"/>
                <a:gd name="T21" fmla="*/ 2147483646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6" h="79">
                  <a:moveTo>
                    <a:pt x="40" y="79"/>
                  </a:moveTo>
                  <a:cubicBezTo>
                    <a:pt x="18" y="79"/>
                    <a:pt x="0" y="61"/>
                    <a:pt x="0" y="40"/>
                  </a:cubicBezTo>
                  <a:cubicBezTo>
                    <a:pt x="0" y="18"/>
                    <a:pt x="18" y="0"/>
                    <a:pt x="40" y="0"/>
                  </a:cubicBezTo>
                  <a:cubicBezTo>
                    <a:pt x="56" y="0"/>
                    <a:pt x="70" y="9"/>
                    <a:pt x="76" y="24"/>
                  </a:cubicBezTo>
                  <a:cubicBezTo>
                    <a:pt x="73" y="26"/>
                    <a:pt x="73" y="26"/>
                    <a:pt x="73" y="26"/>
                  </a:cubicBezTo>
                  <a:cubicBezTo>
                    <a:pt x="67" y="12"/>
                    <a:pt x="54" y="4"/>
                    <a:pt x="40" y="4"/>
                  </a:cubicBezTo>
                  <a:cubicBezTo>
                    <a:pt x="20" y="4"/>
                    <a:pt x="4" y="20"/>
                    <a:pt x="4" y="40"/>
                  </a:cubicBezTo>
                  <a:cubicBezTo>
                    <a:pt x="4" y="59"/>
                    <a:pt x="20" y="75"/>
                    <a:pt x="40" y="75"/>
                  </a:cubicBezTo>
                  <a:cubicBezTo>
                    <a:pt x="51" y="75"/>
                    <a:pt x="61" y="70"/>
                    <a:pt x="68" y="61"/>
                  </a:cubicBezTo>
                  <a:cubicBezTo>
                    <a:pt x="71" y="64"/>
                    <a:pt x="71" y="64"/>
                    <a:pt x="71" y="64"/>
                  </a:cubicBezTo>
                  <a:cubicBezTo>
                    <a:pt x="64" y="74"/>
                    <a:pt x="52" y="79"/>
                    <a:pt x="40" y="7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6" name="Freeform 472"/>
            <p:cNvSpPr>
              <a:spLocks noEditPoints="1"/>
            </p:cNvSpPr>
            <p:nvPr/>
          </p:nvSpPr>
          <p:spPr bwMode="auto">
            <a:xfrm>
              <a:off x="1147763" y="4330701"/>
              <a:ext cx="88900" cy="88900"/>
            </a:xfrm>
            <a:custGeom>
              <a:avLst/>
              <a:gdLst>
                <a:gd name="T0" fmla="*/ 2147483646 w 57"/>
                <a:gd name="T1" fmla="*/ 2147483646 h 57"/>
                <a:gd name="T2" fmla="*/ 0 w 57"/>
                <a:gd name="T3" fmla="*/ 2147483646 h 57"/>
                <a:gd name="T4" fmla="*/ 2147483646 w 57"/>
                <a:gd name="T5" fmla="*/ 0 h 57"/>
                <a:gd name="T6" fmla="*/ 2147483646 w 57"/>
                <a:gd name="T7" fmla="*/ 2147483646 h 57"/>
                <a:gd name="T8" fmla="*/ 2147483646 w 57"/>
                <a:gd name="T9" fmla="*/ 2147483646 h 57"/>
                <a:gd name="T10" fmla="*/ 2147483646 w 57"/>
                <a:gd name="T11" fmla="*/ 2147483646 h 57"/>
                <a:gd name="T12" fmla="*/ 2147483646 w 57"/>
                <a:gd name="T13" fmla="*/ 2147483646 h 57"/>
                <a:gd name="T14" fmla="*/ 2147483646 w 57"/>
                <a:gd name="T15" fmla="*/ 2147483646 h 57"/>
                <a:gd name="T16" fmla="*/ 2147483646 w 57"/>
                <a:gd name="T17" fmla="*/ 2147483646 h 57"/>
                <a:gd name="T18" fmla="*/ 2147483646 w 57"/>
                <a:gd name="T19" fmla="*/ 2147483646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 h="57">
                  <a:moveTo>
                    <a:pt x="28" y="57"/>
                  </a:moveTo>
                  <a:cubicBezTo>
                    <a:pt x="12" y="57"/>
                    <a:pt x="0" y="45"/>
                    <a:pt x="0" y="29"/>
                  </a:cubicBezTo>
                  <a:cubicBezTo>
                    <a:pt x="0" y="13"/>
                    <a:pt x="12" y="0"/>
                    <a:pt x="28" y="0"/>
                  </a:cubicBezTo>
                  <a:cubicBezTo>
                    <a:pt x="44" y="0"/>
                    <a:pt x="57" y="13"/>
                    <a:pt x="57" y="29"/>
                  </a:cubicBezTo>
                  <a:cubicBezTo>
                    <a:pt x="57" y="45"/>
                    <a:pt x="44" y="57"/>
                    <a:pt x="28" y="57"/>
                  </a:cubicBezTo>
                  <a:close/>
                  <a:moveTo>
                    <a:pt x="28" y="4"/>
                  </a:moveTo>
                  <a:cubicBezTo>
                    <a:pt x="15" y="4"/>
                    <a:pt x="4" y="15"/>
                    <a:pt x="4" y="29"/>
                  </a:cubicBezTo>
                  <a:cubicBezTo>
                    <a:pt x="4" y="42"/>
                    <a:pt x="15" y="53"/>
                    <a:pt x="28" y="53"/>
                  </a:cubicBezTo>
                  <a:cubicBezTo>
                    <a:pt x="42" y="53"/>
                    <a:pt x="53" y="42"/>
                    <a:pt x="53" y="29"/>
                  </a:cubicBezTo>
                  <a:cubicBezTo>
                    <a:pt x="53" y="15"/>
                    <a:pt x="42" y="4"/>
                    <a:pt x="28"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7" name="Rectangle 473"/>
            <p:cNvSpPr>
              <a:spLocks noChangeArrowheads="1"/>
            </p:cNvSpPr>
            <p:nvPr/>
          </p:nvSpPr>
          <p:spPr bwMode="auto">
            <a:xfrm>
              <a:off x="1187451" y="4333876"/>
              <a:ext cx="6350" cy="825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8" name="Oval 474"/>
            <p:cNvSpPr>
              <a:spLocks noChangeArrowheads="1"/>
            </p:cNvSpPr>
            <p:nvPr/>
          </p:nvSpPr>
          <p:spPr bwMode="auto">
            <a:xfrm>
              <a:off x="1384301" y="4013201"/>
              <a:ext cx="4763" cy="6350"/>
            </a:xfrm>
            <a:prstGeom prst="ellipse">
              <a:avLst/>
            </a:pr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29" name="Oval 475"/>
            <p:cNvSpPr>
              <a:spLocks noChangeArrowheads="1"/>
            </p:cNvSpPr>
            <p:nvPr/>
          </p:nvSpPr>
          <p:spPr bwMode="auto">
            <a:xfrm>
              <a:off x="1400176" y="4013201"/>
              <a:ext cx="4763" cy="6350"/>
            </a:xfrm>
            <a:prstGeom prst="ellipse">
              <a:avLst/>
            </a:pr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0" name="Oval 476"/>
            <p:cNvSpPr>
              <a:spLocks noChangeArrowheads="1"/>
            </p:cNvSpPr>
            <p:nvPr/>
          </p:nvSpPr>
          <p:spPr bwMode="auto">
            <a:xfrm>
              <a:off x="1416051" y="4013201"/>
              <a:ext cx="6350" cy="6350"/>
            </a:xfrm>
            <a:prstGeom prst="ellipse">
              <a:avLst/>
            </a:pr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1" name="Freeform 477"/>
            <p:cNvSpPr>
              <a:spLocks noEditPoints="1"/>
            </p:cNvSpPr>
            <p:nvPr/>
          </p:nvSpPr>
          <p:spPr bwMode="auto">
            <a:xfrm>
              <a:off x="1395413" y="3694114"/>
              <a:ext cx="15875" cy="17463"/>
            </a:xfrm>
            <a:custGeom>
              <a:avLst/>
              <a:gdLst>
                <a:gd name="T0" fmla="*/ 2147483646 w 10"/>
                <a:gd name="T1" fmla="*/ 2147483646 h 12"/>
                <a:gd name="T2" fmla="*/ 0 w 10"/>
                <a:gd name="T3" fmla="*/ 2147483646 h 12"/>
                <a:gd name="T4" fmla="*/ 0 w 10"/>
                <a:gd name="T5" fmla="*/ 2147483646 h 12"/>
                <a:gd name="T6" fmla="*/ 2147483646 w 10"/>
                <a:gd name="T7" fmla="*/ 2147483646 h 12"/>
                <a:gd name="T8" fmla="*/ 2147483646 w 10"/>
                <a:gd name="T9" fmla="*/ 0 h 12"/>
                <a:gd name="T10" fmla="*/ 2147483646 w 10"/>
                <a:gd name="T11" fmla="*/ 2147483646 h 12"/>
                <a:gd name="T12" fmla="*/ 2147483646 w 10"/>
                <a:gd name="T13" fmla="*/ 2147483646 h 12"/>
                <a:gd name="T14" fmla="*/ 2147483646 w 10"/>
                <a:gd name="T15" fmla="*/ 2147483646 h 12"/>
                <a:gd name="T16" fmla="*/ 2147483646 w 10"/>
                <a:gd name="T17" fmla="*/ 2147483646 h 12"/>
                <a:gd name="T18" fmla="*/ 2147483646 w 10"/>
                <a:gd name="T19" fmla="*/ 2147483646 h 12"/>
                <a:gd name="T20" fmla="*/ 2147483646 w 10"/>
                <a:gd name="T21" fmla="*/ 2147483646 h 12"/>
                <a:gd name="T22" fmla="*/ 2147483646 w 10"/>
                <a:gd name="T23" fmla="*/ 2147483646 h 12"/>
                <a:gd name="T24" fmla="*/ 2147483646 w 10"/>
                <a:gd name="T25" fmla="*/ 2147483646 h 12"/>
                <a:gd name="T26" fmla="*/ 2147483646 w 10"/>
                <a:gd name="T27" fmla="*/ 2147483646 h 12"/>
                <a:gd name="T28" fmla="*/ 2147483646 w 10"/>
                <a:gd name="T29" fmla="*/ 2147483646 h 12"/>
                <a:gd name="T30" fmla="*/ 2147483646 w 10"/>
                <a:gd name="T31" fmla="*/ 2147483646 h 12"/>
                <a:gd name="T32" fmla="*/ 2147483646 w 10"/>
                <a:gd name="T33" fmla="*/ 2147483646 h 12"/>
                <a:gd name="T34" fmla="*/ 2147483646 w 10"/>
                <a:gd name="T35" fmla="*/ 2147483646 h 12"/>
                <a:gd name="T36" fmla="*/ 2147483646 w 10"/>
                <a:gd name="T37" fmla="*/ 2147483646 h 12"/>
                <a:gd name="T38" fmla="*/ 2147483646 w 10"/>
                <a:gd name="T39" fmla="*/ 2147483646 h 12"/>
                <a:gd name="T40" fmla="*/ 2147483646 w 10"/>
                <a:gd name="T41" fmla="*/ 2147483646 h 12"/>
                <a:gd name="T42" fmla="*/ 2147483646 w 10"/>
                <a:gd name="T43" fmla="*/ 2147483646 h 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 h="12">
                  <a:moveTo>
                    <a:pt x="5" y="12"/>
                  </a:moveTo>
                  <a:cubicBezTo>
                    <a:pt x="0" y="12"/>
                    <a:pt x="0" y="12"/>
                    <a:pt x="0" y="11"/>
                  </a:cubicBezTo>
                  <a:cubicBezTo>
                    <a:pt x="0" y="6"/>
                    <a:pt x="0" y="6"/>
                    <a:pt x="0" y="6"/>
                  </a:cubicBezTo>
                  <a:cubicBezTo>
                    <a:pt x="0" y="4"/>
                    <a:pt x="1" y="2"/>
                    <a:pt x="3" y="1"/>
                  </a:cubicBezTo>
                  <a:cubicBezTo>
                    <a:pt x="3" y="0"/>
                    <a:pt x="4" y="0"/>
                    <a:pt x="5" y="0"/>
                  </a:cubicBezTo>
                  <a:cubicBezTo>
                    <a:pt x="6" y="0"/>
                    <a:pt x="6" y="0"/>
                    <a:pt x="7" y="1"/>
                  </a:cubicBezTo>
                  <a:cubicBezTo>
                    <a:pt x="9" y="2"/>
                    <a:pt x="10" y="4"/>
                    <a:pt x="10" y="6"/>
                  </a:cubicBezTo>
                  <a:cubicBezTo>
                    <a:pt x="10" y="11"/>
                    <a:pt x="10" y="11"/>
                    <a:pt x="10" y="11"/>
                  </a:cubicBezTo>
                  <a:cubicBezTo>
                    <a:pt x="10" y="12"/>
                    <a:pt x="9" y="12"/>
                    <a:pt x="5" y="12"/>
                  </a:cubicBezTo>
                  <a:close/>
                  <a:moveTo>
                    <a:pt x="1" y="11"/>
                  </a:moveTo>
                  <a:cubicBezTo>
                    <a:pt x="1" y="11"/>
                    <a:pt x="2" y="11"/>
                    <a:pt x="5" y="11"/>
                  </a:cubicBezTo>
                  <a:cubicBezTo>
                    <a:pt x="8" y="11"/>
                    <a:pt x="9" y="11"/>
                    <a:pt x="9" y="11"/>
                  </a:cubicBezTo>
                  <a:cubicBezTo>
                    <a:pt x="9" y="6"/>
                    <a:pt x="9" y="6"/>
                    <a:pt x="9" y="6"/>
                  </a:cubicBezTo>
                  <a:cubicBezTo>
                    <a:pt x="9" y="4"/>
                    <a:pt x="8" y="2"/>
                    <a:pt x="6" y="2"/>
                  </a:cubicBezTo>
                  <a:cubicBezTo>
                    <a:pt x="6" y="2"/>
                    <a:pt x="5" y="2"/>
                    <a:pt x="5" y="1"/>
                  </a:cubicBezTo>
                  <a:cubicBezTo>
                    <a:pt x="5" y="1"/>
                    <a:pt x="5" y="1"/>
                    <a:pt x="6" y="1"/>
                  </a:cubicBezTo>
                  <a:cubicBezTo>
                    <a:pt x="5" y="1"/>
                    <a:pt x="5" y="1"/>
                    <a:pt x="5" y="1"/>
                  </a:cubicBezTo>
                  <a:cubicBezTo>
                    <a:pt x="4" y="1"/>
                    <a:pt x="4" y="1"/>
                    <a:pt x="4" y="1"/>
                  </a:cubicBezTo>
                  <a:cubicBezTo>
                    <a:pt x="4" y="1"/>
                    <a:pt x="4" y="1"/>
                    <a:pt x="4" y="1"/>
                  </a:cubicBezTo>
                  <a:cubicBezTo>
                    <a:pt x="4" y="2"/>
                    <a:pt x="4" y="2"/>
                    <a:pt x="4" y="2"/>
                  </a:cubicBezTo>
                  <a:cubicBezTo>
                    <a:pt x="2" y="2"/>
                    <a:pt x="1" y="4"/>
                    <a:pt x="1" y="6"/>
                  </a:cubicBezTo>
                  <a:lnTo>
                    <a:pt x="1" y="11"/>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2" name="Freeform 478"/>
            <p:cNvSpPr/>
            <p:nvPr/>
          </p:nvSpPr>
          <p:spPr bwMode="auto">
            <a:xfrm>
              <a:off x="1398588" y="3711576"/>
              <a:ext cx="7938" cy="3175"/>
            </a:xfrm>
            <a:custGeom>
              <a:avLst/>
              <a:gdLst>
                <a:gd name="T0" fmla="*/ 2147483646 w 5"/>
                <a:gd name="T1" fmla="*/ 2147483646 h 2"/>
                <a:gd name="T2" fmla="*/ 0 w 5"/>
                <a:gd name="T3" fmla="*/ 0 h 2"/>
                <a:gd name="T4" fmla="*/ 2147483646 w 5"/>
                <a:gd name="T5" fmla="*/ 0 h 2"/>
                <a:gd name="T6" fmla="*/ 2147483646 w 5"/>
                <a:gd name="T7" fmla="*/ 2147483646 h 2"/>
                <a:gd name="T8" fmla="*/ 2147483646 w 5"/>
                <a:gd name="T9" fmla="*/ 0 h 2"/>
                <a:gd name="T10" fmla="*/ 2147483646 w 5"/>
                <a:gd name="T11" fmla="*/ 0 h 2"/>
                <a:gd name="T12" fmla="*/ 2147483646 w 5"/>
                <a:gd name="T13" fmla="*/ 2147483646 h 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 h="2">
                  <a:moveTo>
                    <a:pt x="3" y="2"/>
                  </a:moveTo>
                  <a:cubicBezTo>
                    <a:pt x="1" y="2"/>
                    <a:pt x="0" y="1"/>
                    <a:pt x="0" y="0"/>
                  </a:cubicBezTo>
                  <a:cubicBezTo>
                    <a:pt x="1" y="0"/>
                    <a:pt x="1" y="0"/>
                    <a:pt x="1" y="0"/>
                  </a:cubicBezTo>
                  <a:cubicBezTo>
                    <a:pt x="1" y="0"/>
                    <a:pt x="2" y="1"/>
                    <a:pt x="3" y="1"/>
                  </a:cubicBezTo>
                  <a:cubicBezTo>
                    <a:pt x="4" y="1"/>
                    <a:pt x="4" y="0"/>
                    <a:pt x="4" y="0"/>
                  </a:cubicBezTo>
                  <a:cubicBezTo>
                    <a:pt x="5" y="0"/>
                    <a:pt x="5" y="0"/>
                    <a:pt x="5" y="0"/>
                  </a:cubicBezTo>
                  <a:cubicBezTo>
                    <a:pt x="5" y="1"/>
                    <a:pt x="4" y="2"/>
                    <a:pt x="3" y="2"/>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3" name="Freeform 479"/>
            <p:cNvSpPr/>
            <p:nvPr/>
          </p:nvSpPr>
          <p:spPr bwMode="auto">
            <a:xfrm>
              <a:off x="1177926" y="4459289"/>
              <a:ext cx="9525" cy="11113"/>
            </a:xfrm>
            <a:custGeom>
              <a:avLst/>
              <a:gdLst>
                <a:gd name="T0" fmla="*/ 2147483646 w 6"/>
                <a:gd name="T1" fmla="*/ 2147483646 h 7"/>
                <a:gd name="T2" fmla="*/ 2147483646 w 6"/>
                <a:gd name="T3" fmla="*/ 2147483646 h 7"/>
                <a:gd name="T4" fmla="*/ 2147483646 w 6"/>
                <a:gd name="T5" fmla="*/ 0 h 7"/>
                <a:gd name="T6" fmla="*/ 0 w 6"/>
                <a:gd name="T7" fmla="*/ 0 h 7"/>
                <a:gd name="T8" fmla="*/ 0 w 6"/>
                <a:gd name="T9" fmla="*/ 2147483646 h 7"/>
                <a:gd name="T10" fmla="*/ 2147483646 w 6"/>
                <a:gd name="T11" fmla="*/ 2147483646 h 7"/>
                <a:gd name="T12" fmla="*/ 2147483646 w 6"/>
                <a:gd name="T13" fmla="*/ 2147483646 h 7"/>
                <a:gd name="T14" fmla="*/ 2147483646 w 6"/>
                <a:gd name="T15" fmla="*/ 2147483646 h 7"/>
                <a:gd name="T16" fmla="*/ 2147483646 w 6"/>
                <a:gd name="T17" fmla="*/ 2147483646 h 7"/>
                <a:gd name="T18" fmla="*/ 2147483646 w 6"/>
                <a:gd name="T19" fmla="*/ 2147483646 h 7"/>
                <a:gd name="T20" fmla="*/ 2147483646 w 6"/>
                <a:gd name="T21" fmla="*/ 0 h 7"/>
                <a:gd name="T22" fmla="*/ 2147483646 w 6"/>
                <a:gd name="T23" fmla="*/ 0 h 7"/>
                <a:gd name="T24" fmla="*/ 2147483646 w 6"/>
                <a:gd name="T25" fmla="*/ 2147483646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 h="7">
                  <a:moveTo>
                    <a:pt x="4" y="3"/>
                  </a:moveTo>
                  <a:lnTo>
                    <a:pt x="2" y="3"/>
                  </a:lnTo>
                  <a:lnTo>
                    <a:pt x="2" y="0"/>
                  </a:lnTo>
                  <a:lnTo>
                    <a:pt x="0" y="0"/>
                  </a:lnTo>
                  <a:lnTo>
                    <a:pt x="0" y="7"/>
                  </a:lnTo>
                  <a:lnTo>
                    <a:pt x="2" y="7"/>
                  </a:lnTo>
                  <a:lnTo>
                    <a:pt x="2" y="5"/>
                  </a:lnTo>
                  <a:lnTo>
                    <a:pt x="4" y="5"/>
                  </a:lnTo>
                  <a:lnTo>
                    <a:pt x="4" y="7"/>
                  </a:lnTo>
                  <a:lnTo>
                    <a:pt x="6" y="7"/>
                  </a:lnTo>
                  <a:lnTo>
                    <a:pt x="6" y="0"/>
                  </a:lnTo>
                  <a:lnTo>
                    <a:pt x="4" y="0"/>
                  </a:lnTo>
                  <a:lnTo>
                    <a:pt x="4" y="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4" name="Freeform 480"/>
            <p:cNvSpPr/>
            <p:nvPr/>
          </p:nvSpPr>
          <p:spPr bwMode="auto">
            <a:xfrm>
              <a:off x="1187451" y="4459289"/>
              <a:ext cx="9525" cy="11113"/>
            </a:xfrm>
            <a:custGeom>
              <a:avLst/>
              <a:gdLst>
                <a:gd name="T0" fmla="*/ 2147483646 w 6"/>
                <a:gd name="T1" fmla="*/ 2147483646 h 7"/>
                <a:gd name="T2" fmla="*/ 2147483646 w 6"/>
                <a:gd name="T3" fmla="*/ 2147483646 h 7"/>
                <a:gd name="T4" fmla="*/ 2147483646 w 6"/>
                <a:gd name="T5" fmla="*/ 2147483646 h 7"/>
                <a:gd name="T6" fmla="*/ 2147483646 w 6"/>
                <a:gd name="T7" fmla="*/ 0 h 7"/>
                <a:gd name="T8" fmla="*/ 0 w 6"/>
                <a:gd name="T9" fmla="*/ 0 h 7"/>
                <a:gd name="T10" fmla="*/ 0 w 6"/>
                <a:gd name="T11" fmla="*/ 2147483646 h 7"/>
                <a:gd name="T12" fmla="*/ 2147483646 w 6"/>
                <a:gd name="T13" fmla="*/ 2147483646 h 7"/>
                <a:gd name="T14" fmla="*/ 2147483646 w 6"/>
                <a:gd name="T15" fmla="*/ 2147483646 h 7"/>
                <a:gd name="T16" fmla="*/ 2147483646 w 6"/>
                <a:gd name="T17" fmla="*/ 0 h 7"/>
                <a:gd name="T18" fmla="*/ 2147483646 w 6"/>
                <a:gd name="T19" fmla="*/ 0 h 7"/>
                <a:gd name="T20" fmla="*/ 2147483646 w 6"/>
                <a:gd name="T21" fmla="*/ 2147483646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 h="7">
                  <a:moveTo>
                    <a:pt x="5" y="4"/>
                  </a:moveTo>
                  <a:cubicBezTo>
                    <a:pt x="5" y="5"/>
                    <a:pt x="4" y="5"/>
                    <a:pt x="3" y="5"/>
                  </a:cubicBezTo>
                  <a:cubicBezTo>
                    <a:pt x="2" y="5"/>
                    <a:pt x="2" y="5"/>
                    <a:pt x="2" y="4"/>
                  </a:cubicBezTo>
                  <a:cubicBezTo>
                    <a:pt x="2" y="0"/>
                    <a:pt x="2" y="0"/>
                    <a:pt x="2" y="0"/>
                  </a:cubicBezTo>
                  <a:cubicBezTo>
                    <a:pt x="0" y="0"/>
                    <a:pt x="0" y="0"/>
                    <a:pt x="0" y="0"/>
                  </a:cubicBezTo>
                  <a:cubicBezTo>
                    <a:pt x="0" y="4"/>
                    <a:pt x="0" y="4"/>
                    <a:pt x="0" y="4"/>
                  </a:cubicBezTo>
                  <a:cubicBezTo>
                    <a:pt x="0" y="6"/>
                    <a:pt x="1" y="7"/>
                    <a:pt x="3" y="7"/>
                  </a:cubicBezTo>
                  <a:cubicBezTo>
                    <a:pt x="5" y="7"/>
                    <a:pt x="6" y="6"/>
                    <a:pt x="6" y="4"/>
                  </a:cubicBezTo>
                  <a:cubicBezTo>
                    <a:pt x="6" y="0"/>
                    <a:pt x="6" y="0"/>
                    <a:pt x="6" y="0"/>
                  </a:cubicBezTo>
                  <a:cubicBezTo>
                    <a:pt x="5" y="0"/>
                    <a:pt x="5" y="0"/>
                    <a:pt x="5" y="0"/>
                  </a:cubicBezTo>
                  <a:lnTo>
                    <a:pt x="5" y="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5" name="Freeform 481"/>
            <p:cNvSpPr/>
            <p:nvPr/>
          </p:nvSpPr>
          <p:spPr bwMode="auto">
            <a:xfrm>
              <a:off x="1198563" y="4459289"/>
              <a:ext cx="9525" cy="11113"/>
            </a:xfrm>
            <a:custGeom>
              <a:avLst/>
              <a:gdLst>
                <a:gd name="T0" fmla="*/ 0 w 6"/>
                <a:gd name="T1" fmla="*/ 2147483646 h 7"/>
                <a:gd name="T2" fmla="*/ 2147483646 w 6"/>
                <a:gd name="T3" fmla="*/ 2147483646 h 7"/>
                <a:gd name="T4" fmla="*/ 2147483646 w 6"/>
                <a:gd name="T5" fmla="*/ 2147483646 h 7"/>
                <a:gd name="T6" fmla="*/ 2147483646 w 6"/>
                <a:gd name="T7" fmla="*/ 2147483646 h 7"/>
                <a:gd name="T8" fmla="*/ 2147483646 w 6"/>
                <a:gd name="T9" fmla="*/ 2147483646 h 7"/>
                <a:gd name="T10" fmla="*/ 2147483646 w 6"/>
                <a:gd name="T11" fmla="*/ 2147483646 h 7"/>
                <a:gd name="T12" fmla="*/ 2147483646 w 6"/>
                <a:gd name="T13" fmla="*/ 0 h 7"/>
                <a:gd name="T14" fmla="*/ 0 w 6"/>
                <a:gd name="T15" fmla="*/ 0 h 7"/>
                <a:gd name="T16" fmla="*/ 0 w 6"/>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7">
                  <a:moveTo>
                    <a:pt x="0" y="2"/>
                  </a:moveTo>
                  <a:lnTo>
                    <a:pt x="2" y="2"/>
                  </a:lnTo>
                  <a:lnTo>
                    <a:pt x="2" y="7"/>
                  </a:lnTo>
                  <a:lnTo>
                    <a:pt x="4" y="7"/>
                  </a:lnTo>
                  <a:lnTo>
                    <a:pt x="4" y="2"/>
                  </a:lnTo>
                  <a:lnTo>
                    <a:pt x="6" y="2"/>
                  </a:lnTo>
                  <a:lnTo>
                    <a:pt x="6" y="0"/>
                  </a:lnTo>
                  <a:lnTo>
                    <a:pt x="0" y="0"/>
                  </a:lnTo>
                  <a:lnTo>
                    <a:pt x="0" y="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6" name="Freeform 482"/>
            <p:cNvSpPr/>
            <p:nvPr/>
          </p:nvSpPr>
          <p:spPr bwMode="auto">
            <a:xfrm>
              <a:off x="1208088" y="4459289"/>
              <a:ext cx="6350" cy="11113"/>
            </a:xfrm>
            <a:custGeom>
              <a:avLst/>
              <a:gdLst>
                <a:gd name="T0" fmla="*/ 2147483646 w 4"/>
                <a:gd name="T1" fmla="*/ 0 h 7"/>
                <a:gd name="T2" fmla="*/ 0 w 4"/>
                <a:gd name="T3" fmla="*/ 0 h 7"/>
                <a:gd name="T4" fmla="*/ 0 w 4"/>
                <a:gd name="T5" fmla="*/ 2147483646 h 7"/>
                <a:gd name="T6" fmla="*/ 2147483646 w 4"/>
                <a:gd name="T7" fmla="*/ 2147483646 h 7"/>
                <a:gd name="T8" fmla="*/ 2147483646 w 4"/>
                <a:gd name="T9" fmla="*/ 2147483646 h 7"/>
                <a:gd name="T10" fmla="*/ 2147483646 w 4"/>
                <a:gd name="T11" fmla="*/ 2147483646 h 7"/>
                <a:gd name="T12" fmla="*/ 2147483646 w 4"/>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7">
                  <a:moveTo>
                    <a:pt x="2" y="0"/>
                  </a:moveTo>
                  <a:lnTo>
                    <a:pt x="0" y="0"/>
                  </a:lnTo>
                  <a:lnTo>
                    <a:pt x="0" y="7"/>
                  </a:lnTo>
                  <a:lnTo>
                    <a:pt x="3" y="7"/>
                  </a:lnTo>
                  <a:lnTo>
                    <a:pt x="4" y="5"/>
                  </a:lnTo>
                  <a:lnTo>
                    <a:pt x="2" y="5"/>
                  </a:lnTo>
                  <a:lnTo>
                    <a:pt x="2"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7" name="Freeform 483"/>
            <p:cNvSpPr>
              <a:spLocks noEditPoints="1"/>
            </p:cNvSpPr>
            <p:nvPr/>
          </p:nvSpPr>
          <p:spPr bwMode="auto">
            <a:xfrm>
              <a:off x="1214438" y="4459289"/>
              <a:ext cx="11113" cy="11113"/>
            </a:xfrm>
            <a:custGeom>
              <a:avLst/>
              <a:gdLst>
                <a:gd name="T0" fmla="*/ 2147483646 w 7"/>
                <a:gd name="T1" fmla="*/ 0 h 7"/>
                <a:gd name="T2" fmla="*/ 0 w 7"/>
                <a:gd name="T3" fmla="*/ 2147483646 h 7"/>
                <a:gd name="T4" fmla="*/ 2147483646 w 7"/>
                <a:gd name="T5" fmla="*/ 2147483646 h 7"/>
                <a:gd name="T6" fmla="*/ 2147483646 w 7"/>
                <a:gd name="T7" fmla="*/ 2147483646 h 7"/>
                <a:gd name="T8" fmla="*/ 2147483646 w 7"/>
                <a:gd name="T9" fmla="*/ 0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 h="7">
                  <a:moveTo>
                    <a:pt x="4" y="0"/>
                  </a:moveTo>
                  <a:cubicBezTo>
                    <a:pt x="2" y="0"/>
                    <a:pt x="0" y="2"/>
                    <a:pt x="0" y="4"/>
                  </a:cubicBezTo>
                  <a:cubicBezTo>
                    <a:pt x="0" y="6"/>
                    <a:pt x="2" y="7"/>
                    <a:pt x="4" y="7"/>
                  </a:cubicBezTo>
                  <a:cubicBezTo>
                    <a:pt x="6" y="7"/>
                    <a:pt x="7" y="6"/>
                    <a:pt x="7" y="4"/>
                  </a:cubicBezTo>
                  <a:cubicBezTo>
                    <a:pt x="7" y="2"/>
                    <a:pt x="6" y="0"/>
                    <a:pt x="4" y="0"/>
                  </a:cubicBezTo>
                  <a:close/>
                  <a:moveTo>
                    <a:pt x="4" y="5"/>
                  </a:moveTo>
                  <a:cubicBezTo>
                    <a:pt x="3" y="5"/>
                    <a:pt x="2" y="5"/>
                    <a:pt x="2" y="4"/>
                  </a:cubicBezTo>
                  <a:cubicBezTo>
                    <a:pt x="2" y="3"/>
                    <a:pt x="3" y="2"/>
                    <a:pt x="4" y="2"/>
                  </a:cubicBezTo>
                  <a:cubicBezTo>
                    <a:pt x="5" y="2"/>
                    <a:pt x="5" y="3"/>
                    <a:pt x="5" y="4"/>
                  </a:cubicBezTo>
                  <a:cubicBezTo>
                    <a:pt x="5" y="5"/>
                    <a:pt x="5" y="5"/>
                    <a:pt x="4"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8" name="Freeform 484"/>
            <p:cNvSpPr/>
            <p:nvPr/>
          </p:nvSpPr>
          <p:spPr bwMode="auto">
            <a:xfrm>
              <a:off x="1225551" y="4459289"/>
              <a:ext cx="11113" cy="11113"/>
            </a:xfrm>
            <a:custGeom>
              <a:avLst/>
              <a:gdLst>
                <a:gd name="T0" fmla="*/ 2147483646 w 7"/>
                <a:gd name="T1" fmla="*/ 0 h 7"/>
                <a:gd name="T2" fmla="*/ 2147483646 w 7"/>
                <a:gd name="T3" fmla="*/ 2147483646 h 7"/>
                <a:gd name="T4" fmla="*/ 0 w 7"/>
                <a:gd name="T5" fmla="*/ 0 h 7"/>
                <a:gd name="T6" fmla="*/ 0 w 7"/>
                <a:gd name="T7" fmla="*/ 2147483646 h 7"/>
                <a:gd name="T8" fmla="*/ 2147483646 w 7"/>
                <a:gd name="T9" fmla="*/ 2147483646 h 7"/>
                <a:gd name="T10" fmla="*/ 2147483646 w 7"/>
                <a:gd name="T11" fmla="*/ 2147483646 h 7"/>
                <a:gd name="T12" fmla="*/ 2147483646 w 7"/>
                <a:gd name="T13" fmla="*/ 2147483646 h 7"/>
                <a:gd name="T14" fmla="*/ 2147483646 w 7"/>
                <a:gd name="T15" fmla="*/ 0 h 7"/>
                <a:gd name="T16" fmla="*/ 2147483646 w 7"/>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7">
                  <a:moveTo>
                    <a:pt x="5" y="0"/>
                  </a:moveTo>
                  <a:lnTo>
                    <a:pt x="5" y="4"/>
                  </a:lnTo>
                  <a:lnTo>
                    <a:pt x="0" y="0"/>
                  </a:lnTo>
                  <a:lnTo>
                    <a:pt x="0" y="7"/>
                  </a:lnTo>
                  <a:lnTo>
                    <a:pt x="2" y="7"/>
                  </a:lnTo>
                  <a:lnTo>
                    <a:pt x="2" y="4"/>
                  </a:lnTo>
                  <a:lnTo>
                    <a:pt x="7" y="7"/>
                  </a:lnTo>
                  <a:lnTo>
                    <a:pt x="7" y="0"/>
                  </a:lnTo>
                  <a:lnTo>
                    <a:pt x="5"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39" name="Rectangle 485"/>
            <p:cNvSpPr>
              <a:spLocks noChangeArrowheads="1"/>
            </p:cNvSpPr>
            <p:nvPr/>
          </p:nvSpPr>
          <p:spPr bwMode="auto">
            <a:xfrm>
              <a:off x="1166813" y="4460876"/>
              <a:ext cx="1588" cy="95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0" name="Freeform 486"/>
            <p:cNvSpPr/>
            <p:nvPr/>
          </p:nvSpPr>
          <p:spPr bwMode="auto">
            <a:xfrm>
              <a:off x="1155701" y="4459289"/>
              <a:ext cx="1588" cy="4763"/>
            </a:xfrm>
            <a:custGeom>
              <a:avLst/>
              <a:gdLst>
                <a:gd name="T0" fmla="*/ 0 w 1"/>
                <a:gd name="T1" fmla="*/ 2147483646 h 3"/>
                <a:gd name="T2" fmla="*/ 2147483646 w 1"/>
                <a:gd name="T3" fmla="*/ 2147483646 h 3"/>
                <a:gd name="T4" fmla="*/ 2147483646 w 1"/>
                <a:gd name="T5" fmla="*/ 0 h 3"/>
                <a:gd name="T6" fmla="*/ 0 w 1"/>
                <a:gd name="T7" fmla="*/ 0 h 3"/>
                <a:gd name="T8" fmla="*/ 0 w 1"/>
                <a:gd name="T9" fmla="*/ 2147483646 h 3"/>
                <a:gd name="T10" fmla="*/ 0 w 1"/>
                <a:gd name="T11" fmla="*/ 2147483646 h 3"/>
                <a:gd name="T12" fmla="*/ 0 w 1"/>
                <a:gd name="T13" fmla="*/ 2147483646 h 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3">
                  <a:moveTo>
                    <a:pt x="0" y="3"/>
                  </a:moveTo>
                  <a:cubicBezTo>
                    <a:pt x="1" y="3"/>
                    <a:pt x="1" y="2"/>
                    <a:pt x="1" y="2"/>
                  </a:cubicBezTo>
                  <a:cubicBezTo>
                    <a:pt x="1" y="0"/>
                    <a:pt x="1" y="0"/>
                    <a:pt x="1" y="0"/>
                  </a:cubicBezTo>
                  <a:cubicBezTo>
                    <a:pt x="0" y="0"/>
                    <a:pt x="0" y="0"/>
                    <a:pt x="0" y="0"/>
                  </a:cubicBezTo>
                  <a:cubicBezTo>
                    <a:pt x="0" y="2"/>
                    <a:pt x="0" y="2"/>
                    <a:pt x="0" y="2"/>
                  </a:cubicBezTo>
                  <a:cubicBezTo>
                    <a:pt x="0" y="2"/>
                    <a:pt x="0" y="2"/>
                    <a:pt x="0" y="3"/>
                  </a:cubicBezTo>
                  <a:cubicBezTo>
                    <a:pt x="0" y="3"/>
                    <a:pt x="0" y="3"/>
                    <a:pt x="0" y="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1" name="Freeform 487"/>
            <p:cNvSpPr/>
            <p:nvPr/>
          </p:nvSpPr>
          <p:spPr bwMode="auto">
            <a:xfrm>
              <a:off x="1146176" y="4459289"/>
              <a:ext cx="7938" cy="7938"/>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0 w 5"/>
                <a:gd name="T9" fmla="*/ 0 h 5"/>
                <a:gd name="T10" fmla="*/ 0 w 5"/>
                <a:gd name="T11" fmla="*/ 2147483646 h 5"/>
                <a:gd name="T12" fmla="*/ 2147483646 w 5"/>
                <a:gd name="T13" fmla="*/ 2147483646 h 5"/>
                <a:gd name="T14" fmla="*/ 2147483646 w 5"/>
                <a:gd name="T15" fmla="*/ 2147483646 h 5"/>
                <a:gd name="T16" fmla="*/ 2147483646 w 5"/>
                <a:gd name="T17" fmla="*/ 2147483646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5">
                  <a:moveTo>
                    <a:pt x="5" y="4"/>
                  </a:moveTo>
                  <a:cubicBezTo>
                    <a:pt x="4" y="4"/>
                    <a:pt x="4" y="4"/>
                    <a:pt x="3" y="4"/>
                  </a:cubicBezTo>
                  <a:cubicBezTo>
                    <a:pt x="2" y="4"/>
                    <a:pt x="1" y="3"/>
                    <a:pt x="1" y="2"/>
                  </a:cubicBezTo>
                  <a:cubicBezTo>
                    <a:pt x="1" y="0"/>
                    <a:pt x="1" y="0"/>
                    <a:pt x="1" y="0"/>
                  </a:cubicBezTo>
                  <a:cubicBezTo>
                    <a:pt x="0" y="0"/>
                    <a:pt x="0" y="0"/>
                    <a:pt x="0" y="0"/>
                  </a:cubicBezTo>
                  <a:cubicBezTo>
                    <a:pt x="0" y="2"/>
                    <a:pt x="0" y="2"/>
                    <a:pt x="0" y="2"/>
                  </a:cubicBezTo>
                  <a:cubicBezTo>
                    <a:pt x="0" y="4"/>
                    <a:pt x="2" y="5"/>
                    <a:pt x="3" y="5"/>
                  </a:cubicBezTo>
                  <a:cubicBezTo>
                    <a:pt x="4" y="5"/>
                    <a:pt x="5" y="5"/>
                    <a:pt x="5" y="5"/>
                  </a:cubicBezTo>
                  <a:cubicBezTo>
                    <a:pt x="5" y="4"/>
                    <a:pt x="5" y="4"/>
                    <a:pt x="5"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2" name="Freeform 488"/>
            <p:cNvSpPr/>
            <p:nvPr/>
          </p:nvSpPr>
          <p:spPr bwMode="auto">
            <a:xfrm>
              <a:off x="1146176" y="4465639"/>
              <a:ext cx="1588" cy="6350"/>
            </a:xfrm>
            <a:custGeom>
              <a:avLst/>
              <a:gdLst>
                <a:gd name="T0" fmla="*/ 0 w 1"/>
                <a:gd name="T1" fmla="*/ 0 h 4"/>
                <a:gd name="T2" fmla="*/ 0 w 1"/>
                <a:gd name="T3" fmla="*/ 2147483646 h 4"/>
                <a:gd name="T4" fmla="*/ 0 w 1"/>
                <a:gd name="T5" fmla="*/ 2147483646 h 4"/>
                <a:gd name="T6" fmla="*/ 2147483646 w 1"/>
                <a:gd name="T7" fmla="*/ 2147483646 h 4"/>
                <a:gd name="T8" fmla="*/ 2147483646 w 1"/>
                <a:gd name="T9" fmla="*/ 2147483646 h 4"/>
                <a:gd name="T10" fmla="*/ 2147483646 w 1"/>
                <a:gd name="T11" fmla="*/ 2147483646 h 4"/>
                <a:gd name="T12" fmla="*/ 0 w 1"/>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4">
                  <a:moveTo>
                    <a:pt x="0" y="0"/>
                  </a:moveTo>
                  <a:cubicBezTo>
                    <a:pt x="0" y="1"/>
                    <a:pt x="0" y="1"/>
                    <a:pt x="0" y="1"/>
                  </a:cubicBezTo>
                  <a:cubicBezTo>
                    <a:pt x="0" y="4"/>
                    <a:pt x="0" y="4"/>
                    <a:pt x="0" y="4"/>
                  </a:cubicBezTo>
                  <a:cubicBezTo>
                    <a:pt x="1" y="4"/>
                    <a:pt x="1" y="4"/>
                    <a:pt x="1" y="4"/>
                  </a:cubicBezTo>
                  <a:cubicBezTo>
                    <a:pt x="1" y="1"/>
                    <a:pt x="1" y="1"/>
                    <a:pt x="1" y="1"/>
                  </a:cubicBezTo>
                  <a:cubicBezTo>
                    <a:pt x="1" y="1"/>
                    <a:pt x="1" y="1"/>
                    <a:pt x="1" y="1"/>
                  </a:cubicBezTo>
                  <a:cubicBezTo>
                    <a:pt x="1" y="1"/>
                    <a:pt x="1" y="0"/>
                    <a:pt x="0"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3" name="Freeform 489"/>
            <p:cNvSpPr/>
            <p:nvPr/>
          </p:nvSpPr>
          <p:spPr bwMode="auto">
            <a:xfrm>
              <a:off x="1149351" y="4462464"/>
              <a:ext cx="7938" cy="9525"/>
            </a:xfrm>
            <a:custGeom>
              <a:avLst/>
              <a:gdLst>
                <a:gd name="T0" fmla="*/ 0 w 5"/>
                <a:gd name="T1" fmla="*/ 2147483646 h 6"/>
                <a:gd name="T2" fmla="*/ 2147483646 w 5"/>
                <a:gd name="T3" fmla="*/ 2147483646 h 6"/>
                <a:gd name="T4" fmla="*/ 2147483646 w 5"/>
                <a:gd name="T5" fmla="*/ 2147483646 h 6"/>
                <a:gd name="T6" fmla="*/ 2147483646 w 5"/>
                <a:gd name="T7" fmla="*/ 2147483646 h 6"/>
                <a:gd name="T8" fmla="*/ 2147483646 w 5"/>
                <a:gd name="T9" fmla="*/ 2147483646 h 6"/>
                <a:gd name="T10" fmla="*/ 2147483646 w 5"/>
                <a:gd name="T11" fmla="*/ 2147483646 h 6"/>
                <a:gd name="T12" fmla="*/ 2147483646 w 5"/>
                <a:gd name="T13" fmla="*/ 0 h 6"/>
                <a:gd name="T14" fmla="*/ 0 w 5"/>
                <a:gd name="T15" fmla="*/ 2147483646 h 6"/>
                <a:gd name="T16" fmla="*/ 0 w 5"/>
                <a:gd name="T17" fmla="*/ 214748364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6">
                  <a:moveTo>
                    <a:pt x="0" y="1"/>
                  </a:moveTo>
                  <a:cubicBezTo>
                    <a:pt x="0" y="1"/>
                    <a:pt x="1" y="1"/>
                    <a:pt x="1" y="1"/>
                  </a:cubicBezTo>
                  <a:cubicBezTo>
                    <a:pt x="3" y="1"/>
                    <a:pt x="4" y="2"/>
                    <a:pt x="4" y="3"/>
                  </a:cubicBezTo>
                  <a:cubicBezTo>
                    <a:pt x="4" y="6"/>
                    <a:pt x="4" y="6"/>
                    <a:pt x="4" y="6"/>
                  </a:cubicBezTo>
                  <a:cubicBezTo>
                    <a:pt x="5" y="6"/>
                    <a:pt x="5" y="6"/>
                    <a:pt x="5" y="6"/>
                  </a:cubicBezTo>
                  <a:cubicBezTo>
                    <a:pt x="5" y="3"/>
                    <a:pt x="5" y="3"/>
                    <a:pt x="5" y="3"/>
                  </a:cubicBezTo>
                  <a:cubicBezTo>
                    <a:pt x="5" y="2"/>
                    <a:pt x="3" y="0"/>
                    <a:pt x="1" y="0"/>
                  </a:cubicBezTo>
                  <a:cubicBezTo>
                    <a:pt x="1" y="0"/>
                    <a:pt x="0" y="0"/>
                    <a:pt x="0" y="1"/>
                  </a:cubicBezTo>
                  <a:cubicBezTo>
                    <a:pt x="0" y="1"/>
                    <a:pt x="0" y="1"/>
                    <a:pt x="0" y="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4" name="Freeform 490"/>
            <p:cNvSpPr/>
            <p:nvPr/>
          </p:nvSpPr>
          <p:spPr bwMode="auto">
            <a:xfrm>
              <a:off x="1389063" y="4448176"/>
              <a:ext cx="11113" cy="11113"/>
            </a:xfrm>
            <a:custGeom>
              <a:avLst/>
              <a:gdLst>
                <a:gd name="T0" fmla="*/ 2147483646 w 7"/>
                <a:gd name="T1" fmla="*/ 2147483646 h 7"/>
                <a:gd name="T2" fmla="*/ 2147483646 w 7"/>
                <a:gd name="T3" fmla="*/ 2147483646 h 7"/>
                <a:gd name="T4" fmla="*/ 2147483646 w 7"/>
                <a:gd name="T5" fmla="*/ 0 h 7"/>
                <a:gd name="T6" fmla="*/ 0 w 7"/>
                <a:gd name="T7" fmla="*/ 0 h 7"/>
                <a:gd name="T8" fmla="*/ 0 w 7"/>
                <a:gd name="T9" fmla="*/ 2147483646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2147483646 w 7"/>
                <a:gd name="T21" fmla="*/ 0 h 7"/>
                <a:gd name="T22" fmla="*/ 2147483646 w 7"/>
                <a:gd name="T23" fmla="*/ 0 h 7"/>
                <a:gd name="T24" fmla="*/ 2147483646 w 7"/>
                <a:gd name="T25" fmla="*/ 2147483646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7">
                  <a:moveTo>
                    <a:pt x="5" y="3"/>
                  </a:moveTo>
                  <a:lnTo>
                    <a:pt x="2" y="3"/>
                  </a:lnTo>
                  <a:lnTo>
                    <a:pt x="2" y="0"/>
                  </a:lnTo>
                  <a:lnTo>
                    <a:pt x="0" y="0"/>
                  </a:lnTo>
                  <a:lnTo>
                    <a:pt x="0" y="7"/>
                  </a:lnTo>
                  <a:lnTo>
                    <a:pt x="2" y="7"/>
                  </a:lnTo>
                  <a:lnTo>
                    <a:pt x="2" y="5"/>
                  </a:lnTo>
                  <a:lnTo>
                    <a:pt x="5" y="5"/>
                  </a:lnTo>
                  <a:lnTo>
                    <a:pt x="5" y="7"/>
                  </a:lnTo>
                  <a:lnTo>
                    <a:pt x="7" y="7"/>
                  </a:lnTo>
                  <a:lnTo>
                    <a:pt x="7" y="0"/>
                  </a:lnTo>
                  <a:lnTo>
                    <a:pt x="5" y="0"/>
                  </a:lnTo>
                  <a:lnTo>
                    <a:pt x="5" y="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5" name="Freeform 491"/>
            <p:cNvSpPr/>
            <p:nvPr/>
          </p:nvSpPr>
          <p:spPr bwMode="auto">
            <a:xfrm>
              <a:off x="1400176" y="4448176"/>
              <a:ext cx="9525" cy="11113"/>
            </a:xfrm>
            <a:custGeom>
              <a:avLst/>
              <a:gdLst>
                <a:gd name="T0" fmla="*/ 2147483646 w 6"/>
                <a:gd name="T1" fmla="*/ 2147483646 h 7"/>
                <a:gd name="T2" fmla="*/ 2147483646 w 6"/>
                <a:gd name="T3" fmla="*/ 2147483646 h 7"/>
                <a:gd name="T4" fmla="*/ 2147483646 w 6"/>
                <a:gd name="T5" fmla="*/ 2147483646 h 7"/>
                <a:gd name="T6" fmla="*/ 2147483646 w 6"/>
                <a:gd name="T7" fmla="*/ 0 h 7"/>
                <a:gd name="T8" fmla="*/ 0 w 6"/>
                <a:gd name="T9" fmla="*/ 0 h 7"/>
                <a:gd name="T10" fmla="*/ 0 w 6"/>
                <a:gd name="T11" fmla="*/ 2147483646 h 7"/>
                <a:gd name="T12" fmla="*/ 2147483646 w 6"/>
                <a:gd name="T13" fmla="*/ 2147483646 h 7"/>
                <a:gd name="T14" fmla="*/ 2147483646 w 6"/>
                <a:gd name="T15" fmla="*/ 2147483646 h 7"/>
                <a:gd name="T16" fmla="*/ 2147483646 w 6"/>
                <a:gd name="T17" fmla="*/ 0 h 7"/>
                <a:gd name="T18" fmla="*/ 2147483646 w 6"/>
                <a:gd name="T19" fmla="*/ 0 h 7"/>
                <a:gd name="T20" fmla="*/ 2147483646 w 6"/>
                <a:gd name="T21" fmla="*/ 2147483646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 h="7">
                  <a:moveTo>
                    <a:pt x="5" y="4"/>
                  </a:moveTo>
                  <a:cubicBezTo>
                    <a:pt x="5" y="5"/>
                    <a:pt x="4" y="5"/>
                    <a:pt x="3" y="5"/>
                  </a:cubicBezTo>
                  <a:cubicBezTo>
                    <a:pt x="2" y="5"/>
                    <a:pt x="2" y="5"/>
                    <a:pt x="2" y="4"/>
                  </a:cubicBezTo>
                  <a:cubicBezTo>
                    <a:pt x="2" y="0"/>
                    <a:pt x="2" y="0"/>
                    <a:pt x="2" y="0"/>
                  </a:cubicBezTo>
                  <a:cubicBezTo>
                    <a:pt x="0" y="0"/>
                    <a:pt x="0" y="0"/>
                    <a:pt x="0" y="0"/>
                  </a:cubicBezTo>
                  <a:cubicBezTo>
                    <a:pt x="0" y="4"/>
                    <a:pt x="0" y="4"/>
                    <a:pt x="0" y="4"/>
                  </a:cubicBezTo>
                  <a:cubicBezTo>
                    <a:pt x="0" y="6"/>
                    <a:pt x="1" y="7"/>
                    <a:pt x="3" y="7"/>
                  </a:cubicBezTo>
                  <a:cubicBezTo>
                    <a:pt x="5" y="7"/>
                    <a:pt x="6" y="6"/>
                    <a:pt x="6" y="4"/>
                  </a:cubicBezTo>
                  <a:cubicBezTo>
                    <a:pt x="6" y="0"/>
                    <a:pt x="6" y="0"/>
                    <a:pt x="6" y="0"/>
                  </a:cubicBezTo>
                  <a:cubicBezTo>
                    <a:pt x="5" y="0"/>
                    <a:pt x="5" y="0"/>
                    <a:pt x="5" y="0"/>
                  </a:cubicBezTo>
                  <a:lnTo>
                    <a:pt x="5" y="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6" name="Freeform 492"/>
            <p:cNvSpPr/>
            <p:nvPr/>
          </p:nvSpPr>
          <p:spPr bwMode="auto">
            <a:xfrm>
              <a:off x="1411288" y="4448176"/>
              <a:ext cx="9525" cy="11113"/>
            </a:xfrm>
            <a:custGeom>
              <a:avLst/>
              <a:gdLst>
                <a:gd name="T0" fmla="*/ 0 w 6"/>
                <a:gd name="T1" fmla="*/ 2147483646 h 7"/>
                <a:gd name="T2" fmla="*/ 2147483646 w 6"/>
                <a:gd name="T3" fmla="*/ 2147483646 h 7"/>
                <a:gd name="T4" fmla="*/ 2147483646 w 6"/>
                <a:gd name="T5" fmla="*/ 2147483646 h 7"/>
                <a:gd name="T6" fmla="*/ 2147483646 w 6"/>
                <a:gd name="T7" fmla="*/ 2147483646 h 7"/>
                <a:gd name="T8" fmla="*/ 2147483646 w 6"/>
                <a:gd name="T9" fmla="*/ 2147483646 h 7"/>
                <a:gd name="T10" fmla="*/ 2147483646 w 6"/>
                <a:gd name="T11" fmla="*/ 2147483646 h 7"/>
                <a:gd name="T12" fmla="*/ 2147483646 w 6"/>
                <a:gd name="T13" fmla="*/ 0 h 7"/>
                <a:gd name="T14" fmla="*/ 0 w 6"/>
                <a:gd name="T15" fmla="*/ 0 h 7"/>
                <a:gd name="T16" fmla="*/ 0 w 6"/>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7">
                  <a:moveTo>
                    <a:pt x="0" y="2"/>
                  </a:moveTo>
                  <a:lnTo>
                    <a:pt x="2" y="2"/>
                  </a:lnTo>
                  <a:lnTo>
                    <a:pt x="2" y="7"/>
                  </a:lnTo>
                  <a:lnTo>
                    <a:pt x="4" y="7"/>
                  </a:lnTo>
                  <a:lnTo>
                    <a:pt x="4" y="2"/>
                  </a:lnTo>
                  <a:lnTo>
                    <a:pt x="6" y="2"/>
                  </a:lnTo>
                  <a:lnTo>
                    <a:pt x="6" y="0"/>
                  </a:lnTo>
                  <a:lnTo>
                    <a:pt x="0" y="0"/>
                  </a:lnTo>
                  <a:lnTo>
                    <a:pt x="0" y="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7" name="Freeform 493"/>
            <p:cNvSpPr/>
            <p:nvPr/>
          </p:nvSpPr>
          <p:spPr bwMode="auto">
            <a:xfrm>
              <a:off x="1420813" y="4448176"/>
              <a:ext cx="6350" cy="11113"/>
            </a:xfrm>
            <a:custGeom>
              <a:avLst/>
              <a:gdLst>
                <a:gd name="T0" fmla="*/ 2147483646 w 4"/>
                <a:gd name="T1" fmla="*/ 0 h 7"/>
                <a:gd name="T2" fmla="*/ 0 w 4"/>
                <a:gd name="T3" fmla="*/ 0 h 7"/>
                <a:gd name="T4" fmla="*/ 0 w 4"/>
                <a:gd name="T5" fmla="*/ 2147483646 h 7"/>
                <a:gd name="T6" fmla="*/ 2147483646 w 4"/>
                <a:gd name="T7" fmla="*/ 2147483646 h 7"/>
                <a:gd name="T8" fmla="*/ 2147483646 w 4"/>
                <a:gd name="T9" fmla="*/ 2147483646 h 7"/>
                <a:gd name="T10" fmla="*/ 2147483646 w 4"/>
                <a:gd name="T11" fmla="*/ 2147483646 h 7"/>
                <a:gd name="T12" fmla="*/ 2147483646 w 4"/>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7">
                  <a:moveTo>
                    <a:pt x="2" y="0"/>
                  </a:moveTo>
                  <a:lnTo>
                    <a:pt x="0" y="0"/>
                  </a:lnTo>
                  <a:lnTo>
                    <a:pt x="0" y="7"/>
                  </a:lnTo>
                  <a:lnTo>
                    <a:pt x="3" y="7"/>
                  </a:lnTo>
                  <a:lnTo>
                    <a:pt x="4" y="5"/>
                  </a:lnTo>
                  <a:lnTo>
                    <a:pt x="2" y="5"/>
                  </a:lnTo>
                  <a:lnTo>
                    <a:pt x="2"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8" name="Freeform 494"/>
            <p:cNvSpPr>
              <a:spLocks noEditPoints="1"/>
            </p:cNvSpPr>
            <p:nvPr/>
          </p:nvSpPr>
          <p:spPr bwMode="auto">
            <a:xfrm>
              <a:off x="1427163" y="4448176"/>
              <a:ext cx="11113" cy="11113"/>
            </a:xfrm>
            <a:custGeom>
              <a:avLst/>
              <a:gdLst>
                <a:gd name="T0" fmla="*/ 2147483646 w 7"/>
                <a:gd name="T1" fmla="*/ 0 h 7"/>
                <a:gd name="T2" fmla="*/ 0 w 7"/>
                <a:gd name="T3" fmla="*/ 2147483646 h 7"/>
                <a:gd name="T4" fmla="*/ 2147483646 w 7"/>
                <a:gd name="T5" fmla="*/ 2147483646 h 7"/>
                <a:gd name="T6" fmla="*/ 2147483646 w 7"/>
                <a:gd name="T7" fmla="*/ 2147483646 h 7"/>
                <a:gd name="T8" fmla="*/ 2147483646 w 7"/>
                <a:gd name="T9" fmla="*/ 0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 h="7">
                  <a:moveTo>
                    <a:pt x="4" y="0"/>
                  </a:moveTo>
                  <a:cubicBezTo>
                    <a:pt x="2" y="0"/>
                    <a:pt x="0" y="2"/>
                    <a:pt x="0" y="4"/>
                  </a:cubicBezTo>
                  <a:cubicBezTo>
                    <a:pt x="0" y="6"/>
                    <a:pt x="2" y="7"/>
                    <a:pt x="4" y="7"/>
                  </a:cubicBezTo>
                  <a:cubicBezTo>
                    <a:pt x="6" y="7"/>
                    <a:pt x="7" y="6"/>
                    <a:pt x="7" y="4"/>
                  </a:cubicBezTo>
                  <a:cubicBezTo>
                    <a:pt x="7" y="2"/>
                    <a:pt x="6" y="0"/>
                    <a:pt x="4" y="0"/>
                  </a:cubicBezTo>
                  <a:close/>
                  <a:moveTo>
                    <a:pt x="4" y="5"/>
                  </a:moveTo>
                  <a:cubicBezTo>
                    <a:pt x="3" y="5"/>
                    <a:pt x="2" y="5"/>
                    <a:pt x="2" y="4"/>
                  </a:cubicBezTo>
                  <a:cubicBezTo>
                    <a:pt x="2" y="3"/>
                    <a:pt x="3" y="2"/>
                    <a:pt x="4" y="2"/>
                  </a:cubicBezTo>
                  <a:cubicBezTo>
                    <a:pt x="5" y="2"/>
                    <a:pt x="5" y="3"/>
                    <a:pt x="5" y="4"/>
                  </a:cubicBezTo>
                  <a:cubicBezTo>
                    <a:pt x="5" y="5"/>
                    <a:pt x="5" y="5"/>
                    <a:pt x="4"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49" name="Freeform 495"/>
            <p:cNvSpPr/>
            <p:nvPr/>
          </p:nvSpPr>
          <p:spPr bwMode="auto">
            <a:xfrm>
              <a:off x="1438276" y="4448176"/>
              <a:ext cx="11113" cy="11113"/>
            </a:xfrm>
            <a:custGeom>
              <a:avLst/>
              <a:gdLst>
                <a:gd name="T0" fmla="*/ 2147483646 w 7"/>
                <a:gd name="T1" fmla="*/ 0 h 7"/>
                <a:gd name="T2" fmla="*/ 2147483646 w 7"/>
                <a:gd name="T3" fmla="*/ 2147483646 h 7"/>
                <a:gd name="T4" fmla="*/ 0 w 7"/>
                <a:gd name="T5" fmla="*/ 0 h 7"/>
                <a:gd name="T6" fmla="*/ 0 w 7"/>
                <a:gd name="T7" fmla="*/ 2147483646 h 7"/>
                <a:gd name="T8" fmla="*/ 2147483646 w 7"/>
                <a:gd name="T9" fmla="*/ 2147483646 h 7"/>
                <a:gd name="T10" fmla="*/ 2147483646 w 7"/>
                <a:gd name="T11" fmla="*/ 2147483646 h 7"/>
                <a:gd name="T12" fmla="*/ 2147483646 w 7"/>
                <a:gd name="T13" fmla="*/ 2147483646 h 7"/>
                <a:gd name="T14" fmla="*/ 2147483646 w 7"/>
                <a:gd name="T15" fmla="*/ 0 h 7"/>
                <a:gd name="T16" fmla="*/ 2147483646 w 7"/>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7">
                  <a:moveTo>
                    <a:pt x="5" y="0"/>
                  </a:moveTo>
                  <a:lnTo>
                    <a:pt x="5" y="4"/>
                  </a:lnTo>
                  <a:lnTo>
                    <a:pt x="0" y="0"/>
                  </a:lnTo>
                  <a:lnTo>
                    <a:pt x="0" y="7"/>
                  </a:lnTo>
                  <a:lnTo>
                    <a:pt x="2" y="7"/>
                  </a:lnTo>
                  <a:lnTo>
                    <a:pt x="2" y="4"/>
                  </a:lnTo>
                  <a:lnTo>
                    <a:pt x="7" y="7"/>
                  </a:lnTo>
                  <a:lnTo>
                    <a:pt x="7" y="0"/>
                  </a:lnTo>
                  <a:lnTo>
                    <a:pt x="5"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0" name="Rectangle 496"/>
            <p:cNvSpPr>
              <a:spLocks noChangeArrowheads="1"/>
            </p:cNvSpPr>
            <p:nvPr/>
          </p:nvSpPr>
          <p:spPr bwMode="auto">
            <a:xfrm>
              <a:off x="1379538" y="4449764"/>
              <a:ext cx="1588" cy="95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1" name="Freeform 497"/>
            <p:cNvSpPr/>
            <p:nvPr/>
          </p:nvSpPr>
          <p:spPr bwMode="auto">
            <a:xfrm>
              <a:off x="1368426" y="4446589"/>
              <a:ext cx="1588" cy="6350"/>
            </a:xfrm>
            <a:custGeom>
              <a:avLst/>
              <a:gdLst>
                <a:gd name="T0" fmla="*/ 0 w 1"/>
                <a:gd name="T1" fmla="*/ 2147483646 h 4"/>
                <a:gd name="T2" fmla="*/ 2147483646 w 1"/>
                <a:gd name="T3" fmla="*/ 2147483646 h 4"/>
                <a:gd name="T4" fmla="*/ 2147483646 w 1"/>
                <a:gd name="T5" fmla="*/ 0 h 4"/>
                <a:gd name="T6" fmla="*/ 0 w 1"/>
                <a:gd name="T7" fmla="*/ 0 h 4"/>
                <a:gd name="T8" fmla="*/ 0 w 1"/>
                <a:gd name="T9" fmla="*/ 2147483646 h 4"/>
                <a:gd name="T10" fmla="*/ 0 w 1"/>
                <a:gd name="T11" fmla="*/ 2147483646 h 4"/>
                <a:gd name="T12" fmla="*/ 0 w 1"/>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4">
                  <a:moveTo>
                    <a:pt x="0" y="4"/>
                  </a:moveTo>
                  <a:cubicBezTo>
                    <a:pt x="0" y="4"/>
                    <a:pt x="1" y="3"/>
                    <a:pt x="1" y="3"/>
                  </a:cubicBezTo>
                  <a:cubicBezTo>
                    <a:pt x="1" y="0"/>
                    <a:pt x="1" y="0"/>
                    <a:pt x="1" y="0"/>
                  </a:cubicBezTo>
                  <a:cubicBezTo>
                    <a:pt x="0" y="0"/>
                    <a:pt x="0" y="0"/>
                    <a:pt x="0" y="0"/>
                  </a:cubicBezTo>
                  <a:cubicBezTo>
                    <a:pt x="0" y="3"/>
                    <a:pt x="0" y="3"/>
                    <a:pt x="0" y="3"/>
                  </a:cubicBezTo>
                  <a:cubicBezTo>
                    <a:pt x="0" y="3"/>
                    <a:pt x="0" y="3"/>
                    <a:pt x="0" y="3"/>
                  </a:cubicBezTo>
                  <a:cubicBezTo>
                    <a:pt x="0" y="4"/>
                    <a:pt x="0" y="4"/>
                    <a:pt x="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2" name="Freeform 498"/>
            <p:cNvSpPr/>
            <p:nvPr/>
          </p:nvSpPr>
          <p:spPr bwMode="auto">
            <a:xfrm>
              <a:off x="1358901" y="4446589"/>
              <a:ext cx="7938" cy="9525"/>
            </a:xfrm>
            <a:custGeom>
              <a:avLst/>
              <a:gdLst>
                <a:gd name="T0" fmla="*/ 2147483646 w 5"/>
                <a:gd name="T1" fmla="*/ 2147483646 h 6"/>
                <a:gd name="T2" fmla="*/ 2147483646 w 5"/>
                <a:gd name="T3" fmla="*/ 2147483646 h 6"/>
                <a:gd name="T4" fmla="*/ 2147483646 w 5"/>
                <a:gd name="T5" fmla="*/ 2147483646 h 6"/>
                <a:gd name="T6" fmla="*/ 2147483646 w 5"/>
                <a:gd name="T7" fmla="*/ 0 h 6"/>
                <a:gd name="T8" fmla="*/ 0 w 5"/>
                <a:gd name="T9" fmla="*/ 0 h 6"/>
                <a:gd name="T10" fmla="*/ 0 w 5"/>
                <a:gd name="T11" fmla="*/ 2147483646 h 6"/>
                <a:gd name="T12" fmla="*/ 2147483646 w 5"/>
                <a:gd name="T13" fmla="*/ 2147483646 h 6"/>
                <a:gd name="T14" fmla="*/ 2147483646 w 5"/>
                <a:gd name="T15" fmla="*/ 2147483646 h 6"/>
                <a:gd name="T16" fmla="*/ 2147483646 w 5"/>
                <a:gd name="T17" fmla="*/ 214748364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6">
                  <a:moveTo>
                    <a:pt x="5" y="5"/>
                  </a:moveTo>
                  <a:cubicBezTo>
                    <a:pt x="4" y="5"/>
                    <a:pt x="4" y="5"/>
                    <a:pt x="3" y="5"/>
                  </a:cubicBezTo>
                  <a:cubicBezTo>
                    <a:pt x="2" y="5"/>
                    <a:pt x="1" y="4"/>
                    <a:pt x="1" y="3"/>
                  </a:cubicBezTo>
                  <a:cubicBezTo>
                    <a:pt x="1" y="0"/>
                    <a:pt x="1" y="0"/>
                    <a:pt x="1" y="0"/>
                  </a:cubicBezTo>
                  <a:cubicBezTo>
                    <a:pt x="0" y="0"/>
                    <a:pt x="0" y="0"/>
                    <a:pt x="0" y="0"/>
                  </a:cubicBezTo>
                  <a:cubicBezTo>
                    <a:pt x="0" y="3"/>
                    <a:pt x="0" y="3"/>
                    <a:pt x="0" y="3"/>
                  </a:cubicBezTo>
                  <a:cubicBezTo>
                    <a:pt x="0" y="5"/>
                    <a:pt x="2" y="6"/>
                    <a:pt x="3" y="6"/>
                  </a:cubicBezTo>
                  <a:cubicBezTo>
                    <a:pt x="4" y="6"/>
                    <a:pt x="5" y="6"/>
                    <a:pt x="5" y="6"/>
                  </a:cubicBezTo>
                  <a:cubicBezTo>
                    <a:pt x="5" y="5"/>
                    <a:pt x="5" y="5"/>
                    <a:pt x="5"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3" name="Freeform 499"/>
            <p:cNvSpPr/>
            <p:nvPr/>
          </p:nvSpPr>
          <p:spPr bwMode="auto">
            <a:xfrm>
              <a:off x="1358901" y="4454526"/>
              <a:ext cx="1588" cy="6350"/>
            </a:xfrm>
            <a:custGeom>
              <a:avLst/>
              <a:gdLst>
                <a:gd name="T0" fmla="*/ 0 w 1"/>
                <a:gd name="T1" fmla="*/ 0 h 4"/>
                <a:gd name="T2" fmla="*/ 0 w 1"/>
                <a:gd name="T3" fmla="*/ 2147483646 h 4"/>
                <a:gd name="T4" fmla="*/ 0 w 1"/>
                <a:gd name="T5" fmla="*/ 2147483646 h 4"/>
                <a:gd name="T6" fmla="*/ 2147483646 w 1"/>
                <a:gd name="T7" fmla="*/ 2147483646 h 4"/>
                <a:gd name="T8" fmla="*/ 2147483646 w 1"/>
                <a:gd name="T9" fmla="*/ 2147483646 h 4"/>
                <a:gd name="T10" fmla="*/ 2147483646 w 1"/>
                <a:gd name="T11" fmla="*/ 2147483646 h 4"/>
                <a:gd name="T12" fmla="*/ 0 w 1"/>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4">
                  <a:moveTo>
                    <a:pt x="0" y="0"/>
                  </a:moveTo>
                  <a:cubicBezTo>
                    <a:pt x="0" y="0"/>
                    <a:pt x="0" y="1"/>
                    <a:pt x="0" y="1"/>
                  </a:cubicBezTo>
                  <a:cubicBezTo>
                    <a:pt x="0" y="4"/>
                    <a:pt x="0" y="4"/>
                    <a:pt x="0" y="4"/>
                  </a:cubicBezTo>
                  <a:cubicBezTo>
                    <a:pt x="1" y="4"/>
                    <a:pt x="1" y="4"/>
                    <a:pt x="1" y="4"/>
                  </a:cubicBezTo>
                  <a:cubicBezTo>
                    <a:pt x="1" y="1"/>
                    <a:pt x="1" y="1"/>
                    <a:pt x="1" y="1"/>
                  </a:cubicBezTo>
                  <a:cubicBezTo>
                    <a:pt x="1" y="1"/>
                    <a:pt x="1" y="1"/>
                    <a:pt x="1" y="1"/>
                  </a:cubicBezTo>
                  <a:cubicBezTo>
                    <a:pt x="1" y="1"/>
                    <a:pt x="1" y="0"/>
                    <a:pt x="0"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4" name="Freeform 500"/>
            <p:cNvSpPr/>
            <p:nvPr/>
          </p:nvSpPr>
          <p:spPr bwMode="auto">
            <a:xfrm>
              <a:off x="1360488" y="4451351"/>
              <a:ext cx="9525" cy="9525"/>
            </a:xfrm>
            <a:custGeom>
              <a:avLst/>
              <a:gdLst>
                <a:gd name="T0" fmla="*/ 2147483646 w 6"/>
                <a:gd name="T1" fmla="*/ 2147483646 h 6"/>
                <a:gd name="T2" fmla="*/ 2147483646 w 6"/>
                <a:gd name="T3" fmla="*/ 2147483646 h 6"/>
                <a:gd name="T4" fmla="*/ 2147483646 w 6"/>
                <a:gd name="T5" fmla="*/ 2147483646 h 6"/>
                <a:gd name="T6" fmla="*/ 2147483646 w 6"/>
                <a:gd name="T7" fmla="*/ 2147483646 h 6"/>
                <a:gd name="T8" fmla="*/ 2147483646 w 6"/>
                <a:gd name="T9" fmla="*/ 2147483646 h 6"/>
                <a:gd name="T10" fmla="*/ 2147483646 w 6"/>
                <a:gd name="T11" fmla="*/ 2147483646 h 6"/>
                <a:gd name="T12" fmla="*/ 2147483646 w 6"/>
                <a:gd name="T13" fmla="*/ 0 h 6"/>
                <a:gd name="T14" fmla="*/ 0 w 6"/>
                <a:gd name="T15" fmla="*/ 2147483646 h 6"/>
                <a:gd name="T16" fmla="*/ 2147483646 w 6"/>
                <a:gd name="T17" fmla="*/ 214748364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6">
                  <a:moveTo>
                    <a:pt x="1" y="1"/>
                  </a:moveTo>
                  <a:cubicBezTo>
                    <a:pt x="1" y="1"/>
                    <a:pt x="2" y="1"/>
                    <a:pt x="2" y="1"/>
                  </a:cubicBezTo>
                  <a:cubicBezTo>
                    <a:pt x="4" y="1"/>
                    <a:pt x="5" y="2"/>
                    <a:pt x="5" y="3"/>
                  </a:cubicBezTo>
                  <a:cubicBezTo>
                    <a:pt x="5" y="6"/>
                    <a:pt x="5" y="6"/>
                    <a:pt x="5" y="6"/>
                  </a:cubicBezTo>
                  <a:cubicBezTo>
                    <a:pt x="6" y="6"/>
                    <a:pt x="6" y="6"/>
                    <a:pt x="6" y="6"/>
                  </a:cubicBezTo>
                  <a:cubicBezTo>
                    <a:pt x="6" y="3"/>
                    <a:pt x="6" y="3"/>
                    <a:pt x="6" y="3"/>
                  </a:cubicBezTo>
                  <a:cubicBezTo>
                    <a:pt x="6" y="1"/>
                    <a:pt x="4" y="0"/>
                    <a:pt x="2" y="0"/>
                  </a:cubicBezTo>
                  <a:cubicBezTo>
                    <a:pt x="2" y="0"/>
                    <a:pt x="1" y="0"/>
                    <a:pt x="0" y="1"/>
                  </a:cubicBezTo>
                  <a:cubicBezTo>
                    <a:pt x="1" y="1"/>
                    <a:pt x="1" y="1"/>
                    <a:pt x="1" y="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5" name="Freeform 501"/>
            <p:cNvSpPr/>
            <p:nvPr/>
          </p:nvSpPr>
          <p:spPr bwMode="auto">
            <a:xfrm>
              <a:off x="1389063" y="4448176"/>
              <a:ext cx="11113" cy="11113"/>
            </a:xfrm>
            <a:custGeom>
              <a:avLst/>
              <a:gdLst>
                <a:gd name="T0" fmla="*/ 2147483646 w 7"/>
                <a:gd name="T1" fmla="*/ 2147483646 h 7"/>
                <a:gd name="T2" fmla="*/ 2147483646 w 7"/>
                <a:gd name="T3" fmla="*/ 2147483646 h 7"/>
                <a:gd name="T4" fmla="*/ 2147483646 w 7"/>
                <a:gd name="T5" fmla="*/ 0 h 7"/>
                <a:gd name="T6" fmla="*/ 0 w 7"/>
                <a:gd name="T7" fmla="*/ 0 h 7"/>
                <a:gd name="T8" fmla="*/ 0 w 7"/>
                <a:gd name="T9" fmla="*/ 2147483646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2147483646 w 7"/>
                <a:gd name="T21" fmla="*/ 0 h 7"/>
                <a:gd name="T22" fmla="*/ 2147483646 w 7"/>
                <a:gd name="T23" fmla="*/ 0 h 7"/>
                <a:gd name="T24" fmla="*/ 2147483646 w 7"/>
                <a:gd name="T25" fmla="*/ 2147483646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7">
                  <a:moveTo>
                    <a:pt x="5" y="3"/>
                  </a:moveTo>
                  <a:lnTo>
                    <a:pt x="2" y="3"/>
                  </a:lnTo>
                  <a:lnTo>
                    <a:pt x="2" y="0"/>
                  </a:lnTo>
                  <a:lnTo>
                    <a:pt x="0" y="0"/>
                  </a:lnTo>
                  <a:lnTo>
                    <a:pt x="0" y="7"/>
                  </a:lnTo>
                  <a:lnTo>
                    <a:pt x="2" y="7"/>
                  </a:lnTo>
                  <a:lnTo>
                    <a:pt x="2" y="5"/>
                  </a:lnTo>
                  <a:lnTo>
                    <a:pt x="5" y="5"/>
                  </a:lnTo>
                  <a:lnTo>
                    <a:pt x="5" y="7"/>
                  </a:lnTo>
                  <a:lnTo>
                    <a:pt x="7" y="7"/>
                  </a:lnTo>
                  <a:lnTo>
                    <a:pt x="7" y="0"/>
                  </a:lnTo>
                  <a:lnTo>
                    <a:pt x="5" y="0"/>
                  </a:lnTo>
                  <a:lnTo>
                    <a:pt x="5" y="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6" name="Freeform 502"/>
            <p:cNvSpPr/>
            <p:nvPr/>
          </p:nvSpPr>
          <p:spPr bwMode="auto">
            <a:xfrm>
              <a:off x="1400176" y="4448176"/>
              <a:ext cx="9525" cy="11113"/>
            </a:xfrm>
            <a:custGeom>
              <a:avLst/>
              <a:gdLst>
                <a:gd name="T0" fmla="*/ 2147483646 w 6"/>
                <a:gd name="T1" fmla="*/ 2147483646 h 7"/>
                <a:gd name="T2" fmla="*/ 2147483646 w 6"/>
                <a:gd name="T3" fmla="*/ 2147483646 h 7"/>
                <a:gd name="T4" fmla="*/ 2147483646 w 6"/>
                <a:gd name="T5" fmla="*/ 2147483646 h 7"/>
                <a:gd name="T6" fmla="*/ 2147483646 w 6"/>
                <a:gd name="T7" fmla="*/ 0 h 7"/>
                <a:gd name="T8" fmla="*/ 0 w 6"/>
                <a:gd name="T9" fmla="*/ 0 h 7"/>
                <a:gd name="T10" fmla="*/ 0 w 6"/>
                <a:gd name="T11" fmla="*/ 2147483646 h 7"/>
                <a:gd name="T12" fmla="*/ 2147483646 w 6"/>
                <a:gd name="T13" fmla="*/ 2147483646 h 7"/>
                <a:gd name="T14" fmla="*/ 2147483646 w 6"/>
                <a:gd name="T15" fmla="*/ 2147483646 h 7"/>
                <a:gd name="T16" fmla="*/ 2147483646 w 6"/>
                <a:gd name="T17" fmla="*/ 0 h 7"/>
                <a:gd name="T18" fmla="*/ 2147483646 w 6"/>
                <a:gd name="T19" fmla="*/ 0 h 7"/>
                <a:gd name="T20" fmla="*/ 2147483646 w 6"/>
                <a:gd name="T21" fmla="*/ 2147483646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 h="7">
                  <a:moveTo>
                    <a:pt x="5" y="4"/>
                  </a:moveTo>
                  <a:cubicBezTo>
                    <a:pt x="5" y="5"/>
                    <a:pt x="4" y="5"/>
                    <a:pt x="3" y="5"/>
                  </a:cubicBezTo>
                  <a:cubicBezTo>
                    <a:pt x="2" y="5"/>
                    <a:pt x="2" y="5"/>
                    <a:pt x="2" y="4"/>
                  </a:cubicBezTo>
                  <a:cubicBezTo>
                    <a:pt x="2" y="0"/>
                    <a:pt x="2" y="0"/>
                    <a:pt x="2" y="0"/>
                  </a:cubicBezTo>
                  <a:cubicBezTo>
                    <a:pt x="0" y="0"/>
                    <a:pt x="0" y="0"/>
                    <a:pt x="0" y="0"/>
                  </a:cubicBezTo>
                  <a:cubicBezTo>
                    <a:pt x="0" y="4"/>
                    <a:pt x="0" y="4"/>
                    <a:pt x="0" y="4"/>
                  </a:cubicBezTo>
                  <a:cubicBezTo>
                    <a:pt x="0" y="6"/>
                    <a:pt x="1" y="7"/>
                    <a:pt x="3" y="7"/>
                  </a:cubicBezTo>
                  <a:cubicBezTo>
                    <a:pt x="5" y="7"/>
                    <a:pt x="6" y="6"/>
                    <a:pt x="6" y="4"/>
                  </a:cubicBezTo>
                  <a:cubicBezTo>
                    <a:pt x="6" y="0"/>
                    <a:pt x="6" y="0"/>
                    <a:pt x="6" y="0"/>
                  </a:cubicBezTo>
                  <a:cubicBezTo>
                    <a:pt x="5" y="0"/>
                    <a:pt x="5" y="0"/>
                    <a:pt x="5" y="0"/>
                  </a:cubicBezTo>
                  <a:lnTo>
                    <a:pt x="5" y="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7" name="Freeform 503"/>
            <p:cNvSpPr/>
            <p:nvPr/>
          </p:nvSpPr>
          <p:spPr bwMode="auto">
            <a:xfrm>
              <a:off x="1411288" y="4448176"/>
              <a:ext cx="9525" cy="11113"/>
            </a:xfrm>
            <a:custGeom>
              <a:avLst/>
              <a:gdLst>
                <a:gd name="T0" fmla="*/ 0 w 6"/>
                <a:gd name="T1" fmla="*/ 2147483646 h 7"/>
                <a:gd name="T2" fmla="*/ 2147483646 w 6"/>
                <a:gd name="T3" fmla="*/ 2147483646 h 7"/>
                <a:gd name="T4" fmla="*/ 2147483646 w 6"/>
                <a:gd name="T5" fmla="*/ 2147483646 h 7"/>
                <a:gd name="T6" fmla="*/ 2147483646 w 6"/>
                <a:gd name="T7" fmla="*/ 2147483646 h 7"/>
                <a:gd name="T8" fmla="*/ 2147483646 w 6"/>
                <a:gd name="T9" fmla="*/ 2147483646 h 7"/>
                <a:gd name="T10" fmla="*/ 2147483646 w 6"/>
                <a:gd name="T11" fmla="*/ 2147483646 h 7"/>
                <a:gd name="T12" fmla="*/ 2147483646 w 6"/>
                <a:gd name="T13" fmla="*/ 0 h 7"/>
                <a:gd name="T14" fmla="*/ 0 w 6"/>
                <a:gd name="T15" fmla="*/ 0 h 7"/>
                <a:gd name="T16" fmla="*/ 0 w 6"/>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7">
                  <a:moveTo>
                    <a:pt x="0" y="2"/>
                  </a:moveTo>
                  <a:lnTo>
                    <a:pt x="2" y="2"/>
                  </a:lnTo>
                  <a:lnTo>
                    <a:pt x="2" y="7"/>
                  </a:lnTo>
                  <a:lnTo>
                    <a:pt x="4" y="7"/>
                  </a:lnTo>
                  <a:lnTo>
                    <a:pt x="4" y="2"/>
                  </a:lnTo>
                  <a:lnTo>
                    <a:pt x="6" y="2"/>
                  </a:lnTo>
                  <a:lnTo>
                    <a:pt x="6" y="0"/>
                  </a:lnTo>
                  <a:lnTo>
                    <a:pt x="0" y="0"/>
                  </a:lnTo>
                  <a:lnTo>
                    <a:pt x="0" y="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8" name="Freeform 504"/>
            <p:cNvSpPr/>
            <p:nvPr/>
          </p:nvSpPr>
          <p:spPr bwMode="auto">
            <a:xfrm>
              <a:off x="1420813" y="4448176"/>
              <a:ext cx="6350" cy="11113"/>
            </a:xfrm>
            <a:custGeom>
              <a:avLst/>
              <a:gdLst>
                <a:gd name="T0" fmla="*/ 2147483646 w 4"/>
                <a:gd name="T1" fmla="*/ 0 h 7"/>
                <a:gd name="T2" fmla="*/ 0 w 4"/>
                <a:gd name="T3" fmla="*/ 0 h 7"/>
                <a:gd name="T4" fmla="*/ 0 w 4"/>
                <a:gd name="T5" fmla="*/ 2147483646 h 7"/>
                <a:gd name="T6" fmla="*/ 2147483646 w 4"/>
                <a:gd name="T7" fmla="*/ 2147483646 h 7"/>
                <a:gd name="T8" fmla="*/ 2147483646 w 4"/>
                <a:gd name="T9" fmla="*/ 2147483646 h 7"/>
                <a:gd name="T10" fmla="*/ 2147483646 w 4"/>
                <a:gd name="T11" fmla="*/ 2147483646 h 7"/>
                <a:gd name="T12" fmla="*/ 2147483646 w 4"/>
                <a:gd name="T13" fmla="*/ 0 h 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7">
                  <a:moveTo>
                    <a:pt x="2" y="0"/>
                  </a:moveTo>
                  <a:lnTo>
                    <a:pt x="0" y="0"/>
                  </a:lnTo>
                  <a:lnTo>
                    <a:pt x="0" y="7"/>
                  </a:lnTo>
                  <a:lnTo>
                    <a:pt x="3" y="7"/>
                  </a:lnTo>
                  <a:lnTo>
                    <a:pt x="4" y="5"/>
                  </a:lnTo>
                  <a:lnTo>
                    <a:pt x="2" y="5"/>
                  </a:lnTo>
                  <a:lnTo>
                    <a:pt x="2"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59" name="Freeform 505"/>
            <p:cNvSpPr>
              <a:spLocks noEditPoints="1"/>
            </p:cNvSpPr>
            <p:nvPr/>
          </p:nvSpPr>
          <p:spPr bwMode="auto">
            <a:xfrm>
              <a:off x="1427163" y="4448176"/>
              <a:ext cx="11113" cy="11113"/>
            </a:xfrm>
            <a:custGeom>
              <a:avLst/>
              <a:gdLst>
                <a:gd name="T0" fmla="*/ 2147483646 w 7"/>
                <a:gd name="T1" fmla="*/ 0 h 7"/>
                <a:gd name="T2" fmla="*/ 0 w 7"/>
                <a:gd name="T3" fmla="*/ 2147483646 h 7"/>
                <a:gd name="T4" fmla="*/ 2147483646 w 7"/>
                <a:gd name="T5" fmla="*/ 2147483646 h 7"/>
                <a:gd name="T6" fmla="*/ 2147483646 w 7"/>
                <a:gd name="T7" fmla="*/ 2147483646 h 7"/>
                <a:gd name="T8" fmla="*/ 2147483646 w 7"/>
                <a:gd name="T9" fmla="*/ 0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 h="7">
                  <a:moveTo>
                    <a:pt x="4" y="0"/>
                  </a:moveTo>
                  <a:cubicBezTo>
                    <a:pt x="2" y="0"/>
                    <a:pt x="0" y="2"/>
                    <a:pt x="0" y="4"/>
                  </a:cubicBezTo>
                  <a:cubicBezTo>
                    <a:pt x="0" y="6"/>
                    <a:pt x="2" y="7"/>
                    <a:pt x="4" y="7"/>
                  </a:cubicBezTo>
                  <a:cubicBezTo>
                    <a:pt x="6" y="7"/>
                    <a:pt x="7" y="6"/>
                    <a:pt x="7" y="4"/>
                  </a:cubicBezTo>
                  <a:cubicBezTo>
                    <a:pt x="7" y="2"/>
                    <a:pt x="6" y="0"/>
                    <a:pt x="4" y="0"/>
                  </a:cubicBezTo>
                  <a:close/>
                  <a:moveTo>
                    <a:pt x="4" y="5"/>
                  </a:moveTo>
                  <a:cubicBezTo>
                    <a:pt x="3" y="5"/>
                    <a:pt x="2" y="5"/>
                    <a:pt x="2" y="4"/>
                  </a:cubicBezTo>
                  <a:cubicBezTo>
                    <a:pt x="2" y="3"/>
                    <a:pt x="3" y="2"/>
                    <a:pt x="4" y="2"/>
                  </a:cubicBezTo>
                  <a:cubicBezTo>
                    <a:pt x="5" y="2"/>
                    <a:pt x="5" y="3"/>
                    <a:pt x="5" y="4"/>
                  </a:cubicBezTo>
                  <a:cubicBezTo>
                    <a:pt x="5" y="5"/>
                    <a:pt x="5" y="5"/>
                    <a:pt x="4"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0" name="Freeform 506"/>
            <p:cNvSpPr/>
            <p:nvPr/>
          </p:nvSpPr>
          <p:spPr bwMode="auto">
            <a:xfrm>
              <a:off x="1438276" y="4448176"/>
              <a:ext cx="11113" cy="11113"/>
            </a:xfrm>
            <a:custGeom>
              <a:avLst/>
              <a:gdLst>
                <a:gd name="T0" fmla="*/ 2147483646 w 7"/>
                <a:gd name="T1" fmla="*/ 0 h 7"/>
                <a:gd name="T2" fmla="*/ 2147483646 w 7"/>
                <a:gd name="T3" fmla="*/ 2147483646 h 7"/>
                <a:gd name="T4" fmla="*/ 0 w 7"/>
                <a:gd name="T5" fmla="*/ 0 h 7"/>
                <a:gd name="T6" fmla="*/ 0 w 7"/>
                <a:gd name="T7" fmla="*/ 2147483646 h 7"/>
                <a:gd name="T8" fmla="*/ 2147483646 w 7"/>
                <a:gd name="T9" fmla="*/ 2147483646 h 7"/>
                <a:gd name="T10" fmla="*/ 2147483646 w 7"/>
                <a:gd name="T11" fmla="*/ 2147483646 h 7"/>
                <a:gd name="T12" fmla="*/ 2147483646 w 7"/>
                <a:gd name="T13" fmla="*/ 2147483646 h 7"/>
                <a:gd name="T14" fmla="*/ 2147483646 w 7"/>
                <a:gd name="T15" fmla="*/ 0 h 7"/>
                <a:gd name="T16" fmla="*/ 2147483646 w 7"/>
                <a:gd name="T17" fmla="*/ 0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 h="7">
                  <a:moveTo>
                    <a:pt x="5" y="0"/>
                  </a:moveTo>
                  <a:lnTo>
                    <a:pt x="5" y="4"/>
                  </a:lnTo>
                  <a:lnTo>
                    <a:pt x="0" y="0"/>
                  </a:lnTo>
                  <a:lnTo>
                    <a:pt x="0" y="7"/>
                  </a:lnTo>
                  <a:lnTo>
                    <a:pt x="2" y="7"/>
                  </a:lnTo>
                  <a:lnTo>
                    <a:pt x="2" y="4"/>
                  </a:lnTo>
                  <a:lnTo>
                    <a:pt x="7" y="7"/>
                  </a:lnTo>
                  <a:lnTo>
                    <a:pt x="7" y="0"/>
                  </a:lnTo>
                  <a:lnTo>
                    <a:pt x="5"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1" name="Oval 507"/>
            <p:cNvSpPr>
              <a:spLocks noChangeArrowheads="1"/>
            </p:cNvSpPr>
            <p:nvPr/>
          </p:nvSpPr>
          <p:spPr bwMode="auto">
            <a:xfrm>
              <a:off x="1344613" y="4478339"/>
              <a:ext cx="44450"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2" name="Oval 508"/>
            <p:cNvSpPr>
              <a:spLocks noChangeArrowheads="1"/>
            </p:cNvSpPr>
            <p:nvPr/>
          </p:nvSpPr>
          <p:spPr bwMode="auto">
            <a:xfrm>
              <a:off x="1417638" y="4478339"/>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3" name="Freeform 509"/>
            <p:cNvSpPr/>
            <p:nvPr/>
          </p:nvSpPr>
          <p:spPr bwMode="auto">
            <a:xfrm>
              <a:off x="1430338" y="4229101"/>
              <a:ext cx="15875" cy="30163"/>
            </a:xfrm>
            <a:custGeom>
              <a:avLst/>
              <a:gdLst>
                <a:gd name="T0" fmla="*/ 2147483646 w 10"/>
                <a:gd name="T1" fmla="*/ 2147483646 h 19"/>
                <a:gd name="T2" fmla="*/ 2147483646 w 10"/>
                <a:gd name="T3" fmla="*/ 2147483646 h 19"/>
                <a:gd name="T4" fmla="*/ 0 w 10"/>
                <a:gd name="T5" fmla="*/ 2147483646 h 19"/>
                <a:gd name="T6" fmla="*/ 2147483646 w 10"/>
                <a:gd name="T7" fmla="*/ 0 h 19"/>
                <a:gd name="T8" fmla="*/ 2147483646 w 10"/>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9">
                  <a:moveTo>
                    <a:pt x="10" y="19"/>
                  </a:moveTo>
                  <a:cubicBezTo>
                    <a:pt x="7" y="19"/>
                    <a:pt x="7" y="19"/>
                    <a:pt x="7" y="19"/>
                  </a:cubicBezTo>
                  <a:cubicBezTo>
                    <a:pt x="7" y="13"/>
                    <a:pt x="5" y="6"/>
                    <a:pt x="0" y="2"/>
                  </a:cubicBezTo>
                  <a:cubicBezTo>
                    <a:pt x="2" y="0"/>
                    <a:pt x="2" y="0"/>
                    <a:pt x="2" y="0"/>
                  </a:cubicBezTo>
                  <a:cubicBezTo>
                    <a:pt x="7" y="5"/>
                    <a:pt x="10" y="12"/>
                    <a:pt x="10" y="1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4" name="Freeform 510"/>
            <p:cNvSpPr/>
            <p:nvPr/>
          </p:nvSpPr>
          <p:spPr bwMode="auto">
            <a:xfrm>
              <a:off x="1414463" y="4217989"/>
              <a:ext cx="12700" cy="9525"/>
            </a:xfrm>
            <a:custGeom>
              <a:avLst/>
              <a:gdLst>
                <a:gd name="T0" fmla="*/ 2147483646 w 8"/>
                <a:gd name="T1" fmla="*/ 2147483646 h 6"/>
                <a:gd name="T2" fmla="*/ 0 w 8"/>
                <a:gd name="T3" fmla="*/ 2147483646 h 6"/>
                <a:gd name="T4" fmla="*/ 2147483646 w 8"/>
                <a:gd name="T5" fmla="*/ 0 h 6"/>
                <a:gd name="T6" fmla="*/ 2147483646 w 8"/>
                <a:gd name="T7" fmla="*/ 2147483646 h 6"/>
                <a:gd name="T8" fmla="*/ 2147483646 w 8"/>
                <a:gd name="T9" fmla="*/ 214748364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6">
                  <a:moveTo>
                    <a:pt x="6" y="6"/>
                  </a:moveTo>
                  <a:cubicBezTo>
                    <a:pt x="4" y="4"/>
                    <a:pt x="2" y="3"/>
                    <a:pt x="0" y="3"/>
                  </a:cubicBezTo>
                  <a:cubicBezTo>
                    <a:pt x="1" y="0"/>
                    <a:pt x="1" y="0"/>
                    <a:pt x="1" y="0"/>
                  </a:cubicBezTo>
                  <a:cubicBezTo>
                    <a:pt x="3" y="1"/>
                    <a:pt x="6" y="2"/>
                    <a:pt x="8" y="3"/>
                  </a:cubicBezTo>
                  <a:lnTo>
                    <a:pt x="6" y="6"/>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5" name="Freeform 511"/>
            <p:cNvSpPr/>
            <p:nvPr/>
          </p:nvSpPr>
          <p:spPr bwMode="auto">
            <a:xfrm>
              <a:off x="1379538" y="4214814"/>
              <a:ext cx="26988" cy="12700"/>
            </a:xfrm>
            <a:custGeom>
              <a:avLst/>
              <a:gdLst>
                <a:gd name="T0" fmla="*/ 2147483646 w 18"/>
                <a:gd name="T1" fmla="*/ 2147483646 h 8"/>
                <a:gd name="T2" fmla="*/ 0 w 18"/>
                <a:gd name="T3" fmla="*/ 2147483646 h 8"/>
                <a:gd name="T4" fmla="*/ 2147483646 w 18"/>
                <a:gd name="T5" fmla="*/ 2147483646 h 8"/>
                <a:gd name="T6" fmla="*/ 2147483646 w 18"/>
                <a:gd name="T7" fmla="*/ 2147483646 h 8"/>
                <a:gd name="T8" fmla="*/ 2147483646 w 18"/>
                <a:gd name="T9" fmla="*/ 2147483646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8">
                  <a:moveTo>
                    <a:pt x="2" y="8"/>
                  </a:moveTo>
                  <a:cubicBezTo>
                    <a:pt x="0" y="5"/>
                    <a:pt x="0" y="5"/>
                    <a:pt x="0" y="5"/>
                  </a:cubicBezTo>
                  <a:cubicBezTo>
                    <a:pt x="5" y="2"/>
                    <a:pt x="12" y="0"/>
                    <a:pt x="18" y="1"/>
                  </a:cubicBezTo>
                  <a:cubicBezTo>
                    <a:pt x="18" y="4"/>
                    <a:pt x="18" y="4"/>
                    <a:pt x="18" y="4"/>
                  </a:cubicBezTo>
                  <a:cubicBezTo>
                    <a:pt x="12" y="3"/>
                    <a:pt x="6" y="4"/>
                    <a:pt x="2"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6" name="Freeform 512"/>
            <p:cNvSpPr/>
            <p:nvPr/>
          </p:nvSpPr>
          <p:spPr bwMode="auto">
            <a:xfrm>
              <a:off x="1360488" y="4227514"/>
              <a:ext cx="15875" cy="31750"/>
            </a:xfrm>
            <a:custGeom>
              <a:avLst/>
              <a:gdLst>
                <a:gd name="T0" fmla="*/ 2147483646 w 10"/>
                <a:gd name="T1" fmla="*/ 2147483646 h 20"/>
                <a:gd name="T2" fmla="*/ 0 w 10"/>
                <a:gd name="T3" fmla="*/ 2147483646 h 20"/>
                <a:gd name="T4" fmla="*/ 2147483646 w 10"/>
                <a:gd name="T5" fmla="*/ 0 h 20"/>
                <a:gd name="T6" fmla="*/ 2147483646 w 10"/>
                <a:gd name="T7" fmla="*/ 2147483646 h 20"/>
                <a:gd name="T8" fmla="*/ 2147483646 w 10"/>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20">
                  <a:moveTo>
                    <a:pt x="3" y="20"/>
                  </a:moveTo>
                  <a:cubicBezTo>
                    <a:pt x="0" y="20"/>
                    <a:pt x="0" y="20"/>
                    <a:pt x="0" y="20"/>
                  </a:cubicBezTo>
                  <a:cubicBezTo>
                    <a:pt x="0" y="13"/>
                    <a:pt x="3" y="6"/>
                    <a:pt x="8" y="0"/>
                  </a:cubicBezTo>
                  <a:cubicBezTo>
                    <a:pt x="10" y="3"/>
                    <a:pt x="10" y="3"/>
                    <a:pt x="10" y="3"/>
                  </a:cubicBezTo>
                  <a:cubicBezTo>
                    <a:pt x="5" y="7"/>
                    <a:pt x="3" y="14"/>
                    <a:pt x="3" y="2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7" name="Freeform 513"/>
            <p:cNvSpPr/>
            <p:nvPr/>
          </p:nvSpPr>
          <p:spPr bwMode="auto">
            <a:xfrm>
              <a:off x="1385888" y="4259264"/>
              <a:ext cx="19050" cy="38100"/>
            </a:xfrm>
            <a:custGeom>
              <a:avLst/>
              <a:gdLst>
                <a:gd name="T0" fmla="*/ 2147483646 w 13"/>
                <a:gd name="T1" fmla="*/ 2147483646 h 25"/>
                <a:gd name="T2" fmla="*/ 0 w 13"/>
                <a:gd name="T3" fmla="*/ 2147483646 h 25"/>
                <a:gd name="T4" fmla="*/ 2147483646 w 13"/>
                <a:gd name="T5" fmla="*/ 0 h 25"/>
                <a:gd name="T6" fmla="*/ 2147483646 w 13"/>
                <a:gd name="T7" fmla="*/ 0 h 25"/>
                <a:gd name="T8" fmla="*/ 2147483646 w 13"/>
                <a:gd name="T9" fmla="*/ 2147483646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5">
                  <a:moveTo>
                    <a:pt x="2" y="25"/>
                  </a:moveTo>
                  <a:cubicBezTo>
                    <a:pt x="0" y="23"/>
                    <a:pt x="0" y="23"/>
                    <a:pt x="0" y="23"/>
                  </a:cubicBezTo>
                  <a:cubicBezTo>
                    <a:pt x="7" y="17"/>
                    <a:pt x="10" y="9"/>
                    <a:pt x="10" y="0"/>
                  </a:cubicBezTo>
                  <a:cubicBezTo>
                    <a:pt x="13" y="0"/>
                    <a:pt x="13" y="0"/>
                    <a:pt x="13" y="0"/>
                  </a:cubicBezTo>
                  <a:cubicBezTo>
                    <a:pt x="13" y="10"/>
                    <a:pt x="9" y="19"/>
                    <a:pt x="2" y="2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8" name="Freeform 514"/>
            <p:cNvSpPr/>
            <p:nvPr/>
          </p:nvSpPr>
          <p:spPr bwMode="auto">
            <a:xfrm>
              <a:off x="1376363" y="4246564"/>
              <a:ext cx="39688" cy="53975"/>
            </a:xfrm>
            <a:custGeom>
              <a:avLst/>
              <a:gdLst>
                <a:gd name="T0" fmla="*/ 2147483646 w 26"/>
                <a:gd name="T1" fmla="*/ 2147483646 h 35"/>
                <a:gd name="T2" fmla="*/ 2147483646 w 26"/>
                <a:gd name="T3" fmla="*/ 2147483646 h 35"/>
                <a:gd name="T4" fmla="*/ 2147483646 w 26"/>
                <a:gd name="T5" fmla="*/ 2147483646 h 35"/>
                <a:gd name="T6" fmla="*/ 2147483646 w 26"/>
                <a:gd name="T7" fmla="*/ 2147483646 h 35"/>
                <a:gd name="T8" fmla="*/ 2147483646 w 26"/>
                <a:gd name="T9" fmla="*/ 2147483646 h 35"/>
                <a:gd name="T10" fmla="*/ 2147483646 w 26"/>
                <a:gd name="T11" fmla="*/ 2147483646 h 35"/>
                <a:gd name="T12" fmla="*/ 0 w 26"/>
                <a:gd name="T13" fmla="*/ 2147483646 h 35"/>
                <a:gd name="T14" fmla="*/ 2147483646 w 26"/>
                <a:gd name="T15" fmla="*/ 2147483646 h 35"/>
                <a:gd name="T16" fmla="*/ 2147483646 w 26"/>
                <a:gd name="T17" fmla="*/ 0 h 35"/>
                <a:gd name="T18" fmla="*/ 2147483646 w 26"/>
                <a:gd name="T19" fmla="*/ 2147483646 h 35"/>
                <a:gd name="T20" fmla="*/ 2147483646 w 26"/>
                <a:gd name="T21" fmla="*/ 2147483646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 h="35">
                  <a:moveTo>
                    <a:pt x="16" y="35"/>
                  </a:moveTo>
                  <a:cubicBezTo>
                    <a:pt x="13" y="33"/>
                    <a:pt x="13" y="33"/>
                    <a:pt x="13" y="33"/>
                  </a:cubicBezTo>
                  <a:cubicBezTo>
                    <a:pt x="19" y="26"/>
                    <a:pt x="23" y="17"/>
                    <a:pt x="23" y="8"/>
                  </a:cubicBezTo>
                  <a:cubicBezTo>
                    <a:pt x="23" y="5"/>
                    <a:pt x="20" y="3"/>
                    <a:pt x="17" y="3"/>
                  </a:cubicBezTo>
                  <a:cubicBezTo>
                    <a:pt x="15" y="3"/>
                    <a:pt x="12" y="5"/>
                    <a:pt x="12" y="8"/>
                  </a:cubicBezTo>
                  <a:cubicBezTo>
                    <a:pt x="12" y="17"/>
                    <a:pt x="9" y="24"/>
                    <a:pt x="2" y="30"/>
                  </a:cubicBezTo>
                  <a:cubicBezTo>
                    <a:pt x="0" y="28"/>
                    <a:pt x="0" y="28"/>
                    <a:pt x="0" y="28"/>
                  </a:cubicBezTo>
                  <a:cubicBezTo>
                    <a:pt x="6" y="23"/>
                    <a:pt x="9" y="16"/>
                    <a:pt x="9" y="8"/>
                  </a:cubicBezTo>
                  <a:cubicBezTo>
                    <a:pt x="9" y="4"/>
                    <a:pt x="13" y="0"/>
                    <a:pt x="17" y="0"/>
                  </a:cubicBezTo>
                  <a:cubicBezTo>
                    <a:pt x="22" y="0"/>
                    <a:pt x="26" y="4"/>
                    <a:pt x="26" y="8"/>
                  </a:cubicBezTo>
                  <a:cubicBezTo>
                    <a:pt x="26" y="18"/>
                    <a:pt x="22" y="28"/>
                    <a:pt x="16" y="3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69" name="Freeform 515"/>
            <p:cNvSpPr/>
            <p:nvPr/>
          </p:nvSpPr>
          <p:spPr bwMode="auto">
            <a:xfrm>
              <a:off x="1409701" y="4273551"/>
              <a:ext cx="15875" cy="26988"/>
            </a:xfrm>
            <a:custGeom>
              <a:avLst/>
              <a:gdLst>
                <a:gd name="T0" fmla="*/ 2147483646 w 10"/>
                <a:gd name="T1" fmla="*/ 2147483646 h 18"/>
                <a:gd name="T2" fmla="*/ 0 w 10"/>
                <a:gd name="T3" fmla="*/ 2147483646 h 18"/>
                <a:gd name="T4" fmla="*/ 2147483646 w 10"/>
                <a:gd name="T5" fmla="*/ 0 h 18"/>
                <a:gd name="T6" fmla="*/ 2147483646 w 10"/>
                <a:gd name="T7" fmla="*/ 0 h 18"/>
                <a:gd name="T8" fmla="*/ 2147483646 w 10"/>
                <a:gd name="T9" fmla="*/ 2147483646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 h="18">
                  <a:moveTo>
                    <a:pt x="3" y="18"/>
                  </a:moveTo>
                  <a:cubicBezTo>
                    <a:pt x="0" y="16"/>
                    <a:pt x="0" y="16"/>
                    <a:pt x="0" y="16"/>
                  </a:cubicBezTo>
                  <a:cubicBezTo>
                    <a:pt x="3" y="11"/>
                    <a:pt x="5" y="5"/>
                    <a:pt x="7" y="0"/>
                  </a:cubicBezTo>
                  <a:cubicBezTo>
                    <a:pt x="10" y="0"/>
                    <a:pt x="10" y="0"/>
                    <a:pt x="10" y="0"/>
                  </a:cubicBezTo>
                  <a:cubicBezTo>
                    <a:pt x="8" y="6"/>
                    <a:pt x="6" y="12"/>
                    <a:pt x="3" y="1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0" name="Freeform 516"/>
            <p:cNvSpPr/>
            <p:nvPr/>
          </p:nvSpPr>
          <p:spPr bwMode="auto">
            <a:xfrm>
              <a:off x="1419226" y="4246564"/>
              <a:ext cx="6350" cy="19050"/>
            </a:xfrm>
            <a:custGeom>
              <a:avLst/>
              <a:gdLst>
                <a:gd name="T0" fmla="*/ 2147483646 w 4"/>
                <a:gd name="T1" fmla="*/ 2147483646 h 12"/>
                <a:gd name="T2" fmla="*/ 2147483646 w 4"/>
                <a:gd name="T3" fmla="*/ 2147483646 h 12"/>
                <a:gd name="T4" fmla="*/ 2147483646 w 4"/>
                <a:gd name="T5" fmla="*/ 2147483646 h 12"/>
                <a:gd name="T6" fmla="*/ 0 w 4"/>
                <a:gd name="T7" fmla="*/ 2147483646 h 12"/>
                <a:gd name="T8" fmla="*/ 2147483646 w 4"/>
                <a:gd name="T9" fmla="*/ 0 h 12"/>
                <a:gd name="T10" fmla="*/ 2147483646 w 4"/>
                <a:gd name="T11" fmla="*/ 2147483646 h 12"/>
                <a:gd name="T12" fmla="*/ 2147483646 w 4"/>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2">
                  <a:moveTo>
                    <a:pt x="4" y="12"/>
                  </a:moveTo>
                  <a:cubicBezTo>
                    <a:pt x="1" y="12"/>
                    <a:pt x="1" y="12"/>
                    <a:pt x="1" y="12"/>
                  </a:cubicBezTo>
                  <a:cubicBezTo>
                    <a:pt x="1" y="10"/>
                    <a:pt x="1" y="9"/>
                    <a:pt x="1" y="8"/>
                  </a:cubicBezTo>
                  <a:cubicBezTo>
                    <a:pt x="1" y="6"/>
                    <a:pt x="1" y="4"/>
                    <a:pt x="0" y="2"/>
                  </a:cubicBezTo>
                  <a:cubicBezTo>
                    <a:pt x="2" y="0"/>
                    <a:pt x="2" y="0"/>
                    <a:pt x="2" y="0"/>
                  </a:cubicBezTo>
                  <a:cubicBezTo>
                    <a:pt x="4" y="3"/>
                    <a:pt x="4" y="5"/>
                    <a:pt x="4" y="8"/>
                  </a:cubicBezTo>
                  <a:cubicBezTo>
                    <a:pt x="4" y="9"/>
                    <a:pt x="4" y="11"/>
                    <a:pt x="4" y="12"/>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1" name="Freeform 517"/>
            <p:cNvSpPr/>
            <p:nvPr/>
          </p:nvSpPr>
          <p:spPr bwMode="auto">
            <a:xfrm>
              <a:off x="1395413" y="4233864"/>
              <a:ext cx="23813" cy="12700"/>
            </a:xfrm>
            <a:custGeom>
              <a:avLst/>
              <a:gdLst>
                <a:gd name="T0" fmla="*/ 2147483646 w 15"/>
                <a:gd name="T1" fmla="*/ 2147483646 h 8"/>
                <a:gd name="T2" fmla="*/ 2147483646 w 15"/>
                <a:gd name="T3" fmla="*/ 2147483646 h 8"/>
                <a:gd name="T4" fmla="*/ 0 w 15"/>
                <a:gd name="T5" fmla="*/ 2147483646 h 8"/>
                <a:gd name="T6" fmla="*/ 2147483646 w 15"/>
                <a:gd name="T7" fmla="*/ 2147483646 h 8"/>
                <a:gd name="T8" fmla="*/ 2147483646 w 15"/>
                <a:gd name="T9" fmla="*/ 2147483646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8">
                  <a:moveTo>
                    <a:pt x="13" y="8"/>
                  </a:moveTo>
                  <a:cubicBezTo>
                    <a:pt x="10" y="5"/>
                    <a:pt x="5" y="4"/>
                    <a:pt x="1" y="5"/>
                  </a:cubicBezTo>
                  <a:cubicBezTo>
                    <a:pt x="0" y="2"/>
                    <a:pt x="0" y="2"/>
                    <a:pt x="0" y="2"/>
                  </a:cubicBezTo>
                  <a:cubicBezTo>
                    <a:pt x="5" y="0"/>
                    <a:pt x="11" y="2"/>
                    <a:pt x="15" y="5"/>
                  </a:cubicBezTo>
                  <a:lnTo>
                    <a:pt x="13" y="8"/>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2" name="Freeform 518"/>
            <p:cNvSpPr/>
            <p:nvPr/>
          </p:nvSpPr>
          <p:spPr bwMode="auto">
            <a:xfrm>
              <a:off x="1370013" y="4240214"/>
              <a:ext cx="22225" cy="44450"/>
            </a:xfrm>
            <a:custGeom>
              <a:avLst/>
              <a:gdLst>
                <a:gd name="T0" fmla="*/ 2147483646 w 15"/>
                <a:gd name="T1" fmla="*/ 2147483646 h 29"/>
                <a:gd name="T2" fmla="*/ 0 w 15"/>
                <a:gd name="T3" fmla="*/ 2147483646 h 29"/>
                <a:gd name="T4" fmla="*/ 2147483646 w 15"/>
                <a:gd name="T5" fmla="*/ 2147483646 h 29"/>
                <a:gd name="T6" fmla="*/ 2147483646 w 15"/>
                <a:gd name="T7" fmla="*/ 0 h 29"/>
                <a:gd name="T8" fmla="*/ 2147483646 w 15"/>
                <a:gd name="T9" fmla="*/ 2147483646 h 29"/>
                <a:gd name="T10" fmla="*/ 2147483646 w 15"/>
                <a:gd name="T11" fmla="*/ 2147483646 h 29"/>
                <a:gd name="T12" fmla="*/ 2147483646 w 15"/>
                <a:gd name="T13" fmla="*/ 2147483646 h 2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29">
                  <a:moveTo>
                    <a:pt x="1" y="29"/>
                  </a:moveTo>
                  <a:cubicBezTo>
                    <a:pt x="0" y="27"/>
                    <a:pt x="0" y="27"/>
                    <a:pt x="0" y="27"/>
                  </a:cubicBezTo>
                  <a:cubicBezTo>
                    <a:pt x="4" y="23"/>
                    <a:pt x="7" y="18"/>
                    <a:pt x="7" y="12"/>
                  </a:cubicBezTo>
                  <a:cubicBezTo>
                    <a:pt x="7" y="7"/>
                    <a:pt x="9" y="3"/>
                    <a:pt x="13" y="0"/>
                  </a:cubicBezTo>
                  <a:cubicBezTo>
                    <a:pt x="15" y="2"/>
                    <a:pt x="15" y="2"/>
                    <a:pt x="15" y="2"/>
                  </a:cubicBezTo>
                  <a:cubicBezTo>
                    <a:pt x="12" y="4"/>
                    <a:pt x="10" y="8"/>
                    <a:pt x="10" y="12"/>
                  </a:cubicBezTo>
                  <a:cubicBezTo>
                    <a:pt x="10" y="19"/>
                    <a:pt x="7" y="25"/>
                    <a:pt x="1" y="2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3" name="Freeform 519"/>
            <p:cNvSpPr/>
            <p:nvPr/>
          </p:nvSpPr>
          <p:spPr bwMode="auto">
            <a:xfrm>
              <a:off x="1401763" y="4225926"/>
              <a:ext cx="34925" cy="66675"/>
            </a:xfrm>
            <a:custGeom>
              <a:avLst/>
              <a:gdLst>
                <a:gd name="T0" fmla="*/ 2147483646 w 22"/>
                <a:gd name="T1" fmla="*/ 2147483646 h 43"/>
                <a:gd name="T2" fmla="*/ 2147483646 w 22"/>
                <a:gd name="T3" fmla="*/ 2147483646 h 43"/>
                <a:gd name="T4" fmla="*/ 2147483646 w 22"/>
                <a:gd name="T5" fmla="*/ 2147483646 h 43"/>
                <a:gd name="T6" fmla="*/ 2147483646 w 22"/>
                <a:gd name="T7" fmla="*/ 2147483646 h 43"/>
                <a:gd name="T8" fmla="*/ 0 w 22"/>
                <a:gd name="T9" fmla="*/ 2147483646 h 43"/>
                <a:gd name="T10" fmla="*/ 0 w 22"/>
                <a:gd name="T11" fmla="*/ 0 h 43"/>
                <a:gd name="T12" fmla="*/ 2147483646 w 22"/>
                <a:gd name="T13" fmla="*/ 2147483646 h 43"/>
                <a:gd name="T14" fmla="*/ 2147483646 w 22"/>
                <a:gd name="T15" fmla="*/ 2147483646 h 4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 h="43">
                  <a:moveTo>
                    <a:pt x="18" y="43"/>
                  </a:moveTo>
                  <a:cubicBezTo>
                    <a:pt x="15" y="41"/>
                    <a:pt x="15" y="41"/>
                    <a:pt x="15" y="41"/>
                  </a:cubicBezTo>
                  <a:cubicBezTo>
                    <a:pt x="18" y="35"/>
                    <a:pt x="19" y="28"/>
                    <a:pt x="19" y="21"/>
                  </a:cubicBezTo>
                  <a:cubicBezTo>
                    <a:pt x="19" y="16"/>
                    <a:pt x="17" y="12"/>
                    <a:pt x="14" y="8"/>
                  </a:cubicBezTo>
                  <a:cubicBezTo>
                    <a:pt x="10" y="5"/>
                    <a:pt x="5" y="3"/>
                    <a:pt x="0" y="3"/>
                  </a:cubicBezTo>
                  <a:cubicBezTo>
                    <a:pt x="0" y="0"/>
                    <a:pt x="0" y="0"/>
                    <a:pt x="0" y="0"/>
                  </a:cubicBezTo>
                  <a:cubicBezTo>
                    <a:pt x="12" y="0"/>
                    <a:pt x="22" y="9"/>
                    <a:pt x="22" y="21"/>
                  </a:cubicBezTo>
                  <a:cubicBezTo>
                    <a:pt x="22" y="29"/>
                    <a:pt x="21" y="36"/>
                    <a:pt x="18" y="4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4" name="Freeform 520"/>
            <p:cNvSpPr/>
            <p:nvPr/>
          </p:nvSpPr>
          <p:spPr bwMode="auto">
            <a:xfrm>
              <a:off x="1379538" y="4225926"/>
              <a:ext cx="17463" cy="12700"/>
            </a:xfrm>
            <a:custGeom>
              <a:avLst/>
              <a:gdLst>
                <a:gd name="T0" fmla="*/ 2147483646 w 12"/>
                <a:gd name="T1" fmla="*/ 2147483646 h 8"/>
                <a:gd name="T2" fmla="*/ 0 w 12"/>
                <a:gd name="T3" fmla="*/ 2147483646 h 8"/>
                <a:gd name="T4" fmla="*/ 2147483646 w 12"/>
                <a:gd name="T5" fmla="*/ 0 h 8"/>
                <a:gd name="T6" fmla="*/ 2147483646 w 12"/>
                <a:gd name="T7" fmla="*/ 2147483646 h 8"/>
                <a:gd name="T8" fmla="*/ 2147483646 w 12"/>
                <a:gd name="T9" fmla="*/ 2147483646 h 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8">
                  <a:moveTo>
                    <a:pt x="2" y="8"/>
                  </a:moveTo>
                  <a:cubicBezTo>
                    <a:pt x="0" y="6"/>
                    <a:pt x="0" y="6"/>
                    <a:pt x="0" y="6"/>
                  </a:cubicBezTo>
                  <a:cubicBezTo>
                    <a:pt x="3" y="3"/>
                    <a:pt x="7" y="1"/>
                    <a:pt x="11" y="0"/>
                  </a:cubicBezTo>
                  <a:cubicBezTo>
                    <a:pt x="12" y="3"/>
                    <a:pt x="12" y="3"/>
                    <a:pt x="12" y="3"/>
                  </a:cubicBezTo>
                  <a:cubicBezTo>
                    <a:pt x="8" y="4"/>
                    <a:pt x="5" y="5"/>
                    <a:pt x="2"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5" name="Freeform 521"/>
            <p:cNvSpPr/>
            <p:nvPr/>
          </p:nvSpPr>
          <p:spPr bwMode="auto">
            <a:xfrm>
              <a:off x="1363663" y="4243389"/>
              <a:ext cx="14288" cy="33338"/>
            </a:xfrm>
            <a:custGeom>
              <a:avLst/>
              <a:gdLst>
                <a:gd name="T0" fmla="*/ 2147483646 w 9"/>
                <a:gd name="T1" fmla="*/ 2147483646 h 21"/>
                <a:gd name="T2" fmla="*/ 0 w 9"/>
                <a:gd name="T3" fmla="*/ 2147483646 h 21"/>
                <a:gd name="T4" fmla="*/ 2147483646 w 9"/>
                <a:gd name="T5" fmla="*/ 2147483646 h 21"/>
                <a:gd name="T6" fmla="*/ 2147483646 w 9"/>
                <a:gd name="T7" fmla="*/ 0 h 21"/>
                <a:gd name="T8" fmla="*/ 2147483646 w 9"/>
                <a:gd name="T9" fmla="*/ 2147483646 h 21"/>
                <a:gd name="T10" fmla="*/ 2147483646 w 9"/>
                <a:gd name="T11" fmla="*/ 2147483646 h 21"/>
                <a:gd name="T12" fmla="*/ 2147483646 w 9"/>
                <a:gd name="T13" fmla="*/ 2147483646 h 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 h="21">
                  <a:moveTo>
                    <a:pt x="2" y="21"/>
                  </a:moveTo>
                  <a:cubicBezTo>
                    <a:pt x="0" y="19"/>
                    <a:pt x="0" y="19"/>
                    <a:pt x="0" y="19"/>
                  </a:cubicBezTo>
                  <a:cubicBezTo>
                    <a:pt x="3" y="17"/>
                    <a:pt x="4" y="13"/>
                    <a:pt x="4" y="10"/>
                  </a:cubicBezTo>
                  <a:cubicBezTo>
                    <a:pt x="4" y="7"/>
                    <a:pt x="5" y="3"/>
                    <a:pt x="7" y="0"/>
                  </a:cubicBezTo>
                  <a:cubicBezTo>
                    <a:pt x="9" y="1"/>
                    <a:pt x="9" y="1"/>
                    <a:pt x="9" y="1"/>
                  </a:cubicBezTo>
                  <a:cubicBezTo>
                    <a:pt x="8" y="4"/>
                    <a:pt x="7" y="7"/>
                    <a:pt x="7" y="10"/>
                  </a:cubicBezTo>
                  <a:cubicBezTo>
                    <a:pt x="7" y="14"/>
                    <a:pt x="5" y="18"/>
                    <a:pt x="2" y="2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276" name="组合 749"/>
          <p:cNvGrpSpPr/>
          <p:nvPr/>
        </p:nvGrpSpPr>
        <p:grpSpPr bwMode="auto">
          <a:xfrm>
            <a:off x="686008" y="3065545"/>
            <a:ext cx="649186" cy="977553"/>
            <a:chOff x="8718551" y="2254251"/>
            <a:chExt cx="546100" cy="822326"/>
          </a:xfrm>
        </p:grpSpPr>
        <p:sp>
          <p:nvSpPr>
            <p:cNvPr id="277" name="Freeform 208"/>
            <p:cNvSpPr/>
            <p:nvPr/>
          </p:nvSpPr>
          <p:spPr bwMode="auto">
            <a:xfrm>
              <a:off x="8718551" y="2254251"/>
              <a:ext cx="546100" cy="808038"/>
            </a:xfrm>
            <a:custGeom>
              <a:avLst/>
              <a:gdLst>
                <a:gd name="T0" fmla="*/ 2147483646 w 352"/>
                <a:gd name="T1" fmla="*/ 2147483646 h 520"/>
                <a:gd name="T2" fmla="*/ 2147483646 w 352"/>
                <a:gd name="T3" fmla="*/ 2147483646 h 520"/>
                <a:gd name="T4" fmla="*/ 2147483646 w 352"/>
                <a:gd name="T5" fmla="*/ 2147483646 h 520"/>
                <a:gd name="T6" fmla="*/ 2147483646 w 352"/>
                <a:gd name="T7" fmla="*/ 2147483646 h 520"/>
                <a:gd name="T8" fmla="*/ 2147483646 w 352"/>
                <a:gd name="T9" fmla="*/ 2147483646 h 520"/>
                <a:gd name="T10" fmla="*/ 2147483646 w 352"/>
                <a:gd name="T11" fmla="*/ 2147483646 h 520"/>
                <a:gd name="T12" fmla="*/ 2147483646 w 352"/>
                <a:gd name="T13" fmla="*/ 2147483646 h 520"/>
                <a:gd name="T14" fmla="*/ 2147483646 w 352"/>
                <a:gd name="T15" fmla="*/ 2147483646 h 520"/>
                <a:gd name="T16" fmla="*/ 2147483646 w 352"/>
                <a:gd name="T17" fmla="*/ 2147483646 h 520"/>
                <a:gd name="T18" fmla="*/ 2147483646 w 352"/>
                <a:gd name="T19" fmla="*/ 2147483646 h 520"/>
                <a:gd name="T20" fmla="*/ 2147483646 w 352"/>
                <a:gd name="T21" fmla="*/ 2147483646 h 520"/>
                <a:gd name="T22" fmla="*/ 2147483646 w 352"/>
                <a:gd name="T23" fmla="*/ 2147483646 h 520"/>
                <a:gd name="T24" fmla="*/ 0 w 352"/>
                <a:gd name="T25" fmla="*/ 2147483646 h 520"/>
                <a:gd name="T26" fmla="*/ 2147483646 w 352"/>
                <a:gd name="T27" fmla="*/ 2147483646 h 520"/>
                <a:gd name="T28" fmla="*/ 2147483646 w 352"/>
                <a:gd name="T29" fmla="*/ 0 h 520"/>
                <a:gd name="T30" fmla="*/ 2147483646 w 352"/>
                <a:gd name="T31" fmla="*/ 2147483646 h 520"/>
                <a:gd name="T32" fmla="*/ 2147483646 w 352"/>
                <a:gd name="T33" fmla="*/ 2147483646 h 520"/>
                <a:gd name="T34" fmla="*/ 2147483646 w 352"/>
                <a:gd name="T35" fmla="*/ 2147483646 h 520"/>
                <a:gd name="T36" fmla="*/ 2147483646 w 352"/>
                <a:gd name="T37" fmla="*/ 2147483646 h 5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2" h="520">
                  <a:moveTo>
                    <a:pt x="348" y="520"/>
                  </a:moveTo>
                  <a:cubicBezTo>
                    <a:pt x="275" y="520"/>
                    <a:pt x="275" y="520"/>
                    <a:pt x="275" y="520"/>
                  </a:cubicBezTo>
                  <a:cubicBezTo>
                    <a:pt x="275" y="512"/>
                    <a:pt x="275" y="512"/>
                    <a:pt x="275" y="512"/>
                  </a:cubicBezTo>
                  <a:cubicBezTo>
                    <a:pt x="344" y="512"/>
                    <a:pt x="344" y="512"/>
                    <a:pt x="344" y="512"/>
                  </a:cubicBezTo>
                  <a:cubicBezTo>
                    <a:pt x="327" y="129"/>
                    <a:pt x="327" y="129"/>
                    <a:pt x="327" y="129"/>
                  </a:cubicBezTo>
                  <a:cubicBezTo>
                    <a:pt x="323" y="60"/>
                    <a:pt x="258" y="8"/>
                    <a:pt x="176" y="8"/>
                  </a:cubicBezTo>
                  <a:cubicBezTo>
                    <a:pt x="94" y="8"/>
                    <a:pt x="30" y="60"/>
                    <a:pt x="25" y="129"/>
                  </a:cubicBezTo>
                  <a:cubicBezTo>
                    <a:pt x="8" y="512"/>
                    <a:pt x="8" y="512"/>
                    <a:pt x="8" y="512"/>
                  </a:cubicBezTo>
                  <a:cubicBezTo>
                    <a:pt x="214" y="512"/>
                    <a:pt x="214" y="512"/>
                    <a:pt x="214" y="512"/>
                  </a:cubicBezTo>
                  <a:cubicBezTo>
                    <a:pt x="214" y="520"/>
                    <a:pt x="214" y="520"/>
                    <a:pt x="214" y="520"/>
                  </a:cubicBezTo>
                  <a:cubicBezTo>
                    <a:pt x="4" y="520"/>
                    <a:pt x="4" y="520"/>
                    <a:pt x="4" y="520"/>
                  </a:cubicBezTo>
                  <a:cubicBezTo>
                    <a:pt x="3" y="520"/>
                    <a:pt x="2" y="519"/>
                    <a:pt x="1" y="518"/>
                  </a:cubicBezTo>
                  <a:cubicBezTo>
                    <a:pt x="0" y="518"/>
                    <a:pt x="0" y="517"/>
                    <a:pt x="0" y="516"/>
                  </a:cubicBezTo>
                  <a:cubicBezTo>
                    <a:pt x="17" y="128"/>
                    <a:pt x="17" y="128"/>
                    <a:pt x="17" y="128"/>
                  </a:cubicBezTo>
                  <a:cubicBezTo>
                    <a:pt x="22" y="55"/>
                    <a:pt x="90" y="0"/>
                    <a:pt x="176" y="0"/>
                  </a:cubicBezTo>
                  <a:cubicBezTo>
                    <a:pt x="262" y="0"/>
                    <a:pt x="330" y="55"/>
                    <a:pt x="335" y="128"/>
                  </a:cubicBezTo>
                  <a:cubicBezTo>
                    <a:pt x="352" y="516"/>
                    <a:pt x="352" y="516"/>
                    <a:pt x="352" y="516"/>
                  </a:cubicBezTo>
                  <a:cubicBezTo>
                    <a:pt x="352" y="517"/>
                    <a:pt x="352" y="518"/>
                    <a:pt x="351" y="518"/>
                  </a:cubicBezTo>
                  <a:cubicBezTo>
                    <a:pt x="350" y="519"/>
                    <a:pt x="349" y="520"/>
                    <a:pt x="348" y="52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8" name="Freeform 209"/>
            <p:cNvSpPr>
              <a:spLocks noEditPoints="1"/>
            </p:cNvSpPr>
            <p:nvPr/>
          </p:nvSpPr>
          <p:spPr bwMode="auto">
            <a:xfrm>
              <a:off x="8950326" y="2782889"/>
              <a:ext cx="84138" cy="84138"/>
            </a:xfrm>
            <a:custGeom>
              <a:avLst/>
              <a:gdLst>
                <a:gd name="T0" fmla="*/ 2147483646 w 55"/>
                <a:gd name="T1" fmla="*/ 2147483646 h 55"/>
                <a:gd name="T2" fmla="*/ 0 w 55"/>
                <a:gd name="T3" fmla="*/ 2147483646 h 55"/>
                <a:gd name="T4" fmla="*/ 2147483646 w 55"/>
                <a:gd name="T5" fmla="*/ 0 h 55"/>
                <a:gd name="T6" fmla="*/ 2147483646 w 55"/>
                <a:gd name="T7" fmla="*/ 2147483646 h 55"/>
                <a:gd name="T8" fmla="*/ 2147483646 w 55"/>
                <a:gd name="T9" fmla="*/ 2147483646 h 55"/>
                <a:gd name="T10" fmla="*/ 2147483646 w 55"/>
                <a:gd name="T11" fmla="*/ 2147483646 h 55"/>
                <a:gd name="T12" fmla="*/ 2147483646 w 55"/>
                <a:gd name="T13" fmla="*/ 2147483646 h 55"/>
                <a:gd name="T14" fmla="*/ 2147483646 w 55"/>
                <a:gd name="T15" fmla="*/ 2147483646 h 55"/>
                <a:gd name="T16" fmla="*/ 2147483646 w 55"/>
                <a:gd name="T17" fmla="*/ 2147483646 h 55"/>
                <a:gd name="T18" fmla="*/ 2147483646 w 55"/>
                <a:gd name="T19" fmla="*/ 2147483646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55">
                  <a:moveTo>
                    <a:pt x="27" y="55"/>
                  </a:moveTo>
                  <a:cubicBezTo>
                    <a:pt x="12" y="55"/>
                    <a:pt x="0" y="43"/>
                    <a:pt x="0" y="28"/>
                  </a:cubicBezTo>
                  <a:cubicBezTo>
                    <a:pt x="0" y="12"/>
                    <a:pt x="12" y="0"/>
                    <a:pt x="27" y="0"/>
                  </a:cubicBezTo>
                  <a:cubicBezTo>
                    <a:pt x="42" y="0"/>
                    <a:pt x="55" y="12"/>
                    <a:pt x="55" y="28"/>
                  </a:cubicBezTo>
                  <a:cubicBezTo>
                    <a:pt x="55" y="43"/>
                    <a:pt x="42" y="55"/>
                    <a:pt x="27" y="55"/>
                  </a:cubicBezTo>
                  <a:close/>
                  <a:moveTo>
                    <a:pt x="27" y="4"/>
                  </a:moveTo>
                  <a:cubicBezTo>
                    <a:pt x="14" y="4"/>
                    <a:pt x="4" y="15"/>
                    <a:pt x="4" y="28"/>
                  </a:cubicBezTo>
                  <a:cubicBezTo>
                    <a:pt x="4" y="40"/>
                    <a:pt x="14" y="51"/>
                    <a:pt x="27" y="51"/>
                  </a:cubicBezTo>
                  <a:cubicBezTo>
                    <a:pt x="40" y="51"/>
                    <a:pt x="51" y="40"/>
                    <a:pt x="51" y="28"/>
                  </a:cubicBezTo>
                  <a:cubicBezTo>
                    <a:pt x="51" y="15"/>
                    <a:pt x="40" y="4"/>
                    <a:pt x="2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79" name="Rectangle 210"/>
            <p:cNvSpPr>
              <a:spLocks noChangeArrowheads="1"/>
            </p:cNvSpPr>
            <p:nvPr/>
          </p:nvSpPr>
          <p:spPr bwMode="auto">
            <a:xfrm>
              <a:off x="8731251" y="2981326"/>
              <a:ext cx="520700"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0" name="Freeform 211"/>
            <p:cNvSpPr>
              <a:spLocks noEditPoints="1"/>
            </p:cNvSpPr>
            <p:nvPr/>
          </p:nvSpPr>
          <p:spPr bwMode="auto">
            <a:xfrm>
              <a:off x="8766176" y="2262189"/>
              <a:ext cx="450850" cy="346075"/>
            </a:xfrm>
            <a:custGeom>
              <a:avLst/>
              <a:gdLst>
                <a:gd name="T0" fmla="*/ 2147483646 w 290"/>
                <a:gd name="T1" fmla="*/ 2147483646 h 223"/>
                <a:gd name="T2" fmla="*/ 0 w 290"/>
                <a:gd name="T3" fmla="*/ 2147483646 h 223"/>
                <a:gd name="T4" fmla="*/ 2147483646 w 290"/>
                <a:gd name="T5" fmla="*/ 0 h 223"/>
                <a:gd name="T6" fmla="*/ 2147483646 w 290"/>
                <a:gd name="T7" fmla="*/ 2147483646 h 223"/>
                <a:gd name="T8" fmla="*/ 2147483646 w 290"/>
                <a:gd name="T9" fmla="*/ 2147483646 h 223"/>
                <a:gd name="T10" fmla="*/ 2147483646 w 290"/>
                <a:gd name="T11" fmla="*/ 2147483646 h 223"/>
                <a:gd name="T12" fmla="*/ 2147483646 w 290"/>
                <a:gd name="T13" fmla="*/ 2147483646 h 223"/>
                <a:gd name="T14" fmla="*/ 2147483646 w 290"/>
                <a:gd name="T15" fmla="*/ 2147483646 h 223"/>
                <a:gd name="T16" fmla="*/ 2147483646 w 290"/>
                <a:gd name="T17" fmla="*/ 2147483646 h 223"/>
                <a:gd name="T18" fmla="*/ 2147483646 w 290"/>
                <a:gd name="T19" fmla="*/ 2147483646 h 2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0" h="223">
                  <a:moveTo>
                    <a:pt x="145" y="223"/>
                  </a:moveTo>
                  <a:cubicBezTo>
                    <a:pt x="65" y="223"/>
                    <a:pt x="0" y="173"/>
                    <a:pt x="0" y="111"/>
                  </a:cubicBezTo>
                  <a:cubicBezTo>
                    <a:pt x="0" y="50"/>
                    <a:pt x="65" y="0"/>
                    <a:pt x="145" y="0"/>
                  </a:cubicBezTo>
                  <a:cubicBezTo>
                    <a:pt x="225" y="0"/>
                    <a:pt x="290" y="50"/>
                    <a:pt x="290" y="111"/>
                  </a:cubicBezTo>
                  <a:cubicBezTo>
                    <a:pt x="290" y="173"/>
                    <a:pt x="225" y="223"/>
                    <a:pt x="145" y="223"/>
                  </a:cubicBezTo>
                  <a:close/>
                  <a:moveTo>
                    <a:pt x="145" y="4"/>
                  </a:moveTo>
                  <a:cubicBezTo>
                    <a:pt x="67" y="4"/>
                    <a:pt x="4" y="52"/>
                    <a:pt x="4" y="111"/>
                  </a:cubicBezTo>
                  <a:cubicBezTo>
                    <a:pt x="4" y="170"/>
                    <a:pt x="67" y="219"/>
                    <a:pt x="145" y="219"/>
                  </a:cubicBezTo>
                  <a:cubicBezTo>
                    <a:pt x="223" y="219"/>
                    <a:pt x="286" y="170"/>
                    <a:pt x="286" y="111"/>
                  </a:cubicBezTo>
                  <a:cubicBezTo>
                    <a:pt x="286" y="52"/>
                    <a:pt x="223" y="4"/>
                    <a:pt x="145"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1" name="Freeform 212"/>
            <p:cNvSpPr/>
            <p:nvPr/>
          </p:nvSpPr>
          <p:spPr bwMode="auto">
            <a:xfrm>
              <a:off x="8805864" y="2266951"/>
              <a:ext cx="371475" cy="236538"/>
            </a:xfrm>
            <a:custGeom>
              <a:avLst/>
              <a:gdLst>
                <a:gd name="T0" fmla="*/ 2147483646 w 240"/>
                <a:gd name="T1" fmla="*/ 2147483646 h 153"/>
                <a:gd name="T2" fmla="*/ 0 w 240"/>
                <a:gd name="T3" fmla="*/ 2147483646 h 153"/>
                <a:gd name="T4" fmla="*/ 2147483646 w 240"/>
                <a:gd name="T5" fmla="*/ 0 h 153"/>
                <a:gd name="T6" fmla="*/ 2147483646 w 240"/>
                <a:gd name="T7" fmla="*/ 2147483646 h 153"/>
                <a:gd name="T8" fmla="*/ 2147483646 w 240"/>
                <a:gd name="T9" fmla="*/ 2147483646 h 153"/>
                <a:gd name="T10" fmla="*/ 2147483646 w 240"/>
                <a:gd name="T11" fmla="*/ 2147483646 h 153"/>
                <a:gd name="T12" fmla="*/ 2147483646 w 240"/>
                <a:gd name="T13" fmla="*/ 2147483646 h 153"/>
                <a:gd name="T14" fmla="*/ 2147483646 w 240"/>
                <a:gd name="T15" fmla="*/ 2147483646 h 153"/>
                <a:gd name="T16" fmla="*/ 2147483646 w 240"/>
                <a:gd name="T17" fmla="*/ 2147483646 h 153"/>
                <a:gd name="T18" fmla="*/ 2147483646 w 240"/>
                <a:gd name="T19" fmla="*/ 2147483646 h 153"/>
                <a:gd name="T20" fmla="*/ 2147483646 w 240"/>
                <a:gd name="T21" fmla="*/ 2147483646 h 1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40" h="153">
                  <a:moveTo>
                    <a:pt x="5" y="153"/>
                  </a:moveTo>
                  <a:cubicBezTo>
                    <a:pt x="2" y="143"/>
                    <a:pt x="0" y="132"/>
                    <a:pt x="0" y="120"/>
                  </a:cubicBezTo>
                  <a:cubicBezTo>
                    <a:pt x="0" y="54"/>
                    <a:pt x="54" y="0"/>
                    <a:pt x="120" y="0"/>
                  </a:cubicBezTo>
                  <a:cubicBezTo>
                    <a:pt x="186" y="0"/>
                    <a:pt x="240" y="54"/>
                    <a:pt x="240" y="120"/>
                  </a:cubicBezTo>
                  <a:cubicBezTo>
                    <a:pt x="240" y="132"/>
                    <a:pt x="239" y="143"/>
                    <a:pt x="235" y="153"/>
                  </a:cubicBezTo>
                  <a:cubicBezTo>
                    <a:pt x="232" y="152"/>
                    <a:pt x="232" y="152"/>
                    <a:pt x="232" y="152"/>
                  </a:cubicBezTo>
                  <a:cubicBezTo>
                    <a:pt x="235" y="142"/>
                    <a:pt x="236" y="131"/>
                    <a:pt x="236" y="120"/>
                  </a:cubicBezTo>
                  <a:cubicBezTo>
                    <a:pt x="236" y="56"/>
                    <a:pt x="184" y="4"/>
                    <a:pt x="120" y="4"/>
                  </a:cubicBezTo>
                  <a:cubicBezTo>
                    <a:pt x="56" y="4"/>
                    <a:pt x="4" y="56"/>
                    <a:pt x="4" y="120"/>
                  </a:cubicBezTo>
                  <a:cubicBezTo>
                    <a:pt x="4" y="131"/>
                    <a:pt x="6" y="142"/>
                    <a:pt x="9" y="152"/>
                  </a:cubicBezTo>
                  <a:lnTo>
                    <a:pt x="5" y="15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2" name="Freeform 213"/>
            <p:cNvSpPr/>
            <p:nvPr/>
          </p:nvSpPr>
          <p:spPr bwMode="auto">
            <a:xfrm>
              <a:off x="8789989" y="2320926"/>
              <a:ext cx="403225" cy="265113"/>
            </a:xfrm>
            <a:custGeom>
              <a:avLst/>
              <a:gdLst>
                <a:gd name="T0" fmla="*/ 2147483646 w 260"/>
                <a:gd name="T1" fmla="*/ 2147483646 h 171"/>
                <a:gd name="T2" fmla="*/ 0 w 260"/>
                <a:gd name="T3" fmla="*/ 2147483646 h 171"/>
                <a:gd name="T4" fmla="*/ 2147483646 w 260"/>
                <a:gd name="T5" fmla="*/ 0 h 171"/>
                <a:gd name="T6" fmla="*/ 2147483646 w 260"/>
                <a:gd name="T7" fmla="*/ 2147483646 h 171"/>
                <a:gd name="T8" fmla="*/ 2147483646 w 260"/>
                <a:gd name="T9" fmla="*/ 2147483646 h 171"/>
                <a:gd name="T10" fmla="*/ 2147483646 w 260"/>
                <a:gd name="T11" fmla="*/ 2147483646 h 171"/>
                <a:gd name="T12" fmla="*/ 2147483646 w 260"/>
                <a:gd name="T13" fmla="*/ 2147483646 h 171"/>
                <a:gd name="T14" fmla="*/ 2147483646 w 260"/>
                <a:gd name="T15" fmla="*/ 2147483646 h 171"/>
                <a:gd name="T16" fmla="*/ 2147483646 w 260"/>
                <a:gd name="T17" fmla="*/ 0 h 171"/>
                <a:gd name="T18" fmla="*/ 2147483646 w 260"/>
                <a:gd name="T19" fmla="*/ 2147483646 h 171"/>
                <a:gd name="T20" fmla="*/ 2147483646 w 260"/>
                <a:gd name="T21" fmla="*/ 2147483646 h 1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0" h="171">
                  <a:moveTo>
                    <a:pt x="130" y="171"/>
                  </a:moveTo>
                  <a:cubicBezTo>
                    <a:pt x="58" y="171"/>
                    <a:pt x="0" y="127"/>
                    <a:pt x="0" y="74"/>
                  </a:cubicBezTo>
                  <a:cubicBezTo>
                    <a:pt x="0" y="45"/>
                    <a:pt x="17" y="19"/>
                    <a:pt x="46" y="0"/>
                  </a:cubicBezTo>
                  <a:cubicBezTo>
                    <a:pt x="48" y="4"/>
                    <a:pt x="48" y="4"/>
                    <a:pt x="48" y="4"/>
                  </a:cubicBezTo>
                  <a:cubicBezTo>
                    <a:pt x="20" y="21"/>
                    <a:pt x="4" y="47"/>
                    <a:pt x="4" y="74"/>
                  </a:cubicBezTo>
                  <a:cubicBezTo>
                    <a:pt x="4" y="125"/>
                    <a:pt x="61" y="167"/>
                    <a:pt x="130" y="167"/>
                  </a:cubicBezTo>
                  <a:cubicBezTo>
                    <a:pt x="200" y="167"/>
                    <a:pt x="256" y="125"/>
                    <a:pt x="256" y="74"/>
                  </a:cubicBezTo>
                  <a:cubicBezTo>
                    <a:pt x="256" y="47"/>
                    <a:pt x="240" y="21"/>
                    <a:pt x="213" y="4"/>
                  </a:cubicBezTo>
                  <a:cubicBezTo>
                    <a:pt x="215" y="0"/>
                    <a:pt x="215" y="0"/>
                    <a:pt x="215" y="0"/>
                  </a:cubicBezTo>
                  <a:cubicBezTo>
                    <a:pt x="244" y="19"/>
                    <a:pt x="260" y="45"/>
                    <a:pt x="260" y="74"/>
                  </a:cubicBezTo>
                  <a:cubicBezTo>
                    <a:pt x="260" y="127"/>
                    <a:pt x="202" y="171"/>
                    <a:pt x="130" y="17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3" name="Freeform 214"/>
            <p:cNvSpPr>
              <a:spLocks noEditPoints="1"/>
            </p:cNvSpPr>
            <p:nvPr/>
          </p:nvSpPr>
          <p:spPr bwMode="auto">
            <a:xfrm>
              <a:off x="8926514" y="2417764"/>
              <a:ext cx="131763" cy="130175"/>
            </a:xfrm>
            <a:custGeom>
              <a:avLst/>
              <a:gdLst>
                <a:gd name="T0" fmla="*/ 2147483646 w 85"/>
                <a:gd name="T1" fmla="*/ 2147483646 h 84"/>
                <a:gd name="T2" fmla="*/ 0 w 85"/>
                <a:gd name="T3" fmla="*/ 2147483646 h 84"/>
                <a:gd name="T4" fmla="*/ 2147483646 w 85"/>
                <a:gd name="T5" fmla="*/ 0 h 84"/>
                <a:gd name="T6" fmla="*/ 2147483646 w 85"/>
                <a:gd name="T7" fmla="*/ 2147483646 h 84"/>
                <a:gd name="T8" fmla="*/ 2147483646 w 85"/>
                <a:gd name="T9" fmla="*/ 2147483646 h 84"/>
                <a:gd name="T10" fmla="*/ 2147483646 w 85"/>
                <a:gd name="T11" fmla="*/ 2147483646 h 84"/>
                <a:gd name="T12" fmla="*/ 2147483646 w 85"/>
                <a:gd name="T13" fmla="*/ 2147483646 h 84"/>
                <a:gd name="T14" fmla="*/ 2147483646 w 85"/>
                <a:gd name="T15" fmla="*/ 2147483646 h 84"/>
                <a:gd name="T16" fmla="*/ 2147483646 w 85"/>
                <a:gd name="T17" fmla="*/ 2147483646 h 84"/>
                <a:gd name="T18" fmla="*/ 2147483646 w 85"/>
                <a:gd name="T19" fmla="*/ 2147483646 h 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5" h="84">
                  <a:moveTo>
                    <a:pt x="42" y="84"/>
                  </a:moveTo>
                  <a:cubicBezTo>
                    <a:pt x="19" y="84"/>
                    <a:pt x="0" y="65"/>
                    <a:pt x="0" y="42"/>
                  </a:cubicBezTo>
                  <a:cubicBezTo>
                    <a:pt x="0" y="19"/>
                    <a:pt x="19" y="0"/>
                    <a:pt x="42" y="0"/>
                  </a:cubicBezTo>
                  <a:cubicBezTo>
                    <a:pt x="66" y="0"/>
                    <a:pt x="85" y="19"/>
                    <a:pt x="85" y="42"/>
                  </a:cubicBezTo>
                  <a:cubicBezTo>
                    <a:pt x="85" y="65"/>
                    <a:pt x="66" y="84"/>
                    <a:pt x="42" y="84"/>
                  </a:cubicBezTo>
                  <a:close/>
                  <a:moveTo>
                    <a:pt x="42" y="4"/>
                  </a:moveTo>
                  <a:cubicBezTo>
                    <a:pt x="21" y="4"/>
                    <a:pt x="4" y="21"/>
                    <a:pt x="4" y="42"/>
                  </a:cubicBezTo>
                  <a:cubicBezTo>
                    <a:pt x="4" y="63"/>
                    <a:pt x="21" y="80"/>
                    <a:pt x="42" y="80"/>
                  </a:cubicBezTo>
                  <a:cubicBezTo>
                    <a:pt x="64" y="80"/>
                    <a:pt x="81" y="63"/>
                    <a:pt x="81" y="42"/>
                  </a:cubicBezTo>
                  <a:cubicBezTo>
                    <a:pt x="81" y="21"/>
                    <a:pt x="64" y="4"/>
                    <a:pt x="4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4" name="Oval 215"/>
            <p:cNvSpPr>
              <a:spLocks noChangeArrowheads="1"/>
            </p:cNvSpPr>
            <p:nvPr/>
          </p:nvSpPr>
          <p:spPr bwMode="auto">
            <a:xfrm>
              <a:off x="8977314" y="2371726"/>
              <a:ext cx="30163" cy="301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5" name="Freeform 216"/>
            <p:cNvSpPr>
              <a:spLocks noEditPoints="1"/>
            </p:cNvSpPr>
            <p:nvPr/>
          </p:nvSpPr>
          <p:spPr bwMode="auto">
            <a:xfrm>
              <a:off x="8950326" y="2439989"/>
              <a:ext cx="84138" cy="84138"/>
            </a:xfrm>
            <a:custGeom>
              <a:avLst/>
              <a:gdLst>
                <a:gd name="T0" fmla="*/ 2147483646 w 55"/>
                <a:gd name="T1" fmla="*/ 2147483646 h 54"/>
                <a:gd name="T2" fmla="*/ 0 w 55"/>
                <a:gd name="T3" fmla="*/ 2147483646 h 54"/>
                <a:gd name="T4" fmla="*/ 2147483646 w 55"/>
                <a:gd name="T5" fmla="*/ 0 h 54"/>
                <a:gd name="T6" fmla="*/ 2147483646 w 55"/>
                <a:gd name="T7" fmla="*/ 2147483646 h 54"/>
                <a:gd name="T8" fmla="*/ 2147483646 w 55"/>
                <a:gd name="T9" fmla="*/ 2147483646 h 54"/>
                <a:gd name="T10" fmla="*/ 2147483646 w 55"/>
                <a:gd name="T11" fmla="*/ 2147483646 h 54"/>
                <a:gd name="T12" fmla="*/ 2147483646 w 55"/>
                <a:gd name="T13" fmla="*/ 2147483646 h 54"/>
                <a:gd name="T14" fmla="*/ 2147483646 w 55"/>
                <a:gd name="T15" fmla="*/ 2147483646 h 54"/>
                <a:gd name="T16" fmla="*/ 2147483646 w 55"/>
                <a:gd name="T17" fmla="*/ 2147483646 h 54"/>
                <a:gd name="T18" fmla="*/ 2147483646 w 55"/>
                <a:gd name="T19" fmla="*/ 2147483646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54">
                  <a:moveTo>
                    <a:pt x="27" y="54"/>
                  </a:moveTo>
                  <a:cubicBezTo>
                    <a:pt x="12" y="54"/>
                    <a:pt x="0" y="42"/>
                    <a:pt x="0" y="27"/>
                  </a:cubicBezTo>
                  <a:cubicBezTo>
                    <a:pt x="0" y="12"/>
                    <a:pt x="12" y="0"/>
                    <a:pt x="27" y="0"/>
                  </a:cubicBezTo>
                  <a:cubicBezTo>
                    <a:pt x="42" y="0"/>
                    <a:pt x="55" y="12"/>
                    <a:pt x="55" y="27"/>
                  </a:cubicBezTo>
                  <a:cubicBezTo>
                    <a:pt x="55" y="42"/>
                    <a:pt x="42" y="54"/>
                    <a:pt x="27" y="54"/>
                  </a:cubicBezTo>
                  <a:close/>
                  <a:moveTo>
                    <a:pt x="27" y="8"/>
                  </a:moveTo>
                  <a:cubicBezTo>
                    <a:pt x="17" y="8"/>
                    <a:pt x="8" y="16"/>
                    <a:pt x="8" y="27"/>
                  </a:cubicBezTo>
                  <a:cubicBezTo>
                    <a:pt x="8" y="38"/>
                    <a:pt x="17" y="46"/>
                    <a:pt x="27" y="46"/>
                  </a:cubicBezTo>
                  <a:cubicBezTo>
                    <a:pt x="38" y="46"/>
                    <a:pt x="47" y="38"/>
                    <a:pt x="47" y="27"/>
                  </a:cubicBezTo>
                  <a:cubicBezTo>
                    <a:pt x="47" y="16"/>
                    <a:pt x="38" y="8"/>
                    <a:pt x="27"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6" name="Oval 217"/>
            <p:cNvSpPr>
              <a:spLocks noChangeArrowheads="1"/>
            </p:cNvSpPr>
            <p:nvPr/>
          </p:nvSpPr>
          <p:spPr bwMode="auto">
            <a:xfrm>
              <a:off x="9037639" y="3033714"/>
              <a:ext cx="44450"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87" name="Oval 218"/>
            <p:cNvSpPr>
              <a:spLocks noChangeArrowheads="1"/>
            </p:cNvSpPr>
            <p:nvPr/>
          </p:nvSpPr>
          <p:spPr bwMode="auto">
            <a:xfrm>
              <a:off x="9109076" y="3033714"/>
              <a:ext cx="46038"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288" name="组合 730"/>
          <p:cNvGrpSpPr/>
          <p:nvPr/>
        </p:nvGrpSpPr>
        <p:grpSpPr bwMode="auto">
          <a:xfrm>
            <a:off x="1237626" y="4220054"/>
            <a:ext cx="475566" cy="985101"/>
            <a:chOff x="7248526" y="2239964"/>
            <a:chExt cx="400051" cy="828675"/>
          </a:xfrm>
        </p:grpSpPr>
        <p:sp>
          <p:nvSpPr>
            <p:cNvPr id="289" name="Freeform 189"/>
            <p:cNvSpPr/>
            <p:nvPr/>
          </p:nvSpPr>
          <p:spPr bwMode="auto">
            <a:xfrm>
              <a:off x="7456489" y="2376489"/>
              <a:ext cx="3175" cy="12700"/>
            </a:xfrm>
            <a:custGeom>
              <a:avLst/>
              <a:gdLst>
                <a:gd name="T0" fmla="*/ 2147483646 w 2"/>
                <a:gd name="T1" fmla="*/ 2147483646 h 8"/>
                <a:gd name="T2" fmla="*/ 2147483646 w 2"/>
                <a:gd name="T3" fmla="*/ 2147483646 h 8"/>
                <a:gd name="T4" fmla="*/ 2147483646 w 2"/>
                <a:gd name="T5" fmla="*/ 0 h 8"/>
                <a:gd name="T6" fmla="*/ 0 w 2"/>
                <a:gd name="T7" fmla="*/ 0 h 8"/>
                <a:gd name="T8" fmla="*/ 0 w 2"/>
                <a:gd name="T9" fmla="*/ 2147483646 h 8"/>
                <a:gd name="T10" fmla="*/ 0 w 2"/>
                <a:gd name="T11" fmla="*/ 2147483646 h 8"/>
                <a:gd name="T12" fmla="*/ 2147483646 w 2"/>
                <a:gd name="T13" fmla="*/ 2147483646 h 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 h="8">
                  <a:moveTo>
                    <a:pt x="2" y="8"/>
                  </a:moveTo>
                  <a:cubicBezTo>
                    <a:pt x="2" y="7"/>
                    <a:pt x="2" y="6"/>
                    <a:pt x="2" y="5"/>
                  </a:cubicBezTo>
                  <a:cubicBezTo>
                    <a:pt x="2" y="0"/>
                    <a:pt x="2" y="0"/>
                    <a:pt x="2" y="0"/>
                  </a:cubicBezTo>
                  <a:cubicBezTo>
                    <a:pt x="0" y="0"/>
                    <a:pt x="0" y="0"/>
                    <a:pt x="0" y="0"/>
                  </a:cubicBezTo>
                  <a:cubicBezTo>
                    <a:pt x="0" y="5"/>
                    <a:pt x="0" y="5"/>
                    <a:pt x="0" y="5"/>
                  </a:cubicBezTo>
                  <a:cubicBezTo>
                    <a:pt x="0" y="6"/>
                    <a:pt x="0" y="6"/>
                    <a:pt x="0" y="6"/>
                  </a:cubicBezTo>
                  <a:cubicBezTo>
                    <a:pt x="1" y="7"/>
                    <a:pt x="1" y="7"/>
                    <a:pt x="2"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0" name="Freeform 190"/>
            <p:cNvSpPr/>
            <p:nvPr/>
          </p:nvSpPr>
          <p:spPr bwMode="auto">
            <a:xfrm>
              <a:off x="7437439" y="2376489"/>
              <a:ext cx="17463" cy="20638"/>
            </a:xfrm>
            <a:custGeom>
              <a:avLst/>
              <a:gdLst>
                <a:gd name="T0" fmla="*/ 2147483646 w 11"/>
                <a:gd name="T1" fmla="*/ 2147483646 h 13"/>
                <a:gd name="T2" fmla="*/ 2147483646 w 11"/>
                <a:gd name="T3" fmla="*/ 2147483646 h 13"/>
                <a:gd name="T4" fmla="*/ 2147483646 w 11"/>
                <a:gd name="T5" fmla="*/ 2147483646 h 13"/>
                <a:gd name="T6" fmla="*/ 2147483646 w 11"/>
                <a:gd name="T7" fmla="*/ 0 h 13"/>
                <a:gd name="T8" fmla="*/ 0 w 11"/>
                <a:gd name="T9" fmla="*/ 0 h 13"/>
                <a:gd name="T10" fmla="*/ 0 w 11"/>
                <a:gd name="T11" fmla="*/ 2147483646 h 13"/>
                <a:gd name="T12" fmla="*/ 2147483646 w 11"/>
                <a:gd name="T13" fmla="*/ 2147483646 h 13"/>
                <a:gd name="T14" fmla="*/ 2147483646 w 11"/>
                <a:gd name="T15" fmla="*/ 2147483646 h 13"/>
                <a:gd name="T16" fmla="*/ 2147483646 w 11"/>
                <a:gd name="T17" fmla="*/ 2147483646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 h="13">
                  <a:moveTo>
                    <a:pt x="10" y="10"/>
                  </a:moveTo>
                  <a:cubicBezTo>
                    <a:pt x="9" y="10"/>
                    <a:pt x="8" y="11"/>
                    <a:pt x="7" y="11"/>
                  </a:cubicBezTo>
                  <a:cubicBezTo>
                    <a:pt x="4" y="11"/>
                    <a:pt x="1" y="8"/>
                    <a:pt x="1" y="5"/>
                  </a:cubicBezTo>
                  <a:cubicBezTo>
                    <a:pt x="1" y="0"/>
                    <a:pt x="1" y="0"/>
                    <a:pt x="1" y="0"/>
                  </a:cubicBezTo>
                  <a:cubicBezTo>
                    <a:pt x="0" y="0"/>
                    <a:pt x="0" y="0"/>
                    <a:pt x="0" y="0"/>
                  </a:cubicBezTo>
                  <a:cubicBezTo>
                    <a:pt x="0" y="5"/>
                    <a:pt x="0" y="5"/>
                    <a:pt x="0" y="5"/>
                  </a:cubicBezTo>
                  <a:cubicBezTo>
                    <a:pt x="0" y="9"/>
                    <a:pt x="3" y="13"/>
                    <a:pt x="7" y="13"/>
                  </a:cubicBezTo>
                  <a:cubicBezTo>
                    <a:pt x="8" y="13"/>
                    <a:pt x="10" y="12"/>
                    <a:pt x="11" y="11"/>
                  </a:cubicBezTo>
                  <a:cubicBezTo>
                    <a:pt x="11" y="11"/>
                    <a:pt x="11" y="10"/>
                    <a:pt x="10" y="1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1" name="Freeform 191"/>
            <p:cNvSpPr/>
            <p:nvPr/>
          </p:nvSpPr>
          <p:spPr bwMode="auto">
            <a:xfrm>
              <a:off x="7437439" y="2392364"/>
              <a:ext cx="3175" cy="12700"/>
            </a:xfrm>
            <a:custGeom>
              <a:avLst/>
              <a:gdLst>
                <a:gd name="T0" fmla="*/ 0 w 2"/>
                <a:gd name="T1" fmla="*/ 0 h 8"/>
                <a:gd name="T2" fmla="*/ 0 w 2"/>
                <a:gd name="T3" fmla="*/ 2147483646 h 8"/>
                <a:gd name="T4" fmla="*/ 0 w 2"/>
                <a:gd name="T5" fmla="*/ 2147483646 h 8"/>
                <a:gd name="T6" fmla="*/ 2147483646 w 2"/>
                <a:gd name="T7" fmla="*/ 2147483646 h 8"/>
                <a:gd name="T8" fmla="*/ 2147483646 w 2"/>
                <a:gd name="T9" fmla="*/ 2147483646 h 8"/>
                <a:gd name="T10" fmla="*/ 2147483646 w 2"/>
                <a:gd name="T11" fmla="*/ 2147483646 h 8"/>
                <a:gd name="T12" fmla="*/ 0 w 2"/>
                <a:gd name="T13" fmla="*/ 0 h 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 h="8">
                  <a:moveTo>
                    <a:pt x="0" y="0"/>
                  </a:moveTo>
                  <a:cubicBezTo>
                    <a:pt x="0" y="1"/>
                    <a:pt x="0" y="2"/>
                    <a:pt x="0" y="3"/>
                  </a:cubicBezTo>
                  <a:cubicBezTo>
                    <a:pt x="0" y="8"/>
                    <a:pt x="0" y="8"/>
                    <a:pt x="0" y="8"/>
                  </a:cubicBezTo>
                  <a:cubicBezTo>
                    <a:pt x="1" y="8"/>
                    <a:pt x="1" y="8"/>
                    <a:pt x="1" y="8"/>
                  </a:cubicBezTo>
                  <a:cubicBezTo>
                    <a:pt x="1" y="3"/>
                    <a:pt x="1" y="3"/>
                    <a:pt x="1" y="3"/>
                  </a:cubicBezTo>
                  <a:cubicBezTo>
                    <a:pt x="1" y="2"/>
                    <a:pt x="1" y="2"/>
                    <a:pt x="2" y="2"/>
                  </a:cubicBezTo>
                  <a:cubicBezTo>
                    <a:pt x="1" y="1"/>
                    <a:pt x="0" y="1"/>
                    <a:pt x="0"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2" name="Freeform 192"/>
            <p:cNvSpPr/>
            <p:nvPr/>
          </p:nvSpPr>
          <p:spPr bwMode="auto">
            <a:xfrm>
              <a:off x="7442201" y="2384426"/>
              <a:ext cx="17463" cy="20638"/>
            </a:xfrm>
            <a:custGeom>
              <a:avLst/>
              <a:gdLst>
                <a:gd name="T0" fmla="*/ 2147483646 w 11"/>
                <a:gd name="T1" fmla="*/ 2147483646 h 13"/>
                <a:gd name="T2" fmla="*/ 2147483646 w 11"/>
                <a:gd name="T3" fmla="*/ 2147483646 h 13"/>
                <a:gd name="T4" fmla="*/ 2147483646 w 11"/>
                <a:gd name="T5" fmla="*/ 2147483646 h 13"/>
                <a:gd name="T6" fmla="*/ 2147483646 w 11"/>
                <a:gd name="T7" fmla="*/ 2147483646 h 13"/>
                <a:gd name="T8" fmla="*/ 2147483646 w 11"/>
                <a:gd name="T9" fmla="*/ 2147483646 h 13"/>
                <a:gd name="T10" fmla="*/ 2147483646 w 11"/>
                <a:gd name="T11" fmla="*/ 2147483646 h 13"/>
                <a:gd name="T12" fmla="*/ 2147483646 w 11"/>
                <a:gd name="T13" fmla="*/ 0 h 13"/>
                <a:gd name="T14" fmla="*/ 0 w 11"/>
                <a:gd name="T15" fmla="*/ 2147483646 h 13"/>
                <a:gd name="T16" fmla="*/ 2147483646 w 11"/>
                <a:gd name="T17" fmla="*/ 2147483646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 h="13">
                  <a:moveTo>
                    <a:pt x="1" y="3"/>
                  </a:moveTo>
                  <a:cubicBezTo>
                    <a:pt x="1" y="3"/>
                    <a:pt x="3" y="2"/>
                    <a:pt x="4" y="2"/>
                  </a:cubicBezTo>
                  <a:cubicBezTo>
                    <a:pt x="7" y="2"/>
                    <a:pt x="9" y="5"/>
                    <a:pt x="9" y="8"/>
                  </a:cubicBezTo>
                  <a:cubicBezTo>
                    <a:pt x="9" y="13"/>
                    <a:pt x="9" y="13"/>
                    <a:pt x="9" y="13"/>
                  </a:cubicBezTo>
                  <a:cubicBezTo>
                    <a:pt x="11" y="13"/>
                    <a:pt x="11" y="13"/>
                    <a:pt x="11" y="13"/>
                  </a:cubicBezTo>
                  <a:cubicBezTo>
                    <a:pt x="11" y="8"/>
                    <a:pt x="11" y="8"/>
                    <a:pt x="11" y="8"/>
                  </a:cubicBezTo>
                  <a:cubicBezTo>
                    <a:pt x="11" y="4"/>
                    <a:pt x="8" y="0"/>
                    <a:pt x="4" y="0"/>
                  </a:cubicBezTo>
                  <a:cubicBezTo>
                    <a:pt x="2" y="0"/>
                    <a:pt x="1" y="1"/>
                    <a:pt x="0" y="2"/>
                  </a:cubicBezTo>
                  <a:cubicBezTo>
                    <a:pt x="0" y="2"/>
                    <a:pt x="0" y="3"/>
                    <a:pt x="1" y="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3" name="Rectangle 193"/>
            <p:cNvSpPr>
              <a:spLocks noChangeArrowheads="1"/>
            </p:cNvSpPr>
            <p:nvPr/>
          </p:nvSpPr>
          <p:spPr bwMode="auto">
            <a:xfrm>
              <a:off x="7442201" y="2876551"/>
              <a:ext cx="1588" cy="158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4" name="Freeform 194"/>
            <p:cNvSpPr/>
            <p:nvPr/>
          </p:nvSpPr>
          <p:spPr bwMode="auto">
            <a:xfrm>
              <a:off x="7427914" y="2876551"/>
              <a:ext cx="1588" cy="7938"/>
            </a:xfrm>
            <a:custGeom>
              <a:avLst/>
              <a:gdLst>
                <a:gd name="T0" fmla="*/ 2147483646 w 1"/>
                <a:gd name="T1" fmla="*/ 2147483646 h 5"/>
                <a:gd name="T2" fmla="*/ 2147483646 w 1"/>
                <a:gd name="T3" fmla="*/ 2147483646 h 5"/>
                <a:gd name="T4" fmla="*/ 2147483646 w 1"/>
                <a:gd name="T5" fmla="*/ 0 h 5"/>
                <a:gd name="T6" fmla="*/ 0 w 1"/>
                <a:gd name="T7" fmla="*/ 0 h 5"/>
                <a:gd name="T8" fmla="*/ 0 w 1"/>
                <a:gd name="T9" fmla="*/ 2147483646 h 5"/>
                <a:gd name="T10" fmla="*/ 0 w 1"/>
                <a:gd name="T11" fmla="*/ 2147483646 h 5"/>
                <a:gd name="T12" fmla="*/ 2147483646 w 1"/>
                <a:gd name="T13" fmla="*/ 2147483646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5">
                  <a:moveTo>
                    <a:pt x="1" y="5"/>
                  </a:moveTo>
                  <a:cubicBezTo>
                    <a:pt x="1" y="4"/>
                    <a:pt x="1" y="4"/>
                    <a:pt x="1" y="3"/>
                  </a:cubicBezTo>
                  <a:cubicBezTo>
                    <a:pt x="1" y="0"/>
                    <a:pt x="1" y="0"/>
                    <a:pt x="1" y="0"/>
                  </a:cubicBezTo>
                  <a:cubicBezTo>
                    <a:pt x="0" y="0"/>
                    <a:pt x="0" y="0"/>
                    <a:pt x="0" y="0"/>
                  </a:cubicBezTo>
                  <a:cubicBezTo>
                    <a:pt x="0" y="3"/>
                    <a:pt x="0" y="3"/>
                    <a:pt x="0" y="3"/>
                  </a:cubicBezTo>
                  <a:cubicBezTo>
                    <a:pt x="0" y="3"/>
                    <a:pt x="0" y="4"/>
                    <a:pt x="0" y="4"/>
                  </a:cubicBezTo>
                  <a:cubicBezTo>
                    <a:pt x="0" y="4"/>
                    <a:pt x="1" y="4"/>
                    <a:pt x="1"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5" name="Freeform 195"/>
            <p:cNvSpPr/>
            <p:nvPr/>
          </p:nvSpPr>
          <p:spPr bwMode="auto">
            <a:xfrm>
              <a:off x="7419976" y="2876551"/>
              <a:ext cx="7938" cy="11113"/>
            </a:xfrm>
            <a:custGeom>
              <a:avLst/>
              <a:gdLst>
                <a:gd name="T0" fmla="*/ 2147483646 w 6"/>
                <a:gd name="T1" fmla="*/ 2147483646 h 7"/>
                <a:gd name="T2" fmla="*/ 2147483646 w 6"/>
                <a:gd name="T3" fmla="*/ 2147483646 h 7"/>
                <a:gd name="T4" fmla="*/ 2147483646 w 6"/>
                <a:gd name="T5" fmla="*/ 2147483646 h 7"/>
                <a:gd name="T6" fmla="*/ 2147483646 w 6"/>
                <a:gd name="T7" fmla="*/ 0 h 7"/>
                <a:gd name="T8" fmla="*/ 0 w 6"/>
                <a:gd name="T9" fmla="*/ 0 h 7"/>
                <a:gd name="T10" fmla="*/ 0 w 6"/>
                <a:gd name="T11" fmla="*/ 2147483646 h 7"/>
                <a:gd name="T12" fmla="*/ 2147483646 w 6"/>
                <a:gd name="T13" fmla="*/ 2147483646 h 7"/>
                <a:gd name="T14" fmla="*/ 2147483646 w 6"/>
                <a:gd name="T15" fmla="*/ 2147483646 h 7"/>
                <a:gd name="T16" fmla="*/ 2147483646 w 6"/>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7">
                  <a:moveTo>
                    <a:pt x="5" y="5"/>
                  </a:moveTo>
                  <a:cubicBezTo>
                    <a:pt x="5" y="6"/>
                    <a:pt x="4" y="6"/>
                    <a:pt x="3" y="6"/>
                  </a:cubicBezTo>
                  <a:cubicBezTo>
                    <a:pt x="2" y="6"/>
                    <a:pt x="1" y="5"/>
                    <a:pt x="1" y="3"/>
                  </a:cubicBezTo>
                  <a:cubicBezTo>
                    <a:pt x="1" y="0"/>
                    <a:pt x="1" y="0"/>
                    <a:pt x="1" y="0"/>
                  </a:cubicBezTo>
                  <a:cubicBezTo>
                    <a:pt x="0" y="0"/>
                    <a:pt x="0" y="0"/>
                    <a:pt x="0" y="0"/>
                  </a:cubicBezTo>
                  <a:cubicBezTo>
                    <a:pt x="0" y="3"/>
                    <a:pt x="0" y="3"/>
                    <a:pt x="0" y="3"/>
                  </a:cubicBezTo>
                  <a:cubicBezTo>
                    <a:pt x="0" y="5"/>
                    <a:pt x="1" y="7"/>
                    <a:pt x="3" y="7"/>
                  </a:cubicBezTo>
                  <a:cubicBezTo>
                    <a:pt x="4" y="7"/>
                    <a:pt x="5" y="7"/>
                    <a:pt x="6" y="6"/>
                  </a:cubicBezTo>
                  <a:cubicBezTo>
                    <a:pt x="6" y="6"/>
                    <a:pt x="5" y="6"/>
                    <a:pt x="5"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6" name="Freeform 196"/>
            <p:cNvSpPr/>
            <p:nvPr/>
          </p:nvSpPr>
          <p:spPr bwMode="auto">
            <a:xfrm>
              <a:off x="7419976" y="2886076"/>
              <a:ext cx="1588" cy="6350"/>
            </a:xfrm>
            <a:custGeom>
              <a:avLst/>
              <a:gdLst>
                <a:gd name="T0" fmla="*/ 0 w 1"/>
                <a:gd name="T1" fmla="*/ 0 h 4"/>
                <a:gd name="T2" fmla="*/ 0 w 1"/>
                <a:gd name="T3" fmla="*/ 2147483646 h 4"/>
                <a:gd name="T4" fmla="*/ 0 w 1"/>
                <a:gd name="T5" fmla="*/ 2147483646 h 4"/>
                <a:gd name="T6" fmla="*/ 2147483646 w 1"/>
                <a:gd name="T7" fmla="*/ 2147483646 h 4"/>
                <a:gd name="T8" fmla="*/ 2147483646 w 1"/>
                <a:gd name="T9" fmla="*/ 2147483646 h 4"/>
                <a:gd name="T10" fmla="*/ 2147483646 w 1"/>
                <a:gd name="T11" fmla="*/ 0 h 4"/>
                <a:gd name="T12" fmla="*/ 0 w 1"/>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4">
                  <a:moveTo>
                    <a:pt x="0" y="0"/>
                  </a:moveTo>
                  <a:cubicBezTo>
                    <a:pt x="0" y="0"/>
                    <a:pt x="0" y="0"/>
                    <a:pt x="0" y="1"/>
                  </a:cubicBezTo>
                  <a:cubicBezTo>
                    <a:pt x="0" y="4"/>
                    <a:pt x="0" y="4"/>
                    <a:pt x="0" y="4"/>
                  </a:cubicBezTo>
                  <a:cubicBezTo>
                    <a:pt x="1" y="4"/>
                    <a:pt x="1" y="4"/>
                    <a:pt x="1" y="4"/>
                  </a:cubicBezTo>
                  <a:cubicBezTo>
                    <a:pt x="1" y="1"/>
                    <a:pt x="1" y="1"/>
                    <a:pt x="1" y="1"/>
                  </a:cubicBezTo>
                  <a:cubicBezTo>
                    <a:pt x="1" y="1"/>
                    <a:pt x="1" y="1"/>
                    <a:pt x="1" y="0"/>
                  </a:cubicBezTo>
                  <a:cubicBezTo>
                    <a:pt x="0" y="0"/>
                    <a:pt x="0" y="0"/>
                    <a:pt x="0"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7" name="Freeform 197"/>
            <p:cNvSpPr/>
            <p:nvPr/>
          </p:nvSpPr>
          <p:spPr bwMode="auto">
            <a:xfrm>
              <a:off x="7421564" y="2881314"/>
              <a:ext cx="7938" cy="11113"/>
            </a:xfrm>
            <a:custGeom>
              <a:avLst/>
              <a:gdLst>
                <a:gd name="T0" fmla="*/ 2147483646 w 6"/>
                <a:gd name="T1" fmla="*/ 2147483646 h 7"/>
                <a:gd name="T2" fmla="*/ 2147483646 w 6"/>
                <a:gd name="T3" fmla="*/ 2147483646 h 7"/>
                <a:gd name="T4" fmla="*/ 2147483646 w 6"/>
                <a:gd name="T5" fmla="*/ 2147483646 h 7"/>
                <a:gd name="T6" fmla="*/ 2147483646 w 6"/>
                <a:gd name="T7" fmla="*/ 2147483646 h 7"/>
                <a:gd name="T8" fmla="*/ 2147483646 w 6"/>
                <a:gd name="T9" fmla="*/ 2147483646 h 7"/>
                <a:gd name="T10" fmla="*/ 2147483646 w 6"/>
                <a:gd name="T11" fmla="*/ 2147483646 h 7"/>
                <a:gd name="T12" fmla="*/ 2147483646 w 6"/>
                <a:gd name="T13" fmla="*/ 0 h 7"/>
                <a:gd name="T14" fmla="*/ 0 w 6"/>
                <a:gd name="T15" fmla="*/ 2147483646 h 7"/>
                <a:gd name="T16" fmla="*/ 2147483646 w 6"/>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7">
                  <a:moveTo>
                    <a:pt x="1" y="2"/>
                  </a:moveTo>
                  <a:cubicBezTo>
                    <a:pt x="1" y="1"/>
                    <a:pt x="2" y="1"/>
                    <a:pt x="2" y="1"/>
                  </a:cubicBezTo>
                  <a:cubicBezTo>
                    <a:pt x="4" y="1"/>
                    <a:pt x="5" y="2"/>
                    <a:pt x="5" y="4"/>
                  </a:cubicBezTo>
                  <a:cubicBezTo>
                    <a:pt x="5" y="7"/>
                    <a:pt x="5" y="7"/>
                    <a:pt x="5" y="7"/>
                  </a:cubicBezTo>
                  <a:cubicBezTo>
                    <a:pt x="6" y="7"/>
                    <a:pt x="6" y="7"/>
                    <a:pt x="6" y="7"/>
                  </a:cubicBezTo>
                  <a:cubicBezTo>
                    <a:pt x="6" y="4"/>
                    <a:pt x="6" y="4"/>
                    <a:pt x="6" y="4"/>
                  </a:cubicBezTo>
                  <a:cubicBezTo>
                    <a:pt x="6" y="2"/>
                    <a:pt x="5" y="0"/>
                    <a:pt x="2" y="0"/>
                  </a:cubicBezTo>
                  <a:cubicBezTo>
                    <a:pt x="2" y="0"/>
                    <a:pt x="1" y="0"/>
                    <a:pt x="0" y="1"/>
                  </a:cubicBezTo>
                  <a:cubicBezTo>
                    <a:pt x="0" y="1"/>
                    <a:pt x="1" y="2"/>
                    <a:pt x="1" y="2"/>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8" name="Freeform 198"/>
            <p:cNvSpPr/>
            <p:nvPr/>
          </p:nvSpPr>
          <p:spPr bwMode="auto">
            <a:xfrm>
              <a:off x="7451726" y="2878139"/>
              <a:ext cx="9525" cy="12700"/>
            </a:xfrm>
            <a:custGeom>
              <a:avLst/>
              <a:gdLst>
                <a:gd name="T0" fmla="*/ 2147483646 w 6"/>
                <a:gd name="T1" fmla="*/ 2147483646 h 8"/>
                <a:gd name="T2" fmla="*/ 2147483646 w 6"/>
                <a:gd name="T3" fmla="*/ 0 h 8"/>
                <a:gd name="T4" fmla="*/ 0 w 6"/>
                <a:gd name="T5" fmla="*/ 0 h 8"/>
                <a:gd name="T6" fmla="*/ 0 w 6"/>
                <a:gd name="T7" fmla="*/ 2147483646 h 8"/>
                <a:gd name="T8" fmla="*/ 0 w 6"/>
                <a:gd name="T9" fmla="*/ 2147483646 h 8"/>
                <a:gd name="T10" fmla="*/ 2147483646 w 6"/>
                <a:gd name="T11" fmla="*/ 2147483646 h 8"/>
                <a:gd name="T12" fmla="*/ 2147483646 w 6"/>
                <a:gd name="T13" fmla="*/ 2147483646 h 8"/>
                <a:gd name="T14" fmla="*/ 2147483646 w 6"/>
                <a:gd name="T15" fmla="*/ 2147483646 h 8"/>
                <a:gd name="T16" fmla="*/ 2147483646 w 6"/>
                <a:gd name="T17" fmla="*/ 2147483646 h 8"/>
                <a:gd name="T18" fmla="*/ 2147483646 w 6"/>
                <a:gd name="T19" fmla="*/ 2147483646 h 8"/>
                <a:gd name="T20" fmla="*/ 2147483646 w 6"/>
                <a:gd name="T21" fmla="*/ 2147483646 h 8"/>
                <a:gd name="T22" fmla="*/ 2147483646 w 6"/>
                <a:gd name="T23" fmla="*/ 2147483646 h 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 h="8">
                  <a:moveTo>
                    <a:pt x="6" y="1"/>
                  </a:moveTo>
                  <a:cubicBezTo>
                    <a:pt x="6" y="0"/>
                    <a:pt x="6" y="0"/>
                    <a:pt x="6" y="0"/>
                  </a:cubicBezTo>
                  <a:cubicBezTo>
                    <a:pt x="0" y="0"/>
                    <a:pt x="0" y="0"/>
                    <a:pt x="0" y="0"/>
                  </a:cubicBezTo>
                  <a:cubicBezTo>
                    <a:pt x="0" y="0"/>
                    <a:pt x="0" y="1"/>
                    <a:pt x="0" y="1"/>
                  </a:cubicBezTo>
                  <a:cubicBezTo>
                    <a:pt x="0" y="1"/>
                    <a:pt x="0" y="2"/>
                    <a:pt x="0" y="2"/>
                  </a:cubicBezTo>
                  <a:cubicBezTo>
                    <a:pt x="4" y="2"/>
                    <a:pt x="4" y="2"/>
                    <a:pt x="4" y="2"/>
                  </a:cubicBezTo>
                  <a:cubicBezTo>
                    <a:pt x="1" y="7"/>
                    <a:pt x="1" y="7"/>
                    <a:pt x="1" y="7"/>
                  </a:cubicBezTo>
                  <a:cubicBezTo>
                    <a:pt x="1" y="8"/>
                    <a:pt x="1" y="8"/>
                    <a:pt x="1" y="8"/>
                  </a:cubicBezTo>
                  <a:cubicBezTo>
                    <a:pt x="1" y="8"/>
                    <a:pt x="2" y="8"/>
                    <a:pt x="2" y="8"/>
                  </a:cubicBezTo>
                  <a:cubicBezTo>
                    <a:pt x="2" y="8"/>
                    <a:pt x="2" y="8"/>
                    <a:pt x="2" y="8"/>
                  </a:cubicBezTo>
                  <a:cubicBezTo>
                    <a:pt x="6" y="1"/>
                    <a:pt x="6" y="1"/>
                    <a:pt x="6" y="1"/>
                  </a:cubicBezTo>
                  <a:cubicBezTo>
                    <a:pt x="6" y="1"/>
                    <a:pt x="6" y="1"/>
                    <a:pt x="6" y="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299" name="Freeform 199"/>
            <p:cNvSpPr>
              <a:spLocks noEditPoints="1"/>
            </p:cNvSpPr>
            <p:nvPr/>
          </p:nvSpPr>
          <p:spPr bwMode="auto">
            <a:xfrm>
              <a:off x="7461251" y="2878139"/>
              <a:ext cx="25400" cy="12700"/>
            </a:xfrm>
            <a:custGeom>
              <a:avLst/>
              <a:gdLst>
                <a:gd name="T0" fmla="*/ 2147483646 w 16"/>
                <a:gd name="T1" fmla="*/ 2147483646 h 8"/>
                <a:gd name="T2" fmla="*/ 2147483646 w 16"/>
                <a:gd name="T3" fmla="*/ 0 h 8"/>
                <a:gd name="T4" fmla="*/ 2147483646 w 16"/>
                <a:gd name="T5" fmla="*/ 2147483646 h 8"/>
                <a:gd name="T6" fmla="*/ 2147483646 w 16"/>
                <a:gd name="T7" fmla="*/ 2147483646 h 8"/>
                <a:gd name="T8" fmla="*/ 2147483646 w 16"/>
                <a:gd name="T9" fmla="*/ 2147483646 h 8"/>
                <a:gd name="T10" fmla="*/ 2147483646 w 16"/>
                <a:gd name="T11" fmla="*/ 0 h 8"/>
                <a:gd name="T12" fmla="*/ 0 w 16"/>
                <a:gd name="T13" fmla="*/ 2147483646 h 8"/>
                <a:gd name="T14" fmla="*/ 0 w 16"/>
                <a:gd name="T15" fmla="*/ 2147483646 h 8"/>
                <a:gd name="T16" fmla="*/ 0 w 16"/>
                <a:gd name="T17" fmla="*/ 2147483646 h 8"/>
                <a:gd name="T18" fmla="*/ 2147483646 w 16"/>
                <a:gd name="T19" fmla="*/ 2147483646 h 8"/>
                <a:gd name="T20" fmla="*/ 2147483646 w 16"/>
                <a:gd name="T21" fmla="*/ 2147483646 h 8"/>
                <a:gd name="T22" fmla="*/ 2147483646 w 16"/>
                <a:gd name="T23" fmla="*/ 2147483646 h 8"/>
                <a:gd name="T24" fmla="*/ 2147483646 w 16"/>
                <a:gd name="T25" fmla="*/ 2147483646 h 8"/>
                <a:gd name="T26" fmla="*/ 2147483646 w 16"/>
                <a:gd name="T27" fmla="*/ 2147483646 h 8"/>
                <a:gd name="T28" fmla="*/ 2147483646 w 16"/>
                <a:gd name="T29" fmla="*/ 2147483646 h 8"/>
                <a:gd name="T30" fmla="*/ 2147483646 w 16"/>
                <a:gd name="T31" fmla="*/ 2147483646 h 8"/>
                <a:gd name="T32" fmla="*/ 2147483646 w 16"/>
                <a:gd name="T33" fmla="*/ 2147483646 h 8"/>
                <a:gd name="T34" fmla="*/ 2147483646 w 16"/>
                <a:gd name="T35" fmla="*/ 2147483646 h 8"/>
                <a:gd name="T36" fmla="*/ 2147483646 w 16"/>
                <a:gd name="T37" fmla="*/ 2147483646 h 8"/>
                <a:gd name="T38" fmla="*/ 2147483646 w 16"/>
                <a:gd name="T39" fmla="*/ 2147483646 h 8"/>
                <a:gd name="T40" fmla="*/ 2147483646 w 16"/>
                <a:gd name="T41" fmla="*/ 2147483646 h 8"/>
                <a:gd name="T42" fmla="*/ 2147483646 w 16"/>
                <a:gd name="T43" fmla="*/ 2147483646 h 8"/>
                <a:gd name="T44" fmla="*/ 2147483646 w 16"/>
                <a:gd name="T45" fmla="*/ 2147483646 h 8"/>
                <a:gd name="T46" fmla="*/ 2147483646 w 16"/>
                <a:gd name="T47" fmla="*/ 2147483646 h 8"/>
                <a:gd name="T48" fmla="*/ 2147483646 w 16"/>
                <a:gd name="T49" fmla="*/ 2147483646 h 8"/>
                <a:gd name="T50" fmla="*/ 2147483646 w 16"/>
                <a:gd name="T51" fmla="*/ 2147483646 h 8"/>
                <a:gd name="T52" fmla="*/ 2147483646 w 16"/>
                <a:gd name="T53" fmla="*/ 2147483646 h 8"/>
                <a:gd name="T54" fmla="*/ 2147483646 w 16"/>
                <a:gd name="T55" fmla="*/ 2147483646 h 8"/>
                <a:gd name="T56" fmla="*/ 2147483646 w 16"/>
                <a:gd name="T57" fmla="*/ 2147483646 h 8"/>
                <a:gd name="T58" fmla="*/ 2147483646 w 16"/>
                <a:gd name="T59" fmla="*/ 2147483646 h 8"/>
                <a:gd name="T60" fmla="*/ 2147483646 w 16"/>
                <a:gd name="T61" fmla="*/ 2147483646 h 8"/>
                <a:gd name="T62" fmla="*/ 2147483646 w 16"/>
                <a:gd name="T63" fmla="*/ 2147483646 h 8"/>
                <a:gd name="T64" fmla="*/ 2147483646 w 16"/>
                <a:gd name="T65" fmla="*/ 2147483646 h 8"/>
                <a:gd name="T66" fmla="*/ 2147483646 w 16"/>
                <a:gd name="T67" fmla="*/ 2147483646 h 8"/>
                <a:gd name="T68" fmla="*/ 2147483646 w 16"/>
                <a:gd name="T69" fmla="*/ 2147483646 h 8"/>
                <a:gd name="T70" fmla="*/ 2147483646 w 16"/>
                <a:gd name="T71" fmla="*/ 2147483646 h 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 h="8">
                  <a:moveTo>
                    <a:pt x="15" y="2"/>
                  </a:moveTo>
                  <a:cubicBezTo>
                    <a:pt x="14" y="1"/>
                    <a:pt x="13" y="0"/>
                    <a:pt x="12" y="0"/>
                  </a:cubicBezTo>
                  <a:cubicBezTo>
                    <a:pt x="11" y="0"/>
                    <a:pt x="10" y="0"/>
                    <a:pt x="9" y="1"/>
                  </a:cubicBezTo>
                  <a:cubicBezTo>
                    <a:pt x="7" y="2"/>
                    <a:pt x="7" y="2"/>
                    <a:pt x="7" y="2"/>
                  </a:cubicBezTo>
                  <a:cubicBezTo>
                    <a:pt x="7" y="2"/>
                    <a:pt x="7" y="2"/>
                    <a:pt x="7" y="2"/>
                  </a:cubicBezTo>
                  <a:cubicBezTo>
                    <a:pt x="7" y="1"/>
                    <a:pt x="6" y="0"/>
                    <a:pt x="5" y="0"/>
                  </a:cubicBezTo>
                  <a:cubicBezTo>
                    <a:pt x="3" y="0"/>
                    <a:pt x="1" y="0"/>
                    <a:pt x="0" y="2"/>
                  </a:cubicBezTo>
                  <a:cubicBezTo>
                    <a:pt x="0" y="2"/>
                    <a:pt x="0" y="2"/>
                    <a:pt x="0" y="2"/>
                  </a:cubicBezTo>
                  <a:cubicBezTo>
                    <a:pt x="0" y="3"/>
                    <a:pt x="0" y="3"/>
                    <a:pt x="0" y="3"/>
                  </a:cubicBezTo>
                  <a:cubicBezTo>
                    <a:pt x="1" y="3"/>
                    <a:pt x="1" y="3"/>
                    <a:pt x="1" y="3"/>
                  </a:cubicBezTo>
                  <a:cubicBezTo>
                    <a:pt x="1" y="3"/>
                    <a:pt x="1" y="3"/>
                    <a:pt x="1" y="3"/>
                  </a:cubicBezTo>
                  <a:cubicBezTo>
                    <a:pt x="2" y="2"/>
                    <a:pt x="3" y="1"/>
                    <a:pt x="4" y="1"/>
                  </a:cubicBezTo>
                  <a:cubicBezTo>
                    <a:pt x="5" y="2"/>
                    <a:pt x="6" y="2"/>
                    <a:pt x="6" y="3"/>
                  </a:cubicBezTo>
                  <a:cubicBezTo>
                    <a:pt x="6" y="3"/>
                    <a:pt x="6" y="3"/>
                    <a:pt x="6" y="3"/>
                  </a:cubicBezTo>
                  <a:cubicBezTo>
                    <a:pt x="1" y="7"/>
                    <a:pt x="1" y="7"/>
                    <a:pt x="1" y="7"/>
                  </a:cubicBezTo>
                  <a:cubicBezTo>
                    <a:pt x="1" y="7"/>
                    <a:pt x="1" y="7"/>
                    <a:pt x="1" y="8"/>
                  </a:cubicBezTo>
                  <a:cubicBezTo>
                    <a:pt x="1" y="8"/>
                    <a:pt x="1" y="8"/>
                    <a:pt x="1" y="8"/>
                  </a:cubicBezTo>
                  <a:cubicBezTo>
                    <a:pt x="7" y="8"/>
                    <a:pt x="7" y="8"/>
                    <a:pt x="7" y="8"/>
                  </a:cubicBezTo>
                  <a:cubicBezTo>
                    <a:pt x="7" y="8"/>
                    <a:pt x="7" y="8"/>
                    <a:pt x="7" y="7"/>
                  </a:cubicBezTo>
                  <a:cubicBezTo>
                    <a:pt x="7" y="7"/>
                    <a:pt x="7" y="7"/>
                    <a:pt x="7" y="7"/>
                  </a:cubicBezTo>
                  <a:cubicBezTo>
                    <a:pt x="3" y="7"/>
                    <a:pt x="3" y="7"/>
                    <a:pt x="3" y="7"/>
                  </a:cubicBezTo>
                  <a:cubicBezTo>
                    <a:pt x="7" y="4"/>
                    <a:pt x="7" y="4"/>
                    <a:pt x="7" y="4"/>
                  </a:cubicBezTo>
                  <a:cubicBezTo>
                    <a:pt x="8" y="6"/>
                    <a:pt x="8" y="6"/>
                    <a:pt x="8" y="6"/>
                  </a:cubicBezTo>
                  <a:cubicBezTo>
                    <a:pt x="9" y="7"/>
                    <a:pt x="10" y="8"/>
                    <a:pt x="10" y="8"/>
                  </a:cubicBezTo>
                  <a:cubicBezTo>
                    <a:pt x="11" y="8"/>
                    <a:pt x="11" y="8"/>
                    <a:pt x="12" y="8"/>
                  </a:cubicBezTo>
                  <a:cubicBezTo>
                    <a:pt x="13" y="8"/>
                    <a:pt x="14" y="7"/>
                    <a:pt x="15" y="6"/>
                  </a:cubicBezTo>
                  <a:cubicBezTo>
                    <a:pt x="16" y="5"/>
                    <a:pt x="16" y="3"/>
                    <a:pt x="15" y="2"/>
                  </a:cubicBezTo>
                  <a:close/>
                  <a:moveTo>
                    <a:pt x="14" y="5"/>
                  </a:moveTo>
                  <a:cubicBezTo>
                    <a:pt x="13" y="7"/>
                    <a:pt x="12" y="7"/>
                    <a:pt x="11" y="7"/>
                  </a:cubicBezTo>
                  <a:cubicBezTo>
                    <a:pt x="10" y="7"/>
                    <a:pt x="10" y="6"/>
                    <a:pt x="9" y="5"/>
                  </a:cubicBezTo>
                  <a:cubicBezTo>
                    <a:pt x="8" y="3"/>
                    <a:pt x="8" y="3"/>
                    <a:pt x="8" y="3"/>
                  </a:cubicBezTo>
                  <a:cubicBezTo>
                    <a:pt x="10" y="2"/>
                    <a:pt x="10" y="2"/>
                    <a:pt x="10" y="2"/>
                  </a:cubicBezTo>
                  <a:cubicBezTo>
                    <a:pt x="10" y="2"/>
                    <a:pt x="10" y="2"/>
                    <a:pt x="10" y="2"/>
                  </a:cubicBezTo>
                  <a:cubicBezTo>
                    <a:pt x="10" y="1"/>
                    <a:pt x="11" y="1"/>
                    <a:pt x="12" y="1"/>
                  </a:cubicBezTo>
                  <a:cubicBezTo>
                    <a:pt x="13" y="1"/>
                    <a:pt x="14" y="2"/>
                    <a:pt x="14" y="3"/>
                  </a:cubicBezTo>
                  <a:cubicBezTo>
                    <a:pt x="15" y="3"/>
                    <a:pt x="15" y="5"/>
                    <a:pt x="14"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0" name="Freeform 200"/>
            <p:cNvSpPr>
              <a:spLocks noEditPoints="1"/>
            </p:cNvSpPr>
            <p:nvPr/>
          </p:nvSpPr>
          <p:spPr bwMode="auto">
            <a:xfrm>
              <a:off x="7248526" y="2239964"/>
              <a:ext cx="400050" cy="93663"/>
            </a:xfrm>
            <a:custGeom>
              <a:avLst/>
              <a:gdLst>
                <a:gd name="T0" fmla="*/ 2147483646 w 258"/>
                <a:gd name="T1" fmla="*/ 2147483646 h 60"/>
                <a:gd name="T2" fmla="*/ 2147483646 w 258"/>
                <a:gd name="T3" fmla="*/ 2147483646 h 60"/>
                <a:gd name="T4" fmla="*/ 0 w 258"/>
                <a:gd name="T5" fmla="*/ 2147483646 h 60"/>
                <a:gd name="T6" fmla="*/ 0 w 258"/>
                <a:gd name="T7" fmla="*/ 2147483646 h 60"/>
                <a:gd name="T8" fmla="*/ 2147483646 w 258"/>
                <a:gd name="T9" fmla="*/ 0 h 60"/>
                <a:gd name="T10" fmla="*/ 2147483646 w 258"/>
                <a:gd name="T11" fmla="*/ 0 h 60"/>
                <a:gd name="T12" fmla="*/ 2147483646 w 258"/>
                <a:gd name="T13" fmla="*/ 2147483646 h 60"/>
                <a:gd name="T14" fmla="*/ 2147483646 w 258"/>
                <a:gd name="T15" fmla="*/ 2147483646 h 60"/>
                <a:gd name="T16" fmla="*/ 2147483646 w 258"/>
                <a:gd name="T17" fmla="*/ 2147483646 h 60"/>
                <a:gd name="T18" fmla="*/ 2147483646 w 258"/>
                <a:gd name="T19" fmla="*/ 2147483646 h 60"/>
                <a:gd name="T20" fmla="*/ 2147483646 w 258"/>
                <a:gd name="T21" fmla="*/ 2147483646 h 60"/>
                <a:gd name="T22" fmla="*/ 2147483646 w 258"/>
                <a:gd name="T23" fmla="*/ 2147483646 h 60"/>
                <a:gd name="T24" fmla="*/ 2147483646 w 258"/>
                <a:gd name="T25" fmla="*/ 2147483646 h 60"/>
                <a:gd name="T26" fmla="*/ 2147483646 w 258"/>
                <a:gd name="T27" fmla="*/ 2147483646 h 60"/>
                <a:gd name="T28" fmla="*/ 2147483646 w 258"/>
                <a:gd name="T29" fmla="*/ 2147483646 h 60"/>
                <a:gd name="T30" fmla="*/ 2147483646 w 258"/>
                <a:gd name="T31" fmla="*/ 2147483646 h 60"/>
                <a:gd name="T32" fmla="*/ 2147483646 w 258"/>
                <a:gd name="T33" fmla="*/ 2147483646 h 60"/>
                <a:gd name="T34" fmla="*/ 2147483646 w 258"/>
                <a:gd name="T35" fmla="*/ 2147483646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58" h="60">
                  <a:moveTo>
                    <a:pt x="174" y="60"/>
                  </a:moveTo>
                  <a:cubicBezTo>
                    <a:pt x="84" y="60"/>
                    <a:pt x="84" y="60"/>
                    <a:pt x="84" y="60"/>
                  </a:cubicBezTo>
                  <a:cubicBezTo>
                    <a:pt x="28" y="60"/>
                    <a:pt x="0" y="51"/>
                    <a:pt x="0" y="34"/>
                  </a:cubicBezTo>
                  <a:cubicBezTo>
                    <a:pt x="0" y="27"/>
                    <a:pt x="0" y="27"/>
                    <a:pt x="0" y="27"/>
                  </a:cubicBezTo>
                  <a:cubicBezTo>
                    <a:pt x="0" y="9"/>
                    <a:pt x="28" y="0"/>
                    <a:pt x="84" y="0"/>
                  </a:cubicBezTo>
                  <a:cubicBezTo>
                    <a:pt x="174" y="0"/>
                    <a:pt x="174" y="0"/>
                    <a:pt x="174" y="0"/>
                  </a:cubicBezTo>
                  <a:cubicBezTo>
                    <a:pt x="230" y="0"/>
                    <a:pt x="258" y="9"/>
                    <a:pt x="258" y="27"/>
                  </a:cubicBezTo>
                  <a:cubicBezTo>
                    <a:pt x="258" y="34"/>
                    <a:pt x="258" y="34"/>
                    <a:pt x="258" y="34"/>
                  </a:cubicBezTo>
                  <a:cubicBezTo>
                    <a:pt x="258" y="51"/>
                    <a:pt x="230" y="60"/>
                    <a:pt x="174" y="60"/>
                  </a:cubicBezTo>
                  <a:close/>
                  <a:moveTo>
                    <a:pt x="84" y="8"/>
                  </a:moveTo>
                  <a:cubicBezTo>
                    <a:pt x="37" y="8"/>
                    <a:pt x="8" y="15"/>
                    <a:pt x="8" y="27"/>
                  </a:cubicBezTo>
                  <a:cubicBezTo>
                    <a:pt x="8" y="34"/>
                    <a:pt x="8" y="34"/>
                    <a:pt x="8" y="34"/>
                  </a:cubicBezTo>
                  <a:cubicBezTo>
                    <a:pt x="8" y="45"/>
                    <a:pt x="37" y="52"/>
                    <a:pt x="84" y="52"/>
                  </a:cubicBezTo>
                  <a:cubicBezTo>
                    <a:pt x="174" y="52"/>
                    <a:pt x="174" y="52"/>
                    <a:pt x="174" y="52"/>
                  </a:cubicBezTo>
                  <a:cubicBezTo>
                    <a:pt x="221" y="52"/>
                    <a:pt x="250" y="45"/>
                    <a:pt x="250" y="34"/>
                  </a:cubicBezTo>
                  <a:cubicBezTo>
                    <a:pt x="250" y="27"/>
                    <a:pt x="250" y="27"/>
                    <a:pt x="250" y="27"/>
                  </a:cubicBezTo>
                  <a:cubicBezTo>
                    <a:pt x="250" y="15"/>
                    <a:pt x="221" y="8"/>
                    <a:pt x="174" y="8"/>
                  </a:cubicBezTo>
                  <a:lnTo>
                    <a:pt x="84" y="8"/>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1" name="Freeform 201"/>
            <p:cNvSpPr/>
            <p:nvPr/>
          </p:nvSpPr>
          <p:spPr bwMode="auto">
            <a:xfrm>
              <a:off x="7248526" y="2292351"/>
              <a:ext cx="200025" cy="760413"/>
            </a:xfrm>
            <a:custGeom>
              <a:avLst/>
              <a:gdLst>
                <a:gd name="T0" fmla="*/ 2147483646 w 129"/>
                <a:gd name="T1" fmla="*/ 2147483646 h 489"/>
                <a:gd name="T2" fmla="*/ 2147483646 w 129"/>
                <a:gd name="T3" fmla="*/ 2147483646 h 489"/>
                <a:gd name="T4" fmla="*/ 0 w 129"/>
                <a:gd name="T5" fmla="*/ 2147483646 h 489"/>
                <a:gd name="T6" fmla="*/ 0 w 129"/>
                <a:gd name="T7" fmla="*/ 0 h 489"/>
                <a:gd name="T8" fmla="*/ 2147483646 w 129"/>
                <a:gd name="T9" fmla="*/ 0 h 489"/>
                <a:gd name="T10" fmla="*/ 2147483646 w 129"/>
                <a:gd name="T11" fmla="*/ 2147483646 h 489"/>
                <a:gd name="T12" fmla="*/ 2147483646 w 129"/>
                <a:gd name="T13" fmla="*/ 2147483646 h 489"/>
                <a:gd name="T14" fmla="*/ 2147483646 w 129"/>
                <a:gd name="T15" fmla="*/ 2147483646 h 489"/>
                <a:gd name="T16" fmla="*/ 2147483646 w 129"/>
                <a:gd name="T17" fmla="*/ 2147483646 h 4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9" h="489">
                  <a:moveTo>
                    <a:pt x="129" y="489"/>
                  </a:moveTo>
                  <a:cubicBezTo>
                    <a:pt x="92" y="489"/>
                    <a:pt x="92" y="489"/>
                    <a:pt x="92" y="489"/>
                  </a:cubicBezTo>
                  <a:cubicBezTo>
                    <a:pt x="25" y="489"/>
                    <a:pt x="0" y="479"/>
                    <a:pt x="0" y="451"/>
                  </a:cubicBezTo>
                  <a:cubicBezTo>
                    <a:pt x="0" y="0"/>
                    <a:pt x="0" y="0"/>
                    <a:pt x="0" y="0"/>
                  </a:cubicBezTo>
                  <a:cubicBezTo>
                    <a:pt x="8" y="0"/>
                    <a:pt x="8" y="0"/>
                    <a:pt x="8" y="0"/>
                  </a:cubicBezTo>
                  <a:cubicBezTo>
                    <a:pt x="8" y="451"/>
                    <a:pt x="8" y="451"/>
                    <a:pt x="8" y="451"/>
                  </a:cubicBezTo>
                  <a:cubicBezTo>
                    <a:pt x="8" y="466"/>
                    <a:pt x="14" y="481"/>
                    <a:pt x="92" y="481"/>
                  </a:cubicBezTo>
                  <a:cubicBezTo>
                    <a:pt x="129" y="481"/>
                    <a:pt x="129" y="481"/>
                    <a:pt x="129" y="481"/>
                  </a:cubicBezTo>
                  <a:lnTo>
                    <a:pt x="129" y="489"/>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2" name="Freeform 202"/>
            <p:cNvSpPr/>
            <p:nvPr/>
          </p:nvSpPr>
          <p:spPr bwMode="auto">
            <a:xfrm>
              <a:off x="7545389" y="2292351"/>
              <a:ext cx="103188" cy="760413"/>
            </a:xfrm>
            <a:custGeom>
              <a:avLst/>
              <a:gdLst>
                <a:gd name="T0" fmla="*/ 2147483646 w 67"/>
                <a:gd name="T1" fmla="*/ 2147483646 h 489"/>
                <a:gd name="T2" fmla="*/ 0 w 67"/>
                <a:gd name="T3" fmla="*/ 2147483646 h 489"/>
                <a:gd name="T4" fmla="*/ 2147483646 w 67"/>
                <a:gd name="T5" fmla="*/ 2147483646 h 489"/>
                <a:gd name="T6" fmla="*/ 2147483646 w 67"/>
                <a:gd name="T7" fmla="*/ 0 h 489"/>
                <a:gd name="T8" fmla="*/ 2147483646 w 67"/>
                <a:gd name="T9" fmla="*/ 0 h 489"/>
                <a:gd name="T10" fmla="*/ 2147483646 w 67"/>
                <a:gd name="T11" fmla="*/ 2147483646 h 489"/>
                <a:gd name="T12" fmla="*/ 2147483646 w 67"/>
                <a:gd name="T13" fmla="*/ 2147483646 h 4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489">
                  <a:moveTo>
                    <a:pt x="1" y="489"/>
                  </a:moveTo>
                  <a:cubicBezTo>
                    <a:pt x="0" y="481"/>
                    <a:pt x="0" y="481"/>
                    <a:pt x="0" y="481"/>
                  </a:cubicBezTo>
                  <a:cubicBezTo>
                    <a:pt x="54" y="477"/>
                    <a:pt x="59" y="464"/>
                    <a:pt x="59" y="451"/>
                  </a:cubicBezTo>
                  <a:cubicBezTo>
                    <a:pt x="59" y="0"/>
                    <a:pt x="59" y="0"/>
                    <a:pt x="59" y="0"/>
                  </a:cubicBezTo>
                  <a:cubicBezTo>
                    <a:pt x="67" y="0"/>
                    <a:pt x="67" y="0"/>
                    <a:pt x="67" y="0"/>
                  </a:cubicBezTo>
                  <a:cubicBezTo>
                    <a:pt x="67" y="451"/>
                    <a:pt x="67" y="451"/>
                    <a:pt x="67" y="451"/>
                  </a:cubicBezTo>
                  <a:cubicBezTo>
                    <a:pt x="67" y="475"/>
                    <a:pt x="48" y="486"/>
                    <a:pt x="1" y="48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3" name="Freeform 203"/>
            <p:cNvSpPr>
              <a:spLocks noEditPoints="1"/>
            </p:cNvSpPr>
            <p:nvPr/>
          </p:nvSpPr>
          <p:spPr bwMode="auto">
            <a:xfrm>
              <a:off x="7285039" y="2265364"/>
              <a:ext cx="327025" cy="41275"/>
            </a:xfrm>
            <a:custGeom>
              <a:avLst/>
              <a:gdLst>
                <a:gd name="T0" fmla="*/ 2147483646 w 211"/>
                <a:gd name="T1" fmla="*/ 2147483646 h 27"/>
                <a:gd name="T2" fmla="*/ 2147483646 w 211"/>
                <a:gd name="T3" fmla="*/ 2147483646 h 27"/>
                <a:gd name="T4" fmla="*/ 0 w 211"/>
                <a:gd name="T5" fmla="*/ 2147483646 h 27"/>
                <a:gd name="T6" fmla="*/ 0 w 211"/>
                <a:gd name="T7" fmla="*/ 2147483646 h 27"/>
                <a:gd name="T8" fmla="*/ 2147483646 w 211"/>
                <a:gd name="T9" fmla="*/ 2147483646 h 27"/>
                <a:gd name="T10" fmla="*/ 2147483646 w 211"/>
                <a:gd name="T11" fmla="*/ 0 h 27"/>
                <a:gd name="T12" fmla="*/ 2147483646 w 211"/>
                <a:gd name="T13" fmla="*/ 2147483646 h 27"/>
                <a:gd name="T14" fmla="*/ 2147483646 w 211"/>
                <a:gd name="T15" fmla="*/ 2147483646 h 27"/>
                <a:gd name="T16" fmla="*/ 2147483646 w 211"/>
                <a:gd name="T17" fmla="*/ 2147483646 h 27"/>
                <a:gd name="T18" fmla="*/ 2147483646 w 211"/>
                <a:gd name="T19" fmla="*/ 2147483646 h 27"/>
                <a:gd name="T20" fmla="*/ 2147483646 w 211"/>
                <a:gd name="T21" fmla="*/ 2147483646 h 27"/>
                <a:gd name="T22" fmla="*/ 2147483646 w 211"/>
                <a:gd name="T23" fmla="*/ 2147483646 h 27"/>
                <a:gd name="T24" fmla="*/ 2147483646 w 211"/>
                <a:gd name="T25" fmla="*/ 2147483646 h 27"/>
                <a:gd name="T26" fmla="*/ 2147483646 w 211"/>
                <a:gd name="T27" fmla="*/ 2147483646 h 27"/>
                <a:gd name="T28" fmla="*/ 2147483646 w 211"/>
                <a:gd name="T29" fmla="*/ 2147483646 h 27"/>
                <a:gd name="T30" fmla="*/ 2147483646 w 211"/>
                <a:gd name="T31" fmla="*/ 2147483646 h 27"/>
                <a:gd name="T32" fmla="*/ 2147483646 w 211"/>
                <a:gd name="T33" fmla="*/ 2147483646 h 27"/>
                <a:gd name="T34" fmla="*/ 2147483646 w 211"/>
                <a:gd name="T35" fmla="*/ 2147483646 h 27"/>
                <a:gd name="T36" fmla="*/ 2147483646 w 211"/>
                <a:gd name="T37" fmla="*/ 2147483646 h 27"/>
                <a:gd name="T38" fmla="*/ 2147483646 w 211"/>
                <a:gd name="T39" fmla="*/ 2147483646 h 27"/>
                <a:gd name="T40" fmla="*/ 2147483646 w 211"/>
                <a:gd name="T41" fmla="*/ 2147483646 h 27"/>
                <a:gd name="T42" fmla="*/ 2147483646 w 211"/>
                <a:gd name="T43" fmla="*/ 2147483646 h 27"/>
                <a:gd name="T44" fmla="*/ 2147483646 w 211"/>
                <a:gd name="T45" fmla="*/ 2147483646 h 27"/>
                <a:gd name="T46" fmla="*/ 2147483646 w 211"/>
                <a:gd name="T47" fmla="*/ 2147483646 h 27"/>
                <a:gd name="T48" fmla="*/ 2147483646 w 211"/>
                <a:gd name="T49" fmla="*/ 2147483646 h 27"/>
                <a:gd name="T50" fmla="*/ 2147483646 w 211"/>
                <a:gd name="T51" fmla="*/ 2147483646 h 27"/>
                <a:gd name="T52" fmla="*/ 2147483646 w 211"/>
                <a:gd name="T53" fmla="*/ 2147483646 h 27"/>
                <a:gd name="T54" fmla="*/ 2147483646 w 211"/>
                <a:gd name="T55" fmla="*/ 2147483646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1" h="27">
                  <a:moveTo>
                    <a:pt x="107" y="27"/>
                  </a:moveTo>
                  <a:cubicBezTo>
                    <a:pt x="23" y="27"/>
                    <a:pt x="5" y="21"/>
                    <a:pt x="1" y="18"/>
                  </a:cubicBezTo>
                  <a:cubicBezTo>
                    <a:pt x="1" y="18"/>
                    <a:pt x="0" y="17"/>
                    <a:pt x="0" y="16"/>
                  </a:cubicBezTo>
                  <a:cubicBezTo>
                    <a:pt x="0" y="10"/>
                    <a:pt x="0" y="10"/>
                    <a:pt x="0" y="10"/>
                  </a:cubicBezTo>
                  <a:cubicBezTo>
                    <a:pt x="0" y="10"/>
                    <a:pt x="1" y="9"/>
                    <a:pt x="1" y="8"/>
                  </a:cubicBezTo>
                  <a:cubicBezTo>
                    <a:pt x="5" y="5"/>
                    <a:pt x="23" y="0"/>
                    <a:pt x="107" y="0"/>
                  </a:cubicBezTo>
                  <a:cubicBezTo>
                    <a:pt x="190" y="0"/>
                    <a:pt x="207" y="5"/>
                    <a:pt x="210" y="8"/>
                  </a:cubicBezTo>
                  <a:cubicBezTo>
                    <a:pt x="211" y="9"/>
                    <a:pt x="211" y="10"/>
                    <a:pt x="211" y="10"/>
                  </a:cubicBezTo>
                  <a:cubicBezTo>
                    <a:pt x="211" y="16"/>
                    <a:pt x="211" y="16"/>
                    <a:pt x="211" y="16"/>
                  </a:cubicBezTo>
                  <a:cubicBezTo>
                    <a:pt x="211" y="17"/>
                    <a:pt x="211" y="17"/>
                    <a:pt x="210" y="18"/>
                  </a:cubicBezTo>
                  <a:cubicBezTo>
                    <a:pt x="207" y="21"/>
                    <a:pt x="190" y="27"/>
                    <a:pt x="107" y="27"/>
                  </a:cubicBezTo>
                  <a:close/>
                  <a:moveTo>
                    <a:pt x="4" y="16"/>
                  </a:moveTo>
                  <a:cubicBezTo>
                    <a:pt x="7" y="17"/>
                    <a:pt x="20" y="23"/>
                    <a:pt x="107" y="23"/>
                  </a:cubicBezTo>
                  <a:cubicBezTo>
                    <a:pt x="192" y="23"/>
                    <a:pt x="205" y="17"/>
                    <a:pt x="207" y="16"/>
                  </a:cubicBezTo>
                  <a:cubicBezTo>
                    <a:pt x="207" y="11"/>
                    <a:pt x="207" y="11"/>
                    <a:pt x="207" y="11"/>
                  </a:cubicBezTo>
                  <a:cubicBezTo>
                    <a:pt x="205" y="9"/>
                    <a:pt x="192" y="4"/>
                    <a:pt x="107" y="4"/>
                  </a:cubicBezTo>
                  <a:cubicBezTo>
                    <a:pt x="20" y="4"/>
                    <a:pt x="7" y="9"/>
                    <a:pt x="4" y="11"/>
                  </a:cubicBezTo>
                  <a:lnTo>
                    <a:pt x="4" y="16"/>
                  </a:lnTo>
                  <a:close/>
                  <a:moveTo>
                    <a:pt x="207" y="16"/>
                  </a:moveTo>
                  <a:cubicBezTo>
                    <a:pt x="207" y="16"/>
                    <a:pt x="207" y="16"/>
                    <a:pt x="207" y="16"/>
                  </a:cubicBezTo>
                  <a:close/>
                  <a:moveTo>
                    <a:pt x="4" y="16"/>
                  </a:moveTo>
                  <a:cubicBezTo>
                    <a:pt x="4" y="16"/>
                    <a:pt x="4" y="16"/>
                    <a:pt x="4" y="16"/>
                  </a:cubicBezTo>
                  <a:cubicBezTo>
                    <a:pt x="4" y="16"/>
                    <a:pt x="4" y="16"/>
                    <a:pt x="4" y="16"/>
                  </a:cubicBezTo>
                  <a:close/>
                  <a:moveTo>
                    <a:pt x="207" y="10"/>
                  </a:moveTo>
                  <a:cubicBezTo>
                    <a:pt x="207" y="10"/>
                    <a:pt x="207" y="10"/>
                    <a:pt x="207" y="10"/>
                  </a:cubicBezTo>
                  <a:close/>
                  <a:moveTo>
                    <a:pt x="4" y="10"/>
                  </a:moveTo>
                  <a:cubicBezTo>
                    <a:pt x="4" y="10"/>
                    <a:pt x="4" y="10"/>
                    <a:pt x="4" y="10"/>
                  </a:cubicBezTo>
                  <a:cubicBezTo>
                    <a:pt x="4" y="10"/>
                    <a:pt x="4" y="10"/>
                    <a:pt x="4" y="1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4" name="Freeform 204"/>
            <p:cNvSpPr/>
            <p:nvPr/>
          </p:nvSpPr>
          <p:spPr bwMode="auto">
            <a:xfrm>
              <a:off x="7288214" y="2274889"/>
              <a:ext cx="322263" cy="17463"/>
            </a:xfrm>
            <a:custGeom>
              <a:avLst/>
              <a:gdLst>
                <a:gd name="T0" fmla="*/ 2147483646 w 208"/>
                <a:gd name="T1" fmla="*/ 2147483646 h 12"/>
                <a:gd name="T2" fmla="*/ 2147483646 w 208"/>
                <a:gd name="T3" fmla="*/ 2147483646 h 12"/>
                <a:gd name="T4" fmla="*/ 0 w 208"/>
                <a:gd name="T5" fmla="*/ 2147483646 h 12"/>
                <a:gd name="T6" fmla="*/ 2147483646 w 208"/>
                <a:gd name="T7" fmla="*/ 2147483646 h 12"/>
                <a:gd name="T8" fmla="*/ 2147483646 w 208"/>
                <a:gd name="T9" fmla="*/ 0 h 12"/>
                <a:gd name="T10" fmla="*/ 2147483646 w 208"/>
                <a:gd name="T11" fmla="*/ 2147483646 h 12"/>
                <a:gd name="T12" fmla="*/ 2147483646 w 208"/>
                <a:gd name="T13" fmla="*/ 2147483646 h 12"/>
                <a:gd name="T14" fmla="*/ 2147483646 w 208"/>
                <a:gd name="T15" fmla="*/ 2147483646 h 12"/>
                <a:gd name="T16" fmla="*/ 2147483646 w 208"/>
                <a:gd name="T17" fmla="*/ 2147483646 h 12"/>
                <a:gd name="T18" fmla="*/ 2147483646 w 208"/>
                <a:gd name="T19" fmla="*/ 2147483646 h 12"/>
                <a:gd name="T20" fmla="*/ 2147483646 w 208"/>
                <a:gd name="T21" fmla="*/ 2147483646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08" h="12">
                  <a:moveTo>
                    <a:pt x="4" y="12"/>
                  </a:moveTo>
                  <a:cubicBezTo>
                    <a:pt x="4" y="12"/>
                    <a:pt x="4" y="11"/>
                    <a:pt x="4" y="11"/>
                  </a:cubicBezTo>
                  <a:cubicBezTo>
                    <a:pt x="0" y="11"/>
                    <a:pt x="0" y="11"/>
                    <a:pt x="0" y="11"/>
                  </a:cubicBezTo>
                  <a:cubicBezTo>
                    <a:pt x="0" y="10"/>
                    <a:pt x="0" y="10"/>
                    <a:pt x="1" y="9"/>
                  </a:cubicBezTo>
                  <a:cubicBezTo>
                    <a:pt x="4" y="6"/>
                    <a:pt x="22" y="0"/>
                    <a:pt x="105" y="0"/>
                  </a:cubicBezTo>
                  <a:cubicBezTo>
                    <a:pt x="186" y="0"/>
                    <a:pt x="204" y="6"/>
                    <a:pt x="207" y="9"/>
                  </a:cubicBezTo>
                  <a:cubicBezTo>
                    <a:pt x="208" y="10"/>
                    <a:pt x="208" y="10"/>
                    <a:pt x="208" y="11"/>
                  </a:cubicBezTo>
                  <a:cubicBezTo>
                    <a:pt x="204" y="11"/>
                    <a:pt x="204" y="11"/>
                    <a:pt x="204" y="11"/>
                  </a:cubicBezTo>
                  <a:cubicBezTo>
                    <a:pt x="204" y="11"/>
                    <a:pt x="204" y="12"/>
                    <a:pt x="204" y="12"/>
                  </a:cubicBezTo>
                  <a:cubicBezTo>
                    <a:pt x="203" y="11"/>
                    <a:pt x="195" y="4"/>
                    <a:pt x="105" y="4"/>
                  </a:cubicBezTo>
                  <a:cubicBezTo>
                    <a:pt x="13" y="4"/>
                    <a:pt x="4" y="11"/>
                    <a:pt x="4" y="12"/>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5" name="Oval 206"/>
            <p:cNvSpPr>
              <a:spLocks noChangeArrowheads="1"/>
            </p:cNvSpPr>
            <p:nvPr/>
          </p:nvSpPr>
          <p:spPr bwMode="auto">
            <a:xfrm>
              <a:off x="7446964" y="3024189"/>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6" name="Oval 207"/>
            <p:cNvSpPr>
              <a:spLocks noChangeArrowheads="1"/>
            </p:cNvSpPr>
            <p:nvPr/>
          </p:nvSpPr>
          <p:spPr bwMode="auto">
            <a:xfrm>
              <a:off x="7519989" y="3024189"/>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307" name="组合 968"/>
          <p:cNvGrpSpPr/>
          <p:nvPr/>
        </p:nvGrpSpPr>
        <p:grpSpPr bwMode="auto">
          <a:xfrm>
            <a:off x="3036474" y="5145559"/>
            <a:ext cx="681268" cy="1019070"/>
            <a:chOff x="5624514" y="3671889"/>
            <a:chExt cx="573088" cy="857250"/>
          </a:xfrm>
        </p:grpSpPr>
        <p:sp>
          <p:nvSpPr>
            <p:cNvPr id="308" name="Freeform 242"/>
            <p:cNvSpPr>
              <a:spLocks noEditPoints="1"/>
            </p:cNvSpPr>
            <p:nvPr/>
          </p:nvSpPr>
          <p:spPr bwMode="auto">
            <a:xfrm>
              <a:off x="5624514" y="3671889"/>
              <a:ext cx="573088" cy="573088"/>
            </a:xfrm>
            <a:custGeom>
              <a:avLst/>
              <a:gdLst>
                <a:gd name="T0" fmla="*/ 2147483646 w 369"/>
                <a:gd name="T1" fmla="*/ 2147483646 h 369"/>
                <a:gd name="T2" fmla="*/ 0 w 369"/>
                <a:gd name="T3" fmla="*/ 2147483646 h 369"/>
                <a:gd name="T4" fmla="*/ 2147483646 w 369"/>
                <a:gd name="T5" fmla="*/ 0 h 369"/>
                <a:gd name="T6" fmla="*/ 2147483646 w 369"/>
                <a:gd name="T7" fmla="*/ 2147483646 h 369"/>
                <a:gd name="T8" fmla="*/ 2147483646 w 369"/>
                <a:gd name="T9" fmla="*/ 2147483646 h 369"/>
                <a:gd name="T10" fmla="*/ 2147483646 w 369"/>
                <a:gd name="T11" fmla="*/ 2147483646 h 369"/>
                <a:gd name="T12" fmla="*/ 2147483646 w 369"/>
                <a:gd name="T13" fmla="*/ 2147483646 h 369"/>
                <a:gd name="T14" fmla="*/ 2147483646 w 369"/>
                <a:gd name="T15" fmla="*/ 2147483646 h 369"/>
                <a:gd name="T16" fmla="*/ 2147483646 w 369"/>
                <a:gd name="T17" fmla="*/ 2147483646 h 369"/>
                <a:gd name="T18" fmla="*/ 2147483646 w 369"/>
                <a:gd name="T19" fmla="*/ 2147483646 h 3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9" h="369">
                  <a:moveTo>
                    <a:pt x="185" y="369"/>
                  </a:moveTo>
                  <a:cubicBezTo>
                    <a:pt x="83" y="369"/>
                    <a:pt x="0" y="286"/>
                    <a:pt x="0" y="185"/>
                  </a:cubicBezTo>
                  <a:cubicBezTo>
                    <a:pt x="0" y="83"/>
                    <a:pt x="83" y="0"/>
                    <a:pt x="185" y="0"/>
                  </a:cubicBezTo>
                  <a:cubicBezTo>
                    <a:pt x="287" y="0"/>
                    <a:pt x="369" y="83"/>
                    <a:pt x="369" y="185"/>
                  </a:cubicBezTo>
                  <a:cubicBezTo>
                    <a:pt x="369" y="286"/>
                    <a:pt x="287" y="369"/>
                    <a:pt x="185" y="369"/>
                  </a:cubicBezTo>
                  <a:close/>
                  <a:moveTo>
                    <a:pt x="185" y="8"/>
                  </a:moveTo>
                  <a:cubicBezTo>
                    <a:pt x="87" y="8"/>
                    <a:pt x="8" y="87"/>
                    <a:pt x="8" y="185"/>
                  </a:cubicBezTo>
                  <a:cubicBezTo>
                    <a:pt x="8" y="282"/>
                    <a:pt x="87" y="361"/>
                    <a:pt x="185" y="361"/>
                  </a:cubicBezTo>
                  <a:cubicBezTo>
                    <a:pt x="282" y="361"/>
                    <a:pt x="361" y="282"/>
                    <a:pt x="361" y="185"/>
                  </a:cubicBezTo>
                  <a:cubicBezTo>
                    <a:pt x="361" y="87"/>
                    <a:pt x="282" y="8"/>
                    <a:pt x="185"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09" name="Freeform 243"/>
            <p:cNvSpPr>
              <a:spLocks noEditPoints="1"/>
            </p:cNvSpPr>
            <p:nvPr/>
          </p:nvSpPr>
          <p:spPr bwMode="auto">
            <a:xfrm>
              <a:off x="5653089" y="3700464"/>
              <a:ext cx="517525" cy="515938"/>
            </a:xfrm>
            <a:custGeom>
              <a:avLst/>
              <a:gdLst>
                <a:gd name="T0" fmla="*/ 2147483646 w 333"/>
                <a:gd name="T1" fmla="*/ 2147483646 h 333"/>
                <a:gd name="T2" fmla="*/ 0 w 333"/>
                <a:gd name="T3" fmla="*/ 2147483646 h 333"/>
                <a:gd name="T4" fmla="*/ 2147483646 w 333"/>
                <a:gd name="T5" fmla="*/ 0 h 333"/>
                <a:gd name="T6" fmla="*/ 2147483646 w 333"/>
                <a:gd name="T7" fmla="*/ 2147483646 h 333"/>
                <a:gd name="T8" fmla="*/ 2147483646 w 333"/>
                <a:gd name="T9" fmla="*/ 2147483646 h 333"/>
                <a:gd name="T10" fmla="*/ 2147483646 w 333"/>
                <a:gd name="T11" fmla="*/ 2147483646 h 333"/>
                <a:gd name="T12" fmla="*/ 2147483646 w 333"/>
                <a:gd name="T13" fmla="*/ 2147483646 h 333"/>
                <a:gd name="T14" fmla="*/ 2147483646 w 333"/>
                <a:gd name="T15" fmla="*/ 2147483646 h 333"/>
                <a:gd name="T16" fmla="*/ 2147483646 w 333"/>
                <a:gd name="T17" fmla="*/ 2147483646 h 333"/>
                <a:gd name="T18" fmla="*/ 2147483646 w 333"/>
                <a:gd name="T19" fmla="*/ 2147483646 h 33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3" h="333">
                  <a:moveTo>
                    <a:pt x="167" y="333"/>
                  </a:moveTo>
                  <a:cubicBezTo>
                    <a:pt x="75" y="333"/>
                    <a:pt x="0" y="258"/>
                    <a:pt x="0" y="167"/>
                  </a:cubicBezTo>
                  <a:cubicBezTo>
                    <a:pt x="0" y="75"/>
                    <a:pt x="75" y="0"/>
                    <a:pt x="167" y="0"/>
                  </a:cubicBezTo>
                  <a:cubicBezTo>
                    <a:pt x="259" y="0"/>
                    <a:pt x="333" y="75"/>
                    <a:pt x="333" y="167"/>
                  </a:cubicBezTo>
                  <a:cubicBezTo>
                    <a:pt x="333" y="258"/>
                    <a:pt x="259" y="333"/>
                    <a:pt x="167" y="333"/>
                  </a:cubicBezTo>
                  <a:close/>
                  <a:moveTo>
                    <a:pt x="167" y="4"/>
                  </a:moveTo>
                  <a:cubicBezTo>
                    <a:pt x="77" y="4"/>
                    <a:pt x="4" y="77"/>
                    <a:pt x="4" y="167"/>
                  </a:cubicBezTo>
                  <a:cubicBezTo>
                    <a:pt x="4" y="256"/>
                    <a:pt x="77" y="329"/>
                    <a:pt x="167" y="329"/>
                  </a:cubicBezTo>
                  <a:cubicBezTo>
                    <a:pt x="256" y="329"/>
                    <a:pt x="329" y="256"/>
                    <a:pt x="329" y="167"/>
                  </a:cubicBezTo>
                  <a:cubicBezTo>
                    <a:pt x="329" y="77"/>
                    <a:pt x="256" y="4"/>
                    <a:pt x="16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0" name="Freeform 244"/>
            <p:cNvSpPr>
              <a:spLocks noEditPoints="1"/>
            </p:cNvSpPr>
            <p:nvPr/>
          </p:nvSpPr>
          <p:spPr bwMode="auto">
            <a:xfrm>
              <a:off x="5846764" y="3890964"/>
              <a:ext cx="130175" cy="130175"/>
            </a:xfrm>
            <a:custGeom>
              <a:avLst/>
              <a:gdLst>
                <a:gd name="T0" fmla="*/ 2147483646 w 84"/>
                <a:gd name="T1" fmla="*/ 2147483646 h 84"/>
                <a:gd name="T2" fmla="*/ 0 w 84"/>
                <a:gd name="T3" fmla="*/ 2147483646 h 84"/>
                <a:gd name="T4" fmla="*/ 2147483646 w 84"/>
                <a:gd name="T5" fmla="*/ 0 h 84"/>
                <a:gd name="T6" fmla="*/ 2147483646 w 84"/>
                <a:gd name="T7" fmla="*/ 2147483646 h 84"/>
                <a:gd name="T8" fmla="*/ 2147483646 w 84"/>
                <a:gd name="T9" fmla="*/ 2147483646 h 84"/>
                <a:gd name="T10" fmla="*/ 2147483646 w 84"/>
                <a:gd name="T11" fmla="*/ 2147483646 h 84"/>
                <a:gd name="T12" fmla="*/ 2147483646 w 84"/>
                <a:gd name="T13" fmla="*/ 2147483646 h 84"/>
                <a:gd name="T14" fmla="*/ 2147483646 w 84"/>
                <a:gd name="T15" fmla="*/ 2147483646 h 84"/>
                <a:gd name="T16" fmla="*/ 2147483646 w 84"/>
                <a:gd name="T17" fmla="*/ 2147483646 h 84"/>
                <a:gd name="T18" fmla="*/ 2147483646 w 84"/>
                <a:gd name="T19" fmla="*/ 2147483646 h 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4" h="84">
                  <a:moveTo>
                    <a:pt x="42" y="84"/>
                  </a:moveTo>
                  <a:cubicBezTo>
                    <a:pt x="19" y="84"/>
                    <a:pt x="0" y="65"/>
                    <a:pt x="0" y="42"/>
                  </a:cubicBezTo>
                  <a:cubicBezTo>
                    <a:pt x="0" y="19"/>
                    <a:pt x="19" y="0"/>
                    <a:pt x="42" y="0"/>
                  </a:cubicBezTo>
                  <a:cubicBezTo>
                    <a:pt x="65" y="0"/>
                    <a:pt x="84" y="19"/>
                    <a:pt x="84" y="42"/>
                  </a:cubicBezTo>
                  <a:cubicBezTo>
                    <a:pt x="84" y="65"/>
                    <a:pt x="65" y="84"/>
                    <a:pt x="42" y="84"/>
                  </a:cubicBezTo>
                  <a:close/>
                  <a:moveTo>
                    <a:pt x="42" y="4"/>
                  </a:moveTo>
                  <a:cubicBezTo>
                    <a:pt x="21" y="4"/>
                    <a:pt x="4" y="21"/>
                    <a:pt x="4" y="42"/>
                  </a:cubicBezTo>
                  <a:cubicBezTo>
                    <a:pt x="4" y="63"/>
                    <a:pt x="21" y="80"/>
                    <a:pt x="42" y="80"/>
                  </a:cubicBezTo>
                  <a:cubicBezTo>
                    <a:pt x="63" y="80"/>
                    <a:pt x="80" y="63"/>
                    <a:pt x="80" y="42"/>
                  </a:cubicBezTo>
                  <a:cubicBezTo>
                    <a:pt x="80" y="21"/>
                    <a:pt x="63" y="4"/>
                    <a:pt x="4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1" name="Freeform 245"/>
            <p:cNvSpPr/>
            <p:nvPr/>
          </p:nvSpPr>
          <p:spPr bwMode="auto">
            <a:xfrm>
              <a:off x="5927726" y="4238626"/>
              <a:ext cx="26988" cy="190500"/>
            </a:xfrm>
            <a:custGeom>
              <a:avLst/>
              <a:gdLst>
                <a:gd name="T0" fmla="*/ 2147483646 w 17"/>
                <a:gd name="T1" fmla="*/ 2147483646 h 120"/>
                <a:gd name="T2" fmla="*/ 0 w 17"/>
                <a:gd name="T3" fmla="*/ 0 h 120"/>
                <a:gd name="T4" fmla="*/ 2147483646 w 17"/>
                <a:gd name="T5" fmla="*/ 0 h 120"/>
                <a:gd name="T6" fmla="*/ 2147483646 w 17"/>
                <a:gd name="T7" fmla="*/ 2147483646 h 120"/>
                <a:gd name="T8" fmla="*/ 2147483646 w 17"/>
                <a:gd name="T9" fmla="*/ 214748364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20">
                  <a:moveTo>
                    <a:pt x="9" y="120"/>
                  </a:moveTo>
                  <a:lnTo>
                    <a:pt x="0" y="0"/>
                  </a:lnTo>
                  <a:lnTo>
                    <a:pt x="8" y="0"/>
                  </a:lnTo>
                  <a:lnTo>
                    <a:pt x="17" y="120"/>
                  </a:lnTo>
                  <a:lnTo>
                    <a:pt x="9" y="1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2" name="Freeform 246"/>
            <p:cNvSpPr/>
            <p:nvPr/>
          </p:nvSpPr>
          <p:spPr bwMode="auto">
            <a:xfrm>
              <a:off x="5870576" y="4238626"/>
              <a:ext cx="26988" cy="190500"/>
            </a:xfrm>
            <a:custGeom>
              <a:avLst/>
              <a:gdLst>
                <a:gd name="T0" fmla="*/ 2147483646 w 17"/>
                <a:gd name="T1" fmla="*/ 2147483646 h 120"/>
                <a:gd name="T2" fmla="*/ 0 w 17"/>
                <a:gd name="T3" fmla="*/ 2147483646 h 120"/>
                <a:gd name="T4" fmla="*/ 2147483646 w 17"/>
                <a:gd name="T5" fmla="*/ 0 h 120"/>
                <a:gd name="T6" fmla="*/ 2147483646 w 17"/>
                <a:gd name="T7" fmla="*/ 0 h 120"/>
                <a:gd name="T8" fmla="*/ 2147483646 w 17"/>
                <a:gd name="T9" fmla="*/ 214748364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20">
                  <a:moveTo>
                    <a:pt x="8" y="120"/>
                  </a:moveTo>
                  <a:lnTo>
                    <a:pt x="0" y="120"/>
                  </a:lnTo>
                  <a:lnTo>
                    <a:pt x="9" y="0"/>
                  </a:lnTo>
                  <a:lnTo>
                    <a:pt x="17" y="0"/>
                  </a:lnTo>
                  <a:lnTo>
                    <a:pt x="8" y="1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3" name="Freeform 247"/>
            <p:cNvSpPr/>
            <p:nvPr/>
          </p:nvSpPr>
          <p:spPr bwMode="auto">
            <a:xfrm>
              <a:off x="5765801" y="4424364"/>
              <a:ext cx="290513" cy="71438"/>
            </a:xfrm>
            <a:custGeom>
              <a:avLst/>
              <a:gdLst>
                <a:gd name="T0" fmla="*/ 2147483646 w 187"/>
                <a:gd name="T1" fmla="*/ 2147483646 h 47"/>
                <a:gd name="T2" fmla="*/ 2147483646 w 187"/>
                <a:gd name="T3" fmla="*/ 2147483646 h 47"/>
                <a:gd name="T4" fmla="*/ 2147483646 w 187"/>
                <a:gd name="T5" fmla="*/ 2147483646 h 47"/>
                <a:gd name="T6" fmla="*/ 2147483646 w 187"/>
                <a:gd name="T7" fmla="*/ 2147483646 h 47"/>
                <a:gd name="T8" fmla="*/ 2147483646 w 187"/>
                <a:gd name="T9" fmla="*/ 2147483646 h 47"/>
                <a:gd name="T10" fmla="*/ 2147483646 w 187"/>
                <a:gd name="T11" fmla="*/ 2147483646 h 47"/>
                <a:gd name="T12" fmla="*/ 2147483646 w 187"/>
                <a:gd name="T13" fmla="*/ 2147483646 h 47"/>
                <a:gd name="T14" fmla="*/ 2147483646 w 187"/>
                <a:gd name="T15" fmla="*/ 2147483646 h 47"/>
                <a:gd name="T16" fmla="*/ 2147483646 w 187"/>
                <a:gd name="T17" fmla="*/ 2147483646 h 47"/>
                <a:gd name="T18" fmla="*/ 2147483646 w 187"/>
                <a:gd name="T19" fmla="*/ 2147483646 h 47"/>
                <a:gd name="T20" fmla="*/ 2147483646 w 187"/>
                <a:gd name="T21" fmla="*/ 2147483646 h 47"/>
                <a:gd name="T22" fmla="*/ 2147483646 w 187"/>
                <a:gd name="T23" fmla="*/ 2147483646 h 47"/>
                <a:gd name="T24" fmla="*/ 2147483646 w 187"/>
                <a:gd name="T25" fmla="*/ 2147483646 h 47"/>
                <a:gd name="T26" fmla="*/ 2147483646 w 187"/>
                <a:gd name="T27" fmla="*/ 2147483646 h 47"/>
                <a:gd name="T28" fmla="*/ 2147483646 w 187"/>
                <a:gd name="T29" fmla="*/ 2147483646 h 47"/>
                <a:gd name="T30" fmla="*/ 2147483646 w 187"/>
                <a:gd name="T31" fmla="*/ 2147483646 h 47"/>
                <a:gd name="T32" fmla="*/ 2147483646 w 187"/>
                <a:gd name="T33" fmla="*/ 2147483646 h 47"/>
                <a:gd name="T34" fmla="*/ 2147483646 w 187"/>
                <a:gd name="T35" fmla="*/ 2147483646 h 47"/>
                <a:gd name="T36" fmla="*/ 2147483646 w 187"/>
                <a:gd name="T37" fmla="*/ 2147483646 h 47"/>
                <a:gd name="T38" fmla="*/ 0 w 187"/>
                <a:gd name="T39" fmla="*/ 2147483646 h 47"/>
                <a:gd name="T40" fmla="*/ 2147483646 w 187"/>
                <a:gd name="T41" fmla="*/ 2147483646 h 47"/>
                <a:gd name="T42" fmla="*/ 2147483646 w 187"/>
                <a:gd name="T43" fmla="*/ 0 h 47"/>
                <a:gd name="T44" fmla="*/ 2147483646 w 187"/>
                <a:gd name="T45" fmla="*/ 0 h 47"/>
                <a:gd name="T46" fmla="*/ 2147483646 w 187"/>
                <a:gd name="T47" fmla="*/ 2147483646 h 47"/>
                <a:gd name="T48" fmla="*/ 2147483646 w 187"/>
                <a:gd name="T49" fmla="*/ 2147483646 h 47"/>
                <a:gd name="T50" fmla="*/ 2147483646 w 187"/>
                <a:gd name="T51" fmla="*/ 2147483646 h 47"/>
                <a:gd name="T52" fmla="*/ 2147483646 w 187"/>
                <a:gd name="T53" fmla="*/ 2147483646 h 47"/>
                <a:gd name="T54" fmla="*/ 2147483646 w 187"/>
                <a:gd name="T55" fmla="*/ 2147483646 h 4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87" h="47">
                  <a:moveTo>
                    <a:pt x="176" y="47"/>
                  </a:moveTo>
                  <a:cubicBezTo>
                    <a:pt x="143" y="47"/>
                    <a:pt x="143" y="47"/>
                    <a:pt x="143" y="47"/>
                  </a:cubicBezTo>
                  <a:cubicBezTo>
                    <a:pt x="143" y="39"/>
                    <a:pt x="143" y="39"/>
                    <a:pt x="143" y="39"/>
                  </a:cubicBezTo>
                  <a:cubicBezTo>
                    <a:pt x="174" y="39"/>
                    <a:pt x="174" y="39"/>
                    <a:pt x="174" y="39"/>
                  </a:cubicBezTo>
                  <a:cubicBezTo>
                    <a:pt x="179" y="29"/>
                    <a:pt x="179" y="29"/>
                    <a:pt x="179" y="29"/>
                  </a:cubicBezTo>
                  <a:cubicBezTo>
                    <a:pt x="179" y="28"/>
                    <a:pt x="179" y="27"/>
                    <a:pt x="179" y="26"/>
                  </a:cubicBezTo>
                  <a:cubicBezTo>
                    <a:pt x="179" y="23"/>
                    <a:pt x="178" y="21"/>
                    <a:pt x="177" y="20"/>
                  </a:cubicBezTo>
                  <a:cubicBezTo>
                    <a:pt x="142" y="8"/>
                    <a:pt x="103" y="8"/>
                    <a:pt x="102" y="8"/>
                  </a:cubicBezTo>
                  <a:cubicBezTo>
                    <a:pt x="102" y="8"/>
                    <a:pt x="102" y="8"/>
                    <a:pt x="102" y="8"/>
                  </a:cubicBezTo>
                  <a:cubicBezTo>
                    <a:pt x="85" y="8"/>
                    <a:pt x="85" y="8"/>
                    <a:pt x="85" y="8"/>
                  </a:cubicBezTo>
                  <a:cubicBezTo>
                    <a:pt x="85" y="8"/>
                    <a:pt x="46" y="8"/>
                    <a:pt x="11" y="20"/>
                  </a:cubicBezTo>
                  <a:cubicBezTo>
                    <a:pt x="9" y="21"/>
                    <a:pt x="8" y="23"/>
                    <a:pt x="8" y="26"/>
                  </a:cubicBezTo>
                  <a:cubicBezTo>
                    <a:pt x="8" y="27"/>
                    <a:pt x="9" y="28"/>
                    <a:pt x="9" y="29"/>
                  </a:cubicBezTo>
                  <a:cubicBezTo>
                    <a:pt x="14" y="39"/>
                    <a:pt x="14" y="39"/>
                    <a:pt x="14" y="39"/>
                  </a:cubicBezTo>
                  <a:cubicBezTo>
                    <a:pt x="100" y="39"/>
                    <a:pt x="100" y="39"/>
                    <a:pt x="100" y="39"/>
                  </a:cubicBezTo>
                  <a:cubicBezTo>
                    <a:pt x="100" y="47"/>
                    <a:pt x="100" y="47"/>
                    <a:pt x="100" y="47"/>
                  </a:cubicBezTo>
                  <a:cubicBezTo>
                    <a:pt x="11" y="47"/>
                    <a:pt x="11" y="47"/>
                    <a:pt x="11" y="47"/>
                  </a:cubicBezTo>
                  <a:cubicBezTo>
                    <a:pt x="10" y="47"/>
                    <a:pt x="8" y="46"/>
                    <a:pt x="8" y="44"/>
                  </a:cubicBezTo>
                  <a:cubicBezTo>
                    <a:pt x="2" y="33"/>
                    <a:pt x="2" y="33"/>
                    <a:pt x="2" y="33"/>
                  </a:cubicBezTo>
                  <a:cubicBezTo>
                    <a:pt x="1" y="30"/>
                    <a:pt x="0" y="28"/>
                    <a:pt x="0" y="26"/>
                  </a:cubicBezTo>
                  <a:cubicBezTo>
                    <a:pt x="0" y="20"/>
                    <a:pt x="3" y="14"/>
                    <a:pt x="8" y="13"/>
                  </a:cubicBezTo>
                  <a:cubicBezTo>
                    <a:pt x="45" y="0"/>
                    <a:pt x="84" y="0"/>
                    <a:pt x="85" y="0"/>
                  </a:cubicBezTo>
                  <a:cubicBezTo>
                    <a:pt x="102" y="0"/>
                    <a:pt x="102" y="0"/>
                    <a:pt x="102" y="0"/>
                  </a:cubicBezTo>
                  <a:cubicBezTo>
                    <a:pt x="104" y="0"/>
                    <a:pt x="143" y="0"/>
                    <a:pt x="180" y="13"/>
                  </a:cubicBezTo>
                  <a:cubicBezTo>
                    <a:pt x="184" y="14"/>
                    <a:pt x="187" y="20"/>
                    <a:pt x="187" y="26"/>
                  </a:cubicBezTo>
                  <a:cubicBezTo>
                    <a:pt x="187" y="28"/>
                    <a:pt x="187" y="30"/>
                    <a:pt x="186" y="33"/>
                  </a:cubicBezTo>
                  <a:cubicBezTo>
                    <a:pt x="180" y="44"/>
                    <a:pt x="180" y="44"/>
                    <a:pt x="180" y="44"/>
                  </a:cubicBezTo>
                  <a:cubicBezTo>
                    <a:pt x="179" y="46"/>
                    <a:pt x="178" y="47"/>
                    <a:pt x="176" y="4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4" name="Freeform 248"/>
            <p:cNvSpPr/>
            <p:nvPr/>
          </p:nvSpPr>
          <p:spPr bwMode="auto">
            <a:xfrm>
              <a:off x="5908676" y="3954464"/>
              <a:ext cx="14288" cy="9525"/>
            </a:xfrm>
            <a:custGeom>
              <a:avLst/>
              <a:gdLst>
                <a:gd name="T0" fmla="*/ 2147483646 w 9"/>
                <a:gd name="T1" fmla="*/ 0 h 6"/>
                <a:gd name="T2" fmla="*/ 2147483646 w 9"/>
                <a:gd name="T3" fmla="*/ 2147483646 h 6"/>
                <a:gd name="T4" fmla="*/ 2147483646 w 9"/>
                <a:gd name="T5" fmla="*/ 2147483646 h 6"/>
                <a:gd name="T6" fmla="*/ 2147483646 w 9"/>
                <a:gd name="T7" fmla="*/ 2147483646 h 6"/>
                <a:gd name="T8" fmla="*/ 2147483646 w 9"/>
                <a:gd name="T9" fmla="*/ 2147483646 h 6"/>
                <a:gd name="T10" fmla="*/ 2147483646 w 9"/>
                <a:gd name="T11" fmla="*/ 2147483646 h 6"/>
                <a:gd name="T12" fmla="*/ 2147483646 w 9"/>
                <a:gd name="T13" fmla="*/ 2147483646 h 6"/>
                <a:gd name="T14" fmla="*/ 2147483646 w 9"/>
                <a:gd name="T15" fmla="*/ 2147483646 h 6"/>
                <a:gd name="T16" fmla="*/ 2147483646 w 9"/>
                <a:gd name="T17" fmla="*/ 2147483646 h 6"/>
                <a:gd name="T18" fmla="*/ 2147483646 w 9"/>
                <a:gd name="T19" fmla="*/ 2147483646 h 6"/>
                <a:gd name="T20" fmla="*/ 2147483646 w 9"/>
                <a:gd name="T21" fmla="*/ 2147483646 h 6"/>
                <a:gd name="T22" fmla="*/ 2147483646 w 9"/>
                <a:gd name="T23" fmla="*/ 2147483646 h 6"/>
                <a:gd name="T24" fmla="*/ 2147483646 w 9"/>
                <a:gd name="T25" fmla="*/ 2147483646 h 6"/>
                <a:gd name="T26" fmla="*/ 2147483646 w 9"/>
                <a:gd name="T27" fmla="*/ 2147483646 h 6"/>
                <a:gd name="T28" fmla="*/ 2147483646 w 9"/>
                <a:gd name="T29" fmla="*/ 2147483646 h 6"/>
                <a:gd name="T30" fmla="*/ 2147483646 w 9"/>
                <a:gd name="T31" fmla="*/ 2147483646 h 6"/>
                <a:gd name="T32" fmla="*/ 2147483646 w 9"/>
                <a:gd name="T33" fmla="*/ 2147483646 h 6"/>
                <a:gd name="T34" fmla="*/ 2147483646 w 9"/>
                <a:gd name="T35" fmla="*/ 2147483646 h 6"/>
                <a:gd name="T36" fmla="*/ 2147483646 w 9"/>
                <a:gd name="T37" fmla="*/ 2147483646 h 6"/>
                <a:gd name="T38" fmla="*/ 2147483646 w 9"/>
                <a:gd name="T39" fmla="*/ 2147483646 h 6"/>
                <a:gd name="T40" fmla="*/ 2147483646 w 9"/>
                <a:gd name="T41" fmla="*/ 2147483646 h 6"/>
                <a:gd name="T42" fmla="*/ 2147483646 w 9"/>
                <a:gd name="T43" fmla="*/ 2147483646 h 6"/>
                <a:gd name="T44" fmla="*/ 2147483646 w 9"/>
                <a:gd name="T45" fmla="*/ 2147483646 h 6"/>
                <a:gd name="T46" fmla="*/ 2147483646 w 9"/>
                <a:gd name="T47" fmla="*/ 2147483646 h 6"/>
                <a:gd name="T48" fmla="*/ 2147483646 w 9"/>
                <a:gd name="T49" fmla="*/ 2147483646 h 6"/>
                <a:gd name="T50" fmla="*/ 0 w 9"/>
                <a:gd name="T51" fmla="*/ 2147483646 h 6"/>
                <a:gd name="T52" fmla="*/ 0 w 9"/>
                <a:gd name="T53" fmla="*/ 2147483646 h 6"/>
                <a:gd name="T54" fmla="*/ 0 w 9"/>
                <a:gd name="T55" fmla="*/ 0 h 6"/>
                <a:gd name="T56" fmla="*/ 2147483646 w 9"/>
                <a:gd name="T57" fmla="*/ 0 h 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 h="6">
                  <a:moveTo>
                    <a:pt x="9" y="0"/>
                  </a:moveTo>
                  <a:cubicBezTo>
                    <a:pt x="9" y="1"/>
                    <a:pt x="9" y="1"/>
                    <a:pt x="9" y="2"/>
                  </a:cubicBezTo>
                  <a:cubicBezTo>
                    <a:pt x="9" y="2"/>
                    <a:pt x="9" y="2"/>
                    <a:pt x="9" y="2"/>
                  </a:cubicBezTo>
                  <a:cubicBezTo>
                    <a:pt x="9" y="2"/>
                    <a:pt x="9" y="2"/>
                    <a:pt x="9" y="2"/>
                  </a:cubicBezTo>
                  <a:cubicBezTo>
                    <a:pt x="7" y="2"/>
                    <a:pt x="5" y="2"/>
                    <a:pt x="3" y="2"/>
                  </a:cubicBezTo>
                  <a:cubicBezTo>
                    <a:pt x="3" y="2"/>
                    <a:pt x="3" y="2"/>
                    <a:pt x="3" y="2"/>
                  </a:cubicBezTo>
                  <a:cubicBezTo>
                    <a:pt x="3" y="2"/>
                    <a:pt x="3" y="2"/>
                    <a:pt x="3" y="3"/>
                  </a:cubicBezTo>
                  <a:cubicBezTo>
                    <a:pt x="3" y="3"/>
                    <a:pt x="3" y="3"/>
                    <a:pt x="3" y="3"/>
                  </a:cubicBezTo>
                  <a:cubicBezTo>
                    <a:pt x="3" y="3"/>
                    <a:pt x="4" y="3"/>
                    <a:pt x="4" y="3"/>
                  </a:cubicBezTo>
                  <a:cubicBezTo>
                    <a:pt x="5" y="3"/>
                    <a:pt x="7" y="3"/>
                    <a:pt x="8" y="3"/>
                  </a:cubicBezTo>
                  <a:cubicBezTo>
                    <a:pt x="8" y="3"/>
                    <a:pt x="8" y="3"/>
                    <a:pt x="8" y="3"/>
                  </a:cubicBezTo>
                  <a:cubicBezTo>
                    <a:pt x="8" y="3"/>
                    <a:pt x="8" y="4"/>
                    <a:pt x="8" y="4"/>
                  </a:cubicBezTo>
                  <a:cubicBezTo>
                    <a:pt x="8" y="4"/>
                    <a:pt x="8" y="4"/>
                    <a:pt x="8" y="4"/>
                  </a:cubicBezTo>
                  <a:cubicBezTo>
                    <a:pt x="8" y="4"/>
                    <a:pt x="8" y="4"/>
                    <a:pt x="8" y="4"/>
                  </a:cubicBezTo>
                  <a:cubicBezTo>
                    <a:pt x="6" y="4"/>
                    <a:pt x="5" y="4"/>
                    <a:pt x="3" y="4"/>
                  </a:cubicBezTo>
                  <a:cubicBezTo>
                    <a:pt x="3" y="4"/>
                    <a:pt x="3" y="4"/>
                    <a:pt x="3" y="4"/>
                  </a:cubicBezTo>
                  <a:cubicBezTo>
                    <a:pt x="3" y="5"/>
                    <a:pt x="3" y="5"/>
                    <a:pt x="4" y="5"/>
                  </a:cubicBezTo>
                  <a:cubicBezTo>
                    <a:pt x="4" y="5"/>
                    <a:pt x="5" y="5"/>
                    <a:pt x="5" y="5"/>
                  </a:cubicBezTo>
                  <a:cubicBezTo>
                    <a:pt x="6" y="5"/>
                    <a:pt x="7" y="5"/>
                    <a:pt x="9" y="5"/>
                  </a:cubicBezTo>
                  <a:cubicBezTo>
                    <a:pt x="9" y="5"/>
                    <a:pt x="9" y="5"/>
                    <a:pt x="9" y="5"/>
                  </a:cubicBezTo>
                  <a:cubicBezTo>
                    <a:pt x="9" y="6"/>
                    <a:pt x="9" y="6"/>
                    <a:pt x="9" y="6"/>
                  </a:cubicBezTo>
                  <a:cubicBezTo>
                    <a:pt x="9" y="6"/>
                    <a:pt x="9" y="6"/>
                    <a:pt x="9" y="6"/>
                  </a:cubicBezTo>
                  <a:cubicBezTo>
                    <a:pt x="7" y="6"/>
                    <a:pt x="5" y="6"/>
                    <a:pt x="3" y="6"/>
                  </a:cubicBezTo>
                  <a:cubicBezTo>
                    <a:pt x="3" y="6"/>
                    <a:pt x="2" y="6"/>
                    <a:pt x="2" y="6"/>
                  </a:cubicBezTo>
                  <a:cubicBezTo>
                    <a:pt x="1" y="6"/>
                    <a:pt x="1" y="6"/>
                    <a:pt x="1" y="5"/>
                  </a:cubicBezTo>
                  <a:cubicBezTo>
                    <a:pt x="0" y="5"/>
                    <a:pt x="0" y="5"/>
                    <a:pt x="0" y="4"/>
                  </a:cubicBezTo>
                  <a:cubicBezTo>
                    <a:pt x="0" y="3"/>
                    <a:pt x="0" y="2"/>
                    <a:pt x="0" y="1"/>
                  </a:cubicBezTo>
                  <a:cubicBezTo>
                    <a:pt x="0" y="0"/>
                    <a:pt x="0" y="0"/>
                    <a:pt x="0" y="0"/>
                  </a:cubicBezTo>
                  <a:cubicBezTo>
                    <a:pt x="3" y="0"/>
                    <a:pt x="6" y="0"/>
                    <a:pt x="9"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5" name="Freeform 249"/>
            <p:cNvSpPr/>
            <p:nvPr/>
          </p:nvSpPr>
          <p:spPr bwMode="auto">
            <a:xfrm>
              <a:off x="5924551" y="3954464"/>
              <a:ext cx="14288" cy="9525"/>
            </a:xfrm>
            <a:custGeom>
              <a:avLst/>
              <a:gdLst>
                <a:gd name="T0" fmla="*/ 2147483646 w 9"/>
                <a:gd name="T1" fmla="*/ 0 h 6"/>
                <a:gd name="T2" fmla="*/ 2147483646 w 9"/>
                <a:gd name="T3" fmla="*/ 2147483646 h 6"/>
                <a:gd name="T4" fmla="*/ 2147483646 w 9"/>
                <a:gd name="T5" fmla="*/ 2147483646 h 6"/>
                <a:gd name="T6" fmla="*/ 2147483646 w 9"/>
                <a:gd name="T7" fmla="*/ 2147483646 h 6"/>
                <a:gd name="T8" fmla="*/ 2147483646 w 9"/>
                <a:gd name="T9" fmla="*/ 2147483646 h 6"/>
                <a:gd name="T10" fmla="*/ 2147483646 w 9"/>
                <a:gd name="T11" fmla="*/ 2147483646 h 6"/>
                <a:gd name="T12" fmla="*/ 2147483646 w 9"/>
                <a:gd name="T13" fmla="*/ 2147483646 h 6"/>
                <a:gd name="T14" fmla="*/ 2147483646 w 9"/>
                <a:gd name="T15" fmla="*/ 2147483646 h 6"/>
                <a:gd name="T16" fmla="*/ 2147483646 w 9"/>
                <a:gd name="T17" fmla="*/ 2147483646 h 6"/>
                <a:gd name="T18" fmla="*/ 2147483646 w 9"/>
                <a:gd name="T19" fmla="*/ 2147483646 h 6"/>
                <a:gd name="T20" fmla="*/ 2147483646 w 9"/>
                <a:gd name="T21" fmla="*/ 2147483646 h 6"/>
                <a:gd name="T22" fmla="*/ 2147483646 w 9"/>
                <a:gd name="T23" fmla="*/ 2147483646 h 6"/>
                <a:gd name="T24" fmla="*/ 2147483646 w 9"/>
                <a:gd name="T25" fmla="*/ 2147483646 h 6"/>
                <a:gd name="T26" fmla="*/ 2147483646 w 9"/>
                <a:gd name="T27" fmla="*/ 2147483646 h 6"/>
                <a:gd name="T28" fmla="*/ 2147483646 w 9"/>
                <a:gd name="T29" fmla="*/ 2147483646 h 6"/>
                <a:gd name="T30" fmla="*/ 2147483646 w 9"/>
                <a:gd name="T31" fmla="*/ 2147483646 h 6"/>
                <a:gd name="T32" fmla="*/ 0 w 9"/>
                <a:gd name="T33" fmla="*/ 2147483646 h 6"/>
                <a:gd name="T34" fmla="*/ 0 w 9"/>
                <a:gd name="T35" fmla="*/ 2147483646 h 6"/>
                <a:gd name="T36" fmla="*/ 0 w 9"/>
                <a:gd name="T37" fmla="*/ 2147483646 h 6"/>
                <a:gd name="T38" fmla="*/ 2147483646 w 9"/>
                <a:gd name="T39" fmla="*/ 2147483646 h 6"/>
                <a:gd name="T40" fmla="*/ 2147483646 w 9"/>
                <a:gd name="T41" fmla="*/ 2147483646 h 6"/>
                <a:gd name="T42" fmla="*/ 2147483646 w 9"/>
                <a:gd name="T43" fmla="*/ 2147483646 h 6"/>
                <a:gd name="T44" fmla="*/ 2147483646 w 9"/>
                <a:gd name="T45" fmla="*/ 2147483646 h 6"/>
                <a:gd name="T46" fmla="*/ 2147483646 w 9"/>
                <a:gd name="T47" fmla="*/ 2147483646 h 6"/>
                <a:gd name="T48" fmla="*/ 0 w 9"/>
                <a:gd name="T49" fmla="*/ 2147483646 h 6"/>
                <a:gd name="T50" fmla="*/ 0 w 9"/>
                <a:gd name="T51" fmla="*/ 0 h 6"/>
                <a:gd name="T52" fmla="*/ 2147483646 w 9"/>
                <a:gd name="T53" fmla="*/ 0 h 6"/>
                <a:gd name="T54" fmla="*/ 2147483646 w 9"/>
                <a:gd name="T55" fmla="*/ 2147483646 h 6"/>
                <a:gd name="T56" fmla="*/ 2147483646 w 9"/>
                <a:gd name="T57" fmla="*/ 2147483646 h 6"/>
                <a:gd name="T58" fmla="*/ 2147483646 w 9"/>
                <a:gd name="T59" fmla="*/ 2147483646 h 6"/>
                <a:gd name="T60" fmla="*/ 2147483646 w 9"/>
                <a:gd name="T61" fmla="*/ 2147483646 h 6"/>
                <a:gd name="T62" fmla="*/ 2147483646 w 9"/>
                <a:gd name="T63" fmla="*/ 2147483646 h 6"/>
                <a:gd name="T64" fmla="*/ 2147483646 w 9"/>
                <a:gd name="T65" fmla="*/ 2147483646 h 6"/>
                <a:gd name="T66" fmla="*/ 2147483646 w 9"/>
                <a:gd name="T67" fmla="*/ 0 h 6"/>
                <a:gd name="T68" fmla="*/ 2147483646 w 9"/>
                <a:gd name="T69" fmla="*/ 0 h 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 h="6">
                  <a:moveTo>
                    <a:pt x="9" y="0"/>
                  </a:moveTo>
                  <a:cubicBezTo>
                    <a:pt x="9" y="1"/>
                    <a:pt x="9" y="1"/>
                    <a:pt x="9" y="1"/>
                  </a:cubicBezTo>
                  <a:cubicBezTo>
                    <a:pt x="9" y="1"/>
                    <a:pt x="8" y="1"/>
                    <a:pt x="8" y="2"/>
                  </a:cubicBezTo>
                  <a:cubicBezTo>
                    <a:pt x="7" y="2"/>
                    <a:pt x="7" y="3"/>
                    <a:pt x="6" y="3"/>
                  </a:cubicBezTo>
                  <a:cubicBezTo>
                    <a:pt x="6" y="3"/>
                    <a:pt x="6" y="3"/>
                    <a:pt x="6" y="3"/>
                  </a:cubicBezTo>
                  <a:cubicBezTo>
                    <a:pt x="7" y="4"/>
                    <a:pt x="8" y="5"/>
                    <a:pt x="9" y="6"/>
                  </a:cubicBezTo>
                  <a:cubicBezTo>
                    <a:pt x="9" y="6"/>
                    <a:pt x="9" y="6"/>
                    <a:pt x="9" y="6"/>
                  </a:cubicBezTo>
                  <a:cubicBezTo>
                    <a:pt x="9" y="6"/>
                    <a:pt x="9" y="6"/>
                    <a:pt x="9" y="6"/>
                  </a:cubicBezTo>
                  <a:cubicBezTo>
                    <a:pt x="9" y="6"/>
                    <a:pt x="9" y="6"/>
                    <a:pt x="9" y="6"/>
                  </a:cubicBezTo>
                  <a:cubicBezTo>
                    <a:pt x="9" y="6"/>
                    <a:pt x="9" y="6"/>
                    <a:pt x="9" y="6"/>
                  </a:cubicBezTo>
                  <a:cubicBezTo>
                    <a:pt x="8" y="6"/>
                    <a:pt x="7" y="6"/>
                    <a:pt x="6" y="6"/>
                  </a:cubicBezTo>
                  <a:cubicBezTo>
                    <a:pt x="6" y="6"/>
                    <a:pt x="6" y="6"/>
                    <a:pt x="6" y="6"/>
                  </a:cubicBezTo>
                  <a:cubicBezTo>
                    <a:pt x="5" y="6"/>
                    <a:pt x="5" y="5"/>
                    <a:pt x="5" y="5"/>
                  </a:cubicBezTo>
                  <a:cubicBezTo>
                    <a:pt x="4" y="5"/>
                    <a:pt x="4" y="5"/>
                    <a:pt x="4" y="5"/>
                  </a:cubicBezTo>
                  <a:cubicBezTo>
                    <a:pt x="4" y="5"/>
                    <a:pt x="3" y="6"/>
                    <a:pt x="3" y="6"/>
                  </a:cubicBezTo>
                  <a:cubicBezTo>
                    <a:pt x="3" y="6"/>
                    <a:pt x="3" y="6"/>
                    <a:pt x="3" y="6"/>
                  </a:cubicBezTo>
                  <a:cubicBezTo>
                    <a:pt x="2" y="6"/>
                    <a:pt x="1" y="6"/>
                    <a:pt x="0" y="6"/>
                  </a:cubicBezTo>
                  <a:cubicBezTo>
                    <a:pt x="0" y="6"/>
                    <a:pt x="0" y="6"/>
                    <a:pt x="0" y="6"/>
                  </a:cubicBezTo>
                  <a:cubicBezTo>
                    <a:pt x="0" y="6"/>
                    <a:pt x="0" y="6"/>
                    <a:pt x="0" y="6"/>
                  </a:cubicBezTo>
                  <a:cubicBezTo>
                    <a:pt x="0" y="6"/>
                    <a:pt x="1" y="6"/>
                    <a:pt x="1" y="5"/>
                  </a:cubicBezTo>
                  <a:cubicBezTo>
                    <a:pt x="1" y="5"/>
                    <a:pt x="2" y="4"/>
                    <a:pt x="2" y="4"/>
                  </a:cubicBezTo>
                  <a:cubicBezTo>
                    <a:pt x="3" y="4"/>
                    <a:pt x="3" y="4"/>
                    <a:pt x="3" y="4"/>
                  </a:cubicBezTo>
                  <a:cubicBezTo>
                    <a:pt x="3" y="4"/>
                    <a:pt x="3" y="3"/>
                    <a:pt x="3" y="3"/>
                  </a:cubicBezTo>
                  <a:cubicBezTo>
                    <a:pt x="2" y="3"/>
                    <a:pt x="1" y="2"/>
                    <a:pt x="1" y="1"/>
                  </a:cubicBezTo>
                  <a:cubicBezTo>
                    <a:pt x="1" y="1"/>
                    <a:pt x="0" y="1"/>
                    <a:pt x="0" y="1"/>
                  </a:cubicBezTo>
                  <a:cubicBezTo>
                    <a:pt x="0" y="1"/>
                    <a:pt x="0" y="1"/>
                    <a:pt x="0" y="0"/>
                  </a:cubicBezTo>
                  <a:cubicBezTo>
                    <a:pt x="1" y="0"/>
                    <a:pt x="2" y="0"/>
                    <a:pt x="3" y="0"/>
                  </a:cubicBezTo>
                  <a:cubicBezTo>
                    <a:pt x="3" y="1"/>
                    <a:pt x="3" y="1"/>
                    <a:pt x="3" y="1"/>
                  </a:cubicBezTo>
                  <a:cubicBezTo>
                    <a:pt x="3" y="1"/>
                    <a:pt x="4" y="1"/>
                    <a:pt x="4" y="1"/>
                  </a:cubicBezTo>
                  <a:cubicBezTo>
                    <a:pt x="4" y="1"/>
                    <a:pt x="4" y="1"/>
                    <a:pt x="5" y="2"/>
                  </a:cubicBezTo>
                  <a:cubicBezTo>
                    <a:pt x="5" y="2"/>
                    <a:pt x="5" y="2"/>
                    <a:pt x="5" y="2"/>
                  </a:cubicBezTo>
                  <a:cubicBezTo>
                    <a:pt x="5" y="2"/>
                    <a:pt x="5" y="1"/>
                    <a:pt x="6" y="1"/>
                  </a:cubicBezTo>
                  <a:cubicBezTo>
                    <a:pt x="6" y="1"/>
                    <a:pt x="6" y="1"/>
                    <a:pt x="6" y="1"/>
                  </a:cubicBezTo>
                  <a:cubicBezTo>
                    <a:pt x="6" y="1"/>
                    <a:pt x="7" y="0"/>
                    <a:pt x="7" y="0"/>
                  </a:cubicBezTo>
                  <a:cubicBezTo>
                    <a:pt x="7" y="0"/>
                    <a:pt x="8" y="0"/>
                    <a:pt x="9"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6" name="Freeform 250"/>
            <p:cNvSpPr/>
            <p:nvPr/>
          </p:nvSpPr>
          <p:spPr bwMode="auto">
            <a:xfrm>
              <a:off x="5940426" y="3954464"/>
              <a:ext cx="15875" cy="9525"/>
            </a:xfrm>
            <a:custGeom>
              <a:avLst/>
              <a:gdLst>
                <a:gd name="T0" fmla="*/ 2147483646 w 10"/>
                <a:gd name="T1" fmla="*/ 0 h 6"/>
                <a:gd name="T2" fmla="*/ 2147483646 w 10"/>
                <a:gd name="T3" fmla="*/ 2147483646 h 6"/>
                <a:gd name="T4" fmla="*/ 2147483646 w 10"/>
                <a:gd name="T5" fmla="*/ 2147483646 h 6"/>
                <a:gd name="T6" fmla="*/ 2147483646 w 10"/>
                <a:gd name="T7" fmla="*/ 2147483646 h 6"/>
                <a:gd name="T8" fmla="*/ 2147483646 w 10"/>
                <a:gd name="T9" fmla="*/ 2147483646 h 6"/>
                <a:gd name="T10" fmla="*/ 2147483646 w 10"/>
                <a:gd name="T11" fmla="*/ 2147483646 h 6"/>
                <a:gd name="T12" fmla="*/ 2147483646 w 10"/>
                <a:gd name="T13" fmla="*/ 2147483646 h 6"/>
                <a:gd name="T14" fmla="*/ 2147483646 w 10"/>
                <a:gd name="T15" fmla="*/ 2147483646 h 6"/>
                <a:gd name="T16" fmla="*/ 2147483646 w 10"/>
                <a:gd name="T17" fmla="*/ 2147483646 h 6"/>
                <a:gd name="T18" fmla="*/ 2147483646 w 10"/>
                <a:gd name="T19" fmla="*/ 2147483646 h 6"/>
                <a:gd name="T20" fmla="*/ 2147483646 w 10"/>
                <a:gd name="T21" fmla="*/ 2147483646 h 6"/>
                <a:gd name="T22" fmla="*/ 0 w 10"/>
                <a:gd name="T23" fmla="*/ 2147483646 h 6"/>
                <a:gd name="T24" fmla="*/ 0 w 10"/>
                <a:gd name="T25" fmla="*/ 2147483646 h 6"/>
                <a:gd name="T26" fmla="*/ 0 w 10"/>
                <a:gd name="T27" fmla="*/ 0 h 6"/>
                <a:gd name="T28" fmla="*/ 2147483646 w 10"/>
                <a:gd name="T29" fmla="*/ 0 h 6"/>
                <a:gd name="T30" fmla="*/ 2147483646 w 10"/>
                <a:gd name="T31" fmla="*/ 2147483646 h 6"/>
                <a:gd name="T32" fmla="*/ 2147483646 w 10"/>
                <a:gd name="T33" fmla="*/ 2147483646 h 6"/>
                <a:gd name="T34" fmla="*/ 2147483646 w 10"/>
                <a:gd name="T35" fmla="*/ 2147483646 h 6"/>
                <a:gd name="T36" fmla="*/ 2147483646 w 10"/>
                <a:gd name="T37" fmla="*/ 2147483646 h 6"/>
                <a:gd name="T38" fmla="*/ 2147483646 w 10"/>
                <a:gd name="T39" fmla="*/ 2147483646 h 6"/>
                <a:gd name="T40" fmla="*/ 2147483646 w 10"/>
                <a:gd name="T41" fmla="*/ 2147483646 h 6"/>
                <a:gd name="T42" fmla="*/ 2147483646 w 10"/>
                <a:gd name="T43" fmla="*/ 0 h 6"/>
                <a:gd name="T44" fmla="*/ 2147483646 w 10"/>
                <a:gd name="T45" fmla="*/ 0 h 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 h="6">
                  <a:moveTo>
                    <a:pt x="10" y="0"/>
                  </a:moveTo>
                  <a:cubicBezTo>
                    <a:pt x="10" y="1"/>
                    <a:pt x="9" y="1"/>
                    <a:pt x="9" y="1"/>
                  </a:cubicBezTo>
                  <a:cubicBezTo>
                    <a:pt x="9" y="2"/>
                    <a:pt x="8" y="2"/>
                    <a:pt x="7" y="3"/>
                  </a:cubicBezTo>
                  <a:cubicBezTo>
                    <a:pt x="7" y="3"/>
                    <a:pt x="7" y="4"/>
                    <a:pt x="6" y="4"/>
                  </a:cubicBezTo>
                  <a:cubicBezTo>
                    <a:pt x="6" y="4"/>
                    <a:pt x="6" y="4"/>
                    <a:pt x="6" y="4"/>
                  </a:cubicBezTo>
                  <a:cubicBezTo>
                    <a:pt x="6" y="5"/>
                    <a:pt x="6" y="6"/>
                    <a:pt x="6" y="6"/>
                  </a:cubicBezTo>
                  <a:cubicBezTo>
                    <a:pt x="6" y="6"/>
                    <a:pt x="6" y="6"/>
                    <a:pt x="6" y="6"/>
                  </a:cubicBezTo>
                  <a:cubicBezTo>
                    <a:pt x="5" y="6"/>
                    <a:pt x="4" y="6"/>
                    <a:pt x="3" y="6"/>
                  </a:cubicBezTo>
                  <a:cubicBezTo>
                    <a:pt x="3" y="6"/>
                    <a:pt x="3" y="6"/>
                    <a:pt x="3" y="6"/>
                  </a:cubicBezTo>
                  <a:cubicBezTo>
                    <a:pt x="3" y="6"/>
                    <a:pt x="3" y="5"/>
                    <a:pt x="3" y="4"/>
                  </a:cubicBezTo>
                  <a:cubicBezTo>
                    <a:pt x="3" y="4"/>
                    <a:pt x="3" y="4"/>
                    <a:pt x="3" y="4"/>
                  </a:cubicBezTo>
                  <a:cubicBezTo>
                    <a:pt x="2" y="3"/>
                    <a:pt x="1" y="2"/>
                    <a:pt x="0" y="1"/>
                  </a:cubicBezTo>
                  <a:cubicBezTo>
                    <a:pt x="0" y="1"/>
                    <a:pt x="0" y="1"/>
                    <a:pt x="0" y="1"/>
                  </a:cubicBezTo>
                  <a:cubicBezTo>
                    <a:pt x="0" y="1"/>
                    <a:pt x="0" y="1"/>
                    <a:pt x="0" y="0"/>
                  </a:cubicBezTo>
                  <a:cubicBezTo>
                    <a:pt x="1" y="0"/>
                    <a:pt x="2" y="0"/>
                    <a:pt x="3" y="0"/>
                  </a:cubicBezTo>
                  <a:cubicBezTo>
                    <a:pt x="3" y="1"/>
                    <a:pt x="3" y="1"/>
                    <a:pt x="3" y="1"/>
                  </a:cubicBezTo>
                  <a:cubicBezTo>
                    <a:pt x="3" y="1"/>
                    <a:pt x="3" y="1"/>
                    <a:pt x="3" y="1"/>
                  </a:cubicBezTo>
                  <a:cubicBezTo>
                    <a:pt x="4" y="1"/>
                    <a:pt x="4" y="2"/>
                    <a:pt x="5" y="2"/>
                  </a:cubicBezTo>
                  <a:cubicBezTo>
                    <a:pt x="5" y="2"/>
                    <a:pt x="5" y="2"/>
                    <a:pt x="5" y="2"/>
                  </a:cubicBezTo>
                  <a:cubicBezTo>
                    <a:pt x="6" y="2"/>
                    <a:pt x="6" y="2"/>
                    <a:pt x="6" y="1"/>
                  </a:cubicBezTo>
                  <a:cubicBezTo>
                    <a:pt x="6" y="1"/>
                    <a:pt x="7" y="1"/>
                    <a:pt x="7" y="1"/>
                  </a:cubicBezTo>
                  <a:cubicBezTo>
                    <a:pt x="7" y="1"/>
                    <a:pt x="7" y="0"/>
                    <a:pt x="7" y="0"/>
                  </a:cubicBezTo>
                  <a:cubicBezTo>
                    <a:pt x="8" y="0"/>
                    <a:pt x="9" y="0"/>
                    <a:pt x="10"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7" name="Freeform 251"/>
            <p:cNvSpPr/>
            <p:nvPr/>
          </p:nvSpPr>
          <p:spPr bwMode="auto">
            <a:xfrm>
              <a:off x="5895976" y="3954464"/>
              <a:ext cx="12700" cy="9525"/>
            </a:xfrm>
            <a:custGeom>
              <a:avLst/>
              <a:gdLst>
                <a:gd name="T0" fmla="*/ 2147483646 w 9"/>
                <a:gd name="T1" fmla="*/ 2147483646 h 6"/>
                <a:gd name="T2" fmla="*/ 2147483646 w 9"/>
                <a:gd name="T3" fmla="*/ 2147483646 h 6"/>
                <a:gd name="T4" fmla="*/ 2147483646 w 9"/>
                <a:gd name="T5" fmla="*/ 2147483646 h 6"/>
                <a:gd name="T6" fmla="*/ 2147483646 w 9"/>
                <a:gd name="T7" fmla="*/ 2147483646 h 6"/>
                <a:gd name="T8" fmla="*/ 2147483646 w 9"/>
                <a:gd name="T9" fmla="*/ 2147483646 h 6"/>
                <a:gd name="T10" fmla="*/ 2147483646 w 9"/>
                <a:gd name="T11" fmla="*/ 0 h 6"/>
                <a:gd name="T12" fmla="*/ 0 w 9"/>
                <a:gd name="T13" fmla="*/ 0 h 6"/>
                <a:gd name="T14" fmla="*/ 0 w 9"/>
                <a:gd name="T15" fmla="*/ 2147483646 h 6"/>
                <a:gd name="T16" fmla="*/ 0 w 9"/>
                <a:gd name="T17" fmla="*/ 2147483646 h 6"/>
                <a:gd name="T18" fmla="*/ 2147483646 w 9"/>
                <a:gd name="T19" fmla="*/ 2147483646 h 6"/>
                <a:gd name="T20" fmla="*/ 2147483646 w 9"/>
                <a:gd name="T21" fmla="*/ 2147483646 h 6"/>
                <a:gd name="T22" fmla="*/ 2147483646 w 9"/>
                <a:gd name="T23" fmla="*/ 2147483646 h 6"/>
                <a:gd name="T24" fmla="*/ 2147483646 w 9"/>
                <a:gd name="T25" fmla="*/ 2147483646 h 6"/>
                <a:gd name="T26" fmla="*/ 2147483646 w 9"/>
                <a:gd name="T27" fmla="*/ 2147483646 h 6"/>
                <a:gd name="T28" fmla="*/ 2147483646 w 9"/>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 h="6">
                  <a:moveTo>
                    <a:pt x="9" y="5"/>
                  </a:moveTo>
                  <a:cubicBezTo>
                    <a:pt x="9" y="5"/>
                    <a:pt x="8" y="5"/>
                    <a:pt x="8" y="5"/>
                  </a:cubicBezTo>
                  <a:cubicBezTo>
                    <a:pt x="7" y="5"/>
                    <a:pt x="4" y="5"/>
                    <a:pt x="4" y="5"/>
                  </a:cubicBezTo>
                  <a:cubicBezTo>
                    <a:pt x="4" y="5"/>
                    <a:pt x="3" y="4"/>
                    <a:pt x="3" y="4"/>
                  </a:cubicBezTo>
                  <a:cubicBezTo>
                    <a:pt x="3" y="4"/>
                    <a:pt x="3" y="4"/>
                    <a:pt x="3" y="3"/>
                  </a:cubicBezTo>
                  <a:cubicBezTo>
                    <a:pt x="3" y="2"/>
                    <a:pt x="3" y="1"/>
                    <a:pt x="3" y="0"/>
                  </a:cubicBezTo>
                  <a:cubicBezTo>
                    <a:pt x="0" y="0"/>
                    <a:pt x="0" y="0"/>
                    <a:pt x="0" y="0"/>
                  </a:cubicBezTo>
                  <a:cubicBezTo>
                    <a:pt x="0" y="4"/>
                    <a:pt x="0" y="4"/>
                    <a:pt x="0" y="4"/>
                  </a:cubicBezTo>
                  <a:cubicBezTo>
                    <a:pt x="0" y="4"/>
                    <a:pt x="0" y="5"/>
                    <a:pt x="0" y="5"/>
                  </a:cubicBezTo>
                  <a:cubicBezTo>
                    <a:pt x="0" y="5"/>
                    <a:pt x="0" y="5"/>
                    <a:pt x="1" y="5"/>
                  </a:cubicBezTo>
                  <a:cubicBezTo>
                    <a:pt x="1" y="6"/>
                    <a:pt x="1" y="6"/>
                    <a:pt x="2" y="6"/>
                  </a:cubicBezTo>
                  <a:cubicBezTo>
                    <a:pt x="2" y="6"/>
                    <a:pt x="3" y="6"/>
                    <a:pt x="3" y="6"/>
                  </a:cubicBezTo>
                  <a:cubicBezTo>
                    <a:pt x="4" y="6"/>
                    <a:pt x="7" y="6"/>
                    <a:pt x="8" y="6"/>
                  </a:cubicBezTo>
                  <a:cubicBezTo>
                    <a:pt x="8" y="6"/>
                    <a:pt x="9" y="6"/>
                    <a:pt x="9" y="6"/>
                  </a:cubicBezTo>
                  <a:cubicBezTo>
                    <a:pt x="9" y="6"/>
                    <a:pt x="9" y="6"/>
                    <a:pt x="9" y="5"/>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8" name="Rectangle 252"/>
            <p:cNvSpPr>
              <a:spLocks noChangeArrowheads="1"/>
            </p:cNvSpPr>
            <p:nvPr/>
          </p:nvSpPr>
          <p:spPr bwMode="auto">
            <a:xfrm>
              <a:off x="5888039" y="3954464"/>
              <a:ext cx="1588" cy="11113"/>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19" name="Freeform 253"/>
            <p:cNvSpPr/>
            <p:nvPr/>
          </p:nvSpPr>
          <p:spPr bwMode="auto">
            <a:xfrm>
              <a:off x="5880101" y="3952876"/>
              <a:ext cx="1588" cy="6350"/>
            </a:xfrm>
            <a:custGeom>
              <a:avLst/>
              <a:gdLst>
                <a:gd name="T0" fmla="*/ 0 w 1"/>
                <a:gd name="T1" fmla="*/ 2147483646 h 4"/>
                <a:gd name="T2" fmla="*/ 2147483646 w 1"/>
                <a:gd name="T3" fmla="*/ 2147483646 h 4"/>
                <a:gd name="T4" fmla="*/ 2147483646 w 1"/>
                <a:gd name="T5" fmla="*/ 0 h 4"/>
                <a:gd name="T6" fmla="*/ 0 w 1"/>
                <a:gd name="T7" fmla="*/ 0 h 4"/>
                <a:gd name="T8" fmla="*/ 0 w 1"/>
                <a:gd name="T9" fmla="*/ 2147483646 h 4"/>
                <a:gd name="T10" fmla="*/ 0 w 1"/>
                <a:gd name="T11" fmla="*/ 2147483646 h 4"/>
                <a:gd name="T12" fmla="*/ 0 w 1"/>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4">
                  <a:moveTo>
                    <a:pt x="0" y="4"/>
                  </a:moveTo>
                  <a:cubicBezTo>
                    <a:pt x="1" y="4"/>
                    <a:pt x="1" y="3"/>
                    <a:pt x="1" y="3"/>
                  </a:cubicBezTo>
                  <a:cubicBezTo>
                    <a:pt x="1" y="0"/>
                    <a:pt x="1" y="0"/>
                    <a:pt x="1" y="0"/>
                  </a:cubicBezTo>
                  <a:cubicBezTo>
                    <a:pt x="0" y="0"/>
                    <a:pt x="0" y="0"/>
                    <a:pt x="0" y="0"/>
                  </a:cubicBezTo>
                  <a:cubicBezTo>
                    <a:pt x="0" y="3"/>
                    <a:pt x="0" y="3"/>
                    <a:pt x="0" y="3"/>
                  </a:cubicBezTo>
                  <a:cubicBezTo>
                    <a:pt x="0" y="3"/>
                    <a:pt x="0" y="3"/>
                    <a:pt x="0" y="3"/>
                  </a:cubicBezTo>
                  <a:cubicBezTo>
                    <a:pt x="0" y="3"/>
                    <a:pt x="0" y="4"/>
                    <a:pt x="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0" name="Freeform 254"/>
            <p:cNvSpPr/>
            <p:nvPr/>
          </p:nvSpPr>
          <p:spPr bwMode="auto">
            <a:xfrm>
              <a:off x="5870576" y="3952876"/>
              <a:ext cx="7938" cy="9525"/>
            </a:xfrm>
            <a:custGeom>
              <a:avLst/>
              <a:gdLst>
                <a:gd name="T0" fmla="*/ 2147483646 w 5"/>
                <a:gd name="T1" fmla="*/ 2147483646 h 6"/>
                <a:gd name="T2" fmla="*/ 2147483646 w 5"/>
                <a:gd name="T3" fmla="*/ 2147483646 h 6"/>
                <a:gd name="T4" fmla="*/ 0 w 5"/>
                <a:gd name="T5" fmla="*/ 2147483646 h 6"/>
                <a:gd name="T6" fmla="*/ 0 w 5"/>
                <a:gd name="T7" fmla="*/ 0 h 6"/>
                <a:gd name="T8" fmla="*/ 0 w 5"/>
                <a:gd name="T9" fmla="*/ 0 h 6"/>
                <a:gd name="T10" fmla="*/ 0 w 5"/>
                <a:gd name="T11" fmla="*/ 2147483646 h 6"/>
                <a:gd name="T12" fmla="*/ 2147483646 w 5"/>
                <a:gd name="T13" fmla="*/ 2147483646 h 6"/>
                <a:gd name="T14" fmla="*/ 2147483646 w 5"/>
                <a:gd name="T15" fmla="*/ 2147483646 h 6"/>
                <a:gd name="T16" fmla="*/ 2147483646 w 5"/>
                <a:gd name="T17" fmla="*/ 214748364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6">
                  <a:moveTo>
                    <a:pt x="5" y="5"/>
                  </a:moveTo>
                  <a:cubicBezTo>
                    <a:pt x="4" y="5"/>
                    <a:pt x="4" y="5"/>
                    <a:pt x="3" y="5"/>
                  </a:cubicBezTo>
                  <a:cubicBezTo>
                    <a:pt x="2" y="5"/>
                    <a:pt x="0" y="4"/>
                    <a:pt x="0" y="3"/>
                  </a:cubicBezTo>
                  <a:cubicBezTo>
                    <a:pt x="0" y="0"/>
                    <a:pt x="0" y="0"/>
                    <a:pt x="0" y="0"/>
                  </a:cubicBezTo>
                  <a:cubicBezTo>
                    <a:pt x="0" y="0"/>
                    <a:pt x="0" y="0"/>
                    <a:pt x="0" y="0"/>
                  </a:cubicBezTo>
                  <a:cubicBezTo>
                    <a:pt x="0" y="3"/>
                    <a:pt x="0" y="3"/>
                    <a:pt x="0" y="3"/>
                  </a:cubicBezTo>
                  <a:cubicBezTo>
                    <a:pt x="0" y="5"/>
                    <a:pt x="1" y="6"/>
                    <a:pt x="3" y="6"/>
                  </a:cubicBezTo>
                  <a:cubicBezTo>
                    <a:pt x="4" y="6"/>
                    <a:pt x="5" y="6"/>
                    <a:pt x="5" y="6"/>
                  </a:cubicBezTo>
                  <a:cubicBezTo>
                    <a:pt x="5" y="5"/>
                    <a:pt x="5" y="5"/>
                    <a:pt x="5"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1" name="Freeform 255"/>
            <p:cNvSpPr/>
            <p:nvPr/>
          </p:nvSpPr>
          <p:spPr bwMode="auto">
            <a:xfrm>
              <a:off x="5870576" y="3960814"/>
              <a:ext cx="1588" cy="6350"/>
            </a:xfrm>
            <a:custGeom>
              <a:avLst/>
              <a:gdLst>
                <a:gd name="T0" fmla="*/ 0 w 1"/>
                <a:gd name="T1" fmla="*/ 0 h 4"/>
                <a:gd name="T2" fmla="*/ 0 w 1"/>
                <a:gd name="T3" fmla="*/ 2147483646 h 4"/>
                <a:gd name="T4" fmla="*/ 0 w 1"/>
                <a:gd name="T5" fmla="*/ 2147483646 h 4"/>
                <a:gd name="T6" fmla="*/ 0 w 1"/>
                <a:gd name="T7" fmla="*/ 2147483646 h 4"/>
                <a:gd name="T8" fmla="*/ 0 w 1"/>
                <a:gd name="T9" fmla="*/ 2147483646 h 4"/>
                <a:gd name="T10" fmla="*/ 2147483646 w 1"/>
                <a:gd name="T11" fmla="*/ 2147483646 h 4"/>
                <a:gd name="T12" fmla="*/ 0 w 1"/>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4">
                  <a:moveTo>
                    <a:pt x="0" y="0"/>
                  </a:moveTo>
                  <a:cubicBezTo>
                    <a:pt x="0" y="0"/>
                    <a:pt x="0" y="1"/>
                    <a:pt x="0" y="1"/>
                  </a:cubicBezTo>
                  <a:cubicBezTo>
                    <a:pt x="0" y="4"/>
                    <a:pt x="0" y="4"/>
                    <a:pt x="0" y="4"/>
                  </a:cubicBezTo>
                  <a:cubicBezTo>
                    <a:pt x="0" y="4"/>
                    <a:pt x="0" y="4"/>
                    <a:pt x="0" y="4"/>
                  </a:cubicBezTo>
                  <a:cubicBezTo>
                    <a:pt x="0" y="1"/>
                    <a:pt x="0" y="1"/>
                    <a:pt x="0" y="1"/>
                  </a:cubicBezTo>
                  <a:cubicBezTo>
                    <a:pt x="0" y="1"/>
                    <a:pt x="0" y="1"/>
                    <a:pt x="1" y="1"/>
                  </a:cubicBezTo>
                  <a:cubicBezTo>
                    <a:pt x="0" y="0"/>
                    <a:pt x="0" y="0"/>
                    <a:pt x="0"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2" name="Freeform 256"/>
            <p:cNvSpPr/>
            <p:nvPr/>
          </p:nvSpPr>
          <p:spPr bwMode="auto">
            <a:xfrm>
              <a:off x="5872164" y="3957639"/>
              <a:ext cx="9525" cy="9525"/>
            </a:xfrm>
            <a:custGeom>
              <a:avLst/>
              <a:gdLst>
                <a:gd name="T0" fmla="*/ 2147483646 w 6"/>
                <a:gd name="T1" fmla="*/ 2147483646 h 6"/>
                <a:gd name="T2" fmla="*/ 2147483646 w 6"/>
                <a:gd name="T3" fmla="*/ 2147483646 h 6"/>
                <a:gd name="T4" fmla="*/ 2147483646 w 6"/>
                <a:gd name="T5" fmla="*/ 2147483646 h 6"/>
                <a:gd name="T6" fmla="*/ 2147483646 w 6"/>
                <a:gd name="T7" fmla="*/ 2147483646 h 6"/>
                <a:gd name="T8" fmla="*/ 2147483646 w 6"/>
                <a:gd name="T9" fmla="*/ 2147483646 h 6"/>
                <a:gd name="T10" fmla="*/ 2147483646 w 6"/>
                <a:gd name="T11" fmla="*/ 2147483646 h 6"/>
                <a:gd name="T12" fmla="*/ 2147483646 w 6"/>
                <a:gd name="T13" fmla="*/ 0 h 6"/>
                <a:gd name="T14" fmla="*/ 0 w 6"/>
                <a:gd name="T15" fmla="*/ 0 h 6"/>
                <a:gd name="T16" fmla="*/ 2147483646 w 6"/>
                <a:gd name="T17" fmla="*/ 2147483646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6">
                  <a:moveTo>
                    <a:pt x="1" y="1"/>
                  </a:moveTo>
                  <a:cubicBezTo>
                    <a:pt x="1" y="1"/>
                    <a:pt x="2" y="1"/>
                    <a:pt x="2" y="1"/>
                  </a:cubicBezTo>
                  <a:cubicBezTo>
                    <a:pt x="4" y="1"/>
                    <a:pt x="5" y="2"/>
                    <a:pt x="5" y="3"/>
                  </a:cubicBezTo>
                  <a:cubicBezTo>
                    <a:pt x="5" y="6"/>
                    <a:pt x="5" y="6"/>
                    <a:pt x="5" y="6"/>
                  </a:cubicBezTo>
                  <a:cubicBezTo>
                    <a:pt x="6" y="6"/>
                    <a:pt x="6" y="6"/>
                    <a:pt x="6" y="6"/>
                  </a:cubicBezTo>
                  <a:cubicBezTo>
                    <a:pt x="6" y="3"/>
                    <a:pt x="6" y="3"/>
                    <a:pt x="6" y="3"/>
                  </a:cubicBezTo>
                  <a:cubicBezTo>
                    <a:pt x="6" y="1"/>
                    <a:pt x="4" y="0"/>
                    <a:pt x="2" y="0"/>
                  </a:cubicBezTo>
                  <a:cubicBezTo>
                    <a:pt x="1" y="0"/>
                    <a:pt x="1" y="0"/>
                    <a:pt x="0" y="0"/>
                  </a:cubicBezTo>
                  <a:cubicBezTo>
                    <a:pt x="0" y="1"/>
                    <a:pt x="0" y="1"/>
                    <a:pt x="1" y="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3" name="Freeform 257"/>
            <p:cNvSpPr/>
            <p:nvPr/>
          </p:nvSpPr>
          <p:spPr bwMode="auto">
            <a:xfrm>
              <a:off x="5688014" y="3768726"/>
              <a:ext cx="195263" cy="223838"/>
            </a:xfrm>
            <a:custGeom>
              <a:avLst/>
              <a:gdLst>
                <a:gd name="T0" fmla="*/ 2147483646 w 126"/>
                <a:gd name="T1" fmla="*/ 2147483646 h 144"/>
                <a:gd name="T2" fmla="*/ 2147483646 w 126"/>
                <a:gd name="T3" fmla="*/ 2147483646 h 144"/>
                <a:gd name="T4" fmla="*/ 2147483646 w 126"/>
                <a:gd name="T5" fmla="*/ 2147483646 h 144"/>
                <a:gd name="T6" fmla="*/ 2147483646 w 126"/>
                <a:gd name="T7" fmla="*/ 2147483646 h 144"/>
                <a:gd name="T8" fmla="*/ 2147483646 w 126"/>
                <a:gd name="T9" fmla="*/ 2147483646 h 144"/>
                <a:gd name="T10" fmla="*/ 2147483646 w 126"/>
                <a:gd name="T11" fmla="*/ 2147483646 h 144"/>
                <a:gd name="T12" fmla="*/ 2147483646 w 126"/>
                <a:gd name="T13" fmla="*/ 2147483646 h 144"/>
                <a:gd name="T14" fmla="*/ 2147483646 w 126"/>
                <a:gd name="T15" fmla="*/ 2147483646 h 144"/>
                <a:gd name="T16" fmla="*/ 2147483646 w 126"/>
                <a:gd name="T17" fmla="*/ 2147483646 h 144"/>
                <a:gd name="T18" fmla="*/ 2147483646 w 126"/>
                <a:gd name="T19" fmla="*/ 2147483646 h 144"/>
                <a:gd name="T20" fmla="*/ 2147483646 w 126"/>
                <a:gd name="T21" fmla="*/ 2147483646 h 144"/>
                <a:gd name="T22" fmla="*/ 2147483646 w 126"/>
                <a:gd name="T23" fmla="*/ 2147483646 h 144"/>
                <a:gd name="T24" fmla="*/ 2147483646 w 126"/>
                <a:gd name="T25" fmla="*/ 2147483646 h 144"/>
                <a:gd name="T26" fmla="*/ 2147483646 w 126"/>
                <a:gd name="T27" fmla="*/ 2147483646 h 1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6" h="144">
                  <a:moveTo>
                    <a:pt x="81" y="138"/>
                  </a:moveTo>
                  <a:cubicBezTo>
                    <a:pt x="58" y="138"/>
                    <a:pt x="25" y="132"/>
                    <a:pt x="10" y="105"/>
                  </a:cubicBezTo>
                  <a:cubicBezTo>
                    <a:pt x="0" y="85"/>
                    <a:pt x="8" y="60"/>
                    <a:pt x="31" y="36"/>
                  </a:cubicBezTo>
                  <a:cubicBezTo>
                    <a:pt x="49" y="16"/>
                    <a:pt x="77" y="0"/>
                    <a:pt x="93" y="7"/>
                  </a:cubicBezTo>
                  <a:cubicBezTo>
                    <a:pt x="106" y="13"/>
                    <a:pt x="107" y="21"/>
                    <a:pt x="108" y="33"/>
                  </a:cubicBezTo>
                  <a:cubicBezTo>
                    <a:pt x="109" y="44"/>
                    <a:pt x="110" y="61"/>
                    <a:pt x="126" y="85"/>
                  </a:cubicBezTo>
                  <a:cubicBezTo>
                    <a:pt x="123" y="87"/>
                    <a:pt x="123" y="87"/>
                    <a:pt x="123" y="87"/>
                  </a:cubicBezTo>
                  <a:cubicBezTo>
                    <a:pt x="106" y="62"/>
                    <a:pt x="105" y="45"/>
                    <a:pt x="104" y="33"/>
                  </a:cubicBezTo>
                  <a:cubicBezTo>
                    <a:pt x="103" y="22"/>
                    <a:pt x="103" y="16"/>
                    <a:pt x="91" y="11"/>
                  </a:cubicBezTo>
                  <a:cubicBezTo>
                    <a:pt x="79" y="5"/>
                    <a:pt x="53" y="18"/>
                    <a:pt x="34" y="38"/>
                  </a:cubicBezTo>
                  <a:cubicBezTo>
                    <a:pt x="12" y="61"/>
                    <a:pt x="5" y="85"/>
                    <a:pt x="14" y="103"/>
                  </a:cubicBezTo>
                  <a:cubicBezTo>
                    <a:pt x="35" y="144"/>
                    <a:pt x="105" y="132"/>
                    <a:pt x="105" y="132"/>
                  </a:cubicBezTo>
                  <a:cubicBezTo>
                    <a:pt x="106" y="136"/>
                    <a:pt x="106" y="136"/>
                    <a:pt x="106" y="136"/>
                  </a:cubicBezTo>
                  <a:cubicBezTo>
                    <a:pt x="105" y="136"/>
                    <a:pt x="95" y="138"/>
                    <a:pt x="81" y="13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4" name="Freeform 258"/>
            <p:cNvSpPr/>
            <p:nvPr/>
          </p:nvSpPr>
          <p:spPr bwMode="auto">
            <a:xfrm>
              <a:off x="5794376" y="3997326"/>
              <a:ext cx="239713" cy="184150"/>
            </a:xfrm>
            <a:custGeom>
              <a:avLst/>
              <a:gdLst>
                <a:gd name="T0" fmla="*/ 2147483646 w 154"/>
                <a:gd name="T1" fmla="*/ 2147483646 h 119"/>
                <a:gd name="T2" fmla="*/ 2147483646 w 154"/>
                <a:gd name="T3" fmla="*/ 2147483646 h 119"/>
                <a:gd name="T4" fmla="*/ 2147483646 w 154"/>
                <a:gd name="T5" fmla="*/ 2147483646 h 119"/>
                <a:gd name="T6" fmla="*/ 2147483646 w 154"/>
                <a:gd name="T7" fmla="*/ 2147483646 h 119"/>
                <a:gd name="T8" fmla="*/ 2147483646 w 154"/>
                <a:gd name="T9" fmla="*/ 2147483646 h 119"/>
                <a:gd name="T10" fmla="*/ 2147483646 w 154"/>
                <a:gd name="T11" fmla="*/ 2147483646 h 119"/>
                <a:gd name="T12" fmla="*/ 2147483646 w 154"/>
                <a:gd name="T13" fmla="*/ 2147483646 h 119"/>
                <a:gd name="T14" fmla="*/ 2147483646 w 154"/>
                <a:gd name="T15" fmla="*/ 2147483646 h 119"/>
                <a:gd name="T16" fmla="*/ 2147483646 w 154"/>
                <a:gd name="T17" fmla="*/ 2147483646 h 119"/>
                <a:gd name="T18" fmla="*/ 2147483646 w 154"/>
                <a:gd name="T19" fmla="*/ 2147483646 h 119"/>
                <a:gd name="T20" fmla="*/ 2147483646 w 154"/>
                <a:gd name="T21" fmla="*/ 2147483646 h 119"/>
                <a:gd name="T22" fmla="*/ 2147483646 w 154"/>
                <a:gd name="T23" fmla="*/ 0 h 119"/>
                <a:gd name="T24" fmla="*/ 2147483646 w 154"/>
                <a:gd name="T25" fmla="*/ 2147483646 h 119"/>
                <a:gd name="T26" fmla="*/ 2147483646 w 154"/>
                <a:gd name="T27" fmla="*/ 2147483646 h 1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54" h="119">
                  <a:moveTo>
                    <a:pt x="83" y="119"/>
                  </a:moveTo>
                  <a:cubicBezTo>
                    <a:pt x="75" y="119"/>
                    <a:pt x="67" y="118"/>
                    <a:pt x="58" y="116"/>
                  </a:cubicBezTo>
                  <a:cubicBezTo>
                    <a:pt x="32" y="110"/>
                    <a:pt x="4" y="94"/>
                    <a:pt x="2" y="76"/>
                  </a:cubicBezTo>
                  <a:cubicBezTo>
                    <a:pt x="0" y="61"/>
                    <a:pt x="7" y="57"/>
                    <a:pt x="16" y="50"/>
                  </a:cubicBezTo>
                  <a:cubicBezTo>
                    <a:pt x="26" y="44"/>
                    <a:pt x="40" y="35"/>
                    <a:pt x="53" y="8"/>
                  </a:cubicBezTo>
                  <a:cubicBezTo>
                    <a:pt x="56" y="10"/>
                    <a:pt x="56" y="10"/>
                    <a:pt x="56" y="10"/>
                  </a:cubicBezTo>
                  <a:cubicBezTo>
                    <a:pt x="43" y="37"/>
                    <a:pt x="29" y="47"/>
                    <a:pt x="19" y="54"/>
                  </a:cubicBezTo>
                  <a:cubicBezTo>
                    <a:pt x="10" y="60"/>
                    <a:pt x="5" y="63"/>
                    <a:pt x="6" y="76"/>
                  </a:cubicBezTo>
                  <a:cubicBezTo>
                    <a:pt x="7" y="89"/>
                    <a:pt x="31" y="105"/>
                    <a:pt x="59" y="112"/>
                  </a:cubicBezTo>
                  <a:cubicBezTo>
                    <a:pt x="89" y="119"/>
                    <a:pt x="114" y="113"/>
                    <a:pt x="124" y="97"/>
                  </a:cubicBezTo>
                  <a:cubicBezTo>
                    <a:pt x="149" y="57"/>
                    <a:pt x="104" y="4"/>
                    <a:pt x="104" y="3"/>
                  </a:cubicBezTo>
                  <a:cubicBezTo>
                    <a:pt x="107" y="0"/>
                    <a:pt x="107" y="0"/>
                    <a:pt x="107" y="0"/>
                  </a:cubicBezTo>
                  <a:cubicBezTo>
                    <a:pt x="109" y="3"/>
                    <a:pt x="154" y="57"/>
                    <a:pt x="128" y="99"/>
                  </a:cubicBezTo>
                  <a:cubicBezTo>
                    <a:pt x="119" y="112"/>
                    <a:pt x="103" y="119"/>
                    <a:pt x="83" y="11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5" name="Freeform 259"/>
            <p:cNvSpPr/>
            <p:nvPr/>
          </p:nvSpPr>
          <p:spPr bwMode="auto">
            <a:xfrm>
              <a:off x="5921376" y="3786189"/>
              <a:ext cx="204788" cy="198438"/>
            </a:xfrm>
            <a:custGeom>
              <a:avLst/>
              <a:gdLst>
                <a:gd name="T0" fmla="*/ 2147483646 w 132"/>
                <a:gd name="T1" fmla="*/ 2147483646 h 127"/>
                <a:gd name="T2" fmla="*/ 2147483646 w 132"/>
                <a:gd name="T3" fmla="*/ 2147483646 h 127"/>
                <a:gd name="T4" fmla="*/ 2147483646 w 132"/>
                <a:gd name="T5" fmla="*/ 2147483646 h 127"/>
                <a:gd name="T6" fmla="*/ 2147483646 w 132"/>
                <a:gd name="T7" fmla="*/ 2147483646 h 127"/>
                <a:gd name="T8" fmla="*/ 2147483646 w 132"/>
                <a:gd name="T9" fmla="*/ 2147483646 h 127"/>
                <a:gd name="T10" fmla="*/ 2147483646 w 132"/>
                <a:gd name="T11" fmla="*/ 2147483646 h 127"/>
                <a:gd name="T12" fmla="*/ 2147483646 w 132"/>
                <a:gd name="T13" fmla="*/ 2147483646 h 127"/>
                <a:gd name="T14" fmla="*/ 2147483646 w 132"/>
                <a:gd name="T15" fmla="*/ 2147483646 h 127"/>
                <a:gd name="T16" fmla="*/ 2147483646 w 132"/>
                <a:gd name="T17" fmla="*/ 2147483646 h 127"/>
                <a:gd name="T18" fmla="*/ 0 w 132"/>
                <a:gd name="T19" fmla="*/ 2147483646 h 127"/>
                <a:gd name="T20" fmla="*/ 2147483646 w 132"/>
                <a:gd name="T21" fmla="*/ 2147483646 h 127"/>
                <a:gd name="T22" fmla="*/ 2147483646 w 132"/>
                <a:gd name="T23" fmla="*/ 2147483646 h 127"/>
                <a:gd name="T24" fmla="*/ 2147483646 w 132"/>
                <a:gd name="T25" fmla="*/ 2147483646 h 127"/>
                <a:gd name="T26" fmla="*/ 2147483646 w 132"/>
                <a:gd name="T27" fmla="*/ 2147483646 h 1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2" h="127">
                  <a:moveTo>
                    <a:pt x="104" y="127"/>
                  </a:moveTo>
                  <a:cubicBezTo>
                    <a:pt x="99" y="127"/>
                    <a:pt x="94" y="125"/>
                    <a:pt x="88" y="122"/>
                  </a:cubicBezTo>
                  <a:cubicBezTo>
                    <a:pt x="78" y="117"/>
                    <a:pt x="63" y="110"/>
                    <a:pt x="34" y="112"/>
                  </a:cubicBezTo>
                  <a:cubicBezTo>
                    <a:pt x="34" y="108"/>
                    <a:pt x="34" y="108"/>
                    <a:pt x="34" y="108"/>
                  </a:cubicBezTo>
                  <a:cubicBezTo>
                    <a:pt x="64" y="106"/>
                    <a:pt x="79" y="113"/>
                    <a:pt x="90" y="119"/>
                  </a:cubicBezTo>
                  <a:cubicBezTo>
                    <a:pt x="100" y="124"/>
                    <a:pt x="106" y="126"/>
                    <a:pt x="116" y="119"/>
                  </a:cubicBezTo>
                  <a:cubicBezTo>
                    <a:pt x="127" y="111"/>
                    <a:pt x="129" y="83"/>
                    <a:pt x="121" y="55"/>
                  </a:cubicBezTo>
                  <a:cubicBezTo>
                    <a:pt x="112" y="25"/>
                    <a:pt x="94" y="7"/>
                    <a:pt x="75" y="6"/>
                  </a:cubicBezTo>
                  <a:cubicBezTo>
                    <a:pt x="28" y="4"/>
                    <a:pt x="4" y="70"/>
                    <a:pt x="4" y="71"/>
                  </a:cubicBezTo>
                  <a:cubicBezTo>
                    <a:pt x="0" y="69"/>
                    <a:pt x="0" y="69"/>
                    <a:pt x="0" y="69"/>
                  </a:cubicBezTo>
                  <a:cubicBezTo>
                    <a:pt x="1" y="66"/>
                    <a:pt x="25" y="0"/>
                    <a:pt x="75" y="2"/>
                  </a:cubicBezTo>
                  <a:cubicBezTo>
                    <a:pt x="96" y="3"/>
                    <a:pt x="115" y="22"/>
                    <a:pt x="124" y="54"/>
                  </a:cubicBezTo>
                  <a:cubicBezTo>
                    <a:pt x="132" y="79"/>
                    <a:pt x="132" y="112"/>
                    <a:pt x="118" y="122"/>
                  </a:cubicBezTo>
                  <a:cubicBezTo>
                    <a:pt x="113" y="126"/>
                    <a:pt x="108" y="127"/>
                    <a:pt x="104" y="12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6" name="Line 260"/>
            <p:cNvSpPr>
              <a:spLocks noChangeShapeType="1"/>
            </p:cNvSpPr>
            <p:nvPr/>
          </p:nvSpPr>
          <p:spPr bwMode="auto">
            <a:xfrm>
              <a:off x="5762626" y="4529139"/>
              <a:ext cx="0" cy="0"/>
            </a:xfrm>
            <a:prstGeom prst="line">
              <a:avLst/>
            </a:prstGeom>
            <a:noFill/>
            <a:ln w="6350">
              <a:solidFill>
                <a:srgbClr val="5A5858"/>
              </a:solidFill>
              <a:round/>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7" name="Oval 461"/>
            <p:cNvSpPr>
              <a:spLocks noChangeArrowheads="1"/>
            </p:cNvSpPr>
            <p:nvPr/>
          </p:nvSpPr>
          <p:spPr bwMode="auto">
            <a:xfrm>
              <a:off x="5899151" y="4465639"/>
              <a:ext cx="49213" cy="47625"/>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28" name="Oval 462"/>
            <p:cNvSpPr>
              <a:spLocks noChangeArrowheads="1"/>
            </p:cNvSpPr>
            <p:nvPr/>
          </p:nvSpPr>
          <p:spPr bwMode="auto">
            <a:xfrm>
              <a:off x="5980113" y="4465639"/>
              <a:ext cx="50800" cy="47625"/>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329" name="组合 482"/>
          <p:cNvGrpSpPr/>
          <p:nvPr/>
        </p:nvGrpSpPr>
        <p:grpSpPr bwMode="auto">
          <a:xfrm>
            <a:off x="1836800" y="4990613"/>
            <a:ext cx="892630" cy="909615"/>
            <a:chOff x="5614988" y="769938"/>
            <a:chExt cx="750888" cy="765175"/>
          </a:xfrm>
        </p:grpSpPr>
        <p:sp>
          <p:nvSpPr>
            <p:cNvPr id="330" name="Freeform 611"/>
            <p:cNvSpPr/>
            <p:nvPr/>
          </p:nvSpPr>
          <p:spPr bwMode="auto">
            <a:xfrm>
              <a:off x="5614988" y="769938"/>
              <a:ext cx="750888" cy="747712"/>
            </a:xfrm>
            <a:custGeom>
              <a:avLst/>
              <a:gdLst>
                <a:gd name="T0" fmla="*/ 2147483646 w 484"/>
                <a:gd name="T1" fmla="*/ 2147483646 h 481"/>
                <a:gd name="T2" fmla="*/ 0 w 484"/>
                <a:gd name="T3" fmla="*/ 2147483646 h 481"/>
                <a:gd name="T4" fmla="*/ 2147483646 w 484"/>
                <a:gd name="T5" fmla="*/ 0 h 481"/>
                <a:gd name="T6" fmla="*/ 2147483646 w 484"/>
                <a:gd name="T7" fmla="*/ 2147483646 h 481"/>
                <a:gd name="T8" fmla="*/ 2147483646 w 484"/>
                <a:gd name="T9" fmla="*/ 2147483646 h 481"/>
                <a:gd name="T10" fmla="*/ 2147483646 w 484"/>
                <a:gd name="T11" fmla="*/ 2147483646 h 481"/>
                <a:gd name="T12" fmla="*/ 2147483646 w 484"/>
                <a:gd name="T13" fmla="*/ 2147483646 h 481"/>
                <a:gd name="T14" fmla="*/ 2147483646 w 484"/>
                <a:gd name="T15" fmla="*/ 2147483646 h 481"/>
                <a:gd name="T16" fmla="*/ 2147483646 w 484"/>
                <a:gd name="T17" fmla="*/ 2147483646 h 481"/>
                <a:gd name="T18" fmla="*/ 2147483646 w 484"/>
                <a:gd name="T19" fmla="*/ 2147483646 h 481"/>
                <a:gd name="T20" fmla="*/ 2147483646 w 484"/>
                <a:gd name="T21" fmla="*/ 2147483646 h 4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84" h="481">
                  <a:moveTo>
                    <a:pt x="210" y="481"/>
                  </a:moveTo>
                  <a:cubicBezTo>
                    <a:pt x="90" y="465"/>
                    <a:pt x="0" y="362"/>
                    <a:pt x="0" y="242"/>
                  </a:cubicBezTo>
                  <a:cubicBezTo>
                    <a:pt x="0" y="109"/>
                    <a:pt x="109" y="0"/>
                    <a:pt x="242" y="0"/>
                  </a:cubicBezTo>
                  <a:cubicBezTo>
                    <a:pt x="376" y="0"/>
                    <a:pt x="484" y="109"/>
                    <a:pt x="484" y="242"/>
                  </a:cubicBezTo>
                  <a:cubicBezTo>
                    <a:pt x="484" y="362"/>
                    <a:pt x="394" y="465"/>
                    <a:pt x="275" y="481"/>
                  </a:cubicBezTo>
                  <a:cubicBezTo>
                    <a:pt x="274" y="473"/>
                    <a:pt x="274" y="473"/>
                    <a:pt x="274" y="473"/>
                  </a:cubicBezTo>
                  <a:cubicBezTo>
                    <a:pt x="389" y="458"/>
                    <a:pt x="476" y="358"/>
                    <a:pt x="476" y="242"/>
                  </a:cubicBezTo>
                  <a:cubicBezTo>
                    <a:pt x="476" y="113"/>
                    <a:pt x="371" y="8"/>
                    <a:pt x="242" y="8"/>
                  </a:cubicBezTo>
                  <a:cubicBezTo>
                    <a:pt x="113" y="8"/>
                    <a:pt x="8" y="113"/>
                    <a:pt x="8" y="242"/>
                  </a:cubicBezTo>
                  <a:cubicBezTo>
                    <a:pt x="8" y="358"/>
                    <a:pt x="95" y="458"/>
                    <a:pt x="211" y="474"/>
                  </a:cubicBezTo>
                  <a:lnTo>
                    <a:pt x="210" y="481"/>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1" name="Freeform 612"/>
            <p:cNvSpPr/>
            <p:nvPr/>
          </p:nvSpPr>
          <p:spPr bwMode="auto">
            <a:xfrm>
              <a:off x="5881688" y="1298575"/>
              <a:ext cx="217488" cy="209550"/>
            </a:xfrm>
            <a:custGeom>
              <a:avLst/>
              <a:gdLst>
                <a:gd name="T0" fmla="*/ 2147483646 w 140"/>
                <a:gd name="T1" fmla="*/ 2147483646 h 135"/>
                <a:gd name="T2" fmla="*/ 2147483646 w 140"/>
                <a:gd name="T3" fmla="*/ 2147483646 h 135"/>
                <a:gd name="T4" fmla="*/ 2147483646 w 140"/>
                <a:gd name="T5" fmla="*/ 2147483646 h 135"/>
                <a:gd name="T6" fmla="*/ 2147483646 w 140"/>
                <a:gd name="T7" fmla="*/ 2147483646 h 135"/>
                <a:gd name="T8" fmla="*/ 2147483646 w 140"/>
                <a:gd name="T9" fmla="*/ 2147483646 h 135"/>
                <a:gd name="T10" fmla="*/ 2147483646 w 140"/>
                <a:gd name="T11" fmla="*/ 2147483646 h 135"/>
                <a:gd name="T12" fmla="*/ 2147483646 w 140"/>
                <a:gd name="T13" fmla="*/ 2147483646 h 135"/>
                <a:gd name="T14" fmla="*/ 0 w 140"/>
                <a:gd name="T15" fmla="*/ 2147483646 h 135"/>
                <a:gd name="T16" fmla="*/ 2147483646 w 140"/>
                <a:gd name="T17" fmla="*/ 0 h 135"/>
                <a:gd name="T18" fmla="*/ 2147483646 w 140"/>
                <a:gd name="T19" fmla="*/ 2147483646 h 135"/>
                <a:gd name="T20" fmla="*/ 2147483646 w 140"/>
                <a:gd name="T21" fmla="*/ 2147483646 h 1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0" h="135">
                  <a:moveTo>
                    <a:pt x="96" y="135"/>
                  </a:moveTo>
                  <a:cubicBezTo>
                    <a:pt x="93" y="127"/>
                    <a:pt x="93" y="127"/>
                    <a:pt x="93" y="127"/>
                  </a:cubicBezTo>
                  <a:cubicBezTo>
                    <a:pt x="117" y="118"/>
                    <a:pt x="132" y="95"/>
                    <a:pt x="132" y="70"/>
                  </a:cubicBezTo>
                  <a:cubicBezTo>
                    <a:pt x="132" y="36"/>
                    <a:pt x="104" y="8"/>
                    <a:pt x="70" y="8"/>
                  </a:cubicBezTo>
                  <a:cubicBezTo>
                    <a:pt x="36" y="8"/>
                    <a:pt x="8" y="36"/>
                    <a:pt x="8" y="70"/>
                  </a:cubicBezTo>
                  <a:cubicBezTo>
                    <a:pt x="8" y="94"/>
                    <a:pt x="22" y="115"/>
                    <a:pt x="44" y="126"/>
                  </a:cubicBezTo>
                  <a:cubicBezTo>
                    <a:pt x="40" y="133"/>
                    <a:pt x="40" y="133"/>
                    <a:pt x="40" y="133"/>
                  </a:cubicBezTo>
                  <a:cubicBezTo>
                    <a:pt x="16" y="121"/>
                    <a:pt x="0" y="97"/>
                    <a:pt x="0" y="70"/>
                  </a:cubicBezTo>
                  <a:cubicBezTo>
                    <a:pt x="0" y="31"/>
                    <a:pt x="32" y="0"/>
                    <a:pt x="70" y="0"/>
                  </a:cubicBezTo>
                  <a:cubicBezTo>
                    <a:pt x="109" y="0"/>
                    <a:pt x="140" y="31"/>
                    <a:pt x="140" y="70"/>
                  </a:cubicBezTo>
                  <a:cubicBezTo>
                    <a:pt x="140" y="99"/>
                    <a:pt x="123" y="124"/>
                    <a:pt x="96" y="13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2" name="Freeform 613"/>
            <p:cNvSpPr>
              <a:spLocks noEditPoints="1"/>
            </p:cNvSpPr>
            <p:nvPr/>
          </p:nvSpPr>
          <p:spPr bwMode="auto">
            <a:xfrm>
              <a:off x="5915026" y="1328738"/>
              <a:ext cx="152400" cy="153987"/>
            </a:xfrm>
            <a:custGeom>
              <a:avLst/>
              <a:gdLst>
                <a:gd name="T0" fmla="*/ 2147483646 w 99"/>
                <a:gd name="T1" fmla="*/ 2147483646 h 99"/>
                <a:gd name="T2" fmla="*/ 0 w 99"/>
                <a:gd name="T3" fmla="*/ 2147483646 h 99"/>
                <a:gd name="T4" fmla="*/ 2147483646 w 99"/>
                <a:gd name="T5" fmla="*/ 0 h 99"/>
                <a:gd name="T6" fmla="*/ 2147483646 w 99"/>
                <a:gd name="T7" fmla="*/ 2147483646 h 99"/>
                <a:gd name="T8" fmla="*/ 2147483646 w 99"/>
                <a:gd name="T9" fmla="*/ 2147483646 h 99"/>
                <a:gd name="T10" fmla="*/ 2147483646 w 99"/>
                <a:gd name="T11" fmla="*/ 2147483646 h 99"/>
                <a:gd name="T12" fmla="*/ 2147483646 w 99"/>
                <a:gd name="T13" fmla="*/ 2147483646 h 99"/>
                <a:gd name="T14" fmla="*/ 2147483646 w 99"/>
                <a:gd name="T15" fmla="*/ 2147483646 h 99"/>
                <a:gd name="T16" fmla="*/ 2147483646 w 99"/>
                <a:gd name="T17" fmla="*/ 2147483646 h 99"/>
                <a:gd name="T18" fmla="*/ 2147483646 w 99"/>
                <a:gd name="T19" fmla="*/ 2147483646 h 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9" h="99">
                  <a:moveTo>
                    <a:pt x="49" y="99"/>
                  </a:moveTo>
                  <a:cubicBezTo>
                    <a:pt x="22" y="99"/>
                    <a:pt x="0" y="77"/>
                    <a:pt x="0" y="50"/>
                  </a:cubicBezTo>
                  <a:cubicBezTo>
                    <a:pt x="0" y="23"/>
                    <a:pt x="22" y="0"/>
                    <a:pt x="49" y="0"/>
                  </a:cubicBezTo>
                  <a:cubicBezTo>
                    <a:pt x="76" y="0"/>
                    <a:pt x="99" y="23"/>
                    <a:pt x="99" y="50"/>
                  </a:cubicBezTo>
                  <a:cubicBezTo>
                    <a:pt x="99" y="77"/>
                    <a:pt x="76" y="99"/>
                    <a:pt x="49" y="99"/>
                  </a:cubicBezTo>
                  <a:close/>
                  <a:moveTo>
                    <a:pt x="49" y="4"/>
                  </a:moveTo>
                  <a:cubicBezTo>
                    <a:pt x="24" y="4"/>
                    <a:pt x="4" y="25"/>
                    <a:pt x="4" y="50"/>
                  </a:cubicBezTo>
                  <a:cubicBezTo>
                    <a:pt x="4" y="75"/>
                    <a:pt x="24" y="95"/>
                    <a:pt x="49" y="95"/>
                  </a:cubicBezTo>
                  <a:cubicBezTo>
                    <a:pt x="74" y="95"/>
                    <a:pt x="95" y="75"/>
                    <a:pt x="95" y="50"/>
                  </a:cubicBezTo>
                  <a:cubicBezTo>
                    <a:pt x="95" y="25"/>
                    <a:pt x="74" y="4"/>
                    <a:pt x="49"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3" name="Freeform 614"/>
            <p:cNvSpPr/>
            <p:nvPr/>
          </p:nvSpPr>
          <p:spPr bwMode="auto">
            <a:xfrm>
              <a:off x="5661026" y="815975"/>
              <a:ext cx="658813" cy="585787"/>
            </a:xfrm>
            <a:custGeom>
              <a:avLst/>
              <a:gdLst>
                <a:gd name="T0" fmla="*/ 2147483646 w 424"/>
                <a:gd name="T1" fmla="*/ 2147483646 h 377"/>
                <a:gd name="T2" fmla="*/ 2147483646 w 424"/>
                <a:gd name="T3" fmla="*/ 2147483646 h 377"/>
                <a:gd name="T4" fmla="*/ 2147483646 w 424"/>
                <a:gd name="T5" fmla="*/ 2147483646 h 377"/>
                <a:gd name="T6" fmla="*/ 2147483646 w 424"/>
                <a:gd name="T7" fmla="*/ 2147483646 h 377"/>
                <a:gd name="T8" fmla="*/ 2147483646 w 424"/>
                <a:gd name="T9" fmla="*/ 2147483646 h 377"/>
                <a:gd name="T10" fmla="*/ 2147483646 w 424"/>
                <a:gd name="T11" fmla="*/ 2147483646 h 377"/>
                <a:gd name="T12" fmla="*/ 2147483646 w 424"/>
                <a:gd name="T13" fmla="*/ 2147483646 h 377"/>
                <a:gd name="T14" fmla="*/ 2147483646 w 424"/>
                <a:gd name="T15" fmla="*/ 2147483646 h 377"/>
                <a:gd name="T16" fmla="*/ 2147483646 w 424"/>
                <a:gd name="T17" fmla="*/ 2147483646 h 377"/>
                <a:gd name="T18" fmla="*/ 2147483646 w 424"/>
                <a:gd name="T19" fmla="*/ 2147483646 h 377"/>
                <a:gd name="T20" fmla="*/ 2147483646 w 424"/>
                <a:gd name="T21" fmla="*/ 2147483646 h 377"/>
                <a:gd name="T22" fmla="*/ 2147483646 w 424"/>
                <a:gd name="T23" fmla="*/ 2147483646 h 377"/>
                <a:gd name="T24" fmla="*/ 0 w 424"/>
                <a:gd name="T25" fmla="*/ 2147483646 h 377"/>
                <a:gd name="T26" fmla="*/ 2147483646 w 424"/>
                <a:gd name="T27" fmla="*/ 0 h 377"/>
                <a:gd name="T28" fmla="*/ 2147483646 w 424"/>
                <a:gd name="T29" fmla="*/ 2147483646 h 377"/>
                <a:gd name="T30" fmla="*/ 2147483646 w 424"/>
                <a:gd name="T31" fmla="*/ 2147483646 h 377"/>
                <a:gd name="T32" fmla="*/ 2147483646 w 424"/>
                <a:gd name="T33" fmla="*/ 2147483646 h 3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24" h="377">
                  <a:moveTo>
                    <a:pt x="343" y="377"/>
                  </a:moveTo>
                  <a:cubicBezTo>
                    <a:pt x="278" y="377"/>
                    <a:pt x="278" y="377"/>
                    <a:pt x="278" y="377"/>
                  </a:cubicBezTo>
                  <a:cubicBezTo>
                    <a:pt x="278" y="369"/>
                    <a:pt x="278" y="369"/>
                    <a:pt x="278" y="369"/>
                  </a:cubicBezTo>
                  <a:cubicBezTo>
                    <a:pt x="342" y="369"/>
                    <a:pt x="342" y="369"/>
                    <a:pt x="342" y="369"/>
                  </a:cubicBezTo>
                  <a:cubicBezTo>
                    <a:pt x="389" y="330"/>
                    <a:pt x="416" y="273"/>
                    <a:pt x="416" y="212"/>
                  </a:cubicBezTo>
                  <a:cubicBezTo>
                    <a:pt x="416" y="99"/>
                    <a:pt x="325" y="8"/>
                    <a:pt x="212" y="8"/>
                  </a:cubicBezTo>
                  <a:cubicBezTo>
                    <a:pt x="100" y="8"/>
                    <a:pt x="8" y="99"/>
                    <a:pt x="8" y="212"/>
                  </a:cubicBezTo>
                  <a:cubicBezTo>
                    <a:pt x="8" y="273"/>
                    <a:pt x="35" y="330"/>
                    <a:pt x="82" y="369"/>
                  </a:cubicBezTo>
                  <a:cubicBezTo>
                    <a:pt x="146" y="369"/>
                    <a:pt x="146" y="369"/>
                    <a:pt x="146" y="369"/>
                  </a:cubicBezTo>
                  <a:cubicBezTo>
                    <a:pt x="146" y="377"/>
                    <a:pt x="146" y="377"/>
                    <a:pt x="146" y="377"/>
                  </a:cubicBezTo>
                  <a:cubicBezTo>
                    <a:pt x="81" y="377"/>
                    <a:pt x="81" y="377"/>
                    <a:pt x="81" y="377"/>
                  </a:cubicBezTo>
                  <a:cubicBezTo>
                    <a:pt x="80" y="377"/>
                    <a:pt x="79" y="377"/>
                    <a:pt x="78" y="376"/>
                  </a:cubicBezTo>
                  <a:cubicBezTo>
                    <a:pt x="29" y="336"/>
                    <a:pt x="0" y="276"/>
                    <a:pt x="0" y="212"/>
                  </a:cubicBezTo>
                  <a:cubicBezTo>
                    <a:pt x="0" y="95"/>
                    <a:pt x="95" y="0"/>
                    <a:pt x="212" y="0"/>
                  </a:cubicBezTo>
                  <a:cubicBezTo>
                    <a:pt x="329" y="0"/>
                    <a:pt x="424" y="95"/>
                    <a:pt x="424" y="212"/>
                  </a:cubicBezTo>
                  <a:cubicBezTo>
                    <a:pt x="424" y="276"/>
                    <a:pt x="396" y="336"/>
                    <a:pt x="346" y="376"/>
                  </a:cubicBezTo>
                  <a:cubicBezTo>
                    <a:pt x="345" y="377"/>
                    <a:pt x="344" y="377"/>
                    <a:pt x="343" y="37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4" name="Rectangle 615"/>
            <p:cNvSpPr>
              <a:spLocks noChangeArrowheads="1"/>
            </p:cNvSpPr>
            <p:nvPr/>
          </p:nvSpPr>
          <p:spPr bwMode="auto">
            <a:xfrm>
              <a:off x="5721351" y="979488"/>
              <a:ext cx="541338"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5" name="Freeform 616"/>
            <p:cNvSpPr/>
            <p:nvPr/>
          </p:nvSpPr>
          <p:spPr bwMode="auto">
            <a:xfrm>
              <a:off x="5789613" y="874713"/>
              <a:ext cx="401638" cy="109537"/>
            </a:xfrm>
            <a:custGeom>
              <a:avLst/>
              <a:gdLst>
                <a:gd name="T0" fmla="*/ 2147483646 w 258"/>
                <a:gd name="T1" fmla="*/ 2147483646 h 70"/>
                <a:gd name="T2" fmla="*/ 2147483646 w 258"/>
                <a:gd name="T3" fmla="*/ 2147483646 h 70"/>
                <a:gd name="T4" fmla="*/ 2147483646 w 258"/>
                <a:gd name="T5" fmla="*/ 2147483646 h 70"/>
                <a:gd name="T6" fmla="*/ 2147483646 w 258"/>
                <a:gd name="T7" fmla="*/ 2147483646 h 70"/>
                <a:gd name="T8" fmla="*/ 2147483646 w 258"/>
                <a:gd name="T9" fmla="*/ 2147483646 h 70"/>
                <a:gd name="T10" fmla="*/ 2147483646 w 258"/>
                <a:gd name="T11" fmla="*/ 2147483646 h 70"/>
                <a:gd name="T12" fmla="*/ 0 w 258"/>
                <a:gd name="T13" fmla="*/ 2147483646 h 70"/>
                <a:gd name="T14" fmla="*/ 2147483646 w 258"/>
                <a:gd name="T15" fmla="*/ 2147483646 h 70"/>
                <a:gd name="T16" fmla="*/ 2147483646 w 258"/>
                <a:gd name="T17" fmla="*/ 0 h 70"/>
                <a:gd name="T18" fmla="*/ 2147483646 w 258"/>
                <a:gd name="T19" fmla="*/ 0 h 70"/>
                <a:gd name="T20" fmla="*/ 2147483646 w 258"/>
                <a:gd name="T21" fmla="*/ 2147483646 h 70"/>
                <a:gd name="T22" fmla="*/ 2147483646 w 258"/>
                <a:gd name="T23" fmla="*/ 2147483646 h 70"/>
                <a:gd name="T24" fmla="*/ 2147483646 w 258"/>
                <a:gd name="T25" fmla="*/ 2147483646 h 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8" h="70">
                  <a:moveTo>
                    <a:pt x="254" y="70"/>
                  </a:moveTo>
                  <a:cubicBezTo>
                    <a:pt x="254" y="69"/>
                    <a:pt x="241" y="43"/>
                    <a:pt x="221" y="23"/>
                  </a:cubicBezTo>
                  <a:cubicBezTo>
                    <a:pt x="200" y="4"/>
                    <a:pt x="181" y="4"/>
                    <a:pt x="172" y="4"/>
                  </a:cubicBezTo>
                  <a:cubicBezTo>
                    <a:pt x="86" y="4"/>
                    <a:pt x="86" y="4"/>
                    <a:pt x="86" y="4"/>
                  </a:cubicBezTo>
                  <a:cubicBezTo>
                    <a:pt x="77" y="4"/>
                    <a:pt x="58" y="4"/>
                    <a:pt x="38" y="23"/>
                  </a:cubicBezTo>
                  <a:cubicBezTo>
                    <a:pt x="17" y="43"/>
                    <a:pt x="4" y="69"/>
                    <a:pt x="4" y="70"/>
                  </a:cubicBezTo>
                  <a:cubicBezTo>
                    <a:pt x="0" y="68"/>
                    <a:pt x="0" y="68"/>
                    <a:pt x="0" y="68"/>
                  </a:cubicBezTo>
                  <a:cubicBezTo>
                    <a:pt x="0" y="67"/>
                    <a:pt x="14" y="40"/>
                    <a:pt x="35" y="20"/>
                  </a:cubicBezTo>
                  <a:cubicBezTo>
                    <a:pt x="57" y="0"/>
                    <a:pt x="77" y="0"/>
                    <a:pt x="86" y="0"/>
                  </a:cubicBezTo>
                  <a:cubicBezTo>
                    <a:pt x="172" y="0"/>
                    <a:pt x="172" y="0"/>
                    <a:pt x="172" y="0"/>
                  </a:cubicBezTo>
                  <a:cubicBezTo>
                    <a:pt x="181" y="0"/>
                    <a:pt x="202" y="0"/>
                    <a:pt x="224" y="20"/>
                  </a:cubicBezTo>
                  <a:cubicBezTo>
                    <a:pt x="245" y="40"/>
                    <a:pt x="258" y="67"/>
                    <a:pt x="258" y="68"/>
                  </a:cubicBezTo>
                  <a:lnTo>
                    <a:pt x="254" y="7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6" name="Freeform 617"/>
            <p:cNvSpPr>
              <a:spLocks noEditPoints="1"/>
            </p:cNvSpPr>
            <p:nvPr/>
          </p:nvSpPr>
          <p:spPr bwMode="auto">
            <a:xfrm>
              <a:off x="6046788" y="919163"/>
              <a:ext cx="47625" cy="47625"/>
            </a:xfrm>
            <a:custGeom>
              <a:avLst/>
              <a:gdLst>
                <a:gd name="T0" fmla="*/ 2147483646 w 31"/>
                <a:gd name="T1" fmla="*/ 2147483646 h 31"/>
                <a:gd name="T2" fmla="*/ 0 w 31"/>
                <a:gd name="T3" fmla="*/ 2147483646 h 31"/>
                <a:gd name="T4" fmla="*/ 2147483646 w 31"/>
                <a:gd name="T5" fmla="*/ 0 h 31"/>
                <a:gd name="T6" fmla="*/ 2147483646 w 31"/>
                <a:gd name="T7" fmla="*/ 2147483646 h 31"/>
                <a:gd name="T8" fmla="*/ 2147483646 w 31"/>
                <a:gd name="T9" fmla="*/ 2147483646 h 31"/>
                <a:gd name="T10" fmla="*/ 2147483646 w 31"/>
                <a:gd name="T11" fmla="*/ 2147483646 h 31"/>
                <a:gd name="T12" fmla="*/ 2147483646 w 31"/>
                <a:gd name="T13" fmla="*/ 2147483646 h 31"/>
                <a:gd name="T14" fmla="*/ 2147483646 w 31"/>
                <a:gd name="T15" fmla="*/ 2147483646 h 31"/>
                <a:gd name="T16" fmla="*/ 2147483646 w 31"/>
                <a:gd name="T17" fmla="*/ 2147483646 h 31"/>
                <a:gd name="T18" fmla="*/ 2147483646 w 31"/>
                <a:gd name="T19" fmla="*/ 2147483646 h 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 h="31">
                  <a:moveTo>
                    <a:pt x="16" y="31"/>
                  </a:moveTo>
                  <a:cubicBezTo>
                    <a:pt x="7" y="31"/>
                    <a:pt x="0" y="24"/>
                    <a:pt x="0" y="16"/>
                  </a:cubicBezTo>
                  <a:cubicBezTo>
                    <a:pt x="0" y="7"/>
                    <a:pt x="7" y="0"/>
                    <a:pt x="16" y="0"/>
                  </a:cubicBezTo>
                  <a:cubicBezTo>
                    <a:pt x="25" y="0"/>
                    <a:pt x="31" y="7"/>
                    <a:pt x="31" y="16"/>
                  </a:cubicBezTo>
                  <a:cubicBezTo>
                    <a:pt x="31" y="24"/>
                    <a:pt x="25" y="31"/>
                    <a:pt x="16" y="31"/>
                  </a:cubicBezTo>
                  <a:close/>
                  <a:moveTo>
                    <a:pt x="16" y="4"/>
                  </a:moveTo>
                  <a:cubicBezTo>
                    <a:pt x="10" y="4"/>
                    <a:pt x="4" y="9"/>
                    <a:pt x="4" y="16"/>
                  </a:cubicBezTo>
                  <a:cubicBezTo>
                    <a:pt x="4" y="22"/>
                    <a:pt x="10" y="27"/>
                    <a:pt x="16" y="27"/>
                  </a:cubicBezTo>
                  <a:cubicBezTo>
                    <a:pt x="22" y="27"/>
                    <a:pt x="27" y="22"/>
                    <a:pt x="27" y="16"/>
                  </a:cubicBezTo>
                  <a:cubicBezTo>
                    <a:pt x="27" y="9"/>
                    <a:pt x="22"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7" name="Freeform 618"/>
            <p:cNvSpPr/>
            <p:nvPr/>
          </p:nvSpPr>
          <p:spPr bwMode="auto">
            <a:xfrm>
              <a:off x="5942013" y="1395413"/>
              <a:ext cx="96838" cy="1587"/>
            </a:xfrm>
            <a:custGeom>
              <a:avLst/>
              <a:gdLst>
                <a:gd name="T0" fmla="*/ 2147483646 w 62"/>
                <a:gd name="T1" fmla="*/ 0 h 1"/>
                <a:gd name="T2" fmla="*/ 2147483646 w 62"/>
                <a:gd name="T3" fmla="*/ 0 h 1"/>
                <a:gd name="T4" fmla="*/ 2147483646 w 62"/>
                <a:gd name="T5" fmla="*/ 0 h 1"/>
                <a:gd name="T6" fmla="*/ 2147483646 w 62"/>
                <a:gd name="T7" fmla="*/ 0 h 1"/>
                <a:gd name="T8" fmla="*/ 2147483646 w 62"/>
                <a:gd name="T9" fmla="*/ 0 h 1"/>
                <a:gd name="T10" fmla="*/ 2147483646 w 62"/>
                <a:gd name="T11" fmla="*/ 0 h 1"/>
                <a:gd name="T12" fmla="*/ 2147483646 w 62"/>
                <a:gd name="T13" fmla="*/ 2147483646 h 1"/>
                <a:gd name="T14" fmla="*/ 2147483646 w 62"/>
                <a:gd name="T15" fmla="*/ 2147483646 h 1"/>
                <a:gd name="T16" fmla="*/ 2147483646 w 62"/>
                <a:gd name="T17" fmla="*/ 2147483646 h 1"/>
                <a:gd name="T18" fmla="*/ 2147483646 w 62"/>
                <a:gd name="T19" fmla="*/ 2147483646 h 1"/>
                <a:gd name="T20" fmla="*/ 2147483646 w 62"/>
                <a:gd name="T21" fmla="*/ 2147483646 h 1"/>
                <a:gd name="T22" fmla="*/ 2147483646 w 62"/>
                <a:gd name="T23" fmla="*/ 2147483646 h 1"/>
                <a:gd name="T24" fmla="*/ 2147483646 w 62"/>
                <a:gd name="T25" fmla="*/ 2147483646 h 1"/>
                <a:gd name="T26" fmla="*/ 2147483646 w 62"/>
                <a:gd name="T27" fmla="*/ 2147483646 h 1"/>
                <a:gd name="T28" fmla="*/ 0 w 62"/>
                <a:gd name="T29" fmla="*/ 2147483646 h 1"/>
                <a:gd name="T30" fmla="*/ 0 w 62"/>
                <a:gd name="T31" fmla="*/ 2147483646 h 1"/>
                <a:gd name="T32" fmla="*/ 0 w 62"/>
                <a:gd name="T33" fmla="*/ 2147483646 h 1"/>
                <a:gd name="T34" fmla="*/ 0 w 62"/>
                <a:gd name="T35" fmla="*/ 0 h 1"/>
                <a:gd name="T36" fmla="*/ 0 w 62"/>
                <a:gd name="T37" fmla="*/ 0 h 1"/>
                <a:gd name="T38" fmla="*/ 2147483646 w 62"/>
                <a:gd name="T39" fmla="*/ 0 h 1"/>
                <a:gd name="T40" fmla="*/ 2147483646 w 62"/>
                <a:gd name="T41" fmla="*/ 0 h 1"/>
                <a:gd name="T42" fmla="*/ 2147483646 w 62"/>
                <a:gd name="T43" fmla="*/ 0 h 1"/>
                <a:gd name="T44" fmla="*/ 2147483646 w 62"/>
                <a:gd name="T45" fmla="*/ 0 h 1"/>
                <a:gd name="T46" fmla="*/ 2147483646 w 62"/>
                <a:gd name="T47" fmla="*/ 0 h 1"/>
                <a:gd name="T48" fmla="*/ 2147483646 w 62"/>
                <a:gd name="T49" fmla="*/ 0 h 1"/>
                <a:gd name="T50" fmla="*/ 2147483646 w 62"/>
                <a:gd name="T51" fmla="*/ 0 h 1"/>
                <a:gd name="T52" fmla="*/ 2147483646 w 62"/>
                <a:gd name="T53" fmla="*/ 0 h 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2" h="1">
                  <a:moveTo>
                    <a:pt x="31" y="0"/>
                  </a:moveTo>
                  <a:cubicBezTo>
                    <a:pt x="35" y="0"/>
                    <a:pt x="38" y="0"/>
                    <a:pt x="42" y="0"/>
                  </a:cubicBezTo>
                  <a:cubicBezTo>
                    <a:pt x="46" y="0"/>
                    <a:pt x="50" y="0"/>
                    <a:pt x="55" y="0"/>
                  </a:cubicBezTo>
                  <a:cubicBezTo>
                    <a:pt x="57" y="0"/>
                    <a:pt x="59" y="0"/>
                    <a:pt x="62" y="0"/>
                  </a:cubicBezTo>
                  <a:cubicBezTo>
                    <a:pt x="62" y="0"/>
                    <a:pt x="62" y="0"/>
                    <a:pt x="62" y="0"/>
                  </a:cubicBezTo>
                  <a:cubicBezTo>
                    <a:pt x="62" y="0"/>
                    <a:pt x="62" y="0"/>
                    <a:pt x="62" y="0"/>
                  </a:cubicBezTo>
                  <a:cubicBezTo>
                    <a:pt x="62" y="0"/>
                    <a:pt x="62" y="1"/>
                    <a:pt x="62" y="1"/>
                  </a:cubicBezTo>
                  <a:cubicBezTo>
                    <a:pt x="62" y="1"/>
                    <a:pt x="62" y="1"/>
                    <a:pt x="62" y="1"/>
                  </a:cubicBezTo>
                  <a:cubicBezTo>
                    <a:pt x="62" y="1"/>
                    <a:pt x="62" y="1"/>
                    <a:pt x="62" y="1"/>
                  </a:cubicBezTo>
                  <a:cubicBezTo>
                    <a:pt x="59" y="1"/>
                    <a:pt x="56" y="1"/>
                    <a:pt x="53" y="1"/>
                  </a:cubicBezTo>
                  <a:cubicBezTo>
                    <a:pt x="47" y="1"/>
                    <a:pt x="40" y="1"/>
                    <a:pt x="33" y="1"/>
                  </a:cubicBezTo>
                  <a:cubicBezTo>
                    <a:pt x="29" y="1"/>
                    <a:pt x="24" y="1"/>
                    <a:pt x="19" y="1"/>
                  </a:cubicBezTo>
                  <a:cubicBezTo>
                    <a:pt x="15" y="1"/>
                    <a:pt x="11" y="1"/>
                    <a:pt x="7" y="1"/>
                  </a:cubicBezTo>
                  <a:cubicBezTo>
                    <a:pt x="5" y="1"/>
                    <a:pt x="3" y="1"/>
                    <a:pt x="1" y="1"/>
                  </a:cubicBezTo>
                  <a:cubicBezTo>
                    <a:pt x="1" y="1"/>
                    <a:pt x="1" y="1"/>
                    <a:pt x="0" y="1"/>
                  </a:cubicBezTo>
                  <a:cubicBezTo>
                    <a:pt x="0" y="1"/>
                    <a:pt x="0" y="1"/>
                    <a:pt x="0" y="1"/>
                  </a:cubicBezTo>
                  <a:cubicBezTo>
                    <a:pt x="0" y="1"/>
                    <a:pt x="0" y="1"/>
                    <a:pt x="0" y="1"/>
                  </a:cubicBezTo>
                  <a:cubicBezTo>
                    <a:pt x="0" y="1"/>
                    <a:pt x="0" y="0"/>
                    <a:pt x="0" y="0"/>
                  </a:cubicBezTo>
                  <a:cubicBezTo>
                    <a:pt x="0" y="0"/>
                    <a:pt x="0" y="0"/>
                    <a:pt x="0" y="0"/>
                  </a:cubicBezTo>
                  <a:cubicBezTo>
                    <a:pt x="1" y="0"/>
                    <a:pt x="1" y="0"/>
                    <a:pt x="1" y="0"/>
                  </a:cubicBezTo>
                  <a:cubicBezTo>
                    <a:pt x="2" y="0"/>
                    <a:pt x="4" y="0"/>
                    <a:pt x="5" y="0"/>
                  </a:cubicBezTo>
                  <a:cubicBezTo>
                    <a:pt x="7" y="0"/>
                    <a:pt x="9" y="0"/>
                    <a:pt x="11" y="0"/>
                  </a:cubicBezTo>
                  <a:cubicBezTo>
                    <a:pt x="13" y="0"/>
                    <a:pt x="14" y="0"/>
                    <a:pt x="15" y="0"/>
                  </a:cubicBezTo>
                  <a:cubicBezTo>
                    <a:pt x="17" y="0"/>
                    <a:pt x="19" y="0"/>
                    <a:pt x="21" y="0"/>
                  </a:cubicBezTo>
                  <a:cubicBezTo>
                    <a:pt x="23" y="0"/>
                    <a:pt x="25" y="0"/>
                    <a:pt x="27" y="0"/>
                  </a:cubicBezTo>
                  <a:cubicBezTo>
                    <a:pt x="29" y="0"/>
                    <a:pt x="30" y="0"/>
                    <a:pt x="31" y="0"/>
                  </a:cubicBezTo>
                  <a:cubicBezTo>
                    <a:pt x="31" y="0"/>
                    <a:pt x="31" y="0"/>
                    <a:pt x="31"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8" name="Freeform 619"/>
            <p:cNvSpPr/>
            <p:nvPr/>
          </p:nvSpPr>
          <p:spPr bwMode="auto">
            <a:xfrm>
              <a:off x="5942013" y="1412875"/>
              <a:ext cx="96838" cy="0"/>
            </a:xfrm>
            <a:custGeom>
              <a:avLst/>
              <a:gdLst>
                <a:gd name="T0" fmla="*/ 2147483646 w 62"/>
                <a:gd name="T1" fmla="*/ 2147483646 w 62"/>
                <a:gd name="T2" fmla="*/ 2147483646 w 62"/>
                <a:gd name="T3" fmla="*/ 2147483646 w 62"/>
                <a:gd name="T4" fmla="*/ 2147483646 w 62"/>
                <a:gd name="T5" fmla="*/ 2147483646 w 62"/>
                <a:gd name="T6" fmla="*/ 2147483646 w 62"/>
                <a:gd name="T7" fmla="*/ 2147483646 w 62"/>
                <a:gd name="T8" fmla="*/ 2147483646 w 62"/>
                <a:gd name="T9" fmla="*/ 2147483646 w 62"/>
                <a:gd name="T10" fmla="*/ 2147483646 w 62"/>
                <a:gd name="T11" fmla="*/ 2147483646 w 62"/>
                <a:gd name="T12" fmla="*/ 2147483646 w 62"/>
                <a:gd name="T13" fmla="*/ 2147483646 w 62"/>
                <a:gd name="T14" fmla="*/ 2147483646 w 62"/>
                <a:gd name="T15" fmla="*/ 2147483646 w 62"/>
                <a:gd name="T16" fmla="*/ 2147483646 w 62"/>
                <a:gd name="T17" fmla="*/ 2147483646 w 62"/>
                <a:gd name="T18" fmla="*/ 2147483646 w 62"/>
                <a:gd name="T19" fmla="*/ 2147483646 w 62"/>
                <a:gd name="T20" fmla="*/ 2147483646 w 62"/>
                <a:gd name="T21" fmla="*/ 2147483646 w 62"/>
                <a:gd name="T22" fmla="*/ 2147483646 w 62"/>
                <a:gd name="T23" fmla="*/ 2147483646 w 62"/>
                <a:gd name="T24" fmla="*/ 2147483646 w 62"/>
                <a:gd name="T25" fmla="*/ 2147483646 w 62"/>
                <a:gd name="T26" fmla="*/ 2147483646 w 62"/>
                <a:gd name="T27" fmla="*/ 2147483646 w 62"/>
                <a:gd name="T28" fmla="*/ 2147483646 w 62"/>
                <a:gd name="T29" fmla="*/ 2147483646 w 62"/>
                <a:gd name="T30" fmla="*/ 2147483646 w 62"/>
                <a:gd name="T31" fmla="*/ 2147483646 w 62"/>
                <a:gd name="T32" fmla="*/ 2147483646 w 62"/>
                <a:gd name="T33" fmla="*/ 0 w 62"/>
                <a:gd name="T34" fmla="*/ 0 w 62"/>
                <a:gd name="T35" fmla="*/ 0 w 62"/>
                <a:gd name="T36" fmla="*/ 0 w 62"/>
                <a:gd name="T37" fmla="*/ 2147483646 w 62"/>
                <a:gd name="T38" fmla="*/ 2147483646 w 62"/>
                <a:gd name="T39" fmla="*/ 2147483646 w 62"/>
                <a:gd name="T40" fmla="*/ 2147483646 w 62"/>
                <a:gd name="T41" fmla="*/ 2147483646 w 62"/>
                <a:gd name="T42" fmla="*/ 2147483646 w 62"/>
                <a:gd name="T43" fmla="*/ 2147483646 w 62"/>
                <a:gd name="T44" fmla="*/ 2147483646 w 62"/>
                <a:gd name="T45" fmla="*/ 2147483646 w 62"/>
                <a:gd name="T46" fmla="*/ 2147483646 w 62"/>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Lst>
              <a:ahLst/>
              <a:cxnLst>
                <a:cxn ang="T47">
                  <a:pos x="T0" y="0"/>
                </a:cxn>
                <a:cxn ang="T48">
                  <a:pos x="T1" y="0"/>
                </a:cxn>
                <a:cxn ang="T49">
                  <a:pos x="T2" y="0"/>
                </a:cxn>
                <a:cxn ang="T50">
                  <a:pos x="T3" y="0"/>
                </a:cxn>
                <a:cxn ang="T51">
                  <a:pos x="T4" y="0"/>
                </a:cxn>
                <a:cxn ang="T52">
                  <a:pos x="T5" y="0"/>
                </a:cxn>
                <a:cxn ang="T53">
                  <a:pos x="T6" y="0"/>
                </a:cxn>
                <a:cxn ang="T54">
                  <a:pos x="T7" y="0"/>
                </a:cxn>
                <a:cxn ang="T55">
                  <a:pos x="T8" y="0"/>
                </a:cxn>
                <a:cxn ang="T56">
                  <a:pos x="T9" y="0"/>
                </a:cxn>
                <a:cxn ang="T57">
                  <a:pos x="T10" y="0"/>
                </a:cxn>
                <a:cxn ang="T58">
                  <a:pos x="T11" y="0"/>
                </a:cxn>
                <a:cxn ang="T59">
                  <a:pos x="T12" y="0"/>
                </a:cxn>
                <a:cxn ang="T60">
                  <a:pos x="T13" y="0"/>
                </a:cxn>
                <a:cxn ang="T61">
                  <a:pos x="T14" y="0"/>
                </a:cxn>
                <a:cxn ang="T62">
                  <a:pos x="T15" y="0"/>
                </a:cxn>
                <a:cxn ang="T63">
                  <a:pos x="T16" y="0"/>
                </a:cxn>
                <a:cxn ang="T64">
                  <a:pos x="T17" y="0"/>
                </a:cxn>
                <a:cxn ang="T65">
                  <a:pos x="T18" y="0"/>
                </a:cxn>
                <a:cxn ang="T66">
                  <a:pos x="T19" y="0"/>
                </a:cxn>
                <a:cxn ang="T67">
                  <a:pos x="T20" y="0"/>
                </a:cxn>
                <a:cxn ang="T68">
                  <a:pos x="T21" y="0"/>
                </a:cxn>
                <a:cxn ang="T69">
                  <a:pos x="T22" y="0"/>
                </a:cxn>
                <a:cxn ang="T70">
                  <a:pos x="T23" y="0"/>
                </a:cxn>
                <a:cxn ang="T71">
                  <a:pos x="T24" y="0"/>
                </a:cxn>
                <a:cxn ang="T72">
                  <a:pos x="T25" y="0"/>
                </a:cxn>
                <a:cxn ang="T73">
                  <a:pos x="T26" y="0"/>
                </a:cxn>
                <a:cxn ang="T74">
                  <a:pos x="T27" y="0"/>
                </a:cxn>
                <a:cxn ang="T75">
                  <a:pos x="T28" y="0"/>
                </a:cxn>
                <a:cxn ang="T76">
                  <a:pos x="T29" y="0"/>
                </a:cxn>
                <a:cxn ang="T77">
                  <a:pos x="T30" y="0"/>
                </a:cxn>
                <a:cxn ang="T78">
                  <a:pos x="T31" y="0"/>
                </a:cxn>
                <a:cxn ang="T79">
                  <a:pos x="T32" y="0"/>
                </a:cxn>
                <a:cxn ang="T80">
                  <a:pos x="T33" y="0"/>
                </a:cxn>
                <a:cxn ang="T81">
                  <a:pos x="T34" y="0"/>
                </a:cxn>
                <a:cxn ang="T82">
                  <a:pos x="T35" y="0"/>
                </a:cxn>
                <a:cxn ang="T83">
                  <a:pos x="T36" y="0"/>
                </a:cxn>
                <a:cxn ang="T84">
                  <a:pos x="T37" y="0"/>
                </a:cxn>
                <a:cxn ang="T85">
                  <a:pos x="T38" y="0"/>
                </a:cxn>
                <a:cxn ang="T86">
                  <a:pos x="T39" y="0"/>
                </a:cxn>
                <a:cxn ang="T87">
                  <a:pos x="T40" y="0"/>
                </a:cxn>
                <a:cxn ang="T88">
                  <a:pos x="T41" y="0"/>
                </a:cxn>
                <a:cxn ang="T89">
                  <a:pos x="T42" y="0"/>
                </a:cxn>
                <a:cxn ang="T90">
                  <a:pos x="T43" y="0"/>
                </a:cxn>
                <a:cxn ang="T91">
                  <a:pos x="T44" y="0"/>
                </a:cxn>
                <a:cxn ang="T92">
                  <a:pos x="T45" y="0"/>
                </a:cxn>
                <a:cxn ang="T93">
                  <a:pos x="T46" y="0"/>
                </a:cxn>
              </a:cxnLst>
              <a:rect l="0" t="0" r="r" b="b"/>
              <a:pathLst>
                <a:path w="62">
                  <a:moveTo>
                    <a:pt x="31" y="0"/>
                  </a:moveTo>
                  <a:cubicBezTo>
                    <a:pt x="32" y="0"/>
                    <a:pt x="32" y="0"/>
                    <a:pt x="32" y="0"/>
                  </a:cubicBezTo>
                  <a:cubicBezTo>
                    <a:pt x="33" y="0"/>
                    <a:pt x="33" y="0"/>
                    <a:pt x="33" y="0"/>
                  </a:cubicBezTo>
                  <a:cubicBezTo>
                    <a:pt x="36" y="0"/>
                    <a:pt x="38" y="0"/>
                    <a:pt x="41" y="0"/>
                  </a:cubicBezTo>
                  <a:cubicBezTo>
                    <a:pt x="41" y="0"/>
                    <a:pt x="42" y="0"/>
                    <a:pt x="42" y="0"/>
                  </a:cubicBezTo>
                  <a:cubicBezTo>
                    <a:pt x="44" y="0"/>
                    <a:pt x="45" y="0"/>
                    <a:pt x="46" y="0"/>
                  </a:cubicBezTo>
                  <a:cubicBezTo>
                    <a:pt x="48" y="0"/>
                    <a:pt x="51" y="0"/>
                    <a:pt x="53" y="0"/>
                  </a:cubicBezTo>
                  <a:cubicBezTo>
                    <a:pt x="54" y="0"/>
                    <a:pt x="56" y="0"/>
                    <a:pt x="57" y="0"/>
                  </a:cubicBezTo>
                  <a:cubicBezTo>
                    <a:pt x="58" y="0"/>
                    <a:pt x="58" y="0"/>
                    <a:pt x="59" y="0"/>
                  </a:cubicBezTo>
                  <a:cubicBezTo>
                    <a:pt x="60" y="0"/>
                    <a:pt x="61" y="0"/>
                    <a:pt x="62" y="0"/>
                  </a:cubicBezTo>
                  <a:cubicBezTo>
                    <a:pt x="62" y="0"/>
                    <a:pt x="62" y="0"/>
                    <a:pt x="62" y="0"/>
                  </a:cubicBezTo>
                  <a:cubicBezTo>
                    <a:pt x="62" y="0"/>
                    <a:pt x="62" y="0"/>
                    <a:pt x="62" y="0"/>
                  </a:cubicBezTo>
                  <a:cubicBezTo>
                    <a:pt x="62" y="0"/>
                    <a:pt x="62" y="0"/>
                    <a:pt x="62" y="0"/>
                  </a:cubicBezTo>
                  <a:cubicBezTo>
                    <a:pt x="62" y="0"/>
                    <a:pt x="62" y="0"/>
                    <a:pt x="62" y="0"/>
                  </a:cubicBezTo>
                  <a:cubicBezTo>
                    <a:pt x="62" y="0"/>
                    <a:pt x="61" y="0"/>
                    <a:pt x="61" y="0"/>
                  </a:cubicBezTo>
                  <a:cubicBezTo>
                    <a:pt x="60" y="0"/>
                    <a:pt x="59" y="0"/>
                    <a:pt x="58" y="0"/>
                  </a:cubicBezTo>
                  <a:cubicBezTo>
                    <a:pt x="57" y="0"/>
                    <a:pt x="56" y="0"/>
                    <a:pt x="54" y="0"/>
                  </a:cubicBezTo>
                  <a:cubicBezTo>
                    <a:pt x="54" y="0"/>
                    <a:pt x="53" y="0"/>
                    <a:pt x="52" y="0"/>
                  </a:cubicBezTo>
                  <a:cubicBezTo>
                    <a:pt x="51" y="0"/>
                    <a:pt x="49" y="0"/>
                    <a:pt x="47" y="0"/>
                  </a:cubicBezTo>
                  <a:cubicBezTo>
                    <a:pt x="46" y="0"/>
                    <a:pt x="46" y="0"/>
                    <a:pt x="45" y="0"/>
                  </a:cubicBezTo>
                  <a:cubicBezTo>
                    <a:pt x="44" y="0"/>
                    <a:pt x="43" y="0"/>
                    <a:pt x="41" y="0"/>
                  </a:cubicBezTo>
                  <a:cubicBezTo>
                    <a:pt x="40" y="0"/>
                    <a:pt x="39" y="0"/>
                    <a:pt x="38" y="0"/>
                  </a:cubicBezTo>
                  <a:cubicBezTo>
                    <a:pt x="37" y="0"/>
                    <a:pt x="36" y="0"/>
                    <a:pt x="35" y="0"/>
                  </a:cubicBezTo>
                  <a:cubicBezTo>
                    <a:pt x="35" y="0"/>
                    <a:pt x="34" y="0"/>
                    <a:pt x="33" y="0"/>
                  </a:cubicBezTo>
                  <a:cubicBezTo>
                    <a:pt x="32" y="0"/>
                    <a:pt x="31" y="0"/>
                    <a:pt x="30" y="0"/>
                  </a:cubicBezTo>
                  <a:cubicBezTo>
                    <a:pt x="28" y="0"/>
                    <a:pt x="27" y="0"/>
                    <a:pt x="26" y="0"/>
                  </a:cubicBezTo>
                  <a:cubicBezTo>
                    <a:pt x="25" y="0"/>
                    <a:pt x="23" y="0"/>
                    <a:pt x="21" y="0"/>
                  </a:cubicBezTo>
                  <a:cubicBezTo>
                    <a:pt x="20" y="0"/>
                    <a:pt x="19" y="0"/>
                    <a:pt x="19" y="0"/>
                  </a:cubicBezTo>
                  <a:cubicBezTo>
                    <a:pt x="17" y="0"/>
                    <a:pt x="16" y="0"/>
                    <a:pt x="15" y="0"/>
                  </a:cubicBezTo>
                  <a:cubicBezTo>
                    <a:pt x="13" y="0"/>
                    <a:pt x="12" y="0"/>
                    <a:pt x="10" y="0"/>
                  </a:cubicBezTo>
                  <a:cubicBezTo>
                    <a:pt x="9" y="0"/>
                    <a:pt x="8" y="0"/>
                    <a:pt x="7" y="0"/>
                  </a:cubicBezTo>
                  <a:cubicBezTo>
                    <a:pt x="6" y="0"/>
                    <a:pt x="5" y="0"/>
                    <a:pt x="4" y="0"/>
                  </a:cubicBezTo>
                  <a:cubicBezTo>
                    <a:pt x="3" y="0"/>
                    <a:pt x="2" y="0"/>
                    <a:pt x="1" y="0"/>
                  </a:cubicBezTo>
                  <a:cubicBezTo>
                    <a:pt x="1" y="0"/>
                    <a:pt x="1" y="0"/>
                    <a:pt x="0" y="0"/>
                  </a:cubicBezTo>
                  <a:cubicBezTo>
                    <a:pt x="0" y="0"/>
                    <a:pt x="0" y="0"/>
                    <a:pt x="0" y="0"/>
                  </a:cubicBezTo>
                  <a:cubicBezTo>
                    <a:pt x="0" y="0"/>
                    <a:pt x="0" y="0"/>
                    <a:pt x="0" y="0"/>
                  </a:cubicBezTo>
                  <a:cubicBezTo>
                    <a:pt x="0" y="0"/>
                    <a:pt x="0" y="0"/>
                    <a:pt x="0" y="0"/>
                  </a:cubicBezTo>
                  <a:cubicBezTo>
                    <a:pt x="1" y="0"/>
                    <a:pt x="1" y="0"/>
                    <a:pt x="2" y="0"/>
                  </a:cubicBezTo>
                  <a:cubicBezTo>
                    <a:pt x="3" y="0"/>
                    <a:pt x="5" y="0"/>
                    <a:pt x="7" y="0"/>
                  </a:cubicBezTo>
                  <a:cubicBezTo>
                    <a:pt x="7" y="0"/>
                    <a:pt x="8" y="0"/>
                    <a:pt x="8" y="0"/>
                  </a:cubicBezTo>
                  <a:cubicBezTo>
                    <a:pt x="9" y="0"/>
                    <a:pt x="10" y="0"/>
                    <a:pt x="11" y="0"/>
                  </a:cubicBezTo>
                  <a:cubicBezTo>
                    <a:pt x="13" y="0"/>
                    <a:pt x="15" y="0"/>
                    <a:pt x="16" y="0"/>
                  </a:cubicBezTo>
                  <a:cubicBezTo>
                    <a:pt x="17" y="0"/>
                    <a:pt x="18" y="0"/>
                    <a:pt x="19" y="0"/>
                  </a:cubicBezTo>
                  <a:cubicBezTo>
                    <a:pt x="22" y="0"/>
                    <a:pt x="24" y="0"/>
                    <a:pt x="27" y="0"/>
                  </a:cubicBezTo>
                  <a:cubicBezTo>
                    <a:pt x="28" y="0"/>
                    <a:pt x="29" y="0"/>
                    <a:pt x="30" y="0"/>
                  </a:cubicBezTo>
                  <a:cubicBezTo>
                    <a:pt x="31" y="0"/>
                    <a:pt x="31" y="0"/>
                    <a:pt x="31" y="0"/>
                  </a:cubicBezTo>
                  <a:cubicBezTo>
                    <a:pt x="31" y="0"/>
                    <a:pt x="31" y="0"/>
                    <a:pt x="31"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39" name="Freeform 620"/>
            <p:cNvSpPr/>
            <p:nvPr/>
          </p:nvSpPr>
          <p:spPr bwMode="auto">
            <a:xfrm>
              <a:off x="6022976" y="1398588"/>
              <a:ext cx="12700" cy="11112"/>
            </a:xfrm>
            <a:custGeom>
              <a:avLst/>
              <a:gdLst>
                <a:gd name="T0" fmla="*/ 2147483646 w 8"/>
                <a:gd name="T1" fmla="*/ 2147483646 h 7"/>
                <a:gd name="T2" fmla="*/ 2147483646 w 8"/>
                <a:gd name="T3" fmla="*/ 2147483646 h 7"/>
                <a:gd name="T4" fmla="*/ 0 w 8"/>
                <a:gd name="T5" fmla="*/ 2147483646 h 7"/>
                <a:gd name="T6" fmla="*/ 0 w 8"/>
                <a:gd name="T7" fmla="*/ 2147483646 h 7"/>
                <a:gd name="T8" fmla="*/ 0 w 8"/>
                <a:gd name="T9" fmla="*/ 2147483646 h 7"/>
                <a:gd name="T10" fmla="*/ 0 w 8"/>
                <a:gd name="T11" fmla="*/ 2147483646 h 7"/>
                <a:gd name="T12" fmla="*/ 2147483646 w 8"/>
                <a:gd name="T13" fmla="*/ 2147483646 h 7"/>
                <a:gd name="T14" fmla="*/ 2147483646 w 8"/>
                <a:gd name="T15" fmla="*/ 2147483646 h 7"/>
                <a:gd name="T16" fmla="*/ 2147483646 w 8"/>
                <a:gd name="T17" fmla="*/ 2147483646 h 7"/>
                <a:gd name="T18" fmla="*/ 2147483646 w 8"/>
                <a:gd name="T19" fmla="*/ 2147483646 h 7"/>
                <a:gd name="T20" fmla="*/ 2147483646 w 8"/>
                <a:gd name="T21" fmla="*/ 2147483646 h 7"/>
                <a:gd name="T22" fmla="*/ 2147483646 w 8"/>
                <a:gd name="T23" fmla="*/ 2147483646 h 7"/>
                <a:gd name="T24" fmla="*/ 2147483646 w 8"/>
                <a:gd name="T25" fmla="*/ 2147483646 h 7"/>
                <a:gd name="T26" fmla="*/ 2147483646 w 8"/>
                <a:gd name="T27" fmla="*/ 2147483646 h 7"/>
                <a:gd name="T28" fmla="*/ 2147483646 w 8"/>
                <a:gd name="T29" fmla="*/ 2147483646 h 7"/>
                <a:gd name="T30" fmla="*/ 2147483646 w 8"/>
                <a:gd name="T31" fmla="*/ 2147483646 h 7"/>
                <a:gd name="T32" fmla="*/ 2147483646 w 8"/>
                <a:gd name="T33" fmla="*/ 2147483646 h 7"/>
                <a:gd name="T34" fmla="*/ 2147483646 w 8"/>
                <a:gd name="T35" fmla="*/ 2147483646 h 7"/>
                <a:gd name="T36" fmla="*/ 0 w 8"/>
                <a:gd name="T37" fmla="*/ 2147483646 h 7"/>
                <a:gd name="T38" fmla="*/ 0 w 8"/>
                <a:gd name="T39" fmla="*/ 2147483646 h 7"/>
                <a:gd name="T40" fmla="*/ 0 w 8"/>
                <a:gd name="T41" fmla="*/ 2147483646 h 7"/>
                <a:gd name="T42" fmla="*/ 0 w 8"/>
                <a:gd name="T43" fmla="*/ 2147483646 h 7"/>
                <a:gd name="T44" fmla="*/ 2147483646 w 8"/>
                <a:gd name="T45" fmla="*/ 0 h 7"/>
                <a:gd name="T46" fmla="*/ 2147483646 w 8"/>
                <a:gd name="T47" fmla="*/ 0 h 7"/>
                <a:gd name="T48" fmla="*/ 2147483646 w 8"/>
                <a:gd name="T49" fmla="*/ 0 h 7"/>
                <a:gd name="T50" fmla="*/ 2147483646 w 8"/>
                <a:gd name="T51" fmla="*/ 0 h 7"/>
                <a:gd name="T52" fmla="*/ 2147483646 w 8"/>
                <a:gd name="T53" fmla="*/ 0 h 7"/>
                <a:gd name="T54" fmla="*/ 2147483646 w 8"/>
                <a:gd name="T55" fmla="*/ 2147483646 h 7"/>
                <a:gd name="T56" fmla="*/ 2147483646 w 8"/>
                <a:gd name="T57" fmla="*/ 2147483646 h 7"/>
                <a:gd name="T58" fmla="*/ 2147483646 w 8"/>
                <a:gd name="T59" fmla="*/ 2147483646 h 7"/>
                <a:gd name="T60" fmla="*/ 2147483646 w 8"/>
                <a:gd name="T61" fmla="*/ 2147483646 h 7"/>
                <a:gd name="T62" fmla="*/ 2147483646 w 8"/>
                <a:gd name="T63" fmla="*/ 2147483646 h 7"/>
                <a:gd name="T64" fmla="*/ 2147483646 w 8"/>
                <a:gd name="T65" fmla="*/ 2147483646 h 7"/>
                <a:gd name="T66" fmla="*/ 2147483646 w 8"/>
                <a:gd name="T67" fmla="*/ 2147483646 h 7"/>
                <a:gd name="T68" fmla="*/ 2147483646 w 8"/>
                <a:gd name="T69" fmla="*/ 2147483646 h 7"/>
                <a:gd name="T70" fmla="*/ 2147483646 w 8"/>
                <a:gd name="T71" fmla="*/ 2147483646 h 7"/>
                <a:gd name="T72" fmla="*/ 2147483646 w 8"/>
                <a:gd name="T73" fmla="*/ 2147483646 h 7"/>
                <a:gd name="T74" fmla="*/ 2147483646 w 8"/>
                <a:gd name="T75" fmla="*/ 2147483646 h 7"/>
                <a:gd name="T76" fmla="*/ 2147483646 w 8"/>
                <a:gd name="T77" fmla="*/ 2147483646 h 7"/>
                <a:gd name="T78" fmla="*/ 2147483646 w 8"/>
                <a:gd name="T79" fmla="*/ 2147483646 h 7"/>
                <a:gd name="T80" fmla="*/ 2147483646 w 8"/>
                <a:gd name="T81" fmla="*/ 2147483646 h 7"/>
                <a:gd name="T82" fmla="*/ 2147483646 w 8"/>
                <a:gd name="T83" fmla="*/ 2147483646 h 7"/>
                <a:gd name="T84" fmla="*/ 2147483646 w 8"/>
                <a:gd name="T85" fmla="*/ 2147483646 h 7"/>
                <a:gd name="T86" fmla="*/ 2147483646 w 8"/>
                <a:gd name="T87" fmla="*/ 2147483646 h 7"/>
                <a:gd name="T88" fmla="*/ 2147483646 w 8"/>
                <a:gd name="T89" fmla="*/ 2147483646 h 7"/>
                <a:gd name="T90" fmla="*/ 2147483646 w 8"/>
                <a:gd name="T91" fmla="*/ 2147483646 h 7"/>
                <a:gd name="T92" fmla="*/ 2147483646 w 8"/>
                <a:gd name="T93" fmla="*/ 2147483646 h 7"/>
                <a:gd name="T94" fmla="*/ 2147483646 w 8"/>
                <a:gd name="T95" fmla="*/ 2147483646 h 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 h="7">
                  <a:moveTo>
                    <a:pt x="3" y="7"/>
                  </a:moveTo>
                  <a:cubicBezTo>
                    <a:pt x="2" y="7"/>
                    <a:pt x="1" y="7"/>
                    <a:pt x="1" y="7"/>
                  </a:cubicBezTo>
                  <a:cubicBezTo>
                    <a:pt x="0" y="7"/>
                    <a:pt x="0" y="7"/>
                    <a:pt x="0" y="7"/>
                  </a:cubicBezTo>
                  <a:cubicBezTo>
                    <a:pt x="0" y="7"/>
                    <a:pt x="0" y="7"/>
                    <a:pt x="0" y="7"/>
                  </a:cubicBezTo>
                  <a:cubicBezTo>
                    <a:pt x="0" y="7"/>
                    <a:pt x="0" y="6"/>
                    <a:pt x="0" y="6"/>
                  </a:cubicBezTo>
                  <a:cubicBezTo>
                    <a:pt x="0" y="6"/>
                    <a:pt x="0" y="6"/>
                    <a:pt x="0" y="6"/>
                  </a:cubicBezTo>
                  <a:cubicBezTo>
                    <a:pt x="1" y="6"/>
                    <a:pt x="1" y="6"/>
                    <a:pt x="2" y="6"/>
                  </a:cubicBezTo>
                  <a:cubicBezTo>
                    <a:pt x="3" y="6"/>
                    <a:pt x="4" y="6"/>
                    <a:pt x="5" y="6"/>
                  </a:cubicBezTo>
                  <a:cubicBezTo>
                    <a:pt x="5" y="6"/>
                    <a:pt x="5" y="6"/>
                    <a:pt x="6" y="6"/>
                  </a:cubicBezTo>
                  <a:cubicBezTo>
                    <a:pt x="6" y="6"/>
                    <a:pt x="6" y="6"/>
                    <a:pt x="6" y="6"/>
                  </a:cubicBezTo>
                  <a:cubicBezTo>
                    <a:pt x="6" y="6"/>
                    <a:pt x="6" y="6"/>
                    <a:pt x="6" y="6"/>
                  </a:cubicBezTo>
                  <a:cubicBezTo>
                    <a:pt x="6" y="5"/>
                    <a:pt x="6" y="5"/>
                    <a:pt x="6" y="5"/>
                  </a:cubicBezTo>
                  <a:cubicBezTo>
                    <a:pt x="6" y="5"/>
                    <a:pt x="6" y="5"/>
                    <a:pt x="6" y="5"/>
                  </a:cubicBezTo>
                  <a:cubicBezTo>
                    <a:pt x="6" y="5"/>
                    <a:pt x="6" y="5"/>
                    <a:pt x="6" y="5"/>
                  </a:cubicBezTo>
                  <a:cubicBezTo>
                    <a:pt x="5" y="5"/>
                    <a:pt x="5" y="5"/>
                    <a:pt x="4" y="5"/>
                  </a:cubicBezTo>
                  <a:cubicBezTo>
                    <a:pt x="3" y="5"/>
                    <a:pt x="3" y="5"/>
                    <a:pt x="2" y="5"/>
                  </a:cubicBezTo>
                  <a:cubicBezTo>
                    <a:pt x="2" y="5"/>
                    <a:pt x="1" y="5"/>
                    <a:pt x="1" y="4"/>
                  </a:cubicBezTo>
                  <a:cubicBezTo>
                    <a:pt x="1" y="4"/>
                    <a:pt x="1" y="4"/>
                    <a:pt x="1" y="4"/>
                  </a:cubicBezTo>
                  <a:cubicBezTo>
                    <a:pt x="0" y="4"/>
                    <a:pt x="0" y="4"/>
                    <a:pt x="0" y="3"/>
                  </a:cubicBezTo>
                  <a:cubicBezTo>
                    <a:pt x="0" y="3"/>
                    <a:pt x="0" y="3"/>
                    <a:pt x="0" y="3"/>
                  </a:cubicBezTo>
                  <a:cubicBezTo>
                    <a:pt x="0" y="3"/>
                    <a:pt x="0" y="2"/>
                    <a:pt x="0" y="2"/>
                  </a:cubicBezTo>
                  <a:cubicBezTo>
                    <a:pt x="0" y="2"/>
                    <a:pt x="0" y="1"/>
                    <a:pt x="0" y="1"/>
                  </a:cubicBezTo>
                  <a:cubicBezTo>
                    <a:pt x="1" y="1"/>
                    <a:pt x="1" y="0"/>
                    <a:pt x="2" y="0"/>
                  </a:cubicBezTo>
                  <a:cubicBezTo>
                    <a:pt x="2" y="0"/>
                    <a:pt x="2" y="0"/>
                    <a:pt x="3" y="0"/>
                  </a:cubicBezTo>
                  <a:cubicBezTo>
                    <a:pt x="4" y="0"/>
                    <a:pt x="6" y="0"/>
                    <a:pt x="7" y="0"/>
                  </a:cubicBezTo>
                  <a:cubicBezTo>
                    <a:pt x="7" y="0"/>
                    <a:pt x="8" y="0"/>
                    <a:pt x="8" y="0"/>
                  </a:cubicBezTo>
                  <a:cubicBezTo>
                    <a:pt x="8" y="0"/>
                    <a:pt x="8" y="0"/>
                    <a:pt x="8" y="0"/>
                  </a:cubicBezTo>
                  <a:cubicBezTo>
                    <a:pt x="8" y="1"/>
                    <a:pt x="8" y="1"/>
                    <a:pt x="8" y="2"/>
                  </a:cubicBezTo>
                  <a:cubicBezTo>
                    <a:pt x="8" y="2"/>
                    <a:pt x="8" y="2"/>
                    <a:pt x="8" y="2"/>
                  </a:cubicBezTo>
                  <a:cubicBezTo>
                    <a:pt x="8" y="2"/>
                    <a:pt x="8" y="2"/>
                    <a:pt x="8" y="2"/>
                  </a:cubicBezTo>
                  <a:cubicBezTo>
                    <a:pt x="7" y="2"/>
                    <a:pt x="7" y="2"/>
                    <a:pt x="7" y="2"/>
                  </a:cubicBezTo>
                  <a:cubicBezTo>
                    <a:pt x="6" y="2"/>
                    <a:pt x="5" y="2"/>
                    <a:pt x="4" y="2"/>
                  </a:cubicBezTo>
                  <a:cubicBezTo>
                    <a:pt x="4" y="2"/>
                    <a:pt x="3" y="2"/>
                    <a:pt x="2" y="2"/>
                  </a:cubicBezTo>
                  <a:cubicBezTo>
                    <a:pt x="2" y="2"/>
                    <a:pt x="2" y="2"/>
                    <a:pt x="2" y="2"/>
                  </a:cubicBezTo>
                  <a:cubicBezTo>
                    <a:pt x="2" y="2"/>
                    <a:pt x="2" y="2"/>
                    <a:pt x="2" y="2"/>
                  </a:cubicBezTo>
                  <a:cubicBezTo>
                    <a:pt x="2" y="2"/>
                    <a:pt x="2" y="2"/>
                    <a:pt x="2" y="2"/>
                  </a:cubicBezTo>
                  <a:cubicBezTo>
                    <a:pt x="1" y="2"/>
                    <a:pt x="1" y="3"/>
                    <a:pt x="2" y="3"/>
                  </a:cubicBezTo>
                  <a:cubicBezTo>
                    <a:pt x="2" y="3"/>
                    <a:pt x="2" y="3"/>
                    <a:pt x="2" y="3"/>
                  </a:cubicBezTo>
                  <a:cubicBezTo>
                    <a:pt x="3" y="3"/>
                    <a:pt x="4" y="3"/>
                    <a:pt x="6" y="3"/>
                  </a:cubicBezTo>
                  <a:cubicBezTo>
                    <a:pt x="6" y="3"/>
                    <a:pt x="6" y="3"/>
                    <a:pt x="6" y="3"/>
                  </a:cubicBezTo>
                  <a:cubicBezTo>
                    <a:pt x="6" y="3"/>
                    <a:pt x="7" y="3"/>
                    <a:pt x="7" y="3"/>
                  </a:cubicBezTo>
                  <a:cubicBezTo>
                    <a:pt x="7" y="3"/>
                    <a:pt x="7" y="3"/>
                    <a:pt x="7" y="3"/>
                  </a:cubicBezTo>
                  <a:cubicBezTo>
                    <a:pt x="8" y="4"/>
                    <a:pt x="8" y="5"/>
                    <a:pt x="8" y="5"/>
                  </a:cubicBezTo>
                  <a:cubicBezTo>
                    <a:pt x="8" y="6"/>
                    <a:pt x="8" y="6"/>
                    <a:pt x="8" y="6"/>
                  </a:cubicBezTo>
                  <a:cubicBezTo>
                    <a:pt x="7" y="7"/>
                    <a:pt x="7" y="7"/>
                    <a:pt x="7" y="7"/>
                  </a:cubicBezTo>
                  <a:cubicBezTo>
                    <a:pt x="7" y="7"/>
                    <a:pt x="6" y="7"/>
                    <a:pt x="6" y="7"/>
                  </a:cubicBezTo>
                  <a:cubicBezTo>
                    <a:pt x="5" y="7"/>
                    <a:pt x="4" y="7"/>
                    <a:pt x="3" y="7"/>
                  </a:cubicBezTo>
                  <a:cubicBezTo>
                    <a:pt x="3" y="7"/>
                    <a:pt x="3" y="7"/>
                    <a:pt x="3" y="7"/>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0" name="Freeform 621"/>
            <p:cNvSpPr/>
            <p:nvPr/>
          </p:nvSpPr>
          <p:spPr bwMode="auto">
            <a:xfrm>
              <a:off x="5946776" y="1398588"/>
              <a:ext cx="11113" cy="11112"/>
            </a:xfrm>
            <a:custGeom>
              <a:avLst/>
              <a:gdLst>
                <a:gd name="T0" fmla="*/ 2147483646 w 7"/>
                <a:gd name="T1" fmla="*/ 0 h 7"/>
                <a:gd name="T2" fmla="*/ 2147483646 w 7"/>
                <a:gd name="T3" fmla="*/ 0 h 7"/>
                <a:gd name="T4" fmla="*/ 2147483646 w 7"/>
                <a:gd name="T5" fmla="*/ 0 h 7"/>
                <a:gd name="T6" fmla="*/ 2147483646 w 7"/>
                <a:gd name="T7" fmla="*/ 0 h 7"/>
                <a:gd name="T8" fmla="*/ 2147483646 w 7"/>
                <a:gd name="T9" fmla="*/ 2147483646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2147483646 w 7"/>
                <a:gd name="T21" fmla="*/ 2147483646 h 7"/>
                <a:gd name="T22" fmla="*/ 2147483646 w 7"/>
                <a:gd name="T23" fmla="*/ 2147483646 h 7"/>
                <a:gd name="T24" fmla="*/ 2147483646 w 7"/>
                <a:gd name="T25" fmla="*/ 2147483646 h 7"/>
                <a:gd name="T26" fmla="*/ 2147483646 w 7"/>
                <a:gd name="T27" fmla="*/ 2147483646 h 7"/>
                <a:gd name="T28" fmla="*/ 2147483646 w 7"/>
                <a:gd name="T29" fmla="*/ 2147483646 h 7"/>
                <a:gd name="T30" fmla="*/ 2147483646 w 7"/>
                <a:gd name="T31" fmla="*/ 2147483646 h 7"/>
                <a:gd name="T32" fmla="*/ 2147483646 w 7"/>
                <a:gd name="T33" fmla="*/ 2147483646 h 7"/>
                <a:gd name="T34" fmla="*/ 2147483646 w 7"/>
                <a:gd name="T35" fmla="*/ 2147483646 h 7"/>
                <a:gd name="T36" fmla="*/ 2147483646 w 7"/>
                <a:gd name="T37" fmla="*/ 2147483646 h 7"/>
                <a:gd name="T38" fmla="*/ 2147483646 w 7"/>
                <a:gd name="T39" fmla="*/ 2147483646 h 7"/>
                <a:gd name="T40" fmla="*/ 2147483646 w 7"/>
                <a:gd name="T41" fmla="*/ 2147483646 h 7"/>
                <a:gd name="T42" fmla="*/ 2147483646 w 7"/>
                <a:gd name="T43" fmla="*/ 2147483646 h 7"/>
                <a:gd name="T44" fmla="*/ 2147483646 w 7"/>
                <a:gd name="T45" fmla="*/ 2147483646 h 7"/>
                <a:gd name="T46" fmla="*/ 2147483646 w 7"/>
                <a:gd name="T47" fmla="*/ 2147483646 h 7"/>
                <a:gd name="T48" fmla="*/ 2147483646 w 7"/>
                <a:gd name="T49" fmla="*/ 2147483646 h 7"/>
                <a:gd name="T50" fmla="*/ 2147483646 w 7"/>
                <a:gd name="T51" fmla="*/ 2147483646 h 7"/>
                <a:gd name="T52" fmla="*/ 2147483646 w 7"/>
                <a:gd name="T53" fmla="*/ 2147483646 h 7"/>
                <a:gd name="T54" fmla="*/ 2147483646 w 7"/>
                <a:gd name="T55" fmla="*/ 2147483646 h 7"/>
                <a:gd name="T56" fmla="*/ 2147483646 w 7"/>
                <a:gd name="T57" fmla="*/ 2147483646 h 7"/>
                <a:gd name="T58" fmla="*/ 2147483646 w 7"/>
                <a:gd name="T59" fmla="*/ 2147483646 h 7"/>
                <a:gd name="T60" fmla="*/ 2147483646 w 7"/>
                <a:gd name="T61" fmla="*/ 2147483646 h 7"/>
                <a:gd name="T62" fmla="*/ 2147483646 w 7"/>
                <a:gd name="T63" fmla="*/ 2147483646 h 7"/>
                <a:gd name="T64" fmla="*/ 2147483646 w 7"/>
                <a:gd name="T65" fmla="*/ 2147483646 h 7"/>
                <a:gd name="T66" fmla="*/ 2147483646 w 7"/>
                <a:gd name="T67" fmla="*/ 2147483646 h 7"/>
                <a:gd name="T68" fmla="*/ 2147483646 w 7"/>
                <a:gd name="T69" fmla="*/ 2147483646 h 7"/>
                <a:gd name="T70" fmla="*/ 2147483646 w 7"/>
                <a:gd name="T71" fmla="*/ 2147483646 h 7"/>
                <a:gd name="T72" fmla="*/ 2147483646 w 7"/>
                <a:gd name="T73" fmla="*/ 2147483646 h 7"/>
                <a:gd name="T74" fmla="*/ 2147483646 w 7"/>
                <a:gd name="T75" fmla="*/ 2147483646 h 7"/>
                <a:gd name="T76" fmla="*/ 0 w 7"/>
                <a:gd name="T77" fmla="*/ 2147483646 h 7"/>
                <a:gd name="T78" fmla="*/ 0 w 7"/>
                <a:gd name="T79" fmla="*/ 2147483646 h 7"/>
                <a:gd name="T80" fmla="*/ 0 w 7"/>
                <a:gd name="T81" fmla="*/ 2147483646 h 7"/>
                <a:gd name="T82" fmla="*/ 0 w 7"/>
                <a:gd name="T83" fmla="*/ 2147483646 h 7"/>
                <a:gd name="T84" fmla="*/ 0 w 7"/>
                <a:gd name="T85" fmla="*/ 2147483646 h 7"/>
                <a:gd name="T86" fmla="*/ 0 w 7"/>
                <a:gd name="T87" fmla="*/ 0 h 7"/>
                <a:gd name="T88" fmla="*/ 0 w 7"/>
                <a:gd name="T89" fmla="*/ 0 h 7"/>
                <a:gd name="T90" fmla="*/ 0 w 7"/>
                <a:gd name="T91" fmla="*/ 0 h 7"/>
                <a:gd name="T92" fmla="*/ 2147483646 w 7"/>
                <a:gd name="T93" fmla="*/ 0 h 7"/>
                <a:gd name="T94" fmla="*/ 2147483646 w 7"/>
                <a:gd name="T95" fmla="*/ 0 h 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 h="7">
                  <a:moveTo>
                    <a:pt x="3" y="0"/>
                  </a:moveTo>
                  <a:cubicBezTo>
                    <a:pt x="4" y="0"/>
                    <a:pt x="5" y="0"/>
                    <a:pt x="6" y="0"/>
                  </a:cubicBezTo>
                  <a:cubicBezTo>
                    <a:pt x="7" y="0"/>
                    <a:pt x="7" y="0"/>
                    <a:pt x="7" y="0"/>
                  </a:cubicBezTo>
                  <a:cubicBezTo>
                    <a:pt x="7" y="0"/>
                    <a:pt x="7" y="0"/>
                    <a:pt x="7" y="0"/>
                  </a:cubicBezTo>
                  <a:cubicBezTo>
                    <a:pt x="7" y="1"/>
                    <a:pt x="7" y="1"/>
                    <a:pt x="7" y="1"/>
                  </a:cubicBezTo>
                  <a:cubicBezTo>
                    <a:pt x="7" y="2"/>
                    <a:pt x="7" y="2"/>
                    <a:pt x="7" y="2"/>
                  </a:cubicBezTo>
                  <a:cubicBezTo>
                    <a:pt x="7" y="2"/>
                    <a:pt x="7" y="2"/>
                    <a:pt x="7" y="2"/>
                  </a:cubicBezTo>
                  <a:cubicBezTo>
                    <a:pt x="7" y="2"/>
                    <a:pt x="6" y="2"/>
                    <a:pt x="6" y="2"/>
                  </a:cubicBezTo>
                  <a:cubicBezTo>
                    <a:pt x="5" y="2"/>
                    <a:pt x="4" y="2"/>
                    <a:pt x="3" y="2"/>
                  </a:cubicBezTo>
                  <a:cubicBezTo>
                    <a:pt x="2" y="2"/>
                    <a:pt x="2" y="2"/>
                    <a:pt x="1" y="2"/>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2" y="3"/>
                    <a:pt x="2" y="3"/>
                  </a:cubicBezTo>
                  <a:cubicBezTo>
                    <a:pt x="3" y="3"/>
                    <a:pt x="5" y="3"/>
                    <a:pt x="6" y="3"/>
                  </a:cubicBezTo>
                  <a:cubicBezTo>
                    <a:pt x="6" y="3"/>
                    <a:pt x="6" y="3"/>
                    <a:pt x="6" y="3"/>
                  </a:cubicBezTo>
                  <a:cubicBezTo>
                    <a:pt x="6" y="3"/>
                    <a:pt x="6" y="3"/>
                    <a:pt x="6" y="3"/>
                  </a:cubicBezTo>
                  <a:cubicBezTo>
                    <a:pt x="6" y="3"/>
                    <a:pt x="6" y="4"/>
                    <a:pt x="6" y="4"/>
                  </a:cubicBezTo>
                  <a:cubicBezTo>
                    <a:pt x="6" y="4"/>
                    <a:pt x="6" y="4"/>
                    <a:pt x="6" y="4"/>
                  </a:cubicBezTo>
                  <a:cubicBezTo>
                    <a:pt x="6" y="4"/>
                    <a:pt x="6" y="4"/>
                    <a:pt x="6" y="4"/>
                  </a:cubicBezTo>
                  <a:cubicBezTo>
                    <a:pt x="6" y="5"/>
                    <a:pt x="6" y="5"/>
                    <a:pt x="6" y="5"/>
                  </a:cubicBezTo>
                  <a:cubicBezTo>
                    <a:pt x="6" y="5"/>
                    <a:pt x="6" y="5"/>
                    <a:pt x="6" y="5"/>
                  </a:cubicBezTo>
                  <a:cubicBezTo>
                    <a:pt x="4" y="5"/>
                    <a:pt x="3" y="5"/>
                    <a:pt x="2" y="5"/>
                  </a:cubicBezTo>
                  <a:cubicBezTo>
                    <a:pt x="2" y="5"/>
                    <a:pt x="1" y="5"/>
                    <a:pt x="1" y="5"/>
                  </a:cubicBezTo>
                  <a:cubicBezTo>
                    <a:pt x="1" y="5"/>
                    <a:pt x="1" y="5"/>
                    <a:pt x="1" y="5"/>
                  </a:cubicBezTo>
                  <a:cubicBezTo>
                    <a:pt x="1" y="5"/>
                    <a:pt x="1" y="5"/>
                    <a:pt x="1" y="5"/>
                  </a:cubicBezTo>
                  <a:cubicBezTo>
                    <a:pt x="1" y="6"/>
                    <a:pt x="1" y="6"/>
                    <a:pt x="1" y="6"/>
                  </a:cubicBezTo>
                  <a:cubicBezTo>
                    <a:pt x="1" y="6"/>
                    <a:pt x="2" y="6"/>
                    <a:pt x="2" y="6"/>
                  </a:cubicBezTo>
                  <a:cubicBezTo>
                    <a:pt x="2" y="6"/>
                    <a:pt x="3" y="6"/>
                    <a:pt x="4" y="6"/>
                  </a:cubicBezTo>
                  <a:cubicBezTo>
                    <a:pt x="5" y="6"/>
                    <a:pt x="5" y="6"/>
                    <a:pt x="6" y="6"/>
                  </a:cubicBezTo>
                  <a:cubicBezTo>
                    <a:pt x="6" y="6"/>
                    <a:pt x="7" y="6"/>
                    <a:pt x="7" y="6"/>
                  </a:cubicBezTo>
                  <a:cubicBezTo>
                    <a:pt x="7" y="6"/>
                    <a:pt x="7" y="6"/>
                    <a:pt x="7" y="6"/>
                  </a:cubicBezTo>
                  <a:cubicBezTo>
                    <a:pt x="7" y="6"/>
                    <a:pt x="7" y="6"/>
                    <a:pt x="7" y="6"/>
                  </a:cubicBezTo>
                  <a:cubicBezTo>
                    <a:pt x="7" y="6"/>
                    <a:pt x="7" y="7"/>
                    <a:pt x="7" y="7"/>
                  </a:cubicBezTo>
                  <a:cubicBezTo>
                    <a:pt x="7" y="7"/>
                    <a:pt x="7" y="7"/>
                    <a:pt x="7" y="7"/>
                  </a:cubicBezTo>
                  <a:cubicBezTo>
                    <a:pt x="6" y="7"/>
                    <a:pt x="5" y="7"/>
                    <a:pt x="4" y="7"/>
                  </a:cubicBezTo>
                  <a:cubicBezTo>
                    <a:pt x="3" y="7"/>
                    <a:pt x="1" y="7"/>
                    <a:pt x="0" y="7"/>
                  </a:cubicBezTo>
                  <a:cubicBezTo>
                    <a:pt x="0" y="7"/>
                    <a:pt x="0" y="7"/>
                    <a:pt x="0" y="7"/>
                  </a:cubicBezTo>
                  <a:cubicBezTo>
                    <a:pt x="0" y="7"/>
                    <a:pt x="0" y="7"/>
                    <a:pt x="0" y="7"/>
                  </a:cubicBezTo>
                  <a:cubicBezTo>
                    <a:pt x="0" y="7"/>
                    <a:pt x="0" y="7"/>
                    <a:pt x="0" y="7"/>
                  </a:cubicBezTo>
                  <a:cubicBezTo>
                    <a:pt x="0" y="5"/>
                    <a:pt x="0" y="3"/>
                    <a:pt x="0" y="1"/>
                  </a:cubicBezTo>
                  <a:cubicBezTo>
                    <a:pt x="0" y="1"/>
                    <a:pt x="0" y="1"/>
                    <a:pt x="0" y="0"/>
                  </a:cubicBezTo>
                  <a:cubicBezTo>
                    <a:pt x="0" y="0"/>
                    <a:pt x="0" y="0"/>
                    <a:pt x="0" y="0"/>
                  </a:cubicBezTo>
                  <a:cubicBezTo>
                    <a:pt x="0" y="0"/>
                    <a:pt x="0" y="0"/>
                    <a:pt x="0" y="0"/>
                  </a:cubicBezTo>
                  <a:cubicBezTo>
                    <a:pt x="1" y="0"/>
                    <a:pt x="1" y="0"/>
                    <a:pt x="2" y="0"/>
                  </a:cubicBezTo>
                  <a:cubicBezTo>
                    <a:pt x="3" y="0"/>
                    <a:pt x="3" y="0"/>
                    <a:pt x="3"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1" name="Freeform 622"/>
            <p:cNvSpPr>
              <a:spLocks noEditPoints="1"/>
            </p:cNvSpPr>
            <p:nvPr/>
          </p:nvSpPr>
          <p:spPr bwMode="auto">
            <a:xfrm>
              <a:off x="5997576" y="1398588"/>
              <a:ext cx="12700" cy="11112"/>
            </a:xfrm>
            <a:custGeom>
              <a:avLst/>
              <a:gdLst>
                <a:gd name="T0" fmla="*/ 2147483646 w 9"/>
                <a:gd name="T1" fmla="*/ 2147483646 h 7"/>
                <a:gd name="T2" fmla="*/ 2147483646 w 9"/>
                <a:gd name="T3" fmla="*/ 2147483646 h 7"/>
                <a:gd name="T4" fmla="*/ 2147483646 w 9"/>
                <a:gd name="T5" fmla="*/ 2147483646 h 7"/>
                <a:gd name="T6" fmla="*/ 2147483646 w 9"/>
                <a:gd name="T7" fmla="*/ 2147483646 h 7"/>
                <a:gd name="T8" fmla="*/ 2147483646 w 9"/>
                <a:gd name="T9" fmla="*/ 2147483646 h 7"/>
                <a:gd name="T10" fmla="*/ 2147483646 w 9"/>
                <a:gd name="T11" fmla="*/ 2147483646 h 7"/>
                <a:gd name="T12" fmla="*/ 2147483646 w 9"/>
                <a:gd name="T13" fmla="*/ 2147483646 h 7"/>
                <a:gd name="T14" fmla="*/ 2147483646 w 9"/>
                <a:gd name="T15" fmla="*/ 2147483646 h 7"/>
                <a:gd name="T16" fmla="*/ 2147483646 w 9"/>
                <a:gd name="T17" fmla="*/ 2147483646 h 7"/>
                <a:gd name="T18" fmla="*/ 2147483646 w 9"/>
                <a:gd name="T19" fmla="*/ 2147483646 h 7"/>
                <a:gd name="T20" fmla="*/ 2147483646 w 9"/>
                <a:gd name="T21" fmla="*/ 2147483646 h 7"/>
                <a:gd name="T22" fmla="*/ 2147483646 w 9"/>
                <a:gd name="T23" fmla="*/ 2147483646 h 7"/>
                <a:gd name="T24" fmla="*/ 2147483646 w 9"/>
                <a:gd name="T25" fmla="*/ 2147483646 h 7"/>
                <a:gd name="T26" fmla="*/ 2147483646 w 9"/>
                <a:gd name="T27" fmla="*/ 2147483646 h 7"/>
                <a:gd name="T28" fmla="*/ 2147483646 w 9"/>
                <a:gd name="T29" fmla="*/ 2147483646 h 7"/>
                <a:gd name="T30" fmla="*/ 2147483646 w 9"/>
                <a:gd name="T31" fmla="*/ 2147483646 h 7"/>
                <a:gd name="T32" fmla="*/ 2147483646 w 9"/>
                <a:gd name="T33" fmla="*/ 2147483646 h 7"/>
                <a:gd name="T34" fmla="*/ 2147483646 w 9"/>
                <a:gd name="T35" fmla="*/ 2147483646 h 7"/>
                <a:gd name="T36" fmla="*/ 2147483646 w 9"/>
                <a:gd name="T37" fmla="*/ 2147483646 h 7"/>
                <a:gd name="T38" fmla="*/ 0 w 9"/>
                <a:gd name="T39" fmla="*/ 2147483646 h 7"/>
                <a:gd name="T40" fmla="*/ 0 w 9"/>
                <a:gd name="T41" fmla="*/ 2147483646 h 7"/>
                <a:gd name="T42" fmla="*/ 0 w 9"/>
                <a:gd name="T43" fmla="*/ 2147483646 h 7"/>
                <a:gd name="T44" fmla="*/ 0 w 9"/>
                <a:gd name="T45" fmla="*/ 2147483646 h 7"/>
                <a:gd name="T46" fmla="*/ 0 w 9"/>
                <a:gd name="T47" fmla="*/ 2147483646 h 7"/>
                <a:gd name="T48" fmla="*/ 2147483646 w 9"/>
                <a:gd name="T49" fmla="*/ 2147483646 h 7"/>
                <a:gd name="T50" fmla="*/ 2147483646 w 9"/>
                <a:gd name="T51" fmla="*/ 0 h 7"/>
                <a:gd name="T52" fmla="*/ 2147483646 w 9"/>
                <a:gd name="T53" fmla="*/ 0 h 7"/>
                <a:gd name="T54" fmla="*/ 2147483646 w 9"/>
                <a:gd name="T55" fmla="*/ 0 h 7"/>
                <a:gd name="T56" fmla="*/ 2147483646 w 9"/>
                <a:gd name="T57" fmla="*/ 0 h 7"/>
                <a:gd name="T58" fmla="*/ 2147483646 w 9"/>
                <a:gd name="T59" fmla="*/ 2147483646 h 7"/>
                <a:gd name="T60" fmla="*/ 2147483646 w 9"/>
                <a:gd name="T61" fmla="*/ 2147483646 h 7"/>
                <a:gd name="T62" fmla="*/ 2147483646 w 9"/>
                <a:gd name="T63" fmla="*/ 2147483646 h 7"/>
                <a:gd name="T64" fmla="*/ 2147483646 w 9"/>
                <a:gd name="T65" fmla="*/ 2147483646 h 7"/>
                <a:gd name="T66" fmla="*/ 2147483646 w 9"/>
                <a:gd name="T67" fmla="*/ 2147483646 h 7"/>
                <a:gd name="T68" fmla="*/ 2147483646 w 9"/>
                <a:gd name="T69" fmla="*/ 2147483646 h 7"/>
                <a:gd name="T70" fmla="*/ 2147483646 w 9"/>
                <a:gd name="T71" fmla="*/ 2147483646 h 7"/>
                <a:gd name="T72" fmla="*/ 2147483646 w 9"/>
                <a:gd name="T73" fmla="*/ 2147483646 h 7"/>
                <a:gd name="T74" fmla="*/ 2147483646 w 9"/>
                <a:gd name="T75" fmla="*/ 2147483646 h 7"/>
                <a:gd name="T76" fmla="*/ 2147483646 w 9"/>
                <a:gd name="T77" fmla="*/ 2147483646 h 7"/>
                <a:gd name="T78" fmla="*/ 2147483646 w 9"/>
                <a:gd name="T79" fmla="*/ 2147483646 h 7"/>
                <a:gd name="T80" fmla="*/ 2147483646 w 9"/>
                <a:gd name="T81" fmla="*/ 2147483646 h 7"/>
                <a:gd name="T82" fmla="*/ 2147483646 w 9"/>
                <a:gd name="T83" fmla="*/ 2147483646 h 7"/>
                <a:gd name="T84" fmla="*/ 2147483646 w 9"/>
                <a:gd name="T85" fmla="*/ 2147483646 h 7"/>
                <a:gd name="T86" fmla="*/ 2147483646 w 9"/>
                <a:gd name="T87" fmla="*/ 2147483646 h 7"/>
                <a:gd name="T88" fmla="*/ 2147483646 w 9"/>
                <a:gd name="T89" fmla="*/ 2147483646 h 7"/>
                <a:gd name="T90" fmla="*/ 2147483646 w 9"/>
                <a:gd name="T91" fmla="*/ 2147483646 h 7"/>
                <a:gd name="T92" fmla="*/ 2147483646 w 9"/>
                <a:gd name="T93" fmla="*/ 2147483646 h 7"/>
                <a:gd name="T94" fmla="*/ 2147483646 w 9"/>
                <a:gd name="T95" fmla="*/ 2147483646 h 7"/>
                <a:gd name="T96" fmla="*/ 2147483646 w 9"/>
                <a:gd name="T97" fmla="*/ 2147483646 h 7"/>
                <a:gd name="T98" fmla="*/ 2147483646 w 9"/>
                <a:gd name="T99" fmla="*/ 2147483646 h 7"/>
                <a:gd name="T100" fmla="*/ 2147483646 w 9"/>
                <a:gd name="T101" fmla="*/ 2147483646 h 7"/>
                <a:gd name="T102" fmla="*/ 2147483646 w 9"/>
                <a:gd name="T103" fmla="*/ 2147483646 h 7"/>
                <a:gd name="T104" fmla="*/ 2147483646 w 9"/>
                <a:gd name="T105" fmla="*/ 2147483646 h 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9" h="7">
                  <a:moveTo>
                    <a:pt x="9" y="5"/>
                  </a:moveTo>
                  <a:cubicBezTo>
                    <a:pt x="9" y="5"/>
                    <a:pt x="9" y="6"/>
                    <a:pt x="9" y="7"/>
                  </a:cubicBezTo>
                  <a:cubicBezTo>
                    <a:pt x="9" y="7"/>
                    <a:pt x="9" y="7"/>
                    <a:pt x="9" y="7"/>
                  </a:cubicBezTo>
                  <a:cubicBezTo>
                    <a:pt x="8" y="7"/>
                    <a:pt x="8" y="7"/>
                    <a:pt x="8" y="7"/>
                  </a:cubicBezTo>
                  <a:cubicBezTo>
                    <a:pt x="8" y="7"/>
                    <a:pt x="8" y="7"/>
                    <a:pt x="7" y="7"/>
                  </a:cubicBezTo>
                  <a:cubicBezTo>
                    <a:pt x="7" y="7"/>
                    <a:pt x="7" y="7"/>
                    <a:pt x="7" y="7"/>
                  </a:cubicBezTo>
                  <a:cubicBezTo>
                    <a:pt x="7" y="7"/>
                    <a:pt x="7" y="7"/>
                    <a:pt x="7" y="7"/>
                  </a:cubicBezTo>
                  <a:cubicBezTo>
                    <a:pt x="7" y="6"/>
                    <a:pt x="7" y="6"/>
                    <a:pt x="7" y="6"/>
                  </a:cubicBezTo>
                  <a:cubicBezTo>
                    <a:pt x="7" y="5"/>
                    <a:pt x="7" y="5"/>
                    <a:pt x="7" y="5"/>
                  </a:cubicBezTo>
                  <a:cubicBezTo>
                    <a:pt x="7" y="5"/>
                    <a:pt x="7" y="5"/>
                    <a:pt x="7" y="5"/>
                  </a:cubicBezTo>
                  <a:cubicBezTo>
                    <a:pt x="7" y="5"/>
                    <a:pt x="7" y="5"/>
                    <a:pt x="6" y="5"/>
                  </a:cubicBezTo>
                  <a:cubicBezTo>
                    <a:pt x="5" y="5"/>
                    <a:pt x="4" y="5"/>
                    <a:pt x="3" y="5"/>
                  </a:cubicBezTo>
                  <a:cubicBezTo>
                    <a:pt x="3" y="5"/>
                    <a:pt x="2" y="5"/>
                    <a:pt x="2" y="5"/>
                  </a:cubicBezTo>
                  <a:cubicBezTo>
                    <a:pt x="2" y="5"/>
                    <a:pt x="2" y="5"/>
                    <a:pt x="2" y="5"/>
                  </a:cubicBezTo>
                  <a:cubicBezTo>
                    <a:pt x="2" y="5"/>
                    <a:pt x="2" y="5"/>
                    <a:pt x="2" y="5"/>
                  </a:cubicBezTo>
                  <a:cubicBezTo>
                    <a:pt x="2" y="5"/>
                    <a:pt x="2" y="5"/>
                    <a:pt x="2" y="6"/>
                  </a:cubicBezTo>
                  <a:cubicBezTo>
                    <a:pt x="2" y="6"/>
                    <a:pt x="2" y="6"/>
                    <a:pt x="2" y="7"/>
                  </a:cubicBezTo>
                  <a:cubicBezTo>
                    <a:pt x="2" y="7"/>
                    <a:pt x="2" y="7"/>
                    <a:pt x="2" y="7"/>
                  </a:cubicBezTo>
                  <a:cubicBezTo>
                    <a:pt x="2" y="7"/>
                    <a:pt x="2" y="7"/>
                    <a:pt x="2" y="7"/>
                  </a:cubicBezTo>
                  <a:cubicBezTo>
                    <a:pt x="1" y="7"/>
                    <a:pt x="1" y="7"/>
                    <a:pt x="0" y="7"/>
                  </a:cubicBezTo>
                  <a:cubicBezTo>
                    <a:pt x="0" y="7"/>
                    <a:pt x="0" y="7"/>
                    <a:pt x="0" y="7"/>
                  </a:cubicBezTo>
                  <a:cubicBezTo>
                    <a:pt x="0" y="7"/>
                    <a:pt x="0" y="7"/>
                    <a:pt x="0" y="7"/>
                  </a:cubicBezTo>
                  <a:cubicBezTo>
                    <a:pt x="0" y="6"/>
                    <a:pt x="0" y="6"/>
                    <a:pt x="0" y="5"/>
                  </a:cubicBezTo>
                  <a:cubicBezTo>
                    <a:pt x="0" y="4"/>
                    <a:pt x="0" y="3"/>
                    <a:pt x="0" y="2"/>
                  </a:cubicBezTo>
                  <a:cubicBezTo>
                    <a:pt x="0" y="2"/>
                    <a:pt x="0" y="1"/>
                    <a:pt x="1" y="1"/>
                  </a:cubicBezTo>
                  <a:cubicBezTo>
                    <a:pt x="1" y="1"/>
                    <a:pt x="1" y="0"/>
                    <a:pt x="2" y="0"/>
                  </a:cubicBezTo>
                  <a:cubicBezTo>
                    <a:pt x="2" y="0"/>
                    <a:pt x="2" y="0"/>
                    <a:pt x="2" y="0"/>
                  </a:cubicBezTo>
                  <a:cubicBezTo>
                    <a:pt x="4" y="0"/>
                    <a:pt x="5" y="0"/>
                    <a:pt x="6" y="0"/>
                  </a:cubicBezTo>
                  <a:cubicBezTo>
                    <a:pt x="7" y="0"/>
                    <a:pt x="7" y="0"/>
                    <a:pt x="7" y="0"/>
                  </a:cubicBezTo>
                  <a:cubicBezTo>
                    <a:pt x="7" y="0"/>
                    <a:pt x="7" y="0"/>
                    <a:pt x="7" y="1"/>
                  </a:cubicBezTo>
                  <a:cubicBezTo>
                    <a:pt x="8" y="1"/>
                    <a:pt x="8" y="1"/>
                    <a:pt x="8" y="1"/>
                  </a:cubicBezTo>
                  <a:cubicBezTo>
                    <a:pt x="8" y="1"/>
                    <a:pt x="8" y="1"/>
                    <a:pt x="8" y="1"/>
                  </a:cubicBezTo>
                  <a:cubicBezTo>
                    <a:pt x="8" y="1"/>
                    <a:pt x="8" y="1"/>
                    <a:pt x="8" y="2"/>
                  </a:cubicBezTo>
                  <a:cubicBezTo>
                    <a:pt x="8" y="2"/>
                    <a:pt x="8" y="2"/>
                    <a:pt x="9" y="2"/>
                  </a:cubicBezTo>
                  <a:cubicBezTo>
                    <a:pt x="9" y="3"/>
                    <a:pt x="9" y="4"/>
                    <a:pt x="9" y="4"/>
                  </a:cubicBezTo>
                  <a:cubicBezTo>
                    <a:pt x="9" y="4"/>
                    <a:pt x="9" y="4"/>
                    <a:pt x="9" y="5"/>
                  </a:cubicBezTo>
                  <a:cubicBezTo>
                    <a:pt x="9" y="5"/>
                    <a:pt x="9" y="5"/>
                    <a:pt x="9" y="5"/>
                  </a:cubicBezTo>
                  <a:close/>
                  <a:moveTo>
                    <a:pt x="4" y="3"/>
                  </a:moveTo>
                  <a:cubicBezTo>
                    <a:pt x="4" y="3"/>
                    <a:pt x="4" y="3"/>
                    <a:pt x="4" y="3"/>
                  </a:cubicBezTo>
                  <a:cubicBezTo>
                    <a:pt x="5" y="3"/>
                    <a:pt x="6" y="3"/>
                    <a:pt x="6" y="3"/>
                  </a:cubicBezTo>
                  <a:cubicBezTo>
                    <a:pt x="6" y="3"/>
                    <a:pt x="7" y="3"/>
                    <a:pt x="7" y="3"/>
                  </a:cubicBezTo>
                  <a:cubicBezTo>
                    <a:pt x="7" y="3"/>
                    <a:pt x="7" y="3"/>
                    <a:pt x="7" y="3"/>
                  </a:cubicBezTo>
                  <a:cubicBezTo>
                    <a:pt x="7" y="3"/>
                    <a:pt x="7" y="3"/>
                    <a:pt x="7" y="2"/>
                  </a:cubicBezTo>
                  <a:cubicBezTo>
                    <a:pt x="7" y="2"/>
                    <a:pt x="7" y="2"/>
                    <a:pt x="7" y="2"/>
                  </a:cubicBezTo>
                  <a:cubicBezTo>
                    <a:pt x="7" y="2"/>
                    <a:pt x="7" y="2"/>
                    <a:pt x="7" y="2"/>
                  </a:cubicBezTo>
                  <a:cubicBezTo>
                    <a:pt x="6" y="2"/>
                    <a:pt x="5" y="2"/>
                    <a:pt x="4" y="2"/>
                  </a:cubicBezTo>
                  <a:cubicBezTo>
                    <a:pt x="3" y="2"/>
                    <a:pt x="3" y="2"/>
                    <a:pt x="2" y="2"/>
                  </a:cubicBezTo>
                  <a:cubicBezTo>
                    <a:pt x="2" y="2"/>
                    <a:pt x="2" y="2"/>
                    <a:pt x="2" y="2"/>
                  </a:cubicBezTo>
                  <a:cubicBezTo>
                    <a:pt x="2" y="2"/>
                    <a:pt x="2" y="2"/>
                    <a:pt x="2" y="2"/>
                  </a:cubicBezTo>
                  <a:cubicBezTo>
                    <a:pt x="2" y="3"/>
                    <a:pt x="2" y="3"/>
                    <a:pt x="2" y="3"/>
                  </a:cubicBezTo>
                  <a:cubicBezTo>
                    <a:pt x="2" y="3"/>
                    <a:pt x="2" y="3"/>
                    <a:pt x="2" y="3"/>
                  </a:cubicBezTo>
                  <a:cubicBezTo>
                    <a:pt x="2" y="3"/>
                    <a:pt x="2" y="3"/>
                    <a:pt x="2" y="3"/>
                  </a:cubicBezTo>
                  <a:cubicBezTo>
                    <a:pt x="3" y="3"/>
                    <a:pt x="4" y="3"/>
                    <a:pt x="4" y="3"/>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2" name="Freeform 623"/>
            <p:cNvSpPr>
              <a:spLocks noEditPoints="1"/>
            </p:cNvSpPr>
            <p:nvPr/>
          </p:nvSpPr>
          <p:spPr bwMode="auto">
            <a:xfrm>
              <a:off x="5970588" y="1398588"/>
              <a:ext cx="14288" cy="11112"/>
            </a:xfrm>
            <a:custGeom>
              <a:avLst/>
              <a:gdLst>
                <a:gd name="T0" fmla="*/ 2147483646 w 9"/>
                <a:gd name="T1" fmla="*/ 2147483646 h 7"/>
                <a:gd name="T2" fmla="*/ 2147483646 w 9"/>
                <a:gd name="T3" fmla="*/ 2147483646 h 7"/>
                <a:gd name="T4" fmla="*/ 2147483646 w 9"/>
                <a:gd name="T5" fmla="*/ 2147483646 h 7"/>
                <a:gd name="T6" fmla="*/ 2147483646 w 9"/>
                <a:gd name="T7" fmla="*/ 2147483646 h 7"/>
                <a:gd name="T8" fmla="*/ 0 w 9"/>
                <a:gd name="T9" fmla="*/ 2147483646 h 7"/>
                <a:gd name="T10" fmla="*/ 0 w 9"/>
                <a:gd name="T11" fmla="*/ 2147483646 h 7"/>
                <a:gd name="T12" fmla="*/ 0 w 9"/>
                <a:gd name="T13" fmla="*/ 2147483646 h 7"/>
                <a:gd name="T14" fmla="*/ 0 w 9"/>
                <a:gd name="T15" fmla="*/ 2147483646 h 7"/>
                <a:gd name="T16" fmla="*/ 2147483646 w 9"/>
                <a:gd name="T17" fmla="*/ 2147483646 h 7"/>
                <a:gd name="T18" fmla="*/ 2147483646 w 9"/>
                <a:gd name="T19" fmla="*/ 0 h 7"/>
                <a:gd name="T20" fmla="*/ 2147483646 w 9"/>
                <a:gd name="T21" fmla="*/ 0 h 7"/>
                <a:gd name="T22" fmla="*/ 2147483646 w 9"/>
                <a:gd name="T23" fmla="*/ 0 h 7"/>
                <a:gd name="T24" fmla="*/ 2147483646 w 9"/>
                <a:gd name="T25" fmla="*/ 0 h 7"/>
                <a:gd name="T26" fmla="*/ 2147483646 w 9"/>
                <a:gd name="T27" fmla="*/ 2147483646 h 7"/>
                <a:gd name="T28" fmla="*/ 2147483646 w 9"/>
                <a:gd name="T29" fmla="*/ 2147483646 h 7"/>
                <a:gd name="T30" fmla="*/ 2147483646 w 9"/>
                <a:gd name="T31" fmla="*/ 2147483646 h 7"/>
                <a:gd name="T32" fmla="*/ 2147483646 w 9"/>
                <a:gd name="T33" fmla="*/ 2147483646 h 7"/>
                <a:gd name="T34" fmla="*/ 2147483646 w 9"/>
                <a:gd name="T35" fmla="*/ 2147483646 h 7"/>
                <a:gd name="T36" fmla="*/ 2147483646 w 9"/>
                <a:gd name="T37" fmla="*/ 2147483646 h 7"/>
                <a:gd name="T38" fmla="*/ 2147483646 w 9"/>
                <a:gd name="T39" fmla="*/ 2147483646 h 7"/>
                <a:gd name="T40" fmla="*/ 2147483646 w 9"/>
                <a:gd name="T41" fmla="*/ 2147483646 h 7"/>
                <a:gd name="T42" fmla="*/ 2147483646 w 9"/>
                <a:gd name="T43" fmla="*/ 2147483646 h 7"/>
                <a:gd name="T44" fmla="*/ 2147483646 w 9"/>
                <a:gd name="T45" fmla="*/ 2147483646 h 7"/>
                <a:gd name="T46" fmla="*/ 2147483646 w 9"/>
                <a:gd name="T47" fmla="*/ 2147483646 h 7"/>
                <a:gd name="T48" fmla="*/ 2147483646 w 9"/>
                <a:gd name="T49" fmla="*/ 2147483646 h 7"/>
                <a:gd name="T50" fmla="*/ 2147483646 w 9"/>
                <a:gd name="T51" fmla="*/ 2147483646 h 7"/>
                <a:gd name="T52" fmla="*/ 2147483646 w 9"/>
                <a:gd name="T53" fmla="*/ 2147483646 h 7"/>
                <a:gd name="T54" fmla="*/ 2147483646 w 9"/>
                <a:gd name="T55" fmla="*/ 2147483646 h 7"/>
                <a:gd name="T56" fmla="*/ 2147483646 w 9"/>
                <a:gd name="T57" fmla="*/ 2147483646 h 7"/>
                <a:gd name="T58" fmla="*/ 2147483646 w 9"/>
                <a:gd name="T59" fmla="*/ 2147483646 h 7"/>
                <a:gd name="T60" fmla="*/ 2147483646 w 9"/>
                <a:gd name="T61" fmla="*/ 2147483646 h 7"/>
                <a:gd name="T62" fmla="*/ 2147483646 w 9"/>
                <a:gd name="T63" fmla="*/ 2147483646 h 7"/>
                <a:gd name="T64" fmla="*/ 2147483646 w 9"/>
                <a:gd name="T65" fmla="*/ 2147483646 h 7"/>
                <a:gd name="T66" fmla="*/ 2147483646 w 9"/>
                <a:gd name="T67" fmla="*/ 2147483646 h 7"/>
                <a:gd name="T68" fmla="*/ 2147483646 w 9"/>
                <a:gd name="T69" fmla="*/ 2147483646 h 7"/>
                <a:gd name="T70" fmla="*/ 2147483646 w 9"/>
                <a:gd name="T71" fmla="*/ 2147483646 h 7"/>
                <a:gd name="T72" fmla="*/ 2147483646 w 9"/>
                <a:gd name="T73" fmla="*/ 2147483646 h 7"/>
                <a:gd name="T74" fmla="*/ 2147483646 w 9"/>
                <a:gd name="T75" fmla="*/ 2147483646 h 7"/>
                <a:gd name="T76" fmla="*/ 2147483646 w 9"/>
                <a:gd name="T77" fmla="*/ 2147483646 h 7"/>
                <a:gd name="T78" fmla="*/ 2147483646 w 9"/>
                <a:gd name="T79" fmla="*/ 2147483646 h 7"/>
                <a:gd name="T80" fmla="*/ 2147483646 w 9"/>
                <a:gd name="T81" fmla="*/ 2147483646 h 7"/>
                <a:gd name="T82" fmla="*/ 2147483646 w 9"/>
                <a:gd name="T83" fmla="*/ 2147483646 h 7"/>
                <a:gd name="T84" fmla="*/ 2147483646 w 9"/>
                <a:gd name="T85" fmla="*/ 2147483646 h 7"/>
                <a:gd name="T86" fmla="*/ 2147483646 w 9"/>
                <a:gd name="T87" fmla="*/ 2147483646 h 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9" h="7">
                  <a:moveTo>
                    <a:pt x="4" y="7"/>
                  </a:moveTo>
                  <a:cubicBezTo>
                    <a:pt x="4" y="7"/>
                    <a:pt x="3" y="7"/>
                    <a:pt x="2" y="7"/>
                  </a:cubicBezTo>
                  <a:cubicBezTo>
                    <a:pt x="2" y="7"/>
                    <a:pt x="2" y="7"/>
                    <a:pt x="2" y="7"/>
                  </a:cubicBezTo>
                  <a:cubicBezTo>
                    <a:pt x="1" y="7"/>
                    <a:pt x="1" y="7"/>
                    <a:pt x="1" y="6"/>
                  </a:cubicBezTo>
                  <a:cubicBezTo>
                    <a:pt x="1" y="6"/>
                    <a:pt x="0" y="6"/>
                    <a:pt x="0" y="6"/>
                  </a:cubicBezTo>
                  <a:cubicBezTo>
                    <a:pt x="0" y="5"/>
                    <a:pt x="0" y="5"/>
                    <a:pt x="0" y="5"/>
                  </a:cubicBezTo>
                  <a:cubicBezTo>
                    <a:pt x="0" y="4"/>
                    <a:pt x="0" y="3"/>
                    <a:pt x="0" y="2"/>
                  </a:cubicBezTo>
                  <a:cubicBezTo>
                    <a:pt x="0" y="2"/>
                    <a:pt x="0" y="2"/>
                    <a:pt x="0" y="2"/>
                  </a:cubicBezTo>
                  <a:cubicBezTo>
                    <a:pt x="1" y="1"/>
                    <a:pt x="1" y="1"/>
                    <a:pt x="1" y="1"/>
                  </a:cubicBezTo>
                  <a:cubicBezTo>
                    <a:pt x="1" y="1"/>
                    <a:pt x="1" y="1"/>
                    <a:pt x="2" y="0"/>
                  </a:cubicBezTo>
                  <a:cubicBezTo>
                    <a:pt x="2" y="0"/>
                    <a:pt x="2" y="0"/>
                    <a:pt x="3" y="0"/>
                  </a:cubicBezTo>
                  <a:cubicBezTo>
                    <a:pt x="4" y="0"/>
                    <a:pt x="5" y="0"/>
                    <a:pt x="7" y="0"/>
                  </a:cubicBezTo>
                  <a:cubicBezTo>
                    <a:pt x="7" y="0"/>
                    <a:pt x="7" y="0"/>
                    <a:pt x="7" y="0"/>
                  </a:cubicBezTo>
                  <a:cubicBezTo>
                    <a:pt x="7" y="1"/>
                    <a:pt x="7" y="1"/>
                    <a:pt x="8" y="1"/>
                  </a:cubicBezTo>
                  <a:cubicBezTo>
                    <a:pt x="8" y="1"/>
                    <a:pt x="8" y="1"/>
                    <a:pt x="8" y="1"/>
                  </a:cubicBezTo>
                  <a:cubicBezTo>
                    <a:pt x="9" y="2"/>
                    <a:pt x="9" y="2"/>
                    <a:pt x="9" y="2"/>
                  </a:cubicBezTo>
                  <a:cubicBezTo>
                    <a:pt x="9" y="3"/>
                    <a:pt x="9" y="4"/>
                    <a:pt x="9" y="5"/>
                  </a:cubicBezTo>
                  <a:cubicBezTo>
                    <a:pt x="9" y="5"/>
                    <a:pt x="9" y="6"/>
                    <a:pt x="8" y="6"/>
                  </a:cubicBezTo>
                  <a:cubicBezTo>
                    <a:pt x="8" y="6"/>
                    <a:pt x="8" y="7"/>
                    <a:pt x="8" y="7"/>
                  </a:cubicBezTo>
                  <a:cubicBezTo>
                    <a:pt x="7" y="7"/>
                    <a:pt x="7" y="7"/>
                    <a:pt x="7" y="7"/>
                  </a:cubicBezTo>
                  <a:cubicBezTo>
                    <a:pt x="7" y="7"/>
                    <a:pt x="7" y="7"/>
                    <a:pt x="7" y="7"/>
                  </a:cubicBezTo>
                  <a:cubicBezTo>
                    <a:pt x="6" y="7"/>
                    <a:pt x="5" y="7"/>
                    <a:pt x="4" y="7"/>
                  </a:cubicBezTo>
                  <a:cubicBezTo>
                    <a:pt x="4" y="7"/>
                    <a:pt x="4" y="7"/>
                    <a:pt x="4" y="7"/>
                  </a:cubicBezTo>
                  <a:close/>
                  <a:moveTo>
                    <a:pt x="4" y="2"/>
                  </a:moveTo>
                  <a:cubicBezTo>
                    <a:pt x="4" y="2"/>
                    <a:pt x="4" y="2"/>
                    <a:pt x="4" y="2"/>
                  </a:cubicBezTo>
                  <a:cubicBezTo>
                    <a:pt x="4" y="2"/>
                    <a:pt x="3" y="2"/>
                    <a:pt x="3" y="2"/>
                  </a:cubicBezTo>
                  <a:cubicBezTo>
                    <a:pt x="3" y="2"/>
                    <a:pt x="3" y="2"/>
                    <a:pt x="2" y="2"/>
                  </a:cubicBezTo>
                  <a:cubicBezTo>
                    <a:pt x="2" y="2"/>
                    <a:pt x="2" y="2"/>
                    <a:pt x="2" y="2"/>
                  </a:cubicBezTo>
                  <a:cubicBezTo>
                    <a:pt x="2" y="2"/>
                    <a:pt x="2" y="2"/>
                    <a:pt x="2" y="2"/>
                  </a:cubicBezTo>
                  <a:cubicBezTo>
                    <a:pt x="2" y="3"/>
                    <a:pt x="2" y="4"/>
                    <a:pt x="2" y="5"/>
                  </a:cubicBezTo>
                  <a:cubicBezTo>
                    <a:pt x="2" y="5"/>
                    <a:pt x="2" y="5"/>
                    <a:pt x="2" y="5"/>
                  </a:cubicBezTo>
                  <a:cubicBezTo>
                    <a:pt x="2" y="5"/>
                    <a:pt x="2" y="5"/>
                    <a:pt x="2" y="5"/>
                  </a:cubicBezTo>
                  <a:cubicBezTo>
                    <a:pt x="2" y="5"/>
                    <a:pt x="2" y="5"/>
                    <a:pt x="2" y="5"/>
                  </a:cubicBezTo>
                  <a:cubicBezTo>
                    <a:pt x="2" y="6"/>
                    <a:pt x="2" y="6"/>
                    <a:pt x="2" y="6"/>
                  </a:cubicBezTo>
                  <a:cubicBezTo>
                    <a:pt x="3" y="6"/>
                    <a:pt x="3" y="6"/>
                    <a:pt x="4" y="6"/>
                  </a:cubicBezTo>
                  <a:cubicBezTo>
                    <a:pt x="5" y="6"/>
                    <a:pt x="5" y="6"/>
                    <a:pt x="6" y="6"/>
                  </a:cubicBezTo>
                  <a:cubicBezTo>
                    <a:pt x="6" y="6"/>
                    <a:pt x="6" y="6"/>
                    <a:pt x="7" y="6"/>
                  </a:cubicBezTo>
                  <a:cubicBezTo>
                    <a:pt x="7" y="6"/>
                    <a:pt x="7" y="5"/>
                    <a:pt x="7" y="5"/>
                  </a:cubicBezTo>
                  <a:cubicBezTo>
                    <a:pt x="7" y="5"/>
                    <a:pt x="7" y="5"/>
                    <a:pt x="7" y="5"/>
                  </a:cubicBezTo>
                  <a:cubicBezTo>
                    <a:pt x="7" y="4"/>
                    <a:pt x="7" y="3"/>
                    <a:pt x="7" y="3"/>
                  </a:cubicBezTo>
                  <a:cubicBezTo>
                    <a:pt x="7" y="3"/>
                    <a:pt x="7" y="2"/>
                    <a:pt x="7" y="2"/>
                  </a:cubicBezTo>
                  <a:cubicBezTo>
                    <a:pt x="7" y="2"/>
                    <a:pt x="7" y="2"/>
                    <a:pt x="7" y="2"/>
                  </a:cubicBezTo>
                  <a:cubicBezTo>
                    <a:pt x="6" y="2"/>
                    <a:pt x="6" y="2"/>
                    <a:pt x="6" y="2"/>
                  </a:cubicBezTo>
                  <a:cubicBezTo>
                    <a:pt x="6" y="2"/>
                    <a:pt x="5" y="2"/>
                    <a:pt x="4" y="2"/>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3" name="Freeform 624"/>
            <p:cNvSpPr/>
            <p:nvPr/>
          </p:nvSpPr>
          <p:spPr bwMode="auto">
            <a:xfrm>
              <a:off x="5957888" y="1398588"/>
              <a:ext cx="12700" cy="11112"/>
            </a:xfrm>
            <a:custGeom>
              <a:avLst/>
              <a:gdLst>
                <a:gd name="T0" fmla="*/ 2147483646 w 8"/>
                <a:gd name="T1" fmla="*/ 2147483646 h 7"/>
                <a:gd name="T2" fmla="*/ 2147483646 w 8"/>
                <a:gd name="T3" fmla="*/ 2147483646 h 7"/>
                <a:gd name="T4" fmla="*/ 2147483646 w 8"/>
                <a:gd name="T5" fmla="*/ 2147483646 h 7"/>
                <a:gd name="T6" fmla="*/ 0 w 8"/>
                <a:gd name="T7" fmla="*/ 2147483646 h 7"/>
                <a:gd name="T8" fmla="*/ 0 w 8"/>
                <a:gd name="T9" fmla="*/ 2147483646 h 7"/>
                <a:gd name="T10" fmla="*/ 0 w 8"/>
                <a:gd name="T11" fmla="*/ 2147483646 h 7"/>
                <a:gd name="T12" fmla="*/ 0 w 8"/>
                <a:gd name="T13" fmla="*/ 2147483646 h 7"/>
                <a:gd name="T14" fmla="*/ 0 w 8"/>
                <a:gd name="T15" fmla="*/ 2147483646 h 7"/>
                <a:gd name="T16" fmla="*/ 2147483646 w 8"/>
                <a:gd name="T17" fmla="*/ 2147483646 h 7"/>
                <a:gd name="T18" fmla="*/ 2147483646 w 8"/>
                <a:gd name="T19" fmla="*/ 2147483646 h 7"/>
                <a:gd name="T20" fmla="*/ 2147483646 w 8"/>
                <a:gd name="T21" fmla="*/ 2147483646 h 7"/>
                <a:gd name="T22" fmla="*/ 2147483646 w 8"/>
                <a:gd name="T23" fmla="*/ 0 h 7"/>
                <a:gd name="T24" fmla="*/ 2147483646 w 8"/>
                <a:gd name="T25" fmla="*/ 0 h 7"/>
                <a:gd name="T26" fmla="*/ 2147483646 w 8"/>
                <a:gd name="T27" fmla="*/ 0 h 7"/>
                <a:gd name="T28" fmla="*/ 2147483646 w 8"/>
                <a:gd name="T29" fmla="*/ 0 h 7"/>
                <a:gd name="T30" fmla="*/ 2147483646 w 8"/>
                <a:gd name="T31" fmla="*/ 0 h 7"/>
                <a:gd name="T32" fmla="*/ 2147483646 w 8"/>
                <a:gd name="T33" fmla="*/ 0 h 7"/>
                <a:gd name="T34" fmla="*/ 2147483646 w 8"/>
                <a:gd name="T35" fmla="*/ 2147483646 h 7"/>
                <a:gd name="T36" fmla="*/ 2147483646 w 8"/>
                <a:gd name="T37" fmla="*/ 2147483646 h 7"/>
                <a:gd name="T38" fmla="*/ 2147483646 w 8"/>
                <a:gd name="T39" fmla="*/ 2147483646 h 7"/>
                <a:gd name="T40" fmla="*/ 2147483646 w 8"/>
                <a:gd name="T41" fmla="*/ 2147483646 h 7"/>
                <a:gd name="T42" fmla="*/ 2147483646 w 8"/>
                <a:gd name="T43" fmla="*/ 2147483646 h 7"/>
                <a:gd name="T44" fmla="*/ 2147483646 w 8"/>
                <a:gd name="T45" fmla="*/ 2147483646 h 7"/>
                <a:gd name="T46" fmla="*/ 2147483646 w 8"/>
                <a:gd name="T47" fmla="*/ 2147483646 h 7"/>
                <a:gd name="T48" fmla="*/ 2147483646 w 8"/>
                <a:gd name="T49" fmla="*/ 2147483646 h 7"/>
                <a:gd name="T50" fmla="*/ 2147483646 w 8"/>
                <a:gd name="T51" fmla="*/ 2147483646 h 7"/>
                <a:gd name="T52" fmla="*/ 2147483646 w 8"/>
                <a:gd name="T53" fmla="*/ 2147483646 h 7"/>
                <a:gd name="T54" fmla="*/ 2147483646 w 8"/>
                <a:gd name="T55" fmla="*/ 2147483646 h 7"/>
                <a:gd name="T56" fmla="*/ 2147483646 w 8"/>
                <a:gd name="T57" fmla="*/ 2147483646 h 7"/>
                <a:gd name="T58" fmla="*/ 2147483646 w 8"/>
                <a:gd name="T59" fmla="*/ 2147483646 h 7"/>
                <a:gd name="T60" fmla="*/ 2147483646 w 8"/>
                <a:gd name="T61" fmla="*/ 2147483646 h 7"/>
                <a:gd name="T62" fmla="*/ 2147483646 w 8"/>
                <a:gd name="T63" fmla="*/ 2147483646 h 7"/>
                <a:gd name="T64" fmla="*/ 2147483646 w 8"/>
                <a:gd name="T65" fmla="*/ 2147483646 h 7"/>
                <a:gd name="T66" fmla="*/ 2147483646 w 8"/>
                <a:gd name="T67" fmla="*/ 2147483646 h 7"/>
                <a:gd name="T68" fmla="*/ 2147483646 w 8"/>
                <a:gd name="T69" fmla="*/ 2147483646 h 7"/>
                <a:gd name="T70" fmla="*/ 2147483646 w 8"/>
                <a:gd name="T71" fmla="*/ 2147483646 h 7"/>
                <a:gd name="T72" fmla="*/ 2147483646 w 8"/>
                <a:gd name="T73" fmla="*/ 2147483646 h 7"/>
                <a:gd name="T74" fmla="*/ 2147483646 w 8"/>
                <a:gd name="T75" fmla="*/ 2147483646 h 7"/>
                <a:gd name="T76" fmla="*/ 2147483646 w 8"/>
                <a:gd name="T77" fmla="*/ 2147483646 h 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8" h="7">
                  <a:moveTo>
                    <a:pt x="5" y="7"/>
                  </a:moveTo>
                  <a:cubicBezTo>
                    <a:pt x="4" y="7"/>
                    <a:pt x="3" y="7"/>
                    <a:pt x="2" y="7"/>
                  </a:cubicBezTo>
                  <a:cubicBezTo>
                    <a:pt x="2" y="7"/>
                    <a:pt x="1" y="7"/>
                    <a:pt x="1" y="7"/>
                  </a:cubicBezTo>
                  <a:cubicBezTo>
                    <a:pt x="1" y="6"/>
                    <a:pt x="1" y="6"/>
                    <a:pt x="0" y="6"/>
                  </a:cubicBezTo>
                  <a:cubicBezTo>
                    <a:pt x="0" y="6"/>
                    <a:pt x="0" y="5"/>
                    <a:pt x="0" y="5"/>
                  </a:cubicBezTo>
                  <a:cubicBezTo>
                    <a:pt x="0" y="5"/>
                    <a:pt x="0" y="4"/>
                    <a:pt x="0" y="4"/>
                  </a:cubicBezTo>
                  <a:cubicBezTo>
                    <a:pt x="0" y="4"/>
                    <a:pt x="0" y="3"/>
                    <a:pt x="0" y="2"/>
                  </a:cubicBezTo>
                  <a:cubicBezTo>
                    <a:pt x="0" y="2"/>
                    <a:pt x="0" y="2"/>
                    <a:pt x="0" y="2"/>
                  </a:cubicBezTo>
                  <a:cubicBezTo>
                    <a:pt x="0" y="2"/>
                    <a:pt x="1" y="1"/>
                    <a:pt x="1" y="1"/>
                  </a:cubicBezTo>
                  <a:cubicBezTo>
                    <a:pt x="1" y="1"/>
                    <a:pt x="1" y="1"/>
                    <a:pt x="1" y="1"/>
                  </a:cubicBezTo>
                  <a:cubicBezTo>
                    <a:pt x="1" y="1"/>
                    <a:pt x="1" y="1"/>
                    <a:pt x="1" y="1"/>
                  </a:cubicBezTo>
                  <a:cubicBezTo>
                    <a:pt x="2" y="0"/>
                    <a:pt x="2" y="0"/>
                    <a:pt x="2" y="0"/>
                  </a:cubicBezTo>
                  <a:cubicBezTo>
                    <a:pt x="2" y="0"/>
                    <a:pt x="3" y="0"/>
                    <a:pt x="3" y="0"/>
                  </a:cubicBezTo>
                  <a:cubicBezTo>
                    <a:pt x="4" y="0"/>
                    <a:pt x="5" y="0"/>
                    <a:pt x="6" y="0"/>
                  </a:cubicBezTo>
                  <a:cubicBezTo>
                    <a:pt x="6" y="0"/>
                    <a:pt x="7" y="0"/>
                    <a:pt x="7" y="0"/>
                  </a:cubicBezTo>
                  <a:cubicBezTo>
                    <a:pt x="8" y="0"/>
                    <a:pt x="8" y="0"/>
                    <a:pt x="8" y="0"/>
                  </a:cubicBezTo>
                  <a:cubicBezTo>
                    <a:pt x="8" y="0"/>
                    <a:pt x="8" y="0"/>
                    <a:pt x="8" y="0"/>
                  </a:cubicBezTo>
                  <a:cubicBezTo>
                    <a:pt x="8" y="1"/>
                    <a:pt x="8" y="1"/>
                    <a:pt x="8" y="2"/>
                  </a:cubicBezTo>
                  <a:cubicBezTo>
                    <a:pt x="8" y="2"/>
                    <a:pt x="8" y="2"/>
                    <a:pt x="8" y="2"/>
                  </a:cubicBezTo>
                  <a:cubicBezTo>
                    <a:pt x="8" y="2"/>
                    <a:pt x="8" y="2"/>
                    <a:pt x="8" y="2"/>
                  </a:cubicBezTo>
                  <a:cubicBezTo>
                    <a:pt x="7" y="2"/>
                    <a:pt x="5" y="2"/>
                    <a:pt x="4" y="2"/>
                  </a:cubicBezTo>
                  <a:cubicBezTo>
                    <a:pt x="4" y="2"/>
                    <a:pt x="3" y="2"/>
                    <a:pt x="3" y="2"/>
                  </a:cubicBezTo>
                  <a:cubicBezTo>
                    <a:pt x="3" y="2"/>
                    <a:pt x="3" y="2"/>
                    <a:pt x="3" y="2"/>
                  </a:cubicBezTo>
                  <a:cubicBezTo>
                    <a:pt x="2" y="2"/>
                    <a:pt x="2" y="2"/>
                    <a:pt x="2" y="2"/>
                  </a:cubicBezTo>
                  <a:cubicBezTo>
                    <a:pt x="2" y="2"/>
                    <a:pt x="2" y="2"/>
                    <a:pt x="2" y="2"/>
                  </a:cubicBezTo>
                  <a:cubicBezTo>
                    <a:pt x="2" y="2"/>
                    <a:pt x="2" y="2"/>
                    <a:pt x="2" y="2"/>
                  </a:cubicBezTo>
                  <a:cubicBezTo>
                    <a:pt x="2" y="3"/>
                    <a:pt x="2" y="4"/>
                    <a:pt x="2" y="5"/>
                  </a:cubicBezTo>
                  <a:cubicBezTo>
                    <a:pt x="2" y="5"/>
                    <a:pt x="2" y="5"/>
                    <a:pt x="2" y="5"/>
                  </a:cubicBezTo>
                  <a:cubicBezTo>
                    <a:pt x="2" y="5"/>
                    <a:pt x="2" y="5"/>
                    <a:pt x="2" y="5"/>
                  </a:cubicBezTo>
                  <a:cubicBezTo>
                    <a:pt x="2" y="5"/>
                    <a:pt x="2" y="6"/>
                    <a:pt x="2" y="6"/>
                  </a:cubicBezTo>
                  <a:cubicBezTo>
                    <a:pt x="2" y="6"/>
                    <a:pt x="2" y="6"/>
                    <a:pt x="3" y="6"/>
                  </a:cubicBezTo>
                  <a:cubicBezTo>
                    <a:pt x="3" y="6"/>
                    <a:pt x="4" y="6"/>
                    <a:pt x="4" y="6"/>
                  </a:cubicBezTo>
                  <a:cubicBezTo>
                    <a:pt x="5" y="6"/>
                    <a:pt x="5" y="6"/>
                    <a:pt x="6" y="6"/>
                  </a:cubicBezTo>
                  <a:cubicBezTo>
                    <a:pt x="6" y="6"/>
                    <a:pt x="7" y="6"/>
                    <a:pt x="8" y="6"/>
                  </a:cubicBezTo>
                  <a:cubicBezTo>
                    <a:pt x="8" y="6"/>
                    <a:pt x="8" y="6"/>
                    <a:pt x="8" y="6"/>
                  </a:cubicBezTo>
                  <a:cubicBezTo>
                    <a:pt x="8" y="6"/>
                    <a:pt x="8" y="7"/>
                    <a:pt x="8" y="7"/>
                  </a:cubicBezTo>
                  <a:cubicBezTo>
                    <a:pt x="8" y="7"/>
                    <a:pt x="8" y="7"/>
                    <a:pt x="8" y="7"/>
                  </a:cubicBezTo>
                  <a:cubicBezTo>
                    <a:pt x="8" y="7"/>
                    <a:pt x="8" y="7"/>
                    <a:pt x="8" y="7"/>
                  </a:cubicBezTo>
                  <a:cubicBezTo>
                    <a:pt x="7" y="7"/>
                    <a:pt x="6" y="7"/>
                    <a:pt x="5" y="7"/>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4" name="Freeform 625"/>
            <p:cNvSpPr/>
            <p:nvPr/>
          </p:nvSpPr>
          <p:spPr bwMode="auto">
            <a:xfrm>
              <a:off x="6010276" y="1398588"/>
              <a:ext cx="11113" cy="11112"/>
            </a:xfrm>
            <a:custGeom>
              <a:avLst/>
              <a:gdLst>
                <a:gd name="T0" fmla="*/ 2147483646 w 7"/>
                <a:gd name="T1" fmla="*/ 2147483646 h 7"/>
                <a:gd name="T2" fmla="*/ 2147483646 w 7"/>
                <a:gd name="T3" fmla="*/ 2147483646 h 7"/>
                <a:gd name="T4" fmla="*/ 2147483646 w 7"/>
                <a:gd name="T5" fmla="*/ 2147483646 h 7"/>
                <a:gd name="T6" fmla="*/ 2147483646 w 7"/>
                <a:gd name="T7" fmla="*/ 2147483646 h 7"/>
                <a:gd name="T8" fmla="*/ 0 w 7"/>
                <a:gd name="T9" fmla="*/ 2147483646 h 7"/>
                <a:gd name="T10" fmla="*/ 0 w 7"/>
                <a:gd name="T11" fmla="*/ 2147483646 h 7"/>
                <a:gd name="T12" fmla="*/ 0 w 7"/>
                <a:gd name="T13" fmla="*/ 2147483646 h 7"/>
                <a:gd name="T14" fmla="*/ 0 w 7"/>
                <a:gd name="T15" fmla="*/ 2147483646 h 7"/>
                <a:gd name="T16" fmla="*/ 0 w 7"/>
                <a:gd name="T17" fmla="*/ 2147483646 h 7"/>
                <a:gd name="T18" fmla="*/ 2147483646 w 7"/>
                <a:gd name="T19" fmla="*/ 2147483646 h 7"/>
                <a:gd name="T20" fmla="*/ 2147483646 w 7"/>
                <a:gd name="T21" fmla="*/ 0 h 7"/>
                <a:gd name="T22" fmla="*/ 2147483646 w 7"/>
                <a:gd name="T23" fmla="*/ 0 h 7"/>
                <a:gd name="T24" fmla="*/ 2147483646 w 7"/>
                <a:gd name="T25" fmla="*/ 0 h 7"/>
                <a:gd name="T26" fmla="*/ 2147483646 w 7"/>
                <a:gd name="T27" fmla="*/ 0 h 7"/>
                <a:gd name="T28" fmla="*/ 2147483646 w 7"/>
                <a:gd name="T29" fmla="*/ 0 h 7"/>
                <a:gd name="T30" fmla="*/ 2147483646 w 7"/>
                <a:gd name="T31" fmla="*/ 2147483646 h 7"/>
                <a:gd name="T32" fmla="*/ 2147483646 w 7"/>
                <a:gd name="T33" fmla="*/ 2147483646 h 7"/>
                <a:gd name="T34" fmla="*/ 2147483646 w 7"/>
                <a:gd name="T35" fmla="*/ 2147483646 h 7"/>
                <a:gd name="T36" fmla="*/ 2147483646 w 7"/>
                <a:gd name="T37" fmla="*/ 2147483646 h 7"/>
                <a:gd name="T38" fmla="*/ 2147483646 w 7"/>
                <a:gd name="T39" fmla="*/ 2147483646 h 7"/>
                <a:gd name="T40" fmla="*/ 2147483646 w 7"/>
                <a:gd name="T41" fmla="*/ 2147483646 h 7"/>
                <a:gd name="T42" fmla="*/ 2147483646 w 7"/>
                <a:gd name="T43" fmla="*/ 2147483646 h 7"/>
                <a:gd name="T44" fmla="*/ 2147483646 w 7"/>
                <a:gd name="T45" fmla="*/ 2147483646 h 7"/>
                <a:gd name="T46" fmla="*/ 2147483646 w 7"/>
                <a:gd name="T47" fmla="*/ 2147483646 h 7"/>
                <a:gd name="T48" fmla="*/ 2147483646 w 7"/>
                <a:gd name="T49" fmla="*/ 2147483646 h 7"/>
                <a:gd name="T50" fmla="*/ 2147483646 w 7"/>
                <a:gd name="T51" fmla="*/ 2147483646 h 7"/>
                <a:gd name="T52" fmla="*/ 2147483646 w 7"/>
                <a:gd name="T53" fmla="*/ 2147483646 h 7"/>
                <a:gd name="T54" fmla="*/ 2147483646 w 7"/>
                <a:gd name="T55" fmla="*/ 2147483646 h 7"/>
                <a:gd name="T56" fmla="*/ 2147483646 w 7"/>
                <a:gd name="T57" fmla="*/ 2147483646 h 7"/>
                <a:gd name="T58" fmla="*/ 2147483646 w 7"/>
                <a:gd name="T59" fmla="*/ 2147483646 h 7"/>
                <a:gd name="T60" fmla="*/ 2147483646 w 7"/>
                <a:gd name="T61" fmla="*/ 2147483646 h 7"/>
                <a:gd name="T62" fmla="*/ 2147483646 w 7"/>
                <a:gd name="T63" fmla="*/ 2147483646 h 7"/>
                <a:gd name="T64" fmla="*/ 2147483646 w 7"/>
                <a:gd name="T65" fmla="*/ 2147483646 h 7"/>
                <a:gd name="T66" fmla="*/ 2147483646 w 7"/>
                <a:gd name="T67" fmla="*/ 2147483646 h 7"/>
                <a:gd name="T68" fmla="*/ 2147483646 w 7"/>
                <a:gd name="T69" fmla="*/ 2147483646 h 7"/>
                <a:gd name="T70" fmla="*/ 2147483646 w 7"/>
                <a:gd name="T71" fmla="*/ 2147483646 h 7"/>
                <a:gd name="T72" fmla="*/ 2147483646 w 7"/>
                <a:gd name="T73" fmla="*/ 2147483646 h 7"/>
                <a:gd name="T74" fmla="*/ 2147483646 w 7"/>
                <a:gd name="T75" fmla="*/ 2147483646 h 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 h="7">
                  <a:moveTo>
                    <a:pt x="5" y="7"/>
                  </a:moveTo>
                  <a:cubicBezTo>
                    <a:pt x="4" y="7"/>
                    <a:pt x="3" y="7"/>
                    <a:pt x="2" y="7"/>
                  </a:cubicBezTo>
                  <a:cubicBezTo>
                    <a:pt x="2" y="7"/>
                    <a:pt x="2" y="7"/>
                    <a:pt x="2" y="7"/>
                  </a:cubicBezTo>
                  <a:cubicBezTo>
                    <a:pt x="1" y="7"/>
                    <a:pt x="1" y="7"/>
                    <a:pt x="1" y="7"/>
                  </a:cubicBezTo>
                  <a:cubicBezTo>
                    <a:pt x="1" y="7"/>
                    <a:pt x="0" y="6"/>
                    <a:pt x="0" y="6"/>
                  </a:cubicBezTo>
                  <a:cubicBezTo>
                    <a:pt x="0" y="5"/>
                    <a:pt x="0" y="5"/>
                    <a:pt x="0" y="5"/>
                  </a:cubicBezTo>
                  <a:cubicBezTo>
                    <a:pt x="0" y="4"/>
                    <a:pt x="0" y="4"/>
                    <a:pt x="0" y="4"/>
                  </a:cubicBezTo>
                  <a:cubicBezTo>
                    <a:pt x="0" y="3"/>
                    <a:pt x="0" y="3"/>
                    <a:pt x="0" y="2"/>
                  </a:cubicBezTo>
                  <a:cubicBezTo>
                    <a:pt x="0" y="2"/>
                    <a:pt x="0" y="2"/>
                    <a:pt x="0" y="1"/>
                  </a:cubicBezTo>
                  <a:cubicBezTo>
                    <a:pt x="0" y="1"/>
                    <a:pt x="1" y="1"/>
                    <a:pt x="1" y="1"/>
                  </a:cubicBezTo>
                  <a:cubicBezTo>
                    <a:pt x="1" y="1"/>
                    <a:pt x="2" y="0"/>
                    <a:pt x="2" y="0"/>
                  </a:cubicBezTo>
                  <a:cubicBezTo>
                    <a:pt x="2" y="0"/>
                    <a:pt x="2" y="0"/>
                    <a:pt x="2" y="0"/>
                  </a:cubicBezTo>
                  <a:cubicBezTo>
                    <a:pt x="4" y="0"/>
                    <a:pt x="5" y="0"/>
                    <a:pt x="7" y="0"/>
                  </a:cubicBezTo>
                  <a:cubicBezTo>
                    <a:pt x="7" y="0"/>
                    <a:pt x="7" y="0"/>
                    <a:pt x="7" y="0"/>
                  </a:cubicBezTo>
                  <a:cubicBezTo>
                    <a:pt x="7" y="0"/>
                    <a:pt x="7" y="0"/>
                    <a:pt x="7" y="0"/>
                  </a:cubicBezTo>
                  <a:cubicBezTo>
                    <a:pt x="7" y="0"/>
                    <a:pt x="7" y="1"/>
                    <a:pt x="7" y="1"/>
                  </a:cubicBezTo>
                  <a:cubicBezTo>
                    <a:pt x="7" y="1"/>
                    <a:pt x="7" y="1"/>
                    <a:pt x="7" y="2"/>
                  </a:cubicBezTo>
                  <a:cubicBezTo>
                    <a:pt x="7" y="2"/>
                    <a:pt x="7" y="2"/>
                    <a:pt x="7" y="2"/>
                  </a:cubicBezTo>
                  <a:cubicBezTo>
                    <a:pt x="7" y="2"/>
                    <a:pt x="7" y="2"/>
                    <a:pt x="7" y="2"/>
                  </a:cubicBezTo>
                  <a:cubicBezTo>
                    <a:pt x="7" y="2"/>
                    <a:pt x="7" y="2"/>
                    <a:pt x="7" y="2"/>
                  </a:cubicBezTo>
                  <a:cubicBezTo>
                    <a:pt x="6" y="2"/>
                    <a:pt x="5" y="2"/>
                    <a:pt x="4" y="2"/>
                  </a:cubicBezTo>
                  <a:cubicBezTo>
                    <a:pt x="3" y="2"/>
                    <a:pt x="3" y="2"/>
                    <a:pt x="2" y="2"/>
                  </a:cubicBezTo>
                  <a:cubicBezTo>
                    <a:pt x="2" y="2"/>
                    <a:pt x="2" y="2"/>
                    <a:pt x="2" y="2"/>
                  </a:cubicBezTo>
                  <a:cubicBezTo>
                    <a:pt x="2" y="2"/>
                    <a:pt x="2" y="2"/>
                    <a:pt x="2" y="2"/>
                  </a:cubicBezTo>
                  <a:cubicBezTo>
                    <a:pt x="2" y="2"/>
                    <a:pt x="2" y="2"/>
                    <a:pt x="2" y="3"/>
                  </a:cubicBezTo>
                  <a:cubicBezTo>
                    <a:pt x="2" y="3"/>
                    <a:pt x="2" y="4"/>
                    <a:pt x="2" y="5"/>
                  </a:cubicBezTo>
                  <a:cubicBezTo>
                    <a:pt x="2" y="5"/>
                    <a:pt x="2" y="5"/>
                    <a:pt x="2" y="5"/>
                  </a:cubicBezTo>
                  <a:cubicBezTo>
                    <a:pt x="2" y="5"/>
                    <a:pt x="2" y="5"/>
                    <a:pt x="2" y="5"/>
                  </a:cubicBezTo>
                  <a:cubicBezTo>
                    <a:pt x="2" y="6"/>
                    <a:pt x="2" y="6"/>
                    <a:pt x="2" y="6"/>
                  </a:cubicBezTo>
                  <a:cubicBezTo>
                    <a:pt x="3" y="6"/>
                    <a:pt x="5" y="6"/>
                    <a:pt x="6" y="6"/>
                  </a:cubicBezTo>
                  <a:cubicBezTo>
                    <a:pt x="6" y="6"/>
                    <a:pt x="7" y="6"/>
                    <a:pt x="7" y="6"/>
                  </a:cubicBezTo>
                  <a:cubicBezTo>
                    <a:pt x="7" y="6"/>
                    <a:pt x="7" y="6"/>
                    <a:pt x="7" y="6"/>
                  </a:cubicBezTo>
                  <a:cubicBezTo>
                    <a:pt x="7" y="6"/>
                    <a:pt x="7" y="6"/>
                    <a:pt x="7" y="6"/>
                  </a:cubicBezTo>
                  <a:cubicBezTo>
                    <a:pt x="7" y="6"/>
                    <a:pt x="7" y="7"/>
                    <a:pt x="7" y="7"/>
                  </a:cubicBezTo>
                  <a:cubicBezTo>
                    <a:pt x="7" y="7"/>
                    <a:pt x="7" y="7"/>
                    <a:pt x="7" y="7"/>
                  </a:cubicBezTo>
                  <a:cubicBezTo>
                    <a:pt x="7" y="7"/>
                    <a:pt x="7" y="7"/>
                    <a:pt x="6" y="7"/>
                  </a:cubicBezTo>
                  <a:cubicBezTo>
                    <a:pt x="6" y="7"/>
                    <a:pt x="5" y="7"/>
                    <a:pt x="5" y="7"/>
                  </a:cubicBezTo>
                  <a:cubicBezTo>
                    <a:pt x="5" y="7"/>
                    <a:pt x="5" y="7"/>
                    <a:pt x="5" y="7"/>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5" name="Freeform 626"/>
            <p:cNvSpPr/>
            <p:nvPr/>
          </p:nvSpPr>
          <p:spPr bwMode="auto">
            <a:xfrm>
              <a:off x="5984876" y="1398588"/>
              <a:ext cx="12700" cy="11112"/>
            </a:xfrm>
            <a:custGeom>
              <a:avLst/>
              <a:gdLst>
                <a:gd name="T0" fmla="*/ 2147483646 w 8"/>
                <a:gd name="T1" fmla="*/ 0 h 7"/>
                <a:gd name="T2" fmla="*/ 2147483646 w 8"/>
                <a:gd name="T3" fmla="*/ 2147483646 h 7"/>
                <a:gd name="T4" fmla="*/ 2147483646 w 8"/>
                <a:gd name="T5" fmla="*/ 2147483646 h 7"/>
                <a:gd name="T6" fmla="*/ 2147483646 w 8"/>
                <a:gd name="T7" fmla="*/ 2147483646 h 7"/>
                <a:gd name="T8" fmla="*/ 2147483646 w 8"/>
                <a:gd name="T9" fmla="*/ 2147483646 h 7"/>
                <a:gd name="T10" fmla="*/ 2147483646 w 8"/>
                <a:gd name="T11" fmla="*/ 2147483646 h 7"/>
                <a:gd name="T12" fmla="*/ 2147483646 w 8"/>
                <a:gd name="T13" fmla="*/ 2147483646 h 7"/>
                <a:gd name="T14" fmla="*/ 2147483646 w 8"/>
                <a:gd name="T15" fmla="*/ 2147483646 h 7"/>
                <a:gd name="T16" fmla="*/ 2147483646 w 8"/>
                <a:gd name="T17" fmla="*/ 2147483646 h 7"/>
                <a:gd name="T18" fmla="*/ 2147483646 w 8"/>
                <a:gd name="T19" fmla="*/ 2147483646 h 7"/>
                <a:gd name="T20" fmla="*/ 2147483646 w 8"/>
                <a:gd name="T21" fmla="*/ 2147483646 h 7"/>
                <a:gd name="T22" fmla="*/ 2147483646 w 8"/>
                <a:gd name="T23" fmla="*/ 2147483646 h 7"/>
                <a:gd name="T24" fmla="*/ 2147483646 w 8"/>
                <a:gd name="T25" fmla="*/ 2147483646 h 7"/>
                <a:gd name="T26" fmla="*/ 2147483646 w 8"/>
                <a:gd name="T27" fmla="*/ 2147483646 h 7"/>
                <a:gd name="T28" fmla="*/ 2147483646 w 8"/>
                <a:gd name="T29" fmla="*/ 2147483646 h 7"/>
                <a:gd name="T30" fmla="*/ 2147483646 w 8"/>
                <a:gd name="T31" fmla="*/ 2147483646 h 7"/>
                <a:gd name="T32" fmla="*/ 2147483646 w 8"/>
                <a:gd name="T33" fmla="*/ 2147483646 h 7"/>
                <a:gd name="T34" fmla="*/ 2147483646 w 8"/>
                <a:gd name="T35" fmla="*/ 2147483646 h 7"/>
                <a:gd name="T36" fmla="*/ 0 w 8"/>
                <a:gd name="T37" fmla="*/ 2147483646 h 7"/>
                <a:gd name="T38" fmla="*/ 0 w 8"/>
                <a:gd name="T39" fmla="*/ 2147483646 h 7"/>
                <a:gd name="T40" fmla="*/ 0 w 8"/>
                <a:gd name="T41" fmla="*/ 0 h 7"/>
                <a:gd name="T42" fmla="*/ 0 w 8"/>
                <a:gd name="T43" fmla="*/ 0 h 7"/>
                <a:gd name="T44" fmla="*/ 0 w 8"/>
                <a:gd name="T45" fmla="*/ 0 h 7"/>
                <a:gd name="T46" fmla="*/ 2147483646 w 8"/>
                <a:gd name="T47" fmla="*/ 0 h 7"/>
                <a:gd name="T48" fmla="*/ 2147483646 w 8"/>
                <a:gd name="T49" fmla="*/ 0 h 7"/>
                <a:gd name="T50" fmla="*/ 2147483646 w 8"/>
                <a:gd name="T51" fmla="*/ 0 h 7"/>
                <a:gd name="T52" fmla="*/ 2147483646 w 8"/>
                <a:gd name="T53" fmla="*/ 2147483646 h 7"/>
                <a:gd name="T54" fmla="*/ 2147483646 w 8"/>
                <a:gd name="T55" fmla="*/ 2147483646 h 7"/>
                <a:gd name="T56" fmla="*/ 2147483646 w 8"/>
                <a:gd name="T57" fmla="*/ 2147483646 h 7"/>
                <a:gd name="T58" fmla="*/ 2147483646 w 8"/>
                <a:gd name="T59" fmla="*/ 2147483646 h 7"/>
                <a:gd name="T60" fmla="*/ 2147483646 w 8"/>
                <a:gd name="T61" fmla="*/ 2147483646 h 7"/>
                <a:gd name="T62" fmla="*/ 2147483646 w 8"/>
                <a:gd name="T63" fmla="*/ 2147483646 h 7"/>
                <a:gd name="T64" fmla="*/ 2147483646 w 8"/>
                <a:gd name="T65" fmla="*/ 2147483646 h 7"/>
                <a:gd name="T66" fmla="*/ 2147483646 w 8"/>
                <a:gd name="T67" fmla="*/ 2147483646 h 7"/>
                <a:gd name="T68" fmla="*/ 2147483646 w 8"/>
                <a:gd name="T69" fmla="*/ 2147483646 h 7"/>
                <a:gd name="T70" fmla="*/ 2147483646 w 8"/>
                <a:gd name="T71" fmla="*/ 2147483646 h 7"/>
                <a:gd name="T72" fmla="*/ 2147483646 w 8"/>
                <a:gd name="T73" fmla="*/ 2147483646 h 7"/>
                <a:gd name="T74" fmla="*/ 2147483646 w 8"/>
                <a:gd name="T75" fmla="*/ 2147483646 h 7"/>
                <a:gd name="T76" fmla="*/ 2147483646 w 8"/>
                <a:gd name="T77" fmla="*/ 0 h 7"/>
                <a:gd name="T78" fmla="*/ 2147483646 w 8"/>
                <a:gd name="T79" fmla="*/ 0 h 7"/>
                <a:gd name="T80" fmla="*/ 2147483646 w 8"/>
                <a:gd name="T81" fmla="*/ 0 h 7"/>
                <a:gd name="T82" fmla="*/ 2147483646 w 8"/>
                <a:gd name="T83" fmla="*/ 0 h 7"/>
                <a:gd name="T84" fmla="*/ 2147483646 w 8"/>
                <a:gd name="T85" fmla="*/ 0 h 7"/>
                <a:gd name="T86" fmla="*/ 2147483646 w 8"/>
                <a:gd name="T87" fmla="*/ 0 h 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 h="7">
                  <a:moveTo>
                    <a:pt x="8" y="0"/>
                  </a:moveTo>
                  <a:cubicBezTo>
                    <a:pt x="8" y="1"/>
                    <a:pt x="8" y="1"/>
                    <a:pt x="8" y="1"/>
                  </a:cubicBezTo>
                  <a:cubicBezTo>
                    <a:pt x="7" y="1"/>
                    <a:pt x="7" y="2"/>
                    <a:pt x="7" y="2"/>
                  </a:cubicBezTo>
                  <a:cubicBezTo>
                    <a:pt x="7" y="2"/>
                    <a:pt x="7" y="2"/>
                    <a:pt x="7" y="3"/>
                  </a:cubicBezTo>
                  <a:cubicBezTo>
                    <a:pt x="7" y="3"/>
                    <a:pt x="7" y="3"/>
                    <a:pt x="6" y="3"/>
                  </a:cubicBezTo>
                  <a:cubicBezTo>
                    <a:pt x="6" y="4"/>
                    <a:pt x="6" y="4"/>
                    <a:pt x="6" y="4"/>
                  </a:cubicBezTo>
                  <a:cubicBezTo>
                    <a:pt x="6" y="4"/>
                    <a:pt x="6" y="5"/>
                    <a:pt x="6" y="5"/>
                  </a:cubicBezTo>
                  <a:cubicBezTo>
                    <a:pt x="5" y="5"/>
                    <a:pt x="5" y="6"/>
                    <a:pt x="5" y="7"/>
                  </a:cubicBezTo>
                  <a:cubicBezTo>
                    <a:pt x="5" y="7"/>
                    <a:pt x="5" y="7"/>
                    <a:pt x="5" y="7"/>
                  </a:cubicBezTo>
                  <a:cubicBezTo>
                    <a:pt x="4" y="7"/>
                    <a:pt x="4" y="7"/>
                    <a:pt x="4" y="7"/>
                  </a:cubicBezTo>
                  <a:cubicBezTo>
                    <a:pt x="4" y="7"/>
                    <a:pt x="4" y="7"/>
                    <a:pt x="3" y="7"/>
                  </a:cubicBezTo>
                  <a:cubicBezTo>
                    <a:pt x="3" y="7"/>
                    <a:pt x="3" y="7"/>
                    <a:pt x="3" y="7"/>
                  </a:cubicBezTo>
                  <a:cubicBezTo>
                    <a:pt x="3" y="7"/>
                    <a:pt x="3" y="7"/>
                    <a:pt x="3" y="7"/>
                  </a:cubicBezTo>
                  <a:cubicBezTo>
                    <a:pt x="3" y="7"/>
                    <a:pt x="3" y="7"/>
                    <a:pt x="3" y="6"/>
                  </a:cubicBezTo>
                  <a:cubicBezTo>
                    <a:pt x="3" y="6"/>
                    <a:pt x="2" y="6"/>
                    <a:pt x="2" y="5"/>
                  </a:cubicBezTo>
                  <a:cubicBezTo>
                    <a:pt x="2" y="5"/>
                    <a:pt x="2" y="5"/>
                    <a:pt x="2" y="4"/>
                  </a:cubicBezTo>
                  <a:cubicBezTo>
                    <a:pt x="2" y="4"/>
                    <a:pt x="1" y="4"/>
                    <a:pt x="1" y="3"/>
                  </a:cubicBezTo>
                  <a:cubicBezTo>
                    <a:pt x="1" y="3"/>
                    <a:pt x="1" y="3"/>
                    <a:pt x="1" y="2"/>
                  </a:cubicBezTo>
                  <a:cubicBezTo>
                    <a:pt x="1" y="2"/>
                    <a:pt x="0" y="2"/>
                    <a:pt x="0" y="1"/>
                  </a:cubicBezTo>
                  <a:cubicBezTo>
                    <a:pt x="0" y="1"/>
                    <a:pt x="0" y="1"/>
                    <a:pt x="0" y="1"/>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2" y="1"/>
                    <a:pt x="2" y="1"/>
                  </a:cubicBezTo>
                  <a:cubicBezTo>
                    <a:pt x="2" y="1"/>
                    <a:pt x="2" y="2"/>
                    <a:pt x="2" y="2"/>
                  </a:cubicBezTo>
                  <a:cubicBezTo>
                    <a:pt x="2" y="2"/>
                    <a:pt x="3" y="3"/>
                    <a:pt x="3" y="3"/>
                  </a:cubicBezTo>
                  <a:cubicBezTo>
                    <a:pt x="3" y="4"/>
                    <a:pt x="3" y="4"/>
                    <a:pt x="3" y="4"/>
                  </a:cubicBezTo>
                  <a:cubicBezTo>
                    <a:pt x="3" y="4"/>
                    <a:pt x="4" y="5"/>
                    <a:pt x="4" y="5"/>
                  </a:cubicBezTo>
                  <a:cubicBezTo>
                    <a:pt x="4" y="5"/>
                    <a:pt x="4" y="5"/>
                    <a:pt x="4" y="5"/>
                  </a:cubicBezTo>
                  <a:cubicBezTo>
                    <a:pt x="4" y="5"/>
                    <a:pt x="4" y="5"/>
                    <a:pt x="4" y="5"/>
                  </a:cubicBezTo>
                  <a:cubicBezTo>
                    <a:pt x="4" y="5"/>
                    <a:pt x="4" y="4"/>
                    <a:pt x="4" y="4"/>
                  </a:cubicBezTo>
                  <a:cubicBezTo>
                    <a:pt x="4" y="4"/>
                    <a:pt x="5" y="3"/>
                    <a:pt x="5" y="3"/>
                  </a:cubicBezTo>
                  <a:cubicBezTo>
                    <a:pt x="5" y="3"/>
                    <a:pt x="5" y="2"/>
                    <a:pt x="5" y="2"/>
                  </a:cubicBezTo>
                  <a:cubicBezTo>
                    <a:pt x="5" y="2"/>
                    <a:pt x="6" y="2"/>
                    <a:pt x="6" y="1"/>
                  </a:cubicBezTo>
                  <a:cubicBezTo>
                    <a:pt x="6" y="1"/>
                    <a:pt x="6" y="1"/>
                    <a:pt x="6" y="1"/>
                  </a:cubicBezTo>
                  <a:cubicBezTo>
                    <a:pt x="6" y="1"/>
                    <a:pt x="6" y="0"/>
                    <a:pt x="6" y="0"/>
                  </a:cubicBezTo>
                  <a:cubicBezTo>
                    <a:pt x="6" y="0"/>
                    <a:pt x="6" y="0"/>
                    <a:pt x="6" y="0"/>
                  </a:cubicBezTo>
                  <a:cubicBezTo>
                    <a:pt x="6" y="0"/>
                    <a:pt x="6" y="0"/>
                    <a:pt x="6" y="0"/>
                  </a:cubicBezTo>
                  <a:cubicBezTo>
                    <a:pt x="7" y="0"/>
                    <a:pt x="7" y="0"/>
                    <a:pt x="7" y="0"/>
                  </a:cubicBezTo>
                  <a:cubicBezTo>
                    <a:pt x="8" y="0"/>
                    <a:pt x="8" y="0"/>
                    <a:pt x="8" y="0"/>
                  </a:cubicBezTo>
                  <a:cubicBezTo>
                    <a:pt x="8" y="0"/>
                    <a:pt x="8" y="0"/>
                    <a:pt x="8"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6" name="Freeform 627"/>
            <p:cNvSpPr>
              <a:spLocks noEditPoints="1"/>
            </p:cNvSpPr>
            <p:nvPr/>
          </p:nvSpPr>
          <p:spPr bwMode="auto">
            <a:xfrm>
              <a:off x="5972176" y="1416050"/>
              <a:ext cx="4763" cy="4762"/>
            </a:xfrm>
            <a:custGeom>
              <a:avLst/>
              <a:gdLst>
                <a:gd name="T0" fmla="*/ 0 w 3"/>
                <a:gd name="T1" fmla="*/ 2147483646 h 3"/>
                <a:gd name="T2" fmla="*/ 0 w 3"/>
                <a:gd name="T3" fmla="*/ 0 h 3"/>
                <a:gd name="T4" fmla="*/ 0 w 3"/>
                <a:gd name="T5" fmla="*/ 0 h 3"/>
                <a:gd name="T6" fmla="*/ 2147483646 w 3"/>
                <a:gd name="T7" fmla="*/ 0 h 3"/>
                <a:gd name="T8" fmla="*/ 2147483646 w 3"/>
                <a:gd name="T9" fmla="*/ 0 h 3"/>
                <a:gd name="T10" fmla="*/ 2147483646 w 3"/>
                <a:gd name="T11" fmla="*/ 0 h 3"/>
                <a:gd name="T12" fmla="*/ 2147483646 w 3"/>
                <a:gd name="T13" fmla="*/ 2147483646 h 3"/>
                <a:gd name="T14" fmla="*/ 2147483646 w 3"/>
                <a:gd name="T15" fmla="*/ 2147483646 h 3"/>
                <a:gd name="T16" fmla="*/ 2147483646 w 3"/>
                <a:gd name="T17" fmla="*/ 2147483646 h 3"/>
                <a:gd name="T18" fmla="*/ 2147483646 w 3"/>
                <a:gd name="T19" fmla="*/ 2147483646 h 3"/>
                <a:gd name="T20" fmla="*/ 2147483646 w 3"/>
                <a:gd name="T21" fmla="*/ 2147483646 h 3"/>
                <a:gd name="T22" fmla="*/ 2147483646 w 3"/>
                <a:gd name="T23" fmla="*/ 2147483646 h 3"/>
                <a:gd name="T24" fmla="*/ 2147483646 w 3"/>
                <a:gd name="T25" fmla="*/ 2147483646 h 3"/>
                <a:gd name="T26" fmla="*/ 2147483646 w 3"/>
                <a:gd name="T27" fmla="*/ 2147483646 h 3"/>
                <a:gd name="T28" fmla="*/ 2147483646 w 3"/>
                <a:gd name="T29" fmla="*/ 2147483646 h 3"/>
                <a:gd name="T30" fmla="*/ 2147483646 w 3"/>
                <a:gd name="T31" fmla="*/ 2147483646 h 3"/>
                <a:gd name="T32" fmla="*/ 0 w 3"/>
                <a:gd name="T33" fmla="*/ 2147483646 h 3"/>
                <a:gd name="T34" fmla="*/ 0 w 3"/>
                <a:gd name="T35" fmla="*/ 2147483646 h 3"/>
                <a:gd name="T36" fmla="*/ 0 w 3"/>
                <a:gd name="T37" fmla="*/ 2147483646 h 3"/>
                <a:gd name="T38" fmla="*/ 0 w 3"/>
                <a:gd name="T39" fmla="*/ 2147483646 h 3"/>
                <a:gd name="T40" fmla="*/ 0 w 3"/>
                <a:gd name="T41" fmla="*/ 2147483646 h 3"/>
                <a:gd name="T42" fmla="*/ 0 w 3"/>
                <a:gd name="T43" fmla="*/ 2147483646 h 3"/>
                <a:gd name="T44" fmla="*/ 2147483646 w 3"/>
                <a:gd name="T45" fmla="*/ 2147483646 h 3"/>
                <a:gd name="T46" fmla="*/ 2147483646 w 3"/>
                <a:gd name="T47" fmla="*/ 2147483646 h 3"/>
                <a:gd name="T48" fmla="*/ 2147483646 w 3"/>
                <a:gd name="T49" fmla="*/ 2147483646 h 3"/>
                <a:gd name="T50" fmla="*/ 2147483646 w 3"/>
                <a:gd name="T51" fmla="*/ 2147483646 h 3"/>
                <a:gd name="T52" fmla="*/ 2147483646 w 3"/>
                <a:gd name="T53" fmla="*/ 2147483646 h 3"/>
                <a:gd name="T54" fmla="*/ 2147483646 w 3"/>
                <a:gd name="T55" fmla="*/ 2147483646 h 3"/>
                <a:gd name="T56" fmla="*/ 2147483646 w 3"/>
                <a:gd name="T57" fmla="*/ 2147483646 h 3"/>
                <a:gd name="T58" fmla="*/ 2147483646 w 3"/>
                <a:gd name="T59" fmla="*/ 2147483646 h 3"/>
                <a:gd name="T60" fmla="*/ 2147483646 w 3"/>
                <a:gd name="T61" fmla="*/ 2147483646 h 3"/>
                <a:gd name="T62" fmla="*/ 2147483646 w 3"/>
                <a:gd name="T63" fmla="*/ 2147483646 h 3"/>
                <a:gd name="T64" fmla="*/ 0 w 3"/>
                <a:gd name="T65" fmla="*/ 2147483646 h 3"/>
                <a:gd name="T66" fmla="*/ 0 w 3"/>
                <a:gd name="T67" fmla="*/ 2147483646 h 3"/>
                <a:gd name="T68" fmla="*/ 2147483646 w 3"/>
                <a:gd name="T69" fmla="*/ 2147483646 h 3"/>
                <a:gd name="T70" fmla="*/ 2147483646 w 3"/>
                <a:gd name="T71" fmla="*/ 2147483646 h 3"/>
                <a:gd name="T72" fmla="*/ 2147483646 w 3"/>
                <a:gd name="T73" fmla="*/ 2147483646 h 3"/>
                <a:gd name="T74" fmla="*/ 2147483646 w 3"/>
                <a:gd name="T75" fmla="*/ 0 h 3"/>
                <a:gd name="T76" fmla="*/ 2147483646 w 3"/>
                <a:gd name="T77" fmla="*/ 0 h 3"/>
                <a:gd name="T78" fmla="*/ 2147483646 w 3"/>
                <a:gd name="T79" fmla="*/ 0 h 3"/>
                <a:gd name="T80" fmla="*/ 0 w 3"/>
                <a:gd name="T81" fmla="*/ 0 h 3"/>
                <a:gd name="T82" fmla="*/ 0 w 3"/>
                <a:gd name="T83" fmla="*/ 2147483646 h 3"/>
                <a:gd name="T84" fmla="*/ 2147483646 w 3"/>
                <a:gd name="T85" fmla="*/ 2147483646 h 3"/>
                <a:gd name="T86" fmla="*/ 2147483646 w 3"/>
                <a:gd name="T87" fmla="*/ 2147483646 h 3"/>
                <a:gd name="T88" fmla="*/ 2147483646 w 3"/>
                <a:gd name="T89" fmla="*/ 2147483646 h 3"/>
                <a:gd name="T90" fmla="*/ 2147483646 w 3"/>
                <a:gd name="T91" fmla="*/ 2147483646 h 3"/>
                <a:gd name="T92" fmla="*/ 2147483646 w 3"/>
                <a:gd name="T93" fmla="*/ 0 h 3"/>
                <a:gd name="T94" fmla="*/ 2147483646 w 3"/>
                <a:gd name="T95" fmla="*/ 0 h 3"/>
                <a:gd name="T96" fmla="*/ 2147483646 w 3"/>
                <a:gd name="T97" fmla="*/ 0 h 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 h="3">
                  <a:moveTo>
                    <a:pt x="0" y="1"/>
                  </a:moveTo>
                  <a:cubicBezTo>
                    <a:pt x="0" y="1"/>
                    <a:pt x="0" y="0"/>
                    <a:pt x="0" y="0"/>
                  </a:cubicBezTo>
                  <a:cubicBezTo>
                    <a:pt x="0" y="0"/>
                    <a:pt x="0" y="0"/>
                    <a:pt x="0" y="0"/>
                  </a:cubicBezTo>
                  <a:cubicBezTo>
                    <a:pt x="0" y="0"/>
                    <a:pt x="0" y="0"/>
                    <a:pt x="1" y="0"/>
                  </a:cubicBezTo>
                  <a:cubicBezTo>
                    <a:pt x="1" y="0"/>
                    <a:pt x="1" y="0"/>
                    <a:pt x="2" y="0"/>
                  </a:cubicBezTo>
                  <a:cubicBezTo>
                    <a:pt x="2" y="0"/>
                    <a:pt x="2" y="0"/>
                    <a:pt x="2" y="0"/>
                  </a:cubicBezTo>
                  <a:cubicBezTo>
                    <a:pt x="2" y="0"/>
                    <a:pt x="3" y="0"/>
                    <a:pt x="3" y="1"/>
                  </a:cubicBezTo>
                  <a:cubicBezTo>
                    <a:pt x="3" y="1"/>
                    <a:pt x="3" y="1"/>
                    <a:pt x="2" y="1"/>
                  </a:cubicBezTo>
                  <a:cubicBezTo>
                    <a:pt x="2" y="1"/>
                    <a:pt x="2" y="1"/>
                    <a:pt x="2" y="1"/>
                  </a:cubicBezTo>
                  <a:cubicBezTo>
                    <a:pt x="2" y="1"/>
                    <a:pt x="2" y="1"/>
                    <a:pt x="2" y="1"/>
                  </a:cubicBezTo>
                  <a:cubicBezTo>
                    <a:pt x="2" y="1"/>
                    <a:pt x="2" y="1"/>
                    <a:pt x="2" y="1"/>
                  </a:cubicBezTo>
                  <a:cubicBezTo>
                    <a:pt x="2" y="2"/>
                    <a:pt x="3" y="2"/>
                    <a:pt x="3" y="2"/>
                  </a:cubicBezTo>
                  <a:cubicBezTo>
                    <a:pt x="3" y="2"/>
                    <a:pt x="3" y="2"/>
                    <a:pt x="3" y="2"/>
                  </a:cubicBezTo>
                  <a:cubicBezTo>
                    <a:pt x="3" y="3"/>
                    <a:pt x="3" y="3"/>
                    <a:pt x="3" y="3"/>
                  </a:cubicBezTo>
                  <a:cubicBezTo>
                    <a:pt x="2" y="3"/>
                    <a:pt x="2" y="3"/>
                    <a:pt x="2" y="3"/>
                  </a:cubicBezTo>
                  <a:cubicBezTo>
                    <a:pt x="2" y="3"/>
                    <a:pt x="1" y="3"/>
                    <a:pt x="1" y="3"/>
                  </a:cubicBezTo>
                  <a:cubicBezTo>
                    <a:pt x="1" y="3"/>
                    <a:pt x="0" y="3"/>
                    <a:pt x="0" y="3"/>
                  </a:cubicBezTo>
                  <a:cubicBezTo>
                    <a:pt x="0" y="3"/>
                    <a:pt x="0" y="3"/>
                    <a:pt x="0" y="3"/>
                  </a:cubicBezTo>
                  <a:cubicBezTo>
                    <a:pt x="0" y="3"/>
                    <a:pt x="0" y="3"/>
                    <a:pt x="0" y="3"/>
                  </a:cubicBezTo>
                  <a:cubicBezTo>
                    <a:pt x="0" y="3"/>
                    <a:pt x="0" y="2"/>
                    <a:pt x="0" y="2"/>
                  </a:cubicBezTo>
                  <a:cubicBezTo>
                    <a:pt x="0" y="2"/>
                    <a:pt x="0" y="2"/>
                    <a:pt x="0" y="1"/>
                  </a:cubicBezTo>
                  <a:cubicBezTo>
                    <a:pt x="0" y="1"/>
                    <a:pt x="0" y="1"/>
                    <a:pt x="0" y="1"/>
                  </a:cubicBezTo>
                  <a:close/>
                  <a:moveTo>
                    <a:pt x="1" y="3"/>
                  </a:moveTo>
                  <a:cubicBezTo>
                    <a:pt x="1" y="3"/>
                    <a:pt x="1" y="3"/>
                    <a:pt x="1" y="3"/>
                  </a:cubicBezTo>
                  <a:cubicBezTo>
                    <a:pt x="1" y="3"/>
                    <a:pt x="2" y="3"/>
                    <a:pt x="2" y="3"/>
                  </a:cubicBezTo>
                  <a:cubicBezTo>
                    <a:pt x="2" y="3"/>
                    <a:pt x="2" y="3"/>
                    <a:pt x="2" y="3"/>
                  </a:cubicBezTo>
                  <a:cubicBezTo>
                    <a:pt x="2" y="3"/>
                    <a:pt x="2" y="3"/>
                    <a:pt x="2" y="2"/>
                  </a:cubicBezTo>
                  <a:cubicBezTo>
                    <a:pt x="2" y="2"/>
                    <a:pt x="2" y="2"/>
                    <a:pt x="2" y="2"/>
                  </a:cubicBezTo>
                  <a:cubicBezTo>
                    <a:pt x="2" y="2"/>
                    <a:pt x="2" y="2"/>
                    <a:pt x="2" y="2"/>
                  </a:cubicBezTo>
                  <a:cubicBezTo>
                    <a:pt x="2" y="2"/>
                    <a:pt x="2" y="2"/>
                    <a:pt x="2" y="2"/>
                  </a:cubicBezTo>
                  <a:cubicBezTo>
                    <a:pt x="2" y="2"/>
                    <a:pt x="1" y="2"/>
                    <a:pt x="1" y="2"/>
                  </a:cubicBezTo>
                  <a:cubicBezTo>
                    <a:pt x="1" y="2"/>
                    <a:pt x="1" y="2"/>
                    <a:pt x="1" y="2"/>
                  </a:cubicBezTo>
                  <a:cubicBezTo>
                    <a:pt x="1" y="2"/>
                    <a:pt x="0" y="2"/>
                    <a:pt x="0" y="2"/>
                  </a:cubicBezTo>
                  <a:cubicBezTo>
                    <a:pt x="0" y="2"/>
                    <a:pt x="0" y="2"/>
                    <a:pt x="0" y="3"/>
                  </a:cubicBezTo>
                  <a:cubicBezTo>
                    <a:pt x="0" y="3"/>
                    <a:pt x="1" y="3"/>
                    <a:pt x="1" y="3"/>
                  </a:cubicBezTo>
                  <a:cubicBezTo>
                    <a:pt x="1" y="3"/>
                    <a:pt x="1" y="3"/>
                    <a:pt x="1" y="3"/>
                  </a:cubicBezTo>
                  <a:cubicBezTo>
                    <a:pt x="1" y="3"/>
                    <a:pt x="1" y="3"/>
                    <a:pt x="1" y="3"/>
                  </a:cubicBezTo>
                  <a:close/>
                  <a:moveTo>
                    <a:pt x="1" y="0"/>
                  </a:moveTo>
                  <a:cubicBezTo>
                    <a:pt x="1" y="0"/>
                    <a:pt x="1" y="0"/>
                    <a:pt x="1" y="0"/>
                  </a:cubicBezTo>
                  <a:cubicBezTo>
                    <a:pt x="1" y="0"/>
                    <a:pt x="1" y="0"/>
                    <a:pt x="1" y="0"/>
                  </a:cubicBezTo>
                  <a:cubicBezTo>
                    <a:pt x="1" y="0"/>
                    <a:pt x="0" y="0"/>
                    <a:pt x="0" y="0"/>
                  </a:cubicBezTo>
                  <a:cubicBezTo>
                    <a:pt x="0" y="1"/>
                    <a:pt x="0" y="1"/>
                    <a:pt x="0" y="1"/>
                  </a:cubicBezTo>
                  <a:cubicBezTo>
                    <a:pt x="0" y="1"/>
                    <a:pt x="1" y="1"/>
                    <a:pt x="1" y="1"/>
                  </a:cubicBezTo>
                  <a:cubicBezTo>
                    <a:pt x="1" y="1"/>
                    <a:pt x="1" y="1"/>
                    <a:pt x="2" y="1"/>
                  </a:cubicBezTo>
                  <a:cubicBezTo>
                    <a:pt x="2" y="1"/>
                    <a:pt x="2" y="1"/>
                    <a:pt x="2" y="1"/>
                  </a:cubicBezTo>
                  <a:cubicBezTo>
                    <a:pt x="2" y="1"/>
                    <a:pt x="2" y="1"/>
                    <a:pt x="2" y="1"/>
                  </a:cubicBezTo>
                  <a:cubicBezTo>
                    <a:pt x="2" y="0"/>
                    <a:pt x="2" y="0"/>
                    <a:pt x="2" y="0"/>
                  </a:cubicBezTo>
                  <a:cubicBezTo>
                    <a:pt x="2" y="0"/>
                    <a:pt x="2" y="0"/>
                    <a:pt x="2" y="0"/>
                  </a:cubicBezTo>
                  <a:cubicBezTo>
                    <a:pt x="1" y="0"/>
                    <a:pt x="1" y="0"/>
                    <a:pt x="1"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7" name="Freeform 628"/>
            <p:cNvSpPr>
              <a:spLocks noEditPoints="1"/>
            </p:cNvSpPr>
            <p:nvPr/>
          </p:nvSpPr>
          <p:spPr bwMode="auto">
            <a:xfrm>
              <a:off x="5946776" y="1416050"/>
              <a:ext cx="3175" cy="4762"/>
            </a:xfrm>
            <a:custGeom>
              <a:avLst/>
              <a:gdLst>
                <a:gd name="T0" fmla="*/ 0 w 2"/>
                <a:gd name="T1" fmla="*/ 2147483646 h 3"/>
                <a:gd name="T2" fmla="*/ 0 w 2"/>
                <a:gd name="T3" fmla="*/ 0 h 3"/>
                <a:gd name="T4" fmla="*/ 0 w 2"/>
                <a:gd name="T5" fmla="*/ 0 h 3"/>
                <a:gd name="T6" fmla="*/ 0 w 2"/>
                <a:gd name="T7" fmla="*/ 0 h 3"/>
                <a:gd name="T8" fmla="*/ 0 w 2"/>
                <a:gd name="T9" fmla="*/ 0 h 3"/>
                <a:gd name="T10" fmla="*/ 2147483646 w 2"/>
                <a:gd name="T11" fmla="*/ 0 h 3"/>
                <a:gd name="T12" fmla="*/ 2147483646 w 2"/>
                <a:gd name="T13" fmla="*/ 0 h 3"/>
                <a:gd name="T14" fmla="*/ 2147483646 w 2"/>
                <a:gd name="T15" fmla="*/ 0 h 3"/>
                <a:gd name="T16" fmla="*/ 2147483646 w 2"/>
                <a:gd name="T17" fmla="*/ 2147483646 h 3"/>
                <a:gd name="T18" fmla="*/ 2147483646 w 2"/>
                <a:gd name="T19" fmla="*/ 2147483646 h 3"/>
                <a:gd name="T20" fmla="*/ 2147483646 w 2"/>
                <a:gd name="T21" fmla="*/ 2147483646 h 3"/>
                <a:gd name="T22" fmla="*/ 2147483646 w 2"/>
                <a:gd name="T23" fmla="*/ 2147483646 h 3"/>
                <a:gd name="T24" fmla="*/ 2147483646 w 2"/>
                <a:gd name="T25" fmla="*/ 2147483646 h 3"/>
                <a:gd name="T26" fmla="*/ 2147483646 w 2"/>
                <a:gd name="T27" fmla="*/ 2147483646 h 3"/>
                <a:gd name="T28" fmla="*/ 2147483646 w 2"/>
                <a:gd name="T29" fmla="*/ 2147483646 h 3"/>
                <a:gd name="T30" fmla="*/ 2147483646 w 2"/>
                <a:gd name="T31" fmla="*/ 2147483646 h 3"/>
                <a:gd name="T32" fmla="*/ 2147483646 w 2"/>
                <a:gd name="T33" fmla="*/ 2147483646 h 3"/>
                <a:gd name="T34" fmla="*/ 2147483646 w 2"/>
                <a:gd name="T35" fmla="*/ 2147483646 h 3"/>
                <a:gd name="T36" fmla="*/ 2147483646 w 2"/>
                <a:gd name="T37" fmla="*/ 2147483646 h 3"/>
                <a:gd name="T38" fmla="*/ 2147483646 w 2"/>
                <a:gd name="T39" fmla="*/ 2147483646 h 3"/>
                <a:gd name="T40" fmla="*/ 2147483646 w 2"/>
                <a:gd name="T41" fmla="*/ 2147483646 h 3"/>
                <a:gd name="T42" fmla="*/ 2147483646 w 2"/>
                <a:gd name="T43" fmla="*/ 2147483646 h 3"/>
                <a:gd name="T44" fmla="*/ 0 w 2"/>
                <a:gd name="T45" fmla="*/ 2147483646 h 3"/>
                <a:gd name="T46" fmla="*/ 0 w 2"/>
                <a:gd name="T47" fmla="*/ 2147483646 h 3"/>
                <a:gd name="T48" fmla="*/ 0 w 2"/>
                <a:gd name="T49" fmla="*/ 2147483646 h 3"/>
                <a:gd name="T50" fmla="*/ 0 w 2"/>
                <a:gd name="T51" fmla="*/ 2147483646 h 3"/>
                <a:gd name="T52" fmla="*/ 0 w 2"/>
                <a:gd name="T53" fmla="*/ 2147483646 h 3"/>
                <a:gd name="T54" fmla="*/ 0 w 2"/>
                <a:gd name="T55" fmla="*/ 2147483646 h 3"/>
                <a:gd name="T56" fmla="*/ 0 w 2"/>
                <a:gd name="T57" fmla="*/ 2147483646 h 3"/>
                <a:gd name="T58" fmla="*/ 0 w 2"/>
                <a:gd name="T59" fmla="*/ 2147483646 h 3"/>
                <a:gd name="T60" fmla="*/ 0 w 2"/>
                <a:gd name="T61" fmla="*/ 2147483646 h 3"/>
                <a:gd name="T62" fmla="*/ 2147483646 w 2"/>
                <a:gd name="T63" fmla="*/ 0 h 3"/>
                <a:gd name="T64" fmla="*/ 2147483646 w 2"/>
                <a:gd name="T65" fmla="*/ 0 h 3"/>
                <a:gd name="T66" fmla="*/ 0 w 2"/>
                <a:gd name="T67" fmla="*/ 0 h 3"/>
                <a:gd name="T68" fmla="*/ 0 w 2"/>
                <a:gd name="T69" fmla="*/ 0 h 3"/>
                <a:gd name="T70" fmla="*/ 0 w 2"/>
                <a:gd name="T71" fmla="*/ 2147483646 h 3"/>
                <a:gd name="T72" fmla="*/ 0 w 2"/>
                <a:gd name="T73" fmla="*/ 2147483646 h 3"/>
                <a:gd name="T74" fmla="*/ 0 w 2"/>
                <a:gd name="T75" fmla="*/ 2147483646 h 3"/>
                <a:gd name="T76" fmla="*/ 2147483646 w 2"/>
                <a:gd name="T77" fmla="*/ 2147483646 h 3"/>
                <a:gd name="T78" fmla="*/ 2147483646 w 2"/>
                <a:gd name="T79" fmla="*/ 2147483646 h 3"/>
                <a:gd name="T80" fmla="*/ 2147483646 w 2"/>
                <a:gd name="T81" fmla="*/ 0 h 3"/>
                <a:gd name="T82" fmla="*/ 2147483646 w 2"/>
                <a:gd name="T83" fmla="*/ 0 h 3"/>
                <a:gd name="T84" fmla="*/ 2147483646 w 2"/>
                <a:gd name="T85" fmla="*/ 0 h 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 h="3">
                  <a:moveTo>
                    <a:pt x="0" y="1"/>
                  </a:moveTo>
                  <a:cubicBezTo>
                    <a:pt x="0" y="1"/>
                    <a:pt x="0" y="0"/>
                    <a:pt x="0" y="0"/>
                  </a:cubicBezTo>
                  <a:cubicBezTo>
                    <a:pt x="0" y="0"/>
                    <a:pt x="0" y="0"/>
                    <a:pt x="0" y="0"/>
                  </a:cubicBezTo>
                  <a:cubicBezTo>
                    <a:pt x="0" y="0"/>
                    <a:pt x="0" y="0"/>
                    <a:pt x="0" y="0"/>
                  </a:cubicBezTo>
                  <a:cubicBezTo>
                    <a:pt x="0" y="0"/>
                    <a:pt x="0" y="0"/>
                    <a:pt x="0" y="0"/>
                  </a:cubicBezTo>
                  <a:cubicBezTo>
                    <a:pt x="0" y="0"/>
                    <a:pt x="1" y="0"/>
                    <a:pt x="1" y="0"/>
                  </a:cubicBezTo>
                  <a:cubicBezTo>
                    <a:pt x="1" y="0"/>
                    <a:pt x="2" y="0"/>
                    <a:pt x="2" y="0"/>
                  </a:cubicBezTo>
                  <a:cubicBezTo>
                    <a:pt x="2" y="0"/>
                    <a:pt x="2" y="0"/>
                    <a:pt x="2" y="0"/>
                  </a:cubicBezTo>
                  <a:cubicBezTo>
                    <a:pt x="2" y="1"/>
                    <a:pt x="2" y="1"/>
                    <a:pt x="2" y="1"/>
                  </a:cubicBezTo>
                  <a:cubicBezTo>
                    <a:pt x="2" y="1"/>
                    <a:pt x="2" y="1"/>
                    <a:pt x="2" y="1"/>
                  </a:cubicBezTo>
                  <a:cubicBezTo>
                    <a:pt x="2" y="1"/>
                    <a:pt x="2" y="1"/>
                    <a:pt x="2" y="1"/>
                  </a:cubicBezTo>
                  <a:cubicBezTo>
                    <a:pt x="2" y="1"/>
                    <a:pt x="2" y="2"/>
                    <a:pt x="2" y="2"/>
                  </a:cubicBezTo>
                  <a:cubicBezTo>
                    <a:pt x="2" y="2"/>
                    <a:pt x="2" y="2"/>
                    <a:pt x="2" y="2"/>
                  </a:cubicBezTo>
                  <a:cubicBezTo>
                    <a:pt x="2" y="2"/>
                    <a:pt x="2" y="2"/>
                    <a:pt x="2" y="2"/>
                  </a:cubicBezTo>
                  <a:cubicBezTo>
                    <a:pt x="2" y="2"/>
                    <a:pt x="2" y="2"/>
                    <a:pt x="2" y="3"/>
                  </a:cubicBezTo>
                  <a:cubicBezTo>
                    <a:pt x="2" y="3"/>
                    <a:pt x="2" y="3"/>
                    <a:pt x="2" y="3"/>
                  </a:cubicBezTo>
                  <a:cubicBezTo>
                    <a:pt x="2" y="3"/>
                    <a:pt x="2" y="3"/>
                    <a:pt x="2" y="3"/>
                  </a:cubicBezTo>
                  <a:cubicBezTo>
                    <a:pt x="2" y="3"/>
                    <a:pt x="2" y="3"/>
                    <a:pt x="2" y="3"/>
                  </a:cubicBezTo>
                  <a:cubicBezTo>
                    <a:pt x="2" y="3"/>
                    <a:pt x="2" y="3"/>
                    <a:pt x="2" y="3"/>
                  </a:cubicBezTo>
                  <a:cubicBezTo>
                    <a:pt x="2" y="2"/>
                    <a:pt x="2" y="2"/>
                    <a:pt x="2" y="2"/>
                  </a:cubicBezTo>
                  <a:cubicBezTo>
                    <a:pt x="2" y="2"/>
                    <a:pt x="2" y="2"/>
                    <a:pt x="1" y="2"/>
                  </a:cubicBezTo>
                  <a:cubicBezTo>
                    <a:pt x="1" y="2"/>
                    <a:pt x="1" y="2"/>
                    <a:pt x="1" y="2"/>
                  </a:cubicBezTo>
                  <a:cubicBezTo>
                    <a:pt x="1" y="2"/>
                    <a:pt x="0" y="2"/>
                    <a:pt x="0" y="2"/>
                  </a:cubicBezTo>
                  <a:cubicBezTo>
                    <a:pt x="0" y="2"/>
                    <a:pt x="0" y="2"/>
                    <a:pt x="0" y="2"/>
                  </a:cubicBezTo>
                  <a:cubicBezTo>
                    <a:pt x="0" y="2"/>
                    <a:pt x="0" y="3"/>
                    <a:pt x="0" y="3"/>
                  </a:cubicBezTo>
                  <a:cubicBezTo>
                    <a:pt x="0" y="3"/>
                    <a:pt x="0" y="3"/>
                    <a:pt x="0" y="3"/>
                  </a:cubicBezTo>
                  <a:cubicBezTo>
                    <a:pt x="0" y="3"/>
                    <a:pt x="0" y="3"/>
                    <a:pt x="0" y="3"/>
                  </a:cubicBezTo>
                  <a:cubicBezTo>
                    <a:pt x="0" y="3"/>
                    <a:pt x="0" y="3"/>
                    <a:pt x="0" y="3"/>
                  </a:cubicBezTo>
                  <a:cubicBezTo>
                    <a:pt x="0" y="3"/>
                    <a:pt x="0" y="3"/>
                    <a:pt x="0" y="3"/>
                  </a:cubicBezTo>
                  <a:cubicBezTo>
                    <a:pt x="0" y="2"/>
                    <a:pt x="0" y="2"/>
                    <a:pt x="0" y="1"/>
                  </a:cubicBezTo>
                  <a:cubicBezTo>
                    <a:pt x="0" y="1"/>
                    <a:pt x="0" y="1"/>
                    <a:pt x="0" y="1"/>
                  </a:cubicBezTo>
                  <a:close/>
                  <a:moveTo>
                    <a:pt x="1" y="0"/>
                  </a:moveTo>
                  <a:cubicBezTo>
                    <a:pt x="1" y="0"/>
                    <a:pt x="1" y="0"/>
                    <a:pt x="1"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1" y="1"/>
                    <a:pt x="1" y="1"/>
                    <a:pt x="1" y="1"/>
                  </a:cubicBezTo>
                  <a:cubicBezTo>
                    <a:pt x="1" y="1"/>
                    <a:pt x="2" y="1"/>
                    <a:pt x="2" y="1"/>
                  </a:cubicBezTo>
                  <a:cubicBezTo>
                    <a:pt x="2" y="1"/>
                    <a:pt x="2" y="1"/>
                    <a:pt x="2" y="0"/>
                  </a:cubicBezTo>
                  <a:cubicBezTo>
                    <a:pt x="2" y="0"/>
                    <a:pt x="1" y="0"/>
                    <a:pt x="1" y="0"/>
                  </a:cubicBezTo>
                  <a:cubicBezTo>
                    <a:pt x="1" y="0"/>
                    <a:pt x="1" y="0"/>
                    <a:pt x="1"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8" name="Freeform 629"/>
            <p:cNvSpPr>
              <a:spLocks noEditPoints="1"/>
            </p:cNvSpPr>
            <p:nvPr/>
          </p:nvSpPr>
          <p:spPr bwMode="auto">
            <a:xfrm>
              <a:off x="5984876" y="1416050"/>
              <a:ext cx="4763" cy="4762"/>
            </a:xfrm>
            <a:custGeom>
              <a:avLst/>
              <a:gdLst>
                <a:gd name="T0" fmla="*/ 2147483646 w 3"/>
                <a:gd name="T1" fmla="*/ 2147483646 h 3"/>
                <a:gd name="T2" fmla="*/ 2147483646 w 3"/>
                <a:gd name="T3" fmla="*/ 2147483646 h 3"/>
                <a:gd name="T4" fmla="*/ 2147483646 w 3"/>
                <a:gd name="T5" fmla="*/ 2147483646 h 3"/>
                <a:gd name="T6" fmla="*/ 2147483646 w 3"/>
                <a:gd name="T7" fmla="*/ 2147483646 h 3"/>
                <a:gd name="T8" fmla="*/ 2147483646 w 3"/>
                <a:gd name="T9" fmla="*/ 2147483646 h 3"/>
                <a:gd name="T10" fmla="*/ 2147483646 w 3"/>
                <a:gd name="T11" fmla="*/ 2147483646 h 3"/>
                <a:gd name="T12" fmla="*/ 2147483646 w 3"/>
                <a:gd name="T13" fmla="*/ 2147483646 h 3"/>
                <a:gd name="T14" fmla="*/ 2147483646 w 3"/>
                <a:gd name="T15" fmla="*/ 2147483646 h 3"/>
                <a:gd name="T16" fmla="*/ 0 w 3"/>
                <a:gd name="T17" fmla="*/ 2147483646 h 3"/>
                <a:gd name="T18" fmla="*/ 0 w 3"/>
                <a:gd name="T19" fmla="*/ 2147483646 h 3"/>
                <a:gd name="T20" fmla="*/ 0 w 3"/>
                <a:gd name="T21" fmla="*/ 2147483646 h 3"/>
                <a:gd name="T22" fmla="*/ 0 w 3"/>
                <a:gd name="T23" fmla="*/ 0 h 3"/>
                <a:gd name="T24" fmla="*/ 2147483646 w 3"/>
                <a:gd name="T25" fmla="*/ 0 h 3"/>
                <a:gd name="T26" fmla="*/ 2147483646 w 3"/>
                <a:gd name="T27" fmla="*/ 0 h 3"/>
                <a:gd name="T28" fmla="*/ 2147483646 w 3"/>
                <a:gd name="T29" fmla="*/ 2147483646 h 3"/>
                <a:gd name="T30" fmla="*/ 2147483646 w 3"/>
                <a:gd name="T31" fmla="*/ 2147483646 h 3"/>
                <a:gd name="T32" fmla="*/ 2147483646 w 3"/>
                <a:gd name="T33" fmla="*/ 2147483646 h 3"/>
                <a:gd name="T34" fmla="*/ 2147483646 w 3"/>
                <a:gd name="T35" fmla="*/ 0 h 3"/>
                <a:gd name="T36" fmla="*/ 2147483646 w 3"/>
                <a:gd name="T37" fmla="*/ 0 h 3"/>
                <a:gd name="T38" fmla="*/ 2147483646 w 3"/>
                <a:gd name="T39" fmla="*/ 0 h 3"/>
                <a:gd name="T40" fmla="*/ 2147483646 w 3"/>
                <a:gd name="T41" fmla="*/ 0 h 3"/>
                <a:gd name="T42" fmla="*/ 0 w 3"/>
                <a:gd name="T43" fmla="*/ 2147483646 h 3"/>
                <a:gd name="T44" fmla="*/ 0 w 3"/>
                <a:gd name="T45" fmla="*/ 2147483646 h 3"/>
                <a:gd name="T46" fmla="*/ 2147483646 w 3"/>
                <a:gd name="T47" fmla="*/ 2147483646 h 3"/>
                <a:gd name="T48" fmla="*/ 2147483646 w 3"/>
                <a:gd name="T49" fmla="*/ 2147483646 h 3"/>
                <a:gd name="T50" fmla="*/ 2147483646 w 3"/>
                <a:gd name="T51" fmla="*/ 2147483646 h 3"/>
                <a:gd name="T52" fmla="*/ 2147483646 w 3"/>
                <a:gd name="T53" fmla="*/ 2147483646 h 3"/>
                <a:gd name="T54" fmla="*/ 2147483646 w 3"/>
                <a:gd name="T55" fmla="*/ 2147483646 h 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 h="3">
                  <a:moveTo>
                    <a:pt x="3" y="2"/>
                  </a:moveTo>
                  <a:cubicBezTo>
                    <a:pt x="3" y="2"/>
                    <a:pt x="3" y="2"/>
                    <a:pt x="3" y="2"/>
                  </a:cubicBezTo>
                  <a:cubicBezTo>
                    <a:pt x="3" y="3"/>
                    <a:pt x="3" y="3"/>
                    <a:pt x="2" y="3"/>
                  </a:cubicBezTo>
                  <a:cubicBezTo>
                    <a:pt x="2" y="3"/>
                    <a:pt x="2" y="3"/>
                    <a:pt x="2" y="3"/>
                  </a:cubicBezTo>
                  <a:cubicBezTo>
                    <a:pt x="2" y="3"/>
                    <a:pt x="2" y="3"/>
                    <a:pt x="2" y="3"/>
                  </a:cubicBezTo>
                  <a:cubicBezTo>
                    <a:pt x="2" y="3"/>
                    <a:pt x="2" y="3"/>
                    <a:pt x="2" y="3"/>
                  </a:cubicBezTo>
                  <a:cubicBezTo>
                    <a:pt x="1" y="3"/>
                    <a:pt x="1" y="3"/>
                    <a:pt x="1" y="3"/>
                  </a:cubicBezTo>
                  <a:cubicBezTo>
                    <a:pt x="1" y="3"/>
                    <a:pt x="1" y="3"/>
                    <a:pt x="1" y="3"/>
                  </a:cubicBezTo>
                  <a:cubicBezTo>
                    <a:pt x="1" y="3"/>
                    <a:pt x="0" y="3"/>
                    <a:pt x="0" y="2"/>
                  </a:cubicBezTo>
                  <a:cubicBezTo>
                    <a:pt x="0" y="2"/>
                    <a:pt x="0" y="2"/>
                    <a:pt x="0" y="2"/>
                  </a:cubicBezTo>
                  <a:cubicBezTo>
                    <a:pt x="0" y="2"/>
                    <a:pt x="0" y="1"/>
                    <a:pt x="0" y="1"/>
                  </a:cubicBezTo>
                  <a:cubicBezTo>
                    <a:pt x="0" y="1"/>
                    <a:pt x="0" y="1"/>
                    <a:pt x="0" y="0"/>
                  </a:cubicBezTo>
                  <a:cubicBezTo>
                    <a:pt x="1" y="0"/>
                    <a:pt x="1" y="0"/>
                    <a:pt x="1" y="0"/>
                  </a:cubicBezTo>
                  <a:cubicBezTo>
                    <a:pt x="2" y="0"/>
                    <a:pt x="2" y="0"/>
                    <a:pt x="2" y="0"/>
                  </a:cubicBezTo>
                  <a:cubicBezTo>
                    <a:pt x="3" y="0"/>
                    <a:pt x="3" y="0"/>
                    <a:pt x="3" y="1"/>
                  </a:cubicBezTo>
                  <a:cubicBezTo>
                    <a:pt x="3" y="1"/>
                    <a:pt x="3" y="1"/>
                    <a:pt x="3" y="2"/>
                  </a:cubicBezTo>
                  <a:close/>
                  <a:moveTo>
                    <a:pt x="3" y="1"/>
                  </a:moveTo>
                  <a:cubicBezTo>
                    <a:pt x="3" y="1"/>
                    <a:pt x="3" y="1"/>
                    <a:pt x="3" y="0"/>
                  </a:cubicBezTo>
                  <a:cubicBezTo>
                    <a:pt x="2" y="0"/>
                    <a:pt x="2" y="0"/>
                    <a:pt x="2" y="0"/>
                  </a:cubicBezTo>
                  <a:cubicBezTo>
                    <a:pt x="2" y="0"/>
                    <a:pt x="2" y="0"/>
                    <a:pt x="2" y="0"/>
                  </a:cubicBezTo>
                  <a:cubicBezTo>
                    <a:pt x="1" y="0"/>
                    <a:pt x="1" y="0"/>
                    <a:pt x="1" y="0"/>
                  </a:cubicBezTo>
                  <a:cubicBezTo>
                    <a:pt x="1" y="0"/>
                    <a:pt x="1" y="1"/>
                    <a:pt x="0" y="1"/>
                  </a:cubicBezTo>
                  <a:cubicBezTo>
                    <a:pt x="0" y="1"/>
                    <a:pt x="0" y="1"/>
                    <a:pt x="0" y="1"/>
                  </a:cubicBezTo>
                  <a:cubicBezTo>
                    <a:pt x="0" y="2"/>
                    <a:pt x="0" y="2"/>
                    <a:pt x="1" y="2"/>
                  </a:cubicBezTo>
                  <a:cubicBezTo>
                    <a:pt x="1" y="3"/>
                    <a:pt x="1" y="3"/>
                    <a:pt x="1" y="3"/>
                  </a:cubicBezTo>
                  <a:cubicBezTo>
                    <a:pt x="1" y="3"/>
                    <a:pt x="1" y="3"/>
                    <a:pt x="2" y="3"/>
                  </a:cubicBezTo>
                  <a:cubicBezTo>
                    <a:pt x="2" y="3"/>
                    <a:pt x="2" y="3"/>
                    <a:pt x="3" y="2"/>
                  </a:cubicBezTo>
                  <a:cubicBezTo>
                    <a:pt x="3" y="2"/>
                    <a:pt x="3" y="2"/>
                    <a:pt x="3" y="1"/>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49" name="Freeform 630"/>
            <p:cNvSpPr>
              <a:spLocks noEditPoints="1"/>
            </p:cNvSpPr>
            <p:nvPr/>
          </p:nvSpPr>
          <p:spPr bwMode="auto">
            <a:xfrm>
              <a:off x="5959476" y="1416050"/>
              <a:ext cx="4763" cy="4762"/>
            </a:xfrm>
            <a:custGeom>
              <a:avLst/>
              <a:gdLst>
                <a:gd name="T0" fmla="*/ 0 w 3"/>
                <a:gd name="T1" fmla="*/ 2147483646 h 3"/>
                <a:gd name="T2" fmla="*/ 0 w 3"/>
                <a:gd name="T3" fmla="*/ 0 h 3"/>
                <a:gd name="T4" fmla="*/ 2147483646 w 3"/>
                <a:gd name="T5" fmla="*/ 0 h 3"/>
                <a:gd name="T6" fmla="*/ 2147483646 w 3"/>
                <a:gd name="T7" fmla="*/ 0 h 3"/>
                <a:gd name="T8" fmla="*/ 2147483646 w 3"/>
                <a:gd name="T9" fmla="*/ 0 h 3"/>
                <a:gd name="T10" fmla="*/ 2147483646 w 3"/>
                <a:gd name="T11" fmla="*/ 2147483646 h 3"/>
                <a:gd name="T12" fmla="*/ 2147483646 w 3"/>
                <a:gd name="T13" fmla="*/ 2147483646 h 3"/>
                <a:gd name="T14" fmla="*/ 2147483646 w 3"/>
                <a:gd name="T15" fmla="*/ 2147483646 h 3"/>
                <a:gd name="T16" fmla="*/ 2147483646 w 3"/>
                <a:gd name="T17" fmla="*/ 2147483646 h 3"/>
                <a:gd name="T18" fmla="*/ 2147483646 w 3"/>
                <a:gd name="T19" fmla="*/ 2147483646 h 3"/>
                <a:gd name="T20" fmla="*/ 2147483646 w 3"/>
                <a:gd name="T21" fmla="*/ 2147483646 h 3"/>
                <a:gd name="T22" fmla="*/ 2147483646 w 3"/>
                <a:gd name="T23" fmla="*/ 2147483646 h 3"/>
                <a:gd name="T24" fmla="*/ 0 w 3"/>
                <a:gd name="T25" fmla="*/ 2147483646 h 3"/>
                <a:gd name="T26" fmla="*/ 0 w 3"/>
                <a:gd name="T27" fmla="*/ 2147483646 h 3"/>
                <a:gd name="T28" fmla="*/ 0 w 3"/>
                <a:gd name="T29" fmla="*/ 2147483646 h 3"/>
                <a:gd name="T30" fmla="*/ 0 w 3"/>
                <a:gd name="T31" fmla="*/ 2147483646 h 3"/>
                <a:gd name="T32" fmla="*/ 2147483646 w 3"/>
                <a:gd name="T33" fmla="*/ 2147483646 h 3"/>
                <a:gd name="T34" fmla="*/ 2147483646 w 3"/>
                <a:gd name="T35" fmla="*/ 2147483646 h 3"/>
                <a:gd name="T36" fmla="*/ 2147483646 w 3"/>
                <a:gd name="T37" fmla="*/ 2147483646 h 3"/>
                <a:gd name="T38" fmla="*/ 2147483646 w 3"/>
                <a:gd name="T39" fmla="*/ 2147483646 h 3"/>
                <a:gd name="T40" fmla="*/ 2147483646 w 3"/>
                <a:gd name="T41" fmla="*/ 2147483646 h 3"/>
                <a:gd name="T42" fmla="*/ 2147483646 w 3"/>
                <a:gd name="T43" fmla="*/ 0 h 3"/>
                <a:gd name="T44" fmla="*/ 2147483646 w 3"/>
                <a:gd name="T45" fmla="*/ 0 h 3"/>
                <a:gd name="T46" fmla="*/ 0 w 3"/>
                <a:gd name="T47" fmla="*/ 2147483646 h 3"/>
                <a:gd name="T48" fmla="*/ 0 w 3"/>
                <a:gd name="T49" fmla="*/ 2147483646 h 3"/>
                <a:gd name="T50" fmla="*/ 2147483646 w 3"/>
                <a:gd name="T51" fmla="*/ 2147483646 h 3"/>
                <a:gd name="T52" fmla="*/ 2147483646 w 3"/>
                <a:gd name="T53" fmla="*/ 2147483646 h 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 h="3">
                  <a:moveTo>
                    <a:pt x="0" y="2"/>
                  </a:moveTo>
                  <a:cubicBezTo>
                    <a:pt x="0" y="1"/>
                    <a:pt x="0" y="1"/>
                    <a:pt x="0" y="0"/>
                  </a:cubicBezTo>
                  <a:cubicBezTo>
                    <a:pt x="0" y="0"/>
                    <a:pt x="0" y="0"/>
                    <a:pt x="1" y="0"/>
                  </a:cubicBezTo>
                  <a:cubicBezTo>
                    <a:pt x="1" y="0"/>
                    <a:pt x="1" y="0"/>
                    <a:pt x="2" y="0"/>
                  </a:cubicBezTo>
                  <a:cubicBezTo>
                    <a:pt x="2" y="0"/>
                    <a:pt x="2" y="0"/>
                    <a:pt x="2" y="0"/>
                  </a:cubicBezTo>
                  <a:cubicBezTo>
                    <a:pt x="2" y="0"/>
                    <a:pt x="2" y="0"/>
                    <a:pt x="3" y="1"/>
                  </a:cubicBezTo>
                  <a:cubicBezTo>
                    <a:pt x="3" y="1"/>
                    <a:pt x="3" y="2"/>
                    <a:pt x="3" y="2"/>
                  </a:cubicBezTo>
                  <a:cubicBezTo>
                    <a:pt x="3" y="2"/>
                    <a:pt x="2" y="3"/>
                    <a:pt x="2" y="3"/>
                  </a:cubicBezTo>
                  <a:cubicBezTo>
                    <a:pt x="2" y="3"/>
                    <a:pt x="2" y="3"/>
                    <a:pt x="2" y="3"/>
                  </a:cubicBezTo>
                  <a:cubicBezTo>
                    <a:pt x="2" y="3"/>
                    <a:pt x="1" y="3"/>
                    <a:pt x="1" y="3"/>
                  </a:cubicBezTo>
                  <a:cubicBezTo>
                    <a:pt x="1" y="3"/>
                    <a:pt x="1" y="3"/>
                    <a:pt x="1" y="3"/>
                  </a:cubicBezTo>
                  <a:cubicBezTo>
                    <a:pt x="1" y="3"/>
                    <a:pt x="1" y="3"/>
                    <a:pt x="1" y="3"/>
                  </a:cubicBezTo>
                  <a:cubicBezTo>
                    <a:pt x="1" y="3"/>
                    <a:pt x="1" y="3"/>
                    <a:pt x="0" y="3"/>
                  </a:cubicBezTo>
                  <a:cubicBezTo>
                    <a:pt x="0" y="3"/>
                    <a:pt x="0" y="3"/>
                    <a:pt x="0" y="3"/>
                  </a:cubicBezTo>
                  <a:cubicBezTo>
                    <a:pt x="0" y="3"/>
                    <a:pt x="0" y="2"/>
                    <a:pt x="0" y="2"/>
                  </a:cubicBezTo>
                  <a:cubicBezTo>
                    <a:pt x="0" y="2"/>
                    <a:pt x="0" y="2"/>
                    <a:pt x="0" y="2"/>
                  </a:cubicBezTo>
                  <a:close/>
                  <a:moveTo>
                    <a:pt x="1" y="3"/>
                  </a:moveTo>
                  <a:cubicBezTo>
                    <a:pt x="1" y="3"/>
                    <a:pt x="1" y="3"/>
                    <a:pt x="1" y="3"/>
                  </a:cubicBezTo>
                  <a:cubicBezTo>
                    <a:pt x="2" y="3"/>
                    <a:pt x="2" y="3"/>
                    <a:pt x="2" y="3"/>
                  </a:cubicBezTo>
                  <a:cubicBezTo>
                    <a:pt x="2" y="2"/>
                    <a:pt x="2" y="2"/>
                    <a:pt x="2" y="2"/>
                  </a:cubicBezTo>
                  <a:cubicBezTo>
                    <a:pt x="2" y="1"/>
                    <a:pt x="2" y="1"/>
                    <a:pt x="2" y="1"/>
                  </a:cubicBezTo>
                  <a:cubicBezTo>
                    <a:pt x="2" y="0"/>
                    <a:pt x="2" y="0"/>
                    <a:pt x="2" y="0"/>
                  </a:cubicBezTo>
                  <a:cubicBezTo>
                    <a:pt x="2" y="0"/>
                    <a:pt x="1" y="0"/>
                    <a:pt x="1" y="0"/>
                  </a:cubicBezTo>
                  <a:cubicBezTo>
                    <a:pt x="0" y="0"/>
                    <a:pt x="0" y="0"/>
                    <a:pt x="0" y="1"/>
                  </a:cubicBezTo>
                  <a:cubicBezTo>
                    <a:pt x="0" y="1"/>
                    <a:pt x="0" y="2"/>
                    <a:pt x="0" y="2"/>
                  </a:cubicBezTo>
                  <a:cubicBezTo>
                    <a:pt x="0" y="2"/>
                    <a:pt x="0" y="3"/>
                    <a:pt x="1" y="3"/>
                  </a:cubicBezTo>
                  <a:cubicBezTo>
                    <a:pt x="1" y="3"/>
                    <a:pt x="1" y="3"/>
                    <a:pt x="1" y="3"/>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0" name="Freeform 631"/>
            <p:cNvSpPr/>
            <p:nvPr/>
          </p:nvSpPr>
          <p:spPr bwMode="auto">
            <a:xfrm>
              <a:off x="6030913" y="1416050"/>
              <a:ext cx="4763" cy="4762"/>
            </a:xfrm>
            <a:custGeom>
              <a:avLst/>
              <a:gdLst>
                <a:gd name="T0" fmla="*/ 2147483646 w 3"/>
                <a:gd name="T1" fmla="*/ 0 h 3"/>
                <a:gd name="T2" fmla="*/ 2147483646 w 3"/>
                <a:gd name="T3" fmla="*/ 0 h 3"/>
                <a:gd name="T4" fmla="*/ 2147483646 w 3"/>
                <a:gd name="T5" fmla="*/ 0 h 3"/>
                <a:gd name="T6" fmla="*/ 2147483646 w 3"/>
                <a:gd name="T7" fmla="*/ 0 h 3"/>
                <a:gd name="T8" fmla="*/ 2147483646 w 3"/>
                <a:gd name="T9" fmla="*/ 2147483646 h 3"/>
                <a:gd name="T10" fmla="*/ 2147483646 w 3"/>
                <a:gd name="T11" fmla="*/ 2147483646 h 3"/>
                <a:gd name="T12" fmla="*/ 2147483646 w 3"/>
                <a:gd name="T13" fmla="*/ 2147483646 h 3"/>
                <a:gd name="T14" fmla="*/ 2147483646 w 3"/>
                <a:gd name="T15" fmla="*/ 0 h 3"/>
                <a:gd name="T16" fmla="*/ 2147483646 w 3"/>
                <a:gd name="T17" fmla="*/ 0 h 3"/>
                <a:gd name="T18" fmla="*/ 2147483646 w 3"/>
                <a:gd name="T19" fmla="*/ 0 h 3"/>
                <a:gd name="T20" fmla="*/ 2147483646 w 3"/>
                <a:gd name="T21" fmla="*/ 0 h 3"/>
                <a:gd name="T22" fmla="*/ 2147483646 w 3"/>
                <a:gd name="T23" fmla="*/ 2147483646 h 3"/>
                <a:gd name="T24" fmla="*/ 2147483646 w 3"/>
                <a:gd name="T25" fmla="*/ 2147483646 h 3"/>
                <a:gd name="T26" fmla="*/ 2147483646 w 3"/>
                <a:gd name="T27" fmla="*/ 2147483646 h 3"/>
                <a:gd name="T28" fmla="*/ 2147483646 w 3"/>
                <a:gd name="T29" fmla="*/ 2147483646 h 3"/>
                <a:gd name="T30" fmla="*/ 2147483646 w 3"/>
                <a:gd name="T31" fmla="*/ 2147483646 h 3"/>
                <a:gd name="T32" fmla="*/ 2147483646 w 3"/>
                <a:gd name="T33" fmla="*/ 2147483646 h 3"/>
                <a:gd name="T34" fmla="*/ 2147483646 w 3"/>
                <a:gd name="T35" fmla="*/ 2147483646 h 3"/>
                <a:gd name="T36" fmla="*/ 2147483646 w 3"/>
                <a:gd name="T37" fmla="*/ 2147483646 h 3"/>
                <a:gd name="T38" fmla="*/ 2147483646 w 3"/>
                <a:gd name="T39" fmla="*/ 2147483646 h 3"/>
                <a:gd name="T40" fmla="*/ 2147483646 w 3"/>
                <a:gd name="T41" fmla="*/ 2147483646 h 3"/>
                <a:gd name="T42" fmla="*/ 2147483646 w 3"/>
                <a:gd name="T43" fmla="*/ 2147483646 h 3"/>
                <a:gd name="T44" fmla="*/ 2147483646 w 3"/>
                <a:gd name="T45" fmla="*/ 2147483646 h 3"/>
                <a:gd name="T46" fmla="*/ 0 w 3"/>
                <a:gd name="T47" fmla="*/ 2147483646 h 3"/>
                <a:gd name="T48" fmla="*/ 0 w 3"/>
                <a:gd name="T49" fmla="*/ 2147483646 h 3"/>
                <a:gd name="T50" fmla="*/ 2147483646 w 3"/>
                <a:gd name="T51" fmla="*/ 2147483646 h 3"/>
                <a:gd name="T52" fmla="*/ 2147483646 w 3"/>
                <a:gd name="T53" fmla="*/ 2147483646 h 3"/>
                <a:gd name="T54" fmla="*/ 2147483646 w 3"/>
                <a:gd name="T55" fmla="*/ 2147483646 h 3"/>
                <a:gd name="T56" fmla="*/ 2147483646 w 3"/>
                <a:gd name="T57" fmla="*/ 2147483646 h 3"/>
                <a:gd name="T58" fmla="*/ 2147483646 w 3"/>
                <a:gd name="T59" fmla="*/ 2147483646 h 3"/>
                <a:gd name="T60" fmla="*/ 2147483646 w 3"/>
                <a:gd name="T61" fmla="*/ 2147483646 h 3"/>
                <a:gd name="T62" fmla="*/ 2147483646 w 3"/>
                <a:gd name="T63" fmla="*/ 2147483646 h 3"/>
                <a:gd name="T64" fmla="*/ 2147483646 w 3"/>
                <a:gd name="T65" fmla="*/ 2147483646 h 3"/>
                <a:gd name="T66" fmla="*/ 2147483646 w 3"/>
                <a:gd name="T67" fmla="*/ 2147483646 h 3"/>
                <a:gd name="T68" fmla="*/ 2147483646 w 3"/>
                <a:gd name="T69" fmla="*/ 2147483646 h 3"/>
                <a:gd name="T70" fmla="*/ 2147483646 w 3"/>
                <a:gd name="T71" fmla="*/ 2147483646 h 3"/>
                <a:gd name="T72" fmla="*/ 2147483646 w 3"/>
                <a:gd name="T73" fmla="*/ 0 h 3"/>
                <a:gd name="T74" fmla="*/ 2147483646 w 3"/>
                <a:gd name="T75" fmla="*/ 0 h 3"/>
                <a:gd name="T76" fmla="*/ 2147483646 w 3"/>
                <a:gd name="T77" fmla="*/ 0 h 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3" h="3">
                  <a:moveTo>
                    <a:pt x="2" y="0"/>
                  </a:moveTo>
                  <a:cubicBezTo>
                    <a:pt x="2" y="0"/>
                    <a:pt x="2" y="0"/>
                    <a:pt x="2" y="0"/>
                  </a:cubicBezTo>
                  <a:cubicBezTo>
                    <a:pt x="2" y="0"/>
                    <a:pt x="2" y="0"/>
                    <a:pt x="2" y="0"/>
                  </a:cubicBezTo>
                  <a:cubicBezTo>
                    <a:pt x="2" y="0"/>
                    <a:pt x="3" y="0"/>
                    <a:pt x="3" y="0"/>
                  </a:cubicBezTo>
                  <a:cubicBezTo>
                    <a:pt x="3" y="0"/>
                    <a:pt x="3" y="0"/>
                    <a:pt x="3" y="1"/>
                  </a:cubicBezTo>
                  <a:cubicBezTo>
                    <a:pt x="3" y="1"/>
                    <a:pt x="3" y="1"/>
                    <a:pt x="3" y="1"/>
                  </a:cubicBezTo>
                  <a:cubicBezTo>
                    <a:pt x="3" y="1"/>
                    <a:pt x="3" y="1"/>
                    <a:pt x="3" y="1"/>
                  </a:cubicBezTo>
                  <a:cubicBezTo>
                    <a:pt x="3" y="1"/>
                    <a:pt x="3" y="0"/>
                    <a:pt x="3" y="0"/>
                  </a:cubicBezTo>
                  <a:cubicBezTo>
                    <a:pt x="2" y="0"/>
                    <a:pt x="2" y="0"/>
                    <a:pt x="2" y="0"/>
                  </a:cubicBezTo>
                  <a:cubicBezTo>
                    <a:pt x="2" y="0"/>
                    <a:pt x="1" y="0"/>
                    <a:pt x="1" y="0"/>
                  </a:cubicBezTo>
                  <a:cubicBezTo>
                    <a:pt x="1" y="0"/>
                    <a:pt x="1" y="0"/>
                    <a:pt x="1" y="0"/>
                  </a:cubicBezTo>
                  <a:cubicBezTo>
                    <a:pt x="1" y="0"/>
                    <a:pt x="1" y="1"/>
                    <a:pt x="1" y="1"/>
                  </a:cubicBezTo>
                  <a:cubicBezTo>
                    <a:pt x="1" y="1"/>
                    <a:pt x="1" y="1"/>
                    <a:pt x="1" y="1"/>
                  </a:cubicBezTo>
                  <a:cubicBezTo>
                    <a:pt x="2" y="1"/>
                    <a:pt x="2" y="1"/>
                    <a:pt x="2" y="1"/>
                  </a:cubicBezTo>
                  <a:cubicBezTo>
                    <a:pt x="2" y="1"/>
                    <a:pt x="2" y="1"/>
                    <a:pt x="2" y="1"/>
                  </a:cubicBezTo>
                  <a:cubicBezTo>
                    <a:pt x="3" y="2"/>
                    <a:pt x="3" y="2"/>
                    <a:pt x="3" y="2"/>
                  </a:cubicBezTo>
                  <a:cubicBezTo>
                    <a:pt x="3" y="2"/>
                    <a:pt x="3" y="3"/>
                    <a:pt x="3" y="3"/>
                  </a:cubicBezTo>
                  <a:cubicBezTo>
                    <a:pt x="3" y="3"/>
                    <a:pt x="2" y="3"/>
                    <a:pt x="2" y="3"/>
                  </a:cubicBezTo>
                  <a:cubicBezTo>
                    <a:pt x="2" y="3"/>
                    <a:pt x="2" y="3"/>
                    <a:pt x="2" y="3"/>
                  </a:cubicBezTo>
                  <a:cubicBezTo>
                    <a:pt x="2" y="3"/>
                    <a:pt x="2" y="3"/>
                    <a:pt x="2" y="3"/>
                  </a:cubicBezTo>
                  <a:cubicBezTo>
                    <a:pt x="2" y="3"/>
                    <a:pt x="2" y="3"/>
                    <a:pt x="2" y="3"/>
                  </a:cubicBezTo>
                  <a:cubicBezTo>
                    <a:pt x="1" y="3"/>
                    <a:pt x="1" y="3"/>
                    <a:pt x="1" y="3"/>
                  </a:cubicBezTo>
                  <a:cubicBezTo>
                    <a:pt x="1" y="3"/>
                    <a:pt x="1" y="3"/>
                    <a:pt x="1" y="3"/>
                  </a:cubicBezTo>
                  <a:cubicBezTo>
                    <a:pt x="1" y="3"/>
                    <a:pt x="0" y="2"/>
                    <a:pt x="0" y="2"/>
                  </a:cubicBezTo>
                  <a:cubicBezTo>
                    <a:pt x="0" y="2"/>
                    <a:pt x="0" y="2"/>
                    <a:pt x="0" y="2"/>
                  </a:cubicBezTo>
                  <a:cubicBezTo>
                    <a:pt x="1" y="2"/>
                    <a:pt x="1" y="2"/>
                    <a:pt x="1" y="2"/>
                  </a:cubicBezTo>
                  <a:cubicBezTo>
                    <a:pt x="1" y="2"/>
                    <a:pt x="1" y="2"/>
                    <a:pt x="1" y="2"/>
                  </a:cubicBezTo>
                  <a:cubicBezTo>
                    <a:pt x="1" y="2"/>
                    <a:pt x="1" y="2"/>
                    <a:pt x="1" y="3"/>
                  </a:cubicBezTo>
                  <a:cubicBezTo>
                    <a:pt x="1" y="3"/>
                    <a:pt x="1" y="3"/>
                    <a:pt x="1" y="3"/>
                  </a:cubicBezTo>
                  <a:cubicBezTo>
                    <a:pt x="2" y="3"/>
                    <a:pt x="2" y="3"/>
                    <a:pt x="2" y="3"/>
                  </a:cubicBezTo>
                  <a:cubicBezTo>
                    <a:pt x="2" y="3"/>
                    <a:pt x="2" y="3"/>
                    <a:pt x="3" y="3"/>
                  </a:cubicBezTo>
                  <a:cubicBezTo>
                    <a:pt x="3" y="2"/>
                    <a:pt x="3" y="2"/>
                    <a:pt x="3" y="2"/>
                  </a:cubicBezTo>
                  <a:cubicBezTo>
                    <a:pt x="3" y="2"/>
                    <a:pt x="2" y="2"/>
                    <a:pt x="2" y="2"/>
                  </a:cubicBezTo>
                  <a:cubicBezTo>
                    <a:pt x="2" y="2"/>
                    <a:pt x="2" y="2"/>
                    <a:pt x="2" y="2"/>
                  </a:cubicBezTo>
                  <a:cubicBezTo>
                    <a:pt x="1" y="2"/>
                    <a:pt x="1" y="1"/>
                    <a:pt x="1" y="1"/>
                  </a:cubicBezTo>
                  <a:cubicBezTo>
                    <a:pt x="1" y="1"/>
                    <a:pt x="1" y="1"/>
                    <a:pt x="1" y="1"/>
                  </a:cubicBezTo>
                  <a:cubicBezTo>
                    <a:pt x="0" y="1"/>
                    <a:pt x="1" y="0"/>
                    <a:pt x="1" y="0"/>
                  </a:cubicBezTo>
                  <a:cubicBezTo>
                    <a:pt x="1" y="0"/>
                    <a:pt x="1" y="0"/>
                    <a:pt x="1" y="0"/>
                  </a:cubicBezTo>
                  <a:cubicBezTo>
                    <a:pt x="1" y="0"/>
                    <a:pt x="1" y="0"/>
                    <a:pt x="2"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1" name="Freeform 632"/>
            <p:cNvSpPr/>
            <p:nvPr/>
          </p:nvSpPr>
          <p:spPr bwMode="auto">
            <a:xfrm>
              <a:off x="6018213" y="1416050"/>
              <a:ext cx="4763" cy="4762"/>
            </a:xfrm>
            <a:custGeom>
              <a:avLst/>
              <a:gdLst>
                <a:gd name="T0" fmla="*/ 0 w 3"/>
                <a:gd name="T1" fmla="*/ 2147483646 h 3"/>
                <a:gd name="T2" fmla="*/ 0 w 3"/>
                <a:gd name="T3" fmla="*/ 2147483646 h 3"/>
                <a:gd name="T4" fmla="*/ 2147483646 w 3"/>
                <a:gd name="T5" fmla="*/ 0 h 3"/>
                <a:gd name="T6" fmla="*/ 2147483646 w 3"/>
                <a:gd name="T7" fmla="*/ 0 h 3"/>
                <a:gd name="T8" fmla="*/ 2147483646 w 3"/>
                <a:gd name="T9" fmla="*/ 0 h 3"/>
                <a:gd name="T10" fmla="*/ 2147483646 w 3"/>
                <a:gd name="T11" fmla="*/ 2147483646 h 3"/>
                <a:gd name="T12" fmla="*/ 2147483646 w 3"/>
                <a:gd name="T13" fmla="*/ 2147483646 h 3"/>
                <a:gd name="T14" fmla="*/ 2147483646 w 3"/>
                <a:gd name="T15" fmla="*/ 2147483646 h 3"/>
                <a:gd name="T16" fmla="*/ 2147483646 w 3"/>
                <a:gd name="T17" fmla="*/ 2147483646 h 3"/>
                <a:gd name="T18" fmla="*/ 2147483646 w 3"/>
                <a:gd name="T19" fmla="*/ 0 h 3"/>
                <a:gd name="T20" fmla="*/ 2147483646 w 3"/>
                <a:gd name="T21" fmla="*/ 0 h 3"/>
                <a:gd name="T22" fmla="*/ 2147483646 w 3"/>
                <a:gd name="T23" fmla="*/ 2147483646 h 3"/>
                <a:gd name="T24" fmla="*/ 2147483646 w 3"/>
                <a:gd name="T25" fmla="*/ 2147483646 h 3"/>
                <a:gd name="T26" fmla="*/ 2147483646 w 3"/>
                <a:gd name="T27" fmla="*/ 2147483646 h 3"/>
                <a:gd name="T28" fmla="*/ 2147483646 w 3"/>
                <a:gd name="T29" fmla="*/ 2147483646 h 3"/>
                <a:gd name="T30" fmla="*/ 2147483646 w 3"/>
                <a:gd name="T31" fmla="*/ 2147483646 h 3"/>
                <a:gd name="T32" fmla="*/ 2147483646 w 3"/>
                <a:gd name="T33" fmla="*/ 2147483646 h 3"/>
                <a:gd name="T34" fmla="*/ 2147483646 w 3"/>
                <a:gd name="T35" fmla="*/ 2147483646 h 3"/>
                <a:gd name="T36" fmla="*/ 2147483646 w 3"/>
                <a:gd name="T37" fmla="*/ 2147483646 h 3"/>
                <a:gd name="T38" fmla="*/ 2147483646 w 3"/>
                <a:gd name="T39" fmla="*/ 2147483646 h 3"/>
                <a:gd name="T40" fmla="*/ 2147483646 w 3"/>
                <a:gd name="T41" fmla="*/ 2147483646 h 3"/>
                <a:gd name="T42" fmla="*/ 2147483646 w 3"/>
                <a:gd name="T43" fmla="*/ 2147483646 h 3"/>
                <a:gd name="T44" fmla="*/ 2147483646 w 3"/>
                <a:gd name="T45" fmla="*/ 2147483646 h 3"/>
                <a:gd name="T46" fmla="*/ 2147483646 w 3"/>
                <a:gd name="T47" fmla="*/ 2147483646 h 3"/>
                <a:gd name="T48" fmla="*/ 2147483646 w 3"/>
                <a:gd name="T49" fmla="*/ 2147483646 h 3"/>
                <a:gd name="T50" fmla="*/ 2147483646 w 3"/>
                <a:gd name="T51" fmla="*/ 2147483646 h 3"/>
                <a:gd name="T52" fmla="*/ 2147483646 w 3"/>
                <a:gd name="T53" fmla="*/ 2147483646 h 3"/>
                <a:gd name="T54" fmla="*/ 0 w 3"/>
                <a:gd name="T55" fmla="*/ 2147483646 h 3"/>
                <a:gd name="T56" fmla="*/ 0 w 3"/>
                <a:gd name="T57" fmla="*/ 2147483646 h 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 h="3">
                  <a:moveTo>
                    <a:pt x="0" y="1"/>
                  </a:moveTo>
                  <a:cubicBezTo>
                    <a:pt x="0" y="1"/>
                    <a:pt x="0" y="1"/>
                    <a:pt x="0" y="1"/>
                  </a:cubicBezTo>
                  <a:cubicBezTo>
                    <a:pt x="1" y="0"/>
                    <a:pt x="1" y="0"/>
                    <a:pt x="1" y="0"/>
                  </a:cubicBezTo>
                  <a:cubicBezTo>
                    <a:pt x="2" y="0"/>
                    <a:pt x="2" y="0"/>
                    <a:pt x="3" y="0"/>
                  </a:cubicBezTo>
                  <a:cubicBezTo>
                    <a:pt x="3" y="0"/>
                    <a:pt x="3" y="0"/>
                    <a:pt x="3" y="0"/>
                  </a:cubicBezTo>
                  <a:cubicBezTo>
                    <a:pt x="3" y="1"/>
                    <a:pt x="3" y="1"/>
                    <a:pt x="3" y="1"/>
                  </a:cubicBezTo>
                  <a:cubicBezTo>
                    <a:pt x="3" y="1"/>
                    <a:pt x="3" y="1"/>
                    <a:pt x="3" y="1"/>
                  </a:cubicBezTo>
                  <a:cubicBezTo>
                    <a:pt x="3" y="1"/>
                    <a:pt x="3" y="1"/>
                    <a:pt x="3" y="1"/>
                  </a:cubicBezTo>
                  <a:cubicBezTo>
                    <a:pt x="3" y="1"/>
                    <a:pt x="3" y="1"/>
                    <a:pt x="3" y="1"/>
                  </a:cubicBezTo>
                  <a:cubicBezTo>
                    <a:pt x="2" y="0"/>
                    <a:pt x="2" y="0"/>
                    <a:pt x="2" y="0"/>
                  </a:cubicBezTo>
                  <a:cubicBezTo>
                    <a:pt x="2" y="0"/>
                    <a:pt x="1" y="0"/>
                    <a:pt x="1" y="0"/>
                  </a:cubicBezTo>
                  <a:cubicBezTo>
                    <a:pt x="1" y="0"/>
                    <a:pt x="1" y="0"/>
                    <a:pt x="1" y="1"/>
                  </a:cubicBezTo>
                  <a:cubicBezTo>
                    <a:pt x="0" y="1"/>
                    <a:pt x="0" y="1"/>
                    <a:pt x="1" y="2"/>
                  </a:cubicBezTo>
                  <a:cubicBezTo>
                    <a:pt x="1" y="2"/>
                    <a:pt x="1" y="2"/>
                    <a:pt x="1" y="3"/>
                  </a:cubicBezTo>
                  <a:cubicBezTo>
                    <a:pt x="1" y="3"/>
                    <a:pt x="1" y="3"/>
                    <a:pt x="2" y="3"/>
                  </a:cubicBezTo>
                  <a:cubicBezTo>
                    <a:pt x="2" y="3"/>
                    <a:pt x="2" y="3"/>
                    <a:pt x="2" y="3"/>
                  </a:cubicBezTo>
                  <a:cubicBezTo>
                    <a:pt x="2" y="3"/>
                    <a:pt x="2" y="3"/>
                    <a:pt x="3" y="3"/>
                  </a:cubicBezTo>
                  <a:cubicBezTo>
                    <a:pt x="3" y="2"/>
                    <a:pt x="3" y="2"/>
                    <a:pt x="3" y="2"/>
                  </a:cubicBezTo>
                  <a:cubicBezTo>
                    <a:pt x="3" y="2"/>
                    <a:pt x="3" y="2"/>
                    <a:pt x="3" y="2"/>
                  </a:cubicBezTo>
                  <a:cubicBezTo>
                    <a:pt x="3" y="2"/>
                    <a:pt x="3" y="2"/>
                    <a:pt x="3" y="2"/>
                  </a:cubicBezTo>
                  <a:cubicBezTo>
                    <a:pt x="3" y="2"/>
                    <a:pt x="3" y="2"/>
                    <a:pt x="3" y="2"/>
                  </a:cubicBezTo>
                  <a:cubicBezTo>
                    <a:pt x="3" y="3"/>
                    <a:pt x="3" y="3"/>
                    <a:pt x="3" y="3"/>
                  </a:cubicBezTo>
                  <a:cubicBezTo>
                    <a:pt x="3" y="3"/>
                    <a:pt x="2" y="3"/>
                    <a:pt x="2" y="3"/>
                  </a:cubicBezTo>
                  <a:cubicBezTo>
                    <a:pt x="2" y="3"/>
                    <a:pt x="2" y="3"/>
                    <a:pt x="2" y="3"/>
                  </a:cubicBezTo>
                  <a:cubicBezTo>
                    <a:pt x="2" y="3"/>
                    <a:pt x="2" y="3"/>
                    <a:pt x="2" y="3"/>
                  </a:cubicBezTo>
                  <a:cubicBezTo>
                    <a:pt x="1" y="3"/>
                    <a:pt x="1" y="3"/>
                    <a:pt x="1" y="3"/>
                  </a:cubicBezTo>
                  <a:cubicBezTo>
                    <a:pt x="1" y="3"/>
                    <a:pt x="1" y="3"/>
                    <a:pt x="1" y="3"/>
                  </a:cubicBezTo>
                  <a:cubicBezTo>
                    <a:pt x="1" y="3"/>
                    <a:pt x="0" y="3"/>
                    <a:pt x="0" y="2"/>
                  </a:cubicBezTo>
                  <a:cubicBezTo>
                    <a:pt x="0" y="2"/>
                    <a:pt x="0" y="2"/>
                    <a:pt x="0" y="1"/>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2" name="Freeform 633"/>
            <p:cNvSpPr/>
            <p:nvPr/>
          </p:nvSpPr>
          <p:spPr bwMode="auto">
            <a:xfrm>
              <a:off x="5997576" y="1416050"/>
              <a:ext cx="3175" cy="4762"/>
            </a:xfrm>
            <a:custGeom>
              <a:avLst/>
              <a:gdLst>
                <a:gd name="T0" fmla="*/ 2147483646 w 3"/>
                <a:gd name="T1" fmla="*/ 2147483646 h 3"/>
                <a:gd name="T2" fmla="*/ 2147483646 w 3"/>
                <a:gd name="T3" fmla="*/ 0 h 3"/>
                <a:gd name="T4" fmla="*/ 2147483646 w 3"/>
                <a:gd name="T5" fmla="*/ 0 h 3"/>
                <a:gd name="T6" fmla="*/ 2147483646 w 3"/>
                <a:gd name="T7" fmla="*/ 0 h 3"/>
                <a:gd name="T8" fmla="*/ 0 w 3"/>
                <a:gd name="T9" fmla="*/ 0 h 3"/>
                <a:gd name="T10" fmla="*/ 0 w 3"/>
                <a:gd name="T11" fmla="*/ 0 h 3"/>
                <a:gd name="T12" fmla="*/ 2147483646 w 3"/>
                <a:gd name="T13" fmla="*/ 0 h 3"/>
                <a:gd name="T14" fmla="*/ 2147483646 w 3"/>
                <a:gd name="T15" fmla="*/ 0 h 3"/>
                <a:gd name="T16" fmla="*/ 2147483646 w 3"/>
                <a:gd name="T17" fmla="*/ 0 h 3"/>
                <a:gd name="T18" fmla="*/ 2147483646 w 3"/>
                <a:gd name="T19" fmla="*/ 0 h 3"/>
                <a:gd name="T20" fmla="*/ 2147483646 w 3"/>
                <a:gd name="T21" fmla="*/ 0 h 3"/>
                <a:gd name="T22" fmla="*/ 2147483646 w 3"/>
                <a:gd name="T23" fmla="*/ 0 h 3"/>
                <a:gd name="T24" fmla="*/ 2147483646 w 3"/>
                <a:gd name="T25" fmla="*/ 0 h 3"/>
                <a:gd name="T26" fmla="*/ 2147483646 w 3"/>
                <a:gd name="T27" fmla="*/ 0 h 3"/>
                <a:gd name="T28" fmla="*/ 2147483646 w 3"/>
                <a:gd name="T29" fmla="*/ 0 h 3"/>
                <a:gd name="T30" fmla="*/ 2147483646 w 3"/>
                <a:gd name="T31" fmla="*/ 2147483646 h 3"/>
                <a:gd name="T32" fmla="*/ 2147483646 w 3"/>
                <a:gd name="T33" fmla="*/ 2147483646 h 3"/>
                <a:gd name="T34" fmla="*/ 2147483646 w 3"/>
                <a:gd name="T35" fmla="*/ 2147483646 h 3"/>
                <a:gd name="T36" fmla="*/ 2147483646 w 3"/>
                <a:gd name="T37" fmla="*/ 2147483646 h 3"/>
                <a:gd name="T38" fmla="*/ 2147483646 w 3"/>
                <a:gd name="T39" fmla="*/ 2147483646 h 3"/>
                <a:gd name="T40" fmla="*/ 2147483646 w 3"/>
                <a:gd name="T41" fmla="*/ 2147483646 h 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 h="3">
                  <a:moveTo>
                    <a:pt x="2" y="2"/>
                  </a:moveTo>
                  <a:cubicBezTo>
                    <a:pt x="2" y="1"/>
                    <a:pt x="2" y="1"/>
                    <a:pt x="2" y="0"/>
                  </a:cubicBezTo>
                  <a:cubicBezTo>
                    <a:pt x="2" y="0"/>
                    <a:pt x="2" y="0"/>
                    <a:pt x="1" y="0"/>
                  </a:cubicBezTo>
                  <a:cubicBezTo>
                    <a:pt x="1" y="0"/>
                    <a:pt x="1" y="0"/>
                    <a:pt x="1" y="0"/>
                  </a:cubicBezTo>
                  <a:cubicBezTo>
                    <a:pt x="0" y="0"/>
                    <a:pt x="0" y="0"/>
                    <a:pt x="0" y="0"/>
                  </a:cubicBezTo>
                  <a:cubicBezTo>
                    <a:pt x="0" y="0"/>
                    <a:pt x="0" y="0"/>
                    <a:pt x="0" y="0"/>
                  </a:cubicBezTo>
                  <a:cubicBezTo>
                    <a:pt x="1" y="0"/>
                    <a:pt x="1" y="0"/>
                    <a:pt x="1" y="0"/>
                  </a:cubicBezTo>
                  <a:cubicBezTo>
                    <a:pt x="1" y="0"/>
                    <a:pt x="1" y="0"/>
                    <a:pt x="2" y="0"/>
                  </a:cubicBezTo>
                  <a:cubicBezTo>
                    <a:pt x="2" y="0"/>
                    <a:pt x="2" y="0"/>
                    <a:pt x="2" y="0"/>
                  </a:cubicBezTo>
                  <a:cubicBezTo>
                    <a:pt x="3" y="0"/>
                    <a:pt x="3" y="0"/>
                    <a:pt x="3" y="0"/>
                  </a:cubicBezTo>
                  <a:cubicBezTo>
                    <a:pt x="3" y="0"/>
                    <a:pt x="3" y="0"/>
                    <a:pt x="3" y="0"/>
                  </a:cubicBezTo>
                  <a:cubicBezTo>
                    <a:pt x="3" y="0"/>
                    <a:pt x="3" y="0"/>
                    <a:pt x="3" y="0"/>
                  </a:cubicBezTo>
                  <a:cubicBezTo>
                    <a:pt x="3" y="0"/>
                    <a:pt x="2" y="0"/>
                    <a:pt x="2" y="0"/>
                  </a:cubicBezTo>
                  <a:cubicBezTo>
                    <a:pt x="2" y="0"/>
                    <a:pt x="2" y="0"/>
                    <a:pt x="2" y="0"/>
                  </a:cubicBezTo>
                  <a:cubicBezTo>
                    <a:pt x="2" y="0"/>
                    <a:pt x="2" y="0"/>
                    <a:pt x="2" y="0"/>
                  </a:cubicBezTo>
                  <a:cubicBezTo>
                    <a:pt x="2" y="1"/>
                    <a:pt x="2" y="2"/>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3" name="Freeform 634"/>
            <p:cNvSpPr/>
            <p:nvPr/>
          </p:nvSpPr>
          <p:spPr bwMode="auto">
            <a:xfrm>
              <a:off x="6008688" y="1416050"/>
              <a:ext cx="1588" cy="4762"/>
            </a:xfrm>
            <a:custGeom>
              <a:avLst/>
              <a:gdLst>
                <a:gd name="T0" fmla="*/ 2147483646 w 1"/>
                <a:gd name="T1" fmla="*/ 2147483646 h 3"/>
                <a:gd name="T2" fmla="*/ 2147483646 w 1"/>
                <a:gd name="T3" fmla="*/ 2147483646 h 3"/>
                <a:gd name="T4" fmla="*/ 2147483646 w 1"/>
                <a:gd name="T5" fmla="*/ 2147483646 h 3"/>
                <a:gd name="T6" fmla="*/ 0 w 1"/>
                <a:gd name="T7" fmla="*/ 2147483646 h 3"/>
                <a:gd name="T8" fmla="*/ 0 w 1"/>
                <a:gd name="T9" fmla="*/ 2147483646 h 3"/>
                <a:gd name="T10" fmla="*/ 0 w 1"/>
                <a:gd name="T11" fmla="*/ 2147483646 h 3"/>
                <a:gd name="T12" fmla="*/ 0 w 1"/>
                <a:gd name="T13" fmla="*/ 0 h 3"/>
                <a:gd name="T14" fmla="*/ 0 w 1"/>
                <a:gd name="T15" fmla="*/ 0 h 3"/>
                <a:gd name="T16" fmla="*/ 0 w 1"/>
                <a:gd name="T17" fmla="*/ 0 h 3"/>
                <a:gd name="T18" fmla="*/ 2147483646 w 1"/>
                <a:gd name="T19" fmla="*/ 0 h 3"/>
                <a:gd name="T20" fmla="*/ 2147483646 w 1"/>
                <a:gd name="T21" fmla="*/ 0 h 3"/>
                <a:gd name="T22" fmla="*/ 2147483646 w 1"/>
                <a:gd name="T23" fmla="*/ 0 h 3"/>
                <a:gd name="T24" fmla="*/ 2147483646 w 1"/>
                <a:gd name="T25" fmla="*/ 2147483646 h 3"/>
                <a:gd name="T26" fmla="*/ 2147483646 w 1"/>
                <a:gd name="T27" fmla="*/ 2147483646 h 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 h="3">
                  <a:moveTo>
                    <a:pt x="1" y="1"/>
                  </a:moveTo>
                  <a:cubicBezTo>
                    <a:pt x="1" y="2"/>
                    <a:pt x="1" y="2"/>
                    <a:pt x="1" y="3"/>
                  </a:cubicBezTo>
                  <a:cubicBezTo>
                    <a:pt x="1" y="3"/>
                    <a:pt x="1" y="3"/>
                    <a:pt x="1" y="3"/>
                  </a:cubicBezTo>
                  <a:cubicBezTo>
                    <a:pt x="1" y="3"/>
                    <a:pt x="1" y="3"/>
                    <a:pt x="0" y="3"/>
                  </a:cubicBezTo>
                  <a:cubicBezTo>
                    <a:pt x="0" y="3"/>
                    <a:pt x="0" y="3"/>
                    <a:pt x="0" y="3"/>
                  </a:cubicBezTo>
                  <a:cubicBezTo>
                    <a:pt x="0" y="3"/>
                    <a:pt x="0" y="3"/>
                    <a:pt x="0" y="3"/>
                  </a:cubicBezTo>
                  <a:cubicBezTo>
                    <a:pt x="0" y="2"/>
                    <a:pt x="0" y="1"/>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1"/>
                    <a:pt x="1" y="1"/>
                    <a:pt x="1" y="1"/>
                  </a:cubicBezTo>
                  <a:cubicBezTo>
                    <a:pt x="1" y="1"/>
                    <a:pt x="1" y="1"/>
                    <a:pt x="1" y="1"/>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4" name="Freeform 635"/>
            <p:cNvSpPr>
              <a:spLocks noEditPoints="1"/>
            </p:cNvSpPr>
            <p:nvPr/>
          </p:nvSpPr>
          <p:spPr bwMode="auto">
            <a:xfrm>
              <a:off x="5927726" y="1060450"/>
              <a:ext cx="20638" cy="22225"/>
            </a:xfrm>
            <a:custGeom>
              <a:avLst/>
              <a:gdLst>
                <a:gd name="T0" fmla="*/ 2147483646 w 13"/>
                <a:gd name="T1" fmla="*/ 2147483646 h 14"/>
                <a:gd name="T2" fmla="*/ 0 w 13"/>
                <a:gd name="T3" fmla="*/ 2147483646 h 14"/>
                <a:gd name="T4" fmla="*/ 0 w 13"/>
                <a:gd name="T5" fmla="*/ 0 h 14"/>
                <a:gd name="T6" fmla="*/ 2147483646 w 13"/>
                <a:gd name="T7" fmla="*/ 0 h 14"/>
                <a:gd name="T8" fmla="*/ 2147483646 w 13"/>
                <a:gd name="T9" fmla="*/ 2147483646 h 14"/>
                <a:gd name="T10" fmla="*/ 2147483646 w 13"/>
                <a:gd name="T11" fmla="*/ 2147483646 h 14"/>
                <a:gd name="T12" fmla="*/ 2147483646 w 13"/>
                <a:gd name="T13" fmla="*/ 2147483646 h 14"/>
                <a:gd name="T14" fmla="*/ 2147483646 w 13"/>
                <a:gd name="T15" fmla="*/ 2147483646 h 14"/>
                <a:gd name="T16" fmla="*/ 2147483646 w 13"/>
                <a:gd name="T17" fmla="*/ 2147483646 h 14"/>
                <a:gd name="T18" fmla="*/ 2147483646 w 13"/>
                <a:gd name="T19" fmla="*/ 2147483646 h 14"/>
                <a:gd name="T20" fmla="*/ 2147483646 w 13"/>
                <a:gd name="T21" fmla="*/ 2147483646 h 14"/>
                <a:gd name="T22" fmla="*/ 2147483646 w 13"/>
                <a:gd name="T23" fmla="*/ 2147483646 h 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4">
                  <a:moveTo>
                    <a:pt x="6" y="14"/>
                  </a:moveTo>
                  <a:cubicBezTo>
                    <a:pt x="0" y="14"/>
                    <a:pt x="0" y="14"/>
                    <a:pt x="0" y="14"/>
                  </a:cubicBezTo>
                  <a:cubicBezTo>
                    <a:pt x="0" y="0"/>
                    <a:pt x="0" y="0"/>
                    <a:pt x="0" y="0"/>
                  </a:cubicBezTo>
                  <a:cubicBezTo>
                    <a:pt x="6" y="0"/>
                    <a:pt x="6" y="0"/>
                    <a:pt x="6" y="0"/>
                  </a:cubicBezTo>
                  <a:cubicBezTo>
                    <a:pt x="10" y="0"/>
                    <a:pt x="13" y="3"/>
                    <a:pt x="13" y="7"/>
                  </a:cubicBezTo>
                  <a:cubicBezTo>
                    <a:pt x="13" y="11"/>
                    <a:pt x="10" y="14"/>
                    <a:pt x="6" y="14"/>
                  </a:cubicBezTo>
                  <a:close/>
                  <a:moveTo>
                    <a:pt x="3" y="11"/>
                  </a:moveTo>
                  <a:cubicBezTo>
                    <a:pt x="6" y="11"/>
                    <a:pt x="6" y="11"/>
                    <a:pt x="6" y="11"/>
                  </a:cubicBezTo>
                  <a:cubicBezTo>
                    <a:pt x="8" y="11"/>
                    <a:pt x="10" y="9"/>
                    <a:pt x="10" y="7"/>
                  </a:cubicBezTo>
                  <a:cubicBezTo>
                    <a:pt x="10" y="5"/>
                    <a:pt x="8" y="3"/>
                    <a:pt x="6" y="3"/>
                  </a:cubicBezTo>
                  <a:cubicBezTo>
                    <a:pt x="3" y="3"/>
                    <a:pt x="3" y="3"/>
                    <a:pt x="3" y="3"/>
                  </a:cubicBezTo>
                  <a:lnTo>
                    <a:pt x="3" y="11"/>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5" name="Freeform 636"/>
            <p:cNvSpPr/>
            <p:nvPr/>
          </p:nvSpPr>
          <p:spPr bwMode="auto">
            <a:xfrm>
              <a:off x="5948363" y="1060450"/>
              <a:ext cx="19050" cy="22225"/>
            </a:xfrm>
            <a:custGeom>
              <a:avLst/>
              <a:gdLst>
                <a:gd name="T0" fmla="*/ 2147483646 w 12"/>
                <a:gd name="T1" fmla="*/ 2147483646 h 14"/>
                <a:gd name="T2" fmla="*/ 2147483646 w 12"/>
                <a:gd name="T3" fmla="*/ 0 h 14"/>
                <a:gd name="T4" fmla="*/ 0 w 12"/>
                <a:gd name="T5" fmla="*/ 0 h 14"/>
                <a:gd name="T6" fmla="*/ 0 w 12"/>
                <a:gd name="T7" fmla="*/ 2147483646 h 14"/>
                <a:gd name="T8" fmla="*/ 2147483646 w 12"/>
                <a:gd name="T9" fmla="*/ 2147483646 h 14"/>
                <a:gd name="T10" fmla="*/ 2147483646 w 12"/>
                <a:gd name="T11" fmla="*/ 2147483646 h 14"/>
                <a:gd name="T12" fmla="*/ 2147483646 w 12"/>
                <a:gd name="T13" fmla="*/ 2147483646 h 14"/>
                <a:gd name="T14" fmla="*/ 2147483646 w 12"/>
                <a:gd name="T15" fmla="*/ 2147483646 h 14"/>
                <a:gd name="T16" fmla="*/ 2147483646 w 12"/>
                <a:gd name="T17" fmla="*/ 2147483646 h 14"/>
                <a:gd name="T18" fmla="*/ 2147483646 w 12"/>
                <a:gd name="T19" fmla="*/ 2147483646 h 14"/>
                <a:gd name="T20" fmla="*/ 2147483646 w 12"/>
                <a:gd name="T21" fmla="*/ 2147483646 h 14"/>
                <a:gd name="T22" fmla="*/ 2147483646 w 12"/>
                <a:gd name="T23" fmla="*/ 2147483646 h 14"/>
                <a:gd name="T24" fmla="*/ 2147483646 w 12"/>
                <a:gd name="T25" fmla="*/ 2147483646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 h="14">
                  <a:moveTo>
                    <a:pt x="12" y="3"/>
                  </a:moveTo>
                  <a:lnTo>
                    <a:pt x="12" y="0"/>
                  </a:lnTo>
                  <a:lnTo>
                    <a:pt x="0" y="0"/>
                  </a:lnTo>
                  <a:lnTo>
                    <a:pt x="0" y="14"/>
                  </a:lnTo>
                  <a:lnTo>
                    <a:pt x="12" y="14"/>
                  </a:lnTo>
                  <a:lnTo>
                    <a:pt x="12" y="11"/>
                  </a:lnTo>
                  <a:lnTo>
                    <a:pt x="3" y="11"/>
                  </a:lnTo>
                  <a:lnTo>
                    <a:pt x="3" y="8"/>
                  </a:lnTo>
                  <a:lnTo>
                    <a:pt x="10" y="8"/>
                  </a:lnTo>
                  <a:lnTo>
                    <a:pt x="10" y="5"/>
                  </a:lnTo>
                  <a:lnTo>
                    <a:pt x="3" y="5"/>
                  </a:lnTo>
                  <a:lnTo>
                    <a:pt x="3" y="3"/>
                  </a:lnTo>
                  <a:lnTo>
                    <a:pt x="12" y="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6" name="Freeform 637"/>
            <p:cNvSpPr/>
            <p:nvPr/>
          </p:nvSpPr>
          <p:spPr bwMode="auto">
            <a:xfrm>
              <a:off x="5967413" y="1060450"/>
              <a:ext cx="17463" cy="22225"/>
            </a:xfrm>
            <a:custGeom>
              <a:avLst/>
              <a:gdLst>
                <a:gd name="T0" fmla="*/ 2147483646 w 11"/>
                <a:gd name="T1" fmla="*/ 2147483646 h 14"/>
                <a:gd name="T2" fmla="*/ 2147483646 w 11"/>
                <a:gd name="T3" fmla="*/ 0 h 14"/>
                <a:gd name="T4" fmla="*/ 0 w 11"/>
                <a:gd name="T5" fmla="*/ 0 h 14"/>
                <a:gd name="T6" fmla="*/ 0 w 11"/>
                <a:gd name="T7" fmla="*/ 2147483646 h 14"/>
                <a:gd name="T8" fmla="*/ 2147483646 w 11"/>
                <a:gd name="T9" fmla="*/ 2147483646 h 14"/>
                <a:gd name="T10" fmla="*/ 2147483646 w 11"/>
                <a:gd name="T11" fmla="*/ 2147483646 h 14"/>
                <a:gd name="T12" fmla="*/ 2147483646 w 11"/>
                <a:gd name="T13" fmla="*/ 2147483646 h 14"/>
                <a:gd name="T14" fmla="*/ 2147483646 w 11"/>
                <a:gd name="T15" fmla="*/ 2147483646 h 14"/>
                <a:gd name="T16" fmla="*/ 2147483646 w 11"/>
                <a:gd name="T17" fmla="*/ 2147483646 h 14"/>
                <a:gd name="T18" fmla="*/ 2147483646 w 11"/>
                <a:gd name="T19" fmla="*/ 2147483646 h 14"/>
                <a:gd name="T20" fmla="*/ 2147483646 w 11"/>
                <a:gd name="T21" fmla="*/ 2147483646 h 14"/>
                <a:gd name="T22" fmla="*/ 2147483646 w 11"/>
                <a:gd name="T23" fmla="*/ 2147483646 h 14"/>
                <a:gd name="T24" fmla="*/ 2147483646 w 11"/>
                <a:gd name="T25" fmla="*/ 2147483646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14">
                  <a:moveTo>
                    <a:pt x="11" y="3"/>
                  </a:moveTo>
                  <a:lnTo>
                    <a:pt x="11" y="0"/>
                  </a:lnTo>
                  <a:lnTo>
                    <a:pt x="0" y="0"/>
                  </a:lnTo>
                  <a:lnTo>
                    <a:pt x="0" y="14"/>
                  </a:lnTo>
                  <a:lnTo>
                    <a:pt x="11" y="14"/>
                  </a:lnTo>
                  <a:lnTo>
                    <a:pt x="11" y="11"/>
                  </a:lnTo>
                  <a:lnTo>
                    <a:pt x="3" y="11"/>
                  </a:lnTo>
                  <a:lnTo>
                    <a:pt x="3" y="8"/>
                  </a:lnTo>
                  <a:lnTo>
                    <a:pt x="10" y="8"/>
                  </a:lnTo>
                  <a:lnTo>
                    <a:pt x="10" y="5"/>
                  </a:lnTo>
                  <a:lnTo>
                    <a:pt x="3" y="5"/>
                  </a:lnTo>
                  <a:lnTo>
                    <a:pt x="3" y="3"/>
                  </a:lnTo>
                  <a:lnTo>
                    <a:pt x="11" y="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7" name="Freeform 638"/>
            <p:cNvSpPr>
              <a:spLocks noEditPoints="1"/>
            </p:cNvSpPr>
            <p:nvPr/>
          </p:nvSpPr>
          <p:spPr bwMode="auto">
            <a:xfrm>
              <a:off x="5986463" y="1060450"/>
              <a:ext cx="19050" cy="22225"/>
            </a:xfrm>
            <a:custGeom>
              <a:avLst/>
              <a:gdLst>
                <a:gd name="T0" fmla="*/ 2147483646 w 13"/>
                <a:gd name="T1" fmla="*/ 2147483646 h 14"/>
                <a:gd name="T2" fmla="*/ 0 w 13"/>
                <a:gd name="T3" fmla="*/ 2147483646 h 14"/>
                <a:gd name="T4" fmla="*/ 0 w 13"/>
                <a:gd name="T5" fmla="*/ 0 h 14"/>
                <a:gd name="T6" fmla="*/ 2147483646 w 13"/>
                <a:gd name="T7" fmla="*/ 0 h 14"/>
                <a:gd name="T8" fmla="*/ 2147483646 w 13"/>
                <a:gd name="T9" fmla="*/ 2147483646 h 14"/>
                <a:gd name="T10" fmla="*/ 2147483646 w 13"/>
                <a:gd name="T11" fmla="*/ 2147483646 h 14"/>
                <a:gd name="T12" fmla="*/ 2147483646 w 13"/>
                <a:gd name="T13" fmla="*/ 2147483646 h 14"/>
                <a:gd name="T14" fmla="*/ 2147483646 w 13"/>
                <a:gd name="T15" fmla="*/ 2147483646 h 14"/>
                <a:gd name="T16" fmla="*/ 2147483646 w 13"/>
                <a:gd name="T17" fmla="*/ 2147483646 h 14"/>
                <a:gd name="T18" fmla="*/ 2147483646 w 13"/>
                <a:gd name="T19" fmla="*/ 2147483646 h 14"/>
                <a:gd name="T20" fmla="*/ 2147483646 w 13"/>
                <a:gd name="T21" fmla="*/ 2147483646 h 14"/>
                <a:gd name="T22" fmla="*/ 2147483646 w 13"/>
                <a:gd name="T23" fmla="*/ 2147483646 h 14"/>
                <a:gd name="T24" fmla="*/ 2147483646 w 13"/>
                <a:gd name="T25" fmla="*/ 2147483646 h 14"/>
                <a:gd name="T26" fmla="*/ 2147483646 w 13"/>
                <a:gd name="T27" fmla="*/ 2147483646 h 14"/>
                <a:gd name="T28" fmla="*/ 2147483646 w 13"/>
                <a:gd name="T29" fmla="*/ 2147483646 h 14"/>
                <a:gd name="T30" fmla="*/ 2147483646 w 13"/>
                <a:gd name="T31" fmla="*/ 2147483646 h 14"/>
                <a:gd name="T32" fmla="*/ 2147483646 w 13"/>
                <a:gd name="T33" fmla="*/ 2147483646 h 14"/>
                <a:gd name="T34" fmla="*/ 2147483646 w 13"/>
                <a:gd name="T35" fmla="*/ 2147483646 h 14"/>
                <a:gd name="T36" fmla="*/ 2147483646 w 13"/>
                <a:gd name="T37" fmla="*/ 2147483646 h 14"/>
                <a:gd name="T38" fmla="*/ 2147483646 w 13"/>
                <a:gd name="T39" fmla="*/ 2147483646 h 1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 h="14">
                  <a:moveTo>
                    <a:pt x="9" y="14"/>
                  </a:moveTo>
                  <a:cubicBezTo>
                    <a:pt x="0" y="14"/>
                    <a:pt x="0" y="14"/>
                    <a:pt x="0" y="14"/>
                  </a:cubicBezTo>
                  <a:cubicBezTo>
                    <a:pt x="0" y="0"/>
                    <a:pt x="0" y="0"/>
                    <a:pt x="0" y="0"/>
                  </a:cubicBezTo>
                  <a:cubicBezTo>
                    <a:pt x="9" y="0"/>
                    <a:pt x="9" y="0"/>
                    <a:pt x="9" y="0"/>
                  </a:cubicBezTo>
                  <a:cubicBezTo>
                    <a:pt x="11" y="0"/>
                    <a:pt x="13" y="2"/>
                    <a:pt x="13" y="4"/>
                  </a:cubicBezTo>
                  <a:cubicBezTo>
                    <a:pt x="13" y="5"/>
                    <a:pt x="12" y="6"/>
                    <a:pt x="12" y="7"/>
                  </a:cubicBezTo>
                  <a:cubicBezTo>
                    <a:pt x="12" y="8"/>
                    <a:pt x="13" y="9"/>
                    <a:pt x="13" y="10"/>
                  </a:cubicBezTo>
                  <a:cubicBezTo>
                    <a:pt x="13" y="12"/>
                    <a:pt x="11" y="14"/>
                    <a:pt x="9" y="14"/>
                  </a:cubicBezTo>
                  <a:close/>
                  <a:moveTo>
                    <a:pt x="3" y="11"/>
                  </a:moveTo>
                  <a:cubicBezTo>
                    <a:pt x="9" y="11"/>
                    <a:pt x="9" y="11"/>
                    <a:pt x="9" y="11"/>
                  </a:cubicBezTo>
                  <a:cubicBezTo>
                    <a:pt x="9" y="11"/>
                    <a:pt x="10" y="10"/>
                    <a:pt x="10" y="10"/>
                  </a:cubicBezTo>
                  <a:cubicBezTo>
                    <a:pt x="10" y="9"/>
                    <a:pt x="9" y="8"/>
                    <a:pt x="9" y="8"/>
                  </a:cubicBezTo>
                  <a:cubicBezTo>
                    <a:pt x="3" y="8"/>
                    <a:pt x="3" y="8"/>
                    <a:pt x="3" y="8"/>
                  </a:cubicBezTo>
                  <a:lnTo>
                    <a:pt x="3" y="11"/>
                  </a:lnTo>
                  <a:close/>
                  <a:moveTo>
                    <a:pt x="3" y="5"/>
                  </a:moveTo>
                  <a:cubicBezTo>
                    <a:pt x="9" y="5"/>
                    <a:pt x="9" y="5"/>
                    <a:pt x="9" y="5"/>
                  </a:cubicBezTo>
                  <a:cubicBezTo>
                    <a:pt x="9" y="5"/>
                    <a:pt x="10" y="5"/>
                    <a:pt x="10" y="4"/>
                  </a:cubicBezTo>
                  <a:cubicBezTo>
                    <a:pt x="10" y="3"/>
                    <a:pt x="9" y="3"/>
                    <a:pt x="9" y="3"/>
                  </a:cubicBezTo>
                  <a:cubicBezTo>
                    <a:pt x="3" y="3"/>
                    <a:pt x="3" y="3"/>
                    <a:pt x="3" y="3"/>
                  </a:cubicBezTo>
                  <a:lnTo>
                    <a:pt x="3" y="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8" name="Freeform 639"/>
            <p:cNvSpPr>
              <a:spLocks noEditPoints="1"/>
            </p:cNvSpPr>
            <p:nvPr/>
          </p:nvSpPr>
          <p:spPr bwMode="auto">
            <a:xfrm>
              <a:off x="6005513" y="1058863"/>
              <a:ext cx="23813" cy="23812"/>
            </a:xfrm>
            <a:custGeom>
              <a:avLst/>
              <a:gdLst>
                <a:gd name="T0" fmla="*/ 2147483646 w 15"/>
                <a:gd name="T1" fmla="*/ 2147483646 h 15"/>
                <a:gd name="T2" fmla="*/ 0 w 15"/>
                <a:gd name="T3" fmla="*/ 2147483646 h 15"/>
                <a:gd name="T4" fmla="*/ 2147483646 w 15"/>
                <a:gd name="T5" fmla="*/ 0 h 15"/>
                <a:gd name="T6" fmla="*/ 2147483646 w 15"/>
                <a:gd name="T7" fmla="*/ 2147483646 h 15"/>
                <a:gd name="T8" fmla="*/ 2147483646 w 15"/>
                <a:gd name="T9" fmla="*/ 2147483646 h 15"/>
                <a:gd name="T10" fmla="*/ 2147483646 w 15"/>
                <a:gd name="T11" fmla="*/ 2147483646 h 15"/>
                <a:gd name="T12" fmla="*/ 2147483646 w 15"/>
                <a:gd name="T13" fmla="*/ 2147483646 h 15"/>
                <a:gd name="T14" fmla="*/ 2147483646 w 15"/>
                <a:gd name="T15" fmla="*/ 2147483646 h 15"/>
                <a:gd name="T16" fmla="*/ 2147483646 w 15"/>
                <a:gd name="T17" fmla="*/ 2147483646 h 15"/>
                <a:gd name="T18" fmla="*/ 2147483646 w 15"/>
                <a:gd name="T19" fmla="*/ 2147483646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 h="15">
                  <a:moveTo>
                    <a:pt x="8" y="15"/>
                  </a:moveTo>
                  <a:cubicBezTo>
                    <a:pt x="4" y="15"/>
                    <a:pt x="0" y="12"/>
                    <a:pt x="0" y="8"/>
                  </a:cubicBezTo>
                  <a:cubicBezTo>
                    <a:pt x="0" y="4"/>
                    <a:pt x="4" y="0"/>
                    <a:pt x="8" y="0"/>
                  </a:cubicBezTo>
                  <a:cubicBezTo>
                    <a:pt x="12" y="0"/>
                    <a:pt x="15" y="4"/>
                    <a:pt x="15" y="8"/>
                  </a:cubicBezTo>
                  <a:cubicBezTo>
                    <a:pt x="15" y="12"/>
                    <a:pt x="12" y="15"/>
                    <a:pt x="8" y="15"/>
                  </a:cubicBezTo>
                  <a:close/>
                  <a:moveTo>
                    <a:pt x="8" y="3"/>
                  </a:moveTo>
                  <a:cubicBezTo>
                    <a:pt x="5" y="3"/>
                    <a:pt x="3" y="5"/>
                    <a:pt x="3" y="8"/>
                  </a:cubicBezTo>
                  <a:cubicBezTo>
                    <a:pt x="3" y="10"/>
                    <a:pt x="5" y="12"/>
                    <a:pt x="8" y="12"/>
                  </a:cubicBezTo>
                  <a:cubicBezTo>
                    <a:pt x="10" y="12"/>
                    <a:pt x="12" y="10"/>
                    <a:pt x="12" y="8"/>
                  </a:cubicBezTo>
                  <a:cubicBezTo>
                    <a:pt x="12" y="5"/>
                    <a:pt x="10" y="3"/>
                    <a:pt x="8" y="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59" name="Freeform 640"/>
            <p:cNvSpPr/>
            <p:nvPr/>
          </p:nvSpPr>
          <p:spPr bwMode="auto">
            <a:xfrm>
              <a:off x="6029326" y="1060450"/>
              <a:ext cx="19050" cy="22225"/>
            </a:xfrm>
            <a:custGeom>
              <a:avLst/>
              <a:gdLst>
                <a:gd name="T0" fmla="*/ 2147483646 w 12"/>
                <a:gd name="T1" fmla="*/ 0 h 14"/>
                <a:gd name="T2" fmla="*/ 0 w 12"/>
                <a:gd name="T3" fmla="*/ 0 h 14"/>
                <a:gd name="T4" fmla="*/ 0 w 12"/>
                <a:gd name="T5" fmla="*/ 2147483646 h 14"/>
                <a:gd name="T6" fmla="*/ 2147483646 w 12"/>
                <a:gd name="T7" fmla="*/ 2147483646 h 14"/>
                <a:gd name="T8" fmla="*/ 2147483646 w 12"/>
                <a:gd name="T9" fmla="*/ 2147483646 h 14"/>
                <a:gd name="T10" fmla="*/ 2147483646 w 12"/>
                <a:gd name="T11" fmla="*/ 2147483646 h 14"/>
                <a:gd name="T12" fmla="*/ 2147483646 w 12"/>
                <a:gd name="T13" fmla="*/ 2147483646 h 14"/>
                <a:gd name="T14" fmla="*/ 2147483646 w 12"/>
                <a:gd name="T15" fmla="*/ 2147483646 h 14"/>
                <a:gd name="T16" fmla="*/ 2147483646 w 12"/>
                <a:gd name="T17" fmla="*/ 0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 h="14">
                  <a:moveTo>
                    <a:pt x="12" y="0"/>
                  </a:moveTo>
                  <a:lnTo>
                    <a:pt x="0" y="0"/>
                  </a:lnTo>
                  <a:lnTo>
                    <a:pt x="0" y="3"/>
                  </a:lnTo>
                  <a:lnTo>
                    <a:pt x="5" y="3"/>
                  </a:lnTo>
                  <a:lnTo>
                    <a:pt x="5" y="14"/>
                  </a:lnTo>
                  <a:lnTo>
                    <a:pt x="8" y="14"/>
                  </a:lnTo>
                  <a:lnTo>
                    <a:pt x="8" y="3"/>
                  </a:lnTo>
                  <a:lnTo>
                    <a:pt x="12" y="3"/>
                  </a:lnTo>
                  <a:lnTo>
                    <a:pt x="12" y="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60" name="Oval 641"/>
            <p:cNvSpPr>
              <a:spLocks noChangeArrowheads="1"/>
            </p:cNvSpPr>
            <p:nvPr/>
          </p:nvSpPr>
          <p:spPr bwMode="auto">
            <a:xfrm>
              <a:off x="5932488" y="1490663"/>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61" name="Oval 642"/>
            <p:cNvSpPr>
              <a:spLocks noChangeArrowheads="1"/>
            </p:cNvSpPr>
            <p:nvPr/>
          </p:nvSpPr>
          <p:spPr bwMode="auto">
            <a:xfrm>
              <a:off x="6003926" y="1490663"/>
              <a:ext cx="46038"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362" name="组合 643"/>
          <p:cNvGrpSpPr/>
          <p:nvPr/>
        </p:nvGrpSpPr>
        <p:grpSpPr bwMode="auto">
          <a:xfrm>
            <a:off x="8396295" y="1577579"/>
            <a:ext cx="869984" cy="1054927"/>
            <a:chOff x="2493963" y="2106613"/>
            <a:chExt cx="731838" cy="887412"/>
          </a:xfrm>
        </p:grpSpPr>
        <p:sp>
          <p:nvSpPr>
            <p:cNvPr id="363" name="Freeform 712"/>
            <p:cNvSpPr/>
            <p:nvPr/>
          </p:nvSpPr>
          <p:spPr bwMode="auto">
            <a:xfrm>
              <a:off x="3149601" y="2241550"/>
              <a:ext cx="76200" cy="739775"/>
            </a:xfrm>
            <a:custGeom>
              <a:avLst/>
              <a:gdLst>
                <a:gd name="T0" fmla="*/ 2147483646 w 49"/>
                <a:gd name="T1" fmla="*/ 2147483646 h 476"/>
                <a:gd name="T2" fmla="*/ 2147483646 w 49"/>
                <a:gd name="T3" fmla="*/ 2147483646 h 476"/>
                <a:gd name="T4" fmla="*/ 0 w 49"/>
                <a:gd name="T5" fmla="*/ 2147483646 h 476"/>
                <a:gd name="T6" fmla="*/ 2147483646 w 49"/>
                <a:gd name="T7" fmla="*/ 2147483646 h 476"/>
                <a:gd name="T8" fmla="*/ 2147483646 w 49"/>
                <a:gd name="T9" fmla="*/ 2147483646 h 476"/>
                <a:gd name="T10" fmla="*/ 2147483646 w 49"/>
                <a:gd name="T11" fmla="*/ 2147483646 h 476"/>
                <a:gd name="T12" fmla="*/ 2147483646 w 49"/>
                <a:gd name="T13" fmla="*/ 2147483646 h 476"/>
                <a:gd name="T14" fmla="*/ 2147483646 w 49"/>
                <a:gd name="T15" fmla="*/ 2147483646 h 476"/>
                <a:gd name="T16" fmla="*/ 2147483646 w 49"/>
                <a:gd name="T17" fmla="*/ 2147483646 h 476"/>
                <a:gd name="T18" fmla="*/ 2147483646 w 49"/>
                <a:gd name="T19" fmla="*/ 2147483646 h 476"/>
                <a:gd name="T20" fmla="*/ 2147483646 w 49"/>
                <a:gd name="T21" fmla="*/ 2147483646 h 476"/>
                <a:gd name="T22" fmla="*/ 2147483646 w 49"/>
                <a:gd name="T23" fmla="*/ 0 h 476"/>
                <a:gd name="T24" fmla="*/ 2147483646 w 49"/>
                <a:gd name="T25" fmla="*/ 2147483646 h 476"/>
                <a:gd name="T26" fmla="*/ 2147483646 w 49"/>
                <a:gd name="T27" fmla="*/ 2147483646 h 476"/>
                <a:gd name="T28" fmla="*/ 2147483646 w 49"/>
                <a:gd name="T29" fmla="*/ 2147483646 h 476"/>
                <a:gd name="T30" fmla="*/ 2147483646 w 49"/>
                <a:gd name="T31" fmla="*/ 2147483646 h 476"/>
                <a:gd name="T32" fmla="*/ 2147483646 w 49"/>
                <a:gd name="T33" fmla="*/ 2147483646 h 476"/>
                <a:gd name="T34" fmla="*/ 2147483646 w 49"/>
                <a:gd name="T35" fmla="*/ 2147483646 h 47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9" h="476">
                  <a:moveTo>
                    <a:pt x="9" y="476"/>
                  </a:moveTo>
                  <a:cubicBezTo>
                    <a:pt x="7" y="476"/>
                    <a:pt x="6" y="476"/>
                    <a:pt x="4" y="476"/>
                  </a:cubicBezTo>
                  <a:cubicBezTo>
                    <a:pt x="0" y="475"/>
                    <a:pt x="0" y="475"/>
                    <a:pt x="0" y="475"/>
                  </a:cubicBezTo>
                  <a:cubicBezTo>
                    <a:pt x="1" y="467"/>
                    <a:pt x="1" y="467"/>
                    <a:pt x="1" y="467"/>
                  </a:cubicBezTo>
                  <a:cubicBezTo>
                    <a:pt x="6" y="468"/>
                    <a:pt x="6" y="468"/>
                    <a:pt x="6" y="468"/>
                  </a:cubicBezTo>
                  <a:cubicBezTo>
                    <a:pt x="8" y="468"/>
                    <a:pt x="11" y="468"/>
                    <a:pt x="13" y="468"/>
                  </a:cubicBezTo>
                  <a:cubicBezTo>
                    <a:pt x="24" y="465"/>
                    <a:pt x="24" y="465"/>
                    <a:pt x="24" y="465"/>
                  </a:cubicBezTo>
                  <a:cubicBezTo>
                    <a:pt x="32" y="462"/>
                    <a:pt x="37" y="455"/>
                    <a:pt x="37" y="447"/>
                  </a:cubicBezTo>
                  <a:cubicBezTo>
                    <a:pt x="41" y="26"/>
                    <a:pt x="41" y="26"/>
                    <a:pt x="41" y="26"/>
                  </a:cubicBezTo>
                  <a:cubicBezTo>
                    <a:pt x="41" y="21"/>
                    <a:pt x="38" y="17"/>
                    <a:pt x="34" y="16"/>
                  </a:cubicBezTo>
                  <a:cubicBezTo>
                    <a:pt x="8" y="8"/>
                    <a:pt x="8" y="8"/>
                    <a:pt x="8" y="8"/>
                  </a:cubicBezTo>
                  <a:cubicBezTo>
                    <a:pt x="11" y="0"/>
                    <a:pt x="11" y="0"/>
                    <a:pt x="11" y="0"/>
                  </a:cubicBezTo>
                  <a:cubicBezTo>
                    <a:pt x="36" y="8"/>
                    <a:pt x="36" y="8"/>
                    <a:pt x="36" y="8"/>
                  </a:cubicBezTo>
                  <a:cubicBezTo>
                    <a:pt x="44" y="11"/>
                    <a:pt x="49" y="18"/>
                    <a:pt x="49" y="26"/>
                  </a:cubicBezTo>
                  <a:cubicBezTo>
                    <a:pt x="45" y="447"/>
                    <a:pt x="45" y="447"/>
                    <a:pt x="45" y="447"/>
                  </a:cubicBezTo>
                  <a:cubicBezTo>
                    <a:pt x="45" y="459"/>
                    <a:pt x="37" y="469"/>
                    <a:pt x="26" y="472"/>
                  </a:cubicBezTo>
                  <a:cubicBezTo>
                    <a:pt x="15" y="475"/>
                    <a:pt x="15" y="475"/>
                    <a:pt x="15" y="475"/>
                  </a:cubicBezTo>
                  <a:cubicBezTo>
                    <a:pt x="13" y="476"/>
                    <a:pt x="11" y="476"/>
                    <a:pt x="9" y="47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4" name="Freeform 713"/>
            <p:cNvSpPr/>
            <p:nvPr/>
          </p:nvSpPr>
          <p:spPr bwMode="auto">
            <a:xfrm>
              <a:off x="3163888" y="2247900"/>
              <a:ext cx="39688" cy="733425"/>
            </a:xfrm>
            <a:custGeom>
              <a:avLst/>
              <a:gdLst>
                <a:gd name="T0" fmla="*/ 2147483646 w 25"/>
                <a:gd name="T1" fmla="*/ 2147483646 h 472"/>
                <a:gd name="T2" fmla="*/ 0 w 25"/>
                <a:gd name="T3" fmla="*/ 2147483646 h 472"/>
                <a:gd name="T4" fmla="*/ 2147483646 w 25"/>
                <a:gd name="T5" fmla="*/ 2147483646 h 472"/>
                <a:gd name="T6" fmla="*/ 2147483646 w 25"/>
                <a:gd name="T7" fmla="*/ 2147483646 h 472"/>
                <a:gd name="T8" fmla="*/ 2147483646 w 25"/>
                <a:gd name="T9" fmla="*/ 2147483646 h 472"/>
                <a:gd name="T10" fmla="*/ 2147483646 w 25"/>
                <a:gd name="T11" fmla="*/ 0 h 472"/>
                <a:gd name="T12" fmla="*/ 2147483646 w 25"/>
                <a:gd name="T13" fmla="*/ 2147483646 h 472"/>
                <a:gd name="T14" fmla="*/ 2147483646 w 25"/>
                <a:gd name="T15" fmla="*/ 2147483646 h 472"/>
                <a:gd name="T16" fmla="*/ 2147483646 w 25"/>
                <a:gd name="T17" fmla="*/ 2147483646 h 4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472">
                  <a:moveTo>
                    <a:pt x="2" y="472"/>
                  </a:moveTo>
                  <a:cubicBezTo>
                    <a:pt x="0" y="464"/>
                    <a:pt x="0" y="464"/>
                    <a:pt x="0" y="464"/>
                  </a:cubicBezTo>
                  <a:cubicBezTo>
                    <a:pt x="8" y="462"/>
                    <a:pt x="13" y="455"/>
                    <a:pt x="13" y="447"/>
                  </a:cubicBezTo>
                  <a:cubicBezTo>
                    <a:pt x="17" y="18"/>
                    <a:pt x="17" y="18"/>
                    <a:pt x="17" y="18"/>
                  </a:cubicBezTo>
                  <a:cubicBezTo>
                    <a:pt x="17" y="13"/>
                    <a:pt x="14" y="9"/>
                    <a:pt x="9" y="8"/>
                  </a:cubicBezTo>
                  <a:cubicBezTo>
                    <a:pt x="12" y="0"/>
                    <a:pt x="12" y="0"/>
                    <a:pt x="12" y="0"/>
                  </a:cubicBezTo>
                  <a:cubicBezTo>
                    <a:pt x="20" y="2"/>
                    <a:pt x="25" y="10"/>
                    <a:pt x="25" y="18"/>
                  </a:cubicBezTo>
                  <a:cubicBezTo>
                    <a:pt x="21" y="447"/>
                    <a:pt x="21" y="447"/>
                    <a:pt x="21" y="447"/>
                  </a:cubicBezTo>
                  <a:cubicBezTo>
                    <a:pt x="21" y="459"/>
                    <a:pt x="13" y="469"/>
                    <a:pt x="2" y="472"/>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5" name="Freeform 714"/>
            <p:cNvSpPr/>
            <p:nvPr/>
          </p:nvSpPr>
          <p:spPr bwMode="auto">
            <a:xfrm>
              <a:off x="2654301" y="2266950"/>
              <a:ext cx="352425" cy="696912"/>
            </a:xfrm>
            <a:custGeom>
              <a:avLst/>
              <a:gdLst>
                <a:gd name="T0" fmla="*/ 2147483646 w 227"/>
                <a:gd name="T1" fmla="*/ 2147483646 h 449"/>
                <a:gd name="T2" fmla="*/ 2147483646 w 227"/>
                <a:gd name="T3" fmla="*/ 2147483646 h 449"/>
                <a:gd name="T4" fmla="*/ 2147483646 w 227"/>
                <a:gd name="T5" fmla="*/ 2147483646 h 449"/>
                <a:gd name="T6" fmla="*/ 2147483646 w 227"/>
                <a:gd name="T7" fmla="*/ 2147483646 h 449"/>
                <a:gd name="T8" fmla="*/ 2147483646 w 227"/>
                <a:gd name="T9" fmla="*/ 2147483646 h 449"/>
                <a:gd name="T10" fmla="*/ 2147483646 w 227"/>
                <a:gd name="T11" fmla="*/ 2147483646 h 449"/>
                <a:gd name="T12" fmla="*/ 2147483646 w 227"/>
                <a:gd name="T13" fmla="*/ 0 h 449"/>
                <a:gd name="T14" fmla="*/ 2147483646 w 227"/>
                <a:gd name="T15" fmla="*/ 0 h 449"/>
                <a:gd name="T16" fmla="*/ 2147483646 w 227"/>
                <a:gd name="T17" fmla="*/ 2147483646 h 449"/>
                <a:gd name="T18" fmla="*/ 2147483646 w 227"/>
                <a:gd name="T19" fmla="*/ 2147483646 h 449"/>
                <a:gd name="T20" fmla="*/ 2147483646 w 227"/>
                <a:gd name="T21" fmla="*/ 2147483646 h 449"/>
                <a:gd name="T22" fmla="*/ 2147483646 w 227"/>
                <a:gd name="T23" fmla="*/ 2147483646 h 449"/>
                <a:gd name="T24" fmla="*/ 2147483646 w 227"/>
                <a:gd name="T25" fmla="*/ 2147483646 h 449"/>
                <a:gd name="T26" fmla="*/ 2147483646 w 227"/>
                <a:gd name="T27" fmla="*/ 2147483646 h 449"/>
                <a:gd name="T28" fmla="*/ 2147483646 w 227"/>
                <a:gd name="T29" fmla="*/ 2147483646 h 449"/>
                <a:gd name="T30" fmla="*/ 2147483646 w 227"/>
                <a:gd name="T31" fmla="*/ 2147483646 h 449"/>
                <a:gd name="T32" fmla="*/ 2147483646 w 227"/>
                <a:gd name="T33" fmla="*/ 2147483646 h 449"/>
                <a:gd name="T34" fmla="*/ 2147483646 w 227"/>
                <a:gd name="T35" fmla="*/ 2147483646 h 4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27" h="449">
                  <a:moveTo>
                    <a:pt x="225" y="449"/>
                  </a:moveTo>
                  <a:cubicBezTo>
                    <a:pt x="28" y="411"/>
                    <a:pt x="28" y="411"/>
                    <a:pt x="28" y="411"/>
                  </a:cubicBezTo>
                  <a:cubicBezTo>
                    <a:pt x="12" y="408"/>
                    <a:pt x="1" y="394"/>
                    <a:pt x="1" y="378"/>
                  </a:cubicBezTo>
                  <a:cubicBezTo>
                    <a:pt x="0" y="347"/>
                    <a:pt x="0" y="304"/>
                    <a:pt x="4" y="224"/>
                  </a:cubicBezTo>
                  <a:cubicBezTo>
                    <a:pt x="8" y="148"/>
                    <a:pt x="13" y="79"/>
                    <a:pt x="16" y="45"/>
                  </a:cubicBezTo>
                  <a:cubicBezTo>
                    <a:pt x="17" y="31"/>
                    <a:pt x="28" y="21"/>
                    <a:pt x="41" y="19"/>
                  </a:cubicBezTo>
                  <a:cubicBezTo>
                    <a:pt x="198" y="0"/>
                    <a:pt x="198" y="0"/>
                    <a:pt x="198" y="0"/>
                  </a:cubicBezTo>
                  <a:cubicBezTo>
                    <a:pt x="199" y="0"/>
                    <a:pt x="199" y="0"/>
                    <a:pt x="200" y="0"/>
                  </a:cubicBezTo>
                  <a:cubicBezTo>
                    <a:pt x="219" y="11"/>
                    <a:pt x="219" y="11"/>
                    <a:pt x="219" y="11"/>
                  </a:cubicBezTo>
                  <a:cubicBezTo>
                    <a:pt x="215" y="18"/>
                    <a:pt x="215" y="18"/>
                    <a:pt x="215" y="18"/>
                  </a:cubicBezTo>
                  <a:cubicBezTo>
                    <a:pt x="198" y="8"/>
                    <a:pt x="198" y="8"/>
                    <a:pt x="198" y="8"/>
                  </a:cubicBezTo>
                  <a:cubicBezTo>
                    <a:pt x="42" y="27"/>
                    <a:pt x="42" y="27"/>
                    <a:pt x="42" y="27"/>
                  </a:cubicBezTo>
                  <a:cubicBezTo>
                    <a:pt x="32" y="28"/>
                    <a:pt x="25" y="36"/>
                    <a:pt x="24" y="45"/>
                  </a:cubicBezTo>
                  <a:cubicBezTo>
                    <a:pt x="21" y="80"/>
                    <a:pt x="16" y="149"/>
                    <a:pt x="12" y="224"/>
                  </a:cubicBezTo>
                  <a:cubicBezTo>
                    <a:pt x="8" y="304"/>
                    <a:pt x="8" y="347"/>
                    <a:pt x="9" y="378"/>
                  </a:cubicBezTo>
                  <a:cubicBezTo>
                    <a:pt x="9" y="390"/>
                    <a:pt x="18" y="401"/>
                    <a:pt x="29" y="403"/>
                  </a:cubicBezTo>
                  <a:cubicBezTo>
                    <a:pt x="227" y="442"/>
                    <a:pt x="227" y="442"/>
                    <a:pt x="227" y="442"/>
                  </a:cubicBezTo>
                  <a:lnTo>
                    <a:pt x="225" y="449"/>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6" name="Freeform 715"/>
            <p:cNvSpPr/>
            <p:nvPr/>
          </p:nvSpPr>
          <p:spPr bwMode="auto">
            <a:xfrm>
              <a:off x="2943226" y="2241550"/>
              <a:ext cx="249238" cy="747712"/>
            </a:xfrm>
            <a:custGeom>
              <a:avLst/>
              <a:gdLst>
                <a:gd name="T0" fmla="*/ 2147483646 w 161"/>
                <a:gd name="T1" fmla="*/ 2147483646 h 481"/>
                <a:gd name="T2" fmla="*/ 2147483646 w 161"/>
                <a:gd name="T3" fmla="*/ 2147483646 h 481"/>
                <a:gd name="T4" fmla="*/ 2147483646 w 161"/>
                <a:gd name="T5" fmla="*/ 2147483646 h 481"/>
                <a:gd name="T6" fmla="*/ 2147483646 w 161"/>
                <a:gd name="T7" fmla="*/ 2147483646 h 481"/>
                <a:gd name="T8" fmla="*/ 2147483646 w 161"/>
                <a:gd name="T9" fmla="*/ 2147483646 h 481"/>
                <a:gd name="T10" fmla="*/ 2147483646 w 161"/>
                <a:gd name="T11" fmla="*/ 2147483646 h 481"/>
                <a:gd name="T12" fmla="*/ 2147483646 w 161"/>
                <a:gd name="T13" fmla="*/ 2147483646 h 481"/>
                <a:gd name="T14" fmla="*/ 2147483646 w 161"/>
                <a:gd name="T15" fmla="*/ 2147483646 h 481"/>
                <a:gd name="T16" fmla="*/ 2147483646 w 161"/>
                <a:gd name="T17" fmla="*/ 2147483646 h 481"/>
                <a:gd name="T18" fmla="*/ 2147483646 w 161"/>
                <a:gd name="T19" fmla="*/ 2147483646 h 481"/>
                <a:gd name="T20" fmla="*/ 2147483646 w 161"/>
                <a:gd name="T21" fmla="*/ 2147483646 h 481"/>
                <a:gd name="T22" fmla="*/ 2147483646 w 161"/>
                <a:gd name="T23" fmla="*/ 2147483646 h 481"/>
                <a:gd name="T24" fmla="*/ 2147483646 w 161"/>
                <a:gd name="T25" fmla="*/ 2147483646 h 481"/>
                <a:gd name="T26" fmla="*/ 2147483646 w 161"/>
                <a:gd name="T27" fmla="*/ 2147483646 h 481"/>
                <a:gd name="T28" fmla="*/ 2147483646 w 161"/>
                <a:gd name="T29" fmla="*/ 2147483646 h 481"/>
                <a:gd name="T30" fmla="*/ 2147483646 w 161"/>
                <a:gd name="T31" fmla="*/ 2147483646 h 481"/>
                <a:gd name="T32" fmla="*/ 2147483646 w 161"/>
                <a:gd name="T33" fmla="*/ 0 h 481"/>
                <a:gd name="T34" fmla="*/ 2147483646 w 161"/>
                <a:gd name="T35" fmla="*/ 2147483646 h 481"/>
                <a:gd name="T36" fmla="*/ 2147483646 w 161"/>
                <a:gd name="T37" fmla="*/ 2147483646 h 481"/>
                <a:gd name="T38" fmla="*/ 2147483646 w 161"/>
                <a:gd name="T39" fmla="*/ 2147483646 h 481"/>
                <a:gd name="T40" fmla="*/ 2147483646 w 161"/>
                <a:gd name="T41" fmla="*/ 2147483646 h 481"/>
                <a:gd name="T42" fmla="*/ 2147483646 w 161"/>
                <a:gd name="T43" fmla="*/ 2147483646 h 481"/>
                <a:gd name="T44" fmla="*/ 2147483646 w 161"/>
                <a:gd name="T45" fmla="*/ 2147483646 h 48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61" h="481">
                  <a:moveTo>
                    <a:pt x="121" y="481"/>
                  </a:moveTo>
                  <a:cubicBezTo>
                    <a:pt x="119" y="481"/>
                    <a:pt x="118" y="481"/>
                    <a:pt x="117" y="481"/>
                  </a:cubicBezTo>
                  <a:cubicBezTo>
                    <a:pt x="85" y="474"/>
                    <a:pt x="85" y="474"/>
                    <a:pt x="85" y="474"/>
                  </a:cubicBezTo>
                  <a:cubicBezTo>
                    <a:pt x="87" y="467"/>
                    <a:pt x="87" y="467"/>
                    <a:pt x="87" y="467"/>
                  </a:cubicBezTo>
                  <a:cubicBezTo>
                    <a:pt x="118" y="473"/>
                    <a:pt x="118" y="473"/>
                    <a:pt x="118" y="473"/>
                  </a:cubicBezTo>
                  <a:cubicBezTo>
                    <a:pt x="122" y="473"/>
                    <a:pt x="126" y="472"/>
                    <a:pt x="128" y="470"/>
                  </a:cubicBezTo>
                  <a:cubicBezTo>
                    <a:pt x="131" y="468"/>
                    <a:pt x="133" y="465"/>
                    <a:pt x="133" y="461"/>
                  </a:cubicBezTo>
                  <a:cubicBezTo>
                    <a:pt x="134" y="358"/>
                    <a:pt x="137" y="270"/>
                    <a:pt x="140" y="200"/>
                  </a:cubicBezTo>
                  <a:cubicBezTo>
                    <a:pt x="143" y="125"/>
                    <a:pt x="149" y="55"/>
                    <a:pt x="152" y="21"/>
                  </a:cubicBezTo>
                  <a:cubicBezTo>
                    <a:pt x="152" y="17"/>
                    <a:pt x="151" y="14"/>
                    <a:pt x="149" y="11"/>
                  </a:cubicBezTo>
                  <a:cubicBezTo>
                    <a:pt x="146" y="9"/>
                    <a:pt x="143" y="8"/>
                    <a:pt x="139" y="8"/>
                  </a:cubicBezTo>
                  <a:cubicBezTo>
                    <a:pt x="37" y="21"/>
                    <a:pt x="37" y="21"/>
                    <a:pt x="37" y="21"/>
                  </a:cubicBezTo>
                  <a:cubicBezTo>
                    <a:pt x="8" y="151"/>
                    <a:pt x="16" y="453"/>
                    <a:pt x="16" y="456"/>
                  </a:cubicBezTo>
                  <a:cubicBezTo>
                    <a:pt x="8" y="456"/>
                    <a:pt x="8" y="456"/>
                    <a:pt x="8" y="456"/>
                  </a:cubicBezTo>
                  <a:cubicBezTo>
                    <a:pt x="8" y="453"/>
                    <a:pt x="0" y="146"/>
                    <a:pt x="30" y="16"/>
                  </a:cubicBezTo>
                  <a:cubicBezTo>
                    <a:pt x="31" y="15"/>
                    <a:pt x="32" y="13"/>
                    <a:pt x="34" y="13"/>
                  </a:cubicBezTo>
                  <a:cubicBezTo>
                    <a:pt x="138" y="0"/>
                    <a:pt x="138" y="0"/>
                    <a:pt x="138" y="0"/>
                  </a:cubicBezTo>
                  <a:cubicBezTo>
                    <a:pt x="144" y="0"/>
                    <a:pt x="150" y="1"/>
                    <a:pt x="154" y="6"/>
                  </a:cubicBezTo>
                  <a:cubicBezTo>
                    <a:pt x="158" y="10"/>
                    <a:pt x="161" y="15"/>
                    <a:pt x="160" y="21"/>
                  </a:cubicBezTo>
                  <a:cubicBezTo>
                    <a:pt x="157" y="56"/>
                    <a:pt x="151" y="125"/>
                    <a:pt x="148" y="201"/>
                  </a:cubicBezTo>
                  <a:cubicBezTo>
                    <a:pt x="145" y="271"/>
                    <a:pt x="142" y="358"/>
                    <a:pt x="141" y="461"/>
                  </a:cubicBezTo>
                  <a:cubicBezTo>
                    <a:pt x="141" y="467"/>
                    <a:pt x="138" y="473"/>
                    <a:pt x="133" y="476"/>
                  </a:cubicBezTo>
                  <a:cubicBezTo>
                    <a:pt x="130" y="479"/>
                    <a:pt x="125" y="481"/>
                    <a:pt x="121" y="48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7" name="Freeform 716"/>
            <p:cNvSpPr/>
            <p:nvPr/>
          </p:nvSpPr>
          <p:spPr bwMode="auto">
            <a:xfrm>
              <a:off x="2951163" y="2273300"/>
              <a:ext cx="17463" cy="333375"/>
            </a:xfrm>
            <a:custGeom>
              <a:avLst/>
              <a:gdLst>
                <a:gd name="T0" fmla="*/ 2147483646 w 12"/>
                <a:gd name="T1" fmla="*/ 2147483646 h 215"/>
                <a:gd name="T2" fmla="*/ 2147483646 w 12"/>
                <a:gd name="T3" fmla="*/ 0 h 215"/>
                <a:gd name="T4" fmla="*/ 2147483646 w 12"/>
                <a:gd name="T5" fmla="*/ 0 h 215"/>
                <a:gd name="T6" fmla="*/ 2147483646 w 12"/>
                <a:gd name="T7" fmla="*/ 2147483646 h 215"/>
                <a:gd name="T8" fmla="*/ 2147483646 w 12"/>
                <a:gd name="T9" fmla="*/ 2147483646 h 2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215">
                  <a:moveTo>
                    <a:pt x="4" y="215"/>
                  </a:moveTo>
                  <a:cubicBezTo>
                    <a:pt x="0" y="103"/>
                    <a:pt x="3" y="1"/>
                    <a:pt x="3" y="0"/>
                  </a:cubicBezTo>
                  <a:cubicBezTo>
                    <a:pt x="11" y="0"/>
                    <a:pt x="11" y="0"/>
                    <a:pt x="11" y="0"/>
                  </a:cubicBezTo>
                  <a:cubicBezTo>
                    <a:pt x="11" y="1"/>
                    <a:pt x="9" y="103"/>
                    <a:pt x="12" y="214"/>
                  </a:cubicBezTo>
                  <a:lnTo>
                    <a:pt x="4" y="21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8" name="Freeform 717"/>
            <p:cNvSpPr/>
            <p:nvPr/>
          </p:nvSpPr>
          <p:spPr bwMode="auto">
            <a:xfrm>
              <a:off x="2779713" y="2295525"/>
              <a:ext cx="55563" cy="635000"/>
            </a:xfrm>
            <a:custGeom>
              <a:avLst/>
              <a:gdLst>
                <a:gd name="T0" fmla="*/ 2147483646 w 36"/>
                <a:gd name="T1" fmla="*/ 2147483646 h 408"/>
                <a:gd name="T2" fmla="*/ 2147483646 w 36"/>
                <a:gd name="T3" fmla="*/ 0 h 408"/>
                <a:gd name="T4" fmla="*/ 2147483646 w 36"/>
                <a:gd name="T5" fmla="*/ 0 h 408"/>
                <a:gd name="T6" fmla="*/ 2147483646 w 36"/>
                <a:gd name="T7" fmla="*/ 2147483646 h 408"/>
                <a:gd name="T8" fmla="*/ 2147483646 w 36"/>
                <a:gd name="T9" fmla="*/ 2147483646 h 4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408">
                  <a:moveTo>
                    <a:pt x="28" y="408"/>
                  </a:moveTo>
                  <a:cubicBezTo>
                    <a:pt x="0" y="288"/>
                    <a:pt x="8" y="3"/>
                    <a:pt x="8" y="0"/>
                  </a:cubicBezTo>
                  <a:cubicBezTo>
                    <a:pt x="16" y="0"/>
                    <a:pt x="16" y="0"/>
                    <a:pt x="16" y="0"/>
                  </a:cubicBezTo>
                  <a:cubicBezTo>
                    <a:pt x="16" y="3"/>
                    <a:pt x="8" y="287"/>
                    <a:pt x="36" y="406"/>
                  </a:cubicBezTo>
                  <a:lnTo>
                    <a:pt x="28" y="408"/>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9" name="Freeform 718"/>
            <p:cNvSpPr/>
            <p:nvPr/>
          </p:nvSpPr>
          <p:spPr bwMode="auto">
            <a:xfrm>
              <a:off x="2979738" y="2932113"/>
              <a:ext cx="46038" cy="47625"/>
            </a:xfrm>
            <a:custGeom>
              <a:avLst/>
              <a:gdLst>
                <a:gd name="T0" fmla="*/ 2147483646 w 30"/>
                <a:gd name="T1" fmla="*/ 2147483646 h 31"/>
                <a:gd name="T2" fmla="*/ 2147483646 w 30"/>
                <a:gd name="T3" fmla="*/ 2147483646 h 31"/>
                <a:gd name="T4" fmla="*/ 2147483646 w 30"/>
                <a:gd name="T5" fmla="*/ 2147483646 h 31"/>
                <a:gd name="T6" fmla="*/ 2147483646 w 30"/>
                <a:gd name="T7" fmla="*/ 2147483646 h 31"/>
                <a:gd name="T8" fmla="*/ 2147483646 w 30"/>
                <a:gd name="T9" fmla="*/ 2147483646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1">
                  <a:moveTo>
                    <a:pt x="1" y="13"/>
                  </a:moveTo>
                  <a:cubicBezTo>
                    <a:pt x="0" y="21"/>
                    <a:pt x="5" y="28"/>
                    <a:pt x="12" y="29"/>
                  </a:cubicBezTo>
                  <a:cubicBezTo>
                    <a:pt x="20" y="31"/>
                    <a:pt x="27" y="26"/>
                    <a:pt x="29" y="18"/>
                  </a:cubicBezTo>
                  <a:cubicBezTo>
                    <a:pt x="30" y="11"/>
                    <a:pt x="25" y="3"/>
                    <a:pt x="18" y="2"/>
                  </a:cubicBezTo>
                  <a:cubicBezTo>
                    <a:pt x="10" y="0"/>
                    <a:pt x="3" y="5"/>
                    <a:pt x="1" y="1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0" name="Freeform 719"/>
            <p:cNvSpPr/>
            <p:nvPr/>
          </p:nvSpPr>
          <p:spPr bwMode="auto">
            <a:xfrm>
              <a:off x="3049588" y="2946400"/>
              <a:ext cx="47625" cy="47625"/>
            </a:xfrm>
            <a:custGeom>
              <a:avLst/>
              <a:gdLst>
                <a:gd name="T0" fmla="*/ 2147483646 w 31"/>
                <a:gd name="T1" fmla="*/ 2147483646 h 31"/>
                <a:gd name="T2" fmla="*/ 2147483646 w 31"/>
                <a:gd name="T3" fmla="*/ 2147483646 h 31"/>
                <a:gd name="T4" fmla="*/ 2147483646 w 31"/>
                <a:gd name="T5" fmla="*/ 2147483646 h 31"/>
                <a:gd name="T6" fmla="*/ 2147483646 w 31"/>
                <a:gd name="T7" fmla="*/ 2147483646 h 31"/>
                <a:gd name="T8" fmla="*/ 2147483646 w 31"/>
                <a:gd name="T9" fmla="*/ 2147483646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1">
                  <a:moveTo>
                    <a:pt x="2" y="13"/>
                  </a:moveTo>
                  <a:cubicBezTo>
                    <a:pt x="0" y="21"/>
                    <a:pt x="5" y="28"/>
                    <a:pt x="13" y="30"/>
                  </a:cubicBezTo>
                  <a:cubicBezTo>
                    <a:pt x="21" y="31"/>
                    <a:pt x="28" y="26"/>
                    <a:pt x="29" y="18"/>
                  </a:cubicBezTo>
                  <a:cubicBezTo>
                    <a:pt x="31" y="11"/>
                    <a:pt x="26" y="3"/>
                    <a:pt x="18" y="2"/>
                  </a:cubicBezTo>
                  <a:cubicBezTo>
                    <a:pt x="11" y="0"/>
                    <a:pt x="3" y="5"/>
                    <a:pt x="2" y="1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1" name="Freeform 775"/>
            <p:cNvSpPr/>
            <p:nvPr/>
          </p:nvSpPr>
          <p:spPr bwMode="auto">
            <a:xfrm>
              <a:off x="2787651" y="2605088"/>
              <a:ext cx="17463" cy="317500"/>
            </a:xfrm>
            <a:custGeom>
              <a:avLst/>
              <a:gdLst>
                <a:gd name="T0" fmla="*/ 2147483646 w 11"/>
                <a:gd name="T1" fmla="*/ 2147483646 h 204"/>
                <a:gd name="T2" fmla="*/ 2147483646 w 11"/>
                <a:gd name="T3" fmla="*/ 0 h 204"/>
                <a:gd name="T4" fmla="*/ 2147483646 w 11"/>
                <a:gd name="T5" fmla="*/ 2147483646 h 204"/>
                <a:gd name="T6" fmla="*/ 2147483646 w 11"/>
                <a:gd name="T7" fmla="*/ 2147483646 h 204"/>
                <a:gd name="T8" fmla="*/ 2147483646 w 11"/>
                <a:gd name="T9" fmla="*/ 2147483646 h 2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204">
                  <a:moveTo>
                    <a:pt x="3" y="204"/>
                  </a:moveTo>
                  <a:cubicBezTo>
                    <a:pt x="3" y="203"/>
                    <a:pt x="0" y="105"/>
                    <a:pt x="3" y="0"/>
                  </a:cubicBezTo>
                  <a:cubicBezTo>
                    <a:pt x="11" y="1"/>
                    <a:pt x="11" y="1"/>
                    <a:pt x="11" y="1"/>
                  </a:cubicBezTo>
                  <a:cubicBezTo>
                    <a:pt x="8" y="105"/>
                    <a:pt x="11" y="203"/>
                    <a:pt x="11" y="204"/>
                  </a:cubicBezTo>
                  <a:lnTo>
                    <a:pt x="3" y="20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2" name="Freeform 776"/>
            <p:cNvSpPr/>
            <p:nvPr/>
          </p:nvSpPr>
          <p:spPr bwMode="auto">
            <a:xfrm>
              <a:off x="2493963" y="2106613"/>
              <a:ext cx="242888" cy="244475"/>
            </a:xfrm>
            <a:custGeom>
              <a:avLst/>
              <a:gdLst>
                <a:gd name="T0" fmla="*/ 2147483646 w 156"/>
                <a:gd name="T1" fmla="*/ 2147483646 h 157"/>
                <a:gd name="T2" fmla="*/ 0 w 156"/>
                <a:gd name="T3" fmla="*/ 2147483646 h 157"/>
                <a:gd name="T4" fmla="*/ 2147483646 w 156"/>
                <a:gd name="T5" fmla="*/ 0 h 157"/>
                <a:gd name="T6" fmla="*/ 2147483646 w 156"/>
                <a:gd name="T7" fmla="*/ 2147483646 h 157"/>
                <a:gd name="T8" fmla="*/ 2147483646 w 156"/>
                <a:gd name="T9" fmla="*/ 2147483646 h 1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6" h="157">
                  <a:moveTo>
                    <a:pt x="8" y="157"/>
                  </a:moveTo>
                  <a:cubicBezTo>
                    <a:pt x="0" y="157"/>
                    <a:pt x="0" y="157"/>
                    <a:pt x="0" y="157"/>
                  </a:cubicBezTo>
                  <a:cubicBezTo>
                    <a:pt x="0" y="70"/>
                    <a:pt x="70" y="0"/>
                    <a:pt x="156" y="0"/>
                  </a:cubicBezTo>
                  <a:cubicBezTo>
                    <a:pt x="156" y="8"/>
                    <a:pt x="156" y="8"/>
                    <a:pt x="156" y="8"/>
                  </a:cubicBezTo>
                  <a:cubicBezTo>
                    <a:pt x="74" y="8"/>
                    <a:pt x="8" y="75"/>
                    <a:pt x="8" y="15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3" name="Freeform 777"/>
            <p:cNvSpPr/>
            <p:nvPr/>
          </p:nvSpPr>
          <p:spPr bwMode="auto">
            <a:xfrm>
              <a:off x="2551113" y="2163763"/>
              <a:ext cx="185738" cy="187325"/>
            </a:xfrm>
            <a:custGeom>
              <a:avLst/>
              <a:gdLst>
                <a:gd name="T0" fmla="*/ 2147483646 w 119"/>
                <a:gd name="T1" fmla="*/ 2147483646 h 120"/>
                <a:gd name="T2" fmla="*/ 0 w 119"/>
                <a:gd name="T3" fmla="*/ 2147483646 h 120"/>
                <a:gd name="T4" fmla="*/ 2147483646 w 119"/>
                <a:gd name="T5" fmla="*/ 0 h 120"/>
                <a:gd name="T6" fmla="*/ 2147483646 w 119"/>
                <a:gd name="T7" fmla="*/ 2147483646 h 120"/>
                <a:gd name="T8" fmla="*/ 2147483646 w 119"/>
                <a:gd name="T9" fmla="*/ 2147483646 h 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 h="120">
                  <a:moveTo>
                    <a:pt x="8" y="120"/>
                  </a:moveTo>
                  <a:cubicBezTo>
                    <a:pt x="0" y="120"/>
                    <a:pt x="0" y="120"/>
                    <a:pt x="0" y="120"/>
                  </a:cubicBezTo>
                  <a:cubicBezTo>
                    <a:pt x="0" y="53"/>
                    <a:pt x="53" y="0"/>
                    <a:pt x="119" y="0"/>
                  </a:cubicBezTo>
                  <a:cubicBezTo>
                    <a:pt x="119" y="8"/>
                    <a:pt x="119" y="8"/>
                    <a:pt x="119" y="8"/>
                  </a:cubicBezTo>
                  <a:cubicBezTo>
                    <a:pt x="58" y="8"/>
                    <a:pt x="8" y="58"/>
                    <a:pt x="8" y="12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4" name="Freeform 778"/>
            <p:cNvSpPr/>
            <p:nvPr/>
          </p:nvSpPr>
          <p:spPr bwMode="auto">
            <a:xfrm>
              <a:off x="2608263" y="2220913"/>
              <a:ext cx="128588" cy="130175"/>
            </a:xfrm>
            <a:custGeom>
              <a:avLst/>
              <a:gdLst>
                <a:gd name="T0" fmla="*/ 2147483646 w 83"/>
                <a:gd name="T1" fmla="*/ 2147483646 h 83"/>
                <a:gd name="T2" fmla="*/ 0 w 83"/>
                <a:gd name="T3" fmla="*/ 2147483646 h 83"/>
                <a:gd name="T4" fmla="*/ 2147483646 w 83"/>
                <a:gd name="T5" fmla="*/ 0 h 83"/>
                <a:gd name="T6" fmla="*/ 2147483646 w 83"/>
                <a:gd name="T7" fmla="*/ 2147483646 h 83"/>
                <a:gd name="T8" fmla="*/ 2147483646 w 83"/>
                <a:gd name="T9" fmla="*/ 2147483646 h 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 h="83">
                  <a:moveTo>
                    <a:pt x="8" y="83"/>
                  </a:moveTo>
                  <a:cubicBezTo>
                    <a:pt x="0" y="83"/>
                    <a:pt x="0" y="83"/>
                    <a:pt x="0" y="83"/>
                  </a:cubicBezTo>
                  <a:cubicBezTo>
                    <a:pt x="0" y="37"/>
                    <a:pt x="38" y="0"/>
                    <a:pt x="83" y="0"/>
                  </a:cubicBezTo>
                  <a:cubicBezTo>
                    <a:pt x="83" y="8"/>
                    <a:pt x="83" y="8"/>
                    <a:pt x="83" y="8"/>
                  </a:cubicBezTo>
                  <a:cubicBezTo>
                    <a:pt x="42" y="8"/>
                    <a:pt x="8" y="41"/>
                    <a:pt x="8" y="83"/>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grpSp>
      <p:grpSp>
        <p:nvGrpSpPr>
          <p:cNvPr id="375" name="组合 393"/>
          <p:cNvGrpSpPr/>
          <p:nvPr/>
        </p:nvGrpSpPr>
        <p:grpSpPr bwMode="auto">
          <a:xfrm>
            <a:off x="9546745" y="2584990"/>
            <a:ext cx="1249305" cy="358562"/>
            <a:chOff x="849313" y="1003300"/>
            <a:chExt cx="1050925" cy="301625"/>
          </a:xfrm>
        </p:grpSpPr>
        <p:sp>
          <p:nvSpPr>
            <p:cNvPr id="376" name="Freeform 525"/>
            <p:cNvSpPr/>
            <p:nvPr/>
          </p:nvSpPr>
          <p:spPr bwMode="auto">
            <a:xfrm>
              <a:off x="849313" y="1003300"/>
              <a:ext cx="1050925" cy="285750"/>
            </a:xfrm>
            <a:custGeom>
              <a:avLst/>
              <a:gdLst>
                <a:gd name="T0" fmla="*/ 2147483646 w 677"/>
                <a:gd name="T1" fmla="*/ 2147483646 h 184"/>
                <a:gd name="T2" fmla="*/ 2147483646 w 677"/>
                <a:gd name="T3" fmla="*/ 2147483646 h 184"/>
                <a:gd name="T4" fmla="*/ 2147483646 w 677"/>
                <a:gd name="T5" fmla="*/ 2147483646 h 184"/>
                <a:gd name="T6" fmla="*/ 2147483646 w 677"/>
                <a:gd name="T7" fmla="*/ 2147483646 h 184"/>
                <a:gd name="T8" fmla="*/ 2147483646 w 677"/>
                <a:gd name="T9" fmla="*/ 2147483646 h 184"/>
                <a:gd name="T10" fmla="*/ 2147483646 w 677"/>
                <a:gd name="T11" fmla="*/ 2147483646 h 184"/>
                <a:gd name="T12" fmla="*/ 2147483646 w 677"/>
                <a:gd name="T13" fmla="*/ 2147483646 h 184"/>
                <a:gd name="T14" fmla="*/ 2147483646 w 677"/>
                <a:gd name="T15" fmla="*/ 2147483646 h 184"/>
                <a:gd name="T16" fmla="*/ 2147483646 w 677"/>
                <a:gd name="T17" fmla="*/ 2147483646 h 184"/>
                <a:gd name="T18" fmla="*/ 2147483646 w 677"/>
                <a:gd name="T19" fmla="*/ 2147483646 h 184"/>
                <a:gd name="T20" fmla="*/ 2147483646 w 677"/>
                <a:gd name="T21" fmla="*/ 2147483646 h 184"/>
                <a:gd name="T22" fmla="*/ 2147483646 w 677"/>
                <a:gd name="T23" fmla="*/ 2147483646 h 184"/>
                <a:gd name="T24" fmla="*/ 0 w 677"/>
                <a:gd name="T25" fmla="*/ 2147483646 h 184"/>
                <a:gd name="T26" fmla="*/ 2147483646 w 677"/>
                <a:gd name="T27" fmla="*/ 0 h 184"/>
                <a:gd name="T28" fmla="*/ 2147483646 w 677"/>
                <a:gd name="T29" fmla="*/ 0 h 184"/>
                <a:gd name="T30" fmla="*/ 2147483646 w 677"/>
                <a:gd name="T31" fmla="*/ 2147483646 h 184"/>
                <a:gd name="T32" fmla="*/ 2147483646 w 677"/>
                <a:gd name="T33" fmla="*/ 2147483646 h 18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77" h="184">
                  <a:moveTo>
                    <a:pt x="585" y="184"/>
                  </a:moveTo>
                  <a:cubicBezTo>
                    <a:pt x="534" y="184"/>
                    <a:pt x="534" y="184"/>
                    <a:pt x="534" y="184"/>
                  </a:cubicBezTo>
                  <a:cubicBezTo>
                    <a:pt x="534" y="176"/>
                    <a:pt x="534" y="176"/>
                    <a:pt x="534" y="176"/>
                  </a:cubicBezTo>
                  <a:cubicBezTo>
                    <a:pt x="585" y="176"/>
                    <a:pt x="585" y="176"/>
                    <a:pt x="585" y="176"/>
                  </a:cubicBezTo>
                  <a:cubicBezTo>
                    <a:pt x="631" y="176"/>
                    <a:pt x="669" y="138"/>
                    <a:pt x="669" y="92"/>
                  </a:cubicBezTo>
                  <a:cubicBezTo>
                    <a:pt x="669" y="46"/>
                    <a:pt x="631" y="8"/>
                    <a:pt x="585" y="8"/>
                  </a:cubicBezTo>
                  <a:cubicBezTo>
                    <a:pt x="91" y="8"/>
                    <a:pt x="91" y="8"/>
                    <a:pt x="91" y="8"/>
                  </a:cubicBezTo>
                  <a:cubicBezTo>
                    <a:pt x="45" y="8"/>
                    <a:pt x="8" y="46"/>
                    <a:pt x="8" y="92"/>
                  </a:cubicBezTo>
                  <a:cubicBezTo>
                    <a:pt x="8" y="138"/>
                    <a:pt x="45" y="176"/>
                    <a:pt x="91" y="176"/>
                  </a:cubicBezTo>
                  <a:cubicBezTo>
                    <a:pt x="470" y="176"/>
                    <a:pt x="470" y="176"/>
                    <a:pt x="470" y="176"/>
                  </a:cubicBezTo>
                  <a:cubicBezTo>
                    <a:pt x="470" y="184"/>
                    <a:pt x="470" y="184"/>
                    <a:pt x="470" y="184"/>
                  </a:cubicBezTo>
                  <a:cubicBezTo>
                    <a:pt x="91" y="184"/>
                    <a:pt x="91" y="184"/>
                    <a:pt x="91" y="184"/>
                  </a:cubicBezTo>
                  <a:cubicBezTo>
                    <a:pt x="41" y="184"/>
                    <a:pt x="0" y="143"/>
                    <a:pt x="0" y="92"/>
                  </a:cubicBezTo>
                  <a:cubicBezTo>
                    <a:pt x="0" y="42"/>
                    <a:pt x="41" y="0"/>
                    <a:pt x="91" y="0"/>
                  </a:cubicBezTo>
                  <a:cubicBezTo>
                    <a:pt x="585" y="0"/>
                    <a:pt x="585" y="0"/>
                    <a:pt x="585" y="0"/>
                  </a:cubicBezTo>
                  <a:cubicBezTo>
                    <a:pt x="636" y="0"/>
                    <a:pt x="677" y="42"/>
                    <a:pt x="677" y="92"/>
                  </a:cubicBezTo>
                  <a:cubicBezTo>
                    <a:pt x="677" y="143"/>
                    <a:pt x="636" y="184"/>
                    <a:pt x="585" y="18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77" name="Freeform 526"/>
            <p:cNvSpPr>
              <a:spLocks noEditPoints="1"/>
            </p:cNvSpPr>
            <p:nvPr/>
          </p:nvSpPr>
          <p:spPr bwMode="auto">
            <a:xfrm>
              <a:off x="931863" y="1125538"/>
              <a:ext cx="39688" cy="41275"/>
            </a:xfrm>
            <a:custGeom>
              <a:avLst/>
              <a:gdLst>
                <a:gd name="T0" fmla="*/ 2147483646 w 26"/>
                <a:gd name="T1" fmla="*/ 2147483646 h 26"/>
                <a:gd name="T2" fmla="*/ 0 w 26"/>
                <a:gd name="T3" fmla="*/ 2147483646 h 26"/>
                <a:gd name="T4" fmla="*/ 2147483646 w 26"/>
                <a:gd name="T5" fmla="*/ 0 h 26"/>
                <a:gd name="T6" fmla="*/ 2147483646 w 26"/>
                <a:gd name="T7" fmla="*/ 2147483646 h 26"/>
                <a:gd name="T8" fmla="*/ 2147483646 w 26"/>
                <a:gd name="T9" fmla="*/ 2147483646 h 26"/>
                <a:gd name="T10" fmla="*/ 2147483646 w 26"/>
                <a:gd name="T11" fmla="*/ 2147483646 h 26"/>
                <a:gd name="T12" fmla="*/ 2147483646 w 26"/>
                <a:gd name="T13" fmla="*/ 2147483646 h 26"/>
                <a:gd name="T14" fmla="*/ 2147483646 w 26"/>
                <a:gd name="T15" fmla="*/ 2147483646 h 26"/>
                <a:gd name="T16" fmla="*/ 2147483646 w 26"/>
                <a:gd name="T17" fmla="*/ 2147483646 h 26"/>
                <a:gd name="T18" fmla="*/ 2147483646 w 26"/>
                <a:gd name="T19" fmla="*/ 2147483646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 h="26">
                  <a:moveTo>
                    <a:pt x="13" y="26"/>
                  </a:moveTo>
                  <a:cubicBezTo>
                    <a:pt x="6" y="26"/>
                    <a:pt x="0" y="20"/>
                    <a:pt x="0" y="13"/>
                  </a:cubicBezTo>
                  <a:cubicBezTo>
                    <a:pt x="0" y="6"/>
                    <a:pt x="6" y="0"/>
                    <a:pt x="13" y="0"/>
                  </a:cubicBezTo>
                  <a:cubicBezTo>
                    <a:pt x="20" y="0"/>
                    <a:pt x="26" y="6"/>
                    <a:pt x="26" y="13"/>
                  </a:cubicBezTo>
                  <a:cubicBezTo>
                    <a:pt x="26" y="20"/>
                    <a:pt x="20" y="26"/>
                    <a:pt x="13" y="26"/>
                  </a:cubicBezTo>
                  <a:close/>
                  <a:moveTo>
                    <a:pt x="13" y="4"/>
                  </a:moveTo>
                  <a:cubicBezTo>
                    <a:pt x="8" y="4"/>
                    <a:pt x="4" y="8"/>
                    <a:pt x="4" y="13"/>
                  </a:cubicBezTo>
                  <a:cubicBezTo>
                    <a:pt x="4" y="18"/>
                    <a:pt x="8" y="22"/>
                    <a:pt x="13" y="22"/>
                  </a:cubicBezTo>
                  <a:cubicBezTo>
                    <a:pt x="18" y="22"/>
                    <a:pt x="22" y="18"/>
                    <a:pt x="22" y="13"/>
                  </a:cubicBezTo>
                  <a:cubicBezTo>
                    <a:pt x="22" y="8"/>
                    <a:pt x="18" y="4"/>
                    <a:pt x="13"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78" name="Freeform 527"/>
            <p:cNvSpPr/>
            <p:nvPr/>
          </p:nvSpPr>
          <p:spPr bwMode="auto">
            <a:xfrm>
              <a:off x="1023938" y="1141413"/>
              <a:ext cx="3175" cy="9525"/>
            </a:xfrm>
            <a:custGeom>
              <a:avLst/>
              <a:gdLst>
                <a:gd name="T0" fmla="*/ 2147483646 w 2"/>
                <a:gd name="T1" fmla="*/ 2147483646 h 6"/>
                <a:gd name="T2" fmla="*/ 2147483646 w 2"/>
                <a:gd name="T3" fmla="*/ 0 h 6"/>
                <a:gd name="T4" fmla="*/ 2147483646 w 2"/>
                <a:gd name="T5" fmla="*/ 2147483646 h 6"/>
                <a:gd name="T6" fmla="*/ 2147483646 w 2"/>
                <a:gd name="T7" fmla="*/ 2147483646 h 6"/>
                <a:gd name="T8" fmla="*/ 2147483646 w 2"/>
                <a:gd name="T9" fmla="*/ 214748364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 h="6">
                  <a:moveTo>
                    <a:pt x="1" y="6"/>
                  </a:moveTo>
                  <a:cubicBezTo>
                    <a:pt x="0" y="4"/>
                    <a:pt x="0" y="2"/>
                    <a:pt x="1" y="0"/>
                  </a:cubicBezTo>
                  <a:cubicBezTo>
                    <a:pt x="2" y="1"/>
                    <a:pt x="2" y="1"/>
                    <a:pt x="2" y="1"/>
                  </a:cubicBezTo>
                  <a:cubicBezTo>
                    <a:pt x="1" y="2"/>
                    <a:pt x="1" y="4"/>
                    <a:pt x="2" y="5"/>
                  </a:cubicBezTo>
                  <a:lnTo>
                    <a:pt x="1" y="6"/>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79" name="Freeform 528"/>
            <p:cNvSpPr/>
            <p:nvPr/>
          </p:nvSpPr>
          <p:spPr bwMode="auto">
            <a:xfrm>
              <a:off x="1020763" y="1138238"/>
              <a:ext cx="3175" cy="15875"/>
            </a:xfrm>
            <a:custGeom>
              <a:avLst/>
              <a:gdLst>
                <a:gd name="T0" fmla="*/ 2147483646 w 3"/>
                <a:gd name="T1" fmla="*/ 2147483646 h 10"/>
                <a:gd name="T2" fmla="*/ 2147483646 w 3"/>
                <a:gd name="T3" fmla="*/ 0 h 10"/>
                <a:gd name="T4" fmla="*/ 2147483646 w 3"/>
                <a:gd name="T5" fmla="*/ 2147483646 h 10"/>
                <a:gd name="T6" fmla="*/ 2147483646 w 3"/>
                <a:gd name="T7" fmla="*/ 2147483646 h 10"/>
                <a:gd name="T8" fmla="*/ 2147483646 w 3"/>
                <a:gd name="T9" fmla="*/ 2147483646 h 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10">
                  <a:moveTo>
                    <a:pt x="2" y="10"/>
                  </a:moveTo>
                  <a:cubicBezTo>
                    <a:pt x="0" y="7"/>
                    <a:pt x="0" y="3"/>
                    <a:pt x="2" y="0"/>
                  </a:cubicBezTo>
                  <a:cubicBezTo>
                    <a:pt x="3" y="1"/>
                    <a:pt x="3" y="1"/>
                    <a:pt x="3" y="1"/>
                  </a:cubicBezTo>
                  <a:cubicBezTo>
                    <a:pt x="1" y="3"/>
                    <a:pt x="1" y="7"/>
                    <a:pt x="3" y="9"/>
                  </a:cubicBezTo>
                  <a:lnTo>
                    <a:pt x="2" y="1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0" name="Freeform 529"/>
            <p:cNvSpPr/>
            <p:nvPr/>
          </p:nvSpPr>
          <p:spPr bwMode="auto">
            <a:xfrm>
              <a:off x="1027113" y="1144588"/>
              <a:ext cx="4763" cy="3175"/>
            </a:xfrm>
            <a:custGeom>
              <a:avLst/>
              <a:gdLst>
                <a:gd name="T0" fmla="*/ 2147483646 w 3"/>
                <a:gd name="T1" fmla="*/ 0 h 2"/>
                <a:gd name="T2" fmla="*/ 2147483646 w 3"/>
                <a:gd name="T3" fmla="*/ 2147483646 h 2"/>
                <a:gd name="T4" fmla="*/ 2147483646 w 3"/>
                <a:gd name="T5" fmla="*/ 2147483646 h 2"/>
                <a:gd name="T6" fmla="*/ 2147483646 w 3"/>
                <a:gd name="T7" fmla="*/ 0 h 2"/>
                <a:gd name="T8" fmla="*/ 2147483646 w 3"/>
                <a:gd name="T9" fmla="*/ 0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 h="2">
                  <a:moveTo>
                    <a:pt x="2" y="0"/>
                  </a:moveTo>
                  <a:cubicBezTo>
                    <a:pt x="3" y="1"/>
                    <a:pt x="3" y="1"/>
                    <a:pt x="2" y="2"/>
                  </a:cubicBezTo>
                  <a:cubicBezTo>
                    <a:pt x="2" y="2"/>
                    <a:pt x="1" y="2"/>
                    <a:pt x="1" y="2"/>
                  </a:cubicBezTo>
                  <a:cubicBezTo>
                    <a:pt x="0" y="1"/>
                    <a:pt x="0" y="1"/>
                    <a:pt x="1" y="0"/>
                  </a:cubicBezTo>
                  <a:cubicBezTo>
                    <a:pt x="1" y="0"/>
                    <a:pt x="2" y="0"/>
                    <a:pt x="2"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1" name="Freeform 530"/>
            <p:cNvSpPr>
              <a:spLocks noEditPoints="1"/>
            </p:cNvSpPr>
            <p:nvPr/>
          </p:nvSpPr>
          <p:spPr bwMode="auto">
            <a:xfrm>
              <a:off x="1714501" y="1074738"/>
              <a:ext cx="60325" cy="25400"/>
            </a:xfrm>
            <a:custGeom>
              <a:avLst/>
              <a:gdLst>
                <a:gd name="T0" fmla="*/ 2147483646 w 38"/>
                <a:gd name="T1" fmla="*/ 2147483646 h 16"/>
                <a:gd name="T2" fmla="*/ 0 w 38"/>
                <a:gd name="T3" fmla="*/ 2147483646 h 16"/>
                <a:gd name="T4" fmla="*/ 0 w 38"/>
                <a:gd name="T5" fmla="*/ 0 h 16"/>
                <a:gd name="T6" fmla="*/ 2147483646 w 38"/>
                <a:gd name="T7" fmla="*/ 0 h 16"/>
                <a:gd name="T8" fmla="*/ 2147483646 w 38"/>
                <a:gd name="T9" fmla="*/ 2147483646 h 16"/>
                <a:gd name="T10" fmla="*/ 2147483646 w 38"/>
                <a:gd name="T11" fmla="*/ 2147483646 h 16"/>
                <a:gd name="T12" fmla="*/ 2147483646 w 38"/>
                <a:gd name="T13" fmla="*/ 2147483646 h 16"/>
                <a:gd name="T14" fmla="*/ 2147483646 w 38"/>
                <a:gd name="T15" fmla="*/ 2147483646 h 16"/>
                <a:gd name="T16" fmla="*/ 2147483646 w 38"/>
                <a:gd name="T17" fmla="*/ 2147483646 h 16"/>
                <a:gd name="T18" fmla="*/ 2147483646 w 38"/>
                <a:gd name="T19" fmla="*/ 2147483646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16">
                  <a:moveTo>
                    <a:pt x="38" y="16"/>
                  </a:moveTo>
                  <a:lnTo>
                    <a:pt x="0" y="16"/>
                  </a:lnTo>
                  <a:lnTo>
                    <a:pt x="0" y="0"/>
                  </a:lnTo>
                  <a:lnTo>
                    <a:pt x="38" y="0"/>
                  </a:lnTo>
                  <a:lnTo>
                    <a:pt x="38" y="16"/>
                  </a:lnTo>
                  <a:close/>
                  <a:moveTo>
                    <a:pt x="4" y="13"/>
                  </a:moveTo>
                  <a:lnTo>
                    <a:pt x="34" y="13"/>
                  </a:lnTo>
                  <a:lnTo>
                    <a:pt x="34" y="4"/>
                  </a:lnTo>
                  <a:lnTo>
                    <a:pt x="4" y="4"/>
                  </a:lnTo>
                  <a:lnTo>
                    <a:pt x="4" y="1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2" name="Rectangle 531"/>
            <p:cNvSpPr>
              <a:spLocks noChangeArrowheads="1"/>
            </p:cNvSpPr>
            <p:nvPr/>
          </p:nvSpPr>
          <p:spPr bwMode="auto">
            <a:xfrm>
              <a:off x="1724026" y="1082675"/>
              <a:ext cx="41275"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3" name="Freeform 532"/>
            <p:cNvSpPr>
              <a:spLocks noEditPoints="1"/>
            </p:cNvSpPr>
            <p:nvPr/>
          </p:nvSpPr>
          <p:spPr bwMode="auto">
            <a:xfrm>
              <a:off x="1714501" y="1133475"/>
              <a:ext cx="60325" cy="26987"/>
            </a:xfrm>
            <a:custGeom>
              <a:avLst/>
              <a:gdLst>
                <a:gd name="T0" fmla="*/ 2147483646 w 38"/>
                <a:gd name="T1" fmla="*/ 2147483646 h 17"/>
                <a:gd name="T2" fmla="*/ 0 w 38"/>
                <a:gd name="T3" fmla="*/ 2147483646 h 17"/>
                <a:gd name="T4" fmla="*/ 0 w 38"/>
                <a:gd name="T5" fmla="*/ 0 h 17"/>
                <a:gd name="T6" fmla="*/ 2147483646 w 38"/>
                <a:gd name="T7" fmla="*/ 0 h 17"/>
                <a:gd name="T8" fmla="*/ 2147483646 w 38"/>
                <a:gd name="T9" fmla="*/ 2147483646 h 17"/>
                <a:gd name="T10" fmla="*/ 2147483646 w 38"/>
                <a:gd name="T11" fmla="*/ 2147483646 h 17"/>
                <a:gd name="T12" fmla="*/ 2147483646 w 38"/>
                <a:gd name="T13" fmla="*/ 2147483646 h 17"/>
                <a:gd name="T14" fmla="*/ 2147483646 w 38"/>
                <a:gd name="T15" fmla="*/ 2147483646 h 17"/>
                <a:gd name="T16" fmla="*/ 2147483646 w 38"/>
                <a:gd name="T17" fmla="*/ 2147483646 h 17"/>
                <a:gd name="T18" fmla="*/ 2147483646 w 38"/>
                <a:gd name="T19" fmla="*/ 214748364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17">
                  <a:moveTo>
                    <a:pt x="38" y="17"/>
                  </a:moveTo>
                  <a:lnTo>
                    <a:pt x="0" y="17"/>
                  </a:lnTo>
                  <a:lnTo>
                    <a:pt x="0" y="0"/>
                  </a:lnTo>
                  <a:lnTo>
                    <a:pt x="38" y="0"/>
                  </a:lnTo>
                  <a:lnTo>
                    <a:pt x="38" y="17"/>
                  </a:lnTo>
                  <a:close/>
                  <a:moveTo>
                    <a:pt x="4" y="13"/>
                  </a:moveTo>
                  <a:lnTo>
                    <a:pt x="34" y="13"/>
                  </a:lnTo>
                  <a:lnTo>
                    <a:pt x="34" y="4"/>
                  </a:lnTo>
                  <a:lnTo>
                    <a:pt x="4" y="4"/>
                  </a:lnTo>
                  <a:lnTo>
                    <a:pt x="4" y="13"/>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4" name="Rectangle 533"/>
            <p:cNvSpPr>
              <a:spLocks noChangeArrowheads="1"/>
            </p:cNvSpPr>
            <p:nvPr/>
          </p:nvSpPr>
          <p:spPr bwMode="auto">
            <a:xfrm>
              <a:off x="1724026" y="1141413"/>
              <a:ext cx="41275"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5" name="Freeform 534"/>
            <p:cNvSpPr>
              <a:spLocks noEditPoints="1"/>
            </p:cNvSpPr>
            <p:nvPr/>
          </p:nvSpPr>
          <p:spPr bwMode="auto">
            <a:xfrm>
              <a:off x="1714501" y="1192213"/>
              <a:ext cx="60325" cy="28575"/>
            </a:xfrm>
            <a:custGeom>
              <a:avLst/>
              <a:gdLst>
                <a:gd name="T0" fmla="*/ 2147483646 w 38"/>
                <a:gd name="T1" fmla="*/ 2147483646 h 18"/>
                <a:gd name="T2" fmla="*/ 0 w 38"/>
                <a:gd name="T3" fmla="*/ 2147483646 h 18"/>
                <a:gd name="T4" fmla="*/ 0 w 38"/>
                <a:gd name="T5" fmla="*/ 0 h 18"/>
                <a:gd name="T6" fmla="*/ 2147483646 w 38"/>
                <a:gd name="T7" fmla="*/ 0 h 18"/>
                <a:gd name="T8" fmla="*/ 2147483646 w 38"/>
                <a:gd name="T9" fmla="*/ 2147483646 h 18"/>
                <a:gd name="T10" fmla="*/ 2147483646 w 38"/>
                <a:gd name="T11" fmla="*/ 2147483646 h 18"/>
                <a:gd name="T12" fmla="*/ 2147483646 w 38"/>
                <a:gd name="T13" fmla="*/ 2147483646 h 18"/>
                <a:gd name="T14" fmla="*/ 2147483646 w 38"/>
                <a:gd name="T15" fmla="*/ 2147483646 h 18"/>
                <a:gd name="T16" fmla="*/ 2147483646 w 38"/>
                <a:gd name="T17" fmla="*/ 2147483646 h 18"/>
                <a:gd name="T18" fmla="*/ 2147483646 w 38"/>
                <a:gd name="T19" fmla="*/ 2147483646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18">
                  <a:moveTo>
                    <a:pt x="38" y="18"/>
                  </a:moveTo>
                  <a:lnTo>
                    <a:pt x="0" y="18"/>
                  </a:lnTo>
                  <a:lnTo>
                    <a:pt x="0" y="0"/>
                  </a:lnTo>
                  <a:lnTo>
                    <a:pt x="38" y="0"/>
                  </a:lnTo>
                  <a:lnTo>
                    <a:pt x="38" y="18"/>
                  </a:lnTo>
                  <a:close/>
                  <a:moveTo>
                    <a:pt x="4" y="14"/>
                  </a:moveTo>
                  <a:lnTo>
                    <a:pt x="34" y="14"/>
                  </a:lnTo>
                  <a:lnTo>
                    <a:pt x="34" y="4"/>
                  </a:lnTo>
                  <a:lnTo>
                    <a:pt x="4" y="4"/>
                  </a:lnTo>
                  <a:lnTo>
                    <a:pt x="4" y="1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6" name="Rectangle 535"/>
            <p:cNvSpPr>
              <a:spLocks noChangeArrowheads="1"/>
            </p:cNvSpPr>
            <p:nvPr/>
          </p:nvSpPr>
          <p:spPr bwMode="auto">
            <a:xfrm>
              <a:off x="1724026" y="1201738"/>
              <a:ext cx="41275"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7" name="Rectangle 536"/>
            <p:cNvSpPr>
              <a:spLocks noChangeArrowheads="1"/>
            </p:cNvSpPr>
            <p:nvPr/>
          </p:nvSpPr>
          <p:spPr bwMode="auto">
            <a:xfrm>
              <a:off x="1111251" y="1155700"/>
              <a:ext cx="7938"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8" name="Rectangle 537"/>
            <p:cNvSpPr>
              <a:spLocks noChangeArrowheads="1"/>
            </p:cNvSpPr>
            <p:nvPr/>
          </p:nvSpPr>
          <p:spPr bwMode="auto">
            <a:xfrm>
              <a:off x="1136651" y="1155700"/>
              <a:ext cx="9525"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89" name="Freeform 538"/>
            <p:cNvSpPr/>
            <p:nvPr/>
          </p:nvSpPr>
          <p:spPr bwMode="auto">
            <a:xfrm>
              <a:off x="1101726" y="1209675"/>
              <a:ext cx="23813" cy="31750"/>
            </a:xfrm>
            <a:custGeom>
              <a:avLst/>
              <a:gdLst>
                <a:gd name="T0" fmla="*/ 2147483646 w 15"/>
                <a:gd name="T1" fmla="*/ 2147483646 h 20"/>
                <a:gd name="T2" fmla="*/ 0 w 15"/>
                <a:gd name="T3" fmla="*/ 2147483646 h 20"/>
                <a:gd name="T4" fmla="*/ 2147483646 w 15"/>
                <a:gd name="T5" fmla="*/ 0 h 20"/>
                <a:gd name="T6" fmla="*/ 2147483646 w 15"/>
                <a:gd name="T7" fmla="*/ 2147483646 h 20"/>
                <a:gd name="T8" fmla="*/ 2147483646 w 1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0">
                  <a:moveTo>
                    <a:pt x="10" y="20"/>
                  </a:moveTo>
                  <a:lnTo>
                    <a:pt x="0" y="3"/>
                  </a:lnTo>
                  <a:lnTo>
                    <a:pt x="5" y="0"/>
                  </a:lnTo>
                  <a:lnTo>
                    <a:pt x="15" y="17"/>
                  </a:lnTo>
                  <a:lnTo>
                    <a:pt x="10" y="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0" name="Freeform 539"/>
            <p:cNvSpPr/>
            <p:nvPr/>
          </p:nvSpPr>
          <p:spPr bwMode="auto">
            <a:xfrm>
              <a:off x="1157288" y="1209675"/>
              <a:ext cx="20638" cy="31750"/>
            </a:xfrm>
            <a:custGeom>
              <a:avLst/>
              <a:gdLst>
                <a:gd name="T0" fmla="*/ 2147483646 w 13"/>
                <a:gd name="T1" fmla="*/ 2147483646 h 20"/>
                <a:gd name="T2" fmla="*/ 0 w 13"/>
                <a:gd name="T3" fmla="*/ 2147483646 h 20"/>
                <a:gd name="T4" fmla="*/ 2147483646 w 13"/>
                <a:gd name="T5" fmla="*/ 0 h 20"/>
                <a:gd name="T6" fmla="*/ 2147483646 w 13"/>
                <a:gd name="T7" fmla="*/ 2147483646 h 20"/>
                <a:gd name="T8" fmla="*/ 2147483646 w 13"/>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0">
                  <a:moveTo>
                    <a:pt x="3" y="20"/>
                  </a:moveTo>
                  <a:lnTo>
                    <a:pt x="0" y="17"/>
                  </a:lnTo>
                  <a:lnTo>
                    <a:pt x="8" y="0"/>
                  </a:lnTo>
                  <a:lnTo>
                    <a:pt x="13" y="3"/>
                  </a:lnTo>
                  <a:lnTo>
                    <a:pt x="3" y="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1" name="Rectangle 540"/>
            <p:cNvSpPr>
              <a:spLocks noChangeArrowheads="1"/>
            </p:cNvSpPr>
            <p:nvPr/>
          </p:nvSpPr>
          <p:spPr bwMode="auto">
            <a:xfrm>
              <a:off x="1160463" y="1155700"/>
              <a:ext cx="9525"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2" name="Rectangle 541"/>
            <p:cNvSpPr>
              <a:spLocks noChangeArrowheads="1"/>
            </p:cNvSpPr>
            <p:nvPr/>
          </p:nvSpPr>
          <p:spPr bwMode="auto">
            <a:xfrm>
              <a:off x="1111251" y="1050925"/>
              <a:ext cx="7938" cy="317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3" name="Rectangle 542"/>
            <p:cNvSpPr>
              <a:spLocks noChangeArrowheads="1"/>
            </p:cNvSpPr>
            <p:nvPr/>
          </p:nvSpPr>
          <p:spPr bwMode="auto">
            <a:xfrm>
              <a:off x="1160463" y="1050925"/>
              <a:ext cx="9525" cy="317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4" name="Freeform 543"/>
            <p:cNvSpPr/>
            <p:nvPr/>
          </p:nvSpPr>
          <p:spPr bwMode="auto">
            <a:xfrm>
              <a:off x="1092201" y="1055688"/>
              <a:ext cx="22225" cy="22225"/>
            </a:xfrm>
            <a:custGeom>
              <a:avLst/>
              <a:gdLst>
                <a:gd name="T0" fmla="*/ 2147483646 w 15"/>
                <a:gd name="T1" fmla="*/ 2147483646 h 14"/>
                <a:gd name="T2" fmla="*/ 2147483646 w 15"/>
                <a:gd name="T3" fmla="*/ 2147483646 h 14"/>
                <a:gd name="T4" fmla="*/ 0 w 15"/>
                <a:gd name="T5" fmla="*/ 2147483646 h 14"/>
                <a:gd name="T6" fmla="*/ 0 w 15"/>
                <a:gd name="T7" fmla="*/ 2147483646 h 14"/>
                <a:gd name="T8" fmla="*/ 2147483646 w 15"/>
                <a:gd name="T9" fmla="*/ 0 h 14"/>
                <a:gd name="T10" fmla="*/ 2147483646 w 15"/>
                <a:gd name="T11" fmla="*/ 0 h 14"/>
                <a:gd name="T12" fmla="*/ 2147483646 w 15"/>
                <a:gd name="T13" fmla="*/ 2147483646 h 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14">
                  <a:moveTo>
                    <a:pt x="15" y="14"/>
                  </a:moveTo>
                  <a:cubicBezTo>
                    <a:pt x="7" y="14"/>
                    <a:pt x="7" y="14"/>
                    <a:pt x="7" y="14"/>
                  </a:cubicBezTo>
                  <a:cubicBezTo>
                    <a:pt x="3" y="14"/>
                    <a:pt x="0" y="11"/>
                    <a:pt x="0" y="7"/>
                  </a:cubicBezTo>
                  <a:cubicBezTo>
                    <a:pt x="0" y="7"/>
                    <a:pt x="0" y="7"/>
                    <a:pt x="0" y="7"/>
                  </a:cubicBezTo>
                  <a:cubicBezTo>
                    <a:pt x="0" y="3"/>
                    <a:pt x="3" y="0"/>
                    <a:pt x="7" y="0"/>
                  </a:cubicBezTo>
                  <a:cubicBezTo>
                    <a:pt x="15" y="0"/>
                    <a:pt x="15" y="0"/>
                    <a:pt x="15" y="0"/>
                  </a:cubicBezTo>
                  <a:lnTo>
                    <a:pt x="15" y="1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5" name="Freeform 544"/>
            <p:cNvSpPr/>
            <p:nvPr/>
          </p:nvSpPr>
          <p:spPr bwMode="auto">
            <a:xfrm>
              <a:off x="1165226" y="1055688"/>
              <a:ext cx="23813" cy="22225"/>
            </a:xfrm>
            <a:custGeom>
              <a:avLst/>
              <a:gdLst>
                <a:gd name="T0" fmla="*/ 0 w 15"/>
                <a:gd name="T1" fmla="*/ 2147483646 h 14"/>
                <a:gd name="T2" fmla="*/ 2147483646 w 15"/>
                <a:gd name="T3" fmla="*/ 2147483646 h 14"/>
                <a:gd name="T4" fmla="*/ 2147483646 w 15"/>
                <a:gd name="T5" fmla="*/ 2147483646 h 14"/>
                <a:gd name="T6" fmla="*/ 2147483646 w 15"/>
                <a:gd name="T7" fmla="*/ 2147483646 h 14"/>
                <a:gd name="T8" fmla="*/ 2147483646 w 15"/>
                <a:gd name="T9" fmla="*/ 0 h 14"/>
                <a:gd name="T10" fmla="*/ 0 w 15"/>
                <a:gd name="T11" fmla="*/ 0 h 14"/>
                <a:gd name="T12" fmla="*/ 0 w 15"/>
                <a:gd name="T13" fmla="*/ 2147483646 h 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14">
                  <a:moveTo>
                    <a:pt x="0" y="14"/>
                  </a:moveTo>
                  <a:cubicBezTo>
                    <a:pt x="8" y="14"/>
                    <a:pt x="8" y="14"/>
                    <a:pt x="8" y="14"/>
                  </a:cubicBezTo>
                  <a:cubicBezTo>
                    <a:pt x="12" y="14"/>
                    <a:pt x="15" y="11"/>
                    <a:pt x="15" y="7"/>
                  </a:cubicBezTo>
                  <a:cubicBezTo>
                    <a:pt x="15" y="7"/>
                    <a:pt x="15" y="7"/>
                    <a:pt x="15" y="7"/>
                  </a:cubicBezTo>
                  <a:cubicBezTo>
                    <a:pt x="15" y="3"/>
                    <a:pt x="12" y="0"/>
                    <a:pt x="8" y="0"/>
                  </a:cubicBezTo>
                  <a:cubicBezTo>
                    <a:pt x="0" y="0"/>
                    <a:pt x="0" y="0"/>
                    <a:pt x="0" y="0"/>
                  </a:cubicBezTo>
                  <a:lnTo>
                    <a:pt x="0" y="1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6" name="Rectangle 545"/>
            <p:cNvSpPr>
              <a:spLocks noChangeArrowheads="1"/>
            </p:cNvSpPr>
            <p:nvPr/>
          </p:nvSpPr>
          <p:spPr bwMode="auto">
            <a:xfrm>
              <a:off x="1277938" y="1155700"/>
              <a:ext cx="9525"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7" name="Rectangle 546"/>
            <p:cNvSpPr>
              <a:spLocks noChangeArrowheads="1"/>
            </p:cNvSpPr>
            <p:nvPr/>
          </p:nvSpPr>
          <p:spPr bwMode="auto">
            <a:xfrm>
              <a:off x="1301751" y="1155700"/>
              <a:ext cx="9525"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8" name="Freeform 547"/>
            <p:cNvSpPr/>
            <p:nvPr/>
          </p:nvSpPr>
          <p:spPr bwMode="auto">
            <a:xfrm>
              <a:off x="1270001" y="1209675"/>
              <a:ext cx="22225" cy="31750"/>
            </a:xfrm>
            <a:custGeom>
              <a:avLst/>
              <a:gdLst>
                <a:gd name="T0" fmla="*/ 2147483646 w 14"/>
                <a:gd name="T1" fmla="*/ 2147483646 h 20"/>
                <a:gd name="T2" fmla="*/ 0 w 14"/>
                <a:gd name="T3" fmla="*/ 2147483646 h 20"/>
                <a:gd name="T4" fmla="*/ 2147483646 w 14"/>
                <a:gd name="T5" fmla="*/ 0 h 20"/>
                <a:gd name="T6" fmla="*/ 2147483646 w 14"/>
                <a:gd name="T7" fmla="*/ 2147483646 h 20"/>
                <a:gd name="T8" fmla="*/ 2147483646 w 1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20">
                  <a:moveTo>
                    <a:pt x="10" y="20"/>
                  </a:moveTo>
                  <a:lnTo>
                    <a:pt x="0" y="3"/>
                  </a:lnTo>
                  <a:lnTo>
                    <a:pt x="5" y="0"/>
                  </a:lnTo>
                  <a:lnTo>
                    <a:pt x="14" y="17"/>
                  </a:lnTo>
                  <a:lnTo>
                    <a:pt x="10" y="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399" name="Freeform 548"/>
            <p:cNvSpPr/>
            <p:nvPr/>
          </p:nvSpPr>
          <p:spPr bwMode="auto">
            <a:xfrm>
              <a:off x="1322388" y="1209675"/>
              <a:ext cx="23813" cy="31750"/>
            </a:xfrm>
            <a:custGeom>
              <a:avLst/>
              <a:gdLst>
                <a:gd name="T0" fmla="*/ 2147483646 w 15"/>
                <a:gd name="T1" fmla="*/ 2147483646 h 20"/>
                <a:gd name="T2" fmla="*/ 0 w 15"/>
                <a:gd name="T3" fmla="*/ 2147483646 h 20"/>
                <a:gd name="T4" fmla="*/ 2147483646 w 15"/>
                <a:gd name="T5" fmla="*/ 0 h 20"/>
                <a:gd name="T6" fmla="*/ 2147483646 w 15"/>
                <a:gd name="T7" fmla="*/ 2147483646 h 20"/>
                <a:gd name="T8" fmla="*/ 2147483646 w 15"/>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 h="20">
                  <a:moveTo>
                    <a:pt x="5" y="20"/>
                  </a:moveTo>
                  <a:lnTo>
                    <a:pt x="0" y="17"/>
                  </a:lnTo>
                  <a:lnTo>
                    <a:pt x="10" y="0"/>
                  </a:lnTo>
                  <a:lnTo>
                    <a:pt x="15" y="3"/>
                  </a:lnTo>
                  <a:lnTo>
                    <a:pt x="5" y="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0" name="Rectangle 549"/>
            <p:cNvSpPr>
              <a:spLocks noChangeArrowheads="1"/>
            </p:cNvSpPr>
            <p:nvPr/>
          </p:nvSpPr>
          <p:spPr bwMode="auto">
            <a:xfrm>
              <a:off x="1328738" y="1155700"/>
              <a:ext cx="7938"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1" name="Rectangle 550"/>
            <p:cNvSpPr>
              <a:spLocks noChangeArrowheads="1"/>
            </p:cNvSpPr>
            <p:nvPr/>
          </p:nvSpPr>
          <p:spPr bwMode="auto">
            <a:xfrm>
              <a:off x="1277938" y="1050925"/>
              <a:ext cx="9525" cy="317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2" name="Rectangle 551"/>
            <p:cNvSpPr>
              <a:spLocks noChangeArrowheads="1"/>
            </p:cNvSpPr>
            <p:nvPr/>
          </p:nvSpPr>
          <p:spPr bwMode="auto">
            <a:xfrm>
              <a:off x="1328738" y="1050925"/>
              <a:ext cx="7938" cy="317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3" name="Freeform 552"/>
            <p:cNvSpPr/>
            <p:nvPr/>
          </p:nvSpPr>
          <p:spPr bwMode="auto">
            <a:xfrm>
              <a:off x="1258888" y="1055688"/>
              <a:ext cx="23813" cy="22225"/>
            </a:xfrm>
            <a:custGeom>
              <a:avLst/>
              <a:gdLst>
                <a:gd name="T0" fmla="*/ 2147483646 w 15"/>
                <a:gd name="T1" fmla="*/ 2147483646 h 14"/>
                <a:gd name="T2" fmla="*/ 2147483646 w 15"/>
                <a:gd name="T3" fmla="*/ 2147483646 h 14"/>
                <a:gd name="T4" fmla="*/ 0 w 15"/>
                <a:gd name="T5" fmla="*/ 2147483646 h 14"/>
                <a:gd name="T6" fmla="*/ 0 w 15"/>
                <a:gd name="T7" fmla="*/ 2147483646 h 14"/>
                <a:gd name="T8" fmla="*/ 2147483646 w 15"/>
                <a:gd name="T9" fmla="*/ 0 h 14"/>
                <a:gd name="T10" fmla="*/ 2147483646 w 15"/>
                <a:gd name="T11" fmla="*/ 0 h 14"/>
                <a:gd name="T12" fmla="*/ 2147483646 w 15"/>
                <a:gd name="T13" fmla="*/ 2147483646 h 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14">
                  <a:moveTo>
                    <a:pt x="15" y="14"/>
                  </a:moveTo>
                  <a:cubicBezTo>
                    <a:pt x="7" y="14"/>
                    <a:pt x="7" y="14"/>
                    <a:pt x="7" y="14"/>
                  </a:cubicBezTo>
                  <a:cubicBezTo>
                    <a:pt x="3" y="14"/>
                    <a:pt x="0" y="11"/>
                    <a:pt x="0" y="7"/>
                  </a:cubicBezTo>
                  <a:cubicBezTo>
                    <a:pt x="0" y="7"/>
                    <a:pt x="0" y="7"/>
                    <a:pt x="0" y="7"/>
                  </a:cubicBezTo>
                  <a:cubicBezTo>
                    <a:pt x="0" y="3"/>
                    <a:pt x="3" y="0"/>
                    <a:pt x="7" y="0"/>
                  </a:cubicBezTo>
                  <a:cubicBezTo>
                    <a:pt x="15" y="0"/>
                    <a:pt x="15" y="0"/>
                    <a:pt x="15" y="0"/>
                  </a:cubicBezTo>
                  <a:lnTo>
                    <a:pt x="15" y="1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4" name="Freeform 553"/>
            <p:cNvSpPr/>
            <p:nvPr/>
          </p:nvSpPr>
          <p:spPr bwMode="auto">
            <a:xfrm>
              <a:off x="1331913" y="1055688"/>
              <a:ext cx="25400" cy="22225"/>
            </a:xfrm>
            <a:custGeom>
              <a:avLst/>
              <a:gdLst>
                <a:gd name="T0" fmla="*/ 0 w 16"/>
                <a:gd name="T1" fmla="*/ 2147483646 h 14"/>
                <a:gd name="T2" fmla="*/ 2147483646 w 16"/>
                <a:gd name="T3" fmla="*/ 2147483646 h 14"/>
                <a:gd name="T4" fmla="*/ 2147483646 w 16"/>
                <a:gd name="T5" fmla="*/ 2147483646 h 14"/>
                <a:gd name="T6" fmla="*/ 2147483646 w 16"/>
                <a:gd name="T7" fmla="*/ 2147483646 h 14"/>
                <a:gd name="T8" fmla="*/ 2147483646 w 16"/>
                <a:gd name="T9" fmla="*/ 0 h 14"/>
                <a:gd name="T10" fmla="*/ 0 w 16"/>
                <a:gd name="T11" fmla="*/ 0 h 14"/>
                <a:gd name="T12" fmla="*/ 0 w 16"/>
                <a:gd name="T13" fmla="*/ 2147483646 h 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14">
                  <a:moveTo>
                    <a:pt x="0" y="14"/>
                  </a:moveTo>
                  <a:cubicBezTo>
                    <a:pt x="9" y="14"/>
                    <a:pt x="9" y="14"/>
                    <a:pt x="9" y="14"/>
                  </a:cubicBezTo>
                  <a:cubicBezTo>
                    <a:pt x="12" y="14"/>
                    <a:pt x="16" y="11"/>
                    <a:pt x="16" y="7"/>
                  </a:cubicBezTo>
                  <a:cubicBezTo>
                    <a:pt x="16" y="7"/>
                    <a:pt x="16" y="7"/>
                    <a:pt x="16" y="7"/>
                  </a:cubicBezTo>
                  <a:cubicBezTo>
                    <a:pt x="16" y="3"/>
                    <a:pt x="12" y="0"/>
                    <a:pt x="9" y="0"/>
                  </a:cubicBezTo>
                  <a:cubicBezTo>
                    <a:pt x="0" y="0"/>
                    <a:pt x="0" y="0"/>
                    <a:pt x="0" y="0"/>
                  </a:cubicBezTo>
                  <a:lnTo>
                    <a:pt x="0" y="1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5" name="Rectangle 554"/>
            <p:cNvSpPr>
              <a:spLocks noChangeArrowheads="1"/>
            </p:cNvSpPr>
            <p:nvPr/>
          </p:nvSpPr>
          <p:spPr bwMode="auto">
            <a:xfrm>
              <a:off x="1444626" y="1155700"/>
              <a:ext cx="7938"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6" name="Rectangle 555"/>
            <p:cNvSpPr>
              <a:spLocks noChangeArrowheads="1"/>
            </p:cNvSpPr>
            <p:nvPr/>
          </p:nvSpPr>
          <p:spPr bwMode="auto">
            <a:xfrm>
              <a:off x="1470026" y="1155700"/>
              <a:ext cx="7938"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7" name="Freeform 556"/>
            <p:cNvSpPr/>
            <p:nvPr/>
          </p:nvSpPr>
          <p:spPr bwMode="auto">
            <a:xfrm>
              <a:off x="1436688" y="1209675"/>
              <a:ext cx="22225" cy="31750"/>
            </a:xfrm>
            <a:custGeom>
              <a:avLst/>
              <a:gdLst>
                <a:gd name="T0" fmla="*/ 2147483646 w 14"/>
                <a:gd name="T1" fmla="*/ 2147483646 h 20"/>
                <a:gd name="T2" fmla="*/ 0 w 14"/>
                <a:gd name="T3" fmla="*/ 2147483646 h 20"/>
                <a:gd name="T4" fmla="*/ 2147483646 w 14"/>
                <a:gd name="T5" fmla="*/ 0 h 20"/>
                <a:gd name="T6" fmla="*/ 2147483646 w 14"/>
                <a:gd name="T7" fmla="*/ 2147483646 h 20"/>
                <a:gd name="T8" fmla="*/ 2147483646 w 1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20">
                  <a:moveTo>
                    <a:pt x="9" y="20"/>
                  </a:moveTo>
                  <a:lnTo>
                    <a:pt x="0" y="3"/>
                  </a:lnTo>
                  <a:lnTo>
                    <a:pt x="4" y="0"/>
                  </a:lnTo>
                  <a:lnTo>
                    <a:pt x="14" y="17"/>
                  </a:lnTo>
                  <a:lnTo>
                    <a:pt x="9" y="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8" name="Freeform 557"/>
            <p:cNvSpPr/>
            <p:nvPr/>
          </p:nvSpPr>
          <p:spPr bwMode="auto">
            <a:xfrm>
              <a:off x="1489076" y="1209675"/>
              <a:ext cx="22225" cy="31750"/>
            </a:xfrm>
            <a:custGeom>
              <a:avLst/>
              <a:gdLst>
                <a:gd name="T0" fmla="*/ 2147483646 w 14"/>
                <a:gd name="T1" fmla="*/ 2147483646 h 20"/>
                <a:gd name="T2" fmla="*/ 0 w 14"/>
                <a:gd name="T3" fmla="*/ 2147483646 h 20"/>
                <a:gd name="T4" fmla="*/ 2147483646 w 14"/>
                <a:gd name="T5" fmla="*/ 0 h 20"/>
                <a:gd name="T6" fmla="*/ 2147483646 w 14"/>
                <a:gd name="T7" fmla="*/ 2147483646 h 20"/>
                <a:gd name="T8" fmla="*/ 2147483646 w 14"/>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20">
                  <a:moveTo>
                    <a:pt x="5" y="20"/>
                  </a:moveTo>
                  <a:lnTo>
                    <a:pt x="0" y="17"/>
                  </a:lnTo>
                  <a:lnTo>
                    <a:pt x="10" y="0"/>
                  </a:lnTo>
                  <a:lnTo>
                    <a:pt x="14" y="3"/>
                  </a:lnTo>
                  <a:lnTo>
                    <a:pt x="5" y="2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09" name="Rectangle 558"/>
            <p:cNvSpPr>
              <a:spLocks noChangeArrowheads="1"/>
            </p:cNvSpPr>
            <p:nvPr/>
          </p:nvSpPr>
          <p:spPr bwMode="auto">
            <a:xfrm>
              <a:off x="1495426" y="1155700"/>
              <a:ext cx="9525" cy="2857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0" name="Rectangle 559"/>
            <p:cNvSpPr>
              <a:spLocks noChangeArrowheads="1"/>
            </p:cNvSpPr>
            <p:nvPr/>
          </p:nvSpPr>
          <p:spPr bwMode="auto">
            <a:xfrm>
              <a:off x="1444626" y="1050925"/>
              <a:ext cx="7938" cy="317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1" name="Rectangle 560"/>
            <p:cNvSpPr>
              <a:spLocks noChangeArrowheads="1"/>
            </p:cNvSpPr>
            <p:nvPr/>
          </p:nvSpPr>
          <p:spPr bwMode="auto">
            <a:xfrm>
              <a:off x="1495426" y="1050925"/>
              <a:ext cx="9525" cy="317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2" name="Freeform 561"/>
            <p:cNvSpPr/>
            <p:nvPr/>
          </p:nvSpPr>
          <p:spPr bwMode="auto">
            <a:xfrm>
              <a:off x="1425576" y="1055688"/>
              <a:ext cx="22225" cy="22225"/>
            </a:xfrm>
            <a:custGeom>
              <a:avLst/>
              <a:gdLst>
                <a:gd name="T0" fmla="*/ 2147483646 w 15"/>
                <a:gd name="T1" fmla="*/ 2147483646 h 14"/>
                <a:gd name="T2" fmla="*/ 2147483646 w 15"/>
                <a:gd name="T3" fmla="*/ 2147483646 h 14"/>
                <a:gd name="T4" fmla="*/ 0 w 15"/>
                <a:gd name="T5" fmla="*/ 2147483646 h 14"/>
                <a:gd name="T6" fmla="*/ 0 w 15"/>
                <a:gd name="T7" fmla="*/ 2147483646 h 14"/>
                <a:gd name="T8" fmla="*/ 2147483646 w 15"/>
                <a:gd name="T9" fmla="*/ 0 h 14"/>
                <a:gd name="T10" fmla="*/ 2147483646 w 15"/>
                <a:gd name="T11" fmla="*/ 0 h 14"/>
                <a:gd name="T12" fmla="*/ 2147483646 w 15"/>
                <a:gd name="T13" fmla="*/ 2147483646 h 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14">
                  <a:moveTo>
                    <a:pt x="15" y="14"/>
                  </a:moveTo>
                  <a:cubicBezTo>
                    <a:pt x="7" y="14"/>
                    <a:pt x="7" y="14"/>
                    <a:pt x="7" y="14"/>
                  </a:cubicBezTo>
                  <a:cubicBezTo>
                    <a:pt x="3" y="14"/>
                    <a:pt x="0" y="11"/>
                    <a:pt x="0" y="7"/>
                  </a:cubicBezTo>
                  <a:cubicBezTo>
                    <a:pt x="0" y="7"/>
                    <a:pt x="0" y="7"/>
                    <a:pt x="0" y="7"/>
                  </a:cubicBezTo>
                  <a:cubicBezTo>
                    <a:pt x="0" y="3"/>
                    <a:pt x="3" y="0"/>
                    <a:pt x="7" y="0"/>
                  </a:cubicBezTo>
                  <a:cubicBezTo>
                    <a:pt x="15" y="0"/>
                    <a:pt x="15" y="0"/>
                    <a:pt x="15" y="0"/>
                  </a:cubicBezTo>
                  <a:lnTo>
                    <a:pt x="15" y="1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3" name="Freeform 562"/>
            <p:cNvSpPr/>
            <p:nvPr/>
          </p:nvSpPr>
          <p:spPr bwMode="auto">
            <a:xfrm>
              <a:off x="1500188" y="1055688"/>
              <a:ext cx="22225" cy="22225"/>
            </a:xfrm>
            <a:custGeom>
              <a:avLst/>
              <a:gdLst>
                <a:gd name="T0" fmla="*/ 0 w 15"/>
                <a:gd name="T1" fmla="*/ 2147483646 h 14"/>
                <a:gd name="T2" fmla="*/ 2147483646 w 15"/>
                <a:gd name="T3" fmla="*/ 2147483646 h 14"/>
                <a:gd name="T4" fmla="*/ 2147483646 w 15"/>
                <a:gd name="T5" fmla="*/ 2147483646 h 14"/>
                <a:gd name="T6" fmla="*/ 2147483646 w 15"/>
                <a:gd name="T7" fmla="*/ 2147483646 h 14"/>
                <a:gd name="T8" fmla="*/ 2147483646 w 15"/>
                <a:gd name="T9" fmla="*/ 0 h 14"/>
                <a:gd name="T10" fmla="*/ 0 w 15"/>
                <a:gd name="T11" fmla="*/ 0 h 14"/>
                <a:gd name="T12" fmla="*/ 0 w 15"/>
                <a:gd name="T13" fmla="*/ 2147483646 h 1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 h="14">
                  <a:moveTo>
                    <a:pt x="0" y="14"/>
                  </a:moveTo>
                  <a:cubicBezTo>
                    <a:pt x="8" y="14"/>
                    <a:pt x="8" y="14"/>
                    <a:pt x="8" y="14"/>
                  </a:cubicBezTo>
                  <a:cubicBezTo>
                    <a:pt x="12" y="14"/>
                    <a:pt x="15" y="11"/>
                    <a:pt x="15" y="7"/>
                  </a:cubicBezTo>
                  <a:cubicBezTo>
                    <a:pt x="15" y="7"/>
                    <a:pt x="15" y="7"/>
                    <a:pt x="15" y="7"/>
                  </a:cubicBezTo>
                  <a:cubicBezTo>
                    <a:pt x="15" y="3"/>
                    <a:pt x="12" y="0"/>
                    <a:pt x="8" y="0"/>
                  </a:cubicBezTo>
                  <a:cubicBezTo>
                    <a:pt x="0" y="0"/>
                    <a:pt x="0" y="0"/>
                    <a:pt x="0" y="0"/>
                  </a:cubicBezTo>
                  <a:lnTo>
                    <a:pt x="0" y="1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4" name="Freeform 563"/>
            <p:cNvSpPr>
              <a:spLocks noEditPoints="1"/>
            </p:cNvSpPr>
            <p:nvPr/>
          </p:nvSpPr>
          <p:spPr bwMode="auto">
            <a:xfrm>
              <a:off x="1824038" y="1117600"/>
              <a:ext cx="11113" cy="44450"/>
            </a:xfrm>
            <a:custGeom>
              <a:avLst/>
              <a:gdLst>
                <a:gd name="T0" fmla="*/ 2147483646 w 7"/>
                <a:gd name="T1" fmla="*/ 2147483646 h 28"/>
                <a:gd name="T2" fmla="*/ 2147483646 w 7"/>
                <a:gd name="T3" fmla="*/ 2147483646 h 28"/>
                <a:gd name="T4" fmla="*/ 2147483646 w 7"/>
                <a:gd name="T5" fmla="*/ 2147483646 h 28"/>
                <a:gd name="T6" fmla="*/ 0 w 7"/>
                <a:gd name="T7" fmla="*/ 2147483646 h 28"/>
                <a:gd name="T8" fmla="*/ 2147483646 w 7"/>
                <a:gd name="T9" fmla="*/ 2147483646 h 28"/>
                <a:gd name="T10" fmla="*/ 0 w 7"/>
                <a:gd name="T11" fmla="*/ 2147483646 h 28"/>
                <a:gd name="T12" fmla="*/ 2147483646 w 7"/>
                <a:gd name="T13" fmla="*/ 2147483646 h 28"/>
                <a:gd name="T14" fmla="*/ 2147483646 w 7"/>
                <a:gd name="T15" fmla="*/ 2147483646 h 28"/>
                <a:gd name="T16" fmla="*/ 2147483646 w 7"/>
                <a:gd name="T17" fmla="*/ 2147483646 h 28"/>
                <a:gd name="T18" fmla="*/ 0 w 7"/>
                <a:gd name="T19" fmla="*/ 2147483646 h 28"/>
                <a:gd name="T20" fmla="*/ 2147483646 w 7"/>
                <a:gd name="T21" fmla="*/ 2147483646 h 28"/>
                <a:gd name="T22" fmla="*/ 2147483646 w 7"/>
                <a:gd name="T23" fmla="*/ 2147483646 h 28"/>
                <a:gd name="T24" fmla="*/ 2147483646 w 7"/>
                <a:gd name="T25" fmla="*/ 2147483646 h 28"/>
                <a:gd name="T26" fmla="*/ 2147483646 w 7"/>
                <a:gd name="T27" fmla="*/ 2147483646 h 28"/>
                <a:gd name="T28" fmla="*/ 2147483646 w 7"/>
                <a:gd name="T29" fmla="*/ 2147483646 h 28"/>
                <a:gd name="T30" fmla="*/ 2147483646 w 7"/>
                <a:gd name="T31" fmla="*/ 2147483646 h 28"/>
                <a:gd name="T32" fmla="*/ 2147483646 w 7"/>
                <a:gd name="T33" fmla="*/ 2147483646 h 28"/>
                <a:gd name="T34" fmla="*/ 2147483646 w 7"/>
                <a:gd name="T35" fmla="*/ 2147483646 h 28"/>
                <a:gd name="T36" fmla="*/ 2147483646 w 7"/>
                <a:gd name="T37" fmla="*/ 2147483646 h 28"/>
                <a:gd name="T38" fmla="*/ 2147483646 w 7"/>
                <a:gd name="T39" fmla="*/ 2147483646 h 28"/>
                <a:gd name="T40" fmla="*/ 2147483646 w 7"/>
                <a:gd name="T41" fmla="*/ 2147483646 h 28"/>
                <a:gd name="T42" fmla="*/ 2147483646 w 7"/>
                <a:gd name="T43" fmla="*/ 2147483646 h 28"/>
                <a:gd name="T44" fmla="*/ 2147483646 w 7"/>
                <a:gd name="T45" fmla="*/ 2147483646 h 28"/>
                <a:gd name="T46" fmla="*/ 2147483646 w 7"/>
                <a:gd name="T47" fmla="*/ 2147483646 h 28"/>
                <a:gd name="T48" fmla="*/ 2147483646 w 7"/>
                <a:gd name="T49" fmla="*/ 2147483646 h 28"/>
                <a:gd name="T50" fmla="*/ 2147483646 w 7"/>
                <a:gd name="T51" fmla="*/ 2147483646 h 28"/>
                <a:gd name="T52" fmla="*/ 0 w 7"/>
                <a:gd name="T53" fmla="*/ 2147483646 h 28"/>
                <a:gd name="T54" fmla="*/ 0 w 7"/>
                <a:gd name="T55" fmla="*/ 2147483646 h 28"/>
                <a:gd name="T56" fmla="*/ 2147483646 w 7"/>
                <a:gd name="T57" fmla="*/ 2147483646 h 28"/>
                <a:gd name="T58" fmla="*/ 0 w 7"/>
                <a:gd name="T59" fmla="*/ 0 h 28"/>
                <a:gd name="T60" fmla="*/ 2147483646 w 7"/>
                <a:gd name="T61" fmla="*/ 2147483646 h 28"/>
                <a:gd name="T62" fmla="*/ 2147483646 w 7"/>
                <a:gd name="T63" fmla="*/ 2147483646 h 28"/>
                <a:gd name="T64" fmla="*/ 2147483646 w 7"/>
                <a:gd name="T65" fmla="*/ 2147483646 h 28"/>
                <a:gd name="T66" fmla="*/ 2147483646 w 7"/>
                <a:gd name="T67" fmla="*/ 2147483646 h 28"/>
                <a:gd name="T68" fmla="*/ 2147483646 w 7"/>
                <a:gd name="T69" fmla="*/ 2147483646 h 28"/>
                <a:gd name="T70" fmla="*/ 2147483646 w 7"/>
                <a:gd name="T71" fmla="*/ 0 h 28"/>
                <a:gd name="T72" fmla="*/ 2147483646 w 7"/>
                <a:gd name="T73" fmla="*/ 2147483646 h 28"/>
                <a:gd name="T74" fmla="*/ 0 w 7"/>
                <a:gd name="T75" fmla="*/ 2147483646 h 28"/>
                <a:gd name="T76" fmla="*/ 0 w 7"/>
                <a:gd name="T77" fmla="*/ 2147483646 h 28"/>
                <a:gd name="T78" fmla="*/ 2147483646 w 7"/>
                <a:gd name="T79" fmla="*/ 2147483646 h 28"/>
                <a:gd name="T80" fmla="*/ 2147483646 w 7"/>
                <a:gd name="T81" fmla="*/ 2147483646 h 28"/>
                <a:gd name="T82" fmla="*/ 2147483646 w 7"/>
                <a:gd name="T83" fmla="*/ 2147483646 h 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7" h="28">
                  <a:moveTo>
                    <a:pt x="7" y="12"/>
                  </a:moveTo>
                  <a:cubicBezTo>
                    <a:pt x="5" y="12"/>
                    <a:pt x="4" y="12"/>
                    <a:pt x="3" y="12"/>
                  </a:cubicBezTo>
                  <a:cubicBezTo>
                    <a:pt x="3" y="12"/>
                    <a:pt x="3" y="11"/>
                    <a:pt x="3" y="11"/>
                  </a:cubicBezTo>
                  <a:cubicBezTo>
                    <a:pt x="4" y="11"/>
                    <a:pt x="5" y="10"/>
                    <a:pt x="6" y="9"/>
                  </a:cubicBezTo>
                  <a:cubicBezTo>
                    <a:pt x="6" y="9"/>
                    <a:pt x="7" y="8"/>
                    <a:pt x="7" y="8"/>
                  </a:cubicBezTo>
                  <a:cubicBezTo>
                    <a:pt x="7" y="7"/>
                    <a:pt x="7" y="7"/>
                    <a:pt x="7" y="7"/>
                  </a:cubicBezTo>
                  <a:cubicBezTo>
                    <a:pt x="4" y="7"/>
                    <a:pt x="2" y="7"/>
                    <a:pt x="0" y="7"/>
                  </a:cubicBezTo>
                  <a:cubicBezTo>
                    <a:pt x="0" y="7"/>
                    <a:pt x="0" y="8"/>
                    <a:pt x="0" y="8"/>
                  </a:cubicBezTo>
                  <a:cubicBezTo>
                    <a:pt x="1" y="8"/>
                    <a:pt x="3" y="8"/>
                    <a:pt x="4" y="8"/>
                  </a:cubicBezTo>
                  <a:cubicBezTo>
                    <a:pt x="4" y="8"/>
                    <a:pt x="4" y="9"/>
                    <a:pt x="4" y="9"/>
                  </a:cubicBezTo>
                  <a:cubicBezTo>
                    <a:pt x="3" y="9"/>
                    <a:pt x="2" y="10"/>
                    <a:pt x="0" y="11"/>
                  </a:cubicBezTo>
                  <a:cubicBezTo>
                    <a:pt x="0" y="12"/>
                    <a:pt x="0" y="12"/>
                    <a:pt x="0" y="12"/>
                  </a:cubicBezTo>
                  <a:cubicBezTo>
                    <a:pt x="0" y="12"/>
                    <a:pt x="0" y="13"/>
                    <a:pt x="0" y="13"/>
                  </a:cubicBezTo>
                  <a:cubicBezTo>
                    <a:pt x="2" y="13"/>
                    <a:pt x="4" y="13"/>
                    <a:pt x="7" y="13"/>
                  </a:cubicBezTo>
                  <a:cubicBezTo>
                    <a:pt x="7" y="13"/>
                    <a:pt x="7" y="12"/>
                    <a:pt x="7" y="12"/>
                  </a:cubicBezTo>
                  <a:cubicBezTo>
                    <a:pt x="7" y="12"/>
                    <a:pt x="7" y="12"/>
                    <a:pt x="7" y="12"/>
                  </a:cubicBezTo>
                  <a:close/>
                  <a:moveTo>
                    <a:pt x="2" y="21"/>
                  </a:moveTo>
                  <a:cubicBezTo>
                    <a:pt x="2" y="21"/>
                    <a:pt x="2" y="21"/>
                    <a:pt x="2" y="21"/>
                  </a:cubicBezTo>
                  <a:cubicBezTo>
                    <a:pt x="1" y="21"/>
                    <a:pt x="0" y="22"/>
                    <a:pt x="0" y="23"/>
                  </a:cubicBezTo>
                  <a:cubicBezTo>
                    <a:pt x="0" y="24"/>
                    <a:pt x="0" y="25"/>
                    <a:pt x="0" y="26"/>
                  </a:cubicBezTo>
                  <a:cubicBezTo>
                    <a:pt x="0" y="26"/>
                    <a:pt x="0" y="26"/>
                    <a:pt x="0" y="26"/>
                  </a:cubicBezTo>
                  <a:cubicBezTo>
                    <a:pt x="1" y="27"/>
                    <a:pt x="1" y="28"/>
                    <a:pt x="2" y="28"/>
                  </a:cubicBezTo>
                  <a:cubicBezTo>
                    <a:pt x="3" y="28"/>
                    <a:pt x="4" y="28"/>
                    <a:pt x="5" y="28"/>
                  </a:cubicBezTo>
                  <a:cubicBezTo>
                    <a:pt x="6" y="28"/>
                    <a:pt x="7" y="27"/>
                    <a:pt x="7" y="26"/>
                  </a:cubicBezTo>
                  <a:cubicBezTo>
                    <a:pt x="7" y="25"/>
                    <a:pt x="7" y="24"/>
                    <a:pt x="7" y="23"/>
                  </a:cubicBezTo>
                  <a:cubicBezTo>
                    <a:pt x="7" y="22"/>
                    <a:pt x="6" y="22"/>
                    <a:pt x="6" y="22"/>
                  </a:cubicBezTo>
                  <a:cubicBezTo>
                    <a:pt x="5" y="21"/>
                    <a:pt x="5" y="21"/>
                    <a:pt x="4" y="21"/>
                  </a:cubicBezTo>
                  <a:cubicBezTo>
                    <a:pt x="4" y="22"/>
                    <a:pt x="4" y="22"/>
                    <a:pt x="4" y="23"/>
                  </a:cubicBezTo>
                  <a:cubicBezTo>
                    <a:pt x="4" y="23"/>
                    <a:pt x="4" y="23"/>
                    <a:pt x="4" y="23"/>
                  </a:cubicBezTo>
                  <a:cubicBezTo>
                    <a:pt x="4" y="23"/>
                    <a:pt x="4" y="23"/>
                    <a:pt x="5" y="23"/>
                  </a:cubicBezTo>
                  <a:cubicBezTo>
                    <a:pt x="5" y="23"/>
                    <a:pt x="5" y="23"/>
                    <a:pt x="5" y="23"/>
                  </a:cubicBezTo>
                  <a:cubicBezTo>
                    <a:pt x="5" y="24"/>
                    <a:pt x="5" y="25"/>
                    <a:pt x="5" y="25"/>
                  </a:cubicBezTo>
                  <a:cubicBezTo>
                    <a:pt x="5" y="26"/>
                    <a:pt x="5" y="26"/>
                    <a:pt x="5" y="26"/>
                  </a:cubicBezTo>
                  <a:cubicBezTo>
                    <a:pt x="4" y="26"/>
                    <a:pt x="3" y="26"/>
                    <a:pt x="2" y="26"/>
                  </a:cubicBezTo>
                  <a:cubicBezTo>
                    <a:pt x="2" y="26"/>
                    <a:pt x="1" y="26"/>
                    <a:pt x="1" y="26"/>
                  </a:cubicBezTo>
                  <a:cubicBezTo>
                    <a:pt x="1" y="25"/>
                    <a:pt x="1" y="24"/>
                    <a:pt x="1" y="23"/>
                  </a:cubicBezTo>
                  <a:cubicBezTo>
                    <a:pt x="1" y="23"/>
                    <a:pt x="2" y="23"/>
                    <a:pt x="2" y="23"/>
                  </a:cubicBezTo>
                  <a:cubicBezTo>
                    <a:pt x="2" y="23"/>
                    <a:pt x="2" y="23"/>
                    <a:pt x="2" y="23"/>
                  </a:cubicBezTo>
                  <a:cubicBezTo>
                    <a:pt x="2" y="22"/>
                    <a:pt x="2" y="22"/>
                    <a:pt x="2" y="21"/>
                  </a:cubicBezTo>
                  <a:close/>
                  <a:moveTo>
                    <a:pt x="7" y="19"/>
                  </a:moveTo>
                  <a:cubicBezTo>
                    <a:pt x="6" y="19"/>
                    <a:pt x="6" y="19"/>
                    <a:pt x="6" y="19"/>
                  </a:cubicBezTo>
                  <a:cubicBezTo>
                    <a:pt x="6" y="19"/>
                    <a:pt x="5" y="19"/>
                    <a:pt x="4" y="19"/>
                  </a:cubicBezTo>
                  <a:cubicBezTo>
                    <a:pt x="4" y="19"/>
                    <a:pt x="4" y="19"/>
                    <a:pt x="4" y="19"/>
                  </a:cubicBezTo>
                  <a:cubicBezTo>
                    <a:pt x="4" y="18"/>
                    <a:pt x="4" y="17"/>
                    <a:pt x="4" y="16"/>
                  </a:cubicBezTo>
                  <a:cubicBezTo>
                    <a:pt x="4" y="16"/>
                    <a:pt x="4" y="16"/>
                    <a:pt x="4" y="16"/>
                  </a:cubicBezTo>
                  <a:cubicBezTo>
                    <a:pt x="5" y="16"/>
                    <a:pt x="6" y="16"/>
                    <a:pt x="6" y="16"/>
                  </a:cubicBezTo>
                  <a:cubicBezTo>
                    <a:pt x="6" y="16"/>
                    <a:pt x="6" y="16"/>
                    <a:pt x="7" y="16"/>
                  </a:cubicBezTo>
                  <a:cubicBezTo>
                    <a:pt x="7" y="15"/>
                    <a:pt x="7" y="15"/>
                    <a:pt x="7" y="14"/>
                  </a:cubicBezTo>
                  <a:cubicBezTo>
                    <a:pt x="5" y="14"/>
                    <a:pt x="4" y="14"/>
                    <a:pt x="3" y="14"/>
                  </a:cubicBezTo>
                  <a:cubicBezTo>
                    <a:pt x="3" y="14"/>
                    <a:pt x="3" y="14"/>
                    <a:pt x="3" y="14"/>
                  </a:cubicBezTo>
                  <a:cubicBezTo>
                    <a:pt x="3" y="16"/>
                    <a:pt x="3" y="17"/>
                    <a:pt x="3" y="19"/>
                  </a:cubicBezTo>
                  <a:cubicBezTo>
                    <a:pt x="3" y="19"/>
                    <a:pt x="3" y="19"/>
                    <a:pt x="2" y="19"/>
                  </a:cubicBezTo>
                  <a:cubicBezTo>
                    <a:pt x="2" y="19"/>
                    <a:pt x="1" y="19"/>
                    <a:pt x="0" y="19"/>
                  </a:cubicBezTo>
                  <a:cubicBezTo>
                    <a:pt x="0" y="19"/>
                    <a:pt x="0" y="19"/>
                    <a:pt x="0" y="19"/>
                  </a:cubicBezTo>
                  <a:cubicBezTo>
                    <a:pt x="0" y="19"/>
                    <a:pt x="0" y="20"/>
                    <a:pt x="0" y="20"/>
                  </a:cubicBezTo>
                  <a:cubicBezTo>
                    <a:pt x="0" y="21"/>
                    <a:pt x="0" y="21"/>
                    <a:pt x="0" y="21"/>
                  </a:cubicBezTo>
                  <a:cubicBezTo>
                    <a:pt x="2" y="21"/>
                    <a:pt x="4" y="21"/>
                    <a:pt x="6" y="21"/>
                  </a:cubicBezTo>
                  <a:cubicBezTo>
                    <a:pt x="6" y="21"/>
                    <a:pt x="6" y="21"/>
                    <a:pt x="7" y="21"/>
                  </a:cubicBezTo>
                  <a:cubicBezTo>
                    <a:pt x="7" y="20"/>
                    <a:pt x="7" y="19"/>
                    <a:pt x="7" y="19"/>
                  </a:cubicBezTo>
                  <a:close/>
                  <a:moveTo>
                    <a:pt x="0" y="0"/>
                  </a:moveTo>
                  <a:cubicBezTo>
                    <a:pt x="0" y="2"/>
                    <a:pt x="0" y="4"/>
                    <a:pt x="0" y="6"/>
                  </a:cubicBezTo>
                  <a:cubicBezTo>
                    <a:pt x="1" y="6"/>
                    <a:pt x="1" y="6"/>
                    <a:pt x="1" y="6"/>
                  </a:cubicBezTo>
                  <a:cubicBezTo>
                    <a:pt x="1" y="5"/>
                    <a:pt x="1" y="5"/>
                    <a:pt x="1" y="4"/>
                  </a:cubicBezTo>
                  <a:cubicBezTo>
                    <a:pt x="1" y="4"/>
                    <a:pt x="1" y="4"/>
                    <a:pt x="2" y="4"/>
                  </a:cubicBezTo>
                  <a:cubicBezTo>
                    <a:pt x="3" y="4"/>
                    <a:pt x="5" y="4"/>
                    <a:pt x="6" y="4"/>
                  </a:cubicBezTo>
                  <a:cubicBezTo>
                    <a:pt x="6" y="4"/>
                    <a:pt x="6" y="4"/>
                    <a:pt x="7" y="4"/>
                  </a:cubicBezTo>
                  <a:cubicBezTo>
                    <a:pt x="7" y="3"/>
                    <a:pt x="7" y="3"/>
                    <a:pt x="7" y="2"/>
                  </a:cubicBezTo>
                  <a:cubicBezTo>
                    <a:pt x="6" y="2"/>
                    <a:pt x="6" y="2"/>
                    <a:pt x="6" y="2"/>
                  </a:cubicBezTo>
                  <a:cubicBezTo>
                    <a:pt x="5" y="2"/>
                    <a:pt x="3" y="2"/>
                    <a:pt x="2" y="2"/>
                  </a:cubicBezTo>
                  <a:cubicBezTo>
                    <a:pt x="1" y="2"/>
                    <a:pt x="1" y="2"/>
                    <a:pt x="1" y="2"/>
                  </a:cubicBezTo>
                  <a:cubicBezTo>
                    <a:pt x="1" y="1"/>
                    <a:pt x="1" y="1"/>
                    <a:pt x="1" y="0"/>
                  </a:cubicBezTo>
                  <a:cubicBezTo>
                    <a:pt x="1" y="0"/>
                    <a:pt x="1" y="0"/>
                    <a:pt x="1" y="0"/>
                  </a:cubicBezTo>
                  <a:cubicBezTo>
                    <a:pt x="1" y="0"/>
                    <a:pt x="1" y="0"/>
                    <a:pt x="0" y="0"/>
                  </a:cubicBezTo>
                  <a:close/>
                  <a:moveTo>
                    <a:pt x="1" y="14"/>
                  </a:moveTo>
                  <a:cubicBezTo>
                    <a:pt x="1" y="14"/>
                    <a:pt x="1" y="14"/>
                    <a:pt x="1" y="14"/>
                  </a:cubicBezTo>
                  <a:cubicBezTo>
                    <a:pt x="1" y="14"/>
                    <a:pt x="1" y="14"/>
                    <a:pt x="0" y="14"/>
                  </a:cubicBezTo>
                  <a:cubicBezTo>
                    <a:pt x="0" y="14"/>
                    <a:pt x="0" y="14"/>
                    <a:pt x="0" y="14"/>
                  </a:cubicBezTo>
                  <a:cubicBezTo>
                    <a:pt x="0" y="15"/>
                    <a:pt x="0" y="15"/>
                    <a:pt x="0" y="15"/>
                  </a:cubicBezTo>
                  <a:cubicBezTo>
                    <a:pt x="0" y="16"/>
                    <a:pt x="0" y="16"/>
                    <a:pt x="0" y="16"/>
                  </a:cubicBezTo>
                  <a:cubicBezTo>
                    <a:pt x="1" y="16"/>
                    <a:pt x="1" y="16"/>
                    <a:pt x="2" y="16"/>
                  </a:cubicBezTo>
                  <a:cubicBezTo>
                    <a:pt x="2" y="16"/>
                    <a:pt x="2" y="16"/>
                    <a:pt x="2" y="15"/>
                  </a:cubicBezTo>
                  <a:cubicBezTo>
                    <a:pt x="2" y="15"/>
                    <a:pt x="2" y="15"/>
                    <a:pt x="2" y="14"/>
                  </a:cubicBezTo>
                  <a:cubicBezTo>
                    <a:pt x="2" y="14"/>
                    <a:pt x="2" y="14"/>
                    <a:pt x="2" y="14"/>
                  </a:cubicBezTo>
                  <a:cubicBezTo>
                    <a:pt x="1" y="14"/>
                    <a:pt x="1" y="14"/>
                    <a:pt x="1" y="14"/>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5" name="Freeform 564"/>
            <p:cNvSpPr/>
            <p:nvPr/>
          </p:nvSpPr>
          <p:spPr bwMode="auto">
            <a:xfrm>
              <a:off x="1824038" y="1128713"/>
              <a:ext cx="11113" cy="9525"/>
            </a:xfrm>
            <a:custGeom>
              <a:avLst/>
              <a:gdLst>
                <a:gd name="T0" fmla="*/ 2147483646 w 7"/>
                <a:gd name="T1" fmla="*/ 2147483646 h 6"/>
                <a:gd name="T2" fmla="*/ 2147483646 w 7"/>
                <a:gd name="T3" fmla="*/ 2147483646 h 6"/>
                <a:gd name="T4" fmla="*/ 2147483646 w 7"/>
                <a:gd name="T5" fmla="*/ 2147483646 h 6"/>
                <a:gd name="T6" fmla="*/ 0 w 7"/>
                <a:gd name="T7" fmla="*/ 2147483646 h 6"/>
                <a:gd name="T8" fmla="*/ 0 w 7"/>
                <a:gd name="T9" fmla="*/ 2147483646 h 6"/>
                <a:gd name="T10" fmla="*/ 0 w 7"/>
                <a:gd name="T11" fmla="*/ 2147483646 h 6"/>
                <a:gd name="T12" fmla="*/ 2147483646 w 7"/>
                <a:gd name="T13" fmla="*/ 2147483646 h 6"/>
                <a:gd name="T14" fmla="*/ 2147483646 w 7"/>
                <a:gd name="T15" fmla="*/ 2147483646 h 6"/>
                <a:gd name="T16" fmla="*/ 0 w 7"/>
                <a:gd name="T17" fmla="*/ 2147483646 h 6"/>
                <a:gd name="T18" fmla="*/ 0 w 7"/>
                <a:gd name="T19" fmla="*/ 0 h 6"/>
                <a:gd name="T20" fmla="*/ 2147483646 w 7"/>
                <a:gd name="T21" fmla="*/ 0 h 6"/>
                <a:gd name="T22" fmla="*/ 2147483646 w 7"/>
                <a:gd name="T23" fmla="*/ 2147483646 h 6"/>
                <a:gd name="T24" fmla="*/ 2147483646 w 7"/>
                <a:gd name="T25" fmla="*/ 2147483646 h 6"/>
                <a:gd name="T26" fmla="*/ 2147483646 w 7"/>
                <a:gd name="T27" fmla="*/ 2147483646 h 6"/>
                <a:gd name="T28" fmla="*/ 2147483646 w 7"/>
                <a:gd name="T29" fmla="*/ 2147483646 h 6"/>
                <a:gd name="T30" fmla="*/ 2147483646 w 7"/>
                <a:gd name="T31" fmla="*/ 2147483646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 h="6">
                  <a:moveTo>
                    <a:pt x="7" y="5"/>
                  </a:moveTo>
                  <a:cubicBezTo>
                    <a:pt x="7" y="5"/>
                    <a:pt x="7" y="5"/>
                    <a:pt x="7" y="5"/>
                  </a:cubicBezTo>
                  <a:cubicBezTo>
                    <a:pt x="7" y="5"/>
                    <a:pt x="7" y="6"/>
                    <a:pt x="7" y="6"/>
                  </a:cubicBezTo>
                  <a:cubicBezTo>
                    <a:pt x="4" y="6"/>
                    <a:pt x="2" y="6"/>
                    <a:pt x="0" y="6"/>
                  </a:cubicBezTo>
                  <a:cubicBezTo>
                    <a:pt x="0" y="6"/>
                    <a:pt x="0" y="5"/>
                    <a:pt x="0" y="5"/>
                  </a:cubicBezTo>
                  <a:cubicBezTo>
                    <a:pt x="0" y="5"/>
                    <a:pt x="0" y="5"/>
                    <a:pt x="0" y="4"/>
                  </a:cubicBezTo>
                  <a:cubicBezTo>
                    <a:pt x="2" y="3"/>
                    <a:pt x="3" y="2"/>
                    <a:pt x="4" y="2"/>
                  </a:cubicBezTo>
                  <a:cubicBezTo>
                    <a:pt x="4" y="2"/>
                    <a:pt x="4" y="1"/>
                    <a:pt x="4" y="1"/>
                  </a:cubicBezTo>
                  <a:cubicBezTo>
                    <a:pt x="3" y="1"/>
                    <a:pt x="1" y="1"/>
                    <a:pt x="0" y="1"/>
                  </a:cubicBezTo>
                  <a:cubicBezTo>
                    <a:pt x="0" y="1"/>
                    <a:pt x="0" y="0"/>
                    <a:pt x="0" y="0"/>
                  </a:cubicBezTo>
                  <a:cubicBezTo>
                    <a:pt x="2" y="0"/>
                    <a:pt x="4" y="0"/>
                    <a:pt x="7" y="0"/>
                  </a:cubicBezTo>
                  <a:cubicBezTo>
                    <a:pt x="7" y="0"/>
                    <a:pt x="7" y="0"/>
                    <a:pt x="7" y="1"/>
                  </a:cubicBezTo>
                  <a:cubicBezTo>
                    <a:pt x="7" y="1"/>
                    <a:pt x="6" y="2"/>
                    <a:pt x="6" y="2"/>
                  </a:cubicBezTo>
                  <a:cubicBezTo>
                    <a:pt x="5" y="3"/>
                    <a:pt x="4" y="4"/>
                    <a:pt x="3" y="4"/>
                  </a:cubicBezTo>
                  <a:cubicBezTo>
                    <a:pt x="3" y="4"/>
                    <a:pt x="3" y="5"/>
                    <a:pt x="3" y="5"/>
                  </a:cubicBezTo>
                  <a:cubicBezTo>
                    <a:pt x="4" y="5"/>
                    <a:pt x="5" y="5"/>
                    <a:pt x="7" y="5"/>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6" name="Freeform 565"/>
            <p:cNvSpPr/>
            <p:nvPr/>
          </p:nvSpPr>
          <p:spPr bwMode="auto">
            <a:xfrm>
              <a:off x="1824038" y="1150938"/>
              <a:ext cx="11113" cy="11112"/>
            </a:xfrm>
            <a:custGeom>
              <a:avLst/>
              <a:gdLst>
                <a:gd name="T0" fmla="*/ 2147483646 w 7"/>
                <a:gd name="T1" fmla="*/ 0 h 7"/>
                <a:gd name="T2" fmla="*/ 2147483646 w 7"/>
                <a:gd name="T3" fmla="*/ 2147483646 h 7"/>
                <a:gd name="T4" fmla="*/ 2147483646 w 7"/>
                <a:gd name="T5" fmla="*/ 2147483646 h 7"/>
                <a:gd name="T6" fmla="*/ 2147483646 w 7"/>
                <a:gd name="T7" fmla="*/ 2147483646 h 7"/>
                <a:gd name="T8" fmla="*/ 2147483646 w 7"/>
                <a:gd name="T9" fmla="*/ 2147483646 h 7"/>
                <a:gd name="T10" fmla="*/ 2147483646 w 7"/>
                <a:gd name="T11" fmla="*/ 2147483646 h 7"/>
                <a:gd name="T12" fmla="*/ 2147483646 w 7"/>
                <a:gd name="T13" fmla="*/ 2147483646 h 7"/>
                <a:gd name="T14" fmla="*/ 2147483646 w 7"/>
                <a:gd name="T15" fmla="*/ 2147483646 h 7"/>
                <a:gd name="T16" fmla="*/ 2147483646 w 7"/>
                <a:gd name="T17" fmla="*/ 2147483646 h 7"/>
                <a:gd name="T18" fmla="*/ 2147483646 w 7"/>
                <a:gd name="T19" fmla="*/ 2147483646 h 7"/>
                <a:gd name="T20" fmla="*/ 2147483646 w 7"/>
                <a:gd name="T21" fmla="*/ 2147483646 h 7"/>
                <a:gd name="T22" fmla="*/ 2147483646 w 7"/>
                <a:gd name="T23" fmla="*/ 2147483646 h 7"/>
                <a:gd name="T24" fmla="*/ 2147483646 w 7"/>
                <a:gd name="T25" fmla="*/ 0 h 7"/>
                <a:gd name="T26" fmla="*/ 2147483646 w 7"/>
                <a:gd name="T27" fmla="*/ 2147483646 h 7"/>
                <a:gd name="T28" fmla="*/ 2147483646 w 7"/>
                <a:gd name="T29" fmla="*/ 2147483646 h 7"/>
                <a:gd name="T30" fmla="*/ 2147483646 w 7"/>
                <a:gd name="T31" fmla="*/ 2147483646 h 7"/>
                <a:gd name="T32" fmla="*/ 2147483646 w 7"/>
                <a:gd name="T33" fmla="*/ 2147483646 h 7"/>
                <a:gd name="T34" fmla="*/ 2147483646 w 7"/>
                <a:gd name="T35" fmla="*/ 2147483646 h 7"/>
                <a:gd name="T36" fmla="*/ 0 w 7"/>
                <a:gd name="T37" fmla="*/ 2147483646 h 7"/>
                <a:gd name="T38" fmla="*/ 0 w 7"/>
                <a:gd name="T39" fmla="*/ 2147483646 h 7"/>
                <a:gd name="T40" fmla="*/ 0 w 7"/>
                <a:gd name="T41" fmla="*/ 2147483646 h 7"/>
                <a:gd name="T42" fmla="*/ 2147483646 w 7"/>
                <a:gd name="T43" fmla="*/ 0 h 7"/>
                <a:gd name="T44" fmla="*/ 2147483646 w 7"/>
                <a:gd name="T45" fmla="*/ 0 h 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 h="7">
                  <a:moveTo>
                    <a:pt x="2" y="0"/>
                  </a:moveTo>
                  <a:cubicBezTo>
                    <a:pt x="2" y="1"/>
                    <a:pt x="2" y="1"/>
                    <a:pt x="2" y="2"/>
                  </a:cubicBezTo>
                  <a:cubicBezTo>
                    <a:pt x="2" y="2"/>
                    <a:pt x="2" y="2"/>
                    <a:pt x="2" y="2"/>
                  </a:cubicBezTo>
                  <a:cubicBezTo>
                    <a:pt x="2" y="2"/>
                    <a:pt x="1" y="2"/>
                    <a:pt x="1" y="2"/>
                  </a:cubicBezTo>
                  <a:cubicBezTo>
                    <a:pt x="1" y="3"/>
                    <a:pt x="1" y="4"/>
                    <a:pt x="1" y="5"/>
                  </a:cubicBezTo>
                  <a:cubicBezTo>
                    <a:pt x="1" y="5"/>
                    <a:pt x="2" y="5"/>
                    <a:pt x="2" y="5"/>
                  </a:cubicBezTo>
                  <a:cubicBezTo>
                    <a:pt x="3" y="5"/>
                    <a:pt x="4" y="5"/>
                    <a:pt x="5" y="5"/>
                  </a:cubicBezTo>
                  <a:cubicBezTo>
                    <a:pt x="5" y="5"/>
                    <a:pt x="5" y="5"/>
                    <a:pt x="5" y="4"/>
                  </a:cubicBezTo>
                  <a:cubicBezTo>
                    <a:pt x="5" y="4"/>
                    <a:pt x="5" y="3"/>
                    <a:pt x="5" y="2"/>
                  </a:cubicBezTo>
                  <a:cubicBezTo>
                    <a:pt x="5" y="2"/>
                    <a:pt x="5" y="2"/>
                    <a:pt x="5" y="2"/>
                  </a:cubicBezTo>
                  <a:cubicBezTo>
                    <a:pt x="4" y="2"/>
                    <a:pt x="4" y="2"/>
                    <a:pt x="4" y="2"/>
                  </a:cubicBezTo>
                  <a:cubicBezTo>
                    <a:pt x="4" y="2"/>
                    <a:pt x="4" y="2"/>
                    <a:pt x="4" y="2"/>
                  </a:cubicBezTo>
                  <a:cubicBezTo>
                    <a:pt x="4" y="1"/>
                    <a:pt x="4" y="1"/>
                    <a:pt x="4" y="0"/>
                  </a:cubicBezTo>
                  <a:cubicBezTo>
                    <a:pt x="5" y="0"/>
                    <a:pt x="5" y="0"/>
                    <a:pt x="6" y="1"/>
                  </a:cubicBezTo>
                  <a:cubicBezTo>
                    <a:pt x="6" y="1"/>
                    <a:pt x="7" y="1"/>
                    <a:pt x="7" y="2"/>
                  </a:cubicBezTo>
                  <a:cubicBezTo>
                    <a:pt x="7" y="3"/>
                    <a:pt x="7" y="4"/>
                    <a:pt x="7" y="5"/>
                  </a:cubicBezTo>
                  <a:cubicBezTo>
                    <a:pt x="7" y="6"/>
                    <a:pt x="6" y="7"/>
                    <a:pt x="5" y="7"/>
                  </a:cubicBezTo>
                  <a:cubicBezTo>
                    <a:pt x="4" y="7"/>
                    <a:pt x="3" y="7"/>
                    <a:pt x="2" y="7"/>
                  </a:cubicBezTo>
                  <a:cubicBezTo>
                    <a:pt x="1" y="7"/>
                    <a:pt x="1" y="6"/>
                    <a:pt x="0" y="5"/>
                  </a:cubicBezTo>
                  <a:cubicBezTo>
                    <a:pt x="0" y="5"/>
                    <a:pt x="0" y="5"/>
                    <a:pt x="0" y="5"/>
                  </a:cubicBezTo>
                  <a:cubicBezTo>
                    <a:pt x="0" y="4"/>
                    <a:pt x="0" y="3"/>
                    <a:pt x="0" y="2"/>
                  </a:cubicBezTo>
                  <a:cubicBezTo>
                    <a:pt x="0" y="1"/>
                    <a:pt x="1" y="0"/>
                    <a:pt x="2" y="0"/>
                  </a:cubicBezTo>
                  <a:cubicBezTo>
                    <a:pt x="2" y="0"/>
                    <a:pt x="2" y="0"/>
                    <a:pt x="2"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7" name="Freeform 566"/>
            <p:cNvSpPr/>
            <p:nvPr/>
          </p:nvSpPr>
          <p:spPr bwMode="auto">
            <a:xfrm>
              <a:off x="1824038" y="1139825"/>
              <a:ext cx="11113" cy="11112"/>
            </a:xfrm>
            <a:custGeom>
              <a:avLst/>
              <a:gdLst>
                <a:gd name="T0" fmla="*/ 2147483646 w 7"/>
                <a:gd name="T1" fmla="*/ 2147483646 h 7"/>
                <a:gd name="T2" fmla="*/ 2147483646 w 7"/>
                <a:gd name="T3" fmla="*/ 2147483646 h 7"/>
                <a:gd name="T4" fmla="*/ 2147483646 w 7"/>
                <a:gd name="T5" fmla="*/ 2147483646 h 7"/>
                <a:gd name="T6" fmla="*/ 0 w 7"/>
                <a:gd name="T7" fmla="*/ 2147483646 h 7"/>
                <a:gd name="T8" fmla="*/ 0 w 7"/>
                <a:gd name="T9" fmla="*/ 2147483646 h 7"/>
                <a:gd name="T10" fmla="*/ 0 w 7"/>
                <a:gd name="T11" fmla="*/ 2147483646 h 7"/>
                <a:gd name="T12" fmla="*/ 0 w 7"/>
                <a:gd name="T13" fmla="*/ 2147483646 h 7"/>
                <a:gd name="T14" fmla="*/ 2147483646 w 7"/>
                <a:gd name="T15" fmla="*/ 2147483646 h 7"/>
                <a:gd name="T16" fmla="*/ 2147483646 w 7"/>
                <a:gd name="T17" fmla="*/ 2147483646 h 7"/>
                <a:gd name="T18" fmla="*/ 2147483646 w 7"/>
                <a:gd name="T19" fmla="*/ 0 h 7"/>
                <a:gd name="T20" fmla="*/ 2147483646 w 7"/>
                <a:gd name="T21" fmla="*/ 0 h 7"/>
                <a:gd name="T22" fmla="*/ 2147483646 w 7"/>
                <a:gd name="T23" fmla="*/ 0 h 7"/>
                <a:gd name="T24" fmla="*/ 2147483646 w 7"/>
                <a:gd name="T25" fmla="*/ 2147483646 h 7"/>
                <a:gd name="T26" fmla="*/ 2147483646 w 7"/>
                <a:gd name="T27" fmla="*/ 2147483646 h 7"/>
                <a:gd name="T28" fmla="*/ 2147483646 w 7"/>
                <a:gd name="T29" fmla="*/ 2147483646 h 7"/>
                <a:gd name="T30" fmla="*/ 2147483646 w 7"/>
                <a:gd name="T31" fmla="*/ 2147483646 h 7"/>
                <a:gd name="T32" fmla="*/ 2147483646 w 7"/>
                <a:gd name="T33" fmla="*/ 2147483646 h 7"/>
                <a:gd name="T34" fmla="*/ 2147483646 w 7"/>
                <a:gd name="T35" fmla="*/ 2147483646 h 7"/>
                <a:gd name="T36" fmla="*/ 2147483646 w 7"/>
                <a:gd name="T37" fmla="*/ 2147483646 h 7"/>
                <a:gd name="T38" fmla="*/ 2147483646 w 7"/>
                <a:gd name="T39" fmla="*/ 2147483646 h 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 h="7">
                  <a:moveTo>
                    <a:pt x="7" y="5"/>
                  </a:moveTo>
                  <a:cubicBezTo>
                    <a:pt x="7" y="5"/>
                    <a:pt x="7" y="6"/>
                    <a:pt x="7" y="7"/>
                  </a:cubicBezTo>
                  <a:cubicBezTo>
                    <a:pt x="6" y="7"/>
                    <a:pt x="6" y="7"/>
                    <a:pt x="6" y="7"/>
                  </a:cubicBezTo>
                  <a:cubicBezTo>
                    <a:pt x="4" y="7"/>
                    <a:pt x="2" y="7"/>
                    <a:pt x="0" y="7"/>
                  </a:cubicBezTo>
                  <a:cubicBezTo>
                    <a:pt x="0" y="7"/>
                    <a:pt x="0" y="7"/>
                    <a:pt x="0" y="6"/>
                  </a:cubicBezTo>
                  <a:cubicBezTo>
                    <a:pt x="0" y="6"/>
                    <a:pt x="0" y="5"/>
                    <a:pt x="0" y="5"/>
                  </a:cubicBezTo>
                  <a:cubicBezTo>
                    <a:pt x="0" y="5"/>
                    <a:pt x="0" y="5"/>
                    <a:pt x="0" y="5"/>
                  </a:cubicBezTo>
                  <a:cubicBezTo>
                    <a:pt x="1" y="5"/>
                    <a:pt x="2" y="5"/>
                    <a:pt x="2" y="5"/>
                  </a:cubicBezTo>
                  <a:cubicBezTo>
                    <a:pt x="3" y="5"/>
                    <a:pt x="3" y="5"/>
                    <a:pt x="3" y="5"/>
                  </a:cubicBezTo>
                  <a:cubicBezTo>
                    <a:pt x="3" y="3"/>
                    <a:pt x="3" y="2"/>
                    <a:pt x="3" y="0"/>
                  </a:cubicBezTo>
                  <a:cubicBezTo>
                    <a:pt x="3" y="0"/>
                    <a:pt x="3" y="0"/>
                    <a:pt x="3" y="0"/>
                  </a:cubicBezTo>
                  <a:cubicBezTo>
                    <a:pt x="4" y="0"/>
                    <a:pt x="5" y="0"/>
                    <a:pt x="7" y="0"/>
                  </a:cubicBezTo>
                  <a:cubicBezTo>
                    <a:pt x="7" y="1"/>
                    <a:pt x="7" y="1"/>
                    <a:pt x="7" y="2"/>
                  </a:cubicBezTo>
                  <a:cubicBezTo>
                    <a:pt x="6" y="2"/>
                    <a:pt x="6" y="2"/>
                    <a:pt x="6" y="2"/>
                  </a:cubicBezTo>
                  <a:cubicBezTo>
                    <a:pt x="6" y="2"/>
                    <a:pt x="5" y="2"/>
                    <a:pt x="4" y="2"/>
                  </a:cubicBezTo>
                  <a:cubicBezTo>
                    <a:pt x="4" y="2"/>
                    <a:pt x="4" y="2"/>
                    <a:pt x="4" y="2"/>
                  </a:cubicBezTo>
                  <a:cubicBezTo>
                    <a:pt x="4" y="3"/>
                    <a:pt x="4" y="4"/>
                    <a:pt x="4" y="5"/>
                  </a:cubicBezTo>
                  <a:cubicBezTo>
                    <a:pt x="4" y="5"/>
                    <a:pt x="4" y="5"/>
                    <a:pt x="4" y="5"/>
                  </a:cubicBezTo>
                  <a:cubicBezTo>
                    <a:pt x="5" y="5"/>
                    <a:pt x="6" y="5"/>
                    <a:pt x="6" y="5"/>
                  </a:cubicBezTo>
                  <a:cubicBezTo>
                    <a:pt x="6" y="5"/>
                    <a:pt x="6" y="5"/>
                    <a:pt x="7" y="5"/>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8" name="Freeform 567"/>
            <p:cNvSpPr/>
            <p:nvPr/>
          </p:nvSpPr>
          <p:spPr bwMode="auto">
            <a:xfrm>
              <a:off x="1824038" y="1117600"/>
              <a:ext cx="11113" cy="9525"/>
            </a:xfrm>
            <a:custGeom>
              <a:avLst/>
              <a:gdLst>
                <a:gd name="T0" fmla="*/ 0 w 7"/>
                <a:gd name="T1" fmla="*/ 0 h 6"/>
                <a:gd name="T2" fmla="*/ 2147483646 w 7"/>
                <a:gd name="T3" fmla="*/ 0 h 6"/>
                <a:gd name="T4" fmla="*/ 2147483646 w 7"/>
                <a:gd name="T5" fmla="*/ 0 h 6"/>
                <a:gd name="T6" fmla="*/ 2147483646 w 7"/>
                <a:gd name="T7" fmla="*/ 2147483646 h 6"/>
                <a:gd name="T8" fmla="*/ 2147483646 w 7"/>
                <a:gd name="T9" fmla="*/ 2147483646 h 6"/>
                <a:gd name="T10" fmla="*/ 2147483646 w 7"/>
                <a:gd name="T11" fmla="*/ 2147483646 h 6"/>
                <a:gd name="T12" fmla="*/ 2147483646 w 7"/>
                <a:gd name="T13" fmla="*/ 2147483646 h 6"/>
                <a:gd name="T14" fmla="*/ 2147483646 w 7"/>
                <a:gd name="T15" fmla="*/ 2147483646 h 6"/>
                <a:gd name="T16" fmla="*/ 2147483646 w 7"/>
                <a:gd name="T17" fmla="*/ 2147483646 h 6"/>
                <a:gd name="T18" fmla="*/ 2147483646 w 7"/>
                <a:gd name="T19" fmla="*/ 2147483646 h 6"/>
                <a:gd name="T20" fmla="*/ 2147483646 w 7"/>
                <a:gd name="T21" fmla="*/ 2147483646 h 6"/>
                <a:gd name="T22" fmla="*/ 2147483646 w 7"/>
                <a:gd name="T23" fmla="*/ 2147483646 h 6"/>
                <a:gd name="T24" fmla="*/ 0 w 7"/>
                <a:gd name="T25" fmla="*/ 2147483646 h 6"/>
                <a:gd name="T26" fmla="*/ 0 w 7"/>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 h="6">
                  <a:moveTo>
                    <a:pt x="0" y="0"/>
                  </a:moveTo>
                  <a:cubicBezTo>
                    <a:pt x="1" y="0"/>
                    <a:pt x="1" y="0"/>
                    <a:pt x="1" y="0"/>
                  </a:cubicBezTo>
                  <a:cubicBezTo>
                    <a:pt x="1" y="0"/>
                    <a:pt x="1" y="0"/>
                    <a:pt x="1" y="0"/>
                  </a:cubicBezTo>
                  <a:cubicBezTo>
                    <a:pt x="1" y="1"/>
                    <a:pt x="1" y="1"/>
                    <a:pt x="1" y="2"/>
                  </a:cubicBezTo>
                  <a:cubicBezTo>
                    <a:pt x="1" y="2"/>
                    <a:pt x="1" y="2"/>
                    <a:pt x="2" y="2"/>
                  </a:cubicBezTo>
                  <a:cubicBezTo>
                    <a:pt x="3" y="2"/>
                    <a:pt x="5" y="2"/>
                    <a:pt x="6" y="2"/>
                  </a:cubicBezTo>
                  <a:cubicBezTo>
                    <a:pt x="6" y="2"/>
                    <a:pt x="6" y="2"/>
                    <a:pt x="7" y="2"/>
                  </a:cubicBezTo>
                  <a:cubicBezTo>
                    <a:pt x="7" y="3"/>
                    <a:pt x="7" y="3"/>
                    <a:pt x="7" y="4"/>
                  </a:cubicBezTo>
                  <a:cubicBezTo>
                    <a:pt x="6" y="4"/>
                    <a:pt x="6" y="4"/>
                    <a:pt x="6" y="4"/>
                  </a:cubicBezTo>
                  <a:cubicBezTo>
                    <a:pt x="5" y="4"/>
                    <a:pt x="3" y="4"/>
                    <a:pt x="2" y="4"/>
                  </a:cubicBezTo>
                  <a:cubicBezTo>
                    <a:pt x="1" y="4"/>
                    <a:pt x="1" y="4"/>
                    <a:pt x="1" y="4"/>
                  </a:cubicBezTo>
                  <a:cubicBezTo>
                    <a:pt x="1" y="5"/>
                    <a:pt x="1" y="5"/>
                    <a:pt x="1" y="6"/>
                  </a:cubicBezTo>
                  <a:cubicBezTo>
                    <a:pt x="1" y="6"/>
                    <a:pt x="1" y="6"/>
                    <a:pt x="0" y="6"/>
                  </a:cubicBezTo>
                  <a:cubicBezTo>
                    <a:pt x="0" y="4"/>
                    <a:pt x="0" y="2"/>
                    <a:pt x="0"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19" name="Freeform 568"/>
            <p:cNvSpPr/>
            <p:nvPr/>
          </p:nvSpPr>
          <p:spPr bwMode="auto">
            <a:xfrm>
              <a:off x="1824038" y="1139825"/>
              <a:ext cx="3175" cy="3175"/>
            </a:xfrm>
            <a:custGeom>
              <a:avLst/>
              <a:gdLst>
                <a:gd name="T0" fmla="*/ 2147483646 w 2"/>
                <a:gd name="T1" fmla="*/ 0 h 2"/>
                <a:gd name="T2" fmla="*/ 2147483646 w 2"/>
                <a:gd name="T3" fmla="*/ 0 h 2"/>
                <a:gd name="T4" fmla="*/ 2147483646 w 2"/>
                <a:gd name="T5" fmla="*/ 0 h 2"/>
                <a:gd name="T6" fmla="*/ 2147483646 w 2"/>
                <a:gd name="T7" fmla="*/ 2147483646 h 2"/>
                <a:gd name="T8" fmla="*/ 2147483646 w 2"/>
                <a:gd name="T9" fmla="*/ 2147483646 h 2"/>
                <a:gd name="T10" fmla="*/ 0 w 2"/>
                <a:gd name="T11" fmla="*/ 2147483646 h 2"/>
                <a:gd name="T12" fmla="*/ 0 w 2"/>
                <a:gd name="T13" fmla="*/ 2147483646 h 2"/>
                <a:gd name="T14" fmla="*/ 0 w 2"/>
                <a:gd name="T15" fmla="*/ 0 h 2"/>
                <a:gd name="T16" fmla="*/ 0 w 2"/>
                <a:gd name="T17" fmla="*/ 0 h 2"/>
                <a:gd name="T18" fmla="*/ 2147483646 w 2"/>
                <a:gd name="T19" fmla="*/ 0 h 2"/>
                <a:gd name="T20" fmla="*/ 2147483646 w 2"/>
                <a:gd name="T21" fmla="*/ 0 h 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 h="2">
                  <a:moveTo>
                    <a:pt x="1" y="0"/>
                  </a:moveTo>
                  <a:cubicBezTo>
                    <a:pt x="1" y="0"/>
                    <a:pt x="1" y="0"/>
                    <a:pt x="2" y="0"/>
                  </a:cubicBezTo>
                  <a:cubicBezTo>
                    <a:pt x="2" y="0"/>
                    <a:pt x="2" y="0"/>
                    <a:pt x="2" y="0"/>
                  </a:cubicBezTo>
                  <a:cubicBezTo>
                    <a:pt x="2" y="1"/>
                    <a:pt x="2" y="1"/>
                    <a:pt x="2" y="1"/>
                  </a:cubicBezTo>
                  <a:cubicBezTo>
                    <a:pt x="2" y="2"/>
                    <a:pt x="2" y="2"/>
                    <a:pt x="2" y="2"/>
                  </a:cubicBezTo>
                  <a:cubicBezTo>
                    <a:pt x="1" y="2"/>
                    <a:pt x="1" y="2"/>
                    <a:pt x="0" y="2"/>
                  </a:cubicBezTo>
                  <a:cubicBezTo>
                    <a:pt x="0" y="2"/>
                    <a:pt x="0" y="2"/>
                    <a:pt x="0" y="1"/>
                  </a:cubicBezTo>
                  <a:cubicBezTo>
                    <a:pt x="0" y="1"/>
                    <a:pt x="0" y="1"/>
                    <a:pt x="0" y="0"/>
                  </a:cubicBezTo>
                  <a:cubicBezTo>
                    <a:pt x="0" y="0"/>
                    <a:pt x="0" y="0"/>
                    <a:pt x="0" y="0"/>
                  </a:cubicBezTo>
                  <a:cubicBezTo>
                    <a:pt x="1" y="0"/>
                    <a:pt x="1" y="0"/>
                    <a:pt x="1" y="0"/>
                  </a:cubicBezTo>
                  <a:cubicBezTo>
                    <a:pt x="1" y="0"/>
                    <a:pt x="1" y="0"/>
                    <a:pt x="1"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0" name="Rectangle 569"/>
            <p:cNvSpPr>
              <a:spLocks noChangeArrowheads="1"/>
            </p:cNvSpPr>
            <p:nvPr/>
          </p:nvSpPr>
          <p:spPr bwMode="auto">
            <a:xfrm>
              <a:off x="1824038" y="1169988"/>
              <a:ext cx="11113" cy="1587"/>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1" name="Freeform 570"/>
            <p:cNvSpPr/>
            <p:nvPr/>
          </p:nvSpPr>
          <p:spPr bwMode="auto">
            <a:xfrm>
              <a:off x="1822451" y="1177925"/>
              <a:ext cx="6350" cy="1587"/>
            </a:xfrm>
            <a:custGeom>
              <a:avLst/>
              <a:gdLst>
                <a:gd name="T0" fmla="*/ 2147483646 w 4"/>
                <a:gd name="T1" fmla="*/ 2147483646 h 1"/>
                <a:gd name="T2" fmla="*/ 2147483646 w 4"/>
                <a:gd name="T3" fmla="*/ 0 h 1"/>
                <a:gd name="T4" fmla="*/ 0 w 4"/>
                <a:gd name="T5" fmla="*/ 0 h 1"/>
                <a:gd name="T6" fmla="*/ 0 w 4"/>
                <a:gd name="T7" fmla="*/ 2147483646 h 1"/>
                <a:gd name="T8" fmla="*/ 2147483646 w 4"/>
                <a:gd name="T9" fmla="*/ 2147483646 h 1"/>
                <a:gd name="T10" fmla="*/ 2147483646 w 4"/>
                <a:gd name="T11" fmla="*/ 2147483646 h 1"/>
                <a:gd name="T12" fmla="*/ 2147483646 w 4"/>
                <a:gd name="T13" fmla="*/ 2147483646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
                  <a:moveTo>
                    <a:pt x="4" y="1"/>
                  </a:moveTo>
                  <a:cubicBezTo>
                    <a:pt x="4" y="1"/>
                    <a:pt x="3" y="0"/>
                    <a:pt x="3" y="0"/>
                  </a:cubicBezTo>
                  <a:cubicBezTo>
                    <a:pt x="0" y="0"/>
                    <a:pt x="0" y="0"/>
                    <a:pt x="0" y="0"/>
                  </a:cubicBezTo>
                  <a:cubicBezTo>
                    <a:pt x="0" y="1"/>
                    <a:pt x="0" y="1"/>
                    <a:pt x="0" y="1"/>
                  </a:cubicBezTo>
                  <a:cubicBezTo>
                    <a:pt x="3" y="1"/>
                    <a:pt x="3" y="1"/>
                    <a:pt x="3" y="1"/>
                  </a:cubicBezTo>
                  <a:cubicBezTo>
                    <a:pt x="3" y="1"/>
                    <a:pt x="3" y="1"/>
                    <a:pt x="3" y="1"/>
                  </a:cubicBezTo>
                  <a:cubicBezTo>
                    <a:pt x="3" y="1"/>
                    <a:pt x="4" y="1"/>
                    <a:pt x="4" y="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2" name="Freeform 571"/>
            <p:cNvSpPr/>
            <p:nvPr/>
          </p:nvSpPr>
          <p:spPr bwMode="auto">
            <a:xfrm>
              <a:off x="1822451" y="1181100"/>
              <a:ext cx="9525" cy="7937"/>
            </a:xfrm>
            <a:custGeom>
              <a:avLst/>
              <a:gdLst>
                <a:gd name="T0" fmla="*/ 2147483646 w 6"/>
                <a:gd name="T1" fmla="*/ 0 h 5"/>
                <a:gd name="T2" fmla="*/ 2147483646 w 6"/>
                <a:gd name="T3" fmla="*/ 2147483646 h 5"/>
                <a:gd name="T4" fmla="*/ 2147483646 w 6"/>
                <a:gd name="T5" fmla="*/ 2147483646 h 5"/>
                <a:gd name="T6" fmla="*/ 0 w 6"/>
                <a:gd name="T7" fmla="*/ 2147483646 h 5"/>
                <a:gd name="T8" fmla="*/ 0 w 6"/>
                <a:gd name="T9" fmla="*/ 2147483646 h 5"/>
                <a:gd name="T10" fmla="*/ 2147483646 w 6"/>
                <a:gd name="T11" fmla="*/ 2147483646 h 5"/>
                <a:gd name="T12" fmla="*/ 2147483646 w 6"/>
                <a:gd name="T13" fmla="*/ 2147483646 h 5"/>
                <a:gd name="T14" fmla="*/ 2147483646 w 6"/>
                <a:gd name="T15" fmla="*/ 0 h 5"/>
                <a:gd name="T16" fmla="*/ 2147483646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 h="5">
                  <a:moveTo>
                    <a:pt x="5" y="0"/>
                  </a:moveTo>
                  <a:cubicBezTo>
                    <a:pt x="5" y="0"/>
                    <a:pt x="5" y="1"/>
                    <a:pt x="5" y="1"/>
                  </a:cubicBezTo>
                  <a:cubicBezTo>
                    <a:pt x="5" y="3"/>
                    <a:pt x="4" y="4"/>
                    <a:pt x="3" y="4"/>
                  </a:cubicBezTo>
                  <a:cubicBezTo>
                    <a:pt x="0" y="4"/>
                    <a:pt x="0" y="4"/>
                    <a:pt x="0" y="4"/>
                  </a:cubicBezTo>
                  <a:cubicBezTo>
                    <a:pt x="0" y="5"/>
                    <a:pt x="0" y="5"/>
                    <a:pt x="0" y="5"/>
                  </a:cubicBezTo>
                  <a:cubicBezTo>
                    <a:pt x="3" y="5"/>
                    <a:pt x="3" y="5"/>
                    <a:pt x="3" y="5"/>
                  </a:cubicBezTo>
                  <a:cubicBezTo>
                    <a:pt x="4" y="5"/>
                    <a:pt x="6" y="3"/>
                    <a:pt x="6" y="1"/>
                  </a:cubicBezTo>
                  <a:cubicBezTo>
                    <a:pt x="6" y="1"/>
                    <a:pt x="6" y="0"/>
                    <a:pt x="5" y="0"/>
                  </a:cubicBezTo>
                  <a:cubicBezTo>
                    <a:pt x="5" y="0"/>
                    <a:pt x="5" y="0"/>
                    <a:pt x="5"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3" name="Freeform 572"/>
            <p:cNvSpPr/>
            <p:nvPr/>
          </p:nvSpPr>
          <p:spPr bwMode="auto">
            <a:xfrm>
              <a:off x="1830388" y="1187450"/>
              <a:ext cx="4763" cy="1587"/>
            </a:xfrm>
            <a:custGeom>
              <a:avLst/>
              <a:gdLst>
                <a:gd name="T0" fmla="*/ 0 w 3"/>
                <a:gd name="T1" fmla="*/ 0 h 1"/>
                <a:gd name="T2" fmla="*/ 2147483646 w 3"/>
                <a:gd name="T3" fmla="*/ 2147483646 h 1"/>
                <a:gd name="T4" fmla="*/ 2147483646 w 3"/>
                <a:gd name="T5" fmla="*/ 2147483646 h 1"/>
                <a:gd name="T6" fmla="*/ 2147483646 w 3"/>
                <a:gd name="T7" fmla="*/ 0 h 1"/>
                <a:gd name="T8" fmla="*/ 2147483646 w 3"/>
                <a:gd name="T9" fmla="*/ 0 h 1"/>
                <a:gd name="T10" fmla="*/ 0 w 3"/>
                <a:gd name="T11" fmla="*/ 0 h 1"/>
                <a:gd name="T12" fmla="*/ 0 w 3"/>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 h="1">
                  <a:moveTo>
                    <a:pt x="0" y="0"/>
                  </a:moveTo>
                  <a:cubicBezTo>
                    <a:pt x="0" y="0"/>
                    <a:pt x="0" y="1"/>
                    <a:pt x="1" y="1"/>
                  </a:cubicBezTo>
                  <a:cubicBezTo>
                    <a:pt x="3" y="1"/>
                    <a:pt x="3" y="1"/>
                    <a:pt x="3" y="1"/>
                  </a:cubicBezTo>
                  <a:cubicBezTo>
                    <a:pt x="3" y="0"/>
                    <a:pt x="3" y="0"/>
                    <a:pt x="3" y="0"/>
                  </a:cubicBezTo>
                  <a:cubicBezTo>
                    <a:pt x="1" y="0"/>
                    <a:pt x="1" y="0"/>
                    <a:pt x="1" y="0"/>
                  </a:cubicBezTo>
                  <a:cubicBezTo>
                    <a:pt x="1" y="0"/>
                    <a:pt x="1" y="0"/>
                    <a:pt x="0" y="0"/>
                  </a:cubicBezTo>
                  <a:cubicBezTo>
                    <a:pt x="0" y="0"/>
                    <a:pt x="0" y="0"/>
                    <a:pt x="0" y="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4" name="Freeform 573"/>
            <p:cNvSpPr/>
            <p:nvPr/>
          </p:nvSpPr>
          <p:spPr bwMode="auto">
            <a:xfrm>
              <a:off x="1827213" y="1177925"/>
              <a:ext cx="7938" cy="7937"/>
            </a:xfrm>
            <a:custGeom>
              <a:avLst/>
              <a:gdLst>
                <a:gd name="T0" fmla="*/ 2147483646 w 5"/>
                <a:gd name="T1" fmla="*/ 2147483646 h 5"/>
                <a:gd name="T2" fmla="*/ 2147483646 w 5"/>
                <a:gd name="T3" fmla="*/ 2147483646 h 5"/>
                <a:gd name="T4" fmla="*/ 2147483646 w 5"/>
                <a:gd name="T5" fmla="*/ 2147483646 h 5"/>
                <a:gd name="T6" fmla="*/ 2147483646 w 5"/>
                <a:gd name="T7" fmla="*/ 2147483646 h 5"/>
                <a:gd name="T8" fmla="*/ 2147483646 w 5"/>
                <a:gd name="T9" fmla="*/ 0 h 5"/>
                <a:gd name="T10" fmla="*/ 2147483646 w 5"/>
                <a:gd name="T11" fmla="*/ 0 h 5"/>
                <a:gd name="T12" fmla="*/ 0 w 5"/>
                <a:gd name="T13" fmla="*/ 2147483646 h 5"/>
                <a:gd name="T14" fmla="*/ 0 w 5"/>
                <a:gd name="T15" fmla="*/ 2147483646 h 5"/>
                <a:gd name="T16" fmla="*/ 2147483646 w 5"/>
                <a:gd name="T17" fmla="*/ 2147483646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 h="5">
                  <a:moveTo>
                    <a:pt x="1" y="5"/>
                  </a:moveTo>
                  <a:cubicBezTo>
                    <a:pt x="1" y="4"/>
                    <a:pt x="1" y="4"/>
                    <a:pt x="1" y="3"/>
                  </a:cubicBezTo>
                  <a:cubicBezTo>
                    <a:pt x="1" y="2"/>
                    <a:pt x="2" y="1"/>
                    <a:pt x="3" y="1"/>
                  </a:cubicBezTo>
                  <a:cubicBezTo>
                    <a:pt x="5" y="1"/>
                    <a:pt x="5" y="1"/>
                    <a:pt x="5" y="1"/>
                  </a:cubicBezTo>
                  <a:cubicBezTo>
                    <a:pt x="5" y="0"/>
                    <a:pt x="5" y="0"/>
                    <a:pt x="5" y="0"/>
                  </a:cubicBezTo>
                  <a:cubicBezTo>
                    <a:pt x="3" y="0"/>
                    <a:pt x="3" y="0"/>
                    <a:pt x="3" y="0"/>
                  </a:cubicBezTo>
                  <a:cubicBezTo>
                    <a:pt x="1" y="0"/>
                    <a:pt x="0" y="2"/>
                    <a:pt x="0" y="3"/>
                  </a:cubicBezTo>
                  <a:cubicBezTo>
                    <a:pt x="0" y="4"/>
                    <a:pt x="0" y="5"/>
                    <a:pt x="0" y="5"/>
                  </a:cubicBezTo>
                  <a:cubicBezTo>
                    <a:pt x="1" y="5"/>
                    <a:pt x="1" y="5"/>
                    <a:pt x="1"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5" name="Oval 574"/>
            <p:cNvSpPr>
              <a:spLocks noChangeArrowheads="1"/>
            </p:cNvSpPr>
            <p:nvPr/>
          </p:nvSpPr>
          <p:spPr bwMode="auto">
            <a:xfrm>
              <a:off x="1571626" y="1260475"/>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6" name="Oval 575"/>
            <p:cNvSpPr>
              <a:spLocks noChangeArrowheads="1"/>
            </p:cNvSpPr>
            <p:nvPr/>
          </p:nvSpPr>
          <p:spPr bwMode="auto">
            <a:xfrm>
              <a:off x="1643063" y="1260475"/>
              <a:ext cx="42863"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427" name="组合 468"/>
          <p:cNvGrpSpPr/>
          <p:nvPr/>
        </p:nvGrpSpPr>
        <p:grpSpPr bwMode="auto">
          <a:xfrm>
            <a:off x="10795555" y="3053006"/>
            <a:ext cx="507649" cy="998312"/>
            <a:chOff x="4238626" y="730250"/>
            <a:chExt cx="427037" cy="839787"/>
          </a:xfrm>
        </p:grpSpPr>
        <p:sp>
          <p:nvSpPr>
            <p:cNvPr id="428" name="Freeform 598"/>
            <p:cNvSpPr>
              <a:spLocks noEditPoints="1"/>
            </p:cNvSpPr>
            <p:nvPr/>
          </p:nvSpPr>
          <p:spPr bwMode="auto">
            <a:xfrm>
              <a:off x="4259263" y="730250"/>
              <a:ext cx="385763" cy="147637"/>
            </a:xfrm>
            <a:custGeom>
              <a:avLst/>
              <a:gdLst>
                <a:gd name="T0" fmla="*/ 2147483646 w 249"/>
                <a:gd name="T1" fmla="*/ 2147483646 h 95"/>
                <a:gd name="T2" fmla="*/ 0 w 249"/>
                <a:gd name="T3" fmla="*/ 2147483646 h 95"/>
                <a:gd name="T4" fmla="*/ 2147483646 w 249"/>
                <a:gd name="T5" fmla="*/ 0 h 95"/>
                <a:gd name="T6" fmla="*/ 2147483646 w 249"/>
                <a:gd name="T7" fmla="*/ 2147483646 h 95"/>
                <a:gd name="T8" fmla="*/ 2147483646 w 249"/>
                <a:gd name="T9" fmla="*/ 2147483646 h 95"/>
                <a:gd name="T10" fmla="*/ 2147483646 w 249"/>
                <a:gd name="T11" fmla="*/ 2147483646 h 95"/>
                <a:gd name="T12" fmla="*/ 2147483646 w 249"/>
                <a:gd name="T13" fmla="*/ 2147483646 h 95"/>
                <a:gd name="T14" fmla="*/ 2147483646 w 249"/>
                <a:gd name="T15" fmla="*/ 2147483646 h 95"/>
                <a:gd name="T16" fmla="*/ 2147483646 w 249"/>
                <a:gd name="T17" fmla="*/ 2147483646 h 95"/>
                <a:gd name="T18" fmla="*/ 2147483646 w 249"/>
                <a:gd name="T19" fmla="*/ 2147483646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49" h="95">
                  <a:moveTo>
                    <a:pt x="125" y="95"/>
                  </a:moveTo>
                  <a:cubicBezTo>
                    <a:pt x="55" y="95"/>
                    <a:pt x="0" y="74"/>
                    <a:pt x="0" y="48"/>
                  </a:cubicBezTo>
                  <a:cubicBezTo>
                    <a:pt x="0" y="21"/>
                    <a:pt x="55" y="0"/>
                    <a:pt x="125" y="0"/>
                  </a:cubicBezTo>
                  <a:cubicBezTo>
                    <a:pt x="194" y="0"/>
                    <a:pt x="249" y="21"/>
                    <a:pt x="249" y="48"/>
                  </a:cubicBezTo>
                  <a:cubicBezTo>
                    <a:pt x="249" y="74"/>
                    <a:pt x="194" y="95"/>
                    <a:pt x="125" y="95"/>
                  </a:cubicBezTo>
                  <a:close/>
                  <a:moveTo>
                    <a:pt x="125" y="8"/>
                  </a:moveTo>
                  <a:cubicBezTo>
                    <a:pt x="55" y="8"/>
                    <a:pt x="8" y="29"/>
                    <a:pt x="8" y="48"/>
                  </a:cubicBezTo>
                  <a:cubicBezTo>
                    <a:pt x="8" y="67"/>
                    <a:pt x="55" y="87"/>
                    <a:pt x="125" y="87"/>
                  </a:cubicBezTo>
                  <a:cubicBezTo>
                    <a:pt x="194" y="87"/>
                    <a:pt x="241" y="67"/>
                    <a:pt x="241" y="48"/>
                  </a:cubicBezTo>
                  <a:cubicBezTo>
                    <a:pt x="241" y="29"/>
                    <a:pt x="194" y="8"/>
                    <a:pt x="125" y="8"/>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29" name="Freeform 599"/>
            <p:cNvSpPr>
              <a:spLocks noEditPoints="1"/>
            </p:cNvSpPr>
            <p:nvPr/>
          </p:nvSpPr>
          <p:spPr bwMode="auto">
            <a:xfrm>
              <a:off x="4298951" y="754063"/>
              <a:ext cx="306388" cy="92075"/>
            </a:xfrm>
            <a:custGeom>
              <a:avLst/>
              <a:gdLst>
                <a:gd name="T0" fmla="*/ 2147483646 w 197"/>
                <a:gd name="T1" fmla="*/ 2147483646 h 59"/>
                <a:gd name="T2" fmla="*/ 0 w 197"/>
                <a:gd name="T3" fmla="*/ 2147483646 h 59"/>
                <a:gd name="T4" fmla="*/ 2147483646 w 197"/>
                <a:gd name="T5" fmla="*/ 0 h 59"/>
                <a:gd name="T6" fmla="*/ 2147483646 w 197"/>
                <a:gd name="T7" fmla="*/ 2147483646 h 59"/>
                <a:gd name="T8" fmla="*/ 2147483646 w 197"/>
                <a:gd name="T9" fmla="*/ 2147483646 h 59"/>
                <a:gd name="T10" fmla="*/ 2147483646 w 197"/>
                <a:gd name="T11" fmla="*/ 2147483646 h 59"/>
                <a:gd name="T12" fmla="*/ 2147483646 w 197"/>
                <a:gd name="T13" fmla="*/ 2147483646 h 59"/>
                <a:gd name="T14" fmla="*/ 2147483646 w 197"/>
                <a:gd name="T15" fmla="*/ 2147483646 h 59"/>
                <a:gd name="T16" fmla="*/ 2147483646 w 197"/>
                <a:gd name="T17" fmla="*/ 2147483646 h 59"/>
                <a:gd name="T18" fmla="*/ 2147483646 w 197"/>
                <a:gd name="T19" fmla="*/ 2147483646 h 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7" h="59">
                  <a:moveTo>
                    <a:pt x="99" y="59"/>
                  </a:moveTo>
                  <a:cubicBezTo>
                    <a:pt x="50" y="59"/>
                    <a:pt x="0" y="48"/>
                    <a:pt x="0" y="30"/>
                  </a:cubicBezTo>
                  <a:cubicBezTo>
                    <a:pt x="0" y="11"/>
                    <a:pt x="50" y="0"/>
                    <a:pt x="99" y="0"/>
                  </a:cubicBezTo>
                  <a:cubicBezTo>
                    <a:pt x="147" y="0"/>
                    <a:pt x="197" y="11"/>
                    <a:pt x="197" y="30"/>
                  </a:cubicBezTo>
                  <a:cubicBezTo>
                    <a:pt x="197" y="48"/>
                    <a:pt x="147" y="59"/>
                    <a:pt x="99" y="59"/>
                  </a:cubicBezTo>
                  <a:close/>
                  <a:moveTo>
                    <a:pt x="99" y="4"/>
                  </a:moveTo>
                  <a:cubicBezTo>
                    <a:pt x="42" y="4"/>
                    <a:pt x="4" y="17"/>
                    <a:pt x="4" y="30"/>
                  </a:cubicBezTo>
                  <a:cubicBezTo>
                    <a:pt x="4" y="42"/>
                    <a:pt x="42" y="55"/>
                    <a:pt x="99" y="55"/>
                  </a:cubicBezTo>
                  <a:cubicBezTo>
                    <a:pt x="155" y="55"/>
                    <a:pt x="193" y="42"/>
                    <a:pt x="193" y="30"/>
                  </a:cubicBezTo>
                  <a:cubicBezTo>
                    <a:pt x="193" y="17"/>
                    <a:pt x="155" y="4"/>
                    <a:pt x="99"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0" name="Freeform 600"/>
            <p:cNvSpPr/>
            <p:nvPr/>
          </p:nvSpPr>
          <p:spPr bwMode="auto">
            <a:xfrm>
              <a:off x="4257676" y="915988"/>
              <a:ext cx="388938" cy="71437"/>
            </a:xfrm>
            <a:custGeom>
              <a:avLst/>
              <a:gdLst>
                <a:gd name="T0" fmla="*/ 2147483646 w 251"/>
                <a:gd name="T1" fmla="*/ 2147483646 h 46"/>
                <a:gd name="T2" fmla="*/ 0 w 251"/>
                <a:gd name="T3" fmla="*/ 0 h 46"/>
                <a:gd name="T4" fmla="*/ 2147483646 w 251"/>
                <a:gd name="T5" fmla="*/ 0 h 46"/>
                <a:gd name="T6" fmla="*/ 2147483646 w 251"/>
                <a:gd name="T7" fmla="*/ 2147483646 h 46"/>
                <a:gd name="T8" fmla="*/ 2147483646 w 251"/>
                <a:gd name="T9" fmla="*/ 0 h 46"/>
                <a:gd name="T10" fmla="*/ 2147483646 w 251"/>
                <a:gd name="T11" fmla="*/ 0 h 46"/>
                <a:gd name="T12" fmla="*/ 2147483646 w 251"/>
                <a:gd name="T13" fmla="*/ 2147483646 h 4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1" h="46">
                  <a:moveTo>
                    <a:pt x="126" y="46"/>
                  </a:moveTo>
                  <a:cubicBezTo>
                    <a:pt x="55" y="46"/>
                    <a:pt x="0" y="26"/>
                    <a:pt x="0" y="0"/>
                  </a:cubicBezTo>
                  <a:cubicBezTo>
                    <a:pt x="4" y="0"/>
                    <a:pt x="4" y="0"/>
                    <a:pt x="4" y="0"/>
                  </a:cubicBezTo>
                  <a:cubicBezTo>
                    <a:pt x="4" y="23"/>
                    <a:pt x="60" y="42"/>
                    <a:pt x="126" y="42"/>
                  </a:cubicBezTo>
                  <a:cubicBezTo>
                    <a:pt x="192" y="42"/>
                    <a:pt x="247" y="23"/>
                    <a:pt x="247" y="0"/>
                  </a:cubicBezTo>
                  <a:cubicBezTo>
                    <a:pt x="251" y="0"/>
                    <a:pt x="251" y="0"/>
                    <a:pt x="251" y="0"/>
                  </a:cubicBezTo>
                  <a:cubicBezTo>
                    <a:pt x="251" y="26"/>
                    <a:pt x="196" y="46"/>
                    <a:pt x="126" y="4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1" name="Freeform 601"/>
            <p:cNvSpPr/>
            <p:nvPr/>
          </p:nvSpPr>
          <p:spPr bwMode="auto">
            <a:xfrm>
              <a:off x="4238626" y="804863"/>
              <a:ext cx="165100" cy="749300"/>
            </a:xfrm>
            <a:custGeom>
              <a:avLst/>
              <a:gdLst>
                <a:gd name="T0" fmla="*/ 2147483646 w 106"/>
                <a:gd name="T1" fmla="*/ 2147483646 h 482"/>
                <a:gd name="T2" fmla="*/ 0 w 106"/>
                <a:gd name="T3" fmla="*/ 2147483646 h 482"/>
                <a:gd name="T4" fmla="*/ 2147483646 w 106"/>
                <a:gd name="T5" fmla="*/ 0 h 482"/>
                <a:gd name="T6" fmla="*/ 2147483646 w 106"/>
                <a:gd name="T7" fmla="*/ 0 h 482"/>
                <a:gd name="T8" fmla="*/ 2147483646 w 106"/>
                <a:gd name="T9" fmla="*/ 2147483646 h 482"/>
                <a:gd name="T10" fmla="*/ 2147483646 w 106"/>
                <a:gd name="T11" fmla="*/ 2147483646 h 482"/>
                <a:gd name="T12" fmla="*/ 2147483646 w 106"/>
                <a:gd name="T13" fmla="*/ 2147483646 h 4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6" h="482">
                  <a:moveTo>
                    <a:pt x="105" y="482"/>
                  </a:moveTo>
                  <a:cubicBezTo>
                    <a:pt x="43" y="470"/>
                    <a:pt x="0" y="425"/>
                    <a:pt x="0" y="373"/>
                  </a:cubicBezTo>
                  <a:cubicBezTo>
                    <a:pt x="0" y="292"/>
                    <a:pt x="13" y="2"/>
                    <a:pt x="13" y="0"/>
                  </a:cubicBezTo>
                  <a:cubicBezTo>
                    <a:pt x="21" y="0"/>
                    <a:pt x="21" y="0"/>
                    <a:pt x="21" y="0"/>
                  </a:cubicBezTo>
                  <a:cubicBezTo>
                    <a:pt x="21" y="3"/>
                    <a:pt x="8" y="292"/>
                    <a:pt x="8" y="373"/>
                  </a:cubicBezTo>
                  <a:cubicBezTo>
                    <a:pt x="8" y="422"/>
                    <a:pt x="48" y="463"/>
                    <a:pt x="106" y="474"/>
                  </a:cubicBezTo>
                  <a:lnTo>
                    <a:pt x="105" y="48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2" name="Freeform 602"/>
            <p:cNvSpPr/>
            <p:nvPr/>
          </p:nvSpPr>
          <p:spPr bwMode="auto">
            <a:xfrm>
              <a:off x="4500563" y="804863"/>
              <a:ext cx="165100" cy="749300"/>
            </a:xfrm>
            <a:custGeom>
              <a:avLst/>
              <a:gdLst>
                <a:gd name="T0" fmla="*/ 2147483646 w 106"/>
                <a:gd name="T1" fmla="*/ 2147483646 h 482"/>
                <a:gd name="T2" fmla="*/ 0 w 106"/>
                <a:gd name="T3" fmla="*/ 2147483646 h 482"/>
                <a:gd name="T4" fmla="*/ 2147483646 w 106"/>
                <a:gd name="T5" fmla="*/ 2147483646 h 482"/>
                <a:gd name="T6" fmla="*/ 2147483646 w 106"/>
                <a:gd name="T7" fmla="*/ 0 h 482"/>
                <a:gd name="T8" fmla="*/ 2147483646 w 106"/>
                <a:gd name="T9" fmla="*/ 0 h 482"/>
                <a:gd name="T10" fmla="*/ 2147483646 w 106"/>
                <a:gd name="T11" fmla="*/ 2147483646 h 482"/>
                <a:gd name="T12" fmla="*/ 2147483646 w 106"/>
                <a:gd name="T13" fmla="*/ 2147483646 h 4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6" h="482">
                  <a:moveTo>
                    <a:pt x="1" y="482"/>
                  </a:moveTo>
                  <a:cubicBezTo>
                    <a:pt x="0" y="474"/>
                    <a:pt x="0" y="474"/>
                    <a:pt x="0" y="474"/>
                  </a:cubicBezTo>
                  <a:cubicBezTo>
                    <a:pt x="58" y="463"/>
                    <a:pt x="98" y="422"/>
                    <a:pt x="98" y="373"/>
                  </a:cubicBezTo>
                  <a:cubicBezTo>
                    <a:pt x="98" y="292"/>
                    <a:pt x="85" y="3"/>
                    <a:pt x="85" y="0"/>
                  </a:cubicBezTo>
                  <a:cubicBezTo>
                    <a:pt x="93" y="0"/>
                    <a:pt x="93" y="0"/>
                    <a:pt x="93" y="0"/>
                  </a:cubicBezTo>
                  <a:cubicBezTo>
                    <a:pt x="93" y="2"/>
                    <a:pt x="106" y="292"/>
                    <a:pt x="106" y="373"/>
                  </a:cubicBezTo>
                  <a:cubicBezTo>
                    <a:pt x="106" y="425"/>
                    <a:pt x="63" y="470"/>
                    <a:pt x="1" y="482"/>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3" name="Line 603"/>
            <p:cNvSpPr>
              <a:spLocks noChangeShapeType="1"/>
            </p:cNvSpPr>
            <p:nvPr/>
          </p:nvSpPr>
          <p:spPr bwMode="auto">
            <a:xfrm>
              <a:off x="4265613" y="804863"/>
              <a:ext cx="0" cy="0"/>
            </a:xfrm>
            <a:prstGeom prst="line">
              <a:avLst/>
            </a:prstGeom>
            <a:noFill/>
            <a:ln w="23813">
              <a:solidFill>
                <a:srgbClr val="5A5858"/>
              </a:solidFill>
              <a:round/>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4" name="Freeform 604"/>
            <p:cNvSpPr/>
            <p:nvPr/>
          </p:nvSpPr>
          <p:spPr bwMode="auto">
            <a:xfrm>
              <a:off x="4381501" y="1141413"/>
              <a:ext cx="50800" cy="30162"/>
            </a:xfrm>
            <a:custGeom>
              <a:avLst/>
              <a:gdLst>
                <a:gd name="T0" fmla="*/ 0 w 33"/>
                <a:gd name="T1" fmla="*/ 0 h 20"/>
                <a:gd name="T2" fmla="*/ 2147483646 w 33"/>
                <a:gd name="T3" fmla="*/ 0 h 20"/>
                <a:gd name="T4" fmla="*/ 2147483646 w 33"/>
                <a:gd name="T5" fmla="*/ 0 h 20"/>
                <a:gd name="T6" fmla="*/ 2147483646 w 33"/>
                <a:gd name="T7" fmla="*/ 0 h 20"/>
                <a:gd name="T8" fmla="*/ 2147483646 w 33"/>
                <a:gd name="T9" fmla="*/ 2147483646 h 20"/>
                <a:gd name="T10" fmla="*/ 2147483646 w 33"/>
                <a:gd name="T11" fmla="*/ 2147483646 h 20"/>
                <a:gd name="T12" fmla="*/ 2147483646 w 33"/>
                <a:gd name="T13" fmla="*/ 2147483646 h 20"/>
                <a:gd name="T14" fmla="*/ 0 w 33"/>
                <a:gd name="T15" fmla="*/ 2147483646 h 20"/>
                <a:gd name="T16" fmla="*/ 0 w 33"/>
                <a:gd name="T17" fmla="*/ 0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20">
                  <a:moveTo>
                    <a:pt x="0" y="0"/>
                  </a:moveTo>
                  <a:cubicBezTo>
                    <a:pt x="1" y="0"/>
                    <a:pt x="2" y="0"/>
                    <a:pt x="3" y="0"/>
                  </a:cubicBezTo>
                  <a:cubicBezTo>
                    <a:pt x="13" y="0"/>
                    <a:pt x="23" y="0"/>
                    <a:pt x="33" y="0"/>
                  </a:cubicBezTo>
                  <a:cubicBezTo>
                    <a:pt x="33" y="0"/>
                    <a:pt x="33" y="0"/>
                    <a:pt x="33" y="0"/>
                  </a:cubicBezTo>
                  <a:cubicBezTo>
                    <a:pt x="33" y="3"/>
                    <a:pt x="33" y="6"/>
                    <a:pt x="33" y="9"/>
                  </a:cubicBezTo>
                  <a:cubicBezTo>
                    <a:pt x="25" y="9"/>
                    <a:pt x="17" y="9"/>
                    <a:pt x="9" y="9"/>
                  </a:cubicBezTo>
                  <a:cubicBezTo>
                    <a:pt x="9" y="13"/>
                    <a:pt x="9" y="16"/>
                    <a:pt x="9" y="20"/>
                  </a:cubicBezTo>
                  <a:cubicBezTo>
                    <a:pt x="6" y="20"/>
                    <a:pt x="3" y="20"/>
                    <a:pt x="0" y="20"/>
                  </a:cubicBezTo>
                  <a:cubicBezTo>
                    <a:pt x="0" y="13"/>
                    <a:pt x="0" y="7"/>
                    <a:pt x="0" y="0"/>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5" name="Freeform 605"/>
            <p:cNvSpPr>
              <a:spLocks noEditPoints="1"/>
            </p:cNvSpPr>
            <p:nvPr/>
          </p:nvSpPr>
          <p:spPr bwMode="auto">
            <a:xfrm>
              <a:off x="4514851" y="1131888"/>
              <a:ext cx="31750" cy="34925"/>
            </a:xfrm>
            <a:custGeom>
              <a:avLst/>
              <a:gdLst>
                <a:gd name="T0" fmla="*/ 2147483646 w 21"/>
                <a:gd name="T1" fmla="*/ 0 h 22"/>
                <a:gd name="T2" fmla="*/ 0 w 21"/>
                <a:gd name="T3" fmla="*/ 2147483646 h 22"/>
                <a:gd name="T4" fmla="*/ 2147483646 w 21"/>
                <a:gd name="T5" fmla="*/ 2147483646 h 22"/>
                <a:gd name="T6" fmla="*/ 2147483646 w 21"/>
                <a:gd name="T7" fmla="*/ 2147483646 h 22"/>
                <a:gd name="T8" fmla="*/ 2147483646 w 21"/>
                <a:gd name="T9" fmla="*/ 0 h 22"/>
                <a:gd name="T10" fmla="*/ 2147483646 w 21"/>
                <a:gd name="T11" fmla="*/ 2147483646 h 22"/>
                <a:gd name="T12" fmla="*/ 2147483646 w 21"/>
                <a:gd name="T13" fmla="*/ 2147483646 h 22"/>
                <a:gd name="T14" fmla="*/ 2147483646 w 21"/>
                <a:gd name="T15" fmla="*/ 2147483646 h 22"/>
                <a:gd name="T16" fmla="*/ 2147483646 w 21"/>
                <a:gd name="T17" fmla="*/ 2147483646 h 22"/>
                <a:gd name="T18" fmla="*/ 2147483646 w 21"/>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 h="22">
                  <a:moveTo>
                    <a:pt x="10" y="0"/>
                  </a:moveTo>
                  <a:cubicBezTo>
                    <a:pt x="4" y="0"/>
                    <a:pt x="0" y="5"/>
                    <a:pt x="0" y="11"/>
                  </a:cubicBezTo>
                  <a:cubicBezTo>
                    <a:pt x="0" y="17"/>
                    <a:pt x="4" y="22"/>
                    <a:pt x="10" y="22"/>
                  </a:cubicBezTo>
                  <a:cubicBezTo>
                    <a:pt x="16" y="22"/>
                    <a:pt x="21" y="17"/>
                    <a:pt x="21" y="11"/>
                  </a:cubicBezTo>
                  <a:cubicBezTo>
                    <a:pt x="21" y="5"/>
                    <a:pt x="16" y="0"/>
                    <a:pt x="10" y="0"/>
                  </a:cubicBezTo>
                  <a:close/>
                  <a:moveTo>
                    <a:pt x="10" y="16"/>
                  </a:moveTo>
                  <a:cubicBezTo>
                    <a:pt x="8" y="16"/>
                    <a:pt x="6" y="14"/>
                    <a:pt x="6" y="11"/>
                  </a:cubicBezTo>
                  <a:cubicBezTo>
                    <a:pt x="6" y="9"/>
                    <a:pt x="8" y="7"/>
                    <a:pt x="10" y="7"/>
                  </a:cubicBezTo>
                  <a:cubicBezTo>
                    <a:pt x="13" y="7"/>
                    <a:pt x="15" y="9"/>
                    <a:pt x="15" y="11"/>
                  </a:cubicBezTo>
                  <a:cubicBezTo>
                    <a:pt x="15" y="14"/>
                    <a:pt x="13" y="16"/>
                    <a:pt x="10" y="16"/>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6" name="Freeform 606"/>
            <p:cNvSpPr/>
            <p:nvPr/>
          </p:nvSpPr>
          <p:spPr bwMode="auto">
            <a:xfrm>
              <a:off x="4397376" y="1176338"/>
              <a:ext cx="44450" cy="82550"/>
            </a:xfrm>
            <a:custGeom>
              <a:avLst/>
              <a:gdLst>
                <a:gd name="T0" fmla="*/ 0 w 29"/>
                <a:gd name="T1" fmla="*/ 2147483646 h 53"/>
                <a:gd name="T2" fmla="*/ 0 w 29"/>
                <a:gd name="T3" fmla="*/ 0 h 53"/>
                <a:gd name="T4" fmla="*/ 2147483646 w 29"/>
                <a:gd name="T5" fmla="*/ 0 h 53"/>
                <a:gd name="T6" fmla="*/ 2147483646 w 29"/>
                <a:gd name="T7" fmla="*/ 2147483646 h 53"/>
                <a:gd name="T8" fmla="*/ 2147483646 w 29"/>
                <a:gd name="T9" fmla="*/ 2147483646 h 53"/>
                <a:gd name="T10" fmla="*/ 2147483646 w 29"/>
                <a:gd name="T11" fmla="*/ 2147483646 h 53"/>
                <a:gd name="T12" fmla="*/ 2147483646 w 29"/>
                <a:gd name="T13" fmla="*/ 2147483646 h 53"/>
                <a:gd name="T14" fmla="*/ 0 w 29"/>
                <a:gd name="T15" fmla="*/ 2147483646 h 53"/>
                <a:gd name="T16" fmla="*/ 0 w 29"/>
                <a:gd name="T17" fmla="*/ 2147483646 h 53"/>
                <a:gd name="T18" fmla="*/ 2147483646 w 29"/>
                <a:gd name="T19" fmla="*/ 2147483646 h 53"/>
                <a:gd name="T20" fmla="*/ 2147483646 w 29"/>
                <a:gd name="T21" fmla="*/ 2147483646 h 53"/>
                <a:gd name="T22" fmla="*/ 2147483646 w 29"/>
                <a:gd name="T23" fmla="*/ 2147483646 h 53"/>
                <a:gd name="T24" fmla="*/ 0 w 29"/>
                <a:gd name="T25" fmla="*/ 2147483646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53">
                  <a:moveTo>
                    <a:pt x="0" y="8"/>
                  </a:moveTo>
                  <a:cubicBezTo>
                    <a:pt x="0" y="5"/>
                    <a:pt x="0" y="3"/>
                    <a:pt x="0" y="0"/>
                  </a:cubicBezTo>
                  <a:cubicBezTo>
                    <a:pt x="1" y="0"/>
                    <a:pt x="2" y="0"/>
                    <a:pt x="3" y="0"/>
                  </a:cubicBezTo>
                  <a:cubicBezTo>
                    <a:pt x="8" y="1"/>
                    <a:pt x="13" y="3"/>
                    <a:pt x="18" y="6"/>
                  </a:cubicBezTo>
                  <a:cubicBezTo>
                    <a:pt x="23" y="10"/>
                    <a:pt x="27" y="16"/>
                    <a:pt x="28" y="23"/>
                  </a:cubicBezTo>
                  <a:cubicBezTo>
                    <a:pt x="29" y="35"/>
                    <a:pt x="23" y="45"/>
                    <a:pt x="13" y="50"/>
                  </a:cubicBezTo>
                  <a:cubicBezTo>
                    <a:pt x="9" y="52"/>
                    <a:pt x="5" y="53"/>
                    <a:pt x="1" y="53"/>
                  </a:cubicBezTo>
                  <a:cubicBezTo>
                    <a:pt x="1" y="53"/>
                    <a:pt x="0" y="53"/>
                    <a:pt x="0" y="53"/>
                  </a:cubicBezTo>
                  <a:cubicBezTo>
                    <a:pt x="0" y="50"/>
                    <a:pt x="0" y="48"/>
                    <a:pt x="0" y="45"/>
                  </a:cubicBezTo>
                  <a:cubicBezTo>
                    <a:pt x="6" y="45"/>
                    <a:pt x="11" y="43"/>
                    <a:pt x="15" y="38"/>
                  </a:cubicBezTo>
                  <a:cubicBezTo>
                    <a:pt x="18" y="34"/>
                    <a:pt x="20" y="30"/>
                    <a:pt x="19" y="26"/>
                  </a:cubicBezTo>
                  <a:cubicBezTo>
                    <a:pt x="19" y="21"/>
                    <a:pt x="17" y="17"/>
                    <a:pt x="13" y="13"/>
                  </a:cubicBezTo>
                  <a:cubicBezTo>
                    <a:pt x="10" y="10"/>
                    <a:pt x="5" y="8"/>
                    <a:pt x="0" y="8"/>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7" name="Freeform 607"/>
            <p:cNvSpPr/>
            <p:nvPr/>
          </p:nvSpPr>
          <p:spPr bwMode="auto">
            <a:xfrm>
              <a:off x="4467226" y="1176338"/>
              <a:ext cx="44450" cy="82550"/>
            </a:xfrm>
            <a:custGeom>
              <a:avLst/>
              <a:gdLst>
                <a:gd name="T0" fmla="*/ 0 w 29"/>
                <a:gd name="T1" fmla="*/ 2147483646 h 53"/>
                <a:gd name="T2" fmla="*/ 0 w 29"/>
                <a:gd name="T3" fmla="*/ 2147483646 h 53"/>
                <a:gd name="T4" fmla="*/ 2147483646 w 29"/>
                <a:gd name="T5" fmla="*/ 2147483646 h 53"/>
                <a:gd name="T6" fmla="*/ 2147483646 w 29"/>
                <a:gd name="T7" fmla="*/ 2147483646 h 53"/>
                <a:gd name="T8" fmla="*/ 2147483646 w 29"/>
                <a:gd name="T9" fmla="*/ 2147483646 h 53"/>
                <a:gd name="T10" fmla="*/ 2147483646 w 29"/>
                <a:gd name="T11" fmla="*/ 2147483646 h 53"/>
                <a:gd name="T12" fmla="*/ 2147483646 w 29"/>
                <a:gd name="T13" fmla="*/ 2147483646 h 53"/>
                <a:gd name="T14" fmla="*/ 0 w 29"/>
                <a:gd name="T15" fmla="*/ 2147483646 h 53"/>
                <a:gd name="T16" fmla="*/ 0 w 29"/>
                <a:gd name="T17" fmla="*/ 0 h 53"/>
                <a:gd name="T18" fmla="*/ 2147483646 w 29"/>
                <a:gd name="T19" fmla="*/ 0 h 53"/>
                <a:gd name="T20" fmla="*/ 2147483646 w 29"/>
                <a:gd name="T21" fmla="*/ 2147483646 h 53"/>
                <a:gd name="T22" fmla="*/ 2147483646 w 29"/>
                <a:gd name="T23" fmla="*/ 2147483646 h 53"/>
                <a:gd name="T24" fmla="*/ 2147483646 w 29"/>
                <a:gd name="T25" fmla="*/ 2147483646 h 53"/>
                <a:gd name="T26" fmla="*/ 2147483646 w 29"/>
                <a:gd name="T27" fmla="*/ 2147483646 h 53"/>
                <a:gd name="T28" fmla="*/ 0 w 29"/>
                <a:gd name="T29" fmla="*/ 2147483646 h 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9" h="53">
                  <a:moveTo>
                    <a:pt x="0" y="53"/>
                  </a:moveTo>
                  <a:cubicBezTo>
                    <a:pt x="0" y="50"/>
                    <a:pt x="0" y="48"/>
                    <a:pt x="0" y="45"/>
                  </a:cubicBezTo>
                  <a:cubicBezTo>
                    <a:pt x="2" y="45"/>
                    <a:pt x="3" y="45"/>
                    <a:pt x="4" y="45"/>
                  </a:cubicBezTo>
                  <a:cubicBezTo>
                    <a:pt x="12" y="43"/>
                    <a:pt x="18" y="37"/>
                    <a:pt x="19" y="30"/>
                  </a:cubicBezTo>
                  <a:cubicBezTo>
                    <a:pt x="20" y="24"/>
                    <a:pt x="19" y="19"/>
                    <a:pt x="15" y="15"/>
                  </a:cubicBezTo>
                  <a:cubicBezTo>
                    <a:pt x="11" y="10"/>
                    <a:pt x="7" y="8"/>
                    <a:pt x="1" y="8"/>
                  </a:cubicBezTo>
                  <a:cubicBezTo>
                    <a:pt x="1" y="8"/>
                    <a:pt x="1" y="8"/>
                    <a:pt x="1" y="8"/>
                  </a:cubicBezTo>
                  <a:cubicBezTo>
                    <a:pt x="0" y="8"/>
                    <a:pt x="0" y="8"/>
                    <a:pt x="0" y="8"/>
                  </a:cubicBezTo>
                  <a:cubicBezTo>
                    <a:pt x="0" y="5"/>
                    <a:pt x="0" y="3"/>
                    <a:pt x="0" y="0"/>
                  </a:cubicBezTo>
                  <a:cubicBezTo>
                    <a:pt x="1" y="0"/>
                    <a:pt x="2" y="0"/>
                    <a:pt x="3" y="0"/>
                  </a:cubicBezTo>
                  <a:cubicBezTo>
                    <a:pt x="8" y="1"/>
                    <a:pt x="13" y="2"/>
                    <a:pt x="17" y="5"/>
                  </a:cubicBezTo>
                  <a:cubicBezTo>
                    <a:pt x="23" y="10"/>
                    <a:pt x="27" y="15"/>
                    <a:pt x="28" y="22"/>
                  </a:cubicBezTo>
                  <a:cubicBezTo>
                    <a:pt x="29" y="31"/>
                    <a:pt x="27" y="38"/>
                    <a:pt x="21" y="44"/>
                  </a:cubicBezTo>
                  <a:cubicBezTo>
                    <a:pt x="16" y="49"/>
                    <a:pt x="11" y="52"/>
                    <a:pt x="4" y="53"/>
                  </a:cubicBezTo>
                  <a:cubicBezTo>
                    <a:pt x="3" y="53"/>
                    <a:pt x="2" y="53"/>
                    <a:pt x="0" y="53"/>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8" name="Freeform 608"/>
            <p:cNvSpPr/>
            <p:nvPr/>
          </p:nvSpPr>
          <p:spPr bwMode="auto">
            <a:xfrm>
              <a:off x="4451351" y="1141413"/>
              <a:ext cx="49213" cy="30162"/>
            </a:xfrm>
            <a:custGeom>
              <a:avLst/>
              <a:gdLst>
                <a:gd name="T0" fmla="*/ 2147483646 w 32"/>
                <a:gd name="T1" fmla="*/ 2147483646 h 20"/>
                <a:gd name="T2" fmla="*/ 2147483646 w 32"/>
                <a:gd name="T3" fmla="*/ 2147483646 h 20"/>
                <a:gd name="T4" fmla="*/ 0 w 32"/>
                <a:gd name="T5" fmla="*/ 2147483646 h 20"/>
                <a:gd name="T6" fmla="*/ 0 w 32"/>
                <a:gd name="T7" fmla="*/ 0 h 20"/>
                <a:gd name="T8" fmla="*/ 2147483646 w 32"/>
                <a:gd name="T9" fmla="*/ 0 h 20"/>
                <a:gd name="T10" fmla="*/ 2147483646 w 32"/>
                <a:gd name="T11" fmla="*/ 2147483646 h 20"/>
                <a:gd name="T12" fmla="*/ 2147483646 w 32"/>
                <a:gd name="T13" fmla="*/ 2147483646 h 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20">
                  <a:moveTo>
                    <a:pt x="9" y="9"/>
                  </a:moveTo>
                  <a:cubicBezTo>
                    <a:pt x="9" y="13"/>
                    <a:pt x="9" y="16"/>
                    <a:pt x="9" y="20"/>
                  </a:cubicBezTo>
                  <a:cubicBezTo>
                    <a:pt x="6" y="20"/>
                    <a:pt x="3" y="20"/>
                    <a:pt x="0" y="20"/>
                  </a:cubicBezTo>
                  <a:cubicBezTo>
                    <a:pt x="0" y="13"/>
                    <a:pt x="0" y="7"/>
                    <a:pt x="0" y="0"/>
                  </a:cubicBezTo>
                  <a:cubicBezTo>
                    <a:pt x="11" y="0"/>
                    <a:pt x="21" y="0"/>
                    <a:pt x="32" y="0"/>
                  </a:cubicBezTo>
                  <a:cubicBezTo>
                    <a:pt x="32" y="3"/>
                    <a:pt x="32" y="6"/>
                    <a:pt x="32" y="9"/>
                  </a:cubicBezTo>
                  <a:cubicBezTo>
                    <a:pt x="24" y="9"/>
                    <a:pt x="16" y="9"/>
                    <a:pt x="9" y="9"/>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39" name="Oval 609"/>
            <p:cNvSpPr>
              <a:spLocks noChangeArrowheads="1"/>
            </p:cNvSpPr>
            <p:nvPr/>
          </p:nvSpPr>
          <p:spPr bwMode="auto">
            <a:xfrm>
              <a:off x="4394201" y="1527175"/>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0" name="Oval 610"/>
            <p:cNvSpPr>
              <a:spLocks noChangeArrowheads="1"/>
            </p:cNvSpPr>
            <p:nvPr/>
          </p:nvSpPr>
          <p:spPr bwMode="auto">
            <a:xfrm>
              <a:off x="4467226" y="1527175"/>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441" name="组合 556"/>
          <p:cNvGrpSpPr/>
          <p:nvPr/>
        </p:nvGrpSpPr>
        <p:grpSpPr bwMode="auto">
          <a:xfrm>
            <a:off x="9654314" y="3814924"/>
            <a:ext cx="883194" cy="958681"/>
            <a:chOff x="987426" y="2166938"/>
            <a:chExt cx="742950" cy="806450"/>
          </a:xfrm>
        </p:grpSpPr>
        <p:sp>
          <p:nvSpPr>
            <p:cNvPr id="442" name="Freeform 691"/>
            <p:cNvSpPr>
              <a:spLocks noEditPoints="1"/>
            </p:cNvSpPr>
            <p:nvPr/>
          </p:nvSpPr>
          <p:spPr bwMode="auto">
            <a:xfrm>
              <a:off x="987426" y="2166938"/>
              <a:ext cx="742950" cy="428625"/>
            </a:xfrm>
            <a:custGeom>
              <a:avLst/>
              <a:gdLst>
                <a:gd name="T0" fmla="*/ 2147483646 w 479"/>
                <a:gd name="T1" fmla="*/ 2147483646 h 276"/>
                <a:gd name="T2" fmla="*/ 2147483646 w 479"/>
                <a:gd name="T3" fmla="*/ 2147483646 h 276"/>
                <a:gd name="T4" fmla="*/ 2147483646 w 479"/>
                <a:gd name="T5" fmla="*/ 2147483646 h 276"/>
                <a:gd name="T6" fmla="*/ 2147483646 w 479"/>
                <a:gd name="T7" fmla="*/ 2147483646 h 276"/>
                <a:gd name="T8" fmla="*/ 2147483646 w 479"/>
                <a:gd name="T9" fmla="*/ 2147483646 h 276"/>
                <a:gd name="T10" fmla="*/ 2147483646 w 479"/>
                <a:gd name="T11" fmla="*/ 2147483646 h 276"/>
                <a:gd name="T12" fmla="*/ 2147483646 w 479"/>
                <a:gd name="T13" fmla="*/ 2147483646 h 276"/>
                <a:gd name="T14" fmla="*/ 2147483646 w 479"/>
                <a:gd name="T15" fmla="*/ 2147483646 h 276"/>
                <a:gd name="T16" fmla="*/ 2147483646 w 479"/>
                <a:gd name="T17" fmla="*/ 2147483646 h 276"/>
                <a:gd name="T18" fmla="*/ 2147483646 w 479"/>
                <a:gd name="T19" fmla="*/ 2147483646 h 276"/>
                <a:gd name="T20" fmla="*/ 2147483646 w 479"/>
                <a:gd name="T21" fmla="*/ 2147483646 h 276"/>
                <a:gd name="T22" fmla="*/ 2147483646 w 479"/>
                <a:gd name="T23" fmla="*/ 2147483646 h 276"/>
                <a:gd name="T24" fmla="*/ 2147483646 w 479"/>
                <a:gd name="T25" fmla="*/ 2147483646 h 276"/>
                <a:gd name="T26" fmla="*/ 2147483646 w 479"/>
                <a:gd name="T27" fmla="*/ 2147483646 h 276"/>
                <a:gd name="T28" fmla="*/ 2147483646 w 479"/>
                <a:gd name="T29" fmla="*/ 2147483646 h 276"/>
                <a:gd name="T30" fmla="*/ 2147483646 w 479"/>
                <a:gd name="T31" fmla="*/ 2147483646 h 276"/>
                <a:gd name="T32" fmla="*/ 2147483646 w 479"/>
                <a:gd name="T33" fmla="*/ 2147483646 h 276"/>
                <a:gd name="T34" fmla="*/ 2147483646 w 479"/>
                <a:gd name="T35" fmla="*/ 2147483646 h 276"/>
                <a:gd name="T36" fmla="*/ 2147483646 w 479"/>
                <a:gd name="T37" fmla="*/ 2147483646 h 276"/>
                <a:gd name="T38" fmla="*/ 2147483646 w 479"/>
                <a:gd name="T39" fmla="*/ 2147483646 h 276"/>
                <a:gd name="T40" fmla="*/ 2147483646 w 479"/>
                <a:gd name="T41" fmla="*/ 2147483646 h 276"/>
                <a:gd name="T42" fmla="*/ 2147483646 w 479"/>
                <a:gd name="T43" fmla="*/ 2147483646 h 276"/>
                <a:gd name="T44" fmla="*/ 2147483646 w 479"/>
                <a:gd name="T45" fmla="*/ 2147483646 h 276"/>
                <a:gd name="T46" fmla="*/ 2147483646 w 479"/>
                <a:gd name="T47" fmla="*/ 2147483646 h 276"/>
                <a:gd name="T48" fmla="*/ 2147483646 w 479"/>
                <a:gd name="T49" fmla="*/ 2147483646 h 2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79" h="276">
                  <a:moveTo>
                    <a:pt x="255" y="274"/>
                  </a:moveTo>
                  <a:cubicBezTo>
                    <a:pt x="240" y="274"/>
                    <a:pt x="226" y="272"/>
                    <a:pt x="212" y="269"/>
                  </a:cubicBezTo>
                  <a:cubicBezTo>
                    <a:pt x="57" y="228"/>
                    <a:pt x="57" y="228"/>
                    <a:pt x="57" y="228"/>
                  </a:cubicBezTo>
                  <a:cubicBezTo>
                    <a:pt x="29" y="221"/>
                    <a:pt x="10" y="206"/>
                    <a:pt x="5" y="186"/>
                  </a:cubicBezTo>
                  <a:cubicBezTo>
                    <a:pt x="0" y="168"/>
                    <a:pt x="7" y="149"/>
                    <a:pt x="25" y="132"/>
                  </a:cubicBezTo>
                  <a:cubicBezTo>
                    <a:pt x="107" y="51"/>
                    <a:pt x="107" y="51"/>
                    <a:pt x="107" y="51"/>
                  </a:cubicBezTo>
                  <a:cubicBezTo>
                    <a:pt x="142" y="17"/>
                    <a:pt x="211" y="0"/>
                    <a:pt x="264" y="12"/>
                  </a:cubicBezTo>
                  <a:cubicBezTo>
                    <a:pt x="413" y="44"/>
                    <a:pt x="413" y="44"/>
                    <a:pt x="413" y="44"/>
                  </a:cubicBezTo>
                  <a:cubicBezTo>
                    <a:pt x="445" y="51"/>
                    <a:pt x="467" y="67"/>
                    <a:pt x="473" y="88"/>
                  </a:cubicBezTo>
                  <a:cubicBezTo>
                    <a:pt x="479" y="103"/>
                    <a:pt x="474" y="121"/>
                    <a:pt x="460" y="137"/>
                  </a:cubicBezTo>
                  <a:cubicBezTo>
                    <a:pt x="383" y="225"/>
                    <a:pt x="383" y="225"/>
                    <a:pt x="383" y="225"/>
                  </a:cubicBezTo>
                  <a:cubicBezTo>
                    <a:pt x="356" y="255"/>
                    <a:pt x="305" y="274"/>
                    <a:pt x="255" y="274"/>
                  </a:cubicBezTo>
                  <a:close/>
                  <a:moveTo>
                    <a:pt x="229" y="16"/>
                  </a:moveTo>
                  <a:cubicBezTo>
                    <a:pt x="186" y="16"/>
                    <a:pt x="138" y="32"/>
                    <a:pt x="113" y="57"/>
                  </a:cubicBezTo>
                  <a:cubicBezTo>
                    <a:pt x="30" y="138"/>
                    <a:pt x="30" y="138"/>
                    <a:pt x="30" y="138"/>
                  </a:cubicBezTo>
                  <a:cubicBezTo>
                    <a:pt x="15" y="153"/>
                    <a:pt x="8" y="169"/>
                    <a:pt x="12" y="184"/>
                  </a:cubicBezTo>
                  <a:cubicBezTo>
                    <a:pt x="17" y="201"/>
                    <a:pt x="34" y="214"/>
                    <a:pt x="59" y="221"/>
                  </a:cubicBezTo>
                  <a:cubicBezTo>
                    <a:pt x="214" y="261"/>
                    <a:pt x="214" y="261"/>
                    <a:pt x="214" y="261"/>
                  </a:cubicBezTo>
                  <a:cubicBezTo>
                    <a:pt x="214" y="261"/>
                    <a:pt x="214" y="261"/>
                    <a:pt x="214" y="261"/>
                  </a:cubicBezTo>
                  <a:cubicBezTo>
                    <a:pt x="270" y="276"/>
                    <a:pt x="344" y="256"/>
                    <a:pt x="377" y="219"/>
                  </a:cubicBezTo>
                  <a:cubicBezTo>
                    <a:pt x="454" y="131"/>
                    <a:pt x="454" y="131"/>
                    <a:pt x="454" y="131"/>
                  </a:cubicBezTo>
                  <a:cubicBezTo>
                    <a:pt x="466" y="118"/>
                    <a:pt x="470" y="103"/>
                    <a:pt x="466" y="90"/>
                  </a:cubicBezTo>
                  <a:cubicBezTo>
                    <a:pt x="460" y="72"/>
                    <a:pt x="440" y="59"/>
                    <a:pt x="411" y="52"/>
                  </a:cubicBezTo>
                  <a:cubicBezTo>
                    <a:pt x="262" y="20"/>
                    <a:pt x="262" y="20"/>
                    <a:pt x="262" y="20"/>
                  </a:cubicBezTo>
                  <a:cubicBezTo>
                    <a:pt x="252" y="17"/>
                    <a:pt x="241" y="16"/>
                    <a:pt x="229" y="1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3" name="Freeform 692"/>
            <p:cNvSpPr/>
            <p:nvPr/>
          </p:nvSpPr>
          <p:spPr bwMode="auto">
            <a:xfrm>
              <a:off x="998538" y="2438400"/>
              <a:ext cx="722313" cy="274637"/>
            </a:xfrm>
            <a:custGeom>
              <a:avLst/>
              <a:gdLst>
                <a:gd name="T0" fmla="*/ 2147483646 w 466"/>
                <a:gd name="T1" fmla="*/ 2147483646 h 176"/>
                <a:gd name="T2" fmla="*/ 2147483646 w 466"/>
                <a:gd name="T3" fmla="*/ 2147483646 h 176"/>
                <a:gd name="T4" fmla="*/ 2147483646 w 466"/>
                <a:gd name="T5" fmla="*/ 2147483646 h 176"/>
                <a:gd name="T6" fmla="*/ 0 w 466"/>
                <a:gd name="T7" fmla="*/ 2147483646 h 176"/>
                <a:gd name="T8" fmla="*/ 2147483646 w 466"/>
                <a:gd name="T9" fmla="*/ 2147483646 h 176"/>
                <a:gd name="T10" fmla="*/ 2147483646 w 466"/>
                <a:gd name="T11" fmla="*/ 2147483646 h 176"/>
                <a:gd name="T12" fmla="*/ 2147483646 w 466"/>
                <a:gd name="T13" fmla="*/ 2147483646 h 176"/>
                <a:gd name="T14" fmla="*/ 2147483646 w 466"/>
                <a:gd name="T15" fmla="*/ 2147483646 h 176"/>
                <a:gd name="T16" fmla="*/ 2147483646 w 466"/>
                <a:gd name="T17" fmla="*/ 2147483646 h 176"/>
                <a:gd name="T18" fmla="*/ 2147483646 w 466"/>
                <a:gd name="T19" fmla="*/ 0 h 176"/>
                <a:gd name="T20" fmla="*/ 2147483646 w 466"/>
                <a:gd name="T21" fmla="*/ 0 h 176"/>
                <a:gd name="T22" fmla="*/ 2147483646 w 466"/>
                <a:gd name="T23" fmla="*/ 2147483646 h 176"/>
                <a:gd name="T24" fmla="*/ 2147483646 w 466"/>
                <a:gd name="T25" fmla="*/ 2147483646 h 176"/>
                <a:gd name="T26" fmla="*/ 2147483646 w 466"/>
                <a:gd name="T27" fmla="*/ 2147483646 h 1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66" h="176">
                  <a:moveTo>
                    <a:pt x="249" y="170"/>
                  </a:moveTo>
                  <a:cubicBezTo>
                    <a:pt x="234" y="170"/>
                    <a:pt x="220" y="168"/>
                    <a:pt x="206" y="165"/>
                  </a:cubicBezTo>
                  <a:cubicBezTo>
                    <a:pt x="52" y="125"/>
                    <a:pt x="52" y="125"/>
                    <a:pt x="52" y="125"/>
                  </a:cubicBezTo>
                  <a:cubicBezTo>
                    <a:pt x="20" y="117"/>
                    <a:pt x="1" y="98"/>
                    <a:pt x="0" y="75"/>
                  </a:cubicBezTo>
                  <a:cubicBezTo>
                    <a:pt x="4" y="75"/>
                    <a:pt x="4" y="75"/>
                    <a:pt x="4" y="75"/>
                  </a:cubicBezTo>
                  <a:cubicBezTo>
                    <a:pt x="5" y="96"/>
                    <a:pt x="23" y="113"/>
                    <a:pt x="53" y="121"/>
                  </a:cubicBezTo>
                  <a:cubicBezTo>
                    <a:pt x="207" y="161"/>
                    <a:pt x="207" y="161"/>
                    <a:pt x="207" y="161"/>
                  </a:cubicBezTo>
                  <a:cubicBezTo>
                    <a:pt x="263" y="176"/>
                    <a:pt x="339" y="156"/>
                    <a:pt x="371" y="119"/>
                  </a:cubicBezTo>
                  <a:cubicBezTo>
                    <a:pt x="448" y="32"/>
                    <a:pt x="448" y="32"/>
                    <a:pt x="448" y="32"/>
                  </a:cubicBezTo>
                  <a:cubicBezTo>
                    <a:pt x="457" y="22"/>
                    <a:pt x="462" y="11"/>
                    <a:pt x="462" y="0"/>
                  </a:cubicBezTo>
                  <a:cubicBezTo>
                    <a:pt x="466" y="0"/>
                    <a:pt x="466" y="0"/>
                    <a:pt x="466" y="0"/>
                  </a:cubicBezTo>
                  <a:cubicBezTo>
                    <a:pt x="466" y="12"/>
                    <a:pt x="461" y="24"/>
                    <a:pt x="451" y="35"/>
                  </a:cubicBezTo>
                  <a:cubicBezTo>
                    <a:pt x="374" y="122"/>
                    <a:pt x="374" y="122"/>
                    <a:pt x="374" y="122"/>
                  </a:cubicBezTo>
                  <a:cubicBezTo>
                    <a:pt x="348" y="152"/>
                    <a:pt x="297" y="170"/>
                    <a:pt x="249" y="17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4" name="Freeform 693"/>
            <p:cNvSpPr/>
            <p:nvPr/>
          </p:nvSpPr>
          <p:spPr bwMode="auto">
            <a:xfrm>
              <a:off x="1646238" y="2320925"/>
              <a:ext cx="77788" cy="434975"/>
            </a:xfrm>
            <a:custGeom>
              <a:avLst/>
              <a:gdLst>
                <a:gd name="T0" fmla="*/ 2147483646 w 50"/>
                <a:gd name="T1" fmla="*/ 2147483646 h 280"/>
                <a:gd name="T2" fmla="*/ 0 w 50"/>
                <a:gd name="T3" fmla="*/ 2147483646 h 280"/>
                <a:gd name="T4" fmla="*/ 2147483646 w 50"/>
                <a:gd name="T5" fmla="*/ 2147483646 h 280"/>
                <a:gd name="T6" fmla="*/ 2147483646 w 50"/>
                <a:gd name="T7" fmla="*/ 2147483646 h 280"/>
                <a:gd name="T8" fmla="*/ 2147483646 w 50"/>
                <a:gd name="T9" fmla="*/ 0 h 280"/>
                <a:gd name="T10" fmla="*/ 2147483646 w 50"/>
                <a:gd name="T11" fmla="*/ 0 h 280"/>
                <a:gd name="T12" fmla="*/ 2147483646 w 50"/>
                <a:gd name="T13" fmla="*/ 2147483646 h 280"/>
                <a:gd name="T14" fmla="*/ 2147483646 w 50"/>
                <a:gd name="T15" fmla="*/ 2147483646 h 280"/>
                <a:gd name="T16" fmla="*/ 2147483646 w 50"/>
                <a:gd name="T17" fmla="*/ 2147483646 h 2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0" h="280">
                  <a:moveTo>
                    <a:pt x="7" y="280"/>
                  </a:moveTo>
                  <a:cubicBezTo>
                    <a:pt x="0" y="275"/>
                    <a:pt x="0" y="275"/>
                    <a:pt x="0" y="275"/>
                  </a:cubicBezTo>
                  <a:cubicBezTo>
                    <a:pt x="27" y="241"/>
                    <a:pt x="27" y="241"/>
                    <a:pt x="27" y="241"/>
                  </a:cubicBezTo>
                  <a:cubicBezTo>
                    <a:pt x="36" y="229"/>
                    <a:pt x="41" y="217"/>
                    <a:pt x="41" y="205"/>
                  </a:cubicBezTo>
                  <a:cubicBezTo>
                    <a:pt x="42" y="0"/>
                    <a:pt x="42" y="0"/>
                    <a:pt x="42" y="0"/>
                  </a:cubicBezTo>
                  <a:cubicBezTo>
                    <a:pt x="50" y="0"/>
                    <a:pt x="50" y="0"/>
                    <a:pt x="50" y="0"/>
                  </a:cubicBezTo>
                  <a:cubicBezTo>
                    <a:pt x="49" y="205"/>
                    <a:pt x="49" y="205"/>
                    <a:pt x="49" y="205"/>
                  </a:cubicBezTo>
                  <a:cubicBezTo>
                    <a:pt x="49" y="219"/>
                    <a:pt x="44" y="233"/>
                    <a:pt x="34" y="246"/>
                  </a:cubicBezTo>
                  <a:lnTo>
                    <a:pt x="7" y="280"/>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5" name="Freeform 694"/>
            <p:cNvSpPr/>
            <p:nvPr/>
          </p:nvSpPr>
          <p:spPr bwMode="auto">
            <a:xfrm>
              <a:off x="992188" y="2438400"/>
              <a:ext cx="620713" cy="503237"/>
            </a:xfrm>
            <a:custGeom>
              <a:avLst/>
              <a:gdLst>
                <a:gd name="T0" fmla="*/ 2147483646 w 400"/>
                <a:gd name="T1" fmla="*/ 2147483646 h 323"/>
                <a:gd name="T2" fmla="*/ 2147483646 w 400"/>
                <a:gd name="T3" fmla="*/ 2147483646 h 323"/>
                <a:gd name="T4" fmla="*/ 2147483646 w 400"/>
                <a:gd name="T5" fmla="*/ 2147483646 h 323"/>
                <a:gd name="T6" fmla="*/ 2147483646 w 400"/>
                <a:gd name="T7" fmla="*/ 2147483646 h 323"/>
                <a:gd name="T8" fmla="*/ 0 w 400"/>
                <a:gd name="T9" fmla="*/ 0 h 323"/>
                <a:gd name="T10" fmla="*/ 2147483646 w 400"/>
                <a:gd name="T11" fmla="*/ 0 h 323"/>
                <a:gd name="T12" fmla="*/ 2147483646 w 400"/>
                <a:gd name="T13" fmla="*/ 2147483646 h 323"/>
                <a:gd name="T14" fmla="*/ 2147483646 w 400"/>
                <a:gd name="T15" fmla="*/ 2147483646 h 323"/>
                <a:gd name="T16" fmla="*/ 2147483646 w 400"/>
                <a:gd name="T17" fmla="*/ 2147483646 h 323"/>
                <a:gd name="T18" fmla="*/ 2147483646 w 400"/>
                <a:gd name="T19" fmla="*/ 2147483646 h 323"/>
                <a:gd name="T20" fmla="*/ 2147483646 w 400"/>
                <a:gd name="T21" fmla="*/ 2147483646 h 323"/>
                <a:gd name="T22" fmla="*/ 2147483646 w 400"/>
                <a:gd name="T23" fmla="*/ 2147483646 h 323"/>
                <a:gd name="T24" fmla="*/ 2147483646 w 400"/>
                <a:gd name="T25" fmla="*/ 2147483646 h 323"/>
                <a:gd name="T26" fmla="*/ 2147483646 w 400"/>
                <a:gd name="T27" fmla="*/ 2147483646 h 3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00" h="323">
                  <a:moveTo>
                    <a:pt x="254" y="321"/>
                  </a:moveTo>
                  <a:cubicBezTo>
                    <a:pt x="239" y="321"/>
                    <a:pt x="225" y="319"/>
                    <a:pt x="211" y="315"/>
                  </a:cubicBezTo>
                  <a:cubicBezTo>
                    <a:pt x="59" y="271"/>
                    <a:pt x="59" y="271"/>
                    <a:pt x="59" y="271"/>
                  </a:cubicBezTo>
                  <a:cubicBezTo>
                    <a:pt x="27" y="261"/>
                    <a:pt x="7" y="240"/>
                    <a:pt x="6" y="215"/>
                  </a:cubicBezTo>
                  <a:cubicBezTo>
                    <a:pt x="0" y="0"/>
                    <a:pt x="0" y="0"/>
                    <a:pt x="0" y="0"/>
                  </a:cubicBezTo>
                  <a:cubicBezTo>
                    <a:pt x="8" y="0"/>
                    <a:pt x="8" y="0"/>
                    <a:pt x="8" y="0"/>
                  </a:cubicBezTo>
                  <a:cubicBezTo>
                    <a:pt x="14" y="214"/>
                    <a:pt x="14" y="214"/>
                    <a:pt x="14" y="214"/>
                  </a:cubicBezTo>
                  <a:cubicBezTo>
                    <a:pt x="15" y="237"/>
                    <a:pt x="32" y="254"/>
                    <a:pt x="61" y="263"/>
                  </a:cubicBezTo>
                  <a:cubicBezTo>
                    <a:pt x="214" y="307"/>
                    <a:pt x="214" y="307"/>
                    <a:pt x="214" y="307"/>
                  </a:cubicBezTo>
                  <a:cubicBezTo>
                    <a:pt x="268" y="323"/>
                    <a:pt x="341" y="302"/>
                    <a:pt x="373" y="261"/>
                  </a:cubicBezTo>
                  <a:cubicBezTo>
                    <a:pt x="394" y="236"/>
                    <a:pt x="394" y="236"/>
                    <a:pt x="394" y="236"/>
                  </a:cubicBezTo>
                  <a:cubicBezTo>
                    <a:pt x="400" y="241"/>
                    <a:pt x="400" y="241"/>
                    <a:pt x="400" y="241"/>
                  </a:cubicBezTo>
                  <a:cubicBezTo>
                    <a:pt x="380" y="266"/>
                    <a:pt x="380" y="266"/>
                    <a:pt x="380" y="266"/>
                  </a:cubicBezTo>
                  <a:cubicBezTo>
                    <a:pt x="353" y="300"/>
                    <a:pt x="302" y="321"/>
                    <a:pt x="254" y="321"/>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6" name="Freeform 695"/>
            <p:cNvSpPr/>
            <p:nvPr/>
          </p:nvSpPr>
          <p:spPr bwMode="auto">
            <a:xfrm>
              <a:off x="1076326" y="2327275"/>
              <a:ext cx="552450" cy="130175"/>
            </a:xfrm>
            <a:custGeom>
              <a:avLst/>
              <a:gdLst>
                <a:gd name="T0" fmla="*/ 2147483646 w 348"/>
                <a:gd name="T1" fmla="*/ 2147483646 h 82"/>
                <a:gd name="T2" fmla="*/ 0 w 348"/>
                <a:gd name="T3" fmla="*/ 2147483646 h 82"/>
                <a:gd name="T4" fmla="*/ 2147483646 w 348"/>
                <a:gd name="T5" fmla="*/ 0 h 82"/>
                <a:gd name="T6" fmla="*/ 2147483646 w 348"/>
                <a:gd name="T7" fmla="*/ 2147483646 h 82"/>
                <a:gd name="T8" fmla="*/ 2147483646 w 348"/>
                <a:gd name="T9" fmla="*/ 2147483646 h 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82">
                  <a:moveTo>
                    <a:pt x="347" y="82"/>
                  </a:moveTo>
                  <a:lnTo>
                    <a:pt x="0" y="4"/>
                  </a:lnTo>
                  <a:lnTo>
                    <a:pt x="1" y="0"/>
                  </a:lnTo>
                  <a:lnTo>
                    <a:pt x="348" y="78"/>
                  </a:lnTo>
                  <a:lnTo>
                    <a:pt x="347" y="82"/>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7" name="Freeform 696"/>
            <p:cNvSpPr/>
            <p:nvPr/>
          </p:nvSpPr>
          <p:spPr bwMode="auto">
            <a:xfrm>
              <a:off x="1370013" y="2224088"/>
              <a:ext cx="215900" cy="53975"/>
            </a:xfrm>
            <a:custGeom>
              <a:avLst/>
              <a:gdLst>
                <a:gd name="T0" fmla="*/ 2147483646 w 139"/>
                <a:gd name="T1" fmla="*/ 2147483646 h 34"/>
                <a:gd name="T2" fmla="*/ 2147483646 w 139"/>
                <a:gd name="T3" fmla="*/ 2147483646 h 34"/>
                <a:gd name="T4" fmla="*/ 2147483646 w 139"/>
                <a:gd name="T5" fmla="*/ 2147483646 h 34"/>
                <a:gd name="T6" fmla="*/ 2147483646 w 139"/>
                <a:gd name="T7" fmla="*/ 2147483646 h 34"/>
                <a:gd name="T8" fmla="*/ 2147483646 w 139"/>
                <a:gd name="T9" fmla="*/ 2147483646 h 34"/>
                <a:gd name="T10" fmla="*/ 2147483646 w 139"/>
                <a:gd name="T11" fmla="*/ 2147483646 h 34"/>
                <a:gd name="T12" fmla="*/ 2147483646 w 139"/>
                <a:gd name="T13" fmla="*/ 2147483646 h 34"/>
                <a:gd name="T14" fmla="*/ 2147483646 w 139"/>
                <a:gd name="T15" fmla="*/ 2147483646 h 3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9" h="34">
                  <a:moveTo>
                    <a:pt x="135" y="34"/>
                  </a:moveTo>
                  <a:cubicBezTo>
                    <a:pt x="134" y="34"/>
                    <a:pt x="134" y="34"/>
                    <a:pt x="134" y="34"/>
                  </a:cubicBezTo>
                  <a:cubicBezTo>
                    <a:pt x="4" y="8"/>
                    <a:pt x="4" y="8"/>
                    <a:pt x="4" y="8"/>
                  </a:cubicBezTo>
                  <a:cubicBezTo>
                    <a:pt x="2" y="8"/>
                    <a:pt x="0" y="6"/>
                    <a:pt x="1" y="4"/>
                  </a:cubicBezTo>
                  <a:cubicBezTo>
                    <a:pt x="1" y="2"/>
                    <a:pt x="3" y="0"/>
                    <a:pt x="5" y="1"/>
                  </a:cubicBezTo>
                  <a:cubicBezTo>
                    <a:pt x="135" y="26"/>
                    <a:pt x="135" y="26"/>
                    <a:pt x="135" y="26"/>
                  </a:cubicBezTo>
                  <a:cubicBezTo>
                    <a:pt x="138" y="27"/>
                    <a:pt x="139" y="29"/>
                    <a:pt x="139" y="31"/>
                  </a:cubicBezTo>
                  <a:cubicBezTo>
                    <a:pt x="138" y="33"/>
                    <a:pt x="137" y="34"/>
                    <a:pt x="135" y="3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8" name="Freeform 697"/>
            <p:cNvSpPr>
              <a:spLocks noEditPoints="1"/>
            </p:cNvSpPr>
            <p:nvPr/>
          </p:nvSpPr>
          <p:spPr bwMode="auto">
            <a:xfrm>
              <a:off x="1123951" y="2689225"/>
              <a:ext cx="133350" cy="141287"/>
            </a:xfrm>
            <a:custGeom>
              <a:avLst/>
              <a:gdLst>
                <a:gd name="T0" fmla="*/ 2147483646 w 86"/>
                <a:gd name="T1" fmla="*/ 2147483646 h 91"/>
                <a:gd name="T2" fmla="*/ 2147483646 w 86"/>
                <a:gd name="T3" fmla="*/ 2147483646 h 91"/>
                <a:gd name="T4" fmla="*/ 0 w 86"/>
                <a:gd name="T5" fmla="*/ 2147483646 h 91"/>
                <a:gd name="T6" fmla="*/ 2147483646 w 86"/>
                <a:gd name="T7" fmla="*/ 2147483646 h 91"/>
                <a:gd name="T8" fmla="*/ 2147483646 w 86"/>
                <a:gd name="T9" fmla="*/ 2147483646 h 91"/>
                <a:gd name="T10" fmla="*/ 2147483646 w 86"/>
                <a:gd name="T11" fmla="*/ 2147483646 h 91"/>
                <a:gd name="T12" fmla="*/ 2147483646 w 86"/>
                <a:gd name="T13" fmla="*/ 2147483646 h 91"/>
                <a:gd name="T14" fmla="*/ 2147483646 w 86"/>
                <a:gd name="T15" fmla="*/ 2147483646 h 91"/>
                <a:gd name="T16" fmla="*/ 2147483646 w 86"/>
                <a:gd name="T17" fmla="*/ 2147483646 h 91"/>
                <a:gd name="T18" fmla="*/ 2147483646 w 86"/>
                <a:gd name="T19" fmla="*/ 2147483646 h 91"/>
                <a:gd name="T20" fmla="*/ 2147483646 w 86"/>
                <a:gd name="T21" fmla="*/ 2147483646 h 91"/>
                <a:gd name="T22" fmla="*/ 2147483646 w 86"/>
                <a:gd name="T23" fmla="*/ 2147483646 h 91"/>
                <a:gd name="T24" fmla="*/ 2147483646 w 86"/>
                <a:gd name="T25" fmla="*/ 2147483646 h 91"/>
                <a:gd name="T26" fmla="*/ 2147483646 w 86"/>
                <a:gd name="T27" fmla="*/ 2147483646 h 91"/>
                <a:gd name="T28" fmla="*/ 2147483646 w 86"/>
                <a:gd name="T29" fmla="*/ 2147483646 h 91"/>
                <a:gd name="T30" fmla="*/ 2147483646 w 86"/>
                <a:gd name="T31" fmla="*/ 2147483646 h 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6" h="91">
                  <a:moveTo>
                    <a:pt x="51" y="91"/>
                  </a:moveTo>
                  <a:cubicBezTo>
                    <a:pt x="49" y="91"/>
                    <a:pt x="46" y="90"/>
                    <a:pt x="43" y="90"/>
                  </a:cubicBezTo>
                  <a:cubicBezTo>
                    <a:pt x="20" y="85"/>
                    <a:pt x="0" y="62"/>
                    <a:pt x="0" y="38"/>
                  </a:cubicBezTo>
                  <a:cubicBezTo>
                    <a:pt x="0" y="26"/>
                    <a:pt x="5" y="16"/>
                    <a:pt x="13" y="9"/>
                  </a:cubicBezTo>
                  <a:cubicBezTo>
                    <a:pt x="21" y="2"/>
                    <a:pt x="32" y="0"/>
                    <a:pt x="44" y="2"/>
                  </a:cubicBezTo>
                  <a:cubicBezTo>
                    <a:pt x="67" y="7"/>
                    <a:pt x="86" y="30"/>
                    <a:pt x="86" y="54"/>
                  </a:cubicBezTo>
                  <a:cubicBezTo>
                    <a:pt x="86" y="66"/>
                    <a:pt x="82" y="76"/>
                    <a:pt x="74" y="83"/>
                  </a:cubicBezTo>
                  <a:cubicBezTo>
                    <a:pt x="67" y="88"/>
                    <a:pt x="60" y="91"/>
                    <a:pt x="51" y="91"/>
                  </a:cubicBezTo>
                  <a:close/>
                  <a:moveTo>
                    <a:pt x="35" y="6"/>
                  </a:moveTo>
                  <a:cubicBezTo>
                    <a:pt x="28" y="6"/>
                    <a:pt x="21" y="8"/>
                    <a:pt x="16" y="12"/>
                  </a:cubicBezTo>
                  <a:cubicBezTo>
                    <a:pt x="8" y="18"/>
                    <a:pt x="4" y="27"/>
                    <a:pt x="4" y="38"/>
                  </a:cubicBezTo>
                  <a:cubicBezTo>
                    <a:pt x="4" y="60"/>
                    <a:pt x="22" y="81"/>
                    <a:pt x="44" y="86"/>
                  </a:cubicBezTo>
                  <a:cubicBezTo>
                    <a:pt x="54" y="88"/>
                    <a:pt x="64" y="86"/>
                    <a:pt x="71" y="80"/>
                  </a:cubicBezTo>
                  <a:cubicBezTo>
                    <a:pt x="78" y="74"/>
                    <a:pt x="82" y="65"/>
                    <a:pt x="82" y="54"/>
                  </a:cubicBezTo>
                  <a:cubicBezTo>
                    <a:pt x="82" y="32"/>
                    <a:pt x="65" y="11"/>
                    <a:pt x="43" y="6"/>
                  </a:cubicBezTo>
                  <a:cubicBezTo>
                    <a:pt x="40" y="6"/>
                    <a:pt x="38" y="6"/>
                    <a:pt x="35" y="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49" name="Freeform 698"/>
            <p:cNvSpPr>
              <a:spLocks noEditPoints="1"/>
            </p:cNvSpPr>
            <p:nvPr/>
          </p:nvSpPr>
          <p:spPr bwMode="auto">
            <a:xfrm>
              <a:off x="1139826" y="2705100"/>
              <a:ext cx="103188" cy="109537"/>
            </a:xfrm>
            <a:custGeom>
              <a:avLst/>
              <a:gdLst>
                <a:gd name="T0" fmla="*/ 2147483646 w 67"/>
                <a:gd name="T1" fmla="*/ 2147483646 h 71"/>
                <a:gd name="T2" fmla="*/ 2147483646 w 67"/>
                <a:gd name="T3" fmla="*/ 2147483646 h 71"/>
                <a:gd name="T4" fmla="*/ 0 w 67"/>
                <a:gd name="T5" fmla="*/ 2147483646 h 71"/>
                <a:gd name="T6" fmla="*/ 2147483646 w 67"/>
                <a:gd name="T7" fmla="*/ 2147483646 h 71"/>
                <a:gd name="T8" fmla="*/ 2147483646 w 67"/>
                <a:gd name="T9" fmla="*/ 2147483646 h 71"/>
                <a:gd name="T10" fmla="*/ 2147483646 w 67"/>
                <a:gd name="T11" fmla="*/ 2147483646 h 71"/>
                <a:gd name="T12" fmla="*/ 2147483646 w 67"/>
                <a:gd name="T13" fmla="*/ 2147483646 h 71"/>
                <a:gd name="T14" fmla="*/ 2147483646 w 67"/>
                <a:gd name="T15" fmla="*/ 2147483646 h 71"/>
                <a:gd name="T16" fmla="*/ 2147483646 w 67"/>
                <a:gd name="T17" fmla="*/ 2147483646 h 71"/>
                <a:gd name="T18" fmla="*/ 2147483646 w 67"/>
                <a:gd name="T19" fmla="*/ 2147483646 h 71"/>
                <a:gd name="T20" fmla="*/ 2147483646 w 67"/>
                <a:gd name="T21" fmla="*/ 2147483646 h 71"/>
                <a:gd name="T22" fmla="*/ 2147483646 w 67"/>
                <a:gd name="T23" fmla="*/ 2147483646 h 71"/>
                <a:gd name="T24" fmla="*/ 2147483646 w 67"/>
                <a:gd name="T25" fmla="*/ 2147483646 h 71"/>
                <a:gd name="T26" fmla="*/ 2147483646 w 67"/>
                <a:gd name="T27" fmla="*/ 2147483646 h 71"/>
                <a:gd name="T28" fmla="*/ 2147483646 w 67"/>
                <a:gd name="T29" fmla="*/ 2147483646 h 71"/>
                <a:gd name="T30" fmla="*/ 2147483646 w 67"/>
                <a:gd name="T31" fmla="*/ 2147483646 h 7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7" h="71">
                  <a:moveTo>
                    <a:pt x="40" y="71"/>
                  </a:moveTo>
                  <a:cubicBezTo>
                    <a:pt x="37" y="71"/>
                    <a:pt x="35" y="71"/>
                    <a:pt x="33" y="70"/>
                  </a:cubicBezTo>
                  <a:cubicBezTo>
                    <a:pt x="15" y="66"/>
                    <a:pt x="0" y="48"/>
                    <a:pt x="0" y="30"/>
                  </a:cubicBezTo>
                  <a:cubicBezTo>
                    <a:pt x="0" y="20"/>
                    <a:pt x="3" y="13"/>
                    <a:pt x="10" y="7"/>
                  </a:cubicBezTo>
                  <a:cubicBezTo>
                    <a:pt x="16" y="2"/>
                    <a:pt x="25" y="0"/>
                    <a:pt x="34" y="2"/>
                  </a:cubicBezTo>
                  <a:cubicBezTo>
                    <a:pt x="52" y="6"/>
                    <a:pt x="67" y="24"/>
                    <a:pt x="67" y="42"/>
                  </a:cubicBezTo>
                  <a:cubicBezTo>
                    <a:pt x="67" y="52"/>
                    <a:pt x="63" y="60"/>
                    <a:pt x="57" y="65"/>
                  </a:cubicBezTo>
                  <a:cubicBezTo>
                    <a:pt x="52" y="69"/>
                    <a:pt x="46" y="71"/>
                    <a:pt x="40" y="71"/>
                  </a:cubicBezTo>
                  <a:close/>
                  <a:moveTo>
                    <a:pt x="27" y="5"/>
                  </a:moveTo>
                  <a:cubicBezTo>
                    <a:pt x="22" y="5"/>
                    <a:pt x="16" y="7"/>
                    <a:pt x="12" y="10"/>
                  </a:cubicBezTo>
                  <a:cubicBezTo>
                    <a:pt x="7" y="15"/>
                    <a:pt x="4" y="22"/>
                    <a:pt x="4" y="30"/>
                  </a:cubicBezTo>
                  <a:cubicBezTo>
                    <a:pt x="4" y="46"/>
                    <a:pt x="17" y="63"/>
                    <a:pt x="34" y="66"/>
                  </a:cubicBezTo>
                  <a:cubicBezTo>
                    <a:pt x="42" y="68"/>
                    <a:pt x="49" y="66"/>
                    <a:pt x="54" y="62"/>
                  </a:cubicBezTo>
                  <a:cubicBezTo>
                    <a:pt x="60" y="57"/>
                    <a:pt x="63" y="50"/>
                    <a:pt x="63" y="42"/>
                  </a:cubicBezTo>
                  <a:cubicBezTo>
                    <a:pt x="63" y="26"/>
                    <a:pt x="49" y="9"/>
                    <a:pt x="33" y="6"/>
                  </a:cubicBezTo>
                  <a:cubicBezTo>
                    <a:pt x="31" y="6"/>
                    <a:pt x="29" y="5"/>
                    <a:pt x="27"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0" name="Freeform 699"/>
            <p:cNvSpPr/>
            <p:nvPr/>
          </p:nvSpPr>
          <p:spPr bwMode="auto">
            <a:xfrm>
              <a:off x="1323976" y="2346325"/>
              <a:ext cx="42863" cy="15875"/>
            </a:xfrm>
            <a:custGeom>
              <a:avLst/>
              <a:gdLst>
                <a:gd name="T0" fmla="*/ 2147483646 w 27"/>
                <a:gd name="T1" fmla="*/ 2147483646 h 10"/>
                <a:gd name="T2" fmla="*/ 2147483646 w 27"/>
                <a:gd name="T3" fmla="*/ 2147483646 h 10"/>
                <a:gd name="T4" fmla="*/ 2147483646 w 27"/>
                <a:gd name="T5" fmla="*/ 2147483646 h 10"/>
                <a:gd name="T6" fmla="*/ 0 w 27"/>
                <a:gd name="T7" fmla="*/ 2147483646 h 10"/>
                <a:gd name="T8" fmla="*/ 2147483646 w 27"/>
                <a:gd name="T9" fmla="*/ 2147483646 h 10"/>
                <a:gd name="T10" fmla="*/ 2147483646 w 27"/>
                <a:gd name="T11" fmla="*/ 2147483646 h 10"/>
                <a:gd name="T12" fmla="*/ 2147483646 w 27"/>
                <a:gd name="T13" fmla="*/ 2147483646 h 10"/>
                <a:gd name="T14" fmla="*/ 2147483646 w 27"/>
                <a:gd name="T15" fmla="*/ 2147483646 h 10"/>
                <a:gd name="T16" fmla="*/ 2147483646 w 27"/>
                <a:gd name="T17" fmla="*/ 2147483646 h 10"/>
                <a:gd name="T18" fmla="*/ 2147483646 w 27"/>
                <a:gd name="T19" fmla="*/ 2147483646 h 10"/>
                <a:gd name="T20" fmla="*/ 2147483646 w 27"/>
                <a:gd name="T21" fmla="*/ 2147483646 h 10"/>
                <a:gd name="T22" fmla="*/ 2147483646 w 27"/>
                <a:gd name="T23" fmla="*/ 2147483646 h 10"/>
                <a:gd name="T24" fmla="*/ 2147483646 w 27"/>
                <a:gd name="T25" fmla="*/ 2147483646 h 10"/>
                <a:gd name="T26" fmla="*/ 2147483646 w 27"/>
                <a:gd name="T27" fmla="*/ 2147483646 h 10"/>
                <a:gd name="T28" fmla="*/ 2147483646 w 27"/>
                <a:gd name="T29" fmla="*/ 2147483646 h 10"/>
                <a:gd name="T30" fmla="*/ 2147483646 w 27"/>
                <a:gd name="T31" fmla="*/ 2147483646 h 10"/>
                <a:gd name="T32" fmla="*/ 2147483646 w 27"/>
                <a:gd name="T33" fmla="*/ 2147483646 h 10"/>
                <a:gd name="T34" fmla="*/ 2147483646 w 27"/>
                <a:gd name="T35" fmla="*/ 2147483646 h 10"/>
                <a:gd name="T36" fmla="*/ 2147483646 w 27"/>
                <a:gd name="T37" fmla="*/ 2147483646 h 10"/>
                <a:gd name="T38" fmla="*/ 2147483646 w 27"/>
                <a:gd name="T39" fmla="*/ 2147483646 h 10"/>
                <a:gd name="T40" fmla="*/ 2147483646 w 27"/>
                <a:gd name="T41" fmla="*/ 2147483646 h 10"/>
                <a:gd name="T42" fmla="*/ 2147483646 w 27"/>
                <a:gd name="T43" fmla="*/ 2147483646 h 10"/>
                <a:gd name="T44" fmla="*/ 2147483646 w 27"/>
                <a:gd name="T45" fmla="*/ 0 h 10"/>
                <a:gd name="T46" fmla="*/ 2147483646 w 27"/>
                <a:gd name="T47" fmla="*/ 0 h 10"/>
                <a:gd name="T48" fmla="*/ 2147483646 w 27"/>
                <a:gd name="T49" fmla="*/ 2147483646 h 10"/>
                <a:gd name="T50" fmla="*/ 2147483646 w 27"/>
                <a:gd name="T51" fmla="*/ 2147483646 h 10"/>
                <a:gd name="T52" fmla="*/ 2147483646 w 27"/>
                <a:gd name="T53" fmla="*/ 2147483646 h 10"/>
                <a:gd name="T54" fmla="*/ 2147483646 w 27"/>
                <a:gd name="T55" fmla="*/ 2147483646 h 10"/>
                <a:gd name="T56" fmla="*/ 2147483646 w 27"/>
                <a:gd name="T57" fmla="*/ 2147483646 h 10"/>
                <a:gd name="T58" fmla="*/ 2147483646 w 27"/>
                <a:gd name="T59" fmla="*/ 2147483646 h 10"/>
                <a:gd name="T60" fmla="*/ 2147483646 w 27"/>
                <a:gd name="T61" fmla="*/ 2147483646 h 10"/>
                <a:gd name="T62" fmla="*/ 2147483646 w 27"/>
                <a:gd name="T63" fmla="*/ 2147483646 h 10"/>
                <a:gd name="T64" fmla="*/ 2147483646 w 27"/>
                <a:gd name="T65" fmla="*/ 2147483646 h 10"/>
                <a:gd name="T66" fmla="*/ 2147483646 w 27"/>
                <a:gd name="T67" fmla="*/ 2147483646 h 10"/>
                <a:gd name="T68" fmla="*/ 2147483646 w 27"/>
                <a:gd name="T69" fmla="*/ 2147483646 h 10"/>
                <a:gd name="T70" fmla="*/ 2147483646 w 27"/>
                <a:gd name="T71" fmla="*/ 2147483646 h 10"/>
                <a:gd name="T72" fmla="*/ 2147483646 w 27"/>
                <a:gd name="T73" fmla="*/ 2147483646 h 10"/>
                <a:gd name="T74" fmla="*/ 2147483646 w 27"/>
                <a:gd name="T75" fmla="*/ 2147483646 h 10"/>
                <a:gd name="T76" fmla="*/ 2147483646 w 27"/>
                <a:gd name="T77" fmla="*/ 2147483646 h 10"/>
                <a:gd name="T78" fmla="*/ 2147483646 w 27"/>
                <a:gd name="T79" fmla="*/ 2147483646 h 10"/>
                <a:gd name="T80" fmla="*/ 2147483646 w 27"/>
                <a:gd name="T81" fmla="*/ 2147483646 h 10"/>
                <a:gd name="T82" fmla="*/ 2147483646 w 27"/>
                <a:gd name="T83" fmla="*/ 2147483646 h 10"/>
                <a:gd name="T84" fmla="*/ 2147483646 w 27"/>
                <a:gd name="T85" fmla="*/ 2147483646 h 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7" h="10">
                  <a:moveTo>
                    <a:pt x="5" y="9"/>
                  </a:moveTo>
                  <a:cubicBezTo>
                    <a:pt x="4" y="9"/>
                    <a:pt x="4" y="9"/>
                    <a:pt x="4" y="9"/>
                  </a:cubicBezTo>
                  <a:cubicBezTo>
                    <a:pt x="3" y="9"/>
                    <a:pt x="2" y="8"/>
                    <a:pt x="2" y="8"/>
                  </a:cubicBezTo>
                  <a:cubicBezTo>
                    <a:pt x="1" y="7"/>
                    <a:pt x="0" y="6"/>
                    <a:pt x="0" y="6"/>
                  </a:cubicBezTo>
                  <a:cubicBezTo>
                    <a:pt x="0" y="4"/>
                    <a:pt x="0" y="3"/>
                    <a:pt x="1" y="1"/>
                  </a:cubicBezTo>
                  <a:cubicBezTo>
                    <a:pt x="1" y="1"/>
                    <a:pt x="1" y="1"/>
                    <a:pt x="1" y="1"/>
                  </a:cubicBezTo>
                  <a:cubicBezTo>
                    <a:pt x="1" y="1"/>
                    <a:pt x="1" y="2"/>
                    <a:pt x="1" y="2"/>
                  </a:cubicBezTo>
                  <a:cubicBezTo>
                    <a:pt x="1" y="2"/>
                    <a:pt x="1" y="3"/>
                    <a:pt x="1" y="4"/>
                  </a:cubicBezTo>
                  <a:cubicBezTo>
                    <a:pt x="1" y="5"/>
                    <a:pt x="2" y="7"/>
                    <a:pt x="4" y="7"/>
                  </a:cubicBezTo>
                  <a:cubicBezTo>
                    <a:pt x="4" y="8"/>
                    <a:pt x="5" y="8"/>
                    <a:pt x="6" y="8"/>
                  </a:cubicBezTo>
                  <a:cubicBezTo>
                    <a:pt x="8" y="8"/>
                    <a:pt x="10" y="8"/>
                    <a:pt x="12" y="8"/>
                  </a:cubicBezTo>
                  <a:cubicBezTo>
                    <a:pt x="12" y="8"/>
                    <a:pt x="12" y="8"/>
                    <a:pt x="12" y="8"/>
                  </a:cubicBezTo>
                  <a:cubicBezTo>
                    <a:pt x="13" y="7"/>
                    <a:pt x="13" y="7"/>
                    <a:pt x="14" y="6"/>
                  </a:cubicBezTo>
                  <a:cubicBezTo>
                    <a:pt x="14" y="6"/>
                    <a:pt x="15" y="5"/>
                    <a:pt x="15" y="5"/>
                  </a:cubicBezTo>
                  <a:cubicBezTo>
                    <a:pt x="15" y="4"/>
                    <a:pt x="15" y="4"/>
                    <a:pt x="16" y="4"/>
                  </a:cubicBezTo>
                  <a:cubicBezTo>
                    <a:pt x="16" y="4"/>
                    <a:pt x="16" y="4"/>
                    <a:pt x="16" y="4"/>
                  </a:cubicBezTo>
                  <a:cubicBezTo>
                    <a:pt x="14" y="5"/>
                    <a:pt x="12" y="6"/>
                    <a:pt x="10" y="7"/>
                  </a:cubicBezTo>
                  <a:cubicBezTo>
                    <a:pt x="7" y="7"/>
                    <a:pt x="4" y="7"/>
                    <a:pt x="3" y="7"/>
                  </a:cubicBezTo>
                  <a:cubicBezTo>
                    <a:pt x="4" y="7"/>
                    <a:pt x="4" y="7"/>
                    <a:pt x="5" y="7"/>
                  </a:cubicBezTo>
                  <a:cubicBezTo>
                    <a:pt x="6" y="7"/>
                    <a:pt x="8" y="6"/>
                    <a:pt x="10" y="5"/>
                  </a:cubicBezTo>
                  <a:cubicBezTo>
                    <a:pt x="11" y="5"/>
                    <a:pt x="13" y="4"/>
                    <a:pt x="14" y="4"/>
                  </a:cubicBezTo>
                  <a:cubicBezTo>
                    <a:pt x="15" y="3"/>
                    <a:pt x="16" y="2"/>
                    <a:pt x="17" y="1"/>
                  </a:cubicBezTo>
                  <a:cubicBezTo>
                    <a:pt x="18" y="1"/>
                    <a:pt x="18" y="1"/>
                    <a:pt x="19" y="0"/>
                  </a:cubicBezTo>
                  <a:cubicBezTo>
                    <a:pt x="19" y="0"/>
                    <a:pt x="19" y="0"/>
                    <a:pt x="19" y="0"/>
                  </a:cubicBezTo>
                  <a:cubicBezTo>
                    <a:pt x="20" y="0"/>
                    <a:pt x="20" y="0"/>
                    <a:pt x="21" y="1"/>
                  </a:cubicBezTo>
                  <a:cubicBezTo>
                    <a:pt x="20" y="3"/>
                    <a:pt x="18" y="5"/>
                    <a:pt x="16" y="7"/>
                  </a:cubicBezTo>
                  <a:cubicBezTo>
                    <a:pt x="18" y="6"/>
                    <a:pt x="20" y="6"/>
                    <a:pt x="21" y="5"/>
                  </a:cubicBezTo>
                  <a:cubicBezTo>
                    <a:pt x="22" y="4"/>
                    <a:pt x="24" y="3"/>
                    <a:pt x="24" y="1"/>
                  </a:cubicBezTo>
                  <a:cubicBezTo>
                    <a:pt x="25" y="2"/>
                    <a:pt x="26" y="2"/>
                    <a:pt x="27" y="2"/>
                  </a:cubicBezTo>
                  <a:cubicBezTo>
                    <a:pt x="25" y="5"/>
                    <a:pt x="22" y="8"/>
                    <a:pt x="20" y="10"/>
                  </a:cubicBezTo>
                  <a:cubicBezTo>
                    <a:pt x="20" y="10"/>
                    <a:pt x="20" y="10"/>
                    <a:pt x="20" y="10"/>
                  </a:cubicBezTo>
                  <a:cubicBezTo>
                    <a:pt x="19" y="10"/>
                    <a:pt x="19" y="10"/>
                    <a:pt x="18" y="10"/>
                  </a:cubicBezTo>
                  <a:cubicBezTo>
                    <a:pt x="18" y="10"/>
                    <a:pt x="18" y="10"/>
                    <a:pt x="18" y="10"/>
                  </a:cubicBezTo>
                  <a:cubicBezTo>
                    <a:pt x="18" y="9"/>
                    <a:pt x="19" y="8"/>
                    <a:pt x="19" y="8"/>
                  </a:cubicBezTo>
                  <a:cubicBezTo>
                    <a:pt x="20" y="7"/>
                    <a:pt x="20" y="6"/>
                    <a:pt x="21" y="6"/>
                  </a:cubicBezTo>
                  <a:cubicBezTo>
                    <a:pt x="21" y="6"/>
                    <a:pt x="21" y="6"/>
                    <a:pt x="21" y="5"/>
                  </a:cubicBezTo>
                  <a:cubicBezTo>
                    <a:pt x="21" y="5"/>
                    <a:pt x="21" y="5"/>
                    <a:pt x="21" y="5"/>
                  </a:cubicBezTo>
                  <a:cubicBezTo>
                    <a:pt x="21" y="6"/>
                    <a:pt x="20" y="6"/>
                    <a:pt x="19" y="7"/>
                  </a:cubicBezTo>
                  <a:cubicBezTo>
                    <a:pt x="17" y="8"/>
                    <a:pt x="16" y="8"/>
                    <a:pt x="14" y="9"/>
                  </a:cubicBezTo>
                  <a:cubicBezTo>
                    <a:pt x="12" y="9"/>
                    <a:pt x="10" y="10"/>
                    <a:pt x="7" y="10"/>
                  </a:cubicBezTo>
                  <a:cubicBezTo>
                    <a:pt x="7" y="10"/>
                    <a:pt x="6" y="10"/>
                    <a:pt x="5" y="9"/>
                  </a:cubicBezTo>
                  <a:cubicBezTo>
                    <a:pt x="5" y="9"/>
                    <a:pt x="5" y="9"/>
                    <a:pt x="5" y="9"/>
                  </a:cubicBezTo>
                  <a:cubicBezTo>
                    <a:pt x="5" y="9"/>
                    <a:pt x="5" y="9"/>
                    <a:pt x="5" y="9"/>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1" name="Freeform 700"/>
            <p:cNvSpPr>
              <a:spLocks noEditPoints="1"/>
            </p:cNvSpPr>
            <p:nvPr/>
          </p:nvSpPr>
          <p:spPr bwMode="auto">
            <a:xfrm>
              <a:off x="1368426" y="2354263"/>
              <a:ext cx="23813" cy="12700"/>
            </a:xfrm>
            <a:custGeom>
              <a:avLst/>
              <a:gdLst>
                <a:gd name="T0" fmla="*/ 2147483646 w 16"/>
                <a:gd name="T1" fmla="*/ 2147483646 h 9"/>
                <a:gd name="T2" fmla="*/ 2147483646 w 16"/>
                <a:gd name="T3" fmla="*/ 0 h 9"/>
                <a:gd name="T4" fmla="*/ 2147483646 w 16"/>
                <a:gd name="T5" fmla="*/ 2147483646 h 9"/>
                <a:gd name="T6" fmla="*/ 2147483646 w 16"/>
                <a:gd name="T7" fmla="*/ 2147483646 h 9"/>
                <a:gd name="T8" fmla="*/ 2147483646 w 16"/>
                <a:gd name="T9" fmla="*/ 2147483646 h 9"/>
                <a:gd name="T10" fmla="*/ 2147483646 w 16"/>
                <a:gd name="T11" fmla="*/ 2147483646 h 9"/>
                <a:gd name="T12" fmla="*/ 2147483646 w 16"/>
                <a:gd name="T13" fmla="*/ 2147483646 h 9"/>
                <a:gd name="T14" fmla="*/ 2147483646 w 16"/>
                <a:gd name="T15" fmla="*/ 2147483646 h 9"/>
                <a:gd name="T16" fmla="*/ 0 w 16"/>
                <a:gd name="T17" fmla="*/ 2147483646 h 9"/>
                <a:gd name="T18" fmla="*/ 0 w 16"/>
                <a:gd name="T19" fmla="*/ 2147483646 h 9"/>
                <a:gd name="T20" fmla="*/ 2147483646 w 16"/>
                <a:gd name="T21" fmla="*/ 2147483646 h 9"/>
                <a:gd name="T22" fmla="*/ 2147483646 w 16"/>
                <a:gd name="T23" fmla="*/ 2147483646 h 9"/>
                <a:gd name="T24" fmla="*/ 2147483646 w 16"/>
                <a:gd name="T25" fmla="*/ 2147483646 h 9"/>
                <a:gd name="T26" fmla="*/ 2147483646 w 16"/>
                <a:gd name="T27" fmla="*/ 2147483646 h 9"/>
                <a:gd name="T28" fmla="*/ 2147483646 w 16"/>
                <a:gd name="T29" fmla="*/ 2147483646 h 9"/>
                <a:gd name="T30" fmla="*/ 2147483646 w 16"/>
                <a:gd name="T31" fmla="*/ 2147483646 h 9"/>
                <a:gd name="T32" fmla="*/ 2147483646 w 16"/>
                <a:gd name="T33" fmla="*/ 2147483646 h 9"/>
                <a:gd name="T34" fmla="*/ 2147483646 w 16"/>
                <a:gd name="T35" fmla="*/ 2147483646 h 9"/>
                <a:gd name="T36" fmla="*/ 2147483646 w 16"/>
                <a:gd name="T37" fmla="*/ 2147483646 h 9"/>
                <a:gd name="T38" fmla="*/ 2147483646 w 16"/>
                <a:gd name="T39" fmla="*/ 2147483646 h 9"/>
                <a:gd name="T40" fmla="*/ 2147483646 w 16"/>
                <a:gd name="T41" fmla="*/ 2147483646 h 9"/>
                <a:gd name="T42" fmla="*/ 2147483646 w 16"/>
                <a:gd name="T43" fmla="*/ 2147483646 h 9"/>
                <a:gd name="T44" fmla="*/ 2147483646 w 16"/>
                <a:gd name="T45" fmla="*/ 2147483646 h 9"/>
                <a:gd name="T46" fmla="*/ 2147483646 w 16"/>
                <a:gd name="T47" fmla="*/ 2147483646 h 9"/>
                <a:gd name="T48" fmla="*/ 2147483646 w 16"/>
                <a:gd name="T49" fmla="*/ 2147483646 h 9"/>
                <a:gd name="T50" fmla="*/ 2147483646 w 16"/>
                <a:gd name="T51" fmla="*/ 2147483646 h 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 h="9">
                  <a:moveTo>
                    <a:pt x="11" y="2"/>
                  </a:moveTo>
                  <a:cubicBezTo>
                    <a:pt x="12" y="2"/>
                    <a:pt x="13" y="1"/>
                    <a:pt x="13" y="0"/>
                  </a:cubicBezTo>
                  <a:cubicBezTo>
                    <a:pt x="14" y="0"/>
                    <a:pt x="15" y="0"/>
                    <a:pt x="16" y="1"/>
                  </a:cubicBezTo>
                  <a:cubicBezTo>
                    <a:pt x="13" y="3"/>
                    <a:pt x="10" y="6"/>
                    <a:pt x="7" y="9"/>
                  </a:cubicBezTo>
                  <a:cubicBezTo>
                    <a:pt x="6" y="9"/>
                    <a:pt x="5" y="9"/>
                    <a:pt x="5" y="8"/>
                  </a:cubicBezTo>
                  <a:cubicBezTo>
                    <a:pt x="5" y="8"/>
                    <a:pt x="5" y="8"/>
                    <a:pt x="5" y="8"/>
                  </a:cubicBezTo>
                  <a:cubicBezTo>
                    <a:pt x="5" y="8"/>
                    <a:pt x="5" y="8"/>
                    <a:pt x="5" y="8"/>
                  </a:cubicBezTo>
                  <a:cubicBezTo>
                    <a:pt x="4" y="8"/>
                    <a:pt x="3" y="8"/>
                    <a:pt x="3" y="8"/>
                  </a:cubicBezTo>
                  <a:cubicBezTo>
                    <a:pt x="2" y="8"/>
                    <a:pt x="1" y="8"/>
                    <a:pt x="0" y="7"/>
                  </a:cubicBezTo>
                  <a:cubicBezTo>
                    <a:pt x="0" y="7"/>
                    <a:pt x="0" y="6"/>
                    <a:pt x="0" y="5"/>
                  </a:cubicBezTo>
                  <a:cubicBezTo>
                    <a:pt x="1" y="4"/>
                    <a:pt x="2" y="3"/>
                    <a:pt x="3" y="2"/>
                  </a:cubicBezTo>
                  <a:cubicBezTo>
                    <a:pt x="4" y="2"/>
                    <a:pt x="6" y="1"/>
                    <a:pt x="7" y="1"/>
                  </a:cubicBezTo>
                  <a:cubicBezTo>
                    <a:pt x="9" y="1"/>
                    <a:pt x="10" y="2"/>
                    <a:pt x="11" y="2"/>
                  </a:cubicBezTo>
                  <a:cubicBezTo>
                    <a:pt x="11" y="2"/>
                    <a:pt x="11" y="2"/>
                    <a:pt x="11" y="2"/>
                  </a:cubicBezTo>
                  <a:close/>
                  <a:moveTo>
                    <a:pt x="8" y="5"/>
                  </a:moveTo>
                  <a:cubicBezTo>
                    <a:pt x="8" y="5"/>
                    <a:pt x="9" y="4"/>
                    <a:pt x="9" y="4"/>
                  </a:cubicBezTo>
                  <a:cubicBezTo>
                    <a:pt x="9" y="4"/>
                    <a:pt x="9" y="4"/>
                    <a:pt x="9" y="4"/>
                  </a:cubicBezTo>
                  <a:cubicBezTo>
                    <a:pt x="9" y="4"/>
                    <a:pt x="9" y="4"/>
                    <a:pt x="9" y="3"/>
                  </a:cubicBezTo>
                  <a:cubicBezTo>
                    <a:pt x="9" y="3"/>
                    <a:pt x="8" y="3"/>
                    <a:pt x="8" y="3"/>
                  </a:cubicBezTo>
                  <a:cubicBezTo>
                    <a:pt x="7" y="3"/>
                    <a:pt x="6" y="3"/>
                    <a:pt x="5" y="3"/>
                  </a:cubicBezTo>
                  <a:cubicBezTo>
                    <a:pt x="4" y="4"/>
                    <a:pt x="3" y="4"/>
                    <a:pt x="3" y="5"/>
                  </a:cubicBezTo>
                  <a:cubicBezTo>
                    <a:pt x="3" y="6"/>
                    <a:pt x="3" y="6"/>
                    <a:pt x="3" y="7"/>
                  </a:cubicBezTo>
                  <a:cubicBezTo>
                    <a:pt x="4" y="7"/>
                    <a:pt x="4" y="7"/>
                    <a:pt x="5" y="7"/>
                  </a:cubicBezTo>
                  <a:cubicBezTo>
                    <a:pt x="5" y="7"/>
                    <a:pt x="6" y="7"/>
                    <a:pt x="6" y="7"/>
                  </a:cubicBezTo>
                  <a:cubicBezTo>
                    <a:pt x="6" y="7"/>
                    <a:pt x="6" y="7"/>
                    <a:pt x="6" y="7"/>
                  </a:cubicBezTo>
                  <a:cubicBezTo>
                    <a:pt x="7" y="6"/>
                    <a:pt x="7" y="6"/>
                    <a:pt x="8" y="5"/>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2" name="Freeform 701"/>
            <p:cNvSpPr>
              <a:spLocks noEditPoints="1"/>
            </p:cNvSpPr>
            <p:nvPr/>
          </p:nvSpPr>
          <p:spPr bwMode="auto">
            <a:xfrm>
              <a:off x="1382713" y="2360613"/>
              <a:ext cx="19050" cy="9525"/>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2147483646 w 12"/>
                <a:gd name="T15" fmla="*/ 2147483646 h 7"/>
                <a:gd name="T16" fmla="*/ 2147483646 w 12"/>
                <a:gd name="T17" fmla="*/ 2147483646 h 7"/>
                <a:gd name="T18" fmla="*/ 2147483646 w 12"/>
                <a:gd name="T19" fmla="*/ 2147483646 h 7"/>
                <a:gd name="T20" fmla="*/ 2147483646 w 12"/>
                <a:gd name="T21" fmla="*/ 2147483646 h 7"/>
                <a:gd name="T22" fmla="*/ 2147483646 w 12"/>
                <a:gd name="T23" fmla="*/ 0 h 7"/>
                <a:gd name="T24" fmla="*/ 2147483646 w 12"/>
                <a:gd name="T25" fmla="*/ 0 h 7"/>
                <a:gd name="T26" fmla="*/ 2147483646 w 12"/>
                <a:gd name="T27" fmla="*/ 2147483646 h 7"/>
                <a:gd name="T28" fmla="*/ 2147483646 w 12"/>
                <a:gd name="T29" fmla="*/ 2147483646 h 7"/>
                <a:gd name="T30" fmla="*/ 2147483646 w 12"/>
                <a:gd name="T31" fmla="*/ 2147483646 h 7"/>
                <a:gd name="T32" fmla="*/ 2147483646 w 12"/>
                <a:gd name="T33" fmla="*/ 2147483646 h 7"/>
                <a:gd name="T34" fmla="*/ 2147483646 w 12"/>
                <a:gd name="T35" fmla="*/ 2147483646 h 7"/>
                <a:gd name="T36" fmla="*/ 2147483646 w 12"/>
                <a:gd name="T37" fmla="*/ 2147483646 h 7"/>
                <a:gd name="T38" fmla="*/ 2147483646 w 12"/>
                <a:gd name="T39" fmla="*/ 2147483646 h 7"/>
                <a:gd name="T40" fmla="*/ 2147483646 w 12"/>
                <a:gd name="T41" fmla="*/ 2147483646 h 7"/>
                <a:gd name="T42" fmla="*/ 2147483646 w 12"/>
                <a:gd name="T43" fmla="*/ 2147483646 h 7"/>
                <a:gd name="T44" fmla="*/ 2147483646 w 12"/>
                <a:gd name="T45" fmla="*/ 2147483646 h 7"/>
                <a:gd name="T46" fmla="*/ 2147483646 w 12"/>
                <a:gd name="T47" fmla="*/ 2147483646 h 7"/>
                <a:gd name="T48" fmla="*/ 2147483646 w 12"/>
                <a:gd name="T49" fmla="*/ 2147483646 h 7"/>
                <a:gd name="T50" fmla="*/ 2147483646 w 12"/>
                <a:gd name="T51" fmla="*/ 2147483646 h 7"/>
                <a:gd name="T52" fmla="*/ 2147483646 w 12"/>
                <a:gd name="T53" fmla="*/ 2147483646 h 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 h="7">
                  <a:moveTo>
                    <a:pt x="4" y="3"/>
                  </a:moveTo>
                  <a:cubicBezTo>
                    <a:pt x="3" y="3"/>
                    <a:pt x="3" y="4"/>
                    <a:pt x="3" y="4"/>
                  </a:cubicBezTo>
                  <a:cubicBezTo>
                    <a:pt x="3" y="5"/>
                    <a:pt x="3" y="5"/>
                    <a:pt x="4" y="5"/>
                  </a:cubicBezTo>
                  <a:cubicBezTo>
                    <a:pt x="4" y="5"/>
                    <a:pt x="5" y="6"/>
                    <a:pt x="6" y="6"/>
                  </a:cubicBezTo>
                  <a:cubicBezTo>
                    <a:pt x="6" y="6"/>
                    <a:pt x="7" y="5"/>
                    <a:pt x="8" y="5"/>
                  </a:cubicBezTo>
                  <a:cubicBezTo>
                    <a:pt x="8" y="5"/>
                    <a:pt x="8" y="5"/>
                    <a:pt x="8" y="5"/>
                  </a:cubicBezTo>
                  <a:cubicBezTo>
                    <a:pt x="8" y="5"/>
                    <a:pt x="8" y="5"/>
                    <a:pt x="9" y="5"/>
                  </a:cubicBezTo>
                  <a:cubicBezTo>
                    <a:pt x="8" y="6"/>
                    <a:pt x="8" y="6"/>
                    <a:pt x="8" y="6"/>
                  </a:cubicBezTo>
                  <a:cubicBezTo>
                    <a:pt x="7" y="7"/>
                    <a:pt x="5" y="7"/>
                    <a:pt x="4" y="7"/>
                  </a:cubicBezTo>
                  <a:cubicBezTo>
                    <a:pt x="3" y="7"/>
                    <a:pt x="2" y="6"/>
                    <a:pt x="1" y="6"/>
                  </a:cubicBezTo>
                  <a:cubicBezTo>
                    <a:pt x="0" y="5"/>
                    <a:pt x="0" y="4"/>
                    <a:pt x="1" y="3"/>
                  </a:cubicBezTo>
                  <a:cubicBezTo>
                    <a:pt x="2" y="2"/>
                    <a:pt x="4" y="1"/>
                    <a:pt x="6" y="0"/>
                  </a:cubicBezTo>
                  <a:cubicBezTo>
                    <a:pt x="7" y="0"/>
                    <a:pt x="8" y="0"/>
                    <a:pt x="9" y="0"/>
                  </a:cubicBezTo>
                  <a:cubicBezTo>
                    <a:pt x="10" y="0"/>
                    <a:pt x="11" y="0"/>
                    <a:pt x="11" y="1"/>
                  </a:cubicBezTo>
                  <a:cubicBezTo>
                    <a:pt x="12" y="2"/>
                    <a:pt x="12" y="3"/>
                    <a:pt x="11" y="3"/>
                  </a:cubicBezTo>
                  <a:cubicBezTo>
                    <a:pt x="11" y="4"/>
                    <a:pt x="10" y="4"/>
                    <a:pt x="10" y="4"/>
                  </a:cubicBezTo>
                  <a:cubicBezTo>
                    <a:pt x="10" y="4"/>
                    <a:pt x="10" y="5"/>
                    <a:pt x="10" y="4"/>
                  </a:cubicBezTo>
                  <a:cubicBezTo>
                    <a:pt x="8" y="4"/>
                    <a:pt x="6" y="4"/>
                    <a:pt x="4" y="3"/>
                  </a:cubicBezTo>
                  <a:cubicBezTo>
                    <a:pt x="4" y="3"/>
                    <a:pt x="4" y="3"/>
                    <a:pt x="4" y="3"/>
                  </a:cubicBezTo>
                  <a:close/>
                  <a:moveTo>
                    <a:pt x="9" y="3"/>
                  </a:moveTo>
                  <a:cubicBezTo>
                    <a:pt x="9" y="3"/>
                    <a:pt x="9" y="3"/>
                    <a:pt x="9" y="3"/>
                  </a:cubicBezTo>
                  <a:cubicBezTo>
                    <a:pt x="9" y="3"/>
                    <a:pt x="9" y="3"/>
                    <a:pt x="9" y="3"/>
                  </a:cubicBezTo>
                  <a:cubicBezTo>
                    <a:pt x="9" y="2"/>
                    <a:pt x="9" y="2"/>
                    <a:pt x="9" y="2"/>
                  </a:cubicBezTo>
                  <a:cubicBezTo>
                    <a:pt x="9" y="1"/>
                    <a:pt x="8" y="1"/>
                    <a:pt x="8" y="1"/>
                  </a:cubicBezTo>
                  <a:cubicBezTo>
                    <a:pt x="7" y="1"/>
                    <a:pt x="6" y="1"/>
                    <a:pt x="6" y="2"/>
                  </a:cubicBezTo>
                  <a:cubicBezTo>
                    <a:pt x="5" y="2"/>
                    <a:pt x="5" y="2"/>
                    <a:pt x="5" y="2"/>
                  </a:cubicBezTo>
                  <a:cubicBezTo>
                    <a:pt x="6" y="2"/>
                    <a:pt x="8" y="3"/>
                    <a:pt x="9" y="3"/>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3" name="Freeform 702"/>
            <p:cNvSpPr>
              <a:spLocks noEditPoints="1"/>
            </p:cNvSpPr>
            <p:nvPr/>
          </p:nvSpPr>
          <p:spPr bwMode="auto">
            <a:xfrm>
              <a:off x="1398588" y="2363788"/>
              <a:ext cx="17463" cy="11112"/>
            </a:xfrm>
            <a:custGeom>
              <a:avLst/>
              <a:gdLst>
                <a:gd name="T0" fmla="*/ 2147483646 w 11"/>
                <a:gd name="T1" fmla="*/ 2147483646 h 8"/>
                <a:gd name="T2" fmla="*/ 2147483646 w 11"/>
                <a:gd name="T3" fmla="*/ 2147483646 h 8"/>
                <a:gd name="T4" fmla="*/ 2147483646 w 11"/>
                <a:gd name="T5" fmla="*/ 2147483646 h 8"/>
                <a:gd name="T6" fmla="*/ 2147483646 w 11"/>
                <a:gd name="T7" fmla="*/ 2147483646 h 8"/>
                <a:gd name="T8" fmla="*/ 2147483646 w 11"/>
                <a:gd name="T9" fmla="*/ 2147483646 h 8"/>
                <a:gd name="T10" fmla="*/ 0 w 11"/>
                <a:gd name="T11" fmla="*/ 2147483646 h 8"/>
                <a:gd name="T12" fmla="*/ 0 w 11"/>
                <a:gd name="T13" fmla="*/ 2147483646 h 8"/>
                <a:gd name="T14" fmla="*/ 2147483646 w 11"/>
                <a:gd name="T15" fmla="*/ 2147483646 h 8"/>
                <a:gd name="T16" fmla="*/ 2147483646 w 11"/>
                <a:gd name="T17" fmla="*/ 2147483646 h 8"/>
                <a:gd name="T18" fmla="*/ 2147483646 w 11"/>
                <a:gd name="T19" fmla="*/ 2147483646 h 8"/>
                <a:gd name="T20" fmla="*/ 2147483646 w 11"/>
                <a:gd name="T21" fmla="*/ 2147483646 h 8"/>
                <a:gd name="T22" fmla="*/ 2147483646 w 11"/>
                <a:gd name="T23" fmla="*/ 2147483646 h 8"/>
                <a:gd name="T24" fmla="*/ 2147483646 w 11"/>
                <a:gd name="T25" fmla="*/ 2147483646 h 8"/>
                <a:gd name="T26" fmla="*/ 2147483646 w 11"/>
                <a:gd name="T27" fmla="*/ 2147483646 h 8"/>
                <a:gd name="T28" fmla="*/ 2147483646 w 11"/>
                <a:gd name="T29" fmla="*/ 2147483646 h 8"/>
                <a:gd name="T30" fmla="*/ 2147483646 w 11"/>
                <a:gd name="T31" fmla="*/ 2147483646 h 8"/>
                <a:gd name="T32" fmla="*/ 2147483646 w 11"/>
                <a:gd name="T33" fmla="*/ 2147483646 h 8"/>
                <a:gd name="T34" fmla="*/ 2147483646 w 11"/>
                <a:gd name="T35" fmla="*/ 2147483646 h 8"/>
                <a:gd name="T36" fmla="*/ 2147483646 w 11"/>
                <a:gd name="T37" fmla="*/ 0 h 8"/>
                <a:gd name="T38" fmla="*/ 2147483646 w 11"/>
                <a:gd name="T39" fmla="*/ 2147483646 h 8"/>
                <a:gd name="T40" fmla="*/ 2147483646 w 11"/>
                <a:gd name="T41" fmla="*/ 2147483646 h 8"/>
                <a:gd name="T42" fmla="*/ 2147483646 w 11"/>
                <a:gd name="T43" fmla="*/ 2147483646 h 8"/>
                <a:gd name="T44" fmla="*/ 2147483646 w 11"/>
                <a:gd name="T45" fmla="*/ 2147483646 h 8"/>
                <a:gd name="T46" fmla="*/ 2147483646 w 11"/>
                <a:gd name="T47" fmla="*/ 2147483646 h 8"/>
                <a:gd name="T48" fmla="*/ 2147483646 w 11"/>
                <a:gd name="T49" fmla="*/ 2147483646 h 8"/>
                <a:gd name="T50" fmla="*/ 2147483646 w 11"/>
                <a:gd name="T51" fmla="*/ 2147483646 h 8"/>
                <a:gd name="T52" fmla="*/ 2147483646 w 11"/>
                <a:gd name="T53" fmla="*/ 2147483646 h 8"/>
                <a:gd name="T54" fmla="*/ 2147483646 w 11"/>
                <a:gd name="T55" fmla="*/ 2147483646 h 8"/>
                <a:gd name="T56" fmla="*/ 2147483646 w 11"/>
                <a:gd name="T57" fmla="*/ 2147483646 h 8"/>
                <a:gd name="T58" fmla="*/ 2147483646 w 11"/>
                <a:gd name="T59" fmla="*/ 2147483646 h 8"/>
                <a:gd name="T60" fmla="*/ 2147483646 w 11"/>
                <a:gd name="T61" fmla="*/ 2147483646 h 8"/>
                <a:gd name="T62" fmla="*/ 2147483646 w 11"/>
                <a:gd name="T63" fmla="*/ 2147483646 h 8"/>
                <a:gd name="T64" fmla="*/ 2147483646 w 11"/>
                <a:gd name="T65" fmla="*/ 2147483646 h 8"/>
                <a:gd name="T66" fmla="*/ 2147483646 w 11"/>
                <a:gd name="T67" fmla="*/ 2147483646 h 8"/>
                <a:gd name="T68" fmla="*/ 2147483646 w 11"/>
                <a:gd name="T69" fmla="*/ 2147483646 h 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 h="8">
                  <a:moveTo>
                    <a:pt x="6" y="8"/>
                  </a:moveTo>
                  <a:cubicBezTo>
                    <a:pt x="5" y="7"/>
                    <a:pt x="5" y="7"/>
                    <a:pt x="4" y="7"/>
                  </a:cubicBezTo>
                  <a:cubicBezTo>
                    <a:pt x="4" y="7"/>
                    <a:pt x="4" y="7"/>
                    <a:pt x="4" y="7"/>
                  </a:cubicBezTo>
                  <a:cubicBezTo>
                    <a:pt x="4" y="7"/>
                    <a:pt x="4" y="7"/>
                    <a:pt x="4" y="7"/>
                  </a:cubicBezTo>
                  <a:cubicBezTo>
                    <a:pt x="3" y="7"/>
                    <a:pt x="3" y="7"/>
                    <a:pt x="2" y="7"/>
                  </a:cubicBezTo>
                  <a:cubicBezTo>
                    <a:pt x="1" y="7"/>
                    <a:pt x="1" y="6"/>
                    <a:pt x="0" y="6"/>
                  </a:cubicBezTo>
                  <a:cubicBezTo>
                    <a:pt x="0" y="6"/>
                    <a:pt x="0" y="5"/>
                    <a:pt x="0" y="5"/>
                  </a:cubicBezTo>
                  <a:cubicBezTo>
                    <a:pt x="0" y="4"/>
                    <a:pt x="0" y="4"/>
                    <a:pt x="1" y="4"/>
                  </a:cubicBezTo>
                  <a:cubicBezTo>
                    <a:pt x="1" y="3"/>
                    <a:pt x="2" y="3"/>
                    <a:pt x="3" y="3"/>
                  </a:cubicBezTo>
                  <a:cubicBezTo>
                    <a:pt x="3" y="2"/>
                    <a:pt x="4" y="2"/>
                    <a:pt x="5" y="2"/>
                  </a:cubicBezTo>
                  <a:cubicBezTo>
                    <a:pt x="6" y="2"/>
                    <a:pt x="7" y="3"/>
                    <a:pt x="8" y="3"/>
                  </a:cubicBezTo>
                  <a:cubicBezTo>
                    <a:pt x="8" y="3"/>
                    <a:pt x="8" y="3"/>
                    <a:pt x="8" y="3"/>
                  </a:cubicBezTo>
                  <a:cubicBezTo>
                    <a:pt x="8" y="3"/>
                    <a:pt x="8" y="3"/>
                    <a:pt x="9" y="2"/>
                  </a:cubicBezTo>
                  <a:cubicBezTo>
                    <a:pt x="9" y="2"/>
                    <a:pt x="9" y="2"/>
                    <a:pt x="8" y="1"/>
                  </a:cubicBezTo>
                  <a:cubicBezTo>
                    <a:pt x="7" y="1"/>
                    <a:pt x="6" y="1"/>
                    <a:pt x="4" y="2"/>
                  </a:cubicBezTo>
                  <a:cubicBezTo>
                    <a:pt x="4" y="2"/>
                    <a:pt x="4" y="2"/>
                    <a:pt x="4" y="2"/>
                  </a:cubicBezTo>
                  <a:cubicBezTo>
                    <a:pt x="4" y="1"/>
                    <a:pt x="4" y="1"/>
                    <a:pt x="3" y="1"/>
                  </a:cubicBezTo>
                  <a:cubicBezTo>
                    <a:pt x="4" y="1"/>
                    <a:pt x="4" y="1"/>
                    <a:pt x="4" y="1"/>
                  </a:cubicBezTo>
                  <a:cubicBezTo>
                    <a:pt x="5" y="0"/>
                    <a:pt x="6" y="0"/>
                    <a:pt x="7" y="0"/>
                  </a:cubicBezTo>
                  <a:cubicBezTo>
                    <a:pt x="9" y="0"/>
                    <a:pt x="10" y="0"/>
                    <a:pt x="10" y="1"/>
                  </a:cubicBezTo>
                  <a:cubicBezTo>
                    <a:pt x="11" y="1"/>
                    <a:pt x="11" y="2"/>
                    <a:pt x="11" y="3"/>
                  </a:cubicBezTo>
                  <a:cubicBezTo>
                    <a:pt x="11" y="3"/>
                    <a:pt x="10" y="3"/>
                    <a:pt x="10" y="4"/>
                  </a:cubicBezTo>
                  <a:cubicBezTo>
                    <a:pt x="9" y="5"/>
                    <a:pt x="7" y="6"/>
                    <a:pt x="6" y="7"/>
                  </a:cubicBezTo>
                  <a:cubicBezTo>
                    <a:pt x="6" y="7"/>
                    <a:pt x="6" y="7"/>
                    <a:pt x="6" y="8"/>
                  </a:cubicBezTo>
                  <a:close/>
                  <a:moveTo>
                    <a:pt x="6" y="5"/>
                  </a:moveTo>
                  <a:cubicBezTo>
                    <a:pt x="6" y="5"/>
                    <a:pt x="6" y="5"/>
                    <a:pt x="7" y="4"/>
                  </a:cubicBezTo>
                  <a:cubicBezTo>
                    <a:pt x="7" y="4"/>
                    <a:pt x="7" y="4"/>
                    <a:pt x="7" y="4"/>
                  </a:cubicBezTo>
                  <a:cubicBezTo>
                    <a:pt x="6" y="4"/>
                    <a:pt x="6" y="4"/>
                    <a:pt x="5" y="4"/>
                  </a:cubicBezTo>
                  <a:cubicBezTo>
                    <a:pt x="5" y="4"/>
                    <a:pt x="5" y="3"/>
                    <a:pt x="4" y="4"/>
                  </a:cubicBezTo>
                  <a:cubicBezTo>
                    <a:pt x="4" y="4"/>
                    <a:pt x="3" y="4"/>
                    <a:pt x="3" y="4"/>
                  </a:cubicBezTo>
                  <a:cubicBezTo>
                    <a:pt x="2" y="5"/>
                    <a:pt x="2" y="5"/>
                    <a:pt x="3" y="5"/>
                  </a:cubicBezTo>
                  <a:cubicBezTo>
                    <a:pt x="3" y="6"/>
                    <a:pt x="3" y="6"/>
                    <a:pt x="4" y="6"/>
                  </a:cubicBezTo>
                  <a:cubicBezTo>
                    <a:pt x="4" y="6"/>
                    <a:pt x="5" y="6"/>
                    <a:pt x="5" y="6"/>
                  </a:cubicBezTo>
                  <a:cubicBezTo>
                    <a:pt x="5" y="6"/>
                    <a:pt x="5" y="6"/>
                    <a:pt x="5" y="6"/>
                  </a:cubicBezTo>
                  <a:cubicBezTo>
                    <a:pt x="6" y="5"/>
                    <a:pt x="6" y="5"/>
                    <a:pt x="6" y="5"/>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4" name="Freeform 703"/>
            <p:cNvSpPr/>
            <p:nvPr/>
          </p:nvSpPr>
          <p:spPr bwMode="auto">
            <a:xfrm>
              <a:off x="1327151" y="2336800"/>
              <a:ext cx="38100" cy="12700"/>
            </a:xfrm>
            <a:custGeom>
              <a:avLst/>
              <a:gdLst>
                <a:gd name="T0" fmla="*/ 2147483646 w 24"/>
                <a:gd name="T1" fmla="*/ 2147483646 h 8"/>
                <a:gd name="T2" fmla="*/ 2147483646 w 24"/>
                <a:gd name="T3" fmla="*/ 2147483646 h 8"/>
                <a:gd name="T4" fmla="*/ 2147483646 w 24"/>
                <a:gd name="T5" fmla="*/ 2147483646 h 8"/>
                <a:gd name="T6" fmla="*/ 2147483646 w 24"/>
                <a:gd name="T7" fmla="*/ 2147483646 h 8"/>
                <a:gd name="T8" fmla="*/ 0 w 24"/>
                <a:gd name="T9" fmla="*/ 2147483646 h 8"/>
                <a:gd name="T10" fmla="*/ 2147483646 w 24"/>
                <a:gd name="T11" fmla="*/ 2147483646 h 8"/>
                <a:gd name="T12" fmla="*/ 2147483646 w 24"/>
                <a:gd name="T13" fmla="*/ 2147483646 h 8"/>
                <a:gd name="T14" fmla="*/ 2147483646 w 24"/>
                <a:gd name="T15" fmla="*/ 2147483646 h 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 h="8">
                  <a:moveTo>
                    <a:pt x="23" y="7"/>
                  </a:moveTo>
                  <a:cubicBezTo>
                    <a:pt x="23" y="5"/>
                    <a:pt x="22" y="4"/>
                    <a:pt x="20" y="3"/>
                  </a:cubicBezTo>
                  <a:cubicBezTo>
                    <a:pt x="18" y="2"/>
                    <a:pt x="17" y="2"/>
                    <a:pt x="14" y="2"/>
                  </a:cubicBezTo>
                  <a:cubicBezTo>
                    <a:pt x="12" y="2"/>
                    <a:pt x="9" y="2"/>
                    <a:pt x="6" y="4"/>
                  </a:cubicBezTo>
                  <a:cubicBezTo>
                    <a:pt x="3" y="5"/>
                    <a:pt x="1" y="6"/>
                    <a:pt x="0" y="8"/>
                  </a:cubicBezTo>
                  <a:cubicBezTo>
                    <a:pt x="0" y="6"/>
                    <a:pt x="3" y="3"/>
                    <a:pt x="7" y="2"/>
                  </a:cubicBezTo>
                  <a:cubicBezTo>
                    <a:pt x="12" y="0"/>
                    <a:pt x="17" y="0"/>
                    <a:pt x="20" y="1"/>
                  </a:cubicBezTo>
                  <a:cubicBezTo>
                    <a:pt x="23" y="2"/>
                    <a:pt x="24" y="5"/>
                    <a:pt x="23" y="7"/>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5" name="Freeform 704"/>
            <p:cNvSpPr/>
            <p:nvPr/>
          </p:nvSpPr>
          <p:spPr bwMode="auto">
            <a:xfrm>
              <a:off x="1358901" y="2354263"/>
              <a:ext cx="11113" cy="9525"/>
            </a:xfrm>
            <a:custGeom>
              <a:avLst/>
              <a:gdLst>
                <a:gd name="T0" fmla="*/ 2147483646 w 8"/>
                <a:gd name="T1" fmla="*/ 2147483646 h 6"/>
                <a:gd name="T2" fmla="*/ 0 w 8"/>
                <a:gd name="T3" fmla="*/ 2147483646 h 6"/>
                <a:gd name="T4" fmla="*/ 2147483646 w 8"/>
                <a:gd name="T5" fmla="*/ 0 h 6"/>
                <a:gd name="T6" fmla="*/ 2147483646 w 8"/>
                <a:gd name="T7" fmla="*/ 2147483646 h 6"/>
                <a:gd name="T8" fmla="*/ 2147483646 w 8"/>
                <a:gd name="T9" fmla="*/ 214748364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 h="6">
                  <a:moveTo>
                    <a:pt x="2" y="6"/>
                  </a:moveTo>
                  <a:cubicBezTo>
                    <a:pt x="2" y="6"/>
                    <a:pt x="1" y="6"/>
                    <a:pt x="0" y="6"/>
                  </a:cubicBezTo>
                  <a:cubicBezTo>
                    <a:pt x="2" y="4"/>
                    <a:pt x="4" y="2"/>
                    <a:pt x="6" y="0"/>
                  </a:cubicBezTo>
                  <a:cubicBezTo>
                    <a:pt x="7" y="0"/>
                    <a:pt x="8" y="0"/>
                    <a:pt x="8" y="1"/>
                  </a:cubicBezTo>
                  <a:cubicBezTo>
                    <a:pt x="6" y="3"/>
                    <a:pt x="4" y="4"/>
                    <a:pt x="2" y="6"/>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6" name="Freeform 705"/>
            <p:cNvSpPr/>
            <p:nvPr/>
          </p:nvSpPr>
          <p:spPr bwMode="auto">
            <a:xfrm>
              <a:off x="1368426" y="2351088"/>
              <a:ext cx="6350" cy="3175"/>
            </a:xfrm>
            <a:custGeom>
              <a:avLst/>
              <a:gdLst>
                <a:gd name="T0" fmla="*/ 0 w 4"/>
                <a:gd name="T1" fmla="*/ 2147483646 h 2"/>
                <a:gd name="T2" fmla="*/ 2147483646 w 4"/>
                <a:gd name="T3" fmla="*/ 0 h 2"/>
                <a:gd name="T4" fmla="*/ 2147483646 w 4"/>
                <a:gd name="T5" fmla="*/ 0 h 2"/>
                <a:gd name="T6" fmla="*/ 2147483646 w 4"/>
                <a:gd name="T7" fmla="*/ 2147483646 h 2"/>
                <a:gd name="T8" fmla="*/ 0 w 4"/>
                <a:gd name="T9" fmla="*/ 2147483646 h 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 h="2">
                  <a:moveTo>
                    <a:pt x="0" y="1"/>
                  </a:moveTo>
                  <a:cubicBezTo>
                    <a:pt x="1" y="1"/>
                    <a:pt x="1" y="0"/>
                    <a:pt x="2" y="0"/>
                  </a:cubicBezTo>
                  <a:cubicBezTo>
                    <a:pt x="3" y="0"/>
                    <a:pt x="3" y="0"/>
                    <a:pt x="4" y="0"/>
                  </a:cubicBezTo>
                  <a:cubicBezTo>
                    <a:pt x="3" y="1"/>
                    <a:pt x="3" y="1"/>
                    <a:pt x="2" y="2"/>
                  </a:cubicBezTo>
                  <a:cubicBezTo>
                    <a:pt x="1" y="2"/>
                    <a:pt x="1" y="1"/>
                    <a:pt x="0" y="1"/>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7" name="Freeform 706"/>
            <p:cNvSpPr>
              <a:spLocks noEditPoints="1"/>
            </p:cNvSpPr>
            <p:nvPr/>
          </p:nvSpPr>
          <p:spPr bwMode="auto">
            <a:xfrm>
              <a:off x="1104901" y="2447925"/>
              <a:ext cx="69850" cy="44450"/>
            </a:xfrm>
            <a:custGeom>
              <a:avLst/>
              <a:gdLst>
                <a:gd name="T0" fmla="*/ 2147483646 w 45"/>
                <a:gd name="T1" fmla="*/ 2147483646 h 28"/>
                <a:gd name="T2" fmla="*/ 2147483646 w 45"/>
                <a:gd name="T3" fmla="*/ 2147483646 h 28"/>
                <a:gd name="T4" fmla="*/ 2147483646 w 45"/>
                <a:gd name="T5" fmla="*/ 2147483646 h 28"/>
                <a:gd name="T6" fmla="*/ 2147483646 w 45"/>
                <a:gd name="T7" fmla="*/ 2147483646 h 28"/>
                <a:gd name="T8" fmla="*/ 2147483646 w 45"/>
                <a:gd name="T9" fmla="*/ 2147483646 h 28"/>
                <a:gd name="T10" fmla="*/ 2147483646 w 45"/>
                <a:gd name="T11" fmla="*/ 2147483646 h 28"/>
                <a:gd name="T12" fmla="*/ 2147483646 w 45"/>
                <a:gd name="T13" fmla="*/ 2147483646 h 28"/>
                <a:gd name="T14" fmla="*/ 2147483646 w 45"/>
                <a:gd name="T15" fmla="*/ 2147483646 h 28"/>
                <a:gd name="T16" fmla="*/ 2147483646 w 45"/>
                <a:gd name="T17" fmla="*/ 2147483646 h 28"/>
                <a:gd name="T18" fmla="*/ 2147483646 w 45"/>
                <a:gd name="T19" fmla="*/ 2147483646 h 28"/>
                <a:gd name="T20" fmla="*/ 2147483646 w 45"/>
                <a:gd name="T21" fmla="*/ 2147483646 h 28"/>
                <a:gd name="T22" fmla="*/ 2147483646 w 45"/>
                <a:gd name="T23" fmla="*/ 2147483646 h 28"/>
                <a:gd name="T24" fmla="*/ 2147483646 w 45"/>
                <a:gd name="T25" fmla="*/ 2147483646 h 28"/>
                <a:gd name="T26" fmla="*/ 2147483646 w 45"/>
                <a:gd name="T27" fmla="*/ 2147483646 h 28"/>
                <a:gd name="T28" fmla="*/ 2147483646 w 45"/>
                <a:gd name="T29" fmla="*/ 2147483646 h 28"/>
                <a:gd name="T30" fmla="*/ 2147483646 w 45"/>
                <a:gd name="T31" fmla="*/ 2147483646 h 28"/>
                <a:gd name="T32" fmla="*/ 2147483646 w 45"/>
                <a:gd name="T33" fmla="*/ 2147483646 h 28"/>
                <a:gd name="T34" fmla="*/ 2147483646 w 45"/>
                <a:gd name="T35" fmla="*/ 2147483646 h 28"/>
                <a:gd name="T36" fmla="*/ 2147483646 w 45"/>
                <a:gd name="T37" fmla="*/ 2147483646 h 28"/>
                <a:gd name="T38" fmla="*/ 2147483646 w 45"/>
                <a:gd name="T39" fmla="*/ 2147483646 h 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 h="28">
                  <a:moveTo>
                    <a:pt x="20" y="28"/>
                  </a:moveTo>
                  <a:cubicBezTo>
                    <a:pt x="18" y="28"/>
                    <a:pt x="15" y="28"/>
                    <a:pt x="12" y="27"/>
                  </a:cubicBezTo>
                  <a:cubicBezTo>
                    <a:pt x="6" y="26"/>
                    <a:pt x="2" y="22"/>
                    <a:pt x="1" y="18"/>
                  </a:cubicBezTo>
                  <a:cubicBezTo>
                    <a:pt x="0" y="15"/>
                    <a:pt x="1" y="12"/>
                    <a:pt x="4" y="9"/>
                  </a:cubicBezTo>
                  <a:cubicBezTo>
                    <a:pt x="10" y="3"/>
                    <a:pt x="23" y="0"/>
                    <a:pt x="33" y="2"/>
                  </a:cubicBezTo>
                  <a:cubicBezTo>
                    <a:pt x="39" y="4"/>
                    <a:pt x="43" y="7"/>
                    <a:pt x="44" y="11"/>
                  </a:cubicBezTo>
                  <a:cubicBezTo>
                    <a:pt x="45" y="14"/>
                    <a:pt x="44" y="18"/>
                    <a:pt x="41" y="21"/>
                  </a:cubicBezTo>
                  <a:cubicBezTo>
                    <a:pt x="41" y="21"/>
                    <a:pt x="41" y="21"/>
                    <a:pt x="41" y="21"/>
                  </a:cubicBezTo>
                  <a:cubicBezTo>
                    <a:pt x="37" y="25"/>
                    <a:pt x="28" y="28"/>
                    <a:pt x="20" y="28"/>
                  </a:cubicBezTo>
                  <a:close/>
                  <a:moveTo>
                    <a:pt x="25" y="5"/>
                  </a:moveTo>
                  <a:cubicBezTo>
                    <a:pt x="18" y="5"/>
                    <a:pt x="11" y="8"/>
                    <a:pt x="7" y="12"/>
                  </a:cubicBezTo>
                  <a:cubicBezTo>
                    <a:pt x="6" y="13"/>
                    <a:pt x="4" y="15"/>
                    <a:pt x="5" y="17"/>
                  </a:cubicBezTo>
                  <a:cubicBezTo>
                    <a:pt x="6" y="20"/>
                    <a:pt x="9" y="22"/>
                    <a:pt x="13" y="23"/>
                  </a:cubicBezTo>
                  <a:cubicBezTo>
                    <a:pt x="22" y="26"/>
                    <a:pt x="33" y="23"/>
                    <a:pt x="38" y="18"/>
                  </a:cubicBezTo>
                  <a:cubicBezTo>
                    <a:pt x="38" y="18"/>
                    <a:pt x="38" y="18"/>
                    <a:pt x="38" y="18"/>
                  </a:cubicBezTo>
                  <a:cubicBezTo>
                    <a:pt x="39" y="17"/>
                    <a:pt x="41" y="15"/>
                    <a:pt x="40" y="12"/>
                  </a:cubicBezTo>
                  <a:cubicBezTo>
                    <a:pt x="39" y="10"/>
                    <a:pt x="36" y="7"/>
                    <a:pt x="32" y="6"/>
                  </a:cubicBezTo>
                  <a:cubicBezTo>
                    <a:pt x="30" y="6"/>
                    <a:pt x="27" y="5"/>
                    <a:pt x="25" y="5"/>
                  </a:cubicBezTo>
                  <a:close/>
                  <a:moveTo>
                    <a:pt x="40" y="19"/>
                  </a:moveTo>
                  <a:cubicBezTo>
                    <a:pt x="40" y="19"/>
                    <a:pt x="40" y="19"/>
                    <a:pt x="40" y="1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8" name="Freeform 707"/>
            <p:cNvSpPr>
              <a:spLocks noEditPoints="1"/>
            </p:cNvSpPr>
            <p:nvPr/>
          </p:nvSpPr>
          <p:spPr bwMode="auto">
            <a:xfrm>
              <a:off x="1198563" y="2473325"/>
              <a:ext cx="68263" cy="42862"/>
            </a:xfrm>
            <a:custGeom>
              <a:avLst/>
              <a:gdLst>
                <a:gd name="T0" fmla="*/ 2147483646 w 44"/>
                <a:gd name="T1" fmla="*/ 2147483646 h 28"/>
                <a:gd name="T2" fmla="*/ 2147483646 w 44"/>
                <a:gd name="T3" fmla="*/ 2147483646 h 28"/>
                <a:gd name="T4" fmla="*/ 2147483646 w 44"/>
                <a:gd name="T5" fmla="*/ 2147483646 h 28"/>
                <a:gd name="T6" fmla="*/ 2147483646 w 44"/>
                <a:gd name="T7" fmla="*/ 2147483646 h 28"/>
                <a:gd name="T8" fmla="*/ 2147483646 w 44"/>
                <a:gd name="T9" fmla="*/ 2147483646 h 28"/>
                <a:gd name="T10" fmla="*/ 2147483646 w 44"/>
                <a:gd name="T11" fmla="*/ 2147483646 h 28"/>
                <a:gd name="T12" fmla="*/ 2147483646 w 44"/>
                <a:gd name="T13" fmla="*/ 2147483646 h 28"/>
                <a:gd name="T14" fmla="*/ 2147483646 w 44"/>
                <a:gd name="T15" fmla="*/ 2147483646 h 28"/>
                <a:gd name="T16" fmla="*/ 2147483646 w 44"/>
                <a:gd name="T17" fmla="*/ 2147483646 h 28"/>
                <a:gd name="T18" fmla="*/ 2147483646 w 44"/>
                <a:gd name="T19" fmla="*/ 2147483646 h 28"/>
                <a:gd name="T20" fmla="*/ 2147483646 w 44"/>
                <a:gd name="T21" fmla="*/ 2147483646 h 28"/>
                <a:gd name="T22" fmla="*/ 2147483646 w 44"/>
                <a:gd name="T23" fmla="*/ 2147483646 h 28"/>
                <a:gd name="T24" fmla="*/ 2147483646 w 44"/>
                <a:gd name="T25" fmla="*/ 2147483646 h 28"/>
                <a:gd name="T26" fmla="*/ 2147483646 w 44"/>
                <a:gd name="T27" fmla="*/ 2147483646 h 28"/>
                <a:gd name="T28" fmla="*/ 2147483646 w 44"/>
                <a:gd name="T29" fmla="*/ 2147483646 h 28"/>
                <a:gd name="T30" fmla="*/ 2147483646 w 44"/>
                <a:gd name="T31" fmla="*/ 2147483646 h 28"/>
                <a:gd name="T32" fmla="*/ 2147483646 w 44"/>
                <a:gd name="T33" fmla="*/ 2147483646 h 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4" h="28">
                  <a:moveTo>
                    <a:pt x="20" y="28"/>
                  </a:moveTo>
                  <a:cubicBezTo>
                    <a:pt x="17" y="28"/>
                    <a:pt x="14" y="28"/>
                    <a:pt x="12" y="27"/>
                  </a:cubicBezTo>
                  <a:cubicBezTo>
                    <a:pt x="6" y="26"/>
                    <a:pt x="2" y="22"/>
                    <a:pt x="1" y="18"/>
                  </a:cubicBezTo>
                  <a:cubicBezTo>
                    <a:pt x="0" y="15"/>
                    <a:pt x="1" y="12"/>
                    <a:pt x="3" y="9"/>
                  </a:cubicBezTo>
                  <a:cubicBezTo>
                    <a:pt x="9" y="2"/>
                    <a:pt x="22" y="0"/>
                    <a:pt x="32" y="2"/>
                  </a:cubicBezTo>
                  <a:cubicBezTo>
                    <a:pt x="38" y="4"/>
                    <a:pt x="42" y="7"/>
                    <a:pt x="43" y="11"/>
                  </a:cubicBezTo>
                  <a:cubicBezTo>
                    <a:pt x="44" y="14"/>
                    <a:pt x="43" y="18"/>
                    <a:pt x="40" y="21"/>
                  </a:cubicBezTo>
                  <a:cubicBezTo>
                    <a:pt x="36" y="25"/>
                    <a:pt x="28" y="28"/>
                    <a:pt x="20" y="28"/>
                  </a:cubicBezTo>
                  <a:close/>
                  <a:moveTo>
                    <a:pt x="24" y="5"/>
                  </a:moveTo>
                  <a:cubicBezTo>
                    <a:pt x="17" y="5"/>
                    <a:pt x="10" y="8"/>
                    <a:pt x="6" y="12"/>
                  </a:cubicBezTo>
                  <a:cubicBezTo>
                    <a:pt x="5" y="13"/>
                    <a:pt x="4" y="15"/>
                    <a:pt x="4" y="17"/>
                  </a:cubicBezTo>
                  <a:cubicBezTo>
                    <a:pt x="5" y="20"/>
                    <a:pt x="8" y="22"/>
                    <a:pt x="13" y="23"/>
                  </a:cubicBezTo>
                  <a:cubicBezTo>
                    <a:pt x="21" y="26"/>
                    <a:pt x="33" y="23"/>
                    <a:pt x="37" y="18"/>
                  </a:cubicBezTo>
                  <a:cubicBezTo>
                    <a:pt x="37" y="18"/>
                    <a:pt x="37" y="18"/>
                    <a:pt x="37" y="18"/>
                  </a:cubicBezTo>
                  <a:cubicBezTo>
                    <a:pt x="39" y="17"/>
                    <a:pt x="40" y="14"/>
                    <a:pt x="39" y="12"/>
                  </a:cubicBezTo>
                  <a:cubicBezTo>
                    <a:pt x="39" y="10"/>
                    <a:pt x="36" y="7"/>
                    <a:pt x="31" y="6"/>
                  </a:cubicBezTo>
                  <a:cubicBezTo>
                    <a:pt x="29" y="6"/>
                    <a:pt x="27" y="5"/>
                    <a:pt x="24" y="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59" name="Freeform 708"/>
            <p:cNvSpPr>
              <a:spLocks noEditPoints="1"/>
            </p:cNvSpPr>
            <p:nvPr/>
          </p:nvSpPr>
          <p:spPr bwMode="auto">
            <a:xfrm>
              <a:off x="1290638" y="2497138"/>
              <a:ext cx="69850" cy="44450"/>
            </a:xfrm>
            <a:custGeom>
              <a:avLst/>
              <a:gdLst>
                <a:gd name="T0" fmla="*/ 2147483646 w 45"/>
                <a:gd name="T1" fmla="*/ 2147483646 h 29"/>
                <a:gd name="T2" fmla="*/ 2147483646 w 45"/>
                <a:gd name="T3" fmla="*/ 2147483646 h 29"/>
                <a:gd name="T4" fmla="*/ 2147483646 w 45"/>
                <a:gd name="T5" fmla="*/ 2147483646 h 29"/>
                <a:gd name="T6" fmla="*/ 2147483646 w 45"/>
                <a:gd name="T7" fmla="*/ 2147483646 h 29"/>
                <a:gd name="T8" fmla="*/ 2147483646 w 45"/>
                <a:gd name="T9" fmla="*/ 2147483646 h 29"/>
                <a:gd name="T10" fmla="*/ 2147483646 w 45"/>
                <a:gd name="T11" fmla="*/ 2147483646 h 29"/>
                <a:gd name="T12" fmla="*/ 2147483646 w 45"/>
                <a:gd name="T13" fmla="*/ 2147483646 h 29"/>
                <a:gd name="T14" fmla="*/ 2147483646 w 45"/>
                <a:gd name="T15" fmla="*/ 2147483646 h 29"/>
                <a:gd name="T16" fmla="*/ 2147483646 w 45"/>
                <a:gd name="T17" fmla="*/ 2147483646 h 29"/>
                <a:gd name="T18" fmla="*/ 2147483646 w 45"/>
                <a:gd name="T19" fmla="*/ 2147483646 h 29"/>
                <a:gd name="T20" fmla="*/ 2147483646 w 45"/>
                <a:gd name="T21" fmla="*/ 2147483646 h 29"/>
                <a:gd name="T22" fmla="*/ 2147483646 w 45"/>
                <a:gd name="T23" fmla="*/ 2147483646 h 29"/>
                <a:gd name="T24" fmla="*/ 2147483646 w 45"/>
                <a:gd name="T25" fmla="*/ 2147483646 h 29"/>
                <a:gd name="T26" fmla="*/ 2147483646 w 45"/>
                <a:gd name="T27" fmla="*/ 2147483646 h 29"/>
                <a:gd name="T28" fmla="*/ 2147483646 w 45"/>
                <a:gd name="T29" fmla="*/ 2147483646 h 29"/>
                <a:gd name="T30" fmla="*/ 2147483646 w 45"/>
                <a:gd name="T31" fmla="*/ 2147483646 h 29"/>
                <a:gd name="T32" fmla="*/ 2147483646 w 45"/>
                <a:gd name="T33" fmla="*/ 2147483646 h 29"/>
                <a:gd name="T34" fmla="*/ 2147483646 w 45"/>
                <a:gd name="T35" fmla="*/ 2147483646 h 29"/>
                <a:gd name="T36" fmla="*/ 2147483646 w 45"/>
                <a:gd name="T37" fmla="*/ 2147483646 h 29"/>
                <a:gd name="T38" fmla="*/ 2147483646 w 45"/>
                <a:gd name="T39" fmla="*/ 2147483646 h 2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 h="29">
                  <a:moveTo>
                    <a:pt x="20" y="29"/>
                  </a:moveTo>
                  <a:cubicBezTo>
                    <a:pt x="17" y="29"/>
                    <a:pt x="15" y="29"/>
                    <a:pt x="12" y="28"/>
                  </a:cubicBezTo>
                  <a:cubicBezTo>
                    <a:pt x="6" y="26"/>
                    <a:pt x="2" y="23"/>
                    <a:pt x="1" y="19"/>
                  </a:cubicBezTo>
                  <a:cubicBezTo>
                    <a:pt x="0" y="16"/>
                    <a:pt x="1" y="13"/>
                    <a:pt x="4" y="10"/>
                  </a:cubicBezTo>
                  <a:cubicBezTo>
                    <a:pt x="10" y="3"/>
                    <a:pt x="22" y="0"/>
                    <a:pt x="33" y="3"/>
                  </a:cubicBezTo>
                  <a:cubicBezTo>
                    <a:pt x="38" y="5"/>
                    <a:pt x="42" y="8"/>
                    <a:pt x="44" y="12"/>
                  </a:cubicBezTo>
                  <a:cubicBezTo>
                    <a:pt x="45" y="15"/>
                    <a:pt x="44" y="19"/>
                    <a:pt x="41" y="22"/>
                  </a:cubicBezTo>
                  <a:cubicBezTo>
                    <a:pt x="41" y="22"/>
                    <a:pt x="41" y="22"/>
                    <a:pt x="41" y="22"/>
                  </a:cubicBezTo>
                  <a:cubicBezTo>
                    <a:pt x="36" y="26"/>
                    <a:pt x="28" y="29"/>
                    <a:pt x="20" y="29"/>
                  </a:cubicBezTo>
                  <a:close/>
                  <a:moveTo>
                    <a:pt x="25" y="6"/>
                  </a:moveTo>
                  <a:cubicBezTo>
                    <a:pt x="18" y="6"/>
                    <a:pt x="10" y="9"/>
                    <a:pt x="7" y="12"/>
                  </a:cubicBezTo>
                  <a:cubicBezTo>
                    <a:pt x="6" y="14"/>
                    <a:pt x="4" y="16"/>
                    <a:pt x="5" y="18"/>
                  </a:cubicBezTo>
                  <a:cubicBezTo>
                    <a:pt x="6" y="21"/>
                    <a:pt x="9" y="23"/>
                    <a:pt x="13" y="24"/>
                  </a:cubicBezTo>
                  <a:cubicBezTo>
                    <a:pt x="22" y="26"/>
                    <a:pt x="33" y="24"/>
                    <a:pt x="38" y="19"/>
                  </a:cubicBezTo>
                  <a:cubicBezTo>
                    <a:pt x="38" y="19"/>
                    <a:pt x="38" y="19"/>
                    <a:pt x="38" y="19"/>
                  </a:cubicBezTo>
                  <a:cubicBezTo>
                    <a:pt x="39" y="17"/>
                    <a:pt x="40" y="15"/>
                    <a:pt x="40" y="13"/>
                  </a:cubicBezTo>
                  <a:cubicBezTo>
                    <a:pt x="39" y="10"/>
                    <a:pt x="36" y="8"/>
                    <a:pt x="32" y="7"/>
                  </a:cubicBezTo>
                  <a:cubicBezTo>
                    <a:pt x="29" y="6"/>
                    <a:pt x="27" y="6"/>
                    <a:pt x="25" y="6"/>
                  </a:cubicBezTo>
                  <a:close/>
                  <a:moveTo>
                    <a:pt x="39" y="20"/>
                  </a:moveTo>
                  <a:cubicBezTo>
                    <a:pt x="39" y="20"/>
                    <a:pt x="39" y="20"/>
                    <a:pt x="39" y="2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0" name="Freeform 709"/>
            <p:cNvSpPr/>
            <p:nvPr/>
          </p:nvSpPr>
          <p:spPr bwMode="auto">
            <a:xfrm>
              <a:off x="1052513" y="2840038"/>
              <a:ext cx="495300" cy="133350"/>
            </a:xfrm>
            <a:custGeom>
              <a:avLst/>
              <a:gdLst>
                <a:gd name="T0" fmla="*/ 2147483646 w 319"/>
                <a:gd name="T1" fmla="*/ 2147483646 h 86"/>
                <a:gd name="T2" fmla="*/ 2147483646 w 319"/>
                <a:gd name="T3" fmla="*/ 2147483646 h 86"/>
                <a:gd name="T4" fmla="*/ 2147483646 w 319"/>
                <a:gd name="T5" fmla="*/ 2147483646 h 86"/>
                <a:gd name="T6" fmla="*/ 0 w 319"/>
                <a:gd name="T7" fmla="*/ 2147483646 h 86"/>
                <a:gd name="T8" fmla="*/ 2147483646 w 319"/>
                <a:gd name="T9" fmla="*/ 0 h 86"/>
                <a:gd name="T10" fmla="*/ 2147483646 w 319"/>
                <a:gd name="T11" fmla="*/ 2147483646 h 86"/>
                <a:gd name="T12" fmla="*/ 2147483646 w 319"/>
                <a:gd name="T13" fmla="*/ 0 h 86"/>
                <a:gd name="T14" fmla="*/ 2147483646 w 319"/>
                <a:gd name="T15" fmla="*/ 2147483646 h 86"/>
                <a:gd name="T16" fmla="*/ 2147483646 w 319"/>
                <a:gd name="T17" fmla="*/ 2147483646 h 86"/>
                <a:gd name="T18" fmla="*/ 2147483646 w 319"/>
                <a:gd name="T19" fmla="*/ 2147483646 h 86"/>
                <a:gd name="T20" fmla="*/ 2147483646 w 319"/>
                <a:gd name="T21" fmla="*/ 2147483646 h 86"/>
                <a:gd name="T22" fmla="*/ 2147483646 w 319"/>
                <a:gd name="T23" fmla="*/ 2147483646 h 86"/>
                <a:gd name="T24" fmla="*/ 2147483646 w 319"/>
                <a:gd name="T25" fmla="*/ 2147483646 h 86"/>
                <a:gd name="T26" fmla="*/ 2147483646 w 319"/>
                <a:gd name="T27" fmla="*/ 2147483646 h 86"/>
                <a:gd name="T28" fmla="*/ 2147483646 w 319"/>
                <a:gd name="T29" fmla="*/ 2147483646 h 86"/>
                <a:gd name="T30" fmla="*/ 2147483646 w 319"/>
                <a:gd name="T31" fmla="*/ 2147483646 h 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19" h="86">
                  <a:moveTo>
                    <a:pt x="212" y="86"/>
                  </a:moveTo>
                  <a:cubicBezTo>
                    <a:pt x="203" y="86"/>
                    <a:pt x="195" y="85"/>
                    <a:pt x="186" y="83"/>
                  </a:cubicBezTo>
                  <a:cubicBezTo>
                    <a:pt x="162" y="78"/>
                    <a:pt x="92" y="57"/>
                    <a:pt x="51" y="43"/>
                  </a:cubicBezTo>
                  <a:cubicBezTo>
                    <a:pt x="11" y="29"/>
                    <a:pt x="1" y="4"/>
                    <a:pt x="0" y="3"/>
                  </a:cubicBezTo>
                  <a:cubicBezTo>
                    <a:pt x="8" y="0"/>
                    <a:pt x="8" y="0"/>
                    <a:pt x="8" y="0"/>
                  </a:cubicBezTo>
                  <a:cubicBezTo>
                    <a:pt x="4" y="2"/>
                    <a:pt x="4" y="2"/>
                    <a:pt x="4" y="2"/>
                  </a:cubicBezTo>
                  <a:cubicBezTo>
                    <a:pt x="8" y="0"/>
                    <a:pt x="8" y="0"/>
                    <a:pt x="8" y="0"/>
                  </a:cubicBezTo>
                  <a:cubicBezTo>
                    <a:pt x="8" y="1"/>
                    <a:pt x="17" y="22"/>
                    <a:pt x="54" y="35"/>
                  </a:cubicBezTo>
                  <a:cubicBezTo>
                    <a:pt x="95" y="50"/>
                    <a:pt x="164" y="71"/>
                    <a:pt x="187" y="75"/>
                  </a:cubicBezTo>
                  <a:cubicBezTo>
                    <a:pt x="217" y="81"/>
                    <a:pt x="246" y="76"/>
                    <a:pt x="270" y="61"/>
                  </a:cubicBezTo>
                  <a:cubicBezTo>
                    <a:pt x="288" y="50"/>
                    <a:pt x="298" y="40"/>
                    <a:pt x="307" y="30"/>
                  </a:cubicBezTo>
                  <a:cubicBezTo>
                    <a:pt x="309" y="28"/>
                    <a:pt x="311" y="26"/>
                    <a:pt x="313" y="24"/>
                  </a:cubicBezTo>
                  <a:cubicBezTo>
                    <a:pt x="319" y="29"/>
                    <a:pt x="319" y="29"/>
                    <a:pt x="319" y="29"/>
                  </a:cubicBezTo>
                  <a:cubicBezTo>
                    <a:pt x="317" y="31"/>
                    <a:pt x="315" y="33"/>
                    <a:pt x="313" y="35"/>
                  </a:cubicBezTo>
                  <a:cubicBezTo>
                    <a:pt x="304" y="45"/>
                    <a:pt x="293" y="57"/>
                    <a:pt x="275" y="68"/>
                  </a:cubicBezTo>
                  <a:cubicBezTo>
                    <a:pt x="255" y="80"/>
                    <a:pt x="234" y="86"/>
                    <a:pt x="212" y="8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1" name="Freeform 710"/>
            <p:cNvSpPr/>
            <p:nvPr/>
          </p:nvSpPr>
          <p:spPr bwMode="auto">
            <a:xfrm>
              <a:off x="1581151" y="2786063"/>
              <a:ext cx="50800" cy="49212"/>
            </a:xfrm>
            <a:custGeom>
              <a:avLst/>
              <a:gdLst>
                <a:gd name="T0" fmla="*/ 2147483646 w 32"/>
                <a:gd name="T1" fmla="*/ 2147483646 h 32"/>
                <a:gd name="T2" fmla="*/ 2147483646 w 32"/>
                <a:gd name="T3" fmla="*/ 2147483646 h 32"/>
                <a:gd name="T4" fmla="*/ 2147483646 w 32"/>
                <a:gd name="T5" fmla="*/ 2147483646 h 32"/>
                <a:gd name="T6" fmla="*/ 2147483646 w 32"/>
                <a:gd name="T7" fmla="*/ 2147483646 h 32"/>
                <a:gd name="T8" fmla="*/ 2147483646 w 32"/>
                <a:gd name="T9" fmla="*/ 2147483646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2">
                  <a:moveTo>
                    <a:pt x="7" y="27"/>
                  </a:moveTo>
                  <a:cubicBezTo>
                    <a:pt x="13" y="32"/>
                    <a:pt x="22" y="31"/>
                    <a:pt x="27" y="25"/>
                  </a:cubicBezTo>
                  <a:cubicBezTo>
                    <a:pt x="32" y="19"/>
                    <a:pt x="31" y="10"/>
                    <a:pt x="24" y="5"/>
                  </a:cubicBezTo>
                  <a:cubicBezTo>
                    <a:pt x="18" y="0"/>
                    <a:pt x="9" y="1"/>
                    <a:pt x="5" y="7"/>
                  </a:cubicBezTo>
                  <a:cubicBezTo>
                    <a:pt x="0" y="14"/>
                    <a:pt x="1" y="22"/>
                    <a:pt x="7" y="2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2" name="Freeform 711"/>
            <p:cNvSpPr/>
            <p:nvPr/>
          </p:nvSpPr>
          <p:spPr bwMode="auto">
            <a:xfrm>
              <a:off x="1627188" y="2730500"/>
              <a:ext cx="47625" cy="47625"/>
            </a:xfrm>
            <a:custGeom>
              <a:avLst/>
              <a:gdLst>
                <a:gd name="T0" fmla="*/ 2147483646 w 31"/>
                <a:gd name="T1" fmla="*/ 2147483646 h 31"/>
                <a:gd name="T2" fmla="*/ 2147483646 w 31"/>
                <a:gd name="T3" fmla="*/ 2147483646 h 31"/>
                <a:gd name="T4" fmla="*/ 2147483646 w 31"/>
                <a:gd name="T5" fmla="*/ 2147483646 h 31"/>
                <a:gd name="T6" fmla="*/ 2147483646 w 31"/>
                <a:gd name="T7" fmla="*/ 2147483646 h 31"/>
                <a:gd name="T8" fmla="*/ 2147483646 w 31"/>
                <a:gd name="T9" fmla="*/ 2147483646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1">
                  <a:moveTo>
                    <a:pt x="7" y="26"/>
                  </a:moveTo>
                  <a:cubicBezTo>
                    <a:pt x="13" y="31"/>
                    <a:pt x="22" y="30"/>
                    <a:pt x="26" y="24"/>
                  </a:cubicBezTo>
                  <a:cubicBezTo>
                    <a:pt x="31" y="18"/>
                    <a:pt x="30" y="9"/>
                    <a:pt x="24" y="4"/>
                  </a:cubicBezTo>
                  <a:cubicBezTo>
                    <a:pt x="18" y="0"/>
                    <a:pt x="9" y="1"/>
                    <a:pt x="4" y="7"/>
                  </a:cubicBezTo>
                  <a:cubicBezTo>
                    <a:pt x="0" y="13"/>
                    <a:pt x="1" y="22"/>
                    <a:pt x="7" y="26"/>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463" name="组合 20"/>
          <p:cNvGrpSpPr/>
          <p:nvPr/>
        </p:nvGrpSpPr>
        <p:grpSpPr bwMode="auto">
          <a:xfrm>
            <a:off x="8867680" y="5076828"/>
            <a:ext cx="902066" cy="924712"/>
            <a:chOff x="8443913" y="1081088"/>
            <a:chExt cx="758825" cy="777874"/>
          </a:xfrm>
        </p:grpSpPr>
        <p:sp>
          <p:nvSpPr>
            <p:cNvPr id="464" name="Freeform 898"/>
            <p:cNvSpPr/>
            <p:nvPr/>
          </p:nvSpPr>
          <p:spPr bwMode="auto">
            <a:xfrm>
              <a:off x="8443913" y="1081088"/>
              <a:ext cx="758825" cy="765175"/>
            </a:xfrm>
            <a:custGeom>
              <a:avLst/>
              <a:gdLst>
                <a:gd name="T0" fmla="*/ 2147483646 w 489"/>
                <a:gd name="T1" fmla="*/ 2147483646 h 490"/>
                <a:gd name="T2" fmla="*/ 2147483646 w 489"/>
                <a:gd name="T3" fmla="*/ 2147483646 h 490"/>
                <a:gd name="T4" fmla="*/ 2147483646 w 489"/>
                <a:gd name="T5" fmla="*/ 2147483646 h 490"/>
                <a:gd name="T6" fmla="*/ 2147483646 w 489"/>
                <a:gd name="T7" fmla="*/ 2147483646 h 490"/>
                <a:gd name="T8" fmla="*/ 2147483646 w 489"/>
                <a:gd name="T9" fmla="*/ 2147483646 h 490"/>
                <a:gd name="T10" fmla="*/ 2147483646 w 489"/>
                <a:gd name="T11" fmla="*/ 2147483646 h 490"/>
                <a:gd name="T12" fmla="*/ 2147483646 w 489"/>
                <a:gd name="T13" fmla="*/ 2147483646 h 490"/>
                <a:gd name="T14" fmla="*/ 2147483646 w 489"/>
                <a:gd name="T15" fmla="*/ 2147483646 h 490"/>
                <a:gd name="T16" fmla="*/ 2147483646 w 489"/>
                <a:gd name="T17" fmla="*/ 2147483646 h 490"/>
                <a:gd name="T18" fmla="*/ 2147483646 w 489"/>
                <a:gd name="T19" fmla="*/ 2147483646 h 490"/>
                <a:gd name="T20" fmla="*/ 2147483646 w 489"/>
                <a:gd name="T21" fmla="*/ 2147483646 h 490"/>
                <a:gd name="T22" fmla="*/ 2147483646 w 489"/>
                <a:gd name="T23" fmla="*/ 2147483646 h 490"/>
                <a:gd name="T24" fmla="*/ 2147483646 w 489"/>
                <a:gd name="T25" fmla="*/ 2147483646 h 490"/>
                <a:gd name="T26" fmla="*/ 2147483646 w 489"/>
                <a:gd name="T27" fmla="*/ 2147483646 h 490"/>
                <a:gd name="T28" fmla="*/ 0 w 489"/>
                <a:gd name="T29" fmla="*/ 2147483646 h 490"/>
                <a:gd name="T30" fmla="*/ 0 w 489"/>
                <a:gd name="T31" fmla="*/ 2147483646 h 490"/>
                <a:gd name="T32" fmla="*/ 2147483646 w 489"/>
                <a:gd name="T33" fmla="*/ 0 h 490"/>
                <a:gd name="T34" fmla="*/ 2147483646 w 489"/>
                <a:gd name="T35" fmla="*/ 0 h 490"/>
                <a:gd name="T36" fmla="*/ 2147483646 w 489"/>
                <a:gd name="T37" fmla="*/ 2147483646 h 490"/>
                <a:gd name="T38" fmla="*/ 2147483646 w 489"/>
                <a:gd name="T39" fmla="*/ 2147483646 h 490"/>
                <a:gd name="T40" fmla="*/ 2147483646 w 489"/>
                <a:gd name="T41" fmla="*/ 2147483646 h 49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89" h="490">
                  <a:moveTo>
                    <a:pt x="407" y="490"/>
                  </a:moveTo>
                  <a:cubicBezTo>
                    <a:pt x="379" y="490"/>
                    <a:pt x="379" y="490"/>
                    <a:pt x="379" y="490"/>
                  </a:cubicBezTo>
                  <a:cubicBezTo>
                    <a:pt x="379" y="482"/>
                    <a:pt x="379" y="482"/>
                    <a:pt x="379" y="482"/>
                  </a:cubicBezTo>
                  <a:cubicBezTo>
                    <a:pt x="407" y="482"/>
                    <a:pt x="407" y="482"/>
                    <a:pt x="407" y="482"/>
                  </a:cubicBezTo>
                  <a:cubicBezTo>
                    <a:pt x="448" y="482"/>
                    <a:pt x="481" y="448"/>
                    <a:pt x="481" y="407"/>
                  </a:cubicBezTo>
                  <a:cubicBezTo>
                    <a:pt x="481" y="83"/>
                    <a:pt x="481" y="83"/>
                    <a:pt x="481" y="83"/>
                  </a:cubicBezTo>
                  <a:cubicBezTo>
                    <a:pt x="481" y="42"/>
                    <a:pt x="448" y="8"/>
                    <a:pt x="407" y="8"/>
                  </a:cubicBezTo>
                  <a:cubicBezTo>
                    <a:pt x="83" y="8"/>
                    <a:pt x="83" y="8"/>
                    <a:pt x="83" y="8"/>
                  </a:cubicBezTo>
                  <a:cubicBezTo>
                    <a:pt x="41" y="8"/>
                    <a:pt x="8" y="42"/>
                    <a:pt x="8" y="83"/>
                  </a:cubicBezTo>
                  <a:cubicBezTo>
                    <a:pt x="8" y="407"/>
                    <a:pt x="8" y="407"/>
                    <a:pt x="8" y="407"/>
                  </a:cubicBezTo>
                  <a:cubicBezTo>
                    <a:pt x="8" y="448"/>
                    <a:pt x="41" y="482"/>
                    <a:pt x="83" y="482"/>
                  </a:cubicBezTo>
                  <a:cubicBezTo>
                    <a:pt x="315" y="482"/>
                    <a:pt x="315" y="482"/>
                    <a:pt x="315" y="482"/>
                  </a:cubicBezTo>
                  <a:cubicBezTo>
                    <a:pt x="315" y="490"/>
                    <a:pt x="315" y="490"/>
                    <a:pt x="315" y="490"/>
                  </a:cubicBezTo>
                  <a:cubicBezTo>
                    <a:pt x="83" y="490"/>
                    <a:pt x="83" y="490"/>
                    <a:pt x="83" y="490"/>
                  </a:cubicBezTo>
                  <a:cubicBezTo>
                    <a:pt x="37" y="490"/>
                    <a:pt x="0" y="452"/>
                    <a:pt x="0" y="407"/>
                  </a:cubicBezTo>
                  <a:cubicBezTo>
                    <a:pt x="0" y="83"/>
                    <a:pt x="0" y="83"/>
                    <a:pt x="0" y="83"/>
                  </a:cubicBezTo>
                  <a:cubicBezTo>
                    <a:pt x="0" y="37"/>
                    <a:pt x="37" y="0"/>
                    <a:pt x="83" y="0"/>
                  </a:cubicBezTo>
                  <a:cubicBezTo>
                    <a:pt x="407" y="0"/>
                    <a:pt x="407" y="0"/>
                    <a:pt x="407" y="0"/>
                  </a:cubicBezTo>
                  <a:cubicBezTo>
                    <a:pt x="452" y="0"/>
                    <a:pt x="489" y="37"/>
                    <a:pt x="489" y="83"/>
                  </a:cubicBezTo>
                  <a:cubicBezTo>
                    <a:pt x="489" y="407"/>
                    <a:pt x="489" y="407"/>
                    <a:pt x="489" y="407"/>
                  </a:cubicBezTo>
                  <a:cubicBezTo>
                    <a:pt x="489" y="452"/>
                    <a:pt x="452" y="490"/>
                    <a:pt x="407" y="490"/>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5" name="Freeform 899"/>
            <p:cNvSpPr/>
            <p:nvPr/>
          </p:nvSpPr>
          <p:spPr bwMode="auto">
            <a:xfrm>
              <a:off x="8848725" y="1138238"/>
              <a:ext cx="28575" cy="6350"/>
            </a:xfrm>
            <a:custGeom>
              <a:avLst/>
              <a:gdLst>
                <a:gd name="T0" fmla="*/ 2147483646 w 18"/>
                <a:gd name="T1" fmla="*/ 2147483646 h 4"/>
                <a:gd name="T2" fmla="*/ 2147483646 w 18"/>
                <a:gd name="T3" fmla="*/ 2147483646 h 4"/>
                <a:gd name="T4" fmla="*/ 0 w 18"/>
                <a:gd name="T5" fmla="*/ 2147483646 h 4"/>
                <a:gd name="T6" fmla="*/ 2147483646 w 18"/>
                <a:gd name="T7" fmla="*/ 0 h 4"/>
                <a:gd name="T8" fmla="*/ 2147483646 w 18"/>
                <a:gd name="T9" fmla="*/ 0 h 4"/>
                <a:gd name="T10" fmla="*/ 2147483646 w 18"/>
                <a:gd name="T11" fmla="*/ 2147483646 h 4"/>
                <a:gd name="T12" fmla="*/ 2147483646 w 18"/>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16" y="4"/>
                  </a:moveTo>
                  <a:cubicBezTo>
                    <a:pt x="2" y="4"/>
                    <a:pt x="2" y="4"/>
                    <a:pt x="2" y="4"/>
                  </a:cubicBezTo>
                  <a:cubicBezTo>
                    <a:pt x="1" y="4"/>
                    <a:pt x="0" y="3"/>
                    <a:pt x="0" y="2"/>
                  </a:cubicBezTo>
                  <a:cubicBezTo>
                    <a:pt x="0" y="0"/>
                    <a:pt x="1" y="0"/>
                    <a:pt x="2" y="0"/>
                  </a:cubicBezTo>
                  <a:cubicBezTo>
                    <a:pt x="16" y="0"/>
                    <a:pt x="16" y="0"/>
                    <a:pt x="16" y="0"/>
                  </a:cubicBezTo>
                  <a:cubicBezTo>
                    <a:pt x="17" y="0"/>
                    <a:pt x="18" y="0"/>
                    <a:pt x="18" y="2"/>
                  </a:cubicBezTo>
                  <a:cubicBezTo>
                    <a:pt x="18" y="3"/>
                    <a:pt x="17"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6" name="Freeform 900"/>
            <p:cNvSpPr/>
            <p:nvPr/>
          </p:nvSpPr>
          <p:spPr bwMode="auto">
            <a:xfrm>
              <a:off x="8848725" y="1168400"/>
              <a:ext cx="28575" cy="6350"/>
            </a:xfrm>
            <a:custGeom>
              <a:avLst/>
              <a:gdLst>
                <a:gd name="T0" fmla="*/ 2147483646 w 18"/>
                <a:gd name="T1" fmla="*/ 2147483646 h 4"/>
                <a:gd name="T2" fmla="*/ 2147483646 w 18"/>
                <a:gd name="T3" fmla="*/ 2147483646 h 4"/>
                <a:gd name="T4" fmla="*/ 0 w 18"/>
                <a:gd name="T5" fmla="*/ 2147483646 h 4"/>
                <a:gd name="T6" fmla="*/ 2147483646 w 18"/>
                <a:gd name="T7" fmla="*/ 0 h 4"/>
                <a:gd name="T8" fmla="*/ 2147483646 w 18"/>
                <a:gd name="T9" fmla="*/ 0 h 4"/>
                <a:gd name="T10" fmla="*/ 2147483646 w 18"/>
                <a:gd name="T11" fmla="*/ 2147483646 h 4"/>
                <a:gd name="T12" fmla="*/ 2147483646 w 18"/>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16" y="4"/>
                  </a:moveTo>
                  <a:cubicBezTo>
                    <a:pt x="2" y="4"/>
                    <a:pt x="2" y="4"/>
                    <a:pt x="2" y="4"/>
                  </a:cubicBezTo>
                  <a:cubicBezTo>
                    <a:pt x="1" y="4"/>
                    <a:pt x="0" y="4"/>
                    <a:pt x="0" y="2"/>
                  </a:cubicBezTo>
                  <a:cubicBezTo>
                    <a:pt x="0" y="1"/>
                    <a:pt x="1" y="0"/>
                    <a:pt x="2" y="0"/>
                  </a:cubicBezTo>
                  <a:cubicBezTo>
                    <a:pt x="16" y="0"/>
                    <a:pt x="16" y="0"/>
                    <a:pt x="16" y="0"/>
                  </a:cubicBezTo>
                  <a:cubicBezTo>
                    <a:pt x="17" y="0"/>
                    <a:pt x="18" y="1"/>
                    <a:pt x="18" y="2"/>
                  </a:cubicBezTo>
                  <a:cubicBezTo>
                    <a:pt x="18" y="4"/>
                    <a:pt x="17"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7" name="Freeform 901"/>
            <p:cNvSpPr/>
            <p:nvPr/>
          </p:nvSpPr>
          <p:spPr bwMode="auto">
            <a:xfrm>
              <a:off x="8848725" y="1198563"/>
              <a:ext cx="28575" cy="6350"/>
            </a:xfrm>
            <a:custGeom>
              <a:avLst/>
              <a:gdLst>
                <a:gd name="T0" fmla="*/ 2147483646 w 18"/>
                <a:gd name="T1" fmla="*/ 2147483646 h 4"/>
                <a:gd name="T2" fmla="*/ 2147483646 w 18"/>
                <a:gd name="T3" fmla="*/ 2147483646 h 4"/>
                <a:gd name="T4" fmla="*/ 0 w 18"/>
                <a:gd name="T5" fmla="*/ 2147483646 h 4"/>
                <a:gd name="T6" fmla="*/ 2147483646 w 18"/>
                <a:gd name="T7" fmla="*/ 0 h 4"/>
                <a:gd name="T8" fmla="*/ 2147483646 w 18"/>
                <a:gd name="T9" fmla="*/ 0 h 4"/>
                <a:gd name="T10" fmla="*/ 2147483646 w 18"/>
                <a:gd name="T11" fmla="*/ 2147483646 h 4"/>
                <a:gd name="T12" fmla="*/ 2147483646 w 18"/>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16" y="4"/>
                  </a:moveTo>
                  <a:cubicBezTo>
                    <a:pt x="2" y="4"/>
                    <a:pt x="2" y="4"/>
                    <a:pt x="2" y="4"/>
                  </a:cubicBezTo>
                  <a:cubicBezTo>
                    <a:pt x="1" y="4"/>
                    <a:pt x="0" y="3"/>
                    <a:pt x="0" y="2"/>
                  </a:cubicBezTo>
                  <a:cubicBezTo>
                    <a:pt x="0" y="1"/>
                    <a:pt x="1" y="0"/>
                    <a:pt x="2" y="0"/>
                  </a:cubicBezTo>
                  <a:cubicBezTo>
                    <a:pt x="16" y="0"/>
                    <a:pt x="16" y="0"/>
                    <a:pt x="16" y="0"/>
                  </a:cubicBezTo>
                  <a:cubicBezTo>
                    <a:pt x="17" y="0"/>
                    <a:pt x="18" y="1"/>
                    <a:pt x="18" y="2"/>
                  </a:cubicBezTo>
                  <a:cubicBezTo>
                    <a:pt x="18" y="3"/>
                    <a:pt x="17"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8" name="Freeform 902"/>
            <p:cNvSpPr/>
            <p:nvPr/>
          </p:nvSpPr>
          <p:spPr bwMode="auto">
            <a:xfrm>
              <a:off x="8845550" y="1174750"/>
              <a:ext cx="6350" cy="25400"/>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69" name="Freeform 903"/>
            <p:cNvSpPr/>
            <p:nvPr/>
          </p:nvSpPr>
          <p:spPr bwMode="auto">
            <a:xfrm>
              <a:off x="8845550" y="1143000"/>
              <a:ext cx="6350" cy="26987"/>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0" name="Freeform 904"/>
            <p:cNvSpPr/>
            <p:nvPr/>
          </p:nvSpPr>
          <p:spPr bwMode="auto">
            <a:xfrm>
              <a:off x="8874125" y="1143000"/>
              <a:ext cx="6350" cy="26987"/>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1" name="Freeform 905"/>
            <p:cNvSpPr/>
            <p:nvPr/>
          </p:nvSpPr>
          <p:spPr bwMode="auto">
            <a:xfrm>
              <a:off x="8874125" y="1174750"/>
              <a:ext cx="6350" cy="25400"/>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2" name="Freeform 906"/>
            <p:cNvSpPr/>
            <p:nvPr/>
          </p:nvSpPr>
          <p:spPr bwMode="auto">
            <a:xfrm>
              <a:off x="8809038" y="1138238"/>
              <a:ext cx="26988" cy="6350"/>
            </a:xfrm>
            <a:custGeom>
              <a:avLst/>
              <a:gdLst>
                <a:gd name="T0" fmla="*/ 2147483646 w 18"/>
                <a:gd name="T1" fmla="*/ 2147483646 h 4"/>
                <a:gd name="T2" fmla="*/ 2147483646 w 18"/>
                <a:gd name="T3" fmla="*/ 2147483646 h 4"/>
                <a:gd name="T4" fmla="*/ 0 w 18"/>
                <a:gd name="T5" fmla="*/ 2147483646 h 4"/>
                <a:gd name="T6" fmla="*/ 2147483646 w 18"/>
                <a:gd name="T7" fmla="*/ 0 h 4"/>
                <a:gd name="T8" fmla="*/ 2147483646 w 18"/>
                <a:gd name="T9" fmla="*/ 0 h 4"/>
                <a:gd name="T10" fmla="*/ 2147483646 w 18"/>
                <a:gd name="T11" fmla="*/ 2147483646 h 4"/>
                <a:gd name="T12" fmla="*/ 2147483646 w 18"/>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16" y="4"/>
                  </a:moveTo>
                  <a:cubicBezTo>
                    <a:pt x="2" y="4"/>
                    <a:pt x="2" y="4"/>
                    <a:pt x="2" y="4"/>
                  </a:cubicBezTo>
                  <a:cubicBezTo>
                    <a:pt x="1" y="4"/>
                    <a:pt x="0" y="3"/>
                    <a:pt x="0" y="2"/>
                  </a:cubicBezTo>
                  <a:cubicBezTo>
                    <a:pt x="0" y="0"/>
                    <a:pt x="1" y="0"/>
                    <a:pt x="2" y="0"/>
                  </a:cubicBezTo>
                  <a:cubicBezTo>
                    <a:pt x="16" y="0"/>
                    <a:pt x="16" y="0"/>
                    <a:pt x="16" y="0"/>
                  </a:cubicBezTo>
                  <a:cubicBezTo>
                    <a:pt x="18" y="0"/>
                    <a:pt x="18" y="0"/>
                    <a:pt x="18" y="2"/>
                  </a:cubicBezTo>
                  <a:cubicBezTo>
                    <a:pt x="18" y="3"/>
                    <a:pt x="18"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3" name="Freeform 907"/>
            <p:cNvSpPr/>
            <p:nvPr/>
          </p:nvSpPr>
          <p:spPr bwMode="auto">
            <a:xfrm>
              <a:off x="8809038" y="1198563"/>
              <a:ext cx="26988" cy="6350"/>
            </a:xfrm>
            <a:custGeom>
              <a:avLst/>
              <a:gdLst>
                <a:gd name="T0" fmla="*/ 2147483646 w 18"/>
                <a:gd name="T1" fmla="*/ 2147483646 h 4"/>
                <a:gd name="T2" fmla="*/ 2147483646 w 18"/>
                <a:gd name="T3" fmla="*/ 2147483646 h 4"/>
                <a:gd name="T4" fmla="*/ 0 w 18"/>
                <a:gd name="T5" fmla="*/ 2147483646 h 4"/>
                <a:gd name="T6" fmla="*/ 2147483646 w 18"/>
                <a:gd name="T7" fmla="*/ 0 h 4"/>
                <a:gd name="T8" fmla="*/ 2147483646 w 18"/>
                <a:gd name="T9" fmla="*/ 0 h 4"/>
                <a:gd name="T10" fmla="*/ 2147483646 w 18"/>
                <a:gd name="T11" fmla="*/ 2147483646 h 4"/>
                <a:gd name="T12" fmla="*/ 2147483646 w 18"/>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 h="4">
                  <a:moveTo>
                    <a:pt x="16" y="4"/>
                  </a:moveTo>
                  <a:cubicBezTo>
                    <a:pt x="2" y="4"/>
                    <a:pt x="2" y="4"/>
                    <a:pt x="2" y="4"/>
                  </a:cubicBezTo>
                  <a:cubicBezTo>
                    <a:pt x="1" y="4"/>
                    <a:pt x="0" y="3"/>
                    <a:pt x="0" y="2"/>
                  </a:cubicBezTo>
                  <a:cubicBezTo>
                    <a:pt x="0" y="1"/>
                    <a:pt x="1" y="0"/>
                    <a:pt x="2" y="0"/>
                  </a:cubicBezTo>
                  <a:cubicBezTo>
                    <a:pt x="16" y="0"/>
                    <a:pt x="16" y="0"/>
                    <a:pt x="16" y="0"/>
                  </a:cubicBezTo>
                  <a:cubicBezTo>
                    <a:pt x="18" y="0"/>
                    <a:pt x="18" y="1"/>
                    <a:pt x="18" y="2"/>
                  </a:cubicBezTo>
                  <a:cubicBezTo>
                    <a:pt x="18" y="3"/>
                    <a:pt x="18" y="4"/>
                    <a:pt x="16"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4" name="Freeform 908"/>
            <p:cNvSpPr/>
            <p:nvPr/>
          </p:nvSpPr>
          <p:spPr bwMode="auto">
            <a:xfrm>
              <a:off x="8805863" y="1174750"/>
              <a:ext cx="6350" cy="25400"/>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5" name="Freeform 909"/>
            <p:cNvSpPr/>
            <p:nvPr/>
          </p:nvSpPr>
          <p:spPr bwMode="auto">
            <a:xfrm>
              <a:off x="8805863" y="1143000"/>
              <a:ext cx="6350" cy="26987"/>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6" name="Freeform 910"/>
            <p:cNvSpPr/>
            <p:nvPr/>
          </p:nvSpPr>
          <p:spPr bwMode="auto">
            <a:xfrm>
              <a:off x="8832850" y="1143000"/>
              <a:ext cx="6350" cy="26987"/>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7" name="Freeform 911"/>
            <p:cNvSpPr/>
            <p:nvPr/>
          </p:nvSpPr>
          <p:spPr bwMode="auto">
            <a:xfrm>
              <a:off x="8832850" y="1174750"/>
              <a:ext cx="6350" cy="25400"/>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8" name="Freeform 912"/>
            <p:cNvSpPr/>
            <p:nvPr/>
          </p:nvSpPr>
          <p:spPr bwMode="auto">
            <a:xfrm>
              <a:off x="8767763" y="1138238"/>
              <a:ext cx="30163" cy="6350"/>
            </a:xfrm>
            <a:custGeom>
              <a:avLst/>
              <a:gdLst>
                <a:gd name="T0" fmla="*/ 2147483646 w 19"/>
                <a:gd name="T1" fmla="*/ 2147483646 h 4"/>
                <a:gd name="T2" fmla="*/ 2147483646 w 19"/>
                <a:gd name="T3" fmla="*/ 2147483646 h 4"/>
                <a:gd name="T4" fmla="*/ 0 w 19"/>
                <a:gd name="T5" fmla="*/ 2147483646 h 4"/>
                <a:gd name="T6" fmla="*/ 2147483646 w 19"/>
                <a:gd name="T7" fmla="*/ 0 h 4"/>
                <a:gd name="T8" fmla="*/ 2147483646 w 19"/>
                <a:gd name="T9" fmla="*/ 0 h 4"/>
                <a:gd name="T10" fmla="*/ 2147483646 w 19"/>
                <a:gd name="T11" fmla="*/ 2147483646 h 4"/>
                <a:gd name="T12" fmla="*/ 2147483646 w 19"/>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4">
                  <a:moveTo>
                    <a:pt x="17" y="4"/>
                  </a:moveTo>
                  <a:cubicBezTo>
                    <a:pt x="2" y="4"/>
                    <a:pt x="2" y="4"/>
                    <a:pt x="2" y="4"/>
                  </a:cubicBezTo>
                  <a:cubicBezTo>
                    <a:pt x="1" y="4"/>
                    <a:pt x="0" y="3"/>
                    <a:pt x="0" y="2"/>
                  </a:cubicBezTo>
                  <a:cubicBezTo>
                    <a:pt x="0" y="0"/>
                    <a:pt x="1" y="0"/>
                    <a:pt x="2" y="0"/>
                  </a:cubicBezTo>
                  <a:cubicBezTo>
                    <a:pt x="17" y="0"/>
                    <a:pt x="17" y="0"/>
                    <a:pt x="17" y="0"/>
                  </a:cubicBezTo>
                  <a:cubicBezTo>
                    <a:pt x="18" y="0"/>
                    <a:pt x="19" y="0"/>
                    <a:pt x="19" y="2"/>
                  </a:cubicBezTo>
                  <a:cubicBezTo>
                    <a:pt x="19" y="3"/>
                    <a:pt x="18" y="4"/>
                    <a:pt x="1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79" name="Freeform 913"/>
            <p:cNvSpPr/>
            <p:nvPr/>
          </p:nvSpPr>
          <p:spPr bwMode="auto">
            <a:xfrm>
              <a:off x="8767763" y="1168400"/>
              <a:ext cx="30163" cy="6350"/>
            </a:xfrm>
            <a:custGeom>
              <a:avLst/>
              <a:gdLst>
                <a:gd name="T0" fmla="*/ 2147483646 w 19"/>
                <a:gd name="T1" fmla="*/ 2147483646 h 4"/>
                <a:gd name="T2" fmla="*/ 2147483646 w 19"/>
                <a:gd name="T3" fmla="*/ 2147483646 h 4"/>
                <a:gd name="T4" fmla="*/ 0 w 19"/>
                <a:gd name="T5" fmla="*/ 2147483646 h 4"/>
                <a:gd name="T6" fmla="*/ 2147483646 w 19"/>
                <a:gd name="T7" fmla="*/ 0 h 4"/>
                <a:gd name="T8" fmla="*/ 2147483646 w 19"/>
                <a:gd name="T9" fmla="*/ 0 h 4"/>
                <a:gd name="T10" fmla="*/ 2147483646 w 19"/>
                <a:gd name="T11" fmla="*/ 2147483646 h 4"/>
                <a:gd name="T12" fmla="*/ 2147483646 w 19"/>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4">
                  <a:moveTo>
                    <a:pt x="17" y="4"/>
                  </a:moveTo>
                  <a:cubicBezTo>
                    <a:pt x="2" y="4"/>
                    <a:pt x="2" y="4"/>
                    <a:pt x="2" y="4"/>
                  </a:cubicBezTo>
                  <a:cubicBezTo>
                    <a:pt x="1" y="4"/>
                    <a:pt x="0" y="4"/>
                    <a:pt x="0" y="2"/>
                  </a:cubicBezTo>
                  <a:cubicBezTo>
                    <a:pt x="0" y="1"/>
                    <a:pt x="1" y="0"/>
                    <a:pt x="2" y="0"/>
                  </a:cubicBezTo>
                  <a:cubicBezTo>
                    <a:pt x="17" y="0"/>
                    <a:pt x="17" y="0"/>
                    <a:pt x="17" y="0"/>
                  </a:cubicBezTo>
                  <a:cubicBezTo>
                    <a:pt x="18" y="0"/>
                    <a:pt x="19" y="1"/>
                    <a:pt x="19" y="2"/>
                  </a:cubicBezTo>
                  <a:cubicBezTo>
                    <a:pt x="19" y="4"/>
                    <a:pt x="18" y="4"/>
                    <a:pt x="1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0" name="Freeform 914"/>
            <p:cNvSpPr/>
            <p:nvPr/>
          </p:nvSpPr>
          <p:spPr bwMode="auto">
            <a:xfrm>
              <a:off x="8767763" y="1198563"/>
              <a:ext cx="30163" cy="6350"/>
            </a:xfrm>
            <a:custGeom>
              <a:avLst/>
              <a:gdLst>
                <a:gd name="T0" fmla="*/ 2147483646 w 19"/>
                <a:gd name="T1" fmla="*/ 2147483646 h 4"/>
                <a:gd name="T2" fmla="*/ 2147483646 w 19"/>
                <a:gd name="T3" fmla="*/ 2147483646 h 4"/>
                <a:gd name="T4" fmla="*/ 0 w 19"/>
                <a:gd name="T5" fmla="*/ 2147483646 h 4"/>
                <a:gd name="T6" fmla="*/ 2147483646 w 19"/>
                <a:gd name="T7" fmla="*/ 0 h 4"/>
                <a:gd name="T8" fmla="*/ 2147483646 w 19"/>
                <a:gd name="T9" fmla="*/ 0 h 4"/>
                <a:gd name="T10" fmla="*/ 2147483646 w 19"/>
                <a:gd name="T11" fmla="*/ 2147483646 h 4"/>
                <a:gd name="T12" fmla="*/ 2147483646 w 19"/>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4">
                  <a:moveTo>
                    <a:pt x="17" y="4"/>
                  </a:moveTo>
                  <a:cubicBezTo>
                    <a:pt x="2" y="4"/>
                    <a:pt x="2" y="4"/>
                    <a:pt x="2" y="4"/>
                  </a:cubicBezTo>
                  <a:cubicBezTo>
                    <a:pt x="1" y="4"/>
                    <a:pt x="0" y="3"/>
                    <a:pt x="0" y="2"/>
                  </a:cubicBezTo>
                  <a:cubicBezTo>
                    <a:pt x="0" y="1"/>
                    <a:pt x="1" y="0"/>
                    <a:pt x="2" y="0"/>
                  </a:cubicBezTo>
                  <a:cubicBezTo>
                    <a:pt x="17" y="0"/>
                    <a:pt x="17" y="0"/>
                    <a:pt x="17" y="0"/>
                  </a:cubicBezTo>
                  <a:cubicBezTo>
                    <a:pt x="18" y="0"/>
                    <a:pt x="19" y="1"/>
                    <a:pt x="19" y="2"/>
                  </a:cubicBezTo>
                  <a:cubicBezTo>
                    <a:pt x="19" y="3"/>
                    <a:pt x="18" y="4"/>
                    <a:pt x="1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1" name="Freeform 915"/>
            <p:cNvSpPr/>
            <p:nvPr/>
          </p:nvSpPr>
          <p:spPr bwMode="auto">
            <a:xfrm>
              <a:off x="8764588" y="1174750"/>
              <a:ext cx="6350" cy="25400"/>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2" name="Freeform 916"/>
            <p:cNvSpPr/>
            <p:nvPr/>
          </p:nvSpPr>
          <p:spPr bwMode="auto">
            <a:xfrm>
              <a:off x="8764588" y="1143000"/>
              <a:ext cx="6350" cy="26987"/>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3" name="Freeform 917"/>
            <p:cNvSpPr/>
            <p:nvPr/>
          </p:nvSpPr>
          <p:spPr bwMode="auto">
            <a:xfrm>
              <a:off x="8793163" y="1174750"/>
              <a:ext cx="6350" cy="25400"/>
            </a:xfrm>
            <a:custGeom>
              <a:avLst/>
              <a:gdLst>
                <a:gd name="T0" fmla="*/ 2147483646 w 4"/>
                <a:gd name="T1" fmla="*/ 2147483646 h 17"/>
                <a:gd name="T2" fmla="*/ 0 w 4"/>
                <a:gd name="T3" fmla="*/ 2147483646 h 17"/>
                <a:gd name="T4" fmla="*/ 0 w 4"/>
                <a:gd name="T5" fmla="*/ 2147483646 h 17"/>
                <a:gd name="T6" fmla="*/ 2147483646 w 4"/>
                <a:gd name="T7" fmla="*/ 0 h 17"/>
                <a:gd name="T8" fmla="*/ 2147483646 w 4"/>
                <a:gd name="T9" fmla="*/ 2147483646 h 17"/>
                <a:gd name="T10" fmla="*/ 2147483646 w 4"/>
                <a:gd name="T11" fmla="*/ 2147483646 h 17"/>
                <a:gd name="T12" fmla="*/ 2147483646 w 4"/>
                <a:gd name="T13" fmla="*/ 2147483646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 h="17">
                  <a:moveTo>
                    <a:pt x="2" y="17"/>
                  </a:moveTo>
                  <a:cubicBezTo>
                    <a:pt x="1" y="17"/>
                    <a:pt x="0" y="16"/>
                    <a:pt x="0" y="15"/>
                  </a:cubicBezTo>
                  <a:cubicBezTo>
                    <a:pt x="0" y="2"/>
                    <a:pt x="0" y="2"/>
                    <a:pt x="0" y="2"/>
                  </a:cubicBezTo>
                  <a:cubicBezTo>
                    <a:pt x="0" y="1"/>
                    <a:pt x="1" y="0"/>
                    <a:pt x="2" y="0"/>
                  </a:cubicBezTo>
                  <a:cubicBezTo>
                    <a:pt x="3" y="0"/>
                    <a:pt x="4" y="1"/>
                    <a:pt x="4" y="2"/>
                  </a:cubicBezTo>
                  <a:cubicBezTo>
                    <a:pt x="4" y="15"/>
                    <a:pt x="4" y="15"/>
                    <a:pt x="4" y="15"/>
                  </a:cubicBezTo>
                  <a:cubicBezTo>
                    <a:pt x="4" y="16"/>
                    <a:pt x="3" y="17"/>
                    <a:pt x="2" y="17"/>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4" name="Oval 918"/>
            <p:cNvSpPr>
              <a:spLocks noChangeArrowheads="1"/>
            </p:cNvSpPr>
            <p:nvPr/>
          </p:nvSpPr>
          <p:spPr bwMode="auto">
            <a:xfrm>
              <a:off x="8839200" y="1200150"/>
              <a:ext cx="6350" cy="4762"/>
            </a:xfrm>
            <a:prstGeom prst="ellipse">
              <a:avLst/>
            </a:pr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5" name="Freeform 919"/>
            <p:cNvSpPr>
              <a:spLocks noEditPoints="1"/>
            </p:cNvSpPr>
            <p:nvPr/>
          </p:nvSpPr>
          <p:spPr bwMode="auto">
            <a:xfrm>
              <a:off x="8905875" y="1193800"/>
              <a:ext cx="12700" cy="20637"/>
            </a:xfrm>
            <a:custGeom>
              <a:avLst/>
              <a:gdLst>
                <a:gd name="T0" fmla="*/ 2147483646 w 8"/>
                <a:gd name="T1" fmla="*/ 0 h 14"/>
                <a:gd name="T2" fmla="*/ 2147483646 w 8"/>
                <a:gd name="T3" fmla="*/ 2147483646 h 14"/>
                <a:gd name="T4" fmla="*/ 2147483646 w 8"/>
                <a:gd name="T5" fmla="*/ 0 h 14"/>
                <a:gd name="T6" fmla="*/ 0 w 8"/>
                <a:gd name="T7" fmla="*/ 2147483646 h 14"/>
                <a:gd name="T8" fmla="*/ 0 w 8"/>
                <a:gd name="T9" fmla="*/ 2147483646 h 14"/>
                <a:gd name="T10" fmla="*/ 2147483646 w 8"/>
                <a:gd name="T11" fmla="*/ 2147483646 h 14"/>
                <a:gd name="T12" fmla="*/ 2147483646 w 8"/>
                <a:gd name="T13" fmla="*/ 2147483646 h 14"/>
                <a:gd name="T14" fmla="*/ 2147483646 w 8"/>
                <a:gd name="T15" fmla="*/ 2147483646 h 14"/>
                <a:gd name="T16" fmla="*/ 2147483646 w 8"/>
                <a:gd name="T17" fmla="*/ 2147483646 h 14"/>
                <a:gd name="T18" fmla="*/ 2147483646 w 8"/>
                <a:gd name="T19" fmla="*/ 2147483646 h 14"/>
                <a:gd name="T20" fmla="*/ 0 w 8"/>
                <a:gd name="T21" fmla="*/ 2147483646 h 14"/>
                <a:gd name="T22" fmla="*/ 2147483646 w 8"/>
                <a:gd name="T23" fmla="*/ 2147483646 h 14"/>
                <a:gd name="T24" fmla="*/ 2147483646 w 8"/>
                <a:gd name="T25" fmla="*/ 2147483646 h 14"/>
                <a:gd name="T26" fmla="*/ 2147483646 w 8"/>
                <a:gd name="T27" fmla="*/ 2147483646 h 14"/>
                <a:gd name="T28" fmla="*/ 2147483646 w 8"/>
                <a:gd name="T29" fmla="*/ 2147483646 h 14"/>
                <a:gd name="T30" fmla="*/ 2147483646 w 8"/>
                <a:gd name="T31" fmla="*/ 0 h 14"/>
                <a:gd name="T32" fmla="*/ 2147483646 w 8"/>
                <a:gd name="T33" fmla="*/ 0 h 14"/>
                <a:gd name="T34" fmla="*/ 2147483646 w 8"/>
                <a:gd name="T35" fmla="*/ 2147483646 h 14"/>
                <a:gd name="T36" fmla="*/ 2147483646 w 8"/>
                <a:gd name="T37" fmla="*/ 2147483646 h 14"/>
                <a:gd name="T38" fmla="*/ 2147483646 w 8"/>
                <a:gd name="T39" fmla="*/ 2147483646 h 14"/>
                <a:gd name="T40" fmla="*/ 2147483646 w 8"/>
                <a:gd name="T41" fmla="*/ 2147483646 h 14"/>
                <a:gd name="T42" fmla="*/ 2147483646 w 8"/>
                <a:gd name="T43" fmla="*/ 2147483646 h 14"/>
                <a:gd name="T44" fmla="*/ 2147483646 w 8"/>
                <a:gd name="T45" fmla="*/ 2147483646 h 14"/>
                <a:gd name="T46" fmla="*/ 2147483646 w 8"/>
                <a:gd name="T47" fmla="*/ 2147483646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 h="14">
                  <a:moveTo>
                    <a:pt x="6" y="0"/>
                  </a:moveTo>
                  <a:cubicBezTo>
                    <a:pt x="6" y="1"/>
                    <a:pt x="6" y="1"/>
                    <a:pt x="6" y="1"/>
                  </a:cubicBezTo>
                  <a:cubicBezTo>
                    <a:pt x="5" y="0"/>
                    <a:pt x="4" y="0"/>
                    <a:pt x="4" y="0"/>
                  </a:cubicBezTo>
                  <a:cubicBezTo>
                    <a:pt x="1" y="0"/>
                    <a:pt x="0" y="2"/>
                    <a:pt x="0" y="4"/>
                  </a:cubicBezTo>
                  <a:cubicBezTo>
                    <a:pt x="0" y="6"/>
                    <a:pt x="0" y="6"/>
                    <a:pt x="0" y="6"/>
                  </a:cubicBezTo>
                  <a:cubicBezTo>
                    <a:pt x="0" y="8"/>
                    <a:pt x="1" y="10"/>
                    <a:pt x="4" y="10"/>
                  </a:cubicBezTo>
                  <a:cubicBezTo>
                    <a:pt x="4" y="10"/>
                    <a:pt x="5" y="9"/>
                    <a:pt x="6" y="9"/>
                  </a:cubicBezTo>
                  <a:cubicBezTo>
                    <a:pt x="6" y="9"/>
                    <a:pt x="6" y="9"/>
                    <a:pt x="6" y="9"/>
                  </a:cubicBezTo>
                  <a:cubicBezTo>
                    <a:pt x="6" y="11"/>
                    <a:pt x="4" y="12"/>
                    <a:pt x="3" y="12"/>
                  </a:cubicBezTo>
                  <a:cubicBezTo>
                    <a:pt x="2" y="12"/>
                    <a:pt x="2" y="12"/>
                    <a:pt x="1" y="11"/>
                  </a:cubicBezTo>
                  <a:cubicBezTo>
                    <a:pt x="0" y="12"/>
                    <a:pt x="0" y="12"/>
                    <a:pt x="0" y="12"/>
                  </a:cubicBezTo>
                  <a:cubicBezTo>
                    <a:pt x="0" y="13"/>
                    <a:pt x="2" y="14"/>
                    <a:pt x="3" y="14"/>
                  </a:cubicBezTo>
                  <a:cubicBezTo>
                    <a:pt x="6" y="14"/>
                    <a:pt x="8" y="12"/>
                    <a:pt x="8" y="9"/>
                  </a:cubicBezTo>
                  <a:cubicBezTo>
                    <a:pt x="8" y="6"/>
                    <a:pt x="8" y="6"/>
                    <a:pt x="8" y="6"/>
                  </a:cubicBezTo>
                  <a:cubicBezTo>
                    <a:pt x="8" y="4"/>
                    <a:pt x="8" y="4"/>
                    <a:pt x="8" y="4"/>
                  </a:cubicBezTo>
                  <a:cubicBezTo>
                    <a:pt x="8" y="0"/>
                    <a:pt x="8" y="0"/>
                    <a:pt x="8" y="0"/>
                  </a:cubicBezTo>
                  <a:lnTo>
                    <a:pt x="6" y="0"/>
                  </a:lnTo>
                  <a:close/>
                  <a:moveTo>
                    <a:pt x="6" y="6"/>
                  </a:moveTo>
                  <a:cubicBezTo>
                    <a:pt x="6" y="7"/>
                    <a:pt x="5" y="8"/>
                    <a:pt x="4" y="8"/>
                  </a:cubicBezTo>
                  <a:cubicBezTo>
                    <a:pt x="2" y="8"/>
                    <a:pt x="2" y="7"/>
                    <a:pt x="2" y="6"/>
                  </a:cubicBezTo>
                  <a:cubicBezTo>
                    <a:pt x="2" y="4"/>
                    <a:pt x="2" y="4"/>
                    <a:pt x="2" y="4"/>
                  </a:cubicBezTo>
                  <a:cubicBezTo>
                    <a:pt x="2" y="3"/>
                    <a:pt x="2" y="2"/>
                    <a:pt x="4" y="2"/>
                  </a:cubicBezTo>
                  <a:cubicBezTo>
                    <a:pt x="5" y="2"/>
                    <a:pt x="6" y="3"/>
                    <a:pt x="6" y="4"/>
                  </a:cubicBezTo>
                  <a:lnTo>
                    <a:pt x="6" y="6"/>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6" name="Freeform 920"/>
            <p:cNvSpPr/>
            <p:nvPr/>
          </p:nvSpPr>
          <p:spPr bwMode="auto">
            <a:xfrm>
              <a:off x="8891588" y="1187450"/>
              <a:ext cx="12700" cy="20637"/>
            </a:xfrm>
            <a:custGeom>
              <a:avLst/>
              <a:gdLst>
                <a:gd name="T0" fmla="*/ 2147483646 w 8"/>
                <a:gd name="T1" fmla="*/ 2147483646 h 13"/>
                <a:gd name="T2" fmla="*/ 2147483646 w 8"/>
                <a:gd name="T3" fmla="*/ 2147483646 h 13"/>
                <a:gd name="T4" fmla="*/ 2147483646 w 8"/>
                <a:gd name="T5" fmla="*/ 2147483646 h 13"/>
                <a:gd name="T6" fmla="*/ 2147483646 w 8"/>
                <a:gd name="T7" fmla="*/ 0 h 13"/>
                <a:gd name="T8" fmla="*/ 0 w 8"/>
                <a:gd name="T9" fmla="*/ 0 h 13"/>
                <a:gd name="T10" fmla="*/ 0 w 8"/>
                <a:gd name="T11" fmla="*/ 2147483646 h 13"/>
                <a:gd name="T12" fmla="*/ 2147483646 w 8"/>
                <a:gd name="T13" fmla="*/ 2147483646 h 13"/>
                <a:gd name="T14" fmla="*/ 2147483646 w 8"/>
                <a:gd name="T15" fmla="*/ 2147483646 h 13"/>
                <a:gd name="T16" fmla="*/ 2147483646 w 8"/>
                <a:gd name="T17" fmla="*/ 2147483646 h 13"/>
                <a:gd name="T18" fmla="*/ 2147483646 w 8"/>
                <a:gd name="T19" fmla="*/ 2147483646 h 13"/>
                <a:gd name="T20" fmla="*/ 2147483646 w 8"/>
                <a:gd name="T21" fmla="*/ 2147483646 h 13"/>
                <a:gd name="T22" fmla="*/ 2147483646 w 8"/>
                <a:gd name="T23" fmla="*/ 2147483646 h 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 h="13">
                  <a:moveTo>
                    <a:pt x="8" y="4"/>
                  </a:moveTo>
                  <a:lnTo>
                    <a:pt x="6" y="4"/>
                  </a:lnTo>
                  <a:lnTo>
                    <a:pt x="2" y="8"/>
                  </a:lnTo>
                  <a:lnTo>
                    <a:pt x="2" y="0"/>
                  </a:lnTo>
                  <a:lnTo>
                    <a:pt x="0" y="0"/>
                  </a:lnTo>
                  <a:lnTo>
                    <a:pt x="0" y="13"/>
                  </a:lnTo>
                  <a:lnTo>
                    <a:pt x="2" y="13"/>
                  </a:lnTo>
                  <a:lnTo>
                    <a:pt x="2" y="8"/>
                  </a:lnTo>
                  <a:lnTo>
                    <a:pt x="6" y="13"/>
                  </a:lnTo>
                  <a:lnTo>
                    <a:pt x="8" y="13"/>
                  </a:lnTo>
                  <a:lnTo>
                    <a:pt x="4" y="8"/>
                  </a:lnTo>
                  <a:lnTo>
                    <a:pt x="8" y="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7" name="Freeform 921"/>
            <p:cNvSpPr>
              <a:spLocks noEditPoints="1"/>
            </p:cNvSpPr>
            <p:nvPr/>
          </p:nvSpPr>
          <p:spPr bwMode="auto">
            <a:xfrm>
              <a:off x="8774113" y="1500188"/>
              <a:ext cx="100013" cy="100012"/>
            </a:xfrm>
            <a:custGeom>
              <a:avLst/>
              <a:gdLst>
                <a:gd name="T0" fmla="*/ 2147483646 w 64"/>
                <a:gd name="T1" fmla="*/ 2147483646 h 64"/>
                <a:gd name="T2" fmla="*/ 0 w 64"/>
                <a:gd name="T3" fmla="*/ 2147483646 h 64"/>
                <a:gd name="T4" fmla="*/ 2147483646 w 64"/>
                <a:gd name="T5" fmla="*/ 0 h 64"/>
                <a:gd name="T6" fmla="*/ 2147483646 w 64"/>
                <a:gd name="T7" fmla="*/ 2147483646 h 64"/>
                <a:gd name="T8" fmla="*/ 2147483646 w 64"/>
                <a:gd name="T9" fmla="*/ 2147483646 h 64"/>
                <a:gd name="T10" fmla="*/ 2147483646 w 64"/>
                <a:gd name="T11" fmla="*/ 2147483646 h 64"/>
                <a:gd name="T12" fmla="*/ 2147483646 w 64"/>
                <a:gd name="T13" fmla="*/ 2147483646 h 64"/>
                <a:gd name="T14" fmla="*/ 2147483646 w 64"/>
                <a:gd name="T15" fmla="*/ 2147483646 h 64"/>
                <a:gd name="T16" fmla="*/ 2147483646 w 64"/>
                <a:gd name="T17" fmla="*/ 2147483646 h 64"/>
                <a:gd name="T18" fmla="*/ 2147483646 w 64"/>
                <a:gd name="T19" fmla="*/ 2147483646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64">
                  <a:moveTo>
                    <a:pt x="32" y="64"/>
                  </a:moveTo>
                  <a:cubicBezTo>
                    <a:pt x="14" y="64"/>
                    <a:pt x="0" y="50"/>
                    <a:pt x="0" y="32"/>
                  </a:cubicBezTo>
                  <a:cubicBezTo>
                    <a:pt x="0" y="14"/>
                    <a:pt x="14" y="0"/>
                    <a:pt x="32" y="0"/>
                  </a:cubicBezTo>
                  <a:cubicBezTo>
                    <a:pt x="49" y="0"/>
                    <a:pt x="64" y="14"/>
                    <a:pt x="64" y="32"/>
                  </a:cubicBezTo>
                  <a:cubicBezTo>
                    <a:pt x="64" y="50"/>
                    <a:pt x="49" y="64"/>
                    <a:pt x="32" y="64"/>
                  </a:cubicBezTo>
                  <a:close/>
                  <a:moveTo>
                    <a:pt x="32" y="4"/>
                  </a:moveTo>
                  <a:cubicBezTo>
                    <a:pt x="16" y="4"/>
                    <a:pt x="4" y="17"/>
                    <a:pt x="4" y="32"/>
                  </a:cubicBezTo>
                  <a:cubicBezTo>
                    <a:pt x="4" y="47"/>
                    <a:pt x="16" y="60"/>
                    <a:pt x="32" y="60"/>
                  </a:cubicBezTo>
                  <a:cubicBezTo>
                    <a:pt x="47" y="60"/>
                    <a:pt x="60" y="47"/>
                    <a:pt x="60" y="32"/>
                  </a:cubicBezTo>
                  <a:cubicBezTo>
                    <a:pt x="60" y="17"/>
                    <a:pt x="47" y="4"/>
                    <a:pt x="32"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8" name="Freeform 922"/>
            <p:cNvSpPr/>
            <p:nvPr/>
          </p:nvSpPr>
          <p:spPr bwMode="auto">
            <a:xfrm>
              <a:off x="8799513" y="1565275"/>
              <a:ext cx="7938" cy="7937"/>
            </a:xfrm>
            <a:custGeom>
              <a:avLst/>
              <a:gdLst>
                <a:gd name="T0" fmla="*/ 2147483646 w 5"/>
                <a:gd name="T1" fmla="*/ 2147483646 h 5"/>
                <a:gd name="T2" fmla="*/ 2147483646 w 5"/>
                <a:gd name="T3" fmla="*/ 2147483646 h 5"/>
                <a:gd name="T4" fmla="*/ 2147483646 w 5"/>
                <a:gd name="T5" fmla="*/ 0 h 5"/>
                <a:gd name="T6" fmla="*/ 0 w 5"/>
                <a:gd name="T7" fmla="*/ 0 h 5"/>
                <a:gd name="T8" fmla="*/ 0 w 5"/>
                <a:gd name="T9" fmla="*/ 2147483646 h 5"/>
                <a:gd name="T10" fmla="*/ 2147483646 w 5"/>
                <a:gd name="T11" fmla="*/ 2147483646 h 5"/>
                <a:gd name="T12" fmla="*/ 2147483646 w 5"/>
                <a:gd name="T13" fmla="*/ 2147483646 h 5"/>
                <a:gd name="T14" fmla="*/ 2147483646 w 5"/>
                <a:gd name="T15" fmla="*/ 2147483646 h 5"/>
                <a:gd name="T16" fmla="*/ 2147483646 w 5"/>
                <a:gd name="T17" fmla="*/ 2147483646 h 5"/>
                <a:gd name="T18" fmla="*/ 2147483646 w 5"/>
                <a:gd name="T19" fmla="*/ 2147483646 h 5"/>
                <a:gd name="T20" fmla="*/ 2147483646 w 5"/>
                <a:gd name="T21" fmla="*/ 0 h 5"/>
                <a:gd name="T22" fmla="*/ 2147483646 w 5"/>
                <a:gd name="T23" fmla="*/ 0 h 5"/>
                <a:gd name="T24" fmla="*/ 2147483646 w 5"/>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 h="5">
                  <a:moveTo>
                    <a:pt x="4" y="2"/>
                  </a:moveTo>
                  <a:lnTo>
                    <a:pt x="1" y="2"/>
                  </a:lnTo>
                  <a:lnTo>
                    <a:pt x="1" y="0"/>
                  </a:lnTo>
                  <a:lnTo>
                    <a:pt x="0" y="0"/>
                  </a:lnTo>
                  <a:lnTo>
                    <a:pt x="0" y="5"/>
                  </a:lnTo>
                  <a:lnTo>
                    <a:pt x="1" y="5"/>
                  </a:lnTo>
                  <a:lnTo>
                    <a:pt x="1" y="3"/>
                  </a:lnTo>
                  <a:lnTo>
                    <a:pt x="4" y="3"/>
                  </a:lnTo>
                  <a:lnTo>
                    <a:pt x="4" y="5"/>
                  </a:lnTo>
                  <a:lnTo>
                    <a:pt x="5" y="5"/>
                  </a:lnTo>
                  <a:lnTo>
                    <a:pt x="5" y="0"/>
                  </a:lnTo>
                  <a:lnTo>
                    <a:pt x="4" y="0"/>
                  </a:lnTo>
                  <a:lnTo>
                    <a:pt x="4" y="2"/>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89" name="Freeform 923"/>
            <p:cNvSpPr/>
            <p:nvPr/>
          </p:nvSpPr>
          <p:spPr bwMode="auto">
            <a:xfrm>
              <a:off x="8809038" y="1565275"/>
              <a:ext cx="6350" cy="7937"/>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0 w 4"/>
                <a:gd name="T9" fmla="*/ 0 h 5"/>
                <a:gd name="T10" fmla="*/ 0 w 4"/>
                <a:gd name="T11" fmla="*/ 2147483646 h 5"/>
                <a:gd name="T12" fmla="*/ 2147483646 w 4"/>
                <a:gd name="T13" fmla="*/ 2147483646 h 5"/>
                <a:gd name="T14" fmla="*/ 2147483646 w 4"/>
                <a:gd name="T15" fmla="*/ 2147483646 h 5"/>
                <a:gd name="T16" fmla="*/ 2147483646 w 4"/>
                <a:gd name="T17" fmla="*/ 0 h 5"/>
                <a:gd name="T18" fmla="*/ 2147483646 w 4"/>
                <a:gd name="T19" fmla="*/ 0 h 5"/>
                <a:gd name="T20" fmla="*/ 2147483646 w 4"/>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 h="5">
                  <a:moveTo>
                    <a:pt x="3" y="3"/>
                  </a:moveTo>
                  <a:cubicBezTo>
                    <a:pt x="3" y="3"/>
                    <a:pt x="3" y="4"/>
                    <a:pt x="2" y="4"/>
                  </a:cubicBezTo>
                  <a:cubicBezTo>
                    <a:pt x="1" y="4"/>
                    <a:pt x="1" y="3"/>
                    <a:pt x="1" y="2"/>
                  </a:cubicBezTo>
                  <a:cubicBezTo>
                    <a:pt x="1" y="0"/>
                    <a:pt x="1" y="0"/>
                    <a:pt x="1" y="0"/>
                  </a:cubicBezTo>
                  <a:cubicBezTo>
                    <a:pt x="0" y="0"/>
                    <a:pt x="0" y="0"/>
                    <a:pt x="0" y="0"/>
                  </a:cubicBezTo>
                  <a:cubicBezTo>
                    <a:pt x="0" y="3"/>
                    <a:pt x="0" y="3"/>
                    <a:pt x="0" y="3"/>
                  </a:cubicBezTo>
                  <a:cubicBezTo>
                    <a:pt x="0" y="4"/>
                    <a:pt x="1" y="5"/>
                    <a:pt x="2" y="5"/>
                  </a:cubicBezTo>
                  <a:cubicBezTo>
                    <a:pt x="4" y="5"/>
                    <a:pt x="4" y="4"/>
                    <a:pt x="4" y="2"/>
                  </a:cubicBezTo>
                  <a:cubicBezTo>
                    <a:pt x="4" y="0"/>
                    <a:pt x="4" y="0"/>
                    <a:pt x="4" y="0"/>
                  </a:cubicBezTo>
                  <a:cubicBezTo>
                    <a:pt x="3" y="0"/>
                    <a:pt x="3" y="0"/>
                    <a:pt x="3" y="0"/>
                  </a:cubicBezTo>
                  <a:lnTo>
                    <a:pt x="3"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0" name="Freeform 924"/>
            <p:cNvSpPr/>
            <p:nvPr/>
          </p:nvSpPr>
          <p:spPr bwMode="auto">
            <a:xfrm>
              <a:off x="8823325" y="1565275"/>
              <a:ext cx="11113" cy="7937"/>
            </a:xfrm>
            <a:custGeom>
              <a:avLst/>
              <a:gdLst>
                <a:gd name="T0" fmla="*/ 2147483646 w 7"/>
                <a:gd name="T1" fmla="*/ 2147483646 h 5"/>
                <a:gd name="T2" fmla="*/ 2147483646 w 7"/>
                <a:gd name="T3" fmla="*/ 0 h 5"/>
                <a:gd name="T4" fmla="*/ 2147483646 w 7"/>
                <a:gd name="T5" fmla="*/ 0 h 5"/>
                <a:gd name="T6" fmla="*/ 2147483646 w 7"/>
                <a:gd name="T7" fmla="*/ 2147483646 h 5"/>
                <a:gd name="T8" fmla="*/ 2147483646 w 7"/>
                <a:gd name="T9" fmla="*/ 0 h 5"/>
                <a:gd name="T10" fmla="*/ 0 w 7"/>
                <a:gd name="T11" fmla="*/ 0 h 5"/>
                <a:gd name="T12" fmla="*/ 2147483646 w 7"/>
                <a:gd name="T13" fmla="*/ 2147483646 h 5"/>
                <a:gd name="T14" fmla="*/ 2147483646 w 7"/>
                <a:gd name="T15" fmla="*/ 2147483646 h 5"/>
                <a:gd name="T16" fmla="*/ 2147483646 w 7"/>
                <a:gd name="T17" fmla="*/ 2147483646 h 5"/>
                <a:gd name="T18" fmla="*/ 2147483646 w 7"/>
                <a:gd name="T19" fmla="*/ 2147483646 h 5"/>
                <a:gd name="T20" fmla="*/ 2147483646 w 7"/>
                <a:gd name="T21" fmla="*/ 2147483646 h 5"/>
                <a:gd name="T22" fmla="*/ 2147483646 w 7"/>
                <a:gd name="T23" fmla="*/ 0 h 5"/>
                <a:gd name="T24" fmla="*/ 2147483646 w 7"/>
                <a:gd name="T25" fmla="*/ 0 h 5"/>
                <a:gd name="T26" fmla="*/ 2147483646 w 7"/>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 h="5">
                  <a:moveTo>
                    <a:pt x="5" y="3"/>
                  </a:moveTo>
                  <a:lnTo>
                    <a:pt x="4" y="0"/>
                  </a:lnTo>
                  <a:lnTo>
                    <a:pt x="3" y="0"/>
                  </a:lnTo>
                  <a:lnTo>
                    <a:pt x="2" y="3"/>
                  </a:lnTo>
                  <a:lnTo>
                    <a:pt x="1" y="0"/>
                  </a:lnTo>
                  <a:lnTo>
                    <a:pt x="0" y="0"/>
                  </a:lnTo>
                  <a:lnTo>
                    <a:pt x="2" y="5"/>
                  </a:lnTo>
                  <a:lnTo>
                    <a:pt x="3" y="5"/>
                  </a:lnTo>
                  <a:lnTo>
                    <a:pt x="4" y="1"/>
                  </a:lnTo>
                  <a:lnTo>
                    <a:pt x="5" y="5"/>
                  </a:lnTo>
                  <a:lnTo>
                    <a:pt x="6" y="5"/>
                  </a:lnTo>
                  <a:lnTo>
                    <a:pt x="7" y="0"/>
                  </a:lnTo>
                  <a:lnTo>
                    <a:pt x="6" y="0"/>
                  </a:lnTo>
                  <a:lnTo>
                    <a:pt x="5"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1" name="Freeform 925"/>
            <p:cNvSpPr/>
            <p:nvPr/>
          </p:nvSpPr>
          <p:spPr bwMode="auto">
            <a:xfrm>
              <a:off x="8836025" y="1565275"/>
              <a:ext cx="6350" cy="7937"/>
            </a:xfrm>
            <a:custGeom>
              <a:avLst/>
              <a:gdLst>
                <a:gd name="T0" fmla="*/ 2147483646 w 4"/>
                <a:gd name="T1" fmla="*/ 2147483646 h 5"/>
                <a:gd name="T2" fmla="*/ 2147483646 w 4"/>
                <a:gd name="T3" fmla="*/ 2147483646 h 5"/>
                <a:gd name="T4" fmla="*/ 2147483646 w 4"/>
                <a:gd name="T5" fmla="*/ 2147483646 h 5"/>
                <a:gd name="T6" fmla="*/ 2147483646 w 4"/>
                <a:gd name="T7" fmla="*/ 2147483646 h 5"/>
                <a:gd name="T8" fmla="*/ 2147483646 w 4"/>
                <a:gd name="T9" fmla="*/ 2147483646 h 5"/>
                <a:gd name="T10" fmla="*/ 2147483646 w 4"/>
                <a:gd name="T11" fmla="*/ 2147483646 h 5"/>
                <a:gd name="T12" fmla="*/ 2147483646 w 4"/>
                <a:gd name="T13" fmla="*/ 0 h 5"/>
                <a:gd name="T14" fmla="*/ 0 w 4"/>
                <a:gd name="T15" fmla="*/ 0 h 5"/>
                <a:gd name="T16" fmla="*/ 0 w 4"/>
                <a:gd name="T17" fmla="*/ 2147483646 h 5"/>
                <a:gd name="T18" fmla="*/ 2147483646 w 4"/>
                <a:gd name="T19" fmla="*/ 2147483646 h 5"/>
                <a:gd name="T20" fmla="*/ 2147483646 w 4"/>
                <a:gd name="T21" fmla="*/ 2147483646 h 5"/>
                <a:gd name="T22" fmla="*/ 2147483646 w 4"/>
                <a:gd name="T23" fmla="*/ 2147483646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1" y="3"/>
                  </a:moveTo>
                  <a:lnTo>
                    <a:pt x="3" y="3"/>
                  </a:lnTo>
                  <a:lnTo>
                    <a:pt x="3" y="2"/>
                  </a:lnTo>
                  <a:lnTo>
                    <a:pt x="1" y="2"/>
                  </a:lnTo>
                  <a:lnTo>
                    <a:pt x="1" y="1"/>
                  </a:lnTo>
                  <a:lnTo>
                    <a:pt x="4" y="1"/>
                  </a:lnTo>
                  <a:lnTo>
                    <a:pt x="4" y="0"/>
                  </a:lnTo>
                  <a:lnTo>
                    <a:pt x="0" y="0"/>
                  </a:lnTo>
                  <a:lnTo>
                    <a:pt x="0" y="5"/>
                  </a:lnTo>
                  <a:lnTo>
                    <a:pt x="4" y="5"/>
                  </a:lnTo>
                  <a:lnTo>
                    <a:pt x="4" y="4"/>
                  </a:lnTo>
                  <a:lnTo>
                    <a:pt x="1" y="4"/>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2" name="Rectangle 926"/>
            <p:cNvSpPr>
              <a:spLocks noChangeArrowheads="1"/>
            </p:cNvSpPr>
            <p:nvPr/>
          </p:nvSpPr>
          <p:spPr bwMode="auto">
            <a:xfrm>
              <a:off x="8843963" y="1565275"/>
              <a:ext cx="1588" cy="7937"/>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3" name="Freeform 927"/>
            <p:cNvSpPr>
              <a:spLocks noEditPoints="1"/>
            </p:cNvSpPr>
            <p:nvPr/>
          </p:nvSpPr>
          <p:spPr bwMode="auto">
            <a:xfrm>
              <a:off x="8816975" y="1565275"/>
              <a:ext cx="6350" cy="7937"/>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2147483646 w 4"/>
                <a:gd name="T9" fmla="*/ 0 h 5"/>
                <a:gd name="T10" fmla="*/ 2147483646 w 4"/>
                <a:gd name="T11" fmla="*/ 0 h 5"/>
                <a:gd name="T12" fmla="*/ 0 w 4"/>
                <a:gd name="T13" fmla="*/ 2147483646 h 5"/>
                <a:gd name="T14" fmla="*/ 2147483646 w 4"/>
                <a:gd name="T15" fmla="*/ 2147483646 h 5"/>
                <a:gd name="T16" fmla="*/ 2147483646 w 4"/>
                <a:gd name="T17" fmla="*/ 2147483646 h 5"/>
                <a:gd name="T18" fmla="*/ 2147483646 w 4"/>
                <a:gd name="T19" fmla="*/ 2147483646 h 5"/>
                <a:gd name="T20" fmla="*/ 2147483646 w 4"/>
                <a:gd name="T21" fmla="*/ 2147483646 h 5"/>
                <a:gd name="T22" fmla="*/ 2147483646 w 4"/>
                <a:gd name="T23" fmla="*/ 2147483646 h 5"/>
                <a:gd name="T24" fmla="*/ 2147483646 w 4"/>
                <a:gd name="T25" fmla="*/ 2147483646 h 5"/>
                <a:gd name="T26" fmla="*/ 2147483646 w 4"/>
                <a:gd name="T27" fmla="*/ 2147483646 h 5"/>
                <a:gd name="T28" fmla="*/ 2147483646 w 4"/>
                <a:gd name="T29" fmla="*/ 2147483646 h 5"/>
                <a:gd name="T30" fmla="*/ 2147483646 w 4"/>
                <a:gd name="T31" fmla="*/ 2147483646 h 5"/>
                <a:gd name="T32" fmla="*/ 2147483646 w 4"/>
                <a:gd name="T33" fmla="*/ 2147483646 h 5"/>
                <a:gd name="T34" fmla="*/ 2147483646 w 4"/>
                <a:gd name="T35" fmla="*/ 2147483646 h 5"/>
                <a:gd name="T36" fmla="*/ 2147483646 w 4"/>
                <a:gd name="T37" fmla="*/ 2147483646 h 5"/>
                <a:gd name="T38" fmla="*/ 2147483646 w 4"/>
                <a:gd name="T39" fmla="*/ 2147483646 h 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 h="5">
                  <a:moveTo>
                    <a:pt x="3" y="4"/>
                  </a:moveTo>
                  <a:lnTo>
                    <a:pt x="3" y="5"/>
                  </a:lnTo>
                  <a:lnTo>
                    <a:pt x="4" y="5"/>
                  </a:lnTo>
                  <a:lnTo>
                    <a:pt x="3" y="0"/>
                  </a:lnTo>
                  <a:lnTo>
                    <a:pt x="2" y="0"/>
                  </a:lnTo>
                  <a:lnTo>
                    <a:pt x="0" y="5"/>
                  </a:lnTo>
                  <a:lnTo>
                    <a:pt x="1" y="5"/>
                  </a:lnTo>
                  <a:lnTo>
                    <a:pt x="1" y="4"/>
                  </a:lnTo>
                  <a:lnTo>
                    <a:pt x="3" y="4"/>
                  </a:lnTo>
                  <a:close/>
                  <a:moveTo>
                    <a:pt x="3" y="1"/>
                  </a:moveTo>
                  <a:lnTo>
                    <a:pt x="3" y="3"/>
                  </a:lnTo>
                  <a:lnTo>
                    <a:pt x="2" y="3"/>
                  </a:lnTo>
                  <a:lnTo>
                    <a:pt x="3" y="1"/>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4" name="Freeform 928"/>
            <p:cNvSpPr/>
            <p:nvPr/>
          </p:nvSpPr>
          <p:spPr bwMode="auto">
            <a:xfrm>
              <a:off x="8802688" y="1530350"/>
              <a:ext cx="17463" cy="22225"/>
            </a:xfrm>
            <a:custGeom>
              <a:avLst/>
              <a:gdLst>
                <a:gd name="T0" fmla="*/ 0 w 11"/>
                <a:gd name="T1" fmla="*/ 2147483646 h 14"/>
                <a:gd name="T2" fmla="*/ 2147483646 w 11"/>
                <a:gd name="T3" fmla="*/ 2147483646 h 14"/>
                <a:gd name="T4" fmla="*/ 2147483646 w 11"/>
                <a:gd name="T5" fmla="*/ 2147483646 h 14"/>
                <a:gd name="T6" fmla="*/ 2147483646 w 11"/>
                <a:gd name="T7" fmla="*/ 2147483646 h 14"/>
                <a:gd name="T8" fmla="*/ 2147483646 w 11"/>
                <a:gd name="T9" fmla="*/ 2147483646 h 14"/>
                <a:gd name="T10" fmla="*/ 2147483646 w 11"/>
                <a:gd name="T11" fmla="*/ 2147483646 h 14"/>
                <a:gd name="T12" fmla="*/ 2147483646 w 11"/>
                <a:gd name="T13" fmla="*/ 0 h 14"/>
                <a:gd name="T14" fmla="*/ 0 w 11"/>
                <a:gd name="T15" fmla="*/ 2147483646 h 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 h="14">
                  <a:moveTo>
                    <a:pt x="0" y="5"/>
                  </a:moveTo>
                  <a:cubicBezTo>
                    <a:pt x="0" y="7"/>
                    <a:pt x="2" y="8"/>
                    <a:pt x="2" y="8"/>
                  </a:cubicBezTo>
                  <a:cubicBezTo>
                    <a:pt x="4" y="11"/>
                    <a:pt x="10" y="13"/>
                    <a:pt x="11" y="14"/>
                  </a:cubicBezTo>
                  <a:cubicBezTo>
                    <a:pt x="11" y="14"/>
                    <a:pt x="11" y="14"/>
                    <a:pt x="11" y="14"/>
                  </a:cubicBezTo>
                  <a:cubicBezTo>
                    <a:pt x="11" y="14"/>
                    <a:pt x="11" y="14"/>
                    <a:pt x="11" y="14"/>
                  </a:cubicBezTo>
                  <a:cubicBezTo>
                    <a:pt x="11" y="14"/>
                    <a:pt x="11" y="14"/>
                    <a:pt x="11" y="14"/>
                  </a:cubicBezTo>
                  <a:cubicBezTo>
                    <a:pt x="8" y="6"/>
                    <a:pt x="3" y="0"/>
                    <a:pt x="3" y="0"/>
                  </a:cubicBezTo>
                  <a:cubicBezTo>
                    <a:pt x="3" y="0"/>
                    <a:pt x="0" y="3"/>
                    <a:pt x="0" y="5"/>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5" name="Rectangle 929"/>
            <p:cNvSpPr>
              <a:spLocks noChangeArrowheads="1"/>
            </p:cNvSpPr>
            <p:nvPr/>
          </p:nvSpPr>
          <p:spPr bwMode="auto">
            <a:xfrm>
              <a:off x="8802688" y="1530350"/>
              <a:ext cx="17463" cy="22225"/>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6" name="Freeform 930"/>
            <p:cNvSpPr/>
            <p:nvPr/>
          </p:nvSpPr>
          <p:spPr bwMode="auto">
            <a:xfrm>
              <a:off x="8802688" y="1530350"/>
              <a:ext cx="17463" cy="22225"/>
            </a:xfrm>
            <a:custGeom>
              <a:avLst/>
              <a:gdLst>
                <a:gd name="T0" fmla="*/ 0 w 11"/>
                <a:gd name="T1" fmla="*/ 2147483646 h 14"/>
                <a:gd name="T2" fmla="*/ 2147483646 w 11"/>
                <a:gd name="T3" fmla="*/ 2147483646 h 14"/>
                <a:gd name="T4" fmla="*/ 2147483646 w 11"/>
                <a:gd name="T5" fmla="*/ 2147483646 h 14"/>
                <a:gd name="T6" fmla="*/ 2147483646 w 11"/>
                <a:gd name="T7" fmla="*/ 2147483646 h 14"/>
                <a:gd name="T8" fmla="*/ 2147483646 w 11"/>
                <a:gd name="T9" fmla="*/ 2147483646 h 14"/>
                <a:gd name="T10" fmla="*/ 2147483646 w 11"/>
                <a:gd name="T11" fmla="*/ 2147483646 h 14"/>
                <a:gd name="T12" fmla="*/ 2147483646 w 11"/>
                <a:gd name="T13" fmla="*/ 0 h 14"/>
                <a:gd name="T14" fmla="*/ 0 w 11"/>
                <a:gd name="T15" fmla="*/ 2147483646 h 1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 h="14">
                  <a:moveTo>
                    <a:pt x="0" y="5"/>
                  </a:moveTo>
                  <a:cubicBezTo>
                    <a:pt x="0" y="7"/>
                    <a:pt x="2" y="8"/>
                    <a:pt x="2" y="8"/>
                  </a:cubicBezTo>
                  <a:cubicBezTo>
                    <a:pt x="4" y="11"/>
                    <a:pt x="10" y="13"/>
                    <a:pt x="11" y="14"/>
                  </a:cubicBezTo>
                  <a:cubicBezTo>
                    <a:pt x="11" y="14"/>
                    <a:pt x="11" y="14"/>
                    <a:pt x="11" y="14"/>
                  </a:cubicBezTo>
                  <a:cubicBezTo>
                    <a:pt x="11" y="14"/>
                    <a:pt x="11" y="14"/>
                    <a:pt x="11" y="14"/>
                  </a:cubicBezTo>
                  <a:cubicBezTo>
                    <a:pt x="11" y="14"/>
                    <a:pt x="11" y="14"/>
                    <a:pt x="11" y="14"/>
                  </a:cubicBezTo>
                  <a:cubicBezTo>
                    <a:pt x="8" y="6"/>
                    <a:pt x="3" y="0"/>
                    <a:pt x="3" y="0"/>
                  </a:cubicBezTo>
                  <a:cubicBezTo>
                    <a:pt x="3" y="0"/>
                    <a:pt x="0" y="3"/>
                    <a:pt x="0" y="5"/>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7" name="Freeform 931"/>
            <p:cNvSpPr/>
            <p:nvPr/>
          </p:nvSpPr>
          <p:spPr bwMode="auto">
            <a:xfrm>
              <a:off x="8804275" y="1555750"/>
              <a:ext cx="14288" cy="6350"/>
            </a:xfrm>
            <a:custGeom>
              <a:avLst/>
              <a:gdLst>
                <a:gd name="T0" fmla="*/ 0 w 9"/>
                <a:gd name="T1" fmla="*/ 0 h 4"/>
                <a:gd name="T2" fmla="*/ 2147483646 w 9"/>
                <a:gd name="T3" fmla="*/ 2147483646 h 4"/>
                <a:gd name="T4" fmla="*/ 2147483646 w 9"/>
                <a:gd name="T5" fmla="*/ 0 h 4"/>
                <a:gd name="T6" fmla="*/ 2147483646 w 9"/>
                <a:gd name="T7" fmla="*/ 0 h 4"/>
                <a:gd name="T8" fmla="*/ 2147483646 w 9"/>
                <a:gd name="T9" fmla="*/ 0 h 4"/>
                <a:gd name="T10" fmla="*/ 2147483646 w 9"/>
                <a:gd name="T11" fmla="*/ 0 h 4"/>
                <a:gd name="T12" fmla="*/ 2147483646 w 9"/>
                <a:gd name="T13" fmla="*/ 0 h 4"/>
                <a:gd name="T14" fmla="*/ 0 w 9"/>
                <a:gd name="T15" fmla="*/ 0 h 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 h="4">
                  <a:moveTo>
                    <a:pt x="0" y="0"/>
                  </a:moveTo>
                  <a:cubicBezTo>
                    <a:pt x="1" y="2"/>
                    <a:pt x="3" y="4"/>
                    <a:pt x="4" y="3"/>
                  </a:cubicBezTo>
                  <a:cubicBezTo>
                    <a:pt x="6" y="3"/>
                    <a:pt x="8" y="1"/>
                    <a:pt x="9" y="0"/>
                  </a:cubicBezTo>
                  <a:cubicBezTo>
                    <a:pt x="9" y="0"/>
                    <a:pt x="9" y="0"/>
                    <a:pt x="9" y="0"/>
                  </a:cubicBezTo>
                  <a:cubicBezTo>
                    <a:pt x="9" y="0"/>
                    <a:pt x="9" y="0"/>
                    <a:pt x="9" y="0"/>
                  </a:cubicBezTo>
                  <a:cubicBezTo>
                    <a:pt x="9" y="0"/>
                    <a:pt x="9" y="0"/>
                    <a:pt x="9" y="0"/>
                  </a:cubicBezTo>
                  <a:cubicBezTo>
                    <a:pt x="9" y="0"/>
                    <a:pt x="9" y="0"/>
                    <a:pt x="9" y="0"/>
                  </a:cubicBezTo>
                  <a:lnTo>
                    <a:pt x="0" y="0"/>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8" name="Rectangle 932"/>
            <p:cNvSpPr>
              <a:spLocks noChangeArrowheads="1"/>
            </p:cNvSpPr>
            <p:nvPr/>
          </p:nvSpPr>
          <p:spPr bwMode="auto">
            <a:xfrm>
              <a:off x="8804275" y="1555750"/>
              <a:ext cx="14288" cy="6350"/>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499" name="Freeform 933"/>
            <p:cNvSpPr/>
            <p:nvPr/>
          </p:nvSpPr>
          <p:spPr bwMode="auto">
            <a:xfrm>
              <a:off x="8804275" y="1555750"/>
              <a:ext cx="14288" cy="6350"/>
            </a:xfrm>
            <a:custGeom>
              <a:avLst/>
              <a:gdLst>
                <a:gd name="T0" fmla="*/ 0 w 9"/>
                <a:gd name="T1" fmla="*/ 0 h 4"/>
                <a:gd name="T2" fmla="*/ 2147483646 w 9"/>
                <a:gd name="T3" fmla="*/ 2147483646 h 4"/>
                <a:gd name="T4" fmla="*/ 2147483646 w 9"/>
                <a:gd name="T5" fmla="*/ 0 h 4"/>
                <a:gd name="T6" fmla="*/ 2147483646 w 9"/>
                <a:gd name="T7" fmla="*/ 0 h 4"/>
                <a:gd name="T8" fmla="*/ 2147483646 w 9"/>
                <a:gd name="T9" fmla="*/ 0 h 4"/>
                <a:gd name="T10" fmla="*/ 2147483646 w 9"/>
                <a:gd name="T11" fmla="*/ 0 h 4"/>
                <a:gd name="T12" fmla="*/ 2147483646 w 9"/>
                <a:gd name="T13" fmla="*/ 0 h 4"/>
                <a:gd name="T14" fmla="*/ 0 w 9"/>
                <a:gd name="T15" fmla="*/ 0 h 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 h="4">
                  <a:moveTo>
                    <a:pt x="0" y="0"/>
                  </a:moveTo>
                  <a:cubicBezTo>
                    <a:pt x="1" y="2"/>
                    <a:pt x="3" y="4"/>
                    <a:pt x="4" y="3"/>
                  </a:cubicBezTo>
                  <a:cubicBezTo>
                    <a:pt x="6" y="3"/>
                    <a:pt x="8" y="1"/>
                    <a:pt x="9" y="0"/>
                  </a:cubicBezTo>
                  <a:cubicBezTo>
                    <a:pt x="9" y="0"/>
                    <a:pt x="9" y="0"/>
                    <a:pt x="9" y="0"/>
                  </a:cubicBezTo>
                  <a:cubicBezTo>
                    <a:pt x="9" y="0"/>
                    <a:pt x="9" y="0"/>
                    <a:pt x="9" y="0"/>
                  </a:cubicBezTo>
                  <a:cubicBezTo>
                    <a:pt x="9" y="0"/>
                    <a:pt x="9" y="0"/>
                    <a:pt x="9" y="0"/>
                  </a:cubicBezTo>
                  <a:cubicBezTo>
                    <a:pt x="9" y="0"/>
                    <a:pt x="9" y="0"/>
                    <a:pt x="9" y="0"/>
                  </a:cubicBezTo>
                  <a:lnTo>
                    <a:pt x="0" y="0"/>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0" name="Freeform 934"/>
            <p:cNvSpPr/>
            <p:nvPr/>
          </p:nvSpPr>
          <p:spPr bwMode="auto">
            <a:xfrm>
              <a:off x="8799513" y="1543050"/>
              <a:ext cx="19050" cy="11112"/>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0 w 12"/>
                <a:gd name="T15" fmla="*/ 0 h 7"/>
                <a:gd name="T16" fmla="*/ 2147483646 w 12"/>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 h="7">
                  <a:moveTo>
                    <a:pt x="1" y="4"/>
                  </a:moveTo>
                  <a:cubicBezTo>
                    <a:pt x="2" y="6"/>
                    <a:pt x="3" y="7"/>
                    <a:pt x="3" y="7"/>
                  </a:cubicBezTo>
                  <a:cubicBezTo>
                    <a:pt x="4" y="7"/>
                    <a:pt x="5" y="7"/>
                    <a:pt x="5" y="7"/>
                  </a:cubicBezTo>
                  <a:cubicBezTo>
                    <a:pt x="5" y="7"/>
                    <a:pt x="11" y="7"/>
                    <a:pt x="12" y="7"/>
                  </a:cubicBezTo>
                  <a:cubicBezTo>
                    <a:pt x="12" y="7"/>
                    <a:pt x="12" y="7"/>
                    <a:pt x="12" y="7"/>
                  </a:cubicBezTo>
                  <a:cubicBezTo>
                    <a:pt x="12" y="7"/>
                    <a:pt x="12" y="7"/>
                    <a:pt x="12" y="7"/>
                  </a:cubicBezTo>
                  <a:cubicBezTo>
                    <a:pt x="12" y="7"/>
                    <a:pt x="12" y="7"/>
                    <a:pt x="12" y="7"/>
                  </a:cubicBezTo>
                  <a:cubicBezTo>
                    <a:pt x="8" y="4"/>
                    <a:pt x="0" y="0"/>
                    <a:pt x="0" y="0"/>
                  </a:cubicBezTo>
                  <a:cubicBezTo>
                    <a:pt x="0" y="2"/>
                    <a:pt x="1" y="4"/>
                    <a:pt x="1" y="4"/>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1" name="Rectangle 935"/>
            <p:cNvSpPr>
              <a:spLocks noChangeArrowheads="1"/>
            </p:cNvSpPr>
            <p:nvPr/>
          </p:nvSpPr>
          <p:spPr bwMode="auto">
            <a:xfrm>
              <a:off x="8799513" y="1543050"/>
              <a:ext cx="19050" cy="11112"/>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2" name="Freeform 936"/>
            <p:cNvSpPr/>
            <p:nvPr/>
          </p:nvSpPr>
          <p:spPr bwMode="auto">
            <a:xfrm>
              <a:off x="8799513" y="1543050"/>
              <a:ext cx="19050" cy="11112"/>
            </a:xfrm>
            <a:custGeom>
              <a:avLst/>
              <a:gdLst>
                <a:gd name="T0" fmla="*/ 2147483646 w 12"/>
                <a:gd name="T1" fmla="*/ 2147483646 h 7"/>
                <a:gd name="T2" fmla="*/ 2147483646 w 12"/>
                <a:gd name="T3" fmla="*/ 2147483646 h 7"/>
                <a:gd name="T4" fmla="*/ 2147483646 w 12"/>
                <a:gd name="T5" fmla="*/ 2147483646 h 7"/>
                <a:gd name="T6" fmla="*/ 2147483646 w 12"/>
                <a:gd name="T7" fmla="*/ 2147483646 h 7"/>
                <a:gd name="T8" fmla="*/ 2147483646 w 12"/>
                <a:gd name="T9" fmla="*/ 2147483646 h 7"/>
                <a:gd name="T10" fmla="*/ 2147483646 w 12"/>
                <a:gd name="T11" fmla="*/ 2147483646 h 7"/>
                <a:gd name="T12" fmla="*/ 2147483646 w 12"/>
                <a:gd name="T13" fmla="*/ 2147483646 h 7"/>
                <a:gd name="T14" fmla="*/ 0 w 12"/>
                <a:gd name="T15" fmla="*/ 0 h 7"/>
                <a:gd name="T16" fmla="*/ 2147483646 w 12"/>
                <a:gd name="T17" fmla="*/ 2147483646 h 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 h="7">
                  <a:moveTo>
                    <a:pt x="1" y="4"/>
                  </a:moveTo>
                  <a:cubicBezTo>
                    <a:pt x="2" y="6"/>
                    <a:pt x="3" y="7"/>
                    <a:pt x="3" y="7"/>
                  </a:cubicBezTo>
                  <a:cubicBezTo>
                    <a:pt x="4" y="7"/>
                    <a:pt x="5" y="7"/>
                    <a:pt x="5" y="7"/>
                  </a:cubicBezTo>
                  <a:cubicBezTo>
                    <a:pt x="5" y="7"/>
                    <a:pt x="11" y="7"/>
                    <a:pt x="12" y="7"/>
                  </a:cubicBezTo>
                  <a:cubicBezTo>
                    <a:pt x="12" y="7"/>
                    <a:pt x="12" y="7"/>
                    <a:pt x="12" y="7"/>
                  </a:cubicBezTo>
                  <a:cubicBezTo>
                    <a:pt x="12" y="7"/>
                    <a:pt x="12" y="7"/>
                    <a:pt x="12" y="7"/>
                  </a:cubicBezTo>
                  <a:cubicBezTo>
                    <a:pt x="12" y="7"/>
                    <a:pt x="12" y="7"/>
                    <a:pt x="12" y="7"/>
                  </a:cubicBezTo>
                  <a:cubicBezTo>
                    <a:pt x="8" y="4"/>
                    <a:pt x="0" y="0"/>
                    <a:pt x="0" y="0"/>
                  </a:cubicBezTo>
                  <a:cubicBezTo>
                    <a:pt x="0" y="2"/>
                    <a:pt x="1" y="4"/>
                    <a:pt x="1" y="4"/>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3" name="Freeform 937"/>
            <p:cNvSpPr/>
            <p:nvPr/>
          </p:nvSpPr>
          <p:spPr bwMode="auto">
            <a:xfrm>
              <a:off x="8812213" y="1524000"/>
              <a:ext cx="11113" cy="26987"/>
            </a:xfrm>
            <a:custGeom>
              <a:avLst/>
              <a:gdLst>
                <a:gd name="T0" fmla="*/ 2147483646 w 8"/>
                <a:gd name="T1" fmla="*/ 0 h 17"/>
                <a:gd name="T2" fmla="*/ 0 w 8"/>
                <a:gd name="T3" fmla="*/ 2147483646 h 17"/>
                <a:gd name="T4" fmla="*/ 0 w 8"/>
                <a:gd name="T5" fmla="*/ 2147483646 h 17"/>
                <a:gd name="T6" fmla="*/ 2147483646 w 8"/>
                <a:gd name="T7" fmla="*/ 2147483646 h 17"/>
                <a:gd name="T8" fmla="*/ 2147483646 w 8"/>
                <a:gd name="T9" fmla="*/ 2147483646 h 17"/>
                <a:gd name="T10" fmla="*/ 2147483646 w 8"/>
                <a:gd name="T11" fmla="*/ 2147483646 h 17"/>
                <a:gd name="T12" fmla="*/ 2147483646 w 8"/>
                <a:gd name="T13" fmla="*/ 2147483646 h 17"/>
                <a:gd name="T14" fmla="*/ 2147483646 w 8"/>
                <a:gd name="T15" fmla="*/ 0 h 17"/>
                <a:gd name="T16" fmla="*/ 2147483646 w 8"/>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17">
                  <a:moveTo>
                    <a:pt x="4" y="0"/>
                  </a:moveTo>
                  <a:cubicBezTo>
                    <a:pt x="1" y="1"/>
                    <a:pt x="0" y="3"/>
                    <a:pt x="0" y="3"/>
                  </a:cubicBezTo>
                  <a:cubicBezTo>
                    <a:pt x="0" y="5"/>
                    <a:pt x="0" y="6"/>
                    <a:pt x="0" y="6"/>
                  </a:cubicBezTo>
                  <a:cubicBezTo>
                    <a:pt x="1" y="10"/>
                    <a:pt x="5" y="16"/>
                    <a:pt x="6" y="17"/>
                  </a:cubicBezTo>
                  <a:cubicBezTo>
                    <a:pt x="6" y="17"/>
                    <a:pt x="6" y="17"/>
                    <a:pt x="6" y="17"/>
                  </a:cubicBezTo>
                  <a:cubicBezTo>
                    <a:pt x="6" y="17"/>
                    <a:pt x="6" y="17"/>
                    <a:pt x="6" y="17"/>
                  </a:cubicBezTo>
                  <a:cubicBezTo>
                    <a:pt x="6" y="17"/>
                    <a:pt x="6" y="17"/>
                    <a:pt x="6" y="17"/>
                  </a:cubicBezTo>
                  <a:cubicBezTo>
                    <a:pt x="8" y="4"/>
                    <a:pt x="5" y="0"/>
                    <a:pt x="5" y="0"/>
                  </a:cubicBezTo>
                  <a:cubicBezTo>
                    <a:pt x="5" y="0"/>
                    <a:pt x="4" y="0"/>
                    <a:pt x="4" y="0"/>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4" name="Rectangle 938"/>
            <p:cNvSpPr>
              <a:spLocks noChangeArrowheads="1"/>
            </p:cNvSpPr>
            <p:nvPr/>
          </p:nvSpPr>
          <p:spPr bwMode="auto">
            <a:xfrm>
              <a:off x="8812213" y="1524000"/>
              <a:ext cx="11113" cy="26987"/>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5" name="Freeform 939"/>
            <p:cNvSpPr/>
            <p:nvPr/>
          </p:nvSpPr>
          <p:spPr bwMode="auto">
            <a:xfrm>
              <a:off x="8812213" y="1524000"/>
              <a:ext cx="11113" cy="26987"/>
            </a:xfrm>
            <a:custGeom>
              <a:avLst/>
              <a:gdLst>
                <a:gd name="T0" fmla="*/ 2147483646 w 8"/>
                <a:gd name="T1" fmla="*/ 0 h 17"/>
                <a:gd name="T2" fmla="*/ 0 w 8"/>
                <a:gd name="T3" fmla="*/ 2147483646 h 17"/>
                <a:gd name="T4" fmla="*/ 0 w 8"/>
                <a:gd name="T5" fmla="*/ 2147483646 h 17"/>
                <a:gd name="T6" fmla="*/ 2147483646 w 8"/>
                <a:gd name="T7" fmla="*/ 2147483646 h 17"/>
                <a:gd name="T8" fmla="*/ 2147483646 w 8"/>
                <a:gd name="T9" fmla="*/ 2147483646 h 17"/>
                <a:gd name="T10" fmla="*/ 2147483646 w 8"/>
                <a:gd name="T11" fmla="*/ 2147483646 h 17"/>
                <a:gd name="T12" fmla="*/ 2147483646 w 8"/>
                <a:gd name="T13" fmla="*/ 2147483646 h 17"/>
                <a:gd name="T14" fmla="*/ 2147483646 w 8"/>
                <a:gd name="T15" fmla="*/ 0 h 17"/>
                <a:gd name="T16" fmla="*/ 2147483646 w 8"/>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17">
                  <a:moveTo>
                    <a:pt x="4" y="0"/>
                  </a:moveTo>
                  <a:cubicBezTo>
                    <a:pt x="1" y="1"/>
                    <a:pt x="0" y="3"/>
                    <a:pt x="0" y="3"/>
                  </a:cubicBezTo>
                  <a:cubicBezTo>
                    <a:pt x="0" y="5"/>
                    <a:pt x="0" y="6"/>
                    <a:pt x="0" y="6"/>
                  </a:cubicBezTo>
                  <a:cubicBezTo>
                    <a:pt x="1" y="10"/>
                    <a:pt x="5" y="16"/>
                    <a:pt x="6" y="17"/>
                  </a:cubicBezTo>
                  <a:cubicBezTo>
                    <a:pt x="6" y="17"/>
                    <a:pt x="6" y="17"/>
                    <a:pt x="6" y="17"/>
                  </a:cubicBezTo>
                  <a:cubicBezTo>
                    <a:pt x="6" y="17"/>
                    <a:pt x="6" y="17"/>
                    <a:pt x="6" y="17"/>
                  </a:cubicBezTo>
                  <a:cubicBezTo>
                    <a:pt x="6" y="17"/>
                    <a:pt x="6" y="17"/>
                    <a:pt x="6" y="17"/>
                  </a:cubicBezTo>
                  <a:cubicBezTo>
                    <a:pt x="8" y="4"/>
                    <a:pt x="5" y="0"/>
                    <a:pt x="5" y="0"/>
                  </a:cubicBezTo>
                  <a:cubicBezTo>
                    <a:pt x="5" y="0"/>
                    <a:pt x="4" y="0"/>
                    <a:pt x="4" y="0"/>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6" name="Freeform 940"/>
            <p:cNvSpPr/>
            <p:nvPr/>
          </p:nvSpPr>
          <p:spPr bwMode="auto">
            <a:xfrm>
              <a:off x="8821738" y="1524000"/>
              <a:ext cx="12700" cy="26987"/>
            </a:xfrm>
            <a:custGeom>
              <a:avLst/>
              <a:gdLst>
                <a:gd name="T0" fmla="*/ 2147483646 w 8"/>
                <a:gd name="T1" fmla="*/ 2147483646 h 17"/>
                <a:gd name="T2" fmla="*/ 2147483646 w 8"/>
                <a:gd name="T3" fmla="*/ 2147483646 h 17"/>
                <a:gd name="T4" fmla="*/ 2147483646 w 8"/>
                <a:gd name="T5" fmla="*/ 2147483646 h 17"/>
                <a:gd name="T6" fmla="*/ 2147483646 w 8"/>
                <a:gd name="T7" fmla="*/ 2147483646 h 17"/>
                <a:gd name="T8" fmla="*/ 2147483646 w 8"/>
                <a:gd name="T9" fmla="*/ 2147483646 h 17"/>
                <a:gd name="T10" fmla="*/ 2147483646 w 8"/>
                <a:gd name="T11" fmla="*/ 2147483646 h 17"/>
                <a:gd name="T12" fmla="*/ 2147483646 w 8"/>
                <a:gd name="T13" fmla="*/ 2147483646 h 17"/>
                <a:gd name="T14" fmla="*/ 2147483646 w 8"/>
                <a:gd name="T15" fmla="*/ 0 h 17"/>
                <a:gd name="T16" fmla="*/ 2147483646 w 8"/>
                <a:gd name="T17" fmla="*/ 0 h 17"/>
                <a:gd name="T18" fmla="*/ 2147483646 w 8"/>
                <a:gd name="T19" fmla="*/ 214748364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 h="17">
                  <a:moveTo>
                    <a:pt x="1" y="17"/>
                  </a:moveTo>
                  <a:cubicBezTo>
                    <a:pt x="1" y="17"/>
                    <a:pt x="1" y="17"/>
                    <a:pt x="1" y="17"/>
                  </a:cubicBezTo>
                  <a:cubicBezTo>
                    <a:pt x="1" y="17"/>
                    <a:pt x="1" y="17"/>
                    <a:pt x="1" y="17"/>
                  </a:cubicBezTo>
                  <a:cubicBezTo>
                    <a:pt x="1" y="17"/>
                    <a:pt x="1" y="17"/>
                    <a:pt x="1" y="17"/>
                  </a:cubicBezTo>
                  <a:cubicBezTo>
                    <a:pt x="1" y="17"/>
                    <a:pt x="1" y="17"/>
                    <a:pt x="1" y="17"/>
                  </a:cubicBezTo>
                  <a:cubicBezTo>
                    <a:pt x="2" y="16"/>
                    <a:pt x="6" y="10"/>
                    <a:pt x="7" y="6"/>
                  </a:cubicBezTo>
                  <a:cubicBezTo>
                    <a:pt x="7" y="6"/>
                    <a:pt x="8" y="5"/>
                    <a:pt x="7" y="3"/>
                  </a:cubicBezTo>
                  <a:cubicBezTo>
                    <a:pt x="7" y="3"/>
                    <a:pt x="6" y="1"/>
                    <a:pt x="4" y="0"/>
                  </a:cubicBezTo>
                  <a:cubicBezTo>
                    <a:pt x="4" y="0"/>
                    <a:pt x="3" y="0"/>
                    <a:pt x="3" y="0"/>
                  </a:cubicBezTo>
                  <a:cubicBezTo>
                    <a:pt x="3" y="0"/>
                    <a:pt x="0" y="4"/>
                    <a:pt x="1" y="17"/>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7" name="Rectangle 941"/>
            <p:cNvSpPr>
              <a:spLocks noChangeArrowheads="1"/>
            </p:cNvSpPr>
            <p:nvPr/>
          </p:nvSpPr>
          <p:spPr bwMode="auto">
            <a:xfrm>
              <a:off x="8821738" y="1524000"/>
              <a:ext cx="12700" cy="26987"/>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8" name="Freeform 942"/>
            <p:cNvSpPr/>
            <p:nvPr/>
          </p:nvSpPr>
          <p:spPr bwMode="auto">
            <a:xfrm>
              <a:off x="8821738" y="1524000"/>
              <a:ext cx="12700" cy="26987"/>
            </a:xfrm>
            <a:custGeom>
              <a:avLst/>
              <a:gdLst>
                <a:gd name="T0" fmla="*/ 2147483646 w 8"/>
                <a:gd name="T1" fmla="*/ 2147483646 h 17"/>
                <a:gd name="T2" fmla="*/ 2147483646 w 8"/>
                <a:gd name="T3" fmla="*/ 2147483646 h 17"/>
                <a:gd name="T4" fmla="*/ 2147483646 w 8"/>
                <a:gd name="T5" fmla="*/ 2147483646 h 17"/>
                <a:gd name="T6" fmla="*/ 2147483646 w 8"/>
                <a:gd name="T7" fmla="*/ 2147483646 h 17"/>
                <a:gd name="T8" fmla="*/ 2147483646 w 8"/>
                <a:gd name="T9" fmla="*/ 2147483646 h 17"/>
                <a:gd name="T10" fmla="*/ 2147483646 w 8"/>
                <a:gd name="T11" fmla="*/ 2147483646 h 17"/>
                <a:gd name="T12" fmla="*/ 2147483646 w 8"/>
                <a:gd name="T13" fmla="*/ 2147483646 h 17"/>
                <a:gd name="T14" fmla="*/ 2147483646 w 8"/>
                <a:gd name="T15" fmla="*/ 0 h 17"/>
                <a:gd name="T16" fmla="*/ 2147483646 w 8"/>
                <a:gd name="T17" fmla="*/ 0 h 17"/>
                <a:gd name="T18" fmla="*/ 2147483646 w 8"/>
                <a:gd name="T19" fmla="*/ 2147483646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 h="17">
                  <a:moveTo>
                    <a:pt x="1" y="17"/>
                  </a:moveTo>
                  <a:cubicBezTo>
                    <a:pt x="1" y="17"/>
                    <a:pt x="1" y="17"/>
                    <a:pt x="1" y="17"/>
                  </a:cubicBezTo>
                  <a:cubicBezTo>
                    <a:pt x="1" y="17"/>
                    <a:pt x="1" y="17"/>
                    <a:pt x="1" y="17"/>
                  </a:cubicBezTo>
                  <a:cubicBezTo>
                    <a:pt x="1" y="17"/>
                    <a:pt x="1" y="17"/>
                    <a:pt x="1" y="17"/>
                  </a:cubicBezTo>
                  <a:cubicBezTo>
                    <a:pt x="1" y="17"/>
                    <a:pt x="1" y="17"/>
                    <a:pt x="1" y="17"/>
                  </a:cubicBezTo>
                  <a:cubicBezTo>
                    <a:pt x="2" y="16"/>
                    <a:pt x="6" y="10"/>
                    <a:pt x="7" y="6"/>
                  </a:cubicBezTo>
                  <a:cubicBezTo>
                    <a:pt x="7" y="6"/>
                    <a:pt x="8" y="5"/>
                    <a:pt x="7" y="3"/>
                  </a:cubicBezTo>
                  <a:cubicBezTo>
                    <a:pt x="7" y="3"/>
                    <a:pt x="6" y="1"/>
                    <a:pt x="4" y="0"/>
                  </a:cubicBezTo>
                  <a:cubicBezTo>
                    <a:pt x="4" y="0"/>
                    <a:pt x="3" y="0"/>
                    <a:pt x="3" y="0"/>
                  </a:cubicBezTo>
                  <a:cubicBezTo>
                    <a:pt x="3" y="0"/>
                    <a:pt x="0" y="4"/>
                    <a:pt x="1" y="17"/>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09" name="Freeform 943"/>
            <p:cNvSpPr/>
            <p:nvPr/>
          </p:nvSpPr>
          <p:spPr bwMode="auto">
            <a:xfrm>
              <a:off x="8826500" y="1555750"/>
              <a:ext cx="15875" cy="6350"/>
            </a:xfrm>
            <a:custGeom>
              <a:avLst/>
              <a:gdLst>
                <a:gd name="T0" fmla="*/ 0 w 10"/>
                <a:gd name="T1" fmla="*/ 0 h 4"/>
                <a:gd name="T2" fmla="*/ 0 w 10"/>
                <a:gd name="T3" fmla="*/ 0 h 4"/>
                <a:gd name="T4" fmla="*/ 0 w 10"/>
                <a:gd name="T5" fmla="*/ 0 h 4"/>
                <a:gd name="T6" fmla="*/ 0 w 10"/>
                <a:gd name="T7" fmla="*/ 0 h 4"/>
                <a:gd name="T8" fmla="*/ 2147483646 w 10"/>
                <a:gd name="T9" fmla="*/ 2147483646 h 4"/>
                <a:gd name="T10" fmla="*/ 2147483646 w 10"/>
                <a:gd name="T11" fmla="*/ 0 h 4"/>
                <a:gd name="T12" fmla="*/ 0 w 1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4">
                  <a:moveTo>
                    <a:pt x="0" y="0"/>
                  </a:moveTo>
                  <a:cubicBezTo>
                    <a:pt x="0" y="0"/>
                    <a:pt x="0" y="0"/>
                    <a:pt x="0" y="0"/>
                  </a:cubicBezTo>
                  <a:cubicBezTo>
                    <a:pt x="0" y="0"/>
                    <a:pt x="0" y="0"/>
                    <a:pt x="0" y="0"/>
                  </a:cubicBezTo>
                  <a:cubicBezTo>
                    <a:pt x="0" y="0"/>
                    <a:pt x="0" y="0"/>
                    <a:pt x="0" y="0"/>
                  </a:cubicBezTo>
                  <a:cubicBezTo>
                    <a:pt x="1" y="1"/>
                    <a:pt x="4" y="3"/>
                    <a:pt x="5" y="3"/>
                  </a:cubicBezTo>
                  <a:cubicBezTo>
                    <a:pt x="5" y="3"/>
                    <a:pt x="8" y="4"/>
                    <a:pt x="10" y="0"/>
                  </a:cubicBezTo>
                  <a:cubicBezTo>
                    <a:pt x="0" y="0"/>
                    <a:pt x="0" y="0"/>
                    <a:pt x="0" y="0"/>
                  </a:cubicBez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0" name="Rectangle 944"/>
            <p:cNvSpPr>
              <a:spLocks noChangeArrowheads="1"/>
            </p:cNvSpPr>
            <p:nvPr/>
          </p:nvSpPr>
          <p:spPr bwMode="auto">
            <a:xfrm>
              <a:off x="8826500" y="1555750"/>
              <a:ext cx="15875" cy="6350"/>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1" name="Freeform 945"/>
            <p:cNvSpPr/>
            <p:nvPr/>
          </p:nvSpPr>
          <p:spPr bwMode="auto">
            <a:xfrm>
              <a:off x="8826500" y="1555750"/>
              <a:ext cx="15875" cy="6350"/>
            </a:xfrm>
            <a:custGeom>
              <a:avLst/>
              <a:gdLst>
                <a:gd name="T0" fmla="*/ 0 w 10"/>
                <a:gd name="T1" fmla="*/ 0 h 4"/>
                <a:gd name="T2" fmla="*/ 0 w 10"/>
                <a:gd name="T3" fmla="*/ 0 h 4"/>
                <a:gd name="T4" fmla="*/ 0 w 10"/>
                <a:gd name="T5" fmla="*/ 0 h 4"/>
                <a:gd name="T6" fmla="*/ 0 w 10"/>
                <a:gd name="T7" fmla="*/ 0 h 4"/>
                <a:gd name="T8" fmla="*/ 2147483646 w 10"/>
                <a:gd name="T9" fmla="*/ 2147483646 h 4"/>
                <a:gd name="T10" fmla="*/ 2147483646 w 10"/>
                <a:gd name="T11" fmla="*/ 0 h 4"/>
                <a:gd name="T12" fmla="*/ 0 w 10"/>
                <a:gd name="T13" fmla="*/ 0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 h="4">
                  <a:moveTo>
                    <a:pt x="0" y="0"/>
                  </a:moveTo>
                  <a:cubicBezTo>
                    <a:pt x="0" y="0"/>
                    <a:pt x="0" y="0"/>
                    <a:pt x="0" y="0"/>
                  </a:cubicBezTo>
                  <a:cubicBezTo>
                    <a:pt x="0" y="0"/>
                    <a:pt x="0" y="0"/>
                    <a:pt x="0" y="0"/>
                  </a:cubicBezTo>
                  <a:cubicBezTo>
                    <a:pt x="0" y="0"/>
                    <a:pt x="0" y="0"/>
                    <a:pt x="0" y="0"/>
                  </a:cubicBezTo>
                  <a:cubicBezTo>
                    <a:pt x="1" y="1"/>
                    <a:pt x="4" y="3"/>
                    <a:pt x="5" y="3"/>
                  </a:cubicBezTo>
                  <a:cubicBezTo>
                    <a:pt x="5" y="3"/>
                    <a:pt x="8" y="4"/>
                    <a:pt x="10" y="0"/>
                  </a:cubicBezTo>
                  <a:cubicBezTo>
                    <a:pt x="0" y="0"/>
                    <a:pt x="0" y="0"/>
                    <a:pt x="0" y="0"/>
                  </a:cubicBez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2" name="Freeform 946"/>
            <p:cNvSpPr/>
            <p:nvPr/>
          </p:nvSpPr>
          <p:spPr bwMode="auto">
            <a:xfrm>
              <a:off x="8826500" y="1543050"/>
              <a:ext cx="20638" cy="11112"/>
            </a:xfrm>
            <a:custGeom>
              <a:avLst/>
              <a:gdLst>
                <a:gd name="T0" fmla="*/ 0 w 13"/>
                <a:gd name="T1" fmla="*/ 2147483646 h 7"/>
                <a:gd name="T2" fmla="*/ 0 w 13"/>
                <a:gd name="T3" fmla="*/ 2147483646 h 7"/>
                <a:gd name="T4" fmla="*/ 0 w 13"/>
                <a:gd name="T5" fmla="*/ 2147483646 h 7"/>
                <a:gd name="T6" fmla="*/ 0 w 13"/>
                <a:gd name="T7" fmla="*/ 2147483646 h 7"/>
                <a:gd name="T8" fmla="*/ 0 w 13"/>
                <a:gd name="T9" fmla="*/ 2147483646 h 7"/>
                <a:gd name="T10" fmla="*/ 2147483646 w 13"/>
                <a:gd name="T11" fmla="*/ 2147483646 h 7"/>
                <a:gd name="T12" fmla="*/ 2147483646 w 13"/>
                <a:gd name="T13" fmla="*/ 2147483646 h 7"/>
                <a:gd name="T14" fmla="*/ 2147483646 w 13"/>
                <a:gd name="T15" fmla="*/ 2147483646 h 7"/>
                <a:gd name="T16" fmla="*/ 2147483646 w 13"/>
                <a:gd name="T17" fmla="*/ 0 h 7"/>
                <a:gd name="T18" fmla="*/ 0 w 13"/>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 h="7">
                  <a:moveTo>
                    <a:pt x="0" y="7"/>
                  </a:moveTo>
                  <a:cubicBezTo>
                    <a:pt x="0" y="7"/>
                    <a:pt x="0" y="7"/>
                    <a:pt x="0" y="7"/>
                  </a:cubicBezTo>
                  <a:cubicBezTo>
                    <a:pt x="0" y="7"/>
                    <a:pt x="0" y="7"/>
                    <a:pt x="0" y="7"/>
                  </a:cubicBezTo>
                  <a:cubicBezTo>
                    <a:pt x="0" y="7"/>
                    <a:pt x="0" y="7"/>
                    <a:pt x="0" y="7"/>
                  </a:cubicBezTo>
                  <a:cubicBezTo>
                    <a:pt x="0" y="7"/>
                    <a:pt x="0" y="7"/>
                    <a:pt x="0" y="7"/>
                  </a:cubicBezTo>
                  <a:cubicBezTo>
                    <a:pt x="2" y="7"/>
                    <a:pt x="7" y="7"/>
                    <a:pt x="7" y="7"/>
                  </a:cubicBezTo>
                  <a:cubicBezTo>
                    <a:pt x="7" y="7"/>
                    <a:pt x="8" y="7"/>
                    <a:pt x="9" y="7"/>
                  </a:cubicBezTo>
                  <a:cubicBezTo>
                    <a:pt x="9" y="7"/>
                    <a:pt x="11" y="6"/>
                    <a:pt x="12" y="4"/>
                  </a:cubicBezTo>
                  <a:cubicBezTo>
                    <a:pt x="12" y="4"/>
                    <a:pt x="13" y="2"/>
                    <a:pt x="12" y="0"/>
                  </a:cubicBezTo>
                  <a:cubicBezTo>
                    <a:pt x="12" y="0"/>
                    <a:pt x="4" y="4"/>
                    <a:pt x="0" y="7"/>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3" name="Rectangle 947"/>
            <p:cNvSpPr>
              <a:spLocks noChangeArrowheads="1"/>
            </p:cNvSpPr>
            <p:nvPr/>
          </p:nvSpPr>
          <p:spPr bwMode="auto">
            <a:xfrm>
              <a:off x="8826500" y="1543050"/>
              <a:ext cx="20638" cy="11112"/>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4" name="Freeform 948"/>
            <p:cNvSpPr/>
            <p:nvPr/>
          </p:nvSpPr>
          <p:spPr bwMode="auto">
            <a:xfrm>
              <a:off x="8826500" y="1543050"/>
              <a:ext cx="20638" cy="11112"/>
            </a:xfrm>
            <a:custGeom>
              <a:avLst/>
              <a:gdLst>
                <a:gd name="T0" fmla="*/ 0 w 13"/>
                <a:gd name="T1" fmla="*/ 2147483646 h 7"/>
                <a:gd name="T2" fmla="*/ 0 w 13"/>
                <a:gd name="T3" fmla="*/ 2147483646 h 7"/>
                <a:gd name="T4" fmla="*/ 0 w 13"/>
                <a:gd name="T5" fmla="*/ 2147483646 h 7"/>
                <a:gd name="T6" fmla="*/ 0 w 13"/>
                <a:gd name="T7" fmla="*/ 2147483646 h 7"/>
                <a:gd name="T8" fmla="*/ 0 w 13"/>
                <a:gd name="T9" fmla="*/ 2147483646 h 7"/>
                <a:gd name="T10" fmla="*/ 2147483646 w 13"/>
                <a:gd name="T11" fmla="*/ 2147483646 h 7"/>
                <a:gd name="T12" fmla="*/ 2147483646 w 13"/>
                <a:gd name="T13" fmla="*/ 2147483646 h 7"/>
                <a:gd name="T14" fmla="*/ 2147483646 w 13"/>
                <a:gd name="T15" fmla="*/ 2147483646 h 7"/>
                <a:gd name="T16" fmla="*/ 2147483646 w 13"/>
                <a:gd name="T17" fmla="*/ 0 h 7"/>
                <a:gd name="T18" fmla="*/ 0 w 13"/>
                <a:gd name="T19" fmla="*/ 2147483646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 h="7">
                  <a:moveTo>
                    <a:pt x="0" y="7"/>
                  </a:moveTo>
                  <a:cubicBezTo>
                    <a:pt x="0" y="7"/>
                    <a:pt x="0" y="7"/>
                    <a:pt x="0" y="7"/>
                  </a:cubicBezTo>
                  <a:cubicBezTo>
                    <a:pt x="0" y="7"/>
                    <a:pt x="0" y="7"/>
                    <a:pt x="0" y="7"/>
                  </a:cubicBezTo>
                  <a:cubicBezTo>
                    <a:pt x="0" y="7"/>
                    <a:pt x="0" y="7"/>
                    <a:pt x="0" y="7"/>
                  </a:cubicBezTo>
                  <a:cubicBezTo>
                    <a:pt x="0" y="7"/>
                    <a:pt x="0" y="7"/>
                    <a:pt x="0" y="7"/>
                  </a:cubicBezTo>
                  <a:cubicBezTo>
                    <a:pt x="2" y="7"/>
                    <a:pt x="7" y="7"/>
                    <a:pt x="7" y="7"/>
                  </a:cubicBezTo>
                  <a:cubicBezTo>
                    <a:pt x="7" y="7"/>
                    <a:pt x="8" y="7"/>
                    <a:pt x="9" y="7"/>
                  </a:cubicBezTo>
                  <a:cubicBezTo>
                    <a:pt x="9" y="7"/>
                    <a:pt x="11" y="6"/>
                    <a:pt x="12" y="4"/>
                  </a:cubicBezTo>
                  <a:cubicBezTo>
                    <a:pt x="12" y="4"/>
                    <a:pt x="13" y="2"/>
                    <a:pt x="12" y="0"/>
                  </a:cubicBezTo>
                  <a:cubicBezTo>
                    <a:pt x="12" y="0"/>
                    <a:pt x="4" y="4"/>
                    <a:pt x="0" y="7"/>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5" name="Freeform 949"/>
            <p:cNvSpPr/>
            <p:nvPr/>
          </p:nvSpPr>
          <p:spPr bwMode="auto">
            <a:xfrm>
              <a:off x="8824913" y="1530350"/>
              <a:ext cx="19050" cy="22225"/>
            </a:xfrm>
            <a:custGeom>
              <a:avLst/>
              <a:gdLst>
                <a:gd name="T0" fmla="*/ 0 w 12"/>
                <a:gd name="T1" fmla="*/ 2147483646 h 14"/>
                <a:gd name="T2" fmla="*/ 0 w 12"/>
                <a:gd name="T3" fmla="*/ 2147483646 h 14"/>
                <a:gd name="T4" fmla="*/ 0 w 12"/>
                <a:gd name="T5" fmla="*/ 2147483646 h 14"/>
                <a:gd name="T6" fmla="*/ 2147483646 w 12"/>
                <a:gd name="T7" fmla="*/ 2147483646 h 14"/>
                <a:gd name="T8" fmla="*/ 2147483646 w 12"/>
                <a:gd name="T9" fmla="*/ 2147483646 h 14"/>
                <a:gd name="T10" fmla="*/ 2147483646 w 12"/>
                <a:gd name="T11" fmla="*/ 2147483646 h 14"/>
                <a:gd name="T12" fmla="*/ 2147483646 w 12"/>
                <a:gd name="T13" fmla="*/ 2147483646 h 14"/>
                <a:gd name="T14" fmla="*/ 2147483646 w 12"/>
                <a:gd name="T15" fmla="*/ 0 h 14"/>
                <a:gd name="T16" fmla="*/ 0 w 12"/>
                <a:gd name="T17" fmla="*/ 2147483646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 h="14">
                  <a:moveTo>
                    <a:pt x="0" y="14"/>
                  </a:moveTo>
                  <a:cubicBezTo>
                    <a:pt x="0" y="14"/>
                    <a:pt x="0" y="14"/>
                    <a:pt x="0" y="14"/>
                  </a:cubicBezTo>
                  <a:cubicBezTo>
                    <a:pt x="0" y="14"/>
                    <a:pt x="0" y="14"/>
                    <a:pt x="0" y="14"/>
                  </a:cubicBezTo>
                  <a:cubicBezTo>
                    <a:pt x="0" y="14"/>
                    <a:pt x="0" y="14"/>
                    <a:pt x="1" y="14"/>
                  </a:cubicBezTo>
                  <a:cubicBezTo>
                    <a:pt x="1" y="14"/>
                    <a:pt x="1" y="14"/>
                    <a:pt x="1" y="14"/>
                  </a:cubicBezTo>
                  <a:cubicBezTo>
                    <a:pt x="2" y="13"/>
                    <a:pt x="8" y="11"/>
                    <a:pt x="10" y="8"/>
                  </a:cubicBezTo>
                  <a:cubicBezTo>
                    <a:pt x="10" y="8"/>
                    <a:pt x="11" y="7"/>
                    <a:pt x="11" y="5"/>
                  </a:cubicBezTo>
                  <a:cubicBezTo>
                    <a:pt x="12" y="3"/>
                    <a:pt x="9" y="0"/>
                    <a:pt x="9" y="0"/>
                  </a:cubicBezTo>
                  <a:cubicBezTo>
                    <a:pt x="9" y="0"/>
                    <a:pt x="4" y="6"/>
                    <a:pt x="0" y="14"/>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6" name="Rectangle 950"/>
            <p:cNvSpPr>
              <a:spLocks noChangeArrowheads="1"/>
            </p:cNvSpPr>
            <p:nvPr/>
          </p:nvSpPr>
          <p:spPr bwMode="auto">
            <a:xfrm>
              <a:off x="8824913" y="1530350"/>
              <a:ext cx="19050" cy="22225"/>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7" name="Freeform 951"/>
            <p:cNvSpPr/>
            <p:nvPr/>
          </p:nvSpPr>
          <p:spPr bwMode="auto">
            <a:xfrm>
              <a:off x="8824913" y="1530350"/>
              <a:ext cx="19050" cy="22225"/>
            </a:xfrm>
            <a:custGeom>
              <a:avLst/>
              <a:gdLst>
                <a:gd name="T0" fmla="*/ 0 w 12"/>
                <a:gd name="T1" fmla="*/ 2147483646 h 14"/>
                <a:gd name="T2" fmla="*/ 0 w 12"/>
                <a:gd name="T3" fmla="*/ 2147483646 h 14"/>
                <a:gd name="T4" fmla="*/ 0 w 12"/>
                <a:gd name="T5" fmla="*/ 2147483646 h 14"/>
                <a:gd name="T6" fmla="*/ 2147483646 w 12"/>
                <a:gd name="T7" fmla="*/ 2147483646 h 14"/>
                <a:gd name="T8" fmla="*/ 2147483646 w 12"/>
                <a:gd name="T9" fmla="*/ 2147483646 h 14"/>
                <a:gd name="T10" fmla="*/ 2147483646 w 12"/>
                <a:gd name="T11" fmla="*/ 2147483646 h 14"/>
                <a:gd name="T12" fmla="*/ 2147483646 w 12"/>
                <a:gd name="T13" fmla="*/ 2147483646 h 14"/>
                <a:gd name="T14" fmla="*/ 2147483646 w 12"/>
                <a:gd name="T15" fmla="*/ 0 h 14"/>
                <a:gd name="T16" fmla="*/ 0 w 12"/>
                <a:gd name="T17" fmla="*/ 2147483646 h 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 h="14">
                  <a:moveTo>
                    <a:pt x="0" y="14"/>
                  </a:moveTo>
                  <a:cubicBezTo>
                    <a:pt x="0" y="14"/>
                    <a:pt x="0" y="14"/>
                    <a:pt x="0" y="14"/>
                  </a:cubicBezTo>
                  <a:cubicBezTo>
                    <a:pt x="0" y="14"/>
                    <a:pt x="0" y="14"/>
                    <a:pt x="0" y="14"/>
                  </a:cubicBezTo>
                  <a:cubicBezTo>
                    <a:pt x="0" y="14"/>
                    <a:pt x="0" y="14"/>
                    <a:pt x="1" y="14"/>
                  </a:cubicBezTo>
                  <a:cubicBezTo>
                    <a:pt x="1" y="14"/>
                    <a:pt x="1" y="14"/>
                    <a:pt x="1" y="14"/>
                  </a:cubicBezTo>
                  <a:cubicBezTo>
                    <a:pt x="2" y="13"/>
                    <a:pt x="8" y="11"/>
                    <a:pt x="10" y="8"/>
                  </a:cubicBezTo>
                  <a:cubicBezTo>
                    <a:pt x="10" y="8"/>
                    <a:pt x="11" y="7"/>
                    <a:pt x="11" y="5"/>
                  </a:cubicBezTo>
                  <a:cubicBezTo>
                    <a:pt x="12" y="3"/>
                    <a:pt x="9" y="0"/>
                    <a:pt x="9" y="0"/>
                  </a:cubicBezTo>
                  <a:cubicBezTo>
                    <a:pt x="9" y="0"/>
                    <a:pt x="4" y="6"/>
                    <a:pt x="0" y="14"/>
                  </a:cubicBezTo>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8" name="Rectangle 952"/>
            <p:cNvSpPr>
              <a:spLocks noChangeArrowheads="1"/>
            </p:cNvSpPr>
            <p:nvPr/>
          </p:nvSpPr>
          <p:spPr bwMode="auto">
            <a:xfrm>
              <a:off x="8870950" y="1547813"/>
              <a:ext cx="323850"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19" name="Rectangle 953"/>
            <p:cNvSpPr>
              <a:spLocks noChangeArrowheads="1"/>
            </p:cNvSpPr>
            <p:nvPr/>
          </p:nvSpPr>
          <p:spPr bwMode="auto">
            <a:xfrm>
              <a:off x="8451850" y="1547813"/>
              <a:ext cx="325438"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0" name="Rectangle 954"/>
            <p:cNvSpPr>
              <a:spLocks noChangeArrowheads="1"/>
            </p:cNvSpPr>
            <p:nvPr/>
          </p:nvSpPr>
          <p:spPr bwMode="auto">
            <a:xfrm>
              <a:off x="8821738" y="1597025"/>
              <a:ext cx="4763" cy="242887"/>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1" name="Rectangle 955"/>
            <p:cNvSpPr>
              <a:spLocks noChangeArrowheads="1"/>
            </p:cNvSpPr>
            <p:nvPr/>
          </p:nvSpPr>
          <p:spPr bwMode="auto">
            <a:xfrm>
              <a:off x="8821738" y="1214438"/>
              <a:ext cx="4763" cy="288925"/>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2" name="Rectangle 956"/>
            <p:cNvSpPr>
              <a:spLocks noChangeArrowheads="1"/>
            </p:cNvSpPr>
            <p:nvPr/>
          </p:nvSpPr>
          <p:spPr bwMode="auto">
            <a:xfrm>
              <a:off x="8821738" y="1089025"/>
              <a:ext cx="4763" cy="3810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3" name="Oval 957"/>
            <p:cNvSpPr>
              <a:spLocks noChangeArrowheads="1"/>
            </p:cNvSpPr>
            <p:nvPr/>
          </p:nvSpPr>
          <p:spPr bwMode="auto">
            <a:xfrm>
              <a:off x="8924925" y="1816100"/>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4" name="Oval 958"/>
            <p:cNvSpPr>
              <a:spLocks noChangeArrowheads="1"/>
            </p:cNvSpPr>
            <p:nvPr/>
          </p:nvSpPr>
          <p:spPr bwMode="auto">
            <a:xfrm>
              <a:off x="8997950" y="1816100"/>
              <a:ext cx="42863" cy="42862"/>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525" name="组合 20"/>
          <p:cNvGrpSpPr/>
          <p:nvPr/>
        </p:nvGrpSpPr>
        <p:grpSpPr bwMode="auto">
          <a:xfrm>
            <a:off x="6320874" y="5188170"/>
            <a:ext cx="981327" cy="681267"/>
            <a:chOff x="8553451" y="963613"/>
            <a:chExt cx="825500" cy="573088"/>
          </a:xfrm>
        </p:grpSpPr>
        <p:sp>
          <p:nvSpPr>
            <p:cNvPr id="526" name="Rectangle 1043"/>
            <p:cNvSpPr>
              <a:spLocks noChangeArrowheads="1"/>
            </p:cNvSpPr>
            <p:nvPr/>
          </p:nvSpPr>
          <p:spPr bwMode="auto">
            <a:xfrm>
              <a:off x="8789554" y="1136866"/>
              <a:ext cx="388356" cy="23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zh-CN" altLang="en-US" dirty="0">
                  <a:solidFill>
                    <a:schemeClr val="bg2"/>
                  </a:solidFill>
                  <a:latin typeface="微软雅黑" panose="020B0503020204020204" pitchFamily="34" charset="-122"/>
                  <a:ea typeface="微软雅黑" panose="020B0503020204020204" pitchFamily="34" charset="-122"/>
                </a:rPr>
                <a:t>车机</a:t>
              </a:r>
              <a:endParaRPr lang="zh-CN" altLang="zh-CN" sz="5400" dirty="0">
                <a:solidFill>
                  <a:schemeClr val="bg2"/>
                </a:solidFill>
                <a:latin typeface="微软雅黑" panose="020B0503020204020204" pitchFamily="34" charset="-122"/>
                <a:ea typeface="微软雅黑" panose="020B0503020204020204" pitchFamily="34" charset="-122"/>
              </a:endParaRPr>
            </a:p>
          </p:txBody>
        </p:sp>
        <p:sp>
          <p:nvSpPr>
            <p:cNvPr id="527" name="Freeform 1055"/>
            <p:cNvSpPr/>
            <p:nvPr/>
          </p:nvSpPr>
          <p:spPr bwMode="auto">
            <a:xfrm>
              <a:off x="8932862" y="1484313"/>
              <a:ext cx="7937" cy="6350"/>
            </a:xfrm>
            <a:custGeom>
              <a:avLst/>
              <a:gdLst>
                <a:gd name="T0" fmla="*/ 2147483646 w 5"/>
                <a:gd name="T1" fmla="*/ 2147483646 h 4"/>
                <a:gd name="T2" fmla="*/ 2147483646 w 5"/>
                <a:gd name="T3" fmla="*/ 2147483646 h 4"/>
                <a:gd name="T4" fmla="*/ 2147483646 w 5"/>
                <a:gd name="T5" fmla="*/ 0 h 4"/>
                <a:gd name="T6" fmla="*/ 0 w 5"/>
                <a:gd name="T7" fmla="*/ 0 h 4"/>
                <a:gd name="T8" fmla="*/ 0 w 5"/>
                <a:gd name="T9" fmla="*/ 2147483646 h 4"/>
                <a:gd name="T10" fmla="*/ 2147483646 w 5"/>
                <a:gd name="T11" fmla="*/ 2147483646 h 4"/>
                <a:gd name="T12" fmla="*/ 2147483646 w 5"/>
                <a:gd name="T13" fmla="*/ 2147483646 h 4"/>
                <a:gd name="T14" fmla="*/ 2147483646 w 5"/>
                <a:gd name="T15" fmla="*/ 2147483646 h 4"/>
                <a:gd name="T16" fmla="*/ 2147483646 w 5"/>
                <a:gd name="T17" fmla="*/ 2147483646 h 4"/>
                <a:gd name="T18" fmla="*/ 2147483646 w 5"/>
                <a:gd name="T19" fmla="*/ 2147483646 h 4"/>
                <a:gd name="T20" fmla="*/ 2147483646 w 5"/>
                <a:gd name="T21" fmla="*/ 0 h 4"/>
                <a:gd name="T22" fmla="*/ 2147483646 w 5"/>
                <a:gd name="T23" fmla="*/ 0 h 4"/>
                <a:gd name="T24" fmla="*/ 2147483646 w 5"/>
                <a:gd name="T25" fmla="*/ 2147483646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 h="4">
                  <a:moveTo>
                    <a:pt x="4" y="2"/>
                  </a:moveTo>
                  <a:lnTo>
                    <a:pt x="1" y="2"/>
                  </a:lnTo>
                  <a:lnTo>
                    <a:pt x="1" y="0"/>
                  </a:lnTo>
                  <a:lnTo>
                    <a:pt x="0" y="0"/>
                  </a:lnTo>
                  <a:lnTo>
                    <a:pt x="0" y="4"/>
                  </a:lnTo>
                  <a:lnTo>
                    <a:pt x="1" y="4"/>
                  </a:lnTo>
                  <a:lnTo>
                    <a:pt x="1" y="3"/>
                  </a:lnTo>
                  <a:lnTo>
                    <a:pt x="4" y="3"/>
                  </a:lnTo>
                  <a:lnTo>
                    <a:pt x="4" y="4"/>
                  </a:lnTo>
                  <a:lnTo>
                    <a:pt x="5" y="4"/>
                  </a:lnTo>
                  <a:lnTo>
                    <a:pt x="5" y="0"/>
                  </a:lnTo>
                  <a:lnTo>
                    <a:pt x="4" y="0"/>
                  </a:lnTo>
                  <a:lnTo>
                    <a:pt x="4" y="2"/>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8" name="Freeform 1056"/>
            <p:cNvSpPr/>
            <p:nvPr/>
          </p:nvSpPr>
          <p:spPr bwMode="auto">
            <a:xfrm>
              <a:off x="8942387" y="1484313"/>
              <a:ext cx="7937" cy="6350"/>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0 w 5"/>
                <a:gd name="T9" fmla="*/ 0 h 5"/>
                <a:gd name="T10" fmla="*/ 0 w 5"/>
                <a:gd name="T11" fmla="*/ 2147483646 h 5"/>
                <a:gd name="T12" fmla="*/ 2147483646 w 5"/>
                <a:gd name="T13" fmla="*/ 2147483646 h 5"/>
                <a:gd name="T14" fmla="*/ 2147483646 w 5"/>
                <a:gd name="T15" fmla="*/ 2147483646 h 5"/>
                <a:gd name="T16" fmla="*/ 2147483646 w 5"/>
                <a:gd name="T17" fmla="*/ 0 h 5"/>
                <a:gd name="T18" fmla="*/ 2147483646 w 5"/>
                <a:gd name="T19" fmla="*/ 0 h 5"/>
                <a:gd name="T20" fmla="*/ 2147483646 w 5"/>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 h="5">
                  <a:moveTo>
                    <a:pt x="4" y="3"/>
                  </a:moveTo>
                  <a:cubicBezTo>
                    <a:pt x="4" y="4"/>
                    <a:pt x="4" y="4"/>
                    <a:pt x="3" y="4"/>
                  </a:cubicBezTo>
                  <a:cubicBezTo>
                    <a:pt x="2" y="4"/>
                    <a:pt x="2" y="4"/>
                    <a:pt x="2" y="3"/>
                  </a:cubicBezTo>
                  <a:cubicBezTo>
                    <a:pt x="2" y="0"/>
                    <a:pt x="2" y="0"/>
                    <a:pt x="2" y="0"/>
                  </a:cubicBezTo>
                  <a:cubicBezTo>
                    <a:pt x="0" y="0"/>
                    <a:pt x="0" y="0"/>
                    <a:pt x="0" y="0"/>
                  </a:cubicBezTo>
                  <a:cubicBezTo>
                    <a:pt x="0" y="3"/>
                    <a:pt x="0" y="3"/>
                    <a:pt x="0" y="3"/>
                  </a:cubicBezTo>
                  <a:cubicBezTo>
                    <a:pt x="0" y="4"/>
                    <a:pt x="1" y="5"/>
                    <a:pt x="3" y="5"/>
                  </a:cubicBezTo>
                  <a:cubicBezTo>
                    <a:pt x="4" y="5"/>
                    <a:pt x="5" y="4"/>
                    <a:pt x="5" y="3"/>
                  </a:cubicBezTo>
                  <a:cubicBezTo>
                    <a:pt x="5" y="0"/>
                    <a:pt x="5" y="0"/>
                    <a:pt x="5" y="0"/>
                  </a:cubicBezTo>
                  <a:cubicBezTo>
                    <a:pt x="4" y="0"/>
                    <a:pt x="4" y="0"/>
                    <a:pt x="4" y="0"/>
                  </a:cubicBezTo>
                  <a:lnTo>
                    <a:pt x="4"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29" name="Freeform 1057"/>
            <p:cNvSpPr/>
            <p:nvPr/>
          </p:nvSpPr>
          <p:spPr bwMode="auto">
            <a:xfrm>
              <a:off x="8959849" y="1484313"/>
              <a:ext cx="12700" cy="6350"/>
            </a:xfrm>
            <a:custGeom>
              <a:avLst/>
              <a:gdLst>
                <a:gd name="T0" fmla="*/ 2147483646 w 8"/>
                <a:gd name="T1" fmla="*/ 2147483646 h 4"/>
                <a:gd name="T2" fmla="*/ 2147483646 w 8"/>
                <a:gd name="T3" fmla="*/ 0 h 4"/>
                <a:gd name="T4" fmla="*/ 2147483646 w 8"/>
                <a:gd name="T5" fmla="*/ 0 h 4"/>
                <a:gd name="T6" fmla="*/ 2147483646 w 8"/>
                <a:gd name="T7" fmla="*/ 2147483646 h 4"/>
                <a:gd name="T8" fmla="*/ 2147483646 w 8"/>
                <a:gd name="T9" fmla="*/ 0 h 4"/>
                <a:gd name="T10" fmla="*/ 0 w 8"/>
                <a:gd name="T11" fmla="*/ 0 h 4"/>
                <a:gd name="T12" fmla="*/ 2147483646 w 8"/>
                <a:gd name="T13" fmla="*/ 2147483646 h 4"/>
                <a:gd name="T14" fmla="*/ 2147483646 w 8"/>
                <a:gd name="T15" fmla="*/ 2147483646 h 4"/>
                <a:gd name="T16" fmla="*/ 2147483646 w 8"/>
                <a:gd name="T17" fmla="*/ 2147483646 h 4"/>
                <a:gd name="T18" fmla="*/ 2147483646 w 8"/>
                <a:gd name="T19" fmla="*/ 2147483646 h 4"/>
                <a:gd name="T20" fmla="*/ 2147483646 w 8"/>
                <a:gd name="T21" fmla="*/ 2147483646 h 4"/>
                <a:gd name="T22" fmla="*/ 2147483646 w 8"/>
                <a:gd name="T23" fmla="*/ 0 h 4"/>
                <a:gd name="T24" fmla="*/ 2147483646 w 8"/>
                <a:gd name="T25" fmla="*/ 0 h 4"/>
                <a:gd name="T26" fmla="*/ 2147483646 w 8"/>
                <a:gd name="T27" fmla="*/ 2147483646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4">
                  <a:moveTo>
                    <a:pt x="6" y="3"/>
                  </a:moveTo>
                  <a:lnTo>
                    <a:pt x="5" y="0"/>
                  </a:lnTo>
                  <a:lnTo>
                    <a:pt x="4" y="0"/>
                  </a:lnTo>
                  <a:lnTo>
                    <a:pt x="2" y="3"/>
                  </a:lnTo>
                  <a:lnTo>
                    <a:pt x="1" y="0"/>
                  </a:lnTo>
                  <a:lnTo>
                    <a:pt x="0" y="0"/>
                  </a:lnTo>
                  <a:lnTo>
                    <a:pt x="2" y="4"/>
                  </a:lnTo>
                  <a:lnTo>
                    <a:pt x="3" y="4"/>
                  </a:lnTo>
                  <a:lnTo>
                    <a:pt x="4" y="1"/>
                  </a:lnTo>
                  <a:lnTo>
                    <a:pt x="5" y="4"/>
                  </a:lnTo>
                  <a:lnTo>
                    <a:pt x="6" y="4"/>
                  </a:lnTo>
                  <a:lnTo>
                    <a:pt x="8" y="0"/>
                  </a:lnTo>
                  <a:lnTo>
                    <a:pt x="7" y="0"/>
                  </a:lnTo>
                  <a:lnTo>
                    <a:pt x="6"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0" name="Freeform 1058"/>
            <p:cNvSpPr/>
            <p:nvPr/>
          </p:nvSpPr>
          <p:spPr bwMode="auto">
            <a:xfrm>
              <a:off x="8974137" y="1484313"/>
              <a:ext cx="6350" cy="6350"/>
            </a:xfrm>
            <a:custGeom>
              <a:avLst/>
              <a:gdLst>
                <a:gd name="T0" fmla="*/ 2147483646 w 4"/>
                <a:gd name="T1" fmla="*/ 2147483646 h 4"/>
                <a:gd name="T2" fmla="*/ 2147483646 w 4"/>
                <a:gd name="T3" fmla="*/ 2147483646 h 4"/>
                <a:gd name="T4" fmla="*/ 2147483646 w 4"/>
                <a:gd name="T5" fmla="*/ 2147483646 h 4"/>
                <a:gd name="T6" fmla="*/ 2147483646 w 4"/>
                <a:gd name="T7" fmla="*/ 2147483646 h 4"/>
                <a:gd name="T8" fmla="*/ 2147483646 w 4"/>
                <a:gd name="T9" fmla="*/ 2147483646 h 4"/>
                <a:gd name="T10" fmla="*/ 2147483646 w 4"/>
                <a:gd name="T11" fmla="*/ 2147483646 h 4"/>
                <a:gd name="T12" fmla="*/ 2147483646 w 4"/>
                <a:gd name="T13" fmla="*/ 0 h 4"/>
                <a:gd name="T14" fmla="*/ 0 w 4"/>
                <a:gd name="T15" fmla="*/ 0 h 4"/>
                <a:gd name="T16" fmla="*/ 0 w 4"/>
                <a:gd name="T17" fmla="*/ 2147483646 h 4"/>
                <a:gd name="T18" fmla="*/ 2147483646 w 4"/>
                <a:gd name="T19" fmla="*/ 2147483646 h 4"/>
                <a:gd name="T20" fmla="*/ 2147483646 w 4"/>
                <a:gd name="T21" fmla="*/ 2147483646 h 4"/>
                <a:gd name="T22" fmla="*/ 2147483646 w 4"/>
                <a:gd name="T23" fmla="*/ 2147483646 h 4"/>
                <a:gd name="T24" fmla="*/ 2147483646 w 4"/>
                <a:gd name="T25" fmla="*/ 2147483646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4">
                  <a:moveTo>
                    <a:pt x="1" y="3"/>
                  </a:moveTo>
                  <a:lnTo>
                    <a:pt x="3" y="3"/>
                  </a:lnTo>
                  <a:lnTo>
                    <a:pt x="3" y="2"/>
                  </a:lnTo>
                  <a:lnTo>
                    <a:pt x="1" y="2"/>
                  </a:lnTo>
                  <a:lnTo>
                    <a:pt x="1" y="1"/>
                  </a:lnTo>
                  <a:lnTo>
                    <a:pt x="4" y="1"/>
                  </a:lnTo>
                  <a:lnTo>
                    <a:pt x="4" y="0"/>
                  </a:lnTo>
                  <a:lnTo>
                    <a:pt x="0" y="0"/>
                  </a:lnTo>
                  <a:lnTo>
                    <a:pt x="0" y="4"/>
                  </a:lnTo>
                  <a:lnTo>
                    <a:pt x="4" y="4"/>
                  </a:lnTo>
                  <a:lnTo>
                    <a:pt x="4" y="3"/>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1" name="Rectangle 1059"/>
            <p:cNvSpPr>
              <a:spLocks noChangeArrowheads="1"/>
            </p:cNvSpPr>
            <p:nvPr/>
          </p:nvSpPr>
          <p:spPr bwMode="auto">
            <a:xfrm>
              <a:off x="8982074" y="1484313"/>
              <a:ext cx="1587" cy="6350"/>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2" name="Freeform 1060"/>
            <p:cNvSpPr>
              <a:spLocks noEditPoints="1"/>
            </p:cNvSpPr>
            <p:nvPr/>
          </p:nvSpPr>
          <p:spPr bwMode="auto">
            <a:xfrm>
              <a:off x="8951912" y="1484313"/>
              <a:ext cx="7937" cy="6350"/>
            </a:xfrm>
            <a:custGeom>
              <a:avLst/>
              <a:gdLst>
                <a:gd name="T0" fmla="*/ 2147483646 w 5"/>
                <a:gd name="T1" fmla="*/ 2147483646 h 4"/>
                <a:gd name="T2" fmla="*/ 2147483646 w 5"/>
                <a:gd name="T3" fmla="*/ 2147483646 h 4"/>
                <a:gd name="T4" fmla="*/ 2147483646 w 5"/>
                <a:gd name="T5" fmla="*/ 2147483646 h 4"/>
                <a:gd name="T6" fmla="*/ 2147483646 w 5"/>
                <a:gd name="T7" fmla="*/ 0 h 4"/>
                <a:gd name="T8" fmla="*/ 2147483646 w 5"/>
                <a:gd name="T9" fmla="*/ 0 h 4"/>
                <a:gd name="T10" fmla="*/ 2147483646 w 5"/>
                <a:gd name="T11" fmla="*/ 0 h 4"/>
                <a:gd name="T12" fmla="*/ 0 w 5"/>
                <a:gd name="T13" fmla="*/ 2147483646 h 4"/>
                <a:gd name="T14" fmla="*/ 2147483646 w 5"/>
                <a:gd name="T15" fmla="*/ 2147483646 h 4"/>
                <a:gd name="T16" fmla="*/ 2147483646 w 5"/>
                <a:gd name="T17" fmla="*/ 2147483646 h 4"/>
                <a:gd name="T18" fmla="*/ 2147483646 w 5"/>
                <a:gd name="T19" fmla="*/ 2147483646 h 4"/>
                <a:gd name="T20" fmla="*/ 2147483646 w 5"/>
                <a:gd name="T21" fmla="*/ 2147483646 h 4"/>
                <a:gd name="T22" fmla="*/ 2147483646 w 5"/>
                <a:gd name="T23" fmla="*/ 2147483646 h 4"/>
                <a:gd name="T24" fmla="*/ 2147483646 w 5"/>
                <a:gd name="T25" fmla="*/ 2147483646 h 4"/>
                <a:gd name="T26" fmla="*/ 2147483646 w 5"/>
                <a:gd name="T27" fmla="*/ 2147483646 h 4"/>
                <a:gd name="T28" fmla="*/ 2147483646 w 5"/>
                <a:gd name="T29" fmla="*/ 2147483646 h 4"/>
                <a:gd name="T30" fmla="*/ 2147483646 w 5"/>
                <a:gd name="T31" fmla="*/ 2147483646 h 4"/>
                <a:gd name="T32" fmla="*/ 2147483646 w 5"/>
                <a:gd name="T33" fmla="*/ 2147483646 h 4"/>
                <a:gd name="T34" fmla="*/ 2147483646 w 5"/>
                <a:gd name="T35" fmla="*/ 2147483646 h 4"/>
                <a:gd name="T36" fmla="*/ 2147483646 w 5"/>
                <a:gd name="T37" fmla="*/ 2147483646 h 4"/>
                <a:gd name="T38" fmla="*/ 2147483646 w 5"/>
                <a:gd name="T39" fmla="*/ 2147483646 h 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4">
                  <a:moveTo>
                    <a:pt x="4" y="3"/>
                  </a:moveTo>
                  <a:lnTo>
                    <a:pt x="4" y="4"/>
                  </a:lnTo>
                  <a:lnTo>
                    <a:pt x="5" y="4"/>
                  </a:lnTo>
                  <a:lnTo>
                    <a:pt x="3" y="0"/>
                  </a:lnTo>
                  <a:lnTo>
                    <a:pt x="2" y="0"/>
                  </a:lnTo>
                  <a:lnTo>
                    <a:pt x="0" y="4"/>
                  </a:lnTo>
                  <a:lnTo>
                    <a:pt x="1" y="4"/>
                  </a:lnTo>
                  <a:lnTo>
                    <a:pt x="1" y="3"/>
                  </a:lnTo>
                  <a:lnTo>
                    <a:pt x="4" y="3"/>
                  </a:lnTo>
                  <a:close/>
                  <a:moveTo>
                    <a:pt x="3" y="1"/>
                  </a:moveTo>
                  <a:lnTo>
                    <a:pt x="3" y="3"/>
                  </a:lnTo>
                  <a:lnTo>
                    <a:pt x="2" y="3"/>
                  </a:lnTo>
                  <a:lnTo>
                    <a:pt x="3" y="1"/>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3" name="Oval 1061"/>
            <p:cNvSpPr>
              <a:spLocks noChangeArrowheads="1"/>
            </p:cNvSpPr>
            <p:nvPr/>
          </p:nvSpPr>
          <p:spPr bwMode="auto">
            <a:xfrm>
              <a:off x="8953499" y="995363"/>
              <a:ext cx="11112" cy="7938"/>
            </a:xfrm>
            <a:prstGeom prst="ellipse">
              <a:avLst/>
            </a:pr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4" name="Freeform 1062"/>
            <p:cNvSpPr/>
            <p:nvPr/>
          </p:nvSpPr>
          <p:spPr bwMode="auto">
            <a:xfrm>
              <a:off x="8553451" y="963613"/>
              <a:ext cx="825500" cy="557213"/>
            </a:xfrm>
            <a:custGeom>
              <a:avLst/>
              <a:gdLst>
                <a:gd name="T0" fmla="*/ 2147483646 w 532"/>
                <a:gd name="T1" fmla="*/ 2147483646 h 359"/>
                <a:gd name="T2" fmla="*/ 2147483646 w 532"/>
                <a:gd name="T3" fmla="*/ 2147483646 h 359"/>
                <a:gd name="T4" fmla="*/ 2147483646 w 532"/>
                <a:gd name="T5" fmla="*/ 2147483646 h 359"/>
                <a:gd name="T6" fmla="*/ 2147483646 w 532"/>
                <a:gd name="T7" fmla="*/ 2147483646 h 359"/>
                <a:gd name="T8" fmla="*/ 2147483646 w 532"/>
                <a:gd name="T9" fmla="*/ 2147483646 h 359"/>
                <a:gd name="T10" fmla="*/ 2147483646 w 532"/>
                <a:gd name="T11" fmla="*/ 2147483646 h 359"/>
                <a:gd name="T12" fmla="*/ 2147483646 w 532"/>
                <a:gd name="T13" fmla="*/ 2147483646 h 359"/>
                <a:gd name="T14" fmla="*/ 2147483646 w 532"/>
                <a:gd name="T15" fmla="*/ 2147483646 h 359"/>
                <a:gd name="T16" fmla="*/ 2147483646 w 532"/>
                <a:gd name="T17" fmla="*/ 2147483646 h 359"/>
                <a:gd name="T18" fmla="*/ 2147483646 w 532"/>
                <a:gd name="T19" fmla="*/ 2147483646 h 359"/>
                <a:gd name="T20" fmla="*/ 2147483646 w 532"/>
                <a:gd name="T21" fmla="*/ 2147483646 h 359"/>
                <a:gd name="T22" fmla="*/ 2147483646 w 532"/>
                <a:gd name="T23" fmla="*/ 2147483646 h 359"/>
                <a:gd name="T24" fmla="*/ 2147483646 w 532"/>
                <a:gd name="T25" fmla="*/ 2147483646 h 359"/>
                <a:gd name="T26" fmla="*/ 2147483646 w 532"/>
                <a:gd name="T27" fmla="*/ 2147483646 h 359"/>
                <a:gd name="T28" fmla="*/ 0 w 532"/>
                <a:gd name="T29" fmla="*/ 2147483646 h 359"/>
                <a:gd name="T30" fmla="*/ 0 w 532"/>
                <a:gd name="T31" fmla="*/ 2147483646 h 359"/>
                <a:gd name="T32" fmla="*/ 2147483646 w 532"/>
                <a:gd name="T33" fmla="*/ 0 h 359"/>
                <a:gd name="T34" fmla="*/ 2147483646 w 532"/>
                <a:gd name="T35" fmla="*/ 0 h 359"/>
                <a:gd name="T36" fmla="*/ 2147483646 w 532"/>
                <a:gd name="T37" fmla="*/ 2147483646 h 359"/>
                <a:gd name="T38" fmla="*/ 2147483646 w 532"/>
                <a:gd name="T39" fmla="*/ 2147483646 h 359"/>
                <a:gd name="T40" fmla="*/ 2147483646 w 532"/>
                <a:gd name="T41" fmla="*/ 2147483646 h 3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2" h="359">
                  <a:moveTo>
                    <a:pt x="506" y="359"/>
                  </a:moveTo>
                  <a:cubicBezTo>
                    <a:pt x="444" y="359"/>
                    <a:pt x="444" y="359"/>
                    <a:pt x="444" y="359"/>
                  </a:cubicBezTo>
                  <a:cubicBezTo>
                    <a:pt x="444" y="351"/>
                    <a:pt x="444" y="351"/>
                    <a:pt x="444" y="351"/>
                  </a:cubicBezTo>
                  <a:cubicBezTo>
                    <a:pt x="506" y="351"/>
                    <a:pt x="506" y="351"/>
                    <a:pt x="506" y="351"/>
                  </a:cubicBezTo>
                  <a:cubicBezTo>
                    <a:pt x="516" y="351"/>
                    <a:pt x="524" y="343"/>
                    <a:pt x="524" y="333"/>
                  </a:cubicBezTo>
                  <a:cubicBezTo>
                    <a:pt x="524" y="26"/>
                    <a:pt x="524" y="26"/>
                    <a:pt x="524" y="26"/>
                  </a:cubicBezTo>
                  <a:cubicBezTo>
                    <a:pt x="524" y="16"/>
                    <a:pt x="516" y="8"/>
                    <a:pt x="506" y="8"/>
                  </a:cubicBezTo>
                  <a:cubicBezTo>
                    <a:pt x="26" y="8"/>
                    <a:pt x="26" y="8"/>
                    <a:pt x="26" y="8"/>
                  </a:cubicBezTo>
                  <a:cubicBezTo>
                    <a:pt x="16" y="8"/>
                    <a:pt x="8" y="16"/>
                    <a:pt x="8" y="26"/>
                  </a:cubicBezTo>
                  <a:cubicBezTo>
                    <a:pt x="8" y="333"/>
                    <a:pt x="8" y="333"/>
                    <a:pt x="8" y="333"/>
                  </a:cubicBezTo>
                  <a:cubicBezTo>
                    <a:pt x="8" y="343"/>
                    <a:pt x="16" y="351"/>
                    <a:pt x="26" y="351"/>
                  </a:cubicBezTo>
                  <a:cubicBezTo>
                    <a:pt x="380" y="351"/>
                    <a:pt x="380" y="351"/>
                    <a:pt x="380" y="351"/>
                  </a:cubicBezTo>
                  <a:cubicBezTo>
                    <a:pt x="380" y="359"/>
                    <a:pt x="380" y="359"/>
                    <a:pt x="380" y="359"/>
                  </a:cubicBezTo>
                  <a:cubicBezTo>
                    <a:pt x="26" y="359"/>
                    <a:pt x="26" y="359"/>
                    <a:pt x="26" y="359"/>
                  </a:cubicBezTo>
                  <a:cubicBezTo>
                    <a:pt x="11" y="359"/>
                    <a:pt x="0" y="348"/>
                    <a:pt x="0" y="333"/>
                  </a:cubicBezTo>
                  <a:cubicBezTo>
                    <a:pt x="0" y="26"/>
                    <a:pt x="0" y="26"/>
                    <a:pt x="0" y="26"/>
                  </a:cubicBezTo>
                  <a:cubicBezTo>
                    <a:pt x="0" y="12"/>
                    <a:pt x="11" y="0"/>
                    <a:pt x="26" y="0"/>
                  </a:cubicBezTo>
                  <a:cubicBezTo>
                    <a:pt x="506" y="0"/>
                    <a:pt x="506" y="0"/>
                    <a:pt x="506" y="0"/>
                  </a:cubicBezTo>
                  <a:cubicBezTo>
                    <a:pt x="521" y="0"/>
                    <a:pt x="532" y="12"/>
                    <a:pt x="532" y="26"/>
                  </a:cubicBezTo>
                  <a:cubicBezTo>
                    <a:pt x="532" y="333"/>
                    <a:pt x="532" y="333"/>
                    <a:pt x="532" y="333"/>
                  </a:cubicBezTo>
                  <a:cubicBezTo>
                    <a:pt x="532" y="348"/>
                    <a:pt x="521" y="359"/>
                    <a:pt x="506" y="359"/>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5" name="Freeform 1063"/>
            <p:cNvSpPr>
              <a:spLocks noEditPoints="1"/>
            </p:cNvSpPr>
            <p:nvPr/>
          </p:nvSpPr>
          <p:spPr bwMode="auto">
            <a:xfrm>
              <a:off x="8594724" y="1014413"/>
              <a:ext cx="725487" cy="457200"/>
            </a:xfrm>
            <a:custGeom>
              <a:avLst/>
              <a:gdLst>
                <a:gd name="T0" fmla="*/ 2147483646 w 457"/>
                <a:gd name="T1" fmla="*/ 2147483646 h 288"/>
                <a:gd name="T2" fmla="*/ 0 w 457"/>
                <a:gd name="T3" fmla="*/ 2147483646 h 288"/>
                <a:gd name="T4" fmla="*/ 0 w 457"/>
                <a:gd name="T5" fmla="*/ 0 h 288"/>
                <a:gd name="T6" fmla="*/ 2147483646 w 457"/>
                <a:gd name="T7" fmla="*/ 0 h 288"/>
                <a:gd name="T8" fmla="*/ 2147483646 w 457"/>
                <a:gd name="T9" fmla="*/ 2147483646 h 288"/>
                <a:gd name="T10" fmla="*/ 2147483646 w 457"/>
                <a:gd name="T11" fmla="*/ 2147483646 h 288"/>
                <a:gd name="T12" fmla="*/ 2147483646 w 457"/>
                <a:gd name="T13" fmla="*/ 2147483646 h 288"/>
                <a:gd name="T14" fmla="*/ 2147483646 w 457"/>
                <a:gd name="T15" fmla="*/ 2147483646 h 288"/>
                <a:gd name="T16" fmla="*/ 2147483646 w 457"/>
                <a:gd name="T17" fmla="*/ 2147483646 h 288"/>
                <a:gd name="T18" fmla="*/ 2147483646 w 457"/>
                <a:gd name="T19" fmla="*/ 2147483646 h 2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57" h="288">
                  <a:moveTo>
                    <a:pt x="457" y="288"/>
                  </a:moveTo>
                  <a:lnTo>
                    <a:pt x="0" y="288"/>
                  </a:lnTo>
                  <a:lnTo>
                    <a:pt x="0" y="0"/>
                  </a:lnTo>
                  <a:lnTo>
                    <a:pt x="457" y="0"/>
                  </a:lnTo>
                  <a:lnTo>
                    <a:pt x="457" y="288"/>
                  </a:lnTo>
                  <a:close/>
                  <a:moveTo>
                    <a:pt x="4" y="284"/>
                  </a:moveTo>
                  <a:lnTo>
                    <a:pt x="453" y="284"/>
                  </a:lnTo>
                  <a:lnTo>
                    <a:pt x="453" y="4"/>
                  </a:lnTo>
                  <a:lnTo>
                    <a:pt x="4" y="4"/>
                  </a:lnTo>
                  <a:lnTo>
                    <a:pt x="4" y="284"/>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6" name="Freeform 1064"/>
            <p:cNvSpPr>
              <a:spLocks noEditPoints="1"/>
            </p:cNvSpPr>
            <p:nvPr/>
          </p:nvSpPr>
          <p:spPr bwMode="auto">
            <a:xfrm>
              <a:off x="9329737" y="1216026"/>
              <a:ext cx="20637" cy="57150"/>
            </a:xfrm>
            <a:custGeom>
              <a:avLst/>
              <a:gdLst>
                <a:gd name="T0" fmla="*/ 2147483646 w 14"/>
                <a:gd name="T1" fmla="*/ 2147483646 h 36"/>
                <a:gd name="T2" fmla="*/ 0 w 14"/>
                <a:gd name="T3" fmla="*/ 2147483646 h 36"/>
                <a:gd name="T4" fmla="*/ 0 w 14"/>
                <a:gd name="T5" fmla="*/ 2147483646 h 36"/>
                <a:gd name="T6" fmla="*/ 2147483646 w 14"/>
                <a:gd name="T7" fmla="*/ 0 h 36"/>
                <a:gd name="T8" fmla="*/ 2147483646 w 14"/>
                <a:gd name="T9" fmla="*/ 2147483646 h 36"/>
                <a:gd name="T10" fmla="*/ 2147483646 w 14"/>
                <a:gd name="T11" fmla="*/ 2147483646 h 36"/>
                <a:gd name="T12" fmla="*/ 2147483646 w 14"/>
                <a:gd name="T13" fmla="*/ 2147483646 h 36"/>
                <a:gd name="T14" fmla="*/ 2147483646 w 14"/>
                <a:gd name="T15" fmla="*/ 2147483646 h 36"/>
                <a:gd name="T16" fmla="*/ 2147483646 w 14"/>
                <a:gd name="T17" fmla="*/ 2147483646 h 36"/>
                <a:gd name="T18" fmla="*/ 2147483646 w 14"/>
                <a:gd name="T19" fmla="*/ 2147483646 h 36"/>
                <a:gd name="T20" fmla="*/ 2147483646 w 14"/>
                <a:gd name="T21" fmla="*/ 2147483646 h 36"/>
                <a:gd name="T22" fmla="*/ 2147483646 w 14"/>
                <a:gd name="T23" fmla="*/ 2147483646 h 36"/>
                <a:gd name="T24" fmla="*/ 2147483646 w 14"/>
                <a:gd name="T25" fmla="*/ 2147483646 h 36"/>
                <a:gd name="T26" fmla="*/ 2147483646 w 14"/>
                <a:gd name="T27" fmla="*/ 2147483646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36">
                  <a:moveTo>
                    <a:pt x="7" y="36"/>
                  </a:moveTo>
                  <a:cubicBezTo>
                    <a:pt x="3" y="36"/>
                    <a:pt x="0" y="33"/>
                    <a:pt x="0" y="29"/>
                  </a:cubicBezTo>
                  <a:cubicBezTo>
                    <a:pt x="0" y="6"/>
                    <a:pt x="0" y="6"/>
                    <a:pt x="0" y="6"/>
                  </a:cubicBezTo>
                  <a:cubicBezTo>
                    <a:pt x="0" y="3"/>
                    <a:pt x="3" y="0"/>
                    <a:pt x="7" y="0"/>
                  </a:cubicBezTo>
                  <a:cubicBezTo>
                    <a:pt x="11" y="0"/>
                    <a:pt x="14" y="3"/>
                    <a:pt x="14" y="6"/>
                  </a:cubicBezTo>
                  <a:cubicBezTo>
                    <a:pt x="14" y="29"/>
                    <a:pt x="14" y="29"/>
                    <a:pt x="14" y="29"/>
                  </a:cubicBezTo>
                  <a:cubicBezTo>
                    <a:pt x="14" y="33"/>
                    <a:pt x="11" y="36"/>
                    <a:pt x="7" y="36"/>
                  </a:cubicBezTo>
                  <a:close/>
                  <a:moveTo>
                    <a:pt x="7" y="4"/>
                  </a:moveTo>
                  <a:cubicBezTo>
                    <a:pt x="5" y="4"/>
                    <a:pt x="4" y="5"/>
                    <a:pt x="4" y="6"/>
                  </a:cubicBezTo>
                  <a:cubicBezTo>
                    <a:pt x="4" y="29"/>
                    <a:pt x="4" y="29"/>
                    <a:pt x="4" y="29"/>
                  </a:cubicBezTo>
                  <a:cubicBezTo>
                    <a:pt x="4" y="30"/>
                    <a:pt x="5" y="32"/>
                    <a:pt x="7" y="32"/>
                  </a:cubicBezTo>
                  <a:cubicBezTo>
                    <a:pt x="9" y="32"/>
                    <a:pt x="10" y="30"/>
                    <a:pt x="10" y="29"/>
                  </a:cubicBezTo>
                  <a:cubicBezTo>
                    <a:pt x="10" y="6"/>
                    <a:pt x="10" y="6"/>
                    <a:pt x="10" y="6"/>
                  </a:cubicBezTo>
                  <a:cubicBezTo>
                    <a:pt x="10" y="5"/>
                    <a:pt x="9" y="4"/>
                    <a:pt x="7"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7" name="Oval 1065"/>
            <p:cNvSpPr>
              <a:spLocks noChangeArrowheads="1"/>
            </p:cNvSpPr>
            <p:nvPr/>
          </p:nvSpPr>
          <p:spPr bwMode="auto">
            <a:xfrm>
              <a:off x="9132887" y="1492251"/>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38" name="Oval 1066"/>
            <p:cNvSpPr>
              <a:spLocks noChangeArrowheads="1"/>
            </p:cNvSpPr>
            <p:nvPr/>
          </p:nvSpPr>
          <p:spPr bwMode="auto">
            <a:xfrm>
              <a:off x="9205912" y="1492251"/>
              <a:ext cx="44450" cy="444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pic>
        <p:nvPicPr>
          <p:cNvPr id="8" name="图片 7"/>
          <p:cNvPicPr>
            <a:picLocks noChangeAspect="1"/>
          </p:cNvPicPr>
          <p:nvPr/>
        </p:nvPicPr>
        <p:blipFill>
          <a:blip r:embed="rId1"/>
          <a:stretch>
            <a:fillRect/>
          </a:stretch>
        </p:blipFill>
        <p:spPr>
          <a:xfrm>
            <a:off x="5935906" y="3195950"/>
            <a:ext cx="621709" cy="11204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298998" y="2301439"/>
            <a:ext cx="1424108" cy="2915536"/>
            <a:chOff x="3060569" y="1908914"/>
            <a:chExt cx="1804839" cy="3590165"/>
          </a:xfrm>
        </p:grpSpPr>
        <p:grpSp>
          <p:nvGrpSpPr>
            <p:cNvPr id="13" name="组合 111"/>
            <p:cNvGrpSpPr/>
            <p:nvPr/>
          </p:nvGrpSpPr>
          <p:grpSpPr bwMode="auto">
            <a:xfrm>
              <a:off x="3060569" y="1908914"/>
              <a:ext cx="1804839" cy="3590165"/>
              <a:chOff x="8974138" y="3460752"/>
              <a:chExt cx="392113" cy="842964"/>
            </a:xfrm>
          </p:grpSpPr>
          <p:sp>
            <p:nvSpPr>
              <p:cNvPr id="14" name="Freeform 1442"/>
              <p:cNvSpPr/>
              <p:nvPr/>
            </p:nvSpPr>
            <p:spPr bwMode="auto">
              <a:xfrm>
                <a:off x="8974138" y="3460752"/>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23" name="Freeform 1443"/>
              <p:cNvSpPr>
                <a:spLocks noEditPoints="1"/>
              </p:cNvSpPr>
              <p:nvPr/>
            </p:nvSpPr>
            <p:spPr bwMode="auto">
              <a:xfrm>
                <a:off x="8999538"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24" name="Oval 1444"/>
              <p:cNvSpPr>
                <a:spLocks noChangeArrowheads="1"/>
              </p:cNvSpPr>
              <p:nvPr/>
            </p:nvSpPr>
            <p:spPr bwMode="auto">
              <a:xfrm>
                <a:off x="9161463" y="3481390"/>
                <a:ext cx="17463" cy="190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sp>
            <p:nvSpPr>
              <p:cNvPr id="25" name="Oval 1445"/>
              <p:cNvSpPr>
                <a:spLocks noChangeArrowheads="1"/>
              </p:cNvSpPr>
              <p:nvPr/>
            </p:nvSpPr>
            <p:spPr bwMode="auto">
              <a:xfrm>
                <a:off x="9191626"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sp>
            <p:nvSpPr>
              <p:cNvPr id="26" name="Oval 1446"/>
              <p:cNvSpPr>
                <a:spLocks noChangeArrowheads="1"/>
              </p:cNvSpPr>
              <p:nvPr/>
            </p:nvSpPr>
            <p:spPr bwMode="auto">
              <a:xfrm>
                <a:off x="9263063"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grpSp>
        <p:sp>
          <p:nvSpPr>
            <p:cNvPr id="27" name="Freeform 881"/>
            <p:cNvSpPr>
              <a:spLocks noChangeArrowheads="1"/>
            </p:cNvSpPr>
            <p:nvPr/>
          </p:nvSpPr>
          <p:spPr bwMode="auto">
            <a:xfrm>
              <a:off x="3441300" y="3746047"/>
              <a:ext cx="1056785" cy="1404568"/>
            </a:xfrm>
            <a:custGeom>
              <a:avLst/>
              <a:gdLst>
                <a:gd name="T0" fmla="*/ 62596 w 236"/>
                <a:gd name="T1" fmla="*/ 55660 h 270"/>
                <a:gd name="T2" fmla="*/ 58956 w 236"/>
                <a:gd name="T3" fmla="*/ 53864 h 270"/>
                <a:gd name="T4" fmla="*/ 61868 w 236"/>
                <a:gd name="T5" fmla="*/ 51351 h 270"/>
                <a:gd name="T6" fmla="*/ 72422 w 236"/>
                <a:gd name="T7" fmla="*/ 29087 h 270"/>
                <a:gd name="T8" fmla="*/ 42580 w 236"/>
                <a:gd name="T9" fmla="*/ 0 h 270"/>
                <a:gd name="T10" fmla="*/ 12737 w 236"/>
                <a:gd name="T11" fmla="*/ 29087 h 270"/>
                <a:gd name="T12" fmla="*/ 23655 w 236"/>
                <a:gd name="T13" fmla="*/ 51351 h 270"/>
                <a:gd name="T14" fmla="*/ 26567 w 236"/>
                <a:gd name="T15" fmla="*/ 53864 h 270"/>
                <a:gd name="T16" fmla="*/ 22927 w 236"/>
                <a:gd name="T17" fmla="*/ 55660 h 270"/>
                <a:gd name="T18" fmla="*/ 0 w 236"/>
                <a:gd name="T19" fmla="*/ 92647 h 270"/>
                <a:gd name="T20" fmla="*/ 364 w 236"/>
                <a:gd name="T21" fmla="*/ 96597 h 270"/>
                <a:gd name="T22" fmla="*/ 64779 w 236"/>
                <a:gd name="T23" fmla="*/ 96597 h 270"/>
                <a:gd name="T24" fmla="*/ 73877 w 236"/>
                <a:gd name="T25" fmla="*/ 96597 h 270"/>
                <a:gd name="T26" fmla="*/ 85159 w 236"/>
                <a:gd name="T27" fmla="*/ 96597 h 270"/>
                <a:gd name="T28" fmla="*/ 85523 w 236"/>
                <a:gd name="T29" fmla="*/ 92647 h 270"/>
                <a:gd name="T30" fmla="*/ 62596 w 236"/>
                <a:gd name="T31" fmla="*/ 55660 h 270"/>
                <a:gd name="T32" fmla="*/ 21108 w 236"/>
                <a:gd name="T33" fmla="*/ 29087 h 270"/>
                <a:gd name="T34" fmla="*/ 42944 w 236"/>
                <a:gd name="T35" fmla="*/ 7541 h 270"/>
                <a:gd name="T36" fmla="*/ 64779 w 236"/>
                <a:gd name="T37" fmla="*/ 29087 h 270"/>
                <a:gd name="T38" fmla="*/ 42944 w 236"/>
                <a:gd name="T39" fmla="*/ 50633 h 270"/>
                <a:gd name="T40" fmla="*/ 21108 w 236"/>
                <a:gd name="T41" fmla="*/ 29087 h 270"/>
                <a:gd name="T42" fmla="*/ 74241 w 236"/>
                <a:gd name="T43" fmla="*/ 89056 h 270"/>
                <a:gd name="T44" fmla="*/ 64779 w 236"/>
                <a:gd name="T45" fmla="*/ 89056 h 270"/>
                <a:gd name="T46" fmla="*/ 8006 w 236"/>
                <a:gd name="T47" fmla="*/ 89056 h 270"/>
                <a:gd name="T48" fmla="*/ 8370 w 236"/>
                <a:gd name="T49" fmla="*/ 85824 h 270"/>
                <a:gd name="T50" fmla="*/ 42580 w 236"/>
                <a:gd name="T51" fmla="*/ 58533 h 270"/>
                <a:gd name="T52" fmla="*/ 77153 w 236"/>
                <a:gd name="T53" fmla="*/ 85824 h 270"/>
                <a:gd name="T54" fmla="*/ 77517 w 236"/>
                <a:gd name="T55" fmla="*/ 89056 h 270"/>
                <a:gd name="T56" fmla="*/ 74241 w 236"/>
                <a:gd name="T57" fmla="*/ 89056 h 2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6" h="270">
                  <a:moveTo>
                    <a:pt x="172" y="155"/>
                  </a:moveTo>
                  <a:lnTo>
                    <a:pt x="162" y="150"/>
                  </a:lnTo>
                  <a:lnTo>
                    <a:pt x="170" y="143"/>
                  </a:lnTo>
                  <a:cubicBezTo>
                    <a:pt x="189" y="128"/>
                    <a:pt x="199" y="105"/>
                    <a:pt x="199" y="81"/>
                  </a:cubicBezTo>
                  <a:cubicBezTo>
                    <a:pt x="199" y="37"/>
                    <a:pt x="162" y="0"/>
                    <a:pt x="117" y="0"/>
                  </a:cubicBezTo>
                  <a:cubicBezTo>
                    <a:pt x="71" y="0"/>
                    <a:pt x="35" y="36"/>
                    <a:pt x="35" y="81"/>
                  </a:cubicBezTo>
                  <a:cubicBezTo>
                    <a:pt x="35" y="105"/>
                    <a:pt x="46" y="128"/>
                    <a:pt x="65" y="143"/>
                  </a:cubicBezTo>
                  <a:lnTo>
                    <a:pt x="73" y="150"/>
                  </a:lnTo>
                  <a:lnTo>
                    <a:pt x="63" y="155"/>
                  </a:lnTo>
                  <a:cubicBezTo>
                    <a:pt x="24" y="176"/>
                    <a:pt x="0" y="215"/>
                    <a:pt x="0" y="258"/>
                  </a:cubicBezTo>
                  <a:cubicBezTo>
                    <a:pt x="0" y="262"/>
                    <a:pt x="0" y="265"/>
                    <a:pt x="1" y="269"/>
                  </a:cubicBezTo>
                  <a:lnTo>
                    <a:pt x="178" y="269"/>
                  </a:lnTo>
                  <a:lnTo>
                    <a:pt x="203" y="269"/>
                  </a:lnTo>
                  <a:lnTo>
                    <a:pt x="234" y="269"/>
                  </a:lnTo>
                  <a:cubicBezTo>
                    <a:pt x="235" y="265"/>
                    <a:pt x="235" y="262"/>
                    <a:pt x="235" y="258"/>
                  </a:cubicBezTo>
                  <a:cubicBezTo>
                    <a:pt x="235" y="215"/>
                    <a:pt x="211" y="176"/>
                    <a:pt x="172" y="155"/>
                  </a:cubicBezTo>
                  <a:close/>
                  <a:moveTo>
                    <a:pt x="58" y="81"/>
                  </a:moveTo>
                  <a:cubicBezTo>
                    <a:pt x="58" y="48"/>
                    <a:pt x="85" y="21"/>
                    <a:pt x="118" y="21"/>
                  </a:cubicBezTo>
                  <a:cubicBezTo>
                    <a:pt x="151" y="21"/>
                    <a:pt x="178" y="48"/>
                    <a:pt x="178" y="81"/>
                  </a:cubicBezTo>
                  <a:cubicBezTo>
                    <a:pt x="178" y="115"/>
                    <a:pt x="151" y="141"/>
                    <a:pt x="118" y="141"/>
                  </a:cubicBezTo>
                  <a:cubicBezTo>
                    <a:pt x="85" y="141"/>
                    <a:pt x="58" y="115"/>
                    <a:pt x="58" y="81"/>
                  </a:cubicBezTo>
                  <a:close/>
                  <a:moveTo>
                    <a:pt x="204" y="248"/>
                  </a:moveTo>
                  <a:lnTo>
                    <a:pt x="178" y="248"/>
                  </a:lnTo>
                  <a:lnTo>
                    <a:pt x="22" y="248"/>
                  </a:lnTo>
                  <a:lnTo>
                    <a:pt x="23" y="239"/>
                  </a:lnTo>
                  <a:cubicBezTo>
                    <a:pt x="32" y="195"/>
                    <a:pt x="72" y="163"/>
                    <a:pt x="117" y="163"/>
                  </a:cubicBezTo>
                  <a:cubicBezTo>
                    <a:pt x="163" y="163"/>
                    <a:pt x="203" y="195"/>
                    <a:pt x="212" y="239"/>
                  </a:cubicBezTo>
                  <a:lnTo>
                    <a:pt x="213" y="248"/>
                  </a:lnTo>
                  <a:lnTo>
                    <a:pt x="204" y="248"/>
                  </a:lnTo>
                  <a:close/>
                </a:path>
              </a:pathLst>
            </a:custGeom>
            <a:solidFill>
              <a:srgbClr val="5D5B5C"/>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0" hangingPunct="0">
                <a:buFontTx/>
                <a:buNone/>
                <a:defRPr/>
              </a:pPr>
              <a:endParaRPr kumimoji="1" lang="zh-CN" altLang="en-US" sz="2400">
                <a:solidFill>
                  <a:srgbClr val="FF0000"/>
                </a:solidFill>
              </a:endParaRPr>
            </a:p>
          </p:txBody>
        </p:sp>
        <p:sp>
          <p:nvSpPr>
            <p:cNvPr id="28" name="Freeform 881"/>
            <p:cNvSpPr>
              <a:spLocks noChangeArrowheads="1"/>
            </p:cNvSpPr>
            <p:nvPr/>
          </p:nvSpPr>
          <p:spPr bwMode="auto">
            <a:xfrm>
              <a:off x="4207175" y="2265428"/>
              <a:ext cx="452040" cy="622312"/>
            </a:xfrm>
            <a:custGeom>
              <a:avLst/>
              <a:gdLst>
                <a:gd name="T0" fmla="*/ 62596 w 236"/>
                <a:gd name="T1" fmla="*/ 55660 h 270"/>
                <a:gd name="T2" fmla="*/ 58956 w 236"/>
                <a:gd name="T3" fmla="*/ 53864 h 270"/>
                <a:gd name="T4" fmla="*/ 61868 w 236"/>
                <a:gd name="T5" fmla="*/ 51351 h 270"/>
                <a:gd name="T6" fmla="*/ 72422 w 236"/>
                <a:gd name="T7" fmla="*/ 29087 h 270"/>
                <a:gd name="T8" fmla="*/ 42580 w 236"/>
                <a:gd name="T9" fmla="*/ 0 h 270"/>
                <a:gd name="T10" fmla="*/ 12737 w 236"/>
                <a:gd name="T11" fmla="*/ 29087 h 270"/>
                <a:gd name="T12" fmla="*/ 23655 w 236"/>
                <a:gd name="T13" fmla="*/ 51351 h 270"/>
                <a:gd name="T14" fmla="*/ 26567 w 236"/>
                <a:gd name="T15" fmla="*/ 53864 h 270"/>
                <a:gd name="T16" fmla="*/ 22927 w 236"/>
                <a:gd name="T17" fmla="*/ 55660 h 270"/>
                <a:gd name="T18" fmla="*/ 0 w 236"/>
                <a:gd name="T19" fmla="*/ 92647 h 270"/>
                <a:gd name="T20" fmla="*/ 364 w 236"/>
                <a:gd name="T21" fmla="*/ 96597 h 270"/>
                <a:gd name="T22" fmla="*/ 64779 w 236"/>
                <a:gd name="T23" fmla="*/ 96597 h 270"/>
                <a:gd name="T24" fmla="*/ 73877 w 236"/>
                <a:gd name="T25" fmla="*/ 96597 h 270"/>
                <a:gd name="T26" fmla="*/ 85159 w 236"/>
                <a:gd name="T27" fmla="*/ 96597 h 270"/>
                <a:gd name="T28" fmla="*/ 85523 w 236"/>
                <a:gd name="T29" fmla="*/ 92647 h 270"/>
                <a:gd name="T30" fmla="*/ 62596 w 236"/>
                <a:gd name="T31" fmla="*/ 55660 h 270"/>
                <a:gd name="T32" fmla="*/ 21108 w 236"/>
                <a:gd name="T33" fmla="*/ 29087 h 270"/>
                <a:gd name="T34" fmla="*/ 42944 w 236"/>
                <a:gd name="T35" fmla="*/ 7541 h 270"/>
                <a:gd name="T36" fmla="*/ 64779 w 236"/>
                <a:gd name="T37" fmla="*/ 29087 h 270"/>
                <a:gd name="T38" fmla="*/ 42944 w 236"/>
                <a:gd name="T39" fmla="*/ 50633 h 270"/>
                <a:gd name="T40" fmla="*/ 21108 w 236"/>
                <a:gd name="T41" fmla="*/ 29087 h 270"/>
                <a:gd name="T42" fmla="*/ 74241 w 236"/>
                <a:gd name="T43" fmla="*/ 89056 h 270"/>
                <a:gd name="T44" fmla="*/ 64779 w 236"/>
                <a:gd name="T45" fmla="*/ 89056 h 270"/>
                <a:gd name="T46" fmla="*/ 8006 w 236"/>
                <a:gd name="T47" fmla="*/ 89056 h 270"/>
                <a:gd name="T48" fmla="*/ 8370 w 236"/>
                <a:gd name="T49" fmla="*/ 85824 h 270"/>
                <a:gd name="T50" fmla="*/ 42580 w 236"/>
                <a:gd name="T51" fmla="*/ 58533 h 270"/>
                <a:gd name="T52" fmla="*/ 77153 w 236"/>
                <a:gd name="T53" fmla="*/ 85824 h 270"/>
                <a:gd name="T54" fmla="*/ 77517 w 236"/>
                <a:gd name="T55" fmla="*/ 89056 h 270"/>
                <a:gd name="T56" fmla="*/ 74241 w 236"/>
                <a:gd name="T57" fmla="*/ 89056 h 2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6" h="270">
                  <a:moveTo>
                    <a:pt x="172" y="155"/>
                  </a:moveTo>
                  <a:lnTo>
                    <a:pt x="162" y="150"/>
                  </a:lnTo>
                  <a:lnTo>
                    <a:pt x="170" y="143"/>
                  </a:lnTo>
                  <a:cubicBezTo>
                    <a:pt x="189" y="128"/>
                    <a:pt x="199" y="105"/>
                    <a:pt x="199" y="81"/>
                  </a:cubicBezTo>
                  <a:cubicBezTo>
                    <a:pt x="199" y="37"/>
                    <a:pt x="162" y="0"/>
                    <a:pt x="117" y="0"/>
                  </a:cubicBezTo>
                  <a:cubicBezTo>
                    <a:pt x="71" y="0"/>
                    <a:pt x="35" y="36"/>
                    <a:pt x="35" y="81"/>
                  </a:cubicBezTo>
                  <a:cubicBezTo>
                    <a:pt x="35" y="105"/>
                    <a:pt x="46" y="128"/>
                    <a:pt x="65" y="143"/>
                  </a:cubicBezTo>
                  <a:lnTo>
                    <a:pt x="73" y="150"/>
                  </a:lnTo>
                  <a:lnTo>
                    <a:pt x="63" y="155"/>
                  </a:lnTo>
                  <a:cubicBezTo>
                    <a:pt x="24" y="176"/>
                    <a:pt x="0" y="215"/>
                    <a:pt x="0" y="258"/>
                  </a:cubicBezTo>
                  <a:cubicBezTo>
                    <a:pt x="0" y="262"/>
                    <a:pt x="0" y="265"/>
                    <a:pt x="1" y="269"/>
                  </a:cubicBezTo>
                  <a:lnTo>
                    <a:pt x="178" y="269"/>
                  </a:lnTo>
                  <a:lnTo>
                    <a:pt x="203" y="269"/>
                  </a:lnTo>
                  <a:lnTo>
                    <a:pt x="234" y="269"/>
                  </a:lnTo>
                  <a:cubicBezTo>
                    <a:pt x="235" y="265"/>
                    <a:pt x="235" y="262"/>
                    <a:pt x="235" y="258"/>
                  </a:cubicBezTo>
                  <a:cubicBezTo>
                    <a:pt x="235" y="215"/>
                    <a:pt x="211" y="176"/>
                    <a:pt x="172" y="155"/>
                  </a:cubicBezTo>
                  <a:close/>
                  <a:moveTo>
                    <a:pt x="58" y="81"/>
                  </a:moveTo>
                  <a:cubicBezTo>
                    <a:pt x="58" y="48"/>
                    <a:pt x="85" y="21"/>
                    <a:pt x="118" y="21"/>
                  </a:cubicBezTo>
                  <a:cubicBezTo>
                    <a:pt x="151" y="21"/>
                    <a:pt x="178" y="48"/>
                    <a:pt x="178" y="81"/>
                  </a:cubicBezTo>
                  <a:cubicBezTo>
                    <a:pt x="178" y="115"/>
                    <a:pt x="151" y="141"/>
                    <a:pt x="118" y="141"/>
                  </a:cubicBezTo>
                  <a:cubicBezTo>
                    <a:pt x="85" y="141"/>
                    <a:pt x="58" y="115"/>
                    <a:pt x="58" y="81"/>
                  </a:cubicBezTo>
                  <a:close/>
                  <a:moveTo>
                    <a:pt x="204" y="248"/>
                  </a:moveTo>
                  <a:lnTo>
                    <a:pt x="178" y="248"/>
                  </a:lnTo>
                  <a:lnTo>
                    <a:pt x="22" y="248"/>
                  </a:lnTo>
                  <a:lnTo>
                    <a:pt x="23" y="239"/>
                  </a:lnTo>
                  <a:cubicBezTo>
                    <a:pt x="32" y="195"/>
                    <a:pt x="72" y="163"/>
                    <a:pt x="117" y="163"/>
                  </a:cubicBezTo>
                  <a:cubicBezTo>
                    <a:pt x="163" y="163"/>
                    <a:pt x="203" y="195"/>
                    <a:pt x="212" y="239"/>
                  </a:cubicBezTo>
                  <a:lnTo>
                    <a:pt x="213" y="248"/>
                  </a:lnTo>
                  <a:lnTo>
                    <a:pt x="204" y="248"/>
                  </a:lnTo>
                  <a:close/>
                </a:path>
              </a:pathLst>
            </a:custGeom>
            <a:solidFill>
              <a:srgbClr val="5D5B5C"/>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0" hangingPunct="0">
                <a:buFontTx/>
                <a:buNone/>
                <a:defRPr/>
              </a:pPr>
              <a:endParaRPr kumimoji="1" lang="zh-CN" altLang="en-US" sz="2400">
                <a:solidFill>
                  <a:srgbClr val="FF0000"/>
                </a:solidFill>
              </a:endParaRPr>
            </a:p>
          </p:txBody>
        </p:sp>
      </p:grpSp>
      <p:grpSp>
        <p:nvGrpSpPr>
          <p:cNvPr id="29" name="组合 368"/>
          <p:cNvGrpSpPr/>
          <p:nvPr/>
        </p:nvGrpSpPr>
        <p:grpSpPr bwMode="auto">
          <a:xfrm>
            <a:off x="7513618" y="2959510"/>
            <a:ext cx="2211455" cy="1722474"/>
            <a:chOff x="2376486" y="973138"/>
            <a:chExt cx="889000" cy="533401"/>
          </a:xfrm>
        </p:grpSpPr>
        <p:sp>
          <p:nvSpPr>
            <p:cNvPr id="30" name="Freeform 5"/>
            <p:cNvSpPr/>
            <p:nvPr/>
          </p:nvSpPr>
          <p:spPr bwMode="auto">
            <a:xfrm>
              <a:off x="2482849" y="973138"/>
              <a:ext cx="677863" cy="479425"/>
            </a:xfrm>
            <a:custGeom>
              <a:avLst/>
              <a:gdLst>
                <a:gd name="T0" fmla="*/ 2147483646 w 437"/>
                <a:gd name="T1" fmla="*/ 2147483646 h 307"/>
                <a:gd name="T2" fmla="*/ 2147483646 w 437"/>
                <a:gd name="T3" fmla="*/ 2147483646 h 307"/>
                <a:gd name="T4" fmla="*/ 2147483646 w 437"/>
                <a:gd name="T5" fmla="*/ 2147483646 h 307"/>
                <a:gd name="T6" fmla="*/ 2147483646 w 437"/>
                <a:gd name="T7" fmla="*/ 2147483646 h 307"/>
                <a:gd name="T8" fmla="*/ 2147483646 w 437"/>
                <a:gd name="T9" fmla="*/ 2147483646 h 307"/>
                <a:gd name="T10" fmla="*/ 2147483646 w 437"/>
                <a:gd name="T11" fmla="*/ 2147483646 h 307"/>
                <a:gd name="T12" fmla="*/ 2147483646 w 437"/>
                <a:gd name="T13" fmla="*/ 2147483646 h 307"/>
                <a:gd name="T14" fmla="*/ 0 w 437"/>
                <a:gd name="T15" fmla="*/ 2147483646 h 307"/>
                <a:gd name="T16" fmla="*/ 0 w 437"/>
                <a:gd name="T17" fmla="*/ 2147483646 h 307"/>
                <a:gd name="T18" fmla="*/ 2147483646 w 437"/>
                <a:gd name="T19" fmla="*/ 0 h 307"/>
                <a:gd name="T20" fmla="*/ 2147483646 w 437"/>
                <a:gd name="T21" fmla="*/ 0 h 307"/>
                <a:gd name="T22" fmla="*/ 2147483646 w 437"/>
                <a:gd name="T23" fmla="*/ 2147483646 h 307"/>
                <a:gd name="T24" fmla="*/ 2147483646 w 437"/>
                <a:gd name="T25" fmla="*/ 2147483646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7" h="307">
                  <a:moveTo>
                    <a:pt x="437" y="307"/>
                  </a:moveTo>
                  <a:cubicBezTo>
                    <a:pt x="429" y="307"/>
                    <a:pt x="429" y="307"/>
                    <a:pt x="429" y="307"/>
                  </a:cubicBezTo>
                  <a:cubicBezTo>
                    <a:pt x="429" y="14"/>
                    <a:pt x="429" y="14"/>
                    <a:pt x="429" y="14"/>
                  </a:cubicBezTo>
                  <a:cubicBezTo>
                    <a:pt x="429" y="11"/>
                    <a:pt x="426" y="8"/>
                    <a:pt x="423" y="8"/>
                  </a:cubicBezTo>
                  <a:cubicBezTo>
                    <a:pt x="13" y="8"/>
                    <a:pt x="13" y="8"/>
                    <a:pt x="13" y="8"/>
                  </a:cubicBezTo>
                  <a:cubicBezTo>
                    <a:pt x="10" y="8"/>
                    <a:pt x="8" y="11"/>
                    <a:pt x="8" y="14"/>
                  </a:cubicBezTo>
                  <a:cubicBezTo>
                    <a:pt x="8" y="307"/>
                    <a:pt x="8" y="307"/>
                    <a:pt x="8" y="307"/>
                  </a:cubicBezTo>
                  <a:cubicBezTo>
                    <a:pt x="0" y="307"/>
                    <a:pt x="0" y="307"/>
                    <a:pt x="0" y="307"/>
                  </a:cubicBezTo>
                  <a:cubicBezTo>
                    <a:pt x="0" y="14"/>
                    <a:pt x="0" y="14"/>
                    <a:pt x="0" y="14"/>
                  </a:cubicBezTo>
                  <a:cubicBezTo>
                    <a:pt x="0" y="6"/>
                    <a:pt x="6" y="0"/>
                    <a:pt x="13" y="0"/>
                  </a:cubicBezTo>
                  <a:cubicBezTo>
                    <a:pt x="423" y="0"/>
                    <a:pt x="423" y="0"/>
                    <a:pt x="423" y="0"/>
                  </a:cubicBezTo>
                  <a:cubicBezTo>
                    <a:pt x="431" y="0"/>
                    <a:pt x="437" y="6"/>
                    <a:pt x="437" y="14"/>
                  </a:cubicBezTo>
                  <a:lnTo>
                    <a:pt x="437" y="30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1" name="Freeform 6"/>
            <p:cNvSpPr>
              <a:spLocks noEditPoints="1"/>
            </p:cNvSpPr>
            <p:nvPr/>
          </p:nvSpPr>
          <p:spPr bwMode="auto">
            <a:xfrm>
              <a:off x="2501899" y="995363"/>
              <a:ext cx="638175" cy="436563"/>
            </a:xfrm>
            <a:custGeom>
              <a:avLst/>
              <a:gdLst>
                <a:gd name="T0" fmla="*/ 2147483646 w 402"/>
                <a:gd name="T1" fmla="*/ 2147483646 h 275"/>
                <a:gd name="T2" fmla="*/ 0 w 402"/>
                <a:gd name="T3" fmla="*/ 2147483646 h 275"/>
                <a:gd name="T4" fmla="*/ 0 w 402"/>
                <a:gd name="T5" fmla="*/ 0 h 275"/>
                <a:gd name="T6" fmla="*/ 2147483646 w 402"/>
                <a:gd name="T7" fmla="*/ 0 h 275"/>
                <a:gd name="T8" fmla="*/ 2147483646 w 402"/>
                <a:gd name="T9" fmla="*/ 2147483646 h 275"/>
                <a:gd name="T10" fmla="*/ 2147483646 w 402"/>
                <a:gd name="T11" fmla="*/ 2147483646 h 275"/>
                <a:gd name="T12" fmla="*/ 2147483646 w 402"/>
                <a:gd name="T13" fmla="*/ 2147483646 h 275"/>
                <a:gd name="T14" fmla="*/ 2147483646 w 402"/>
                <a:gd name="T15" fmla="*/ 2147483646 h 275"/>
                <a:gd name="T16" fmla="*/ 2147483646 w 402"/>
                <a:gd name="T17" fmla="*/ 2147483646 h 275"/>
                <a:gd name="T18" fmla="*/ 2147483646 w 402"/>
                <a:gd name="T19" fmla="*/ 2147483646 h 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2" h="275">
                  <a:moveTo>
                    <a:pt x="402" y="275"/>
                  </a:moveTo>
                  <a:lnTo>
                    <a:pt x="0" y="275"/>
                  </a:lnTo>
                  <a:lnTo>
                    <a:pt x="0" y="0"/>
                  </a:lnTo>
                  <a:lnTo>
                    <a:pt x="402" y="0"/>
                  </a:lnTo>
                  <a:lnTo>
                    <a:pt x="402" y="275"/>
                  </a:lnTo>
                  <a:close/>
                  <a:moveTo>
                    <a:pt x="4" y="271"/>
                  </a:moveTo>
                  <a:lnTo>
                    <a:pt x="398" y="271"/>
                  </a:lnTo>
                  <a:lnTo>
                    <a:pt x="398" y="4"/>
                  </a:lnTo>
                  <a:lnTo>
                    <a:pt x="4" y="4"/>
                  </a:lnTo>
                  <a:lnTo>
                    <a:pt x="4" y="271"/>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2" name="Freeform 7"/>
            <p:cNvSpPr>
              <a:spLocks noEditPoints="1"/>
            </p:cNvSpPr>
            <p:nvPr/>
          </p:nvSpPr>
          <p:spPr bwMode="auto">
            <a:xfrm>
              <a:off x="2725736" y="1449388"/>
              <a:ext cx="192088" cy="20638"/>
            </a:xfrm>
            <a:custGeom>
              <a:avLst/>
              <a:gdLst>
                <a:gd name="T0" fmla="*/ 2147483646 w 121"/>
                <a:gd name="T1" fmla="*/ 2147483646 h 13"/>
                <a:gd name="T2" fmla="*/ 0 w 121"/>
                <a:gd name="T3" fmla="*/ 2147483646 h 13"/>
                <a:gd name="T4" fmla="*/ 0 w 121"/>
                <a:gd name="T5" fmla="*/ 0 h 13"/>
                <a:gd name="T6" fmla="*/ 2147483646 w 121"/>
                <a:gd name="T7" fmla="*/ 0 h 13"/>
                <a:gd name="T8" fmla="*/ 2147483646 w 121"/>
                <a:gd name="T9" fmla="*/ 2147483646 h 13"/>
                <a:gd name="T10" fmla="*/ 2147483646 w 121"/>
                <a:gd name="T11" fmla="*/ 2147483646 h 13"/>
                <a:gd name="T12" fmla="*/ 2147483646 w 121"/>
                <a:gd name="T13" fmla="*/ 2147483646 h 13"/>
                <a:gd name="T14" fmla="*/ 2147483646 w 121"/>
                <a:gd name="T15" fmla="*/ 2147483646 h 13"/>
                <a:gd name="T16" fmla="*/ 2147483646 w 121"/>
                <a:gd name="T17" fmla="*/ 2147483646 h 13"/>
                <a:gd name="T18" fmla="*/ 2147483646 w 121"/>
                <a:gd name="T19" fmla="*/ 214748364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1" h="13">
                  <a:moveTo>
                    <a:pt x="121" y="13"/>
                  </a:moveTo>
                  <a:lnTo>
                    <a:pt x="0" y="13"/>
                  </a:lnTo>
                  <a:lnTo>
                    <a:pt x="0" y="0"/>
                  </a:lnTo>
                  <a:lnTo>
                    <a:pt x="121" y="0"/>
                  </a:lnTo>
                  <a:lnTo>
                    <a:pt x="121" y="13"/>
                  </a:lnTo>
                  <a:close/>
                  <a:moveTo>
                    <a:pt x="4" y="9"/>
                  </a:moveTo>
                  <a:lnTo>
                    <a:pt x="117" y="9"/>
                  </a:lnTo>
                  <a:lnTo>
                    <a:pt x="117" y="4"/>
                  </a:lnTo>
                  <a:lnTo>
                    <a:pt x="4" y="4"/>
                  </a:lnTo>
                  <a:lnTo>
                    <a:pt x="4" y="9"/>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3" name="Rectangle 8"/>
            <p:cNvSpPr>
              <a:spLocks noChangeArrowheads="1"/>
            </p:cNvSpPr>
            <p:nvPr/>
          </p:nvSpPr>
          <p:spPr bwMode="auto">
            <a:xfrm>
              <a:off x="2487611" y="1449388"/>
              <a:ext cx="666750"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34" name="Freeform 9"/>
            <p:cNvSpPr/>
            <p:nvPr/>
          </p:nvSpPr>
          <p:spPr bwMode="auto">
            <a:xfrm>
              <a:off x="2800349" y="1436688"/>
              <a:ext cx="6350" cy="7938"/>
            </a:xfrm>
            <a:custGeom>
              <a:avLst/>
              <a:gdLst>
                <a:gd name="T0" fmla="*/ 2147483646 w 4"/>
                <a:gd name="T1" fmla="*/ 2147483646 h 5"/>
                <a:gd name="T2" fmla="*/ 0 w 4"/>
                <a:gd name="T3" fmla="*/ 2147483646 h 5"/>
                <a:gd name="T4" fmla="*/ 0 w 4"/>
                <a:gd name="T5" fmla="*/ 0 h 5"/>
                <a:gd name="T6" fmla="*/ 0 w 4"/>
                <a:gd name="T7" fmla="*/ 0 h 5"/>
                <a:gd name="T8" fmla="*/ 0 w 4"/>
                <a:gd name="T9" fmla="*/ 2147483646 h 5"/>
                <a:gd name="T10" fmla="*/ 0 w 4"/>
                <a:gd name="T11" fmla="*/ 2147483646 h 5"/>
                <a:gd name="T12" fmla="*/ 0 w 4"/>
                <a:gd name="T13" fmla="*/ 2147483646 h 5"/>
                <a:gd name="T14" fmla="*/ 2147483646 w 4"/>
                <a:gd name="T15" fmla="*/ 2147483646 h 5"/>
                <a:gd name="T16" fmla="*/ 2147483646 w 4"/>
                <a:gd name="T17" fmla="*/ 2147483646 h 5"/>
                <a:gd name="T18" fmla="*/ 2147483646 w 4"/>
                <a:gd name="T19" fmla="*/ 2147483646 h 5"/>
                <a:gd name="T20" fmla="*/ 2147483646 w 4"/>
                <a:gd name="T21" fmla="*/ 0 h 5"/>
                <a:gd name="T22" fmla="*/ 2147483646 w 4"/>
                <a:gd name="T23" fmla="*/ 0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3" y="2"/>
                  </a:moveTo>
                  <a:lnTo>
                    <a:pt x="0" y="2"/>
                  </a:lnTo>
                  <a:lnTo>
                    <a:pt x="0" y="0"/>
                  </a:lnTo>
                  <a:lnTo>
                    <a:pt x="0" y="5"/>
                  </a:lnTo>
                  <a:lnTo>
                    <a:pt x="0" y="3"/>
                  </a:lnTo>
                  <a:lnTo>
                    <a:pt x="3" y="3"/>
                  </a:lnTo>
                  <a:lnTo>
                    <a:pt x="3" y="5"/>
                  </a:lnTo>
                  <a:lnTo>
                    <a:pt x="4" y="5"/>
                  </a:lnTo>
                  <a:lnTo>
                    <a:pt x="4" y="0"/>
                  </a:lnTo>
                  <a:lnTo>
                    <a:pt x="3" y="0"/>
                  </a:lnTo>
                  <a:lnTo>
                    <a:pt x="3" y="2"/>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5" name="Freeform 10"/>
            <p:cNvSpPr/>
            <p:nvPr/>
          </p:nvSpPr>
          <p:spPr bwMode="auto">
            <a:xfrm>
              <a:off x="2808286" y="143668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0 w 4"/>
                <a:gd name="T9" fmla="*/ 0 h 5"/>
                <a:gd name="T10" fmla="*/ 0 w 4"/>
                <a:gd name="T11" fmla="*/ 2147483646 h 5"/>
                <a:gd name="T12" fmla="*/ 2147483646 w 4"/>
                <a:gd name="T13" fmla="*/ 2147483646 h 5"/>
                <a:gd name="T14" fmla="*/ 2147483646 w 4"/>
                <a:gd name="T15" fmla="*/ 2147483646 h 5"/>
                <a:gd name="T16" fmla="*/ 2147483646 w 4"/>
                <a:gd name="T17" fmla="*/ 0 h 5"/>
                <a:gd name="T18" fmla="*/ 2147483646 w 4"/>
                <a:gd name="T19" fmla="*/ 0 h 5"/>
                <a:gd name="T20" fmla="*/ 2147483646 w 4"/>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 h="5">
                  <a:moveTo>
                    <a:pt x="3" y="3"/>
                  </a:moveTo>
                  <a:cubicBezTo>
                    <a:pt x="3" y="4"/>
                    <a:pt x="3" y="4"/>
                    <a:pt x="2" y="4"/>
                  </a:cubicBezTo>
                  <a:cubicBezTo>
                    <a:pt x="1" y="4"/>
                    <a:pt x="1" y="4"/>
                    <a:pt x="1" y="3"/>
                  </a:cubicBezTo>
                  <a:cubicBezTo>
                    <a:pt x="1" y="0"/>
                    <a:pt x="1" y="0"/>
                    <a:pt x="1" y="0"/>
                  </a:cubicBezTo>
                  <a:cubicBezTo>
                    <a:pt x="0" y="0"/>
                    <a:pt x="0" y="0"/>
                    <a:pt x="0" y="0"/>
                  </a:cubicBezTo>
                  <a:cubicBezTo>
                    <a:pt x="0" y="3"/>
                    <a:pt x="0" y="3"/>
                    <a:pt x="0" y="3"/>
                  </a:cubicBezTo>
                  <a:cubicBezTo>
                    <a:pt x="0" y="4"/>
                    <a:pt x="1" y="5"/>
                    <a:pt x="2" y="5"/>
                  </a:cubicBezTo>
                  <a:cubicBezTo>
                    <a:pt x="3" y="5"/>
                    <a:pt x="4" y="4"/>
                    <a:pt x="4" y="3"/>
                  </a:cubicBezTo>
                  <a:cubicBezTo>
                    <a:pt x="4" y="0"/>
                    <a:pt x="4" y="0"/>
                    <a:pt x="4" y="0"/>
                  </a:cubicBezTo>
                  <a:cubicBezTo>
                    <a:pt x="3" y="0"/>
                    <a:pt x="3" y="0"/>
                    <a:pt x="3" y="0"/>
                  </a:cubicBezTo>
                  <a:lnTo>
                    <a:pt x="3"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 name="Freeform 11"/>
            <p:cNvSpPr/>
            <p:nvPr/>
          </p:nvSpPr>
          <p:spPr bwMode="auto">
            <a:xfrm>
              <a:off x="2822574" y="1436688"/>
              <a:ext cx="11113" cy="7938"/>
            </a:xfrm>
            <a:custGeom>
              <a:avLst/>
              <a:gdLst>
                <a:gd name="T0" fmla="*/ 2147483646 w 7"/>
                <a:gd name="T1" fmla="*/ 2147483646 h 5"/>
                <a:gd name="T2" fmla="*/ 2147483646 w 7"/>
                <a:gd name="T3" fmla="*/ 0 h 5"/>
                <a:gd name="T4" fmla="*/ 2147483646 w 7"/>
                <a:gd name="T5" fmla="*/ 0 h 5"/>
                <a:gd name="T6" fmla="*/ 2147483646 w 7"/>
                <a:gd name="T7" fmla="*/ 2147483646 h 5"/>
                <a:gd name="T8" fmla="*/ 2147483646 w 7"/>
                <a:gd name="T9" fmla="*/ 0 h 5"/>
                <a:gd name="T10" fmla="*/ 0 w 7"/>
                <a:gd name="T11" fmla="*/ 0 h 5"/>
                <a:gd name="T12" fmla="*/ 2147483646 w 7"/>
                <a:gd name="T13" fmla="*/ 2147483646 h 5"/>
                <a:gd name="T14" fmla="*/ 2147483646 w 7"/>
                <a:gd name="T15" fmla="*/ 2147483646 h 5"/>
                <a:gd name="T16" fmla="*/ 2147483646 w 7"/>
                <a:gd name="T17" fmla="*/ 2147483646 h 5"/>
                <a:gd name="T18" fmla="*/ 2147483646 w 7"/>
                <a:gd name="T19" fmla="*/ 2147483646 h 5"/>
                <a:gd name="T20" fmla="*/ 2147483646 w 7"/>
                <a:gd name="T21" fmla="*/ 2147483646 h 5"/>
                <a:gd name="T22" fmla="*/ 2147483646 w 7"/>
                <a:gd name="T23" fmla="*/ 0 h 5"/>
                <a:gd name="T24" fmla="*/ 2147483646 w 7"/>
                <a:gd name="T25" fmla="*/ 0 h 5"/>
                <a:gd name="T26" fmla="*/ 2147483646 w 7"/>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 h="5">
                  <a:moveTo>
                    <a:pt x="5" y="3"/>
                  </a:moveTo>
                  <a:lnTo>
                    <a:pt x="4" y="0"/>
                  </a:lnTo>
                  <a:lnTo>
                    <a:pt x="3" y="0"/>
                  </a:lnTo>
                  <a:lnTo>
                    <a:pt x="2" y="3"/>
                  </a:lnTo>
                  <a:lnTo>
                    <a:pt x="1" y="0"/>
                  </a:lnTo>
                  <a:lnTo>
                    <a:pt x="0" y="0"/>
                  </a:lnTo>
                  <a:lnTo>
                    <a:pt x="2" y="5"/>
                  </a:lnTo>
                  <a:lnTo>
                    <a:pt x="3" y="5"/>
                  </a:lnTo>
                  <a:lnTo>
                    <a:pt x="4" y="2"/>
                  </a:lnTo>
                  <a:lnTo>
                    <a:pt x="5" y="5"/>
                  </a:lnTo>
                  <a:lnTo>
                    <a:pt x="6" y="5"/>
                  </a:lnTo>
                  <a:lnTo>
                    <a:pt x="7" y="0"/>
                  </a:lnTo>
                  <a:lnTo>
                    <a:pt x="6" y="0"/>
                  </a:lnTo>
                  <a:lnTo>
                    <a:pt x="5"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 name="Freeform 12"/>
            <p:cNvSpPr/>
            <p:nvPr/>
          </p:nvSpPr>
          <p:spPr bwMode="auto">
            <a:xfrm>
              <a:off x="2835274" y="143668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2147483646 h 5"/>
                <a:gd name="T8" fmla="*/ 2147483646 w 4"/>
                <a:gd name="T9" fmla="*/ 2147483646 h 5"/>
                <a:gd name="T10" fmla="*/ 2147483646 w 4"/>
                <a:gd name="T11" fmla="*/ 2147483646 h 5"/>
                <a:gd name="T12" fmla="*/ 2147483646 w 4"/>
                <a:gd name="T13" fmla="*/ 0 h 5"/>
                <a:gd name="T14" fmla="*/ 0 w 4"/>
                <a:gd name="T15" fmla="*/ 0 h 5"/>
                <a:gd name="T16" fmla="*/ 0 w 4"/>
                <a:gd name="T17" fmla="*/ 2147483646 h 5"/>
                <a:gd name="T18" fmla="*/ 2147483646 w 4"/>
                <a:gd name="T19" fmla="*/ 2147483646 h 5"/>
                <a:gd name="T20" fmla="*/ 2147483646 w 4"/>
                <a:gd name="T21" fmla="*/ 2147483646 h 5"/>
                <a:gd name="T22" fmla="*/ 2147483646 w 4"/>
                <a:gd name="T23" fmla="*/ 2147483646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1" y="3"/>
                  </a:moveTo>
                  <a:lnTo>
                    <a:pt x="3" y="3"/>
                  </a:lnTo>
                  <a:lnTo>
                    <a:pt x="3" y="2"/>
                  </a:lnTo>
                  <a:lnTo>
                    <a:pt x="1" y="2"/>
                  </a:lnTo>
                  <a:lnTo>
                    <a:pt x="1" y="1"/>
                  </a:lnTo>
                  <a:lnTo>
                    <a:pt x="4" y="1"/>
                  </a:lnTo>
                  <a:lnTo>
                    <a:pt x="4" y="0"/>
                  </a:lnTo>
                  <a:lnTo>
                    <a:pt x="0" y="0"/>
                  </a:lnTo>
                  <a:lnTo>
                    <a:pt x="0" y="5"/>
                  </a:lnTo>
                  <a:lnTo>
                    <a:pt x="4" y="5"/>
                  </a:lnTo>
                  <a:lnTo>
                    <a:pt x="4" y="4"/>
                  </a:lnTo>
                  <a:lnTo>
                    <a:pt x="1" y="4"/>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8" name="Rectangle 13"/>
            <p:cNvSpPr>
              <a:spLocks noChangeArrowheads="1"/>
            </p:cNvSpPr>
            <p:nvPr/>
          </p:nvSpPr>
          <p:spPr bwMode="auto">
            <a:xfrm>
              <a:off x="2843211" y="1436688"/>
              <a:ext cx="1588" cy="7938"/>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39" name="Freeform 14"/>
            <p:cNvSpPr>
              <a:spLocks noEditPoints="1"/>
            </p:cNvSpPr>
            <p:nvPr/>
          </p:nvSpPr>
          <p:spPr bwMode="auto">
            <a:xfrm>
              <a:off x="2816224" y="1436688"/>
              <a:ext cx="7938" cy="7938"/>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2147483646 w 5"/>
                <a:gd name="T9" fmla="*/ 0 h 5"/>
                <a:gd name="T10" fmla="*/ 2147483646 w 5"/>
                <a:gd name="T11" fmla="*/ 0 h 5"/>
                <a:gd name="T12" fmla="*/ 0 w 5"/>
                <a:gd name="T13" fmla="*/ 2147483646 h 5"/>
                <a:gd name="T14" fmla="*/ 2147483646 w 5"/>
                <a:gd name="T15" fmla="*/ 2147483646 h 5"/>
                <a:gd name="T16" fmla="*/ 2147483646 w 5"/>
                <a:gd name="T17" fmla="*/ 2147483646 h 5"/>
                <a:gd name="T18" fmla="*/ 2147483646 w 5"/>
                <a:gd name="T19" fmla="*/ 2147483646 h 5"/>
                <a:gd name="T20" fmla="*/ 2147483646 w 5"/>
                <a:gd name="T21" fmla="*/ 2147483646 h 5"/>
                <a:gd name="T22" fmla="*/ 2147483646 w 5"/>
                <a:gd name="T23" fmla="*/ 2147483646 h 5"/>
                <a:gd name="T24" fmla="*/ 2147483646 w 5"/>
                <a:gd name="T25" fmla="*/ 2147483646 h 5"/>
                <a:gd name="T26" fmla="*/ 2147483646 w 5"/>
                <a:gd name="T27" fmla="*/ 2147483646 h 5"/>
                <a:gd name="T28" fmla="*/ 2147483646 w 5"/>
                <a:gd name="T29" fmla="*/ 2147483646 h 5"/>
                <a:gd name="T30" fmla="*/ 2147483646 w 5"/>
                <a:gd name="T31" fmla="*/ 2147483646 h 5"/>
                <a:gd name="T32" fmla="*/ 2147483646 w 5"/>
                <a:gd name="T33" fmla="*/ 2147483646 h 5"/>
                <a:gd name="T34" fmla="*/ 2147483646 w 5"/>
                <a:gd name="T35" fmla="*/ 2147483646 h 5"/>
                <a:gd name="T36" fmla="*/ 2147483646 w 5"/>
                <a:gd name="T37" fmla="*/ 2147483646 h 5"/>
                <a:gd name="T38" fmla="*/ 2147483646 w 5"/>
                <a:gd name="T39" fmla="*/ 2147483646 h 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5">
                  <a:moveTo>
                    <a:pt x="3" y="4"/>
                  </a:moveTo>
                  <a:lnTo>
                    <a:pt x="4" y="5"/>
                  </a:lnTo>
                  <a:lnTo>
                    <a:pt x="5" y="5"/>
                  </a:lnTo>
                  <a:lnTo>
                    <a:pt x="3" y="0"/>
                  </a:lnTo>
                  <a:lnTo>
                    <a:pt x="2" y="0"/>
                  </a:lnTo>
                  <a:lnTo>
                    <a:pt x="0" y="5"/>
                  </a:lnTo>
                  <a:lnTo>
                    <a:pt x="1" y="5"/>
                  </a:lnTo>
                  <a:lnTo>
                    <a:pt x="1" y="4"/>
                  </a:lnTo>
                  <a:lnTo>
                    <a:pt x="3" y="4"/>
                  </a:lnTo>
                  <a:close/>
                  <a:moveTo>
                    <a:pt x="2" y="1"/>
                  </a:moveTo>
                  <a:lnTo>
                    <a:pt x="3" y="3"/>
                  </a:lnTo>
                  <a:lnTo>
                    <a:pt x="1" y="3"/>
                  </a:lnTo>
                  <a:lnTo>
                    <a:pt x="2" y="1"/>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0" name="Freeform 15"/>
            <p:cNvSpPr/>
            <p:nvPr/>
          </p:nvSpPr>
          <p:spPr bwMode="auto">
            <a:xfrm>
              <a:off x="3065461" y="1452563"/>
              <a:ext cx="200025" cy="38100"/>
            </a:xfrm>
            <a:custGeom>
              <a:avLst/>
              <a:gdLst>
                <a:gd name="T0" fmla="*/ 2147483646 w 129"/>
                <a:gd name="T1" fmla="*/ 2147483646 h 25"/>
                <a:gd name="T2" fmla="*/ 0 w 129"/>
                <a:gd name="T3" fmla="*/ 2147483646 h 25"/>
                <a:gd name="T4" fmla="*/ 0 w 129"/>
                <a:gd name="T5" fmla="*/ 2147483646 h 25"/>
                <a:gd name="T6" fmla="*/ 2147483646 w 129"/>
                <a:gd name="T7" fmla="*/ 2147483646 h 25"/>
                <a:gd name="T8" fmla="*/ 2147483646 w 129"/>
                <a:gd name="T9" fmla="*/ 2147483646 h 25"/>
                <a:gd name="T10" fmla="*/ 2147483646 w 129"/>
                <a:gd name="T11" fmla="*/ 2147483646 h 25"/>
                <a:gd name="T12" fmla="*/ 2147483646 w 129"/>
                <a:gd name="T13" fmla="*/ 0 h 25"/>
                <a:gd name="T14" fmla="*/ 2147483646 w 129"/>
                <a:gd name="T15" fmla="*/ 0 h 25"/>
                <a:gd name="T16" fmla="*/ 2147483646 w 129"/>
                <a:gd name="T17" fmla="*/ 2147483646 h 25"/>
                <a:gd name="T18" fmla="*/ 2147483646 w 129"/>
                <a:gd name="T19" fmla="*/ 2147483646 h 25"/>
                <a:gd name="T20" fmla="*/ 2147483646 w 129"/>
                <a:gd name="T21" fmla="*/ 2147483646 h 25"/>
                <a:gd name="T22" fmla="*/ 2147483646 w 129"/>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 h="25">
                  <a:moveTo>
                    <a:pt x="28" y="25"/>
                  </a:moveTo>
                  <a:cubicBezTo>
                    <a:pt x="0" y="25"/>
                    <a:pt x="0" y="25"/>
                    <a:pt x="0" y="25"/>
                  </a:cubicBezTo>
                  <a:cubicBezTo>
                    <a:pt x="0" y="17"/>
                    <a:pt x="0" y="17"/>
                    <a:pt x="0" y="17"/>
                  </a:cubicBezTo>
                  <a:cubicBezTo>
                    <a:pt x="28" y="17"/>
                    <a:pt x="28" y="17"/>
                    <a:pt x="28" y="17"/>
                  </a:cubicBezTo>
                  <a:cubicBezTo>
                    <a:pt x="47" y="17"/>
                    <a:pt x="67" y="15"/>
                    <a:pt x="86" y="10"/>
                  </a:cubicBezTo>
                  <a:cubicBezTo>
                    <a:pt x="121" y="1"/>
                    <a:pt x="121" y="1"/>
                    <a:pt x="121" y="1"/>
                  </a:cubicBezTo>
                  <a:cubicBezTo>
                    <a:pt x="121" y="0"/>
                    <a:pt x="121" y="0"/>
                    <a:pt x="121" y="0"/>
                  </a:cubicBezTo>
                  <a:cubicBezTo>
                    <a:pt x="129" y="0"/>
                    <a:pt x="129" y="0"/>
                    <a:pt x="129" y="0"/>
                  </a:cubicBezTo>
                  <a:cubicBezTo>
                    <a:pt x="129" y="4"/>
                    <a:pt x="129" y="4"/>
                    <a:pt x="129" y="4"/>
                  </a:cubicBezTo>
                  <a:cubicBezTo>
                    <a:pt x="129" y="6"/>
                    <a:pt x="128" y="8"/>
                    <a:pt x="126" y="8"/>
                  </a:cubicBezTo>
                  <a:cubicBezTo>
                    <a:pt x="88" y="18"/>
                    <a:pt x="88" y="18"/>
                    <a:pt x="88" y="18"/>
                  </a:cubicBezTo>
                  <a:cubicBezTo>
                    <a:pt x="68" y="23"/>
                    <a:pt x="48" y="25"/>
                    <a:pt x="28" y="2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1" name="Freeform 16"/>
            <p:cNvSpPr/>
            <p:nvPr/>
          </p:nvSpPr>
          <p:spPr bwMode="auto">
            <a:xfrm>
              <a:off x="2376486" y="1452563"/>
              <a:ext cx="606425" cy="38100"/>
            </a:xfrm>
            <a:custGeom>
              <a:avLst/>
              <a:gdLst>
                <a:gd name="T0" fmla="*/ 2147483646 w 390"/>
                <a:gd name="T1" fmla="*/ 2147483646 h 25"/>
                <a:gd name="T2" fmla="*/ 2147483646 w 390"/>
                <a:gd name="T3" fmla="*/ 2147483646 h 25"/>
                <a:gd name="T4" fmla="*/ 2147483646 w 390"/>
                <a:gd name="T5" fmla="*/ 2147483646 h 25"/>
                <a:gd name="T6" fmla="*/ 2147483646 w 390"/>
                <a:gd name="T7" fmla="*/ 2147483646 h 25"/>
                <a:gd name="T8" fmla="*/ 0 w 390"/>
                <a:gd name="T9" fmla="*/ 2147483646 h 25"/>
                <a:gd name="T10" fmla="*/ 0 w 390"/>
                <a:gd name="T11" fmla="*/ 0 h 25"/>
                <a:gd name="T12" fmla="*/ 2147483646 w 390"/>
                <a:gd name="T13" fmla="*/ 0 h 25"/>
                <a:gd name="T14" fmla="*/ 2147483646 w 390"/>
                <a:gd name="T15" fmla="*/ 2147483646 h 25"/>
                <a:gd name="T16" fmla="*/ 2147483646 w 390"/>
                <a:gd name="T17" fmla="*/ 2147483646 h 25"/>
                <a:gd name="T18" fmla="*/ 2147483646 w 390"/>
                <a:gd name="T19" fmla="*/ 2147483646 h 25"/>
                <a:gd name="T20" fmla="*/ 2147483646 w 390"/>
                <a:gd name="T21" fmla="*/ 2147483646 h 25"/>
                <a:gd name="T22" fmla="*/ 2147483646 w 390"/>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5">
                  <a:moveTo>
                    <a:pt x="390" y="25"/>
                  </a:moveTo>
                  <a:cubicBezTo>
                    <a:pt x="102" y="25"/>
                    <a:pt x="102" y="25"/>
                    <a:pt x="102" y="25"/>
                  </a:cubicBezTo>
                  <a:cubicBezTo>
                    <a:pt x="81" y="25"/>
                    <a:pt x="61" y="23"/>
                    <a:pt x="42" y="18"/>
                  </a:cubicBezTo>
                  <a:cubicBezTo>
                    <a:pt x="3" y="8"/>
                    <a:pt x="3" y="8"/>
                    <a:pt x="3" y="8"/>
                  </a:cubicBezTo>
                  <a:cubicBezTo>
                    <a:pt x="1" y="8"/>
                    <a:pt x="0" y="6"/>
                    <a:pt x="0" y="4"/>
                  </a:cubicBezTo>
                  <a:cubicBezTo>
                    <a:pt x="0" y="0"/>
                    <a:pt x="0" y="0"/>
                    <a:pt x="0" y="0"/>
                  </a:cubicBezTo>
                  <a:cubicBezTo>
                    <a:pt x="8" y="0"/>
                    <a:pt x="8" y="0"/>
                    <a:pt x="8" y="0"/>
                  </a:cubicBezTo>
                  <a:cubicBezTo>
                    <a:pt x="8" y="1"/>
                    <a:pt x="8" y="1"/>
                    <a:pt x="8" y="1"/>
                  </a:cubicBezTo>
                  <a:cubicBezTo>
                    <a:pt x="44" y="10"/>
                    <a:pt x="44" y="10"/>
                    <a:pt x="44" y="10"/>
                  </a:cubicBezTo>
                  <a:cubicBezTo>
                    <a:pt x="63" y="15"/>
                    <a:pt x="82" y="17"/>
                    <a:pt x="102" y="17"/>
                  </a:cubicBezTo>
                  <a:cubicBezTo>
                    <a:pt x="390" y="17"/>
                    <a:pt x="390" y="17"/>
                    <a:pt x="390" y="17"/>
                  </a:cubicBezTo>
                  <a:lnTo>
                    <a:pt x="390" y="2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2" name="Freeform 17"/>
            <p:cNvSpPr/>
            <p:nvPr/>
          </p:nvSpPr>
          <p:spPr bwMode="auto">
            <a:xfrm>
              <a:off x="2376486" y="1449388"/>
              <a:ext cx="889000" cy="6350"/>
            </a:xfrm>
            <a:custGeom>
              <a:avLst/>
              <a:gdLst>
                <a:gd name="T0" fmla="*/ 2147483646 w 572"/>
                <a:gd name="T1" fmla="*/ 2147483646 h 4"/>
                <a:gd name="T2" fmla="*/ 2147483646 w 572"/>
                <a:gd name="T3" fmla="*/ 2147483646 h 4"/>
                <a:gd name="T4" fmla="*/ 0 w 572"/>
                <a:gd name="T5" fmla="*/ 2147483646 h 4"/>
                <a:gd name="T6" fmla="*/ 2147483646 w 572"/>
                <a:gd name="T7" fmla="*/ 0 h 4"/>
                <a:gd name="T8" fmla="*/ 2147483646 w 572"/>
                <a:gd name="T9" fmla="*/ 0 h 4"/>
                <a:gd name="T10" fmla="*/ 2147483646 w 572"/>
                <a:gd name="T11" fmla="*/ 2147483646 h 4"/>
                <a:gd name="T12" fmla="*/ 2147483646 w 572"/>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2" h="4">
                  <a:moveTo>
                    <a:pt x="570" y="4"/>
                  </a:moveTo>
                  <a:cubicBezTo>
                    <a:pt x="2" y="4"/>
                    <a:pt x="2" y="4"/>
                    <a:pt x="2" y="4"/>
                  </a:cubicBezTo>
                  <a:cubicBezTo>
                    <a:pt x="1" y="4"/>
                    <a:pt x="0" y="3"/>
                    <a:pt x="0" y="2"/>
                  </a:cubicBezTo>
                  <a:cubicBezTo>
                    <a:pt x="0" y="1"/>
                    <a:pt x="1" y="0"/>
                    <a:pt x="2" y="0"/>
                  </a:cubicBezTo>
                  <a:cubicBezTo>
                    <a:pt x="570" y="0"/>
                    <a:pt x="570" y="0"/>
                    <a:pt x="570" y="0"/>
                  </a:cubicBezTo>
                  <a:cubicBezTo>
                    <a:pt x="571" y="0"/>
                    <a:pt x="572" y="1"/>
                    <a:pt x="572" y="2"/>
                  </a:cubicBezTo>
                  <a:cubicBezTo>
                    <a:pt x="572" y="3"/>
                    <a:pt x="571" y="4"/>
                    <a:pt x="57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3" name="Oval 18"/>
            <p:cNvSpPr>
              <a:spLocks noChangeArrowheads="1"/>
            </p:cNvSpPr>
            <p:nvPr/>
          </p:nvSpPr>
          <p:spPr bwMode="auto">
            <a:xfrm>
              <a:off x="2965449" y="1463676"/>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sp>
          <p:nvSpPr>
            <p:cNvPr id="44" name="Oval 19"/>
            <p:cNvSpPr>
              <a:spLocks noChangeArrowheads="1"/>
            </p:cNvSpPr>
            <p:nvPr/>
          </p:nvSpPr>
          <p:spPr bwMode="auto">
            <a:xfrm>
              <a:off x="3036886" y="1463676"/>
              <a:ext cx="44450"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grpSp>
      <p:sp>
        <p:nvSpPr>
          <p:cNvPr id="2" name="标题 1"/>
          <p:cNvSpPr>
            <a:spLocks noGrp="1"/>
          </p:cNvSpPr>
          <p:nvPr>
            <p:ph type="title"/>
          </p:nvPr>
        </p:nvSpPr>
        <p:spPr/>
        <p:txBody>
          <a:bodyPr/>
          <a:lstStyle/>
          <a:p>
            <a:r>
              <a:rPr lang="en-US" altLang="zh-CN" dirty="0" err="1"/>
              <a:t>HarmonyOS</a:t>
            </a:r>
            <a:r>
              <a:rPr lang="zh-CN" altLang="en-US" dirty="0"/>
              <a:t>典型应用场景 </a:t>
            </a:r>
            <a:r>
              <a:rPr lang="en-US" altLang="zh-CN" dirty="0"/>
              <a:t>- </a:t>
            </a:r>
            <a:r>
              <a:rPr lang="zh-CN" altLang="en-US" dirty="0"/>
              <a:t>全新办公模式</a:t>
            </a:r>
            <a:endParaRPr lang="zh-CN" altLang="en-US" dirty="0"/>
          </a:p>
        </p:txBody>
      </p:sp>
      <p:sp>
        <p:nvSpPr>
          <p:cNvPr id="3" name="文本占位符 2"/>
          <p:cNvSpPr>
            <a:spLocks noGrp="1"/>
          </p:cNvSpPr>
          <p:nvPr>
            <p:ph type="body" sz="quarter" idx="10"/>
          </p:nvPr>
        </p:nvSpPr>
        <p:spPr/>
        <p:txBody>
          <a:bodyPr/>
          <a:lstStyle/>
          <a:p>
            <a:r>
              <a:rPr lang="en-US" altLang="zh-CN" dirty="0"/>
              <a:t>PC+</a:t>
            </a:r>
            <a:r>
              <a:rPr lang="zh-CN" altLang="en-US" dirty="0"/>
              <a:t>手机构建具有强大通信能力、高效人机交互和丰富应用生态的新设备。</a:t>
            </a:r>
            <a:endParaRPr lang="zh-CN" altLang="en-US" dirty="0"/>
          </a:p>
        </p:txBody>
      </p:sp>
      <p:sp>
        <p:nvSpPr>
          <p:cNvPr id="11" name="文本框 10"/>
          <p:cNvSpPr txBox="1"/>
          <p:nvPr/>
        </p:nvSpPr>
        <p:spPr>
          <a:xfrm>
            <a:off x="9659904" y="3032384"/>
            <a:ext cx="1988945" cy="143440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3048" tIns="93048" rIns="93048" bIns="93048" numCol="1" spcCol="38100" rtlCol="0" anchor="ctr">
            <a:spAutoFit/>
          </a:bodyPr>
          <a:lstStyle/>
          <a:p>
            <a:pPr defTabSz="2183130">
              <a:lnSpc>
                <a:spcPct val="150000"/>
              </a:lnSpc>
            </a:pPr>
            <a:r>
              <a:rPr lang="zh-CN" altLang="en-US" dirty="0">
                <a:solidFill>
                  <a:schemeClr val="tx1"/>
                </a:solidFill>
                <a:latin typeface="+mn-ea"/>
                <a:sym typeface="Arial" panose="020B0604020202020204" pitchFamily="34" charset="0"/>
              </a:rPr>
              <a:t>键鼠：高效输入</a:t>
            </a:r>
            <a:endParaRPr lang="en-US" altLang="zh-CN" dirty="0">
              <a:solidFill>
                <a:schemeClr val="tx1"/>
              </a:solidFill>
              <a:latin typeface="+mn-ea"/>
              <a:sym typeface="Arial" panose="020B0604020202020204" pitchFamily="34" charset="0"/>
            </a:endParaRPr>
          </a:p>
          <a:p>
            <a:pPr defTabSz="2183130">
              <a:lnSpc>
                <a:spcPct val="150000"/>
              </a:lnSpc>
            </a:pPr>
            <a:r>
              <a:rPr lang="zh-CN" altLang="en-US" dirty="0">
                <a:solidFill>
                  <a:schemeClr val="tx1"/>
                </a:solidFill>
                <a:latin typeface="+mn-ea"/>
                <a:sym typeface="Arial" panose="020B0604020202020204" pitchFamily="34" charset="0"/>
              </a:rPr>
              <a:t>大屏：高效显示</a:t>
            </a:r>
            <a:endParaRPr lang="en-US" altLang="zh-CN" dirty="0">
              <a:solidFill>
                <a:schemeClr val="tx1"/>
              </a:solidFill>
              <a:latin typeface="+mn-ea"/>
              <a:sym typeface="Arial" panose="020B0604020202020204" pitchFamily="34" charset="0"/>
            </a:endParaRPr>
          </a:p>
          <a:p>
            <a:pPr defTabSz="2183130">
              <a:lnSpc>
                <a:spcPct val="150000"/>
              </a:lnSpc>
            </a:pPr>
            <a:r>
              <a:rPr lang="zh-CN" altLang="en-US" dirty="0">
                <a:solidFill>
                  <a:schemeClr val="tx1"/>
                </a:solidFill>
                <a:latin typeface="+mn-ea"/>
                <a:sym typeface="Arial" panose="020B0604020202020204" pitchFamily="34" charset="0"/>
              </a:rPr>
              <a:t>应用：高效处理</a:t>
            </a:r>
            <a:endParaRPr lang="en-US" altLang="zh-CN" dirty="0">
              <a:solidFill>
                <a:schemeClr val="tx1"/>
              </a:solidFill>
              <a:latin typeface="+mn-ea"/>
              <a:sym typeface="Arial" panose="020B0604020202020204" pitchFamily="34" charset="0"/>
            </a:endParaRPr>
          </a:p>
        </p:txBody>
      </p:sp>
      <p:sp>
        <p:nvSpPr>
          <p:cNvPr id="22" name="文本框 21"/>
          <p:cNvSpPr txBox="1"/>
          <p:nvPr/>
        </p:nvSpPr>
        <p:spPr>
          <a:xfrm>
            <a:off x="270631" y="3175806"/>
            <a:ext cx="1988945" cy="143440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3048" tIns="93048" rIns="93048" bIns="93048" numCol="1" spcCol="38100" rtlCol="0" anchor="ctr">
            <a:spAutoFit/>
          </a:bodyPr>
          <a:lstStyle/>
          <a:p>
            <a:pPr algn="r" defTabSz="2183130">
              <a:lnSpc>
                <a:spcPct val="150000"/>
              </a:lnSpc>
            </a:pPr>
            <a:r>
              <a:rPr lang="zh-CN" altLang="en-US" dirty="0">
                <a:latin typeface="+mn-ea"/>
                <a:sym typeface="Arial" panose="020B0604020202020204" pitchFamily="34" charset="0"/>
              </a:rPr>
              <a:t>便携移动性强</a:t>
            </a:r>
            <a:endParaRPr lang="en-US" altLang="zh-CN" dirty="0">
              <a:latin typeface="+mn-ea"/>
              <a:sym typeface="Arial" panose="020B0604020202020204" pitchFamily="34" charset="0"/>
            </a:endParaRPr>
          </a:p>
          <a:p>
            <a:pPr algn="r" defTabSz="2183130">
              <a:lnSpc>
                <a:spcPct val="150000"/>
              </a:lnSpc>
            </a:pPr>
            <a:r>
              <a:rPr lang="zh-CN" altLang="en-US" dirty="0">
                <a:latin typeface="+mn-ea"/>
                <a:sym typeface="Arial" panose="020B0604020202020204" pitchFamily="34" charset="0"/>
              </a:rPr>
              <a:t>丰富应用生态</a:t>
            </a:r>
            <a:endParaRPr lang="en-US" altLang="zh-CN" dirty="0">
              <a:latin typeface="+mn-ea"/>
              <a:sym typeface="Arial" panose="020B0604020202020204" pitchFamily="34" charset="0"/>
            </a:endParaRPr>
          </a:p>
          <a:p>
            <a:pPr algn="r" defTabSz="2183130">
              <a:lnSpc>
                <a:spcPct val="150000"/>
              </a:lnSpc>
            </a:pPr>
            <a:r>
              <a:rPr lang="zh-CN" altLang="en-US" dirty="0">
                <a:latin typeface="+mn-ea"/>
                <a:sym typeface="Arial" panose="020B0604020202020204" pitchFamily="34" charset="0"/>
              </a:rPr>
              <a:t>强大通信能力</a:t>
            </a:r>
            <a:endParaRPr lang="en-US" altLang="zh-CN" dirty="0">
              <a:latin typeface="+mn-ea"/>
              <a:sym typeface="Arial" panose="020B0604020202020204" pitchFamily="34" charset="0"/>
            </a:endParaRPr>
          </a:p>
        </p:txBody>
      </p:sp>
      <p:sp>
        <p:nvSpPr>
          <p:cNvPr id="6" name="矩形 5"/>
          <p:cNvSpPr/>
          <p:nvPr/>
        </p:nvSpPr>
        <p:spPr bwMode="white">
          <a:xfrm>
            <a:off x="2274445" y="1856398"/>
            <a:ext cx="7464165" cy="3926114"/>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402701" y="2659757"/>
            <a:ext cx="4655639" cy="2978853"/>
            <a:chOff x="4158607" y="4853500"/>
            <a:chExt cx="2930590" cy="1722474"/>
          </a:xfrm>
        </p:grpSpPr>
        <p:grpSp>
          <p:nvGrpSpPr>
            <p:cNvPr id="46" name="组合 368"/>
            <p:cNvGrpSpPr/>
            <p:nvPr/>
          </p:nvGrpSpPr>
          <p:grpSpPr bwMode="auto">
            <a:xfrm>
              <a:off x="4158607" y="4853500"/>
              <a:ext cx="2930590" cy="1722474"/>
              <a:chOff x="2376486" y="973138"/>
              <a:chExt cx="889000" cy="533401"/>
            </a:xfrm>
          </p:grpSpPr>
          <p:sp>
            <p:nvSpPr>
              <p:cNvPr id="47" name="Freeform 5"/>
              <p:cNvSpPr/>
              <p:nvPr/>
            </p:nvSpPr>
            <p:spPr bwMode="auto">
              <a:xfrm>
                <a:off x="2482849" y="973138"/>
                <a:ext cx="677863" cy="479425"/>
              </a:xfrm>
              <a:custGeom>
                <a:avLst/>
                <a:gdLst>
                  <a:gd name="T0" fmla="*/ 2147483646 w 437"/>
                  <a:gd name="T1" fmla="*/ 2147483646 h 307"/>
                  <a:gd name="T2" fmla="*/ 2147483646 w 437"/>
                  <a:gd name="T3" fmla="*/ 2147483646 h 307"/>
                  <a:gd name="T4" fmla="*/ 2147483646 w 437"/>
                  <a:gd name="T5" fmla="*/ 2147483646 h 307"/>
                  <a:gd name="T6" fmla="*/ 2147483646 w 437"/>
                  <a:gd name="T7" fmla="*/ 2147483646 h 307"/>
                  <a:gd name="T8" fmla="*/ 2147483646 w 437"/>
                  <a:gd name="T9" fmla="*/ 2147483646 h 307"/>
                  <a:gd name="T10" fmla="*/ 2147483646 w 437"/>
                  <a:gd name="T11" fmla="*/ 2147483646 h 307"/>
                  <a:gd name="T12" fmla="*/ 2147483646 w 437"/>
                  <a:gd name="T13" fmla="*/ 2147483646 h 307"/>
                  <a:gd name="T14" fmla="*/ 0 w 437"/>
                  <a:gd name="T15" fmla="*/ 2147483646 h 307"/>
                  <a:gd name="T16" fmla="*/ 0 w 437"/>
                  <a:gd name="T17" fmla="*/ 2147483646 h 307"/>
                  <a:gd name="T18" fmla="*/ 2147483646 w 437"/>
                  <a:gd name="T19" fmla="*/ 0 h 307"/>
                  <a:gd name="T20" fmla="*/ 2147483646 w 437"/>
                  <a:gd name="T21" fmla="*/ 0 h 307"/>
                  <a:gd name="T22" fmla="*/ 2147483646 w 437"/>
                  <a:gd name="T23" fmla="*/ 2147483646 h 307"/>
                  <a:gd name="T24" fmla="*/ 2147483646 w 437"/>
                  <a:gd name="T25" fmla="*/ 2147483646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7" h="307">
                    <a:moveTo>
                      <a:pt x="437" y="307"/>
                    </a:moveTo>
                    <a:cubicBezTo>
                      <a:pt x="429" y="307"/>
                      <a:pt x="429" y="307"/>
                      <a:pt x="429" y="307"/>
                    </a:cubicBezTo>
                    <a:cubicBezTo>
                      <a:pt x="429" y="14"/>
                      <a:pt x="429" y="14"/>
                      <a:pt x="429" y="14"/>
                    </a:cubicBezTo>
                    <a:cubicBezTo>
                      <a:pt x="429" y="11"/>
                      <a:pt x="426" y="8"/>
                      <a:pt x="423" y="8"/>
                    </a:cubicBezTo>
                    <a:cubicBezTo>
                      <a:pt x="13" y="8"/>
                      <a:pt x="13" y="8"/>
                      <a:pt x="13" y="8"/>
                    </a:cubicBezTo>
                    <a:cubicBezTo>
                      <a:pt x="10" y="8"/>
                      <a:pt x="8" y="11"/>
                      <a:pt x="8" y="14"/>
                    </a:cubicBezTo>
                    <a:cubicBezTo>
                      <a:pt x="8" y="307"/>
                      <a:pt x="8" y="307"/>
                      <a:pt x="8" y="307"/>
                    </a:cubicBezTo>
                    <a:cubicBezTo>
                      <a:pt x="0" y="307"/>
                      <a:pt x="0" y="307"/>
                      <a:pt x="0" y="307"/>
                    </a:cubicBezTo>
                    <a:cubicBezTo>
                      <a:pt x="0" y="14"/>
                      <a:pt x="0" y="14"/>
                      <a:pt x="0" y="14"/>
                    </a:cubicBezTo>
                    <a:cubicBezTo>
                      <a:pt x="0" y="6"/>
                      <a:pt x="6" y="0"/>
                      <a:pt x="13" y="0"/>
                    </a:cubicBezTo>
                    <a:cubicBezTo>
                      <a:pt x="423" y="0"/>
                      <a:pt x="423" y="0"/>
                      <a:pt x="423" y="0"/>
                    </a:cubicBezTo>
                    <a:cubicBezTo>
                      <a:pt x="431" y="0"/>
                      <a:pt x="437" y="6"/>
                      <a:pt x="437" y="14"/>
                    </a:cubicBezTo>
                    <a:lnTo>
                      <a:pt x="437" y="307"/>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8" name="Freeform 6"/>
              <p:cNvSpPr>
                <a:spLocks noEditPoints="1"/>
              </p:cNvSpPr>
              <p:nvPr/>
            </p:nvSpPr>
            <p:spPr bwMode="auto">
              <a:xfrm>
                <a:off x="2501899" y="995363"/>
                <a:ext cx="638175" cy="436563"/>
              </a:xfrm>
              <a:custGeom>
                <a:avLst/>
                <a:gdLst>
                  <a:gd name="T0" fmla="*/ 2147483646 w 402"/>
                  <a:gd name="T1" fmla="*/ 2147483646 h 275"/>
                  <a:gd name="T2" fmla="*/ 0 w 402"/>
                  <a:gd name="T3" fmla="*/ 2147483646 h 275"/>
                  <a:gd name="T4" fmla="*/ 0 w 402"/>
                  <a:gd name="T5" fmla="*/ 0 h 275"/>
                  <a:gd name="T6" fmla="*/ 2147483646 w 402"/>
                  <a:gd name="T7" fmla="*/ 0 h 275"/>
                  <a:gd name="T8" fmla="*/ 2147483646 w 402"/>
                  <a:gd name="T9" fmla="*/ 2147483646 h 275"/>
                  <a:gd name="T10" fmla="*/ 2147483646 w 402"/>
                  <a:gd name="T11" fmla="*/ 2147483646 h 275"/>
                  <a:gd name="T12" fmla="*/ 2147483646 w 402"/>
                  <a:gd name="T13" fmla="*/ 2147483646 h 275"/>
                  <a:gd name="T14" fmla="*/ 2147483646 w 402"/>
                  <a:gd name="T15" fmla="*/ 2147483646 h 275"/>
                  <a:gd name="T16" fmla="*/ 2147483646 w 402"/>
                  <a:gd name="T17" fmla="*/ 2147483646 h 275"/>
                  <a:gd name="T18" fmla="*/ 2147483646 w 402"/>
                  <a:gd name="T19" fmla="*/ 2147483646 h 2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2" h="275">
                    <a:moveTo>
                      <a:pt x="402" y="275"/>
                    </a:moveTo>
                    <a:lnTo>
                      <a:pt x="0" y="275"/>
                    </a:lnTo>
                    <a:lnTo>
                      <a:pt x="0" y="0"/>
                    </a:lnTo>
                    <a:lnTo>
                      <a:pt x="402" y="0"/>
                    </a:lnTo>
                    <a:lnTo>
                      <a:pt x="402" y="275"/>
                    </a:lnTo>
                    <a:close/>
                    <a:moveTo>
                      <a:pt x="4" y="271"/>
                    </a:moveTo>
                    <a:lnTo>
                      <a:pt x="398" y="271"/>
                    </a:lnTo>
                    <a:lnTo>
                      <a:pt x="398" y="4"/>
                    </a:lnTo>
                    <a:lnTo>
                      <a:pt x="4" y="4"/>
                    </a:lnTo>
                    <a:lnTo>
                      <a:pt x="4" y="271"/>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9" name="Freeform 7"/>
              <p:cNvSpPr>
                <a:spLocks noEditPoints="1"/>
              </p:cNvSpPr>
              <p:nvPr/>
            </p:nvSpPr>
            <p:spPr bwMode="auto">
              <a:xfrm>
                <a:off x="2725736" y="1449388"/>
                <a:ext cx="192088" cy="20638"/>
              </a:xfrm>
              <a:custGeom>
                <a:avLst/>
                <a:gdLst>
                  <a:gd name="T0" fmla="*/ 2147483646 w 121"/>
                  <a:gd name="T1" fmla="*/ 2147483646 h 13"/>
                  <a:gd name="T2" fmla="*/ 0 w 121"/>
                  <a:gd name="T3" fmla="*/ 2147483646 h 13"/>
                  <a:gd name="T4" fmla="*/ 0 w 121"/>
                  <a:gd name="T5" fmla="*/ 0 h 13"/>
                  <a:gd name="T6" fmla="*/ 2147483646 w 121"/>
                  <a:gd name="T7" fmla="*/ 0 h 13"/>
                  <a:gd name="T8" fmla="*/ 2147483646 w 121"/>
                  <a:gd name="T9" fmla="*/ 2147483646 h 13"/>
                  <a:gd name="T10" fmla="*/ 2147483646 w 121"/>
                  <a:gd name="T11" fmla="*/ 2147483646 h 13"/>
                  <a:gd name="T12" fmla="*/ 2147483646 w 121"/>
                  <a:gd name="T13" fmla="*/ 2147483646 h 13"/>
                  <a:gd name="T14" fmla="*/ 2147483646 w 121"/>
                  <a:gd name="T15" fmla="*/ 2147483646 h 13"/>
                  <a:gd name="T16" fmla="*/ 2147483646 w 121"/>
                  <a:gd name="T17" fmla="*/ 2147483646 h 13"/>
                  <a:gd name="T18" fmla="*/ 2147483646 w 121"/>
                  <a:gd name="T19" fmla="*/ 2147483646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1" h="13">
                    <a:moveTo>
                      <a:pt x="121" y="13"/>
                    </a:moveTo>
                    <a:lnTo>
                      <a:pt x="0" y="13"/>
                    </a:lnTo>
                    <a:lnTo>
                      <a:pt x="0" y="0"/>
                    </a:lnTo>
                    <a:lnTo>
                      <a:pt x="121" y="0"/>
                    </a:lnTo>
                    <a:lnTo>
                      <a:pt x="121" y="13"/>
                    </a:lnTo>
                    <a:close/>
                    <a:moveTo>
                      <a:pt x="4" y="9"/>
                    </a:moveTo>
                    <a:lnTo>
                      <a:pt x="117" y="9"/>
                    </a:lnTo>
                    <a:lnTo>
                      <a:pt x="117" y="4"/>
                    </a:lnTo>
                    <a:lnTo>
                      <a:pt x="4" y="4"/>
                    </a:lnTo>
                    <a:lnTo>
                      <a:pt x="4" y="9"/>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0" name="Rectangle 8"/>
              <p:cNvSpPr>
                <a:spLocks noChangeArrowheads="1"/>
              </p:cNvSpPr>
              <p:nvPr/>
            </p:nvSpPr>
            <p:spPr bwMode="auto">
              <a:xfrm>
                <a:off x="2487611" y="1449388"/>
                <a:ext cx="666750" cy="6350"/>
              </a:xfrm>
              <a:prstGeom prst="rect">
                <a:avLst/>
              </a:prstGeom>
              <a:solidFill>
                <a:srgbClr val="5A585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51" name="Freeform 9"/>
              <p:cNvSpPr/>
              <p:nvPr/>
            </p:nvSpPr>
            <p:spPr bwMode="auto">
              <a:xfrm>
                <a:off x="2800349" y="1436688"/>
                <a:ext cx="6350" cy="7938"/>
              </a:xfrm>
              <a:custGeom>
                <a:avLst/>
                <a:gdLst>
                  <a:gd name="T0" fmla="*/ 2147483646 w 4"/>
                  <a:gd name="T1" fmla="*/ 2147483646 h 5"/>
                  <a:gd name="T2" fmla="*/ 0 w 4"/>
                  <a:gd name="T3" fmla="*/ 2147483646 h 5"/>
                  <a:gd name="T4" fmla="*/ 0 w 4"/>
                  <a:gd name="T5" fmla="*/ 0 h 5"/>
                  <a:gd name="T6" fmla="*/ 0 w 4"/>
                  <a:gd name="T7" fmla="*/ 0 h 5"/>
                  <a:gd name="T8" fmla="*/ 0 w 4"/>
                  <a:gd name="T9" fmla="*/ 2147483646 h 5"/>
                  <a:gd name="T10" fmla="*/ 0 w 4"/>
                  <a:gd name="T11" fmla="*/ 2147483646 h 5"/>
                  <a:gd name="T12" fmla="*/ 0 w 4"/>
                  <a:gd name="T13" fmla="*/ 2147483646 h 5"/>
                  <a:gd name="T14" fmla="*/ 2147483646 w 4"/>
                  <a:gd name="T15" fmla="*/ 2147483646 h 5"/>
                  <a:gd name="T16" fmla="*/ 2147483646 w 4"/>
                  <a:gd name="T17" fmla="*/ 2147483646 h 5"/>
                  <a:gd name="T18" fmla="*/ 2147483646 w 4"/>
                  <a:gd name="T19" fmla="*/ 2147483646 h 5"/>
                  <a:gd name="T20" fmla="*/ 2147483646 w 4"/>
                  <a:gd name="T21" fmla="*/ 0 h 5"/>
                  <a:gd name="T22" fmla="*/ 2147483646 w 4"/>
                  <a:gd name="T23" fmla="*/ 0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3" y="2"/>
                    </a:moveTo>
                    <a:lnTo>
                      <a:pt x="0" y="2"/>
                    </a:lnTo>
                    <a:lnTo>
                      <a:pt x="0" y="0"/>
                    </a:lnTo>
                    <a:lnTo>
                      <a:pt x="0" y="5"/>
                    </a:lnTo>
                    <a:lnTo>
                      <a:pt x="0" y="3"/>
                    </a:lnTo>
                    <a:lnTo>
                      <a:pt x="3" y="3"/>
                    </a:lnTo>
                    <a:lnTo>
                      <a:pt x="3" y="5"/>
                    </a:lnTo>
                    <a:lnTo>
                      <a:pt x="4" y="5"/>
                    </a:lnTo>
                    <a:lnTo>
                      <a:pt x="4" y="0"/>
                    </a:lnTo>
                    <a:lnTo>
                      <a:pt x="3" y="0"/>
                    </a:lnTo>
                    <a:lnTo>
                      <a:pt x="3" y="2"/>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2" name="Freeform 10"/>
              <p:cNvSpPr/>
              <p:nvPr/>
            </p:nvSpPr>
            <p:spPr bwMode="auto">
              <a:xfrm>
                <a:off x="2808286" y="143668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0 w 4"/>
                  <a:gd name="T9" fmla="*/ 0 h 5"/>
                  <a:gd name="T10" fmla="*/ 0 w 4"/>
                  <a:gd name="T11" fmla="*/ 2147483646 h 5"/>
                  <a:gd name="T12" fmla="*/ 2147483646 w 4"/>
                  <a:gd name="T13" fmla="*/ 2147483646 h 5"/>
                  <a:gd name="T14" fmla="*/ 2147483646 w 4"/>
                  <a:gd name="T15" fmla="*/ 2147483646 h 5"/>
                  <a:gd name="T16" fmla="*/ 2147483646 w 4"/>
                  <a:gd name="T17" fmla="*/ 0 h 5"/>
                  <a:gd name="T18" fmla="*/ 2147483646 w 4"/>
                  <a:gd name="T19" fmla="*/ 0 h 5"/>
                  <a:gd name="T20" fmla="*/ 2147483646 w 4"/>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 h="5">
                    <a:moveTo>
                      <a:pt x="3" y="3"/>
                    </a:moveTo>
                    <a:cubicBezTo>
                      <a:pt x="3" y="4"/>
                      <a:pt x="3" y="4"/>
                      <a:pt x="2" y="4"/>
                    </a:cubicBezTo>
                    <a:cubicBezTo>
                      <a:pt x="1" y="4"/>
                      <a:pt x="1" y="4"/>
                      <a:pt x="1" y="3"/>
                    </a:cubicBezTo>
                    <a:cubicBezTo>
                      <a:pt x="1" y="0"/>
                      <a:pt x="1" y="0"/>
                      <a:pt x="1" y="0"/>
                    </a:cubicBezTo>
                    <a:cubicBezTo>
                      <a:pt x="0" y="0"/>
                      <a:pt x="0" y="0"/>
                      <a:pt x="0" y="0"/>
                    </a:cubicBezTo>
                    <a:cubicBezTo>
                      <a:pt x="0" y="3"/>
                      <a:pt x="0" y="3"/>
                      <a:pt x="0" y="3"/>
                    </a:cubicBezTo>
                    <a:cubicBezTo>
                      <a:pt x="0" y="4"/>
                      <a:pt x="1" y="5"/>
                      <a:pt x="2" y="5"/>
                    </a:cubicBezTo>
                    <a:cubicBezTo>
                      <a:pt x="3" y="5"/>
                      <a:pt x="4" y="4"/>
                      <a:pt x="4" y="3"/>
                    </a:cubicBezTo>
                    <a:cubicBezTo>
                      <a:pt x="4" y="0"/>
                      <a:pt x="4" y="0"/>
                      <a:pt x="4" y="0"/>
                    </a:cubicBezTo>
                    <a:cubicBezTo>
                      <a:pt x="3" y="0"/>
                      <a:pt x="3" y="0"/>
                      <a:pt x="3" y="0"/>
                    </a:cubicBezTo>
                    <a:lnTo>
                      <a:pt x="3"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3" name="Freeform 11"/>
              <p:cNvSpPr/>
              <p:nvPr/>
            </p:nvSpPr>
            <p:spPr bwMode="auto">
              <a:xfrm>
                <a:off x="2822574" y="1436688"/>
                <a:ext cx="11113" cy="7938"/>
              </a:xfrm>
              <a:custGeom>
                <a:avLst/>
                <a:gdLst>
                  <a:gd name="T0" fmla="*/ 2147483646 w 7"/>
                  <a:gd name="T1" fmla="*/ 2147483646 h 5"/>
                  <a:gd name="T2" fmla="*/ 2147483646 w 7"/>
                  <a:gd name="T3" fmla="*/ 0 h 5"/>
                  <a:gd name="T4" fmla="*/ 2147483646 w 7"/>
                  <a:gd name="T5" fmla="*/ 0 h 5"/>
                  <a:gd name="T6" fmla="*/ 2147483646 w 7"/>
                  <a:gd name="T7" fmla="*/ 2147483646 h 5"/>
                  <a:gd name="T8" fmla="*/ 2147483646 w 7"/>
                  <a:gd name="T9" fmla="*/ 0 h 5"/>
                  <a:gd name="T10" fmla="*/ 0 w 7"/>
                  <a:gd name="T11" fmla="*/ 0 h 5"/>
                  <a:gd name="T12" fmla="*/ 2147483646 w 7"/>
                  <a:gd name="T13" fmla="*/ 2147483646 h 5"/>
                  <a:gd name="T14" fmla="*/ 2147483646 w 7"/>
                  <a:gd name="T15" fmla="*/ 2147483646 h 5"/>
                  <a:gd name="T16" fmla="*/ 2147483646 w 7"/>
                  <a:gd name="T17" fmla="*/ 2147483646 h 5"/>
                  <a:gd name="T18" fmla="*/ 2147483646 w 7"/>
                  <a:gd name="T19" fmla="*/ 2147483646 h 5"/>
                  <a:gd name="T20" fmla="*/ 2147483646 w 7"/>
                  <a:gd name="T21" fmla="*/ 2147483646 h 5"/>
                  <a:gd name="T22" fmla="*/ 2147483646 w 7"/>
                  <a:gd name="T23" fmla="*/ 0 h 5"/>
                  <a:gd name="T24" fmla="*/ 2147483646 w 7"/>
                  <a:gd name="T25" fmla="*/ 0 h 5"/>
                  <a:gd name="T26" fmla="*/ 2147483646 w 7"/>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 h="5">
                    <a:moveTo>
                      <a:pt x="5" y="3"/>
                    </a:moveTo>
                    <a:lnTo>
                      <a:pt x="4" y="0"/>
                    </a:lnTo>
                    <a:lnTo>
                      <a:pt x="3" y="0"/>
                    </a:lnTo>
                    <a:lnTo>
                      <a:pt x="2" y="3"/>
                    </a:lnTo>
                    <a:lnTo>
                      <a:pt x="1" y="0"/>
                    </a:lnTo>
                    <a:lnTo>
                      <a:pt x="0" y="0"/>
                    </a:lnTo>
                    <a:lnTo>
                      <a:pt x="2" y="5"/>
                    </a:lnTo>
                    <a:lnTo>
                      <a:pt x="3" y="5"/>
                    </a:lnTo>
                    <a:lnTo>
                      <a:pt x="4" y="2"/>
                    </a:lnTo>
                    <a:lnTo>
                      <a:pt x="5" y="5"/>
                    </a:lnTo>
                    <a:lnTo>
                      <a:pt x="6" y="5"/>
                    </a:lnTo>
                    <a:lnTo>
                      <a:pt x="7" y="0"/>
                    </a:lnTo>
                    <a:lnTo>
                      <a:pt x="6" y="0"/>
                    </a:lnTo>
                    <a:lnTo>
                      <a:pt x="5"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4" name="Freeform 12"/>
              <p:cNvSpPr/>
              <p:nvPr/>
            </p:nvSpPr>
            <p:spPr bwMode="auto">
              <a:xfrm>
                <a:off x="2835274" y="143668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2147483646 h 5"/>
                  <a:gd name="T8" fmla="*/ 2147483646 w 4"/>
                  <a:gd name="T9" fmla="*/ 2147483646 h 5"/>
                  <a:gd name="T10" fmla="*/ 2147483646 w 4"/>
                  <a:gd name="T11" fmla="*/ 2147483646 h 5"/>
                  <a:gd name="T12" fmla="*/ 2147483646 w 4"/>
                  <a:gd name="T13" fmla="*/ 0 h 5"/>
                  <a:gd name="T14" fmla="*/ 0 w 4"/>
                  <a:gd name="T15" fmla="*/ 0 h 5"/>
                  <a:gd name="T16" fmla="*/ 0 w 4"/>
                  <a:gd name="T17" fmla="*/ 2147483646 h 5"/>
                  <a:gd name="T18" fmla="*/ 2147483646 w 4"/>
                  <a:gd name="T19" fmla="*/ 2147483646 h 5"/>
                  <a:gd name="T20" fmla="*/ 2147483646 w 4"/>
                  <a:gd name="T21" fmla="*/ 2147483646 h 5"/>
                  <a:gd name="T22" fmla="*/ 2147483646 w 4"/>
                  <a:gd name="T23" fmla="*/ 2147483646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1" y="3"/>
                    </a:moveTo>
                    <a:lnTo>
                      <a:pt x="3" y="3"/>
                    </a:lnTo>
                    <a:lnTo>
                      <a:pt x="3" y="2"/>
                    </a:lnTo>
                    <a:lnTo>
                      <a:pt x="1" y="2"/>
                    </a:lnTo>
                    <a:lnTo>
                      <a:pt x="1" y="1"/>
                    </a:lnTo>
                    <a:lnTo>
                      <a:pt x="4" y="1"/>
                    </a:lnTo>
                    <a:lnTo>
                      <a:pt x="4" y="0"/>
                    </a:lnTo>
                    <a:lnTo>
                      <a:pt x="0" y="0"/>
                    </a:lnTo>
                    <a:lnTo>
                      <a:pt x="0" y="5"/>
                    </a:lnTo>
                    <a:lnTo>
                      <a:pt x="4" y="5"/>
                    </a:lnTo>
                    <a:lnTo>
                      <a:pt x="4" y="4"/>
                    </a:lnTo>
                    <a:lnTo>
                      <a:pt x="1" y="4"/>
                    </a:lnTo>
                    <a:lnTo>
                      <a:pt x="1" y="3"/>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5" name="Rectangle 13"/>
              <p:cNvSpPr>
                <a:spLocks noChangeArrowheads="1"/>
              </p:cNvSpPr>
              <p:nvPr/>
            </p:nvSpPr>
            <p:spPr bwMode="auto">
              <a:xfrm>
                <a:off x="2843211" y="1436688"/>
                <a:ext cx="1588" cy="7938"/>
              </a:xfrm>
              <a:prstGeom prst="rect">
                <a:avLst/>
              </a:prstGeom>
              <a:solidFill>
                <a:srgbClr val="5D5C5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140">
                  <a:solidFill>
                    <a:srgbClr val="000000"/>
                  </a:solidFill>
                </a:endParaRPr>
              </a:p>
            </p:txBody>
          </p:sp>
          <p:sp>
            <p:nvSpPr>
              <p:cNvPr id="56" name="Freeform 14"/>
              <p:cNvSpPr>
                <a:spLocks noEditPoints="1"/>
              </p:cNvSpPr>
              <p:nvPr/>
            </p:nvSpPr>
            <p:spPr bwMode="auto">
              <a:xfrm>
                <a:off x="2816224" y="1436688"/>
                <a:ext cx="7938" cy="7938"/>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2147483646 w 5"/>
                  <a:gd name="T9" fmla="*/ 0 h 5"/>
                  <a:gd name="T10" fmla="*/ 2147483646 w 5"/>
                  <a:gd name="T11" fmla="*/ 0 h 5"/>
                  <a:gd name="T12" fmla="*/ 0 w 5"/>
                  <a:gd name="T13" fmla="*/ 2147483646 h 5"/>
                  <a:gd name="T14" fmla="*/ 2147483646 w 5"/>
                  <a:gd name="T15" fmla="*/ 2147483646 h 5"/>
                  <a:gd name="T16" fmla="*/ 2147483646 w 5"/>
                  <a:gd name="T17" fmla="*/ 2147483646 h 5"/>
                  <a:gd name="T18" fmla="*/ 2147483646 w 5"/>
                  <a:gd name="T19" fmla="*/ 2147483646 h 5"/>
                  <a:gd name="T20" fmla="*/ 2147483646 w 5"/>
                  <a:gd name="T21" fmla="*/ 2147483646 h 5"/>
                  <a:gd name="T22" fmla="*/ 2147483646 w 5"/>
                  <a:gd name="T23" fmla="*/ 2147483646 h 5"/>
                  <a:gd name="T24" fmla="*/ 2147483646 w 5"/>
                  <a:gd name="T25" fmla="*/ 2147483646 h 5"/>
                  <a:gd name="T26" fmla="*/ 2147483646 w 5"/>
                  <a:gd name="T27" fmla="*/ 2147483646 h 5"/>
                  <a:gd name="T28" fmla="*/ 2147483646 w 5"/>
                  <a:gd name="T29" fmla="*/ 2147483646 h 5"/>
                  <a:gd name="T30" fmla="*/ 2147483646 w 5"/>
                  <a:gd name="T31" fmla="*/ 2147483646 h 5"/>
                  <a:gd name="T32" fmla="*/ 2147483646 w 5"/>
                  <a:gd name="T33" fmla="*/ 2147483646 h 5"/>
                  <a:gd name="T34" fmla="*/ 2147483646 w 5"/>
                  <a:gd name="T35" fmla="*/ 2147483646 h 5"/>
                  <a:gd name="T36" fmla="*/ 2147483646 w 5"/>
                  <a:gd name="T37" fmla="*/ 2147483646 h 5"/>
                  <a:gd name="T38" fmla="*/ 2147483646 w 5"/>
                  <a:gd name="T39" fmla="*/ 2147483646 h 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5">
                    <a:moveTo>
                      <a:pt x="3" y="4"/>
                    </a:moveTo>
                    <a:lnTo>
                      <a:pt x="4" y="5"/>
                    </a:lnTo>
                    <a:lnTo>
                      <a:pt x="5" y="5"/>
                    </a:lnTo>
                    <a:lnTo>
                      <a:pt x="3" y="0"/>
                    </a:lnTo>
                    <a:lnTo>
                      <a:pt x="2" y="0"/>
                    </a:lnTo>
                    <a:lnTo>
                      <a:pt x="0" y="5"/>
                    </a:lnTo>
                    <a:lnTo>
                      <a:pt x="1" y="5"/>
                    </a:lnTo>
                    <a:lnTo>
                      <a:pt x="1" y="4"/>
                    </a:lnTo>
                    <a:lnTo>
                      <a:pt x="3" y="4"/>
                    </a:lnTo>
                    <a:close/>
                    <a:moveTo>
                      <a:pt x="2" y="1"/>
                    </a:moveTo>
                    <a:lnTo>
                      <a:pt x="3" y="3"/>
                    </a:lnTo>
                    <a:lnTo>
                      <a:pt x="1" y="3"/>
                    </a:lnTo>
                    <a:lnTo>
                      <a:pt x="2" y="1"/>
                    </a:lnTo>
                    <a:close/>
                  </a:path>
                </a:pathLst>
              </a:custGeom>
              <a:solidFill>
                <a:srgbClr val="5D5C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7" name="Freeform 15"/>
              <p:cNvSpPr/>
              <p:nvPr/>
            </p:nvSpPr>
            <p:spPr bwMode="auto">
              <a:xfrm>
                <a:off x="3065461" y="1452563"/>
                <a:ext cx="200025" cy="38100"/>
              </a:xfrm>
              <a:custGeom>
                <a:avLst/>
                <a:gdLst>
                  <a:gd name="T0" fmla="*/ 2147483646 w 129"/>
                  <a:gd name="T1" fmla="*/ 2147483646 h 25"/>
                  <a:gd name="T2" fmla="*/ 0 w 129"/>
                  <a:gd name="T3" fmla="*/ 2147483646 h 25"/>
                  <a:gd name="T4" fmla="*/ 0 w 129"/>
                  <a:gd name="T5" fmla="*/ 2147483646 h 25"/>
                  <a:gd name="T6" fmla="*/ 2147483646 w 129"/>
                  <a:gd name="T7" fmla="*/ 2147483646 h 25"/>
                  <a:gd name="T8" fmla="*/ 2147483646 w 129"/>
                  <a:gd name="T9" fmla="*/ 2147483646 h 25"/>
                  <a:gd name="T10" fmla="*/ 2147483646 w 129"/>
                  <a:gd name="T11" fmla="*/ 2147483646 h 25"/>
                  <a:gd name="T12" fmla="*/ 2147483646 w 129"/>
                  <a:gd name="T13" fmla="*/ 0 h 25"/>
                  <a:gd name="T14" fmla="*/ 2147483646 w 129"/>
                  <a:gd name="T15" fmla="*/ 0 h 25"/>
                  <a:gd name="T16" fmla="*/ 2147483646 w 129"/>
                  <a:gd name="T17" fmla="*/ 2147483646 h 25"/>
                  <a:gd name="T18" fmla="*/ 2147483646 w 129"/>
                  <a:gd name="T19" fmla="*/ 2147483646 h 25"/>
                  <a:gd name="T20" fmla="*/ 2147483646 w 129"/>
                  <a:gd name="T21" fmla="*/ 2147483646 h 25"/>
                  <a:gd name="T22" fmla="*/ 2147483646 w 129"/>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 h="25">
                    <a:moveTo>
                      <a:pt x="28" y="25"/>
                    </a:moveTo>
                    <a:cubicBezTo>
                      <a:pt x="0" y="25"/>
                      <a:pt x="0" y="25"/>
                      <a:pt x="0" y="25"/>
                    </a:cubicBezTo>
                    <a:cubicBezTo>
                      <a:pt x="0" y="17"/>
                      <a:pt x="0" y="17"/>
                      <a:pt x="0" y="17"/>
                    </a:cubicBezTo>
                    <a:cubicBezTo>
                      <a:pt x="28" y="17"/>
                      <a:pt x="28" y="17"/>
                      <a:pt x="28" y="17"/>
                    </a:cubicBezTo>
                    <a:cubicBezTo>
                      <a:pt x="47" y="17"/>
                      <a:pt x="67" y="15"/>
                      <a:pt x="86" y="10"/>
                    </a:cubicBezTo>
                    <a:cubicBezTo>
                      <a:pt x="121" y="1"/>
                      <a:pt x="121" y="1"/>
                      <a:pt x="121" y="1"/>
                    </a:cubicBezTo>
                    <a:cubicBezTo>
                      <a:pt x="121" y="0"/>
                      <a:pt x="121" y="0"/>
                      <a:pt x="121" y="0"/>
                    </a:cubicBezTo>
                    <a:cubicBezTo>
                      <a:pt x="129" y="0"/>
                      <a:pt x="129" y="0"/>
                      <a:pt x="129" y="0"/>
                    </a:cubicBezTo>
                    <a:cubicBezTo>
                      <a:pt x="129" y="4"/>
                      <a:pt x="129" y="4"/>
                      <a:pt x="129" y="4"/>
                    </a:cubicBezTo>
                    <a:cubicBezTo>
                      <a:pt x="129" y="6"/>
                      <a:pt x="128" y="8"/>
                      <a:pt x="126" y="8"/>
                    </a:cubicBezTo>
                    <a:cubicBezTo>
                      <a:pt x="88" y="18"/>
                      <a:pt x="88" y="18"/>
                      <a:pt x="88" y="18"/>
                    </a:cubicBezTo>
                    <a:cubicBezTo>
                      <a:pt x="68" y="23"/>
                      <a:pt x="48" y="25"/>
                      <a:pt x="28" y="25"/>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8" name="Freeform 16"/>
              <p:cNvSpPr/>
              <p:nvPr/>
            </p:nvSpPr>
            <p:spPr bwMode="auto">
              <a:xfrm>
                <a:off x="2376486" y="1452563"/>
                <a:ext cx="606425" cy="38100"/>
              </a:xfrm>
              <a:custGeom>
                <a:avLst/>
                <a:gdLst>
                  <a:gd name="T0" fmla="*/ 2147483646 w 390"/>
                  <a:gd name="T1" fmla="*/ 2147483646 h 25"/>
                  <a:gd name="T2" fmla="*/ 2147483646 w 390"/>
                  <a:gd name="T3" fmla="*/ 2147483646 h 25"/>
                  <a:gd name="T4" fmla="*/ 2147483646 w 390"/>
                  <a:gd name="T5" fmla="*/ 2147483646 h 25"/>
                  <a:gd name="T6" fmla="*/ 2147483646 w 390"/>
                  <a:gd name="T7" fmla="*/ 2147483646 h 25"/>
                  <a:gd name="T8" fmla="*/ 0 w 390"/>
                  <a:gd name="T9" fmla="*/ 2147483646 h 25"/>
                  <a:gd name="T10" fmla="*/ 0 w 390"/>
                  <a:gd name="T11" fmla="*/ 0 h 25"/>
                  <a:gd name="T12" fmla="*/ 2147483646 w 390"/>
                  <a:gd name="T13" fmla="*/ 0 h 25"/>
                  <a:gd name="T14" fmla="*/ 2147483646 w 390"/>
                  <a:gd name="T15" fmla="*/ 2147483646 h 25"/>
                  <a:gd name="T16" fmla="*/ 2147483646 w 390"/>
                  <a:gd name="T17" fmla="*/ 2147483646 h 25"/>
                  <a:gd name="T18" fmla="*/ 2147483646 w 390"/>
                  <a:gd name="T19" fmla="*/ 2147483646 h 25"/>
                  <a:gd name="T20" fmla="*/ 2147483646 w 390"/>
                  <a:gd name="T21" fmla="*/ 2147483646 h 25"/>
                  <a:gd name="T22" fmla="*/ 2147483646 w 390"/>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5">
                    <a:moveTo>
                      <a:pt x="390" y="25"/>
                    </a:moveTo>
                    <a:cubicBezTo>
                      <a:pt x="102" y="25"/>
                      <a:pt x="102" y="25"/>
                      <a:pt x="102" y="25"/>
                    </a:cubicBezTo>
                    <a:cubicBezTo>
                      <a:pt x="81" y="25"/>
                      <a:pt x="61" y="23"/>
                      <a:pt x="42" y="18"/>
                    </a:cubicBezTo>
                    <a:cubicBezTo>
                      <a:pt x="3" y="8"/>
                      <a:pt x="3" y="8"/>
                      <a:pt x="3" y="8"/>
                    </a:cubicBezTo>
                    <a:cubicBezTo>
                      <a:pt x="1" y="8"/>
                      <a:pt x="0" y="6"/>
                      <a:pt x="0" y="4"/>
                    </a:cubicBezTo>
                    <a:cubicBezTo>
                      <a:pt x="0" y="0"/>
                      <a:pt x="0" y="0"/>
                      <a:pt x="0" y="0"/>
                    </a:cubicBezTo>
                    <a:cubicBezTo>
                      <a:pt x="8" y="0"/>
                      <a:pt x="8" y="0"/>
                      <a:pt x="8" y="0"/>
                    </a:cubicBezTo>
                    <a:cubicBezTo>
                      <a:pt x="8" y="1"/>
                      <a:pt x="8" y="1"/>
                      <a:pt x="8" y="1"/>
                    </a:cubicBezTo>
                    <a:cubicBezTo>
                      <a:pt x="44" y="10"/>
                      <a:pt x="44" y="10"/>
                      <a:pt x="44" y="10"/>
                    </a:cubicBezTo>
                    <a:cubicBezTo>
                      <a:pt x="63" y="15"/>
                      <a:pt x="82" y="17"/>
                      <a:pt x="102" y="17"/>
                    </a:cubicBezTo>
                    <a:cubicBezTo>
                      <a:pt x="390" y="17"/>
                      <a:pt x="390" y="17"/>
                      <a:pt x="390" y="17"/>
                    </a:cubicBezTo>
                    <a:lnTo>
                      <a:pt x="390" y="25"/>
                    </a:ln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59" name="Freeform 17"/>
              <p:cNvSpPr/>
              <p:nvPr/>
            </p:nvSpPr>
            <p:spPr bwMode="auto">
              <a:xfrm>
                <a:off x="2376486" y="1449388"/>
                <a:ext cx="889000" cy="6350"/>
              </a:xfrm>
              <a:custGeom>
                <a:avLst/>
                <a:gdLst>
                  <a:gd name="T0" fmla="*/ 2147483646 w 572"/>
                  <a:gd name="T1" fmla="*/ 2147483646 h 4"/>
                  <a:gd name="T2" fmla="*/ 2147483646 w 572"/>
                  <a:gd name="T3" fmla="*/ 2147483646 h 4"/>
                  <a:gd name="T4" fmla="*/ 0 w 572"/>
                  <a:gd name="T5" fmla="*/ 2147483646 h 4"/>
                  <a:gd name="T6" fmla="*/ 2147483646 w 572"/>
                  <a:gd name="T7" fmla="*/ 0 h 4"/>
                  <a:gd name="T8" fmla="*/ 2147483646 w 572"/>
                  <a:gd name="T9" fmla="*/ 0 h 4"/>
                  <a:gd name="T10" fmla="*/ 2147483646 w 572"/>
                  <a:gd name="T11" fmla="*/ 2147483646 h 4"/>
                  <a:gd name="T12" fmla="*/ 2147483646 w 572"/>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2" h="4">
                    <a:moveTo>
                      <a:pt x="570" y="4"/>
                    </a:moveTo>
                    <a:cubicBezTo>
                      <a:pt x="2" y="4"/>
                      <a:pt x="2" y="4"/>
                      <a:pt x="2" y="4"/>
                    </a:cubicBezTo>
                    <a:cubicBezTo>
                      <a:pt x="1" y="4"/>
                      <a:pt x="0" y="3"/>
                      <a:pt x="0" y="2"/>
                    </a:cubicBezTo>
                    <a:cubicBezTo>
                      <a:pt x="0" y="1"/>
                      <a:pt x="1" y="0"/>
                      <a:pt x="2" y="0"/>
                    </a:cubicBezTo>
                    <a:cubicBezTo>
                      <a:pt x="570" y="0"/>
                      <a:pt x="570" y="0"/>
                      <a:pt x="570" y="0"/>
                    </a:cubicBezTo>
                    <a:cubicBezTo>
                      <a:pt x="571" y="0"/>
                      <a:pt x="572" y="1"/>
                      <a:pt x="572" y="2"/>
                    </a:cubicBezTo>
                    <a:cubicBezTo>
                      <a:pt x="572" y="3"/>
                      <a:pt x="571" y="4"/>
                      <a:pt x="570" y="4"/>
                    </a:cubicBezTo>
                    <a:close/>
                  </a:path>
                </a:pathLst>
              </a:cu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60" name="Oval 18"/>
              <p:cNvSpPr>
                <a:spLocks noChangeArrowheads="1"/>
              </p:cNvSpPr>
              <p:nvPr/>
            </p:nvSpPr>
            <p:spPr bwMode="auto">
              <a:xfrm>
                <a:off x="2965449" y="1463676"/>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sp>
            <p:nvSpPr>
              <p:cNvPr id="61" name="Oval 19"/>
              <p:cNvSpPr>
                <a:spLocks noChangeArrowheads="1"/>
              </p:cNvSpPr>
              <p:nvPr/>
            </p:nvSpPr>
            <p:spPr bwMode="auto">
              <a:xfrm>
                <a:off x="3036886" y="1463676"/>
                <a:ext cx="44450"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grpSp>
        <p:grpSp>
          <p:nvGrpSpPr>
            <p:cNvPr id="62" name="组合 61"/>
            <p:cNvGrpSpPr/>
            <p:nvPr/>
          </p:nvGrpSpPr>
          <p:grpSpPr>
            <a:xfrm>
              <a:off x="5989950" y="5018812"/>
              <a:ext cx="609668" cy="982527"/>
              <a:chOff x="3060569" y="1890152"/>
              <a:chExt cx="1804839" cy="3608931"/>
            </a:xfrm>
          </p:grpSpPr>
          <p:grpSp>
            <p:nvGrpSpPr>
              <p:cNvPr id="63" name="组合 111"/>
              <p:cNvGrpSpPr/>
              <p:nvPr/>
            </p:nvGrpSpPr>
            <p:grpSpPr bwMode="auto">
              <a:xfrm>
                <a:off x="3060569" y="1890152"/>
                <a:ext cx="1804839" cy="3608931"/>
                <a:chOff x="8974138" y="3456346"/>
                <a:chExt cx="392113" cy="847370"/>
              </a:xfrm>
            </p:grpSpPr>
            <p:sp>
              <p:nvSpPr>
                <p:cNvPr id="66" name="Freeform 1442"/>
                <p:cNvSpPr/>
                <p:nvPr/>
              </p:nvSpPr>
              <p:spPr bwMode="auto">
                <a:xfrm>
                  <a:off x="8974138" y="3456346"/>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67" name="Freeform 1443"/>
                <p:cNvSpPr>
                  <a:spLocks noEditPoints="1"/>
                </p:cNvSpPr>
                <p:nvPr/>
              </p:nvSpPr>
              <p:spPr bwMode="auto">
                <a:xfrm>
                  <a:off x="8999538" y="3481746"/>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68" name="Oval 1444"/>
                <p:cNvSpPr>
                  <a:spLocks noChangeArrowheads="1"/>
                </p:cNvSpPr>
                <p:nvPr/>
              </p:nvSpPr>
              <p:spPr bwMode="auto">
                <a:xfrm>
                  <a:off x="9161463" y="3481390"/>
                  <a:ext cx="17463" cy="19050"/>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sp>
              <p:nvSpPr>
                <p:cNvPr id="69" name="Oval 1445"/>
                <p:cNvSpPr>
                  <a:spLocks noChangeArrowheads="1"/>
                </p:cNvSpPr>
                <p:nvPr/>
              </p:nvSpPr>
              <p:spPr bwMode="auto">
                <a:xfrm>
                  <a:off x="9191626"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sp>
              <p:nvSpPr>
                <p:cNvPr id="70" name="Oval 1446"/>
                <p:cNvSpPr>
                  <a:spLocks noChangeArrowheads="1"/>
                </p:cNvSpPr>
                <p:nvPr/>
              </p:nvSpPr>
              <p:spPr bwMode="auto">
                <a:xfrm>
                  <a:off x="9263063" y="4260853"/>
                  <a:ext cx="42863" cy="42863"/>
                </a:xfrm>
                <a:prstGeom prst="ellipse">
                  <a:avLst/>
                </a:prstGeom>
                <a:solidFill>
                  <a:srgbClr val="5A5858"/>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solidFill>
                      <a:srgbClr val="000000"/>
                    </a:solidFill>
                  </a:endParaRPr>
                </a:p>
              </p:txBody>
            </p:sp>
          </p:grpSp>
          <p:sp>
            <p:nvSpPr>
              <p:cNvPr id="64" name="Freeform 881"/>
              <p:cNvSpPr>
                <a:spLocks noChangeArrowheads="1"/>
              </p:cNvSpPr>
              <p:nvPr/>
            </p:nvSpPr>
            <p:spPr bwMode="auto">
              <a:xfrm>
                <a:off x="3441300" y="3746047"/>
                <a:ext cx="1056785" cy="1404568"/>
              </a:xfrm>
              <a:custGeom>
                <a:avLst/>
                <a:gdLst>
                  <a:gd name="T0" fmla="*/ 62596 w 236"/>
                  <a:gd name="T1" fmla="*/ 55660 h 270"/>
                  <a:gd name="T2" fmla="*/ 58956 w 236"/>
                  <a:gd name="T3" fmla="*/ 53864 h 270"/>
                  <a:gd name="T4" fmla="*/ 61868 w 236"/>
                  <a:gd name="T5" fmla="*/ 51351 h 270"/>
                  <a:gd name="T6" fmla="*/ 72422 w 236"/>
                  <a:gd name="T7" fmla="*/ 29087 h 270"/>
                  <a:gd name="T8" fmla="*/ 42580 w 236"/>
                  <a:gd name="T9" fmla="*/ 0 h 270"/>
                  <a:gd name="T10" fmla="*/ 12737 w 236"/>
                  <a:gd name="T11" fmla="*/ 29087 h 270"/>
                  <a:gd name="T12" fmla="*/ 23655 w 236"/>
                  <a:gd name="T13" fmla="*/ 51351 h 270"/>
                  <a:gd name="T14" fmla="*/ 26567 w 236"/>
                  <a:gd name="T15" fmla="*/ 53864 h 270"/>
                  <a:gd name="T16" fmla="*/ 22927 w 236"/>
                  <a:gd name="T17" fmla="*/ 55660 h 270"/>
                  <a:gd name="T18" fmla="*/ 0 w 236"/>
                  <a:gd name="T19" fmla="*/ 92647 h 270"/>
                  <a:gd name="T20" fmla="*/ 364 w 236"/>
                  <a:gd name="T21" fmla="*/ 96597 h 270"/>
                  <a:gd name="T22" fmla="*/ 64779 w 236"/>
                  <a:gd name="T23" fmla="*/ 96597 h 270"/>
                  <a:gd name="T24" fmla="*/ 73877 w 236"/>
                  <a:gd name="T25" fmla="*/ 96597 h 270"/>
                  <a:gd name="T26" fmla="*/ 85159 w 236"/>
                  <a:gd name="T27" fmla="*/ 96597 h 270"/>
                  <a:gd name="T28" fmla="*/ 85523 w 236"/>
                  <a:gd name="T29" fmla="*/ 92647 h 270"/>
                  <a:gd name="T30" fmla="*/ 62596 w 236"/>
                  <a:gd name="T31" fmla="*/ 55660 h 270"/>
                  <a:gd name="T32" fmla="*/ 21108 w 236"/>
                  <a:gd name="T33" fmla="*/ 29087 h 270"/>
                  <a:gd name="T34" fmla="*/ 42944 w 236"/>
                  <a:gd name="T35" fmla="*/ 7541 h 270"/>
                  <a:gd name="T36" fmla="*/ 64779 w 236"/>
                  <a:gd name="T37" fmla="*/ 29087 h 270"/>
                  <a:gd name="T38" fmla="*/ 42944 w 236"/>
                  <a:gd name="T39" fmla="*/ 50633 h 270"/>
                  <a:gd name="T40" fmla="*/ 21108 w 236"/>
                  <a:gd name="T41" fmla="*/ 29087 h 270"/>
                  <a:gd name="T42" fmla="*/ 74241 w 236"/>
                  <a:gd name="T43" fmla="*/ 89056 h 270"/>
                  <a:gd name="T44" fmla="*/ 64779 w 236"/>
                  <a:gd name="T45" fmla="*/ 89056 h 270"/>
                  <a:gd name="T46" fmla="*/ 8006 w 236"/>
                  <a:gd name="T47" fmla="*/ 89056 h 270"/>
                  <a:gd name="T48" fmla="*/ 8370 w 236"/>
                  <a:gd name="T49" fmla="*/ 85824 h 270"/>
                  <a:gd name="T50" fmla="*/ 42580 w 236"/>
                  <a:gd name="T51" fmla="*/ 58533 h 270"/>
                  <a:gd name="T52" fmla="*/ 77153 w 236"/>
                  <a:gd name="T53" fmla="*/ 85824 h 270"/>
                  <a:gd name="T54" fmla="*/ 77517 w 236"/>
                  <a:gd name="T55" fmla="*/ 89056 h 270"/>
                  <a:gd name="T56" fmla="*/ 74241 w 236"/>
                  <a:gd name="T57" fmla="*/ 89056 h 2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6" h="270">
                    <a:moveTo>
                      <a:pt x="172" y="155"/>
                    </a:moveTo>
                    <a:lnTo>
                      <a:pt x="162" y="150"/>
                    </a:lnTo>
                    <a:lnTo>
                      <a:pt x="170" y="143"/>
                    </a:lnTo>
                    <a:cubicBezTo>
                      <a:pt x="189" y="128"/>
                      <a:pt x="199" y="105"/>
                      <a:pt x="199" y="81"/>
                    </a:cubicBezTo>
                    <a:cubicBezTo>
                      <a:pt x="199" y="37"/>
                      <a:pt x="162" y="0"/>
                      <a:pt x="117" y="0"/>
                    </a:cubicBezTo>
                    <a:cubicBezTo>
                      <a:pt x="71" y="0"/>
                      <a:pt x="35" y="36"/>
                      <a:pt x="35" y="81"/>
                    </a:cubicBezTo>
                    <a:cubicBezTo>
                      <a:pt x="35" y="105"/>
                      <a:pt x="46" y="128"/>
                      <a:pt x="65" y="143"/>
                    </a:cubicBezTo>
                    <a:lnTo>
                      <a:pt x="73" y="150"/>
                    </a:lnTo>
                    <a:lnTo>
                      <a:pt x="63" y="155"/>
                    </a:lnTo>
                    <a:cubicBezTo>
                      <a:pt x="24" y="176"/>
                      <a:pt x="0" y="215"/>
                      <a:pt x="0" y="258"/>
                    </a:cubicBezTo>
                    <a:cubicBezTo>
                      <a:pt x="0" y="262"/>
                      <a:pt x="0" y="265"/>
                      <a:pt x="1" y="269"/>
                    </a:cubicBezTo>
                    <a:lnTo>
                      <a:pt x="178" y="269"/>
                    </a:lnTo>
                    <a:lnTo>
                      <a:pt x="203" y="269"/>
                    </a:lnTo>
                    <a:lnTo>
                      <a:pt x="234" y="269"/>
                    </a:lnTo>
                    <a:cubicBezTo>
                      <a:pt x="235" y="265"/>
                      <a:pt x="235" y="262"/>
                      <a:pt x="235" y="258"/>
                    </a:cubicBezTo>
                    <a:cubicBezTo>
                      <a:pt x="235" y="215"/>
                      <a:pt x="211" y="176"/>
                      <a:pt x="172" y="155"/>
                    </a:cubicBezTo>
                    <a:close/>
                    <a:moveTo>
                      <a:pt x="58" y="81"/>
                    </a:moveTo>
                    <a:cubicBezTo>
                      <a:pt x="58" y="48"/>
                      <a:pt x="85" y="21"/>
                      <a:pt x="118" y="21"/>
                    </a:cubicBezTo>
                    <a:cubicBezTo>
                      <a:pt x="151" y="21"/>
                      <a:pt x="178" y="48"/>
                      <a:pt x="178" y="81"/>
                    </a:cubicBezTo>
                    <a:cubicBezTo>
                      <a:pt x="178" y="115"/>
                      <a:pt x="151" y="141"/>
                      <a:pt x="118" y="141"/>
                    </a:cubicBezTo>
                    <a:cubicBezTo>
                      <a:pt x="85" y="141"/>
                      <a:pt x="58" y="115"/>
                      <a:pt x="58" y="81"/>
                    </a:cubicBezTo>
                    <a:close/>
                    <a:moveTo>
                      <a:pt x="204" y="248"/>
                    </a:moveTo>
                    <a:lnTo>
                      <a:pt x="178" y="248"/>
                    </a:lnTo>
                    <a:lnTo>
                      <a:pt x="22" y="248"/>
                    </a:lnTo>
                    <a:lnTo>
                      <a:pt x="23" y="239"/>
                    </a:lnTo>
                    <a:cubicBezTo>
                      <a:pt x="32" y="195"/>
                      <a:pt x="72" y="163"/>
                      <a:pt x="117" y="163"/>
                    </a:cubicBezTo>
                    <a:cubicBezTo>
                      <a:pt x="163" y="163"/>
                      <a:pt x="203" y="195"/>
                      <a:pt x="212" y="239"/>
                    </a:cubicBezTo>
                    <a:lnTo>
                      <a:pt x="213" y="248"/>
                    </a:lnTo>
                    <a:lnTo>
                      <a:pt x="204" y="248"/>
                    </a:lnTo>
                    <a:close/>
                  </a:path>
                </a:pathLst>
              </a:custGeom>
              <a:solidFill>
                <a:srgbClr val="5D5B5C"/>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0" hangingPunct="0">
                  <a:buFontTx/>
                  <a:buNone/>
                  <a:defRPr/>
                </a:pPr>
                <a:endParaRPr kumimoji="1" lang="zh-CN" altLang="en-US" sz="2400">
                  <a:solidFill>
                    <a:srgbClr val="FF0000"/>
                  </a:solidFill>
                </a:endParaRPr>
              </a:p>
            </p:txBody>
          </p:sp>
          <p:sp>
            <p:nvSpPr>
              <p:cNvPr id="65" name="Freeform 881"/>
              <p:cNvSpPr>
                <a:spLocks noChangeArrowheads="1"/>
              </p:cNvSpPr>
              <p:nvPr/>
            </p:nvSpPr>
            <p:spPr bwMode="auto">
              <a:xfrm>
                <a:off x="4207175" y="2265428"/>
                <a:ext cx="452040" cy="622312"/>
              </a:xfrm>
              <a:custGeom>
                <a:avLst/>
                <a:gdLst>
                  <a:gd name="T0" fmla="*/ 62596 w 236"/>
                  <a:gd name="T1" fmla="*/ 55660 h 270"/>
                  <a:gd name="T2" fmla="*/ 58956 w 236"/>
                  <a:gd name="T3" fmla="*/ 53864 h 270"/>
                  <a:gd name="T4" fmla="*/ 61868 w 236"/>
                  <a:gd name="T5" fmla="*/ 51351 h 270"/>
                  <a:gd name="T6" fmla="*/ 72422 w 236"/>
                  <a:gd name="T7" fmla="*/ 29087 h 270"/>
                  <a:gd name="T8" fmla="*/ 42580 w 236"/>
                  <a:gd name="T9" fmla="*/ 0 h 270"/>
                  <a:gd name="T10" fmla="*/ 12737 w 236"/>
                  <a:gd name="T11" fmla="*/ 29087 h 270"/>
                  <a:gd name="T12" fmla="*/ 23655 w 236"/>
                  <a:gd name="T13" fmla="*/ 51351 h 270"/>
                  <a:gd name="T14" fmla="*/ 26567 w 236"/>
                  <a:gd name="T15" fmla="*/ 53864 h 270"/>
                  <a:gd name="T16" fmla="*/ 22927 w 236"/>
                  <a:gd name="T17" fmla="*/ 55660 h 270"/>
                  <a:gd name="T18" fmla="*/ 0 w 236"/>
                  <a:gd name="T19" fmla="*/ 92647 h 270"/>
                  <a:gd name="T20" fmla="*/ 364 w 236"/>
                  <a:gd name="T21" fmla="*/ 96597 h 270"/>
                  <a:gd name="T22" fmla="*/ 64779 w 236"/>
                  <a:gd name="T23" fmla="*/ 96597 h 270"/>
                  <a:gd name="T24" fmla="*/ 73877 w 236"/>
                  <a:gd name="T25" fmla="*/ 96597 h 270"/>
                  <a:gd name="T26" fmla="*/ 85159 w 236"/>
                  <a:gd name="T27" fmla="*/ 96597 h 270"/>
                  <a:gd name="T28" fmla="*/ 85523 w 236"/>
                  <a:gd name="T29" fmla="*/ 92647 h 270"/>
                  <a:gd name="T30" fmla="*/ 62596 w 236"/>
                  <a:gd name="T31" fmla="*/ 55660 h 270"/>
                  <a:gd name="T32" fmla="*/ 21108 w 236"/>
                  <a:gd name="T33" fmla="*/ 29087 h 270"/>
                  <a:gd name="T34" fmla="*/ 42944 w 236"/>
                  <a:gd name="T35" fmla="*/ 7541 h 270"/>
                  <a:gd name="T36" fmla="*/ 64779 w 236"/>
                  <a:gd name="T37" fmla="*/ 29087 h 270"/>
                  <a:gd name="T38" fmla="*/ 42944 w 236"/>
                  <a:gd name="T39" fmla="*/ 50633 h 270"/>
                  <a:gd name="T40" fmla="*/ 21108 w 236"/>
                  <a:gd name="T41" fmla="*/ 29087 h 270"/>
                  <a:gd name="T42" fmla="*/ 74241 w 236"/>
                  <a:gd name="T43" fmla="*/ 89056 h 270"/>
                  <a:gd name="T44" fmla="*/ 64779 w 236"/>
                  <a:gd name="T45" fmla="*/ 89056 h 270"/>
                  <a:gd name="T46" fmla="*/ 8006 w 236"/>
                  <a:gd name="T47" fmla="*/ 89056 h 270"/>
                  <a:gd name="T48" fmla="*/ 8370 w 236"/>
                  <a:gd name="T49" fmla="*/ 85824 h 270"/>
                  <a:gd name="T50" fmla="*/ 42580 w 236"/>
                  <a:gd name="T51" fmla="*/ 58533 h 270"/>
                  <a:gd name="T52" fmla="*/ 77153 w 236"/>
                  <a:gd name="T53" fmla="*/ 85824 h 270"/>
                  <a:gd name="T54" fmla="*/ 77517 w 236"/>
                  <a:gd name="T55" fmla="*/ 89056 h 270"/>
                  <a:gd name="T56" fmla="*/ 74241 w 236"/>
                  <a:gd name="T57" fmla="*/ 89056 h 2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36" h="270">
                    <a:moveTo>
                      <a:pt x="172" y="155"/>
                    </a:moveTo>
                    <a:lnTo>
                      <a:pt x="162" y="150"/>
                    </a:lnTo>
                    <a:lnTo>
                      <a:pt x="170" y="143"/>
                    </a:lnTo>
                    <a:cubicBezTo>
                      <a:pt x="189" y="128"/>
                      <a:pt x="199" y="105"/>
                      <a:pt x="199" y="81"/>
                    </a:cubicBezTo>
                    <a:cubicBezTo>
                      <a:pt x="199" y="37"/>
                      <a:pt x="162" y="0"/>
                      <a:pt x="117" y="0"/>
                    </a:cubicBezTo>
                    <a:cubicBezTo>
                      <a:pt x="71" y="0"/>
                      <a:pt x="35" y="36"/>
                      <a:pt x="35" y="81"/>
                    </a:cubicBezTo>
                    <a:cubicBezTo>
                      <a:pt x="35" y="105"/>
                      <a:pt x="46" y="128"/>
                      <a:pt x="65" y="143"/>
                    </a:cubicBezTo>
                    <a:lnTo>
                      <a:pt x="73" y="150"/>
                    </a:lnTo>
                    <a:lnTo>
                      <a:pt x="63" y="155"/>
                    </a:lnTo>
                    <a:cubicBezTo>
                      <a:pt x="24" y="176"/>
                      <a:pt x="0" y="215"/>
                      <a:pt x="0" y="258"/>
                    </a:cubicBezTo>
                    <a:cubicBezTo>
                      <a:pt x="0" y="262"/>
                      <a:pt x="0" y="265"/>
                      <a:pt x="1" y="269"/>
                    </a:cubicBezTo>
                    <a:lnTo>
                      <a:pt x="178" y="269"/>
                    </a:lnTo>
                    <a:lnTo>
                      <a:pt x="203" y="269"/>
                    </a:lnTo>
                    <a:lnTo>
                      <a:pt x="234" y="269"/>
                    </a:lnTo>
                    <a:cubicBezTo>
                      <a:pt x="235" y="265"/>
                      <a:pt x="235" y="262"/>
                      <a:pt x="235" y="258"/>
                    </a:cubicBezTo>
                    <a:cubicBezTo>
                      <a:pt x="235" y="215"/>
                      <a:pt x="211" y="176"/>
                      <a:pt x="172" y="155"/>
                    </a:cubicBezTo>
                    <a:close/>
                    <a:moveTo>
                      <a:pt x="58" y="81"/>
                    </a:moveTo>
                    <a:cubicBezTo>
                      <a:pt x="58" y="48"/>
                      <a:pt x="85" y="21"/>
                      <a:pt x="118" y="21"/>
                    </a:cubicBezTo>
                    <a:cubicBezTo>
                      <a:pt x="151" y="21"/>
                      <a:pt x="178" y="48"/>
                      <a:pt x="178" y="81"/>
                    </a:cubicBezTo>
                    <a:cubicBezTo>
                      <a:pt x="178" y="115"/>
                      <a:pt x="151" y="141"/>
                      <a:pt x="118" y="141"/>
                    </a:cubicBezTo>
                    <a:cubicBezTo>
                      <a:pt x="85" y="141"/>
                      <a:pt x="58" y="115"/>
                      <a:pt x="58" y="81"/>
                    </a:cubicBezTo>
                    <a:close/>
                    <a:moveTo>
                      <a:pt x="204" y="248"/>
                    </a:moveTo>
                    <a:lnTo>
                      <a:pt x="178" y="248"/>
                    </a:lnTo>
                    <a:lnTo>
                      <a:pt x="22" y="248"/>
                    </a:lnTo>
                    <a:lnTo>
                      <a:pt x="23" y="239"/>
                    </a:lnTo>
                    <a:cubicBezTo>
                      <a:pt x="32" y="195"/>
                      <a:pt x="72" y="163"/>
                      <a:pt x="117" y="163"/>
                    </a:cubicBezTo>
                    <a:cubicBezTo>
                      <a:pt x="163" y="163"/>
                      <a:pt x="203" y="195"/>
                      <a:pt x="212" y="239"/>
                    </a:cubicBezTo>
                    <a:lnTo>
                      <a:pt x="213" y="248"/>
                    </a:lnTo>
                    <a:lnTo>
                      <a:pt x="204" y="248"/>
                    </a:lnTo>
                    <a:close/>
                  </a:path>
                </a:pathLst>
              </a:custGeom>
              <a:solidFill>
                <a:srgbClr val="5D5B5C"/>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eaLnBrk="0" hangingPunct="0">
                  <a:buFontTx/>
                  <a:buNone/>
                  <a:defRPr/>
                </a:pPr>
                <a:endParaRPr kumimoji="1" lang="zh-CN" altLang="en-US" sz="2400">
                  <a:solidFill>
                    <a:srgbClr val="FF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5 0 E" pathEditMode="relative" ptsTypes="">
                                      <p:cBhvr>
                                        <p:cTn id="6" dur="2000" fill="hold"/>
                                        <p:tgtEl>
                                          <p:spTgt spid="4"/>
                                        </p:tgtEl>
                                        <p:attrNameLst>
                                          <p:attrName>ppt_x</p:attrName>
                                          <p:attrName>ppt_y</p:attrName>
                                        </p:attrNameLst>
                                      </p:cBhvr>
                                    </p:animMotion>
                                  </p:childTnLst>
                                </p:cTn>
                              </p:par>
                              <p:par>
                                <p:cTn id="7" presetID="35" presetClass="path" presetSubtype="0" accel="50000" decel="50000" fill="hold" nodeType="withEffect">
                                  <p:stCondLst>
                                    <p:cond delay="0"/>
                                  </p:stCondLst>
                                  <p:childTnLst>
                                    <p:animMotion origin="layout" path="M -1.04167E-6 -4.44444E-6 L -0.25 -4.44444E-6 " pathEditMode="relative" rAng="0" ptsTypes="AA">
                                      <p:cBhvr>
                                        <p:cTn id="8" dur="2000" fill="hold"/>
                                        <p:tgtEl>
                                          <p:spTgt spid="29"/>
                                        </p:tgtEl>
                                        <p:attrNameLst>
                                          <p:attrName>ppt_x</p:attrName>
                                          <p:attrName>ppt_y</p:attrName>
                                        </p:attrNameLst>
                                      </p:cBhvr>
                                      <p:rCtr x="-12500" y="0"/>
                                    </p:animMotion>
                                  </p:childTnLst>
                                </p:cTn>
                              </p:par>
                            </p:childTnLst>
                          </p:cTn>
                        </p:par>
                        <p:par>
                          <p:cTn id="9" fill="hold">
                            <p:stCondLst>
                              <p:cond delay="2000"/>
                            </p:stCondLst>
                            <p:childTnLst>
                              <p:par>
                                <p:cTn id="10" presetID="10"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30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典型应用场景 </a:t>
            </a:r>
            <a:r>
              <a:rPr lang="en-US" altLang="zh-CN" dirty="0"/>
              <a:t>- </a:t>
            </a:r>
            <a:r>
              <a:rPr lang="zh-CN" altLang="en-US" dirty="0"/>
              <a:t>跨设备信息流转</a:t>
            </a:r>
            <a:endParaRPr lang="zh-CN" altLang="en-US" dirty="0"/>
          </a:p>
        </p:txBody>
      </p:sp>
      <p:sp>
        <p:nvSpPr>
          <p:cNvPr id="3" name="文本占位符 2"/>
          <p:cNvSpPr>
            <a:spLocks noGrp="1"/>
          </p:cNvSpPr>
          <p:nvPr>
            <p:ph type="body" sz="quarter" idx="10"/>
          </p:nvPr>
        </p:nvSpPr>
        <p:spPr/>
        <p:txBody>
          <a:bodyPr/>
          <a:lstStyle/>
          <a:p>
            <a:r>
              <a:rPr lang="zh-CN" altLang="en-US" dirty="0"/>
              <a:t>手机到手表跨设备业务流转，开创新的生活方式。</a:t>
            </a:r>
            <a:endParaRPr lang="zh-CN" altLang="en-US" dirty="0"/>
          </a:p>
        </p:txBody>
      </p:sp>
      <p:grpSp>
        <p:nvGrpSpPr>
          <p:cNvPr id="4" name="组合 3"/>
          <p:cNvGrpSpPr/>
          <p:nvPr/>
        </p:nvGrpSpPr>
        <p:grpSpPr>
          <a:xfrm>
            <a:off x="1973680" y="1870681"/>
            <a:ext cx="9267426" cy="3369182"/>
            <a:chOff x="2128135" y="2585731"/>
            <a:chExt cx="9267426" cy="2498713"/>
          </a:xfrm>
        </p:grpSpPr>
        <p:sp>
          <p:nvSpPr>
            <p:cNvPr id="37" name="矩形 36"/>
            <p:cNvSpPr/>
            <p:nvPr/>
          </p:nvSpPr>
          <p:spPr>
            <a:xfrm>
              <a:off x="2712074" y="2585731"/>
              <a:ext cx="2895344" cy="273911"/>
            </a:xfrm>
            <a:prstGeom prst="rect">
              <a:avLst/>
            </a:prstGeom>
            <a:ln>
              <a:solidFill>
                <a:schemeClr val="bg2"/>
              </a:solidFill>
            </a:ln>
          </p:spPr>
          <p:txBody>
            <a:bodyPr wrap="none">
              <a:spAutoFit/>
            </a:bodyPr>
            <a:lstStyle/>
            <a:p>
              <a:pPr algn="l" defTabSz="1828165" hangingPunct="1"/>
              <a:r>
                <a:rPr lang="zh-CN" altLang="en-US"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腕上信息中心：手机</a:t>
              </a:r>
              <a:r>
                <a:rPr lang="en-US" altLang="zh-CN"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a:t>
              </a:r>
              <a:r>
                <a:rPr lang="zh-CN" altLang="en-US"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手表</a:t>
              </a:r>
              <a:endParaRPr lang="zh-CN" altLang="en-US"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grpSp>
          <p:nvGrpSpPr>
            <p:cNvPr id="39" name="组合 38"/>
            <p:cNvGrpSpPr/>
            <p:nvPr/>
          </p:nvGrpSpPr>
          <p:grpSpPr>
            <a:xfrm>
              <a:off x="2841941" y="4393951"/>
              <a:ext cx="3184990" cy="619229"/>
              <a:chOff x="7622881" y="5280968"/>
              <a:chExt cx="3828416" cy="1265160"/>
            </a:xfrm>
          </p:grpSpPr>
          <p:sp>
            <p:nvSpPr>
              <p:cNvPr id="47" name="圆角右箭头 46"/>
              <p:cNvSpPr/>
              <p:nvPr/>
            </p:nvSpPr>
            <p:spPr>
              <a:xfrm>
                <a:off x="8090863" y="5280968"/>
                <a:ext cx="494295" cy="676251"/>
              </a:xfrm>
              <a:prstGeom prst="bentArrow">
                <a:avLst/>
              </a:prstGeom>
              <a:solidFill>
                <a:schemeClr val="tx1">
                  <a:lumMod val="8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200" b="0" kern="1200">
                  <a:solidFill>
                    <a:schemeClr val="bg2"/>
                  </a:solidFill>
                  <a:latin typeface="微软雅黑" panose="020B0503020204020204" pitchFamily="34" charset="-122"/>
                  <a:ea typeface="微软雅黑" panose="020B0503020204020204" pitchFamily="34" charset="-122"/>
                </a:endParaRPr>
              </a:p>
            </p:txBody>
          </p:sp>
          <p:sp>
            <p:nvSpPr>
              <p:cNvPr id="48" name="上箭头 47"/>
              <p:cNvSpPr/>
              <p:nvPr/>
            </p:nvSpPr>
            <p:spPr>
              <a:xfrm>
                <a:off x="9350558" y="5350246"/>
                <a:ext cx="267012" cy="606973"/>
              </a:xfrm>
              <a:prstGeom prst="upArrow">
                <a:avLst/>
              </a:prstGeom>
              <a:solidFill>
                <a:schemeClr val="tx1">
                  <a:lumMod val="8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200" b="0" kern="1200">
                  <a:solidFill>
                    <a:schemeClr val="bg2"/>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7622881" y="6079767"/>
                <a:ext cx="1250904" cy="466361"/>
              </a:xfrm>
              <a:prstGeom prst="rect">
                <a:avLst/>
              </a:prstGeom>
              <a:noFill/>
              <a:ln>
                <a:solidFill>
                  <a:schemeClr val="bg2"/>
                </a:solidFill>
              </a:ln>
            </p:spPr>
            <p:txBody>
              <a:bodyPr wrap="none" rtlCol="0">
                <a:spAutoFit/>
              </a:bodyPr>
              <a:lstStyle/>
              <a:p>
                <a:pPr algn="l" defTabSz="1958975" hangingPunct="1"/>
                <a:r>
                  <a:rPr lang="en-US" altLang="zh-CN"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180</a:t>
                </a:r>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米右转</a:t>
                </a:r>
                <a:endPar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0" name="文本框 49"/>
              <p:cNvSpPr txBox="1"/>
              <p:nvPr/>
            </p:nvSpPr>
            <p:spPr>
              <a:xfrm>
                <a:off x="8874341" y="6079767"/>
                <a:ext cx="1250904" cy="466361"/>
              </a:xfrm>
              <a:prstGeom prst="rect">
                <a:avLst/>
              </a:prstGeom>
              <a:noFill/>
              <a:ln>
                <a:solidFill>
                  <a:schemeClr val="bg2"/>
                </a:solidFill>
              </a:ln>
            </p:spPr>
            <p:txBody>
              <a:bodyPr wrap="none" rtlCol="0">
                <a:spAutoFit/>
              </a:bodyPr>
              <a:lstStyle/>
              <a:p>
                <a:pPr algn="l" defTabSz="1958975" hangingPunct="1"/>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直行</a:t>
                </a:r>
                <a:r>
                  <a:rPr lang="en-US" altLang="zh-CN"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500</a:t>
                </a:r>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米</a:t>
                </a:r>
                <a:endPar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1" name="圆角右箭头 50"/>
              <p:cNvSpPr/>
              <p:nvPr/>
            </p:nvSpPr>
            <p:spPr>
              <a:xfrm flipH="1">
                <a:off x="10382969" y="5280968"/>
                <a:ext cx="494295" cy="676251"/>
              </a:xfrm>
              <a:prstGeom prst="bentArrow">
                <a:avLst/>
              </a:prstGeom>
              <a:solidFill>
                <a:schemeClr val="tx1">
                  <a:lumMod val="8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200" b="0" kern="1200">
                  <a:solidFill>
                    <a:schemeClr val="bg2"/>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0200393" y="6079767"/>
                <a:ext cx="1250904" cy="466361"/>
              </a:xfrm>
              <a:prstGeom prst="rect">
                <a:avLst/>
              </a:prstGeom>
              <a:noFill/>
              <a:ln>
                <a:solidFill>
                  <a:schemeClr val="bg2"/>
                </a:solidFill>
              </a:ln>
            </p:spPr>
            <p:txBody>
              <a:bodyPr wrap="none" rtlCol="0">
                <a:spAutoFit/>
              </a:bodyPr>
              <a:lstStyle/>
              <a:p>
                <a:pPr algn="l" defTabSz="1958975" hangingPunct="1"/>
                <a:r>
                  <a:rPr lang="en-US" altLang="zh-CN"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180</a:t>
                </a:r>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米左转</a:t>
                </a:r>
                <a:endPar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grpSp>
        <p:sp>
          <p:nvSpPr>
            <p:cNvPr id="40" name="文本框 39"/>
            <p:cNvSpPr txBox="1"/>
            <p:nvPr/>
          </p:nvSpPr>
          <p:spPr>
            <a:xfrm>
              <a:off x="2128135" y="4769850"/>
              <a:ext cx="800219" cy="251084"/>
            </a:xfrm>
            <a:prstGeom prst="rect">
              <a:avLst/>
            </a:prstGeom>
            <a:noFill/>
            <a:ln>
              <a:solidFill>
                <a:schemeClr val="bg2"/>
              </a:solidFill>
            </a:ln>
          </p:spPr>
          <p:txBody>
            <a:bodyPr wrap="none" rtlCol="0">
              <a:spAutoFit/>
            </a:bodyPr>
            <a:lstStyle/>
            <a:p>
              <a:pPr algn="l" defTabSz="1958975" hangingPunct="1"/>
              <a:r>
                <a:rPr lang="zh-CN" altLang="en-US" sz="16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提示：</a:t>
              </a:r>
              <a:endParaRPr lang="zh-CN" altLang="en-US" sz="16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41" name="右箭头 40"/>
            <p:cNvSpPr/>
            <p:nvPr/>
          </p:nvSpPr>
          <p:spPr>
            <a:xfrm>
              <a:off x="2307548" y="3464209"/>
              <a:ext cx="328587" cy="269957"/>
            </a:xfrm>
            <a:prstGeom prst="rightArrow">
              <a:avLst/>
            </a:prstGeom>
            <a:solidFill>
              <a:srgbClr val="FCC800"/>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400" b="0" kern="1200" dirty="0">
                <a:solidFill>
                  <a:schemeClr val="bg2"/>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6161748" y="2585731"/>
              <a:ext cx="5233813" cy="2498713"/>
              <a:chOff x="668953" y="1390026"/>
              <a:chExt cx="6192844" cy="3958561"/>
            </a:xfrm>
          </p:grpSpPr>
          <p:sp>
            <p:nvSpPr>
              <p:cNvPr id="26" name="矩形 25"/>
              <p:cNvSpPr/>
              <p:nvPr/>
            </p:nvSpPr>
            <p:spPr>
              <a:xfrm>
                <a:off x="1379777" y="1390026"/>
                <a:ext cx="4315447" cy="433940"/>
              </a:xfrm>
              <a:prstGeom prst="rect">
                <a:avLst/>
              </a:prstGeom>
              <a:ln>
                <a:solidFill>
                  <a:schemeClr val="bg2"/>
                </a:solidFill>
              </a:ln>
            </p:spPr>
            <p:txBody>
              <a:bodyPr wrap="none">
                <a:spAutoFit/>
              </a:bodyPr>
              <a:lstStyle/>
              <a:p>
                <a:pPr algn="l" defTabSz="1828165" hangingPunct="1"/>
                <a:r>
                  <a:rPr lang="zh-CN" altLang="en-US"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应用在手机到手表跨</a:t>
                </a:r>
                <a:r>
                  <a:rPr lang="zh-CN" altLang="en-US" kern="120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设备业务流转</a:t>
                </a:r>
                <a:endParaRPr lang="zh-CN" altLang="en-US"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27" name="文本框 26"/>
              <p:cNvSpPr txBox="1"/>
              <p:nvPr/>
            </p:nvSpPr>
            <p:spPr>
              <a:xfrm>
                <a:off x="668953" y="4864754"/>
                <a:ext cx="2767713" cy="361617"/>
              </a:xfrm>
              <a:prstGeom prst="rect">
                <a:avLst/>
              </a:prstGeom>
              <a:noFill/>
              <a:ln>
                <a:solidFill>
                  <a:schemeClr val="bg2"/>
                </a:solidFill>
              </a:ln>
            </p:spPr>
            <p:txBody>
              <a:bodyPr wrap="none" rtlCol="0">
                <a:spAutoFit/>
              </a:bodyPr>
              <a:lstStyle/>
              <a:p>
                <a:pPr algn="l" defTabSz="1958340" hangingPunct="1"/>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音乐听一半，手机留在家里</a:t>
                </a:r>
                <a:endPar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28" name="文本框 27"/>
              <p:cNvSpPr txBox="1"/>
              <p:nvPr/>
            </p:nvSpPr>
            <p:spPr>
              <a:xfrm>
                <a:off x="3580405" y="4733839"/>
                <a:ext cx="3281392" cy="614748"/>
              </a:xfrm>
              <a:prstGeom prst="rect">
                <a:avLst/>
              </a:prstGeom>
              <a:noFill/>
              <a:ln>
                <a:solidFill>
                  <a:schemeClr val="bg2"/>
                </a:solidFill>
              </a:ln>
            </p:spPr>
            <p:txBody>
              <a:bodyPr wrap="square" rtlCol="0">
                <a:spAutoFit/>
              </a:bodyPr>
              <a:lstStyle/>
              <a:p>
                <a:pPr algn="l" defTabSz="1958340" hangingPunct="1"/>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戴手表外出运动、活动，</a:t>
                </a:r>
                <a:endParaRPr lang="en-US" altLang="zh-CN"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a:p>
                <a:pPr algn="l" defTabSz="1958340" hangingPunct="1"/>
                <a:r>
                  <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音乐可以跟人走，无缝</a:t>
                </a:r>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流转</a:t>
                </a:r>
                <a:endParaRPr lang="zh-CN" altLang="en-US" sz="1400" b="0" kern="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34" name="右箭头 33"/>
              <p:cNvSpPr/>
              <p:nvPr/>
            </p:nvSpPr>
            <p:spPr>
              <a:xfrm>
                <a:off x="2690172" y="2781747"/>
                <a:ext cx="425196" cy="427677"/>
              </a:xfrm>
              <a:prstGeom prst="rightArrow">
                <a:avLst/>
              </a:prstGeom>
              <a:solidFill>
                <a:srgbClr val="FCC800"/>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400" b="0" kern="1200" dirty="0">
                  <a:solidFill>
                    <a:schemeClr val="bg2"/>
                  </a:solidFill>
                  <a:latin typeface="微软雅黑" panose="020B0503020204020204" pitchFamily="34" charset="-122"/>
                  <a:ea typeface="微软雅黑" panose="020B0503020204020204" pitchFamily="34" charset="-122"/>
                </a:endParaRPr>
              </a:p>
            </p:txBody>
          </p:sp>
        </p:grpSp>
      </p:grpSp>
      <p:grpSp>
        <p:nvGrpSpPr>
          <p:cNvPr id="53" name="组合 111"/>
          <p:cNvGrpSpPr/>
          <p:nvPr/>
        </p:nvGrpSpPr>
        <p:grpSpPr bwMode="auto">
          <a:xfrm>
            <a:off x="775076" y="2325634"/>
            <a:ext cx="1243114" cy="2499760"/>
            <a:chOff x="8974142" y="3460751"/>
            <a:chExt cx="392113" cy="842965"/>
          </a:xfrm>
        </p:grpSpPr>
        <p:sp>
          <p:nvSpPr>
            <p:cNvPr id="54" name="Freeform 1442"/>
            <p:cNvSpPr/>
            <p:nvPr/>
          </p:nvSpPr>
          <p:spPr bwMode="auto">
            <a:xfrm>
              <a:off x="8974142" y="3460751"/>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5" name="Freeform 1443"/>
            <p:cNvSpPr>
              <a:spLocks noEditPoints="1"/>
            </p:cNvSpPr>
            <p:nvPr/>
          </p:nvSpPr>
          <p:spPr bwMode="auto">
            <a:xfrm>
              <a:off x="8999537"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6" name="Oval 1444"/>
            <p:cNvSpPr>
              <a:spLocks noChangeArrowheads="1"/>
            </p:cNvSpPr>
            <p:nvPr/>
          </p:nvSpPr>
          <p:spPr bwMode="auto">
            <a:xfrm>
              <a:off x="9161463" y="3481390"/>
              <a:ext cx="17463" cy="19050"/>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7" name="Oval 1445"/>
            <p:cNvSpPr>
              <a:spLocks noChangeArrowheads="1"/>
            </p:cNvSpPr>
            <p:nvPr/>
          </p:nvSpPr>
          <p:spPr bwMode="auto">
            <a:xfrm>
              <a:off x="9191626" y="4260853"/>
              <a:ext cx="42863" cy="42863"/>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58" name="Oval 1446"/>
            <p:cNvSpPr>
              <a:spLocks noChangeArrowheads="1"/>
            </p:cNvSpPr>
            <p:nvPr/>
          </p:nvSpPr>
          <p:spPr bwMode="auto">
            <a:xfrm>
              <a:off x="9263063" y="4260853"/>
              <a:ext cx="42863" cy="42863"/>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6" name="椭圆 5"/>
          <p:cNvSpPr/>
          <p:nvPr/>
        </p:nvSpPr>
        <p:spPr>
          <a:xfrm>
            <a:off x="972456" y="2583026"/>
            <a:ext cx="108000" cy="108000"/>
          </a:xfrm>
          <a:prstGeom prst="ellipse">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091462" y="2502310"/>
            <a:ext cx="492443" cy="276999"/>
          </a:xfrm>
          <a:prstGeom prst="rect">
            <a:avLst/>
          </a:prstGeom>
          <a:noFill/>
          <a:ln>
            <a:solidFill>
              <a:schemeClr val="bg2"/>
            </a:solidFill>
          </a:ln>
        </p:spPr>
        <p:txBody>
          <a:bodyPr wrap="none" rtlCol="0">
            <a:spAutoFit/>
          </a:bodyPr>
          <a:lstStyle/>
          <a:p>
            <a:r>
              <a:rPr lang="zh-CN" altLang="en-US" sz="1200" dirty="0">
                <a:solidFill>
                  <a:schemeClr val="bg2"/>
                </a:solidFill>
                <a:latin typeface="微软雅黑" panose="020B0503020204020204" pitchFamily="34" charset="-122"/>
                <a:ea typeface="微软雅黑" panose="020B0503020204020204" pitchFamily="34" charset="-122"/>
              </a:rPr>
              <a:t>起点</a:t>
            </a: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59" name="椭圆 58"/>
          <p:cNvSpPr/>
          <p:nvPr/>
        </p:nvSpPr>
        <p:spPr>
          <a:xfrm>
            <a:off x="1647897" y="4303897"/>
            <a:ext cx="108000" cy="108000"/>
          </a:xfrm>
          <a:prstGeom prst="ellipse">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175527" y="4238172"/>
            <a:ext cx="497326" cy="276999"/>
          </a:xfrm>
          <a:prstGeom prst="rect">
            <a:avLst/>
          </a:prstGeom>
          <a:noFill/>
          <a:ln>
            <a:solidFill>
              <a:schemeClr val="bg2"/>
            </a:solidFill>
          </a:ln>
        </p:spPr>
        <p:txBody>
          <a:bodyPr wrap="square" rtlCol="0">
            <a:spAutoFit/>
          </a:bodyPr>
          <a:lstStyle/>
          <a:p>
            <a:r>
              <a:rPr lang="zh-CN" altLang="en-US" sz="1200" dirty="0">
                <a:solidFill>
                  <a:schemeClr val="bg2"/>
                </a:solidFill>
                <a:latin typeface="微软雅黑" panose="020B0503020204020204" pitchFamily="34" charset="-122"/>
                <a:ea typeface="微软雅黑" panose="020B0503020204020204" pitchFamily="34" charset="-122"/>
              </a:rPr>
              <a:t>终点</a:t>
            </a: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2" name="任意多边形 11"/>
          <p:cNvSpPr/>
          <p:nvPr/>
        </p:nvSpPr>
        <p:spPr>
          <a:xfrm>
            <a:off x="953383" y="2670629"/>
            <a:ext cx="771986" cy="1703531"/>
          </a:xfrm>
          <a:custGeom>
            <a:avLst/>
            <a:gdLst>
              <a:gd name="connsiteX0" fmla="*/ 91646 w 771986"/>
              <a:gd name="connsiteY0" fmla="*/ 0 h 1703531"/>
              <a:gd name="connsiteX1" fmla="*/ 62617 w 771986"/>
              <a:gd name="connsiteY1" fmla="*/ 362857 h 1703531"/>
              <a:gd name="connsiteX2" fmla="*/ 294846 w 771986"/>
              <a:gd name="connsiteY2" fmla="*/ 348342 h 1703531"/>
              <a:gd name="connsiteX3" fmla="*/ 701246 w 771986"/>
              <a:gd name="connsiteY3" fmla="*/ 333828 h 1703531"/>
              <a:gd name="connsiteX4" fmla="*/ 672217 w 771986"/>
              <a:gd name="connsiteY4" fmla="*/ 856342 h 1703531"/>
              <a:gd name="connsiteX5" fmla="*/ 77131 w 771986"/>
              <a:gd name="connsiteY5" fmla="*/ 798285 h 1703531"/>
              <a:gd name="connsiteX6" fmla="*/ 77131 w 771986"/>
              <a:gd name="connsiteY6" fmla="*/ 1364342 h 1703531"/>
              <a:gd name="connsiteX7" fmla="*/ 715760 w 771986"/>
              <a:gd name="connsiteY7" fmla="*/ 1277257 h 1703531"/>
              <a:gd name="connsiteX8" fmla="*/ 744788 w 771986"/>
              <a:gd name="connsiteY8" fmla="*/ 1669142 h 1703531"/>
              <a:gd name="connsiteX9" fmla="*/ 759303 w 771986"/>
              <a:gd name="connsiteY9" fmla="*/ 1683657 h 1703531"/>
              <a:gd name="connsiteX10" fmla="*/ 759303 w 771986"/>
              <a:gd name="connsiteY10" fmla="*/ 1683657 h 1703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1986" h="1703531">
                <a:moveTo>
                  <a:pt x="91646" y="0"/>
                </a:moveTo>
                <a:cubicBezTo>
                  <a:pt x="60198" y="152400"/>
                  <a:pt x="28750" y="304800"/>
                  <a:pt x="62617" y="362857"/>
                </a:cubicBezTo>
                <a:cubicBezTo>
                  <a:pt x="96484" y="420914"/>
                  <a:pt x="294846" y="348342"/>
                  <a:pt x="294846" y="348342"/>
                </a:cubicBezTo>
                <a:cubicBezTo>
                  <a:pt x="401284" y="343504"/>
                  <a:pt x="638351" y="249161"/>
                  <a:pt x="701246" y="333828"/>
                </a:cubicBezTo>
                <a:cubicBezTo>
                  <a:pt x="764141" y="418495"/>
                  <a:pt x="776236" y="778933"/>
                  <a:pt x="672217" y="856342"/>
                </a:cubicBezTo>
                <a:cubicBezTo>
                  <a:pt x="568198" y="933751"/>
                  <a:pt x="176312" y="713618"/>
                  <a:pt x="77131" y="798285"/>
                </a:cubicBezTo>
                <a:cubicBezTo>
                  <a:pt x="-22050" y="882952"/>
                  <a:pt x="-29307" y="1284513"/>
                  <a:pt x="77131" y="1364342"/>
                </a:cubicBezTo>
                <a:cubicBezTo>
                  <a:pt x="183569" y="1444171"/>
                  <a:pt x="604484" y="1226457"/>
                  <a:pt x="715760" y="1277257"/>
                </a:cubicBezTo>
                <a:cubicBezTo>
                  <a:pt x="827036" y="1328057"/>
                  <a:pt x="737531" y="1601409"/>
                  <a:pt x="744788" y="1669142"/>
                </a:cubicBezTo>
                <a:cubicBezTo>
                  <a:pt x="752045" y="1736875"/>
                  <a:pt x="759303" y="1683657"/>
                  <a:pt x="759303" y="1683657"/>
                </a:cubicBezTo>
                <a:lnTo>
                  <a:pt x="759303" y="1683657"/>
                </a:lnTo>
              </a:path>
            </a:pathLst>
          </a:cu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grpSp>
        <p:nvGrpSpPr>
          <p:cNvPr id="61" name="组合 116"/>
          <p:cNvGrpSpPr/>
          <p:nvPr/>
        </p:nvGrpSpPr>
        <p:grpSpPr bwMode="auto">
          <a:xfrm>
            <a:off x="3543186" y="2386838"/>
            <a:ext cx="1410491" cy="1864935"/>
            <a:chOff x="862013" y="1049338"/>
            <a:chExt cx="546100" cy="838199"/>
          </a:xfrm>
        </p:grpSpPr>
        <p:sp>
          <p:nvSpPr>
            <p:cNvPr id="62"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3"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4"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5"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6"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7" name="Line 1021"/>
            <p:cNvSpPr>
              <a:spLocks noChangeShapeType="1"/>
            </p:cNvSpPr>
            <p:nvPr/>
          </p:nvSpPr>
          <p:spPr bwMode="auto">
            <a:xfrm>
              <a:off x="1074738" y="1166813"/>
              <a:ext cx="0" cy="0"/>
            </a:xfrm>
            <a:prstGeom prst="line">
              <a:avLst/>
            </a:prstGeom>
            <a:noFill/>
            <a:ln w="23813">
              <a:solidFill>
                <a:schemeClr val="bg2"/>
              </a:solidFill>
              <a:round/>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8" name="Rectangle 1022"/>
            <p:cNvSpPr>
              <a:spLocks noChangeArrowheads="1"/>
            </p:cNvSpPr>
            <p:nvPr/>
          </p:nvSpPr>
          <p:spPr bwMode="auto">
            <a:xfrm>
              <a:off x="1068388" y="1065213"/>
              <a:ext cx="6350" cy="98425"/>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69"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0" name="Rectangle 1024"/>
            <p:cNvSpPr>
              <a:spLocks noChangeArrowheads="1"/>
            </p:cNvSpPr>
            <p:nvPr/>
          </p:nvSpPr>
          <p:spPr bwMode="auto">
            <a:xfrm>
              <a:off x="1184275" y="1065213"/>
              <a:ext cx="6350" cy="98425"/>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1"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2"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3"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4" name="Line 1028"/>
            <p:cNvSpPr>
              <a:spLocks noChangeShapeType="1"/>
            </p:cNvSpPr>
            <p:nvPr/>
          </p:nvSpPr>
          <p:spPr bwMode="auto">
            <a:xfrm>
              <a:off x="1074738" y="1760538"/>
              <a:ext cx="0" cy="0"/>
            </a:xfrm>
            <a:prstGeom prst="line">
              <a:avLst/>
            </a:prstGeom>
            <a:noFill/>
            <a:ln w="6350">
              <a:solidFill>
                <a:schemeClr val="bg2"/>
              </a:solidFill>
              <a:miter lim="800000"/>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5" name="Rectangle 1029"/>
            <p:cNvSpPr>
              <a:spLocks noChangeArrowheads="1"/>
            </p:cNvSpPr>
            <p:nvPr/>
          </p:nvSpPr>
          <p:spPr bwMode="auto">
            <a:xfrm>
              <a:off x="1068388" y="1760538"/>
              <a:ext cx="6350" cy="100012"/>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6"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7"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8" name="Rectangle 1032"/>
            <p:cNvSpPr>
              <a:spLocks noChangeArrowheads="1"/>
            </p:cNvSpPr>
            <p:nvPr/>
          </p:nvSpPr>
          <p:spPr bwMode="auto">
            <a:xfrm>
              <a:off x="1184275" y="1760538"/>
              <a:ext cx="6350" cy="100012"/>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79" name="Oval 1033"/>
            <p:cNvSpPr>
              <a:spLocks noChangeArrowheads="1"/>
            </p:cNvSpPr>
            <p:nvPr/>
          </p:nvSpPr>
          <p:spPr bwMode="auto">
            <a:xfrm>
              <a:off x="1049338" y="1844675"/>
              <a:ext cx="44450" cy="42862"/>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0" name="Oval 1034"/>
            <p:cNvSpPr>
              <a:spLocks noChangeArrowheads="1"/>
            </p:cNvSpPr>
            <p:nvPr/>
          </p:nvSpPr>
          <p:spPr bwMode="auto">
            <a:xfrm>
              <a:off x="1166813" y="1844675"/>
              <a:ext cx="42863" cy="42862"/>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3739644" y="3004248"/>
            <a:ext cx="1091788" cy="646331"/>
            <a:chOff x="3628880" y="3004248"/>
            <a:chExt cx="1138852" cy="646331"/>
          </a:xfrm>
        </p:grpSpPr>
        <p:sp>
          <p:nvSpPr>
            <p:cNvPr id="81" name="圆角右箭头 80"/>
            <p:cNvSpPr/>
            <p:nvPr/>
          </p:nvSpPr>
          <p:spPr>
            <a:xfrm flipH="1">
              <a:off x="3628880" y="3096043"/>
              <a:ext cx="411221" cy="446294"/>
            </a:xfrm>
            <a:prstGeom prst="bentArrow">
              <a:avLst/>
            </a:prstGeom>
            <a:solidFill>
              <a:schemeClr val="tx1">
                <a:lumMod val="8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22" tIns="90012" rIns="180022" bIns="90012" numCol="1" spcCol="0" rtlCol="0" fromWordArt="0" anchor="ctr" anchorCtr="0" forceAA="0" compatLnSpc="1">
              <a:noAutofit/>
            </a:bodyPr>
            <a:lstStyle/>
            <a:p>
              <a:pPr defTabSz="1958975" hangingPunct="1"/>
              <a:endParaRPr lang="zh-CN" altLang="en-US" sz="2200" b="0" kern="1200">
                <a:solidFill>
                  <a:schemeClr val="bg2"/>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4053409" y="3004248"/>
              <a:ext cx="714323" cy="646331"/>
            </a:xfrm>
            <a:prstGeom prst="rect">
              <a:avLst/>
            </a:prstGeom>
            <a:noFill/>
            <a:ln>
              <a:solidFill>
                <a:schemeClr val="bg2"/>
              </a:solidFill>
            </a:ln>
          </p:spPr>
          <p:txBody>
            <a:bodyPr wrap="none" rtlCol="0">
              <a:spAutoFit/>
            </a:bodyPr>
            <a:lstStyle/>
            <a:p>
              <a:r>
                <a:rPr lang="en-US" altLang="zh-CN" dirty="0">
                  <a:solidFill>
                    <a:schemeClr val="bg2"/>
                  </a:solidFill>
                  <a:latin typeface="微软雅黑" panose="020B0503020204020204" pitchFamily="34" charset="-122"/>
                  <a:ea typeface="微软雅黑" panose="020B0503020204020204" pitchFamily="34" charset="-122"/>
                </a:rPr>
                <a:t>35</a:t>
              </a:r>
              <a:r>
                <a:rPr lang="zh-CN" altLang="en-US" dirty="0">
                  <a:solidFill>
                    <a:schemeClr val="bg2"/>
                  </a:solidFill>
                  <a:latin typeface="微软雅黑" panose="020B0503020204020204" pitchFamily="34" charset="-122"/>
                  <a:ea typeface="微软雅黑" panose="020B0503020204020204" pitchFamily="34" charset="-122"/>
                </a:rPr>
                <a:t>米</a:t>
              </a:r>
              <a:endParaRPr lang="en-US" altLang="zh-CN" dirty="0">
                <a:solidFill>
                  <a:schemeClr val="bg2"/>
                </a:solidFill>
                <a:latin typeface="微软雅黑" panose="020B0503020204020204" pitchFamily="34" charset="-122"/>
                <a:ea typeface="微软雅黑" panose="020B0503020204020204" pitchFamily="34" charset="-122"/>
              </a:endParaRPr>
            </a:p>
            <a:p>
              <a:r>
                <a:rPr lang="zh-CN" altLang="en-US" dirty="0">
                  <a:solidFill>
                    <a:schemeClr val="bg2"/>
                  </a:solidFill>
                  <a:latin typeface="微软雅黑" panose="020B0503020204020204" pitchFamily="34" charset="-122"/>
                  <a:ea typeface="微软雅黑" panose="020B0503020204020204" pitchFamily="34" charset="-122"/>
                </a:rPr>
                <a:t>左转</a:t>
              </a:r>
              <a:endParaRPr lang="zh-CN" altLang="en-US" dirty="0">
                <a:solidFill>
                  <a:schemeClr val="bg2"/>
                </a:solidFill>
                <a:latin typeface="微软雅黑" panose="020B0503020204020204" pitchFamily="34" charset="-122"/>
                <a:ea typeface="微软雅黑" panose="020B0503020204020204" pitchFamily="34" charset="-122"/>
              </a:endParaRPr>
            </a:p>
          </p:txBody>
        </p:sp>
      </p:grpSp>
      <p:grpSp>
        <p:nvGrpSpPr>
          <p:cNvPr id="82" name="组合 111"/>
          <p:cNvGrpSpPr/>
          <p:nvPr/>
        </p:nvGrpSpPr>
        <p:grpSpPr bwMode="auto">
          <a:xfrm>
            <a:off x="6242575" y="2276827"/>
            <a:ext cx="1243114" cy="2499760"/>
            <a:chOff x="8974142" y="3460751"/>
            <a:chExt cx="392113" cy="842965"/>
          </a:xfrm>
        </p:grpSpPr>
        <p:sp>
          <p:nvSpPr>
            <p:cNvPr id="83" name="Freeform 1442"/>
            <p:cNvSpPr/>
            <p:nvPr/>
          </p:nvSpPr>
          <p:spPr bwMode="auto">
            <a:xfrm>
              <a:off x="8974142" y="3460751"/>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4" name="Freeform 1443"/>
            <p:cNvSpPr>
              <a:spLocks noEditPoints="1"/>
            </p:cNvSpPr>
            <p:nvPr/>
          </p:nvSpPr>
          <p:spPr bwMode="auto">
            <a:xfrm>
              <a:off x="8999537"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5" name="Oval 1444"/>
            <p:cNvSpPr>
              <a:spLocks noChangeArrowheads="1"/>
            </p:cNvSpPr>
            <p:nvPr/>
          </p:nvSpPr>
          <p:spPr bwMode="auto">
            <a:xfrm>
              <a:off x="9161463" y="3481390"/>
              <a:ext cx="17463" cy="19050"/>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6" name="Oval 1445"/>
            <p:cNvSpPr>
              <a:spLocks noChangeArrowheads="1"/>
            </p:cNvSpPr>
            <p:nvPr/>
          </p:nvSpPr>
          <p:spPr bwMode="auto">
            <a:xfrm>
              <a:off x="9191626" y="4260853"/>
              <a:ext cx="42863" cy="42863"/>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87" name="Oval 1446"/>
            <p:cNvSpPr>
              <a:spLocks noChangeArrowheads="1"/>
            </p:cNvSpPr>
            <p:nvPr/>
          </p:nvSpPr>
          <p:spPr bwMode="auto">
            <a:xfrm>
              <a:off x="9263063" y="4260853"/>
              <a:ext cx="42863" cy="42863"/>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88" name="组合 192"/>
          <p:cNvGrpSpPr/>
          <p:nvPr/>
        </p:nvGrpSpPr>
        <p:grpSpPr bwMode="auto">
          <a:xfrm>
            <a:off x="6499598" y="2705555"/>
            <a:ext cx="671569" cy="660251"/>
            <a:chOff x="3067050" y="1466850"/>
            <a:chExt cx="565150" cy="555626"/>
          </a:xfrm>
        </p:grpSpPr>
        <p:sp>
          <p:nvSpPr>
            <p:cNvPr id="89" name="Oval 34"/>
            <p:cNvSpPr>
              <a:spLocks noChangeArrowheads="1"/>
            </p:cNvSpPr>
            <p:nvPr/>
          </p:nvSpPr>
          <p:spPr bwMode="auto">
            <a:xfrm>
              <a:off x="3562350" y="1743075"/>
              <a:ext cx="69850" cy="71438"/>
            </a:xfrm>
            <a:prstGeom prst="ellipse">
              <a:avLst/>
            </a:prstGeom>
            <a:solidFill>
              <a:srgbClr val="595757"/>
            </a:solidFill>
            <a:ln w="9525">
              <a:solidFill>
                <a:srgbClr val="000000"/>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0" name="Oval 35"/>
            <p:cNvSpPr>
              <a:spLocks noChangeArrowheads="1"/>
            </p:cNvSpPr>
            <p:nvPr/>
          </p:nvSpPr>
          <p:spPr bwMode="auto">
            <a:xfrm>
              <a:off x="3562350" y="1636713"/>
              <a:ext cx="69850" cy="69850"/>
            </a:xfrm>
            <a:prstGeom prst="ellipse">
              <a:avLst/>
            </a:prstGeom>
            <a:solidFill>
              <a:srgbClr val="595757"/>
            </a:solidFill>
            <a:ln w="9525">
              <a:solidFill>
                <a:srgbClr val="000000"/>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1" name="Freeform 133"/>
            <p:cNvSpPr/>
            <p:nvPr/>
          </p:nvSpPr>
          <p:spPr bwMode="auto">
            <a:xfrm>
              <a:off x="3581400" y="1763713"/>
              <a:ext cx="31750" cy="193675"/>
            </a:xfrm>
            <a:custGeom>
              <a:avLst/>
              <a:gdLst>
                <a:gd name="T0" fmla="*/ 15875 w 18"/>
                <a:gd name="T1" fmla="*/ 193675 h 111"/>
                <a:gd name="T2" fmla="*/ 0 w 18"/>
                <a:gd name="T3" fmla="*/ 177972 h 111"/>
                <a:gd name="T4" fmla="*/ 0 w 18"/>
                <a:gd name="T5" fmla="*/ 15703 h 111"/>
                <a:gd name="T6" fmla="*/ 15875 w 18"/>
                <a:gd name="T7" fmla="*/ 0 h 111"/>
                <a:gd name="T8" fmla="*/ 31750 w 18"/>
                <a:gd name="T9" fmla="*/ 15703 h 111"/>
                <a:gd name="T10" fmla="*/ 31750 w 18"/>
                <a:gd name="T11" fmla="*/ 177972 h 111"/>
                <a:gd name="T12" fmla="*/ 15875 w 18"/>
                <a:gd name="T13" fmla="*/ 193675 h 111"/>
                <a:gd name="T14" fmla="*/ 0 60000 65536"/>
                <a:gd name="T15" fmla="*/ 0 60000 65536"/>
                <a:gd name="T16" fmla="*/ 0 60000 65536"/>
                <a:gd name="T17" fmla="*/ 0 60000 65536"/>
                <a:gd name="T18" fmla="*/ 0 60000 65536"/>
                <a:gd name="T19" fmla="*/ 0 60000 65536"/>
                <a:gd name="T20" fmla="*/ 0 60000 65536"/>
                <a:gd name="T21" fmla="*/ 0 w 18"/>
                <a:gd name="T22" fmla="*/ 0 h 111"/>
                <a:gd name="T23" fmla="*/ 18 w 18"/>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11">
                  <a:moveTo>
                    <a:pt x="9" y="111"/>
                  </a:moveTo>
                  <a:cubicBezTo>
                    <a:pt x="4" y="111"/>
                    <a:pt x="0" y="107"/>
                    <a:pt x="0" y="102"/>
                  </a:cubicBezTo>
                  <a:cubicBezTo>
                    <a:pt x="0" y="9"/>
                    <a:pt x="0" y="9"/>
                    <a:pt x="0" y="9"/>
                  </a:cubicBezTo>
                  <a:cubicBezTo>
                    <a:pt x="0" y="4"/>
                    <a:pt x="4" y="0"/>
                    <a:pt x="9" y="0"/>
                  </a:cubicBezTo>
                  <a:cubicBezTo>
                    <a:pt x="14" y="0"/>
                    <a:pt x="18" y="4"/>
                    <a:pt x="18" y="9"/>
                  </a:cubicBezTo>
                  <a:cubicBezTo>
                    <a:pt x="18" y="102"/>
                    <a:pt x="18" y="102"/>
                    <a:pt x="18" y="102"/>
                  </a:cubicBezTo>
                  <a:cubicBezTo>
                    <a:pt x="18" y="107"/>
                    <a:pt x="14" y="111"/>
                    <a:pt x="9" y="111"/>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2" name="Freeform 134"/>
            <p:cNvSpPr/>
            <p:nvPr/>
          </p:nvSpPr>
          <p:spPr bwMode="auto">
            <a:xfrm>
              <a:off x="3203575" y="1466850"/>
              <a:ext cx="409575" cy="490538"/>
            </a:xfrm>
            <a:custGeom>
              <a:avLst/>
              <a:gdLst>
                <a:gd name="T0" fmla="*/ 15619 w 236"/>
                <a:gd name="T1" fmla="*/ 490538 h 282"/>
                <a:gd name="T2" fmla="*/ 0 w 236"/>
                <a:gd name="T3" fmla="*/ 474883 h 282"/>
                <a:gd name="T4" fmla="*/ 0 w 236"/>
                <a:gd name="T5" fmla="*/ 55664 h 282"/>
                <a:gd name="T6" fmla="*/ 55536 w 236"/>
                <a:gd name="T7" fmla="*/ 0 h 282"/>
                <a:gd name="T8" fmla="*/ 354039 w 236"/>
                <a:gd name="T9" fmla="*/ 0 h 282"/>
                <a:gd name="T10" fmla="*/ 409575 w 236"/>
                <a:gd name="T11" fmla="*/ 55664 h 282"/>
                <a:gd name="T12" fmla="*/ 409575 w 236"/>
                <a:gd name="T13" fmla="*/ 205261 h 282"/>
                <a:gd name="T14" fmla="*/ 393956 w 236"/>
                <a:gd name="T15" fmla="*/ 220916 h 282"/>
                <a:gd name="T16" fmla="*/ 378336 w 236"/>
                <a:gd name="T17" fmla="*/ 205261 h 282"/>
                <a:gd name="T18" fmla="*/ 378336 w 236"/>
                <a:gd name="T19" fmla="*/ 55664 h 282"/>
                <a:gd name="T20" fmla="*/ 354039 w 236"/>
                <a:gd name="T21" fmla="*/ 31311 h 282"/>
                <a:gd name="T22" fmla="*/ 55536 w 236"/>
                <a:gd name="T23" fmla="*/ 31311 h 282"/>
                <a:gd name="T24" fmla="*/ 31239 w 236"/>
                <a:gd name="T25" fmla="*/ 55664 h 282"/>
                <a:gd name="T26" fmla="*/ 31239 w 236"/>
                <a:gd name="T27" fmla="*/ 474883 h 282"/>
                <a:gd name="T28" fmla="*/ 15619 w 236"/>
                <a:gd name="T29" fmla="*/ 490538 h 28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6"/>
                <a:gd name="T46" fmla="*/ 0 h 282"/>
                <a:gd name="T47" fmla="*/ 236 w 236"/>
                <a:gd name="T48" fmla="*/ 282 h 28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6" h="282">
                  <a:moveTo>
                    <a:pt x="9" y="282"/>
                  </a:moveTo>
                  <a:cubicBezTo>
                    <a:pt x="4" y="282"/>
                    <a:pt x="0" y="278"/>
                    <a:pt x="0" y="273"/>
                  </a:cubicBezTo>
                  <a:cubicBezTo>
                    <a:pt x="0" y="32"/>
                    <a:pt x="0" y="32"/>
                    <a:pt x="0" y="32"/>
                  </a:cubicBezTo>
                  <a:cubicBezTo>
                    <a:pt x="0" y="15"/>
                    <a:pt x="14" y="0"/>
                    <a:pt x="32" y="0"/>
                  </a:cubicBezTo>
                  <a:cubicBezTo>
                    <a:pt x="204" y="0"/>
                    <a:pt x="204" y="0"/>
                    <a:pt x="204" y="0"/>
                  </a:cubicBezTo>
                  <a:cubicBezTo>
                    <a:pt x="222" y="0"/>
                    <a:pt x="236" y="15"/>
                    <a:pt x="236" y="32"/>
                  </a:cubicBezTo>
                  <a:cubicBezTo>
                    <a:pt x="236" y="118"/>
                    <a:pt x="236" y="118"/>
                    <a:pt x="236" y="118"/>
                  </a:cubicBezTo>
                  <a:cubicBezTo>
                    <a:pt x="236" y="123"/>
                    <a:pt x="232" y="127"/>
                    <a:pt x="227" y="127"/>
                  </a:cubicBezTo>
                  <a:cubicBezTo>
                    <a:pt x="222" y="127"/>
                    <a:pt x="218" y="123"/>
                    <a:pt x="218" y="118"/>
                  </a:cubicBezTo>
                  <a:cubicBezTo>
                    <a:pt x="218" y="32"/>
                    <a:pt x="218" y="32"/>
                    <a:pt x="218" y="32"/>
                  </a:cubicBezTo>
                  <a:cubicBezTo>
                    <a:pt x="218" y="24"/>
                    <a:pt x="212" y="18"/>
                    <a:pt x="204" y="18"/>
                  </a:cubicBezTo>
                  <a:cubicBezTo>
                    <a:pt x="32" y="18"/>
                    <a:pt x="32" y="18"/>
                    <a:pt x="32" y="18"/>
                  </a:cubicBezTo>
                  <a:cubicBezTo>
                    <a:pt x="24" y="18"/>
                    <a:pt x="18" y="24"/>
                    <a:pt x="18" y="32"/>
                  </a:cubicBezTo>
                  <a:cubicBezTo>
                    <a:pt x="18" y="273"/>
                    <a:pt x="18" y="273"/>
                    <a:pt x="18" y="273"/>
                  </a:cubicBezTo>
                  <a:cubicBezTo>
                    <a:pt x="18" y="278"/>
                    <a:pt x="14" y="282"/>
                    <a:pt x="9" y="28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3" name="Freeform 135"/>
            <p:cNvSpPr>
              <a:spLocks noEditPoints="1"/>
            </p:cNvSpPr>
            <p:nvPr/>
          </p:nvSpPr>
          <p:spPr bwMode="auto">
            <a:xfrm>
              <a:off x="3067050" y="1855788"/>
              <a:ext cx="166688" cy="166688"/>
            </a:xfrm>
            <a:custGeom>
              <a:avLst/>
              <a:gdLst>
                <a:gd name="T0" fmla="*/ 83344 w 96"/>
                <a:gd name="T1" fmla="*/ 166688 h 96"/>
                <a:gd name="T2" fmla="*/ 0 w 96"/>
                <a:gd name="T3" fmla="*/ 83344 h 96"/>
                <a:gd name="T4" fmla="*/ 83344 w 96"/>
                <a:gd name="T5" fmla="*/ 0 h 96"/>
                <a:gd name="T6" fmla="*/ 166688 w 96"/>
                <a:gd name="T7" fmla="*/ 83344 h 96"/>
                <a:gd name="T8" fmla="*/ 83344 w 96"/>
                <a:gd name="T9" fmla="*/ 166688 h 96"/>
                <a:gd name="T10" fmla="*/ 83344 w 96"/>
                <a:gd name="T11" fmla="*/ 31254 h 96"/>
                <a:gd name="T12" fmla="*/ 31254 w 96"/>
                <a:gd name="T13" fmla="*/ 83344 h 96"/>
                <a:gd name="T14" fmla="*/ 83344 w 96"/>
                <a:gd name="T15" fmla="*/ 135434 h 96"/>
                <a:gd name="T16" fmla="*/ 135434 w 96"/>
                <a:gd name="T17" fmla="*/ 83344 h 96"/>
                <a:gd name="T18" fmla="*/ 83344 w 96"/>
                <a:gd name="T19" fmla="*/ 31254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96"/>
                <a:gd name="T32" fmla="*/ 96 w 9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96">
                  <a:moveTo>
                    <a:pt x="48" y="96"/>
                  </a:moveTo>
                  <a:cubicBezTo>
                    <a:pt x="21" y="96"/>
                    <a:pt x="0" y="75"/>
                    <a:pt x="0" y="48"/>
                  </a:cubicBezTo>
                  <a:cubicBezTo>
                    <a:pt x="0" y="21"/>
                    <a:pt x="21" y="0"/>
                    <a:pt x="48" y="0"/>
                  </a:cubicBezTo>
                  <a:cubicBezTo>
                    <a:pt x="75" y="0"/>
                    <a:pt x="96" y="21"/>
                    <a:pt x="96" y="48"/>
                  </a:cubicBezTo>
                  <a:cubicBezTo>
                    <a:pt x="96" y="75"/>
                    <a:pt x="75" y="96"/>
                    <a:pt x="48" y="96"/>
                  </a:cubicBezTo>
                  <a:close/>
                  <a:moveTo>
                    <a:pt x="48" y="18"/>
                  </a:moveTo>
                  <a:cubicBezTo>
                    <a:pt x="31" y="18"/>
                    <a:pt x="18" y="31"/>
                    <a:pt x="18" y="48"/>
                  </a:cubicBezTo>
                  <a:cubicBezTo>
                    <a:pt x="18" y="65"/>
                    <a:pt x="31" y="78"/>
                    <a:pt x="48" y="78"/>
                  </a:cubicBezTo>
                  <a:cubicBezTo>
                    <a:pt x="65" y="78"/>
                    <a:pt x="78" y="65"/>
                    <a:pt x="78" y="48"/>
                  </a:cubicBezTo>
                  <a:cubicBezTo>
                    <a:pt x="78" y="31"/>
                    <a:pt x="65" y="18"/>
                    <a:pt x="48" y="18"/>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4" name="Freeform 136"/>
            <p:cNvSpPr>
              <a:spLocks noEditPoints="1"/>
            </p:cNvSpPr>
            <p:nvPr/>
          </p:nvSpPr>
          <p:spPr bwMode="auto">
            <a:xfrm>
              <a:off x="3444875" y="1855788"/>
              <a:ext cx="168275" cy="166688"/>
            </a:xfrm>
            <a:custGeom>
              <a:avLst/>
              <a:gdLst>
                <a:gd name="T0" fmla="*/ 85005 w 97"/>
                <a:gd name="T1" fmla="*/ 166688 h 96"/>
                <a:gd name="T2" fmla="*/ 0 w 97"/>
                <a:gd name="T3" fmla="*/ 83344 h 96"/>
                <a:gd name="T4" fmla="*/ 85005 w 97"/>
                <a:gd name="T5" fmla="*/ 0 h 96"/>
                <a:gd name="T6" fmla="*/ 168275 w 97"/>
                <a:gd name="T7" fmla="*/ 83344 h 96"/>
                <a:gd name="T8" fmla="*/ 85005 w 97"/>
                <a:gd name="T9" fmla="*/ 166688 h 96"/>
                <a:gd name="T10" fmla="*/ 85005 w 97"/>
                <a:gd name="T11" fmla="*/ 31254 h 96"/>
                <a:gd name="T12" fmla="*/ 31226 w 97"/>
                <a:gd name="T13" fmla="*/ 83344 h 96"/>
                <a:gd name="T14" fmla="*/ 85005 w 97"/>
                <a:gd name="T15" fmla="*/ 135434 h 96"/>
                <a:gd name="T16" fmla="*/ 137049 w 97"/>
                <a:gd name="T17" fmla="*/ 83344 h 96"/>
                <a:gd name="T18" fmla="*/ 85005 w 97"/>
                <a:gd name="T19" fmla="*/ 31254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7"/>
                <a:gd name="T31" fmla="*/ 0 h 96"/>
                <a:gd name="T32" fmla="*/ 97 w 97"/>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7" h="96">
                  <a:moveTo>
                    <a:pt x="49" y="96"/>
                  </a:moveTo>
                  <a:cubicBezTo>
                    <a:pt x="22" y="96"/>
                    <a:pt x="0" y="75"/>
                    <a:pt x="0" y="48"/>
                  </a:cubicBezTo>
                  <a:cubicBezTo>
                    <a:pt x="0" y="21"/>
                    <a:pt x="22" y="0"/>
                    <a:pt x="49" y="0"/>
                  </a:cubicBezTo>
                  <a:cubicBezTo>
                    <a:pt x="75" y="0"/>
                    <a:pt x="97" y="21"/>
                    <a:pt x="97" y="48"/>
                  </a:cubicBezTo>
                  <a:cubicBezTo>
                    <a:pt x="97" y="75"/>
                    <a:pt x="75" y="96"/>
                    <a:pt x="49" y="96"/>
                  </a:cubicBezTo>
                  <a:close/>
                  <a:moveTo>
                    <a:pt x="49" y="18"/>
                  </a:moveTo>
                  <a:cubicBezTo>
                    <a:pt x="32" y="18"/>
                    <a:pt x="18" y="31"/>
                    <a:pt x="18" y="48"/>
                  </a:cubicBezTo>
                  <a:cubicBezTo>
                    <a:pt x="18" y="65"/>
                    <a:pt x="32" y="78"/>
                    <a:pt x="49" y="78"/>
                  </a:cubicBezTo>
                  <a:cubicBezTo>
                    <a:pt x="65" y="78"/>
                    <a:pt x="79" y="65"/>
                    <a:pt x="79" y="48"/>
                  </a:cubicBezTo>
                  <a:cubicBezTo>
                    <a:pt x="79" y="31"/>
                    <a:pt x="65" y="18"/>
                    <a:pt x="49" y="18"/>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5" name="Freeform 137"/>
            <p:cNvSpPr/>
            <p:nvPr/>
          </p:nvSpPr>
          <p:spPr bwMode="auto">
            <a:xfrm>
              <a:off x="3203575" y="1557338"/>
              <a:ext cx="409575" cy="30163"/>
            </a:xfrm>
            <a:custGeom>
              <a:avLst/>
              <a:gdLst>
                <a:gd name="T0" fmla="*/ 393956 w 236"/>
                <a:gd name="T1" fmla="*/ 30163 h 18"/>
                <a:gd name="T2" fmla="*/ 15619 w 236"/>
                <a:gd name="T3" fmla="*/ 30163 h 18"/>
                <a:gd name="T4" fmla="*/ 0 w 236"/>
                <a:gd name="T5" fmla="*/ 15082 h 18"/>
                <a:gd name="T6" fmla="*/ 15619 w 236"/>
                <a:gd name="T7" fmla="*/ 0 h 18"/>
                <a:gd name="T8" fmla="*/ 393956 w 236"/>
                <a:gd name="T9" fmla="*/ 0 h 18"/>
                <a:gd name="T10" fmla="*/ 409575 w 236"/>
                <a:gd name="T11" fmla="*/ 15082 h 18"/>
                <a:gd name="T12" fmla="*/ 393956 w 236"/>
                <a:gd name="T13" fmla="*/ 30163 h 18"/>
                <a:gd name="T14" fmla="*/ 0 60000 65536"/>
                <a:gd name="T15" fmla="*/ 0 60000 65536"/>
                <a:gd name="T16" fmla="*/ 0 60000 65536"/>
                <a:gd name="T17" fmla="*/ 0 60000 65536"/>
                <a:gd name="T18" fmla="*/ 0 60000 65536"/>
                <a:gd name="T19" fmla="*/ 0 60000 65536"/>
                <a:gd name="T20" fmla="*/ 0 60000 65536"/>
                <a:gd name="T21" fmla="*/ 0 w 236"/>
                <a:gd name="T22" fmla="*/ 0 h 18"/>
                <a:gd name="T23" fmla="*/ 236 w 23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6" h="18">
                  <a:moveTo>
                    <a:pt x="227" y="18"/>
                  </a:moveTo>
                  <a:cubicBezTo>
                    <a:pt x="9" y="18"/>
                    <a:pt x="9" y="18"/>
                    <a:pt x="9" y="18"/>
                  </a:cubicBezTo>
                  <a:cubicBezTo>
                    <a:pt x="4" y="18"/>
                    <a:pt x="0" y="14"/>
                    <a:pt x="0" y="9"/>
                  </a:cubicBezTo>
                  <a:cubicBezTo>
                    <a:pt x="0" y="4"/>
                    <a:pt x="4" y="0"/>
                    <a:pt x="9" y="0"/>
                  </a:cubicBezTo>
                  <a:cubicBezTo>
                    <a:pt x="227" y="0"/>
                    <a:pt x="227" y="0"/>
                    <a:pt x="227" y="0"/>
                  </a:cubicBezTo>
                  <a:cubicBezTo>
                    <a:pt x="232" y="0"/>
                    <a:pt x="236" y="4"/>
                    <a:pt x="236" y="9"/>
                  </a:cubicBezTo>
                  <a:cubicBezTo>
                    <a:pt x="236" y="14"/>
                    <a:pt x="232" y="18"/>
                    <a:pt x="227" y="18"/>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15" name="动作按钮: 开始 14">
            <a:hlinkClick r:id="" action="ppaction://hlinkshowjump?jump=firstslide" highlightClick="1"/>
          </p:cNvPr>
          <p:cNvSpPr/>
          <p:nvPr/>
        </p:nvSpPr>
        <p:spPr bwMode="auto">
          <a:xfrm>
            <a:off x="6407080" y="4078002"/>
            <a:ext cx="260620" cy="257904"/>
          </a:xfrm>
          <a:prstGeom prst="actionButtonBeginning">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16" name="动作按钮: 结束 15">
            <a:hlinkClick r:id="" action="ppaction://hlinkshowjump?jump=lastslide" highlightClick="1"/>
          </p:cNvPr>
          <p:cNvSpPr/>
          <p:nvPr/>
        </p:nvSpPr>
        <p:spPr bwMode="auto">
          <a:xfrm>
            <a:off x="7054734" y="4071427"/>
            <a:ext cx="259200" cy="259200"/>
          </a:xfrm>
          <a:prstGeom prst="actionButtonEnd">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17" name="等于号 16"/>
          <p:cNvSpPr/>
          <p:nvPr/>
        </p:nvSpPr>
        <p:spPr>
          <a:xfrm rot="16200000">
            <a:off x="6729751" y="4078835"/>
            <a:ext cx="259200" cy="259200"/>
          </a:xfrm>
          <a:prstGeom prst="mathEqual">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grpSp>
        <p:nvGrpSpPr>
          <p:cNvPr id="96" name="组合 116"/>
          <p:cNvGrpSpPr/>
          <p:nvPr/>
        </p:nvGrpSpPr>
        <p:grpSpPr bwMode="auto">
          <a:xfrm>
            <a:off x="9016094" y="2220840"/>
            <a:ext cx="1079628" cy="1390301"/>
            <a:chOff x="862013" y="1049338"/>
            <a:chExt cx="546100" cy="838199"/>
          </a:xfrm>
        </p:grpSpPr>
        <p:sp>
          <p:nvSpPr>
            <p:cNvPr id="97"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8"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99"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0"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1"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2" name="Line 1021"/>
            <p:cNvSpPr>
              <a:spLocks noChangeShapeType="1"/>
            </p:cNvSpPr>
            <p:nvPr/>
          </p:nvSpPr>
          <p:spPr bwMode="auto">
            <a:xfrm>
              <a:off x="1074738" y="1166813"/>
              <a:ext cx="0" cy="0"/>
            </a:xfrm>
            <a:prstGeom prst="line">
              <a:avLst/>
            </a:prstGeom>
            <a:noFill/>
            <a:ln w="23813">
              <a:solidFill>
                <a:schemeClr val="bg2"/>
              </a:solidFill>
              <a:round/>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3" name="Rectangle 1022"/>
            <p:cNvSpPr>
              <a:spLocks noChangeArrowheads="1"/>
            </p:cNvSpPr>
            <p:nvPr/>
          </p:nvSpPr>
          <p:spPr bwMode="auto">
            <a:xfrm>
              <a:off x="1068388" y="1065213"/>
              <a:ext cx="6350" cy="98425"/>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4"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5" name="Rectangle 1024"/>
            <p:cNvSpPr>
              <a:spLocks noChangeArrowheads="1"/>
            </p:cNvSpPr>
            <p:nvPr/>
          </p:nvSpPr>
          <p:spPr bwMode="auto">
            <a:xfrm>
              <a:off x="1184275" y="1065213"/>
              <a:ext cx="6350" cy="98425"/>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6"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7"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8"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09" name="Line 1028"/>
            <p:cNvSpPr>
              <a:spLocks noChangeShapeType="1"/>
            </p:cNvSpPr>
            <p:nvPr/>
          </p:nvSpPr>
          <p:spPr bwMode="auto">
            <a:xfrm>
              <a:off x="1074738" y="1760538"/>
              <a:ext cx="0" cy="0"/>
            </a:xfrm>
            <a:prstGeom prst="line">
              <a:avLst/>
            </a:prstGeom>
            <a:noFill/>
            <a:ln w="6350">
              <a:solidFill>
                <a:schemeClr val="bg2"/>
              </a:solidFill>
              <a:miter lim="800000"/>
            </a:ln>
            <a:extLst>
              <a:ext uri="{909E8E84-426E-40DD-AFC4-6F175D3DCCD1}">
                <a14:hiddenFill xmlns:a14="http://schemas.microsoft.com/office/drawing/2010/main">
                  <a:noFill/>
                </a14:hiddenFill>
              </a:ext>
            </a:extLst>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0" name="Rectangle 1029"/>
            <p:cNvSpPr>
              <a:spLocks noChangeArrowheads="1"/>
            </p:cNvSpPr>
            <p:nvPr/>
          </p:nvSpPr>
          <p:spPr bwMode="auto">
            <a:xfrm>
              <a:off x="1068388" y="1760538"/>
              <a:ext cx="6350" cy="100012"/>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1"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2"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3" name="Rectangle 1032"/>
            <p:cNvSpPr>
              <a:spLocks noChangeArrowheads="1"/>
            </p:cNvSpPr>
            <p:nvPr/>
          </p:nvSpPr>
          <p:spPr bwMode="auto">
            <a:xfrm>
              <a:off x="1184275" y="1760538"/>
              <a:ext cx="6350" cy="100012"/>
            </a:xfrm>
            <a:prstGeom prst="rect">
              <a:avLst/>
            </a:prstGeom>
            <a:solidFill>
              <a:srgbClr val="5A5858"/>
            </a:solidFill>
            <a:ln w="9525">
              <a:solidFill>
                <a:srgbClr val="000000"/>
              </a:solidFill>
              <a:miter lim="800000"/>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4" name="Oval 1033"/>
            <p:cNvSpPr>
              <a:spLocks noChangeArrowheads="1"/>
            </p:cNvSpPr>
            <p:nvPr/>
          </p:nvSpPr>
          <p:spPr bwMode="auto">
            <a:xfrm>
              <a:off x="1049338" y="1844675"/>
              <a:ext cx="44450" cy="42862"/>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5" name="Oval 1034"/>
            <p:cNvSpPr>
              <a:spLocks noChangeArrowheads="1"/>
            </p:cNvSpPr>
            <p:nvPr/>
          </p:nvSpPr>
          <p:spPr bwMode="auto">
            <a:xfrm>
              <a:off x="1166813" y="1844675"/>
              <a:ext cx="42863" cy="42862"/>
            </a:xfrm>
            <a:prstGeom prst="ellipse">
              <a:avLst/>
            </a:prstGeom>
            <a:solidFill>
              <a:srgbClr val="5A5858"/>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9225501" y="2656147"/>
            <a:ext cx="638315" cy="487685"/>
            <a:chOff x="9076205" y="2609492"/>
            <a:chExt cx="638315" cy="487685"/>
          </a:xfrm>
        </p:grpSpPr>
        <p:grpSp>
          <p:nvGrpSpPr>
            <p:cNvPr id="116" name="组合 192"/>
            <p:cNvGrpSpPr/>
            <p:nvPr/>
          </p:nvGrpSpPr>
          <p:grpSpPr bwMode="auto">
            <a:xfrm>
              <a:off x="9281530" y="2609492"/>
              <a:ext cx="216000" cy="216000"/>
              <a:chOff x="3067050" y="1466850"/>
              <a:chExt cx="565150" cy="555626"/>
            </a:xfrm>
          </p:grpSpPr>
          <p:sp>
            <p:nvSpPr>
              <p:cNvPr id="117" name="Oval 34"/>
              <p:cNvSpPr>
                <a:spLocks noChangeArrowheads="1"/>
              </p:cNvSpPr>
              <p:nvPr/>
            </p:nvSpPr>
            <p:spPr bwMode="auto">
              <a:xfrm>
                <a:off x="3562350" y="1743075"/>
                <a:ext cx="69850" cy="71438"/>
              </a:xfrm>
              <a:prstGeom prst="ellipse">
                <a:avLst/>
              </a:prstGeom>
              <a:solidFill>
                <a:srgbClr val="595757"/>
              </a:solidFill>
              <a:ln w="9525">
                <a:solidFill>
                  <a:srgbClr val="000000"/>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8" name="Oval 35"/>
              <p:cNvSpPr>
                <a:spLocks noChangeArrowheads="1"/>
              </p:cNvSpPr>
              <p:nvPr/>
            </p:nvSpPr>
            <p:spPr bwMode="auto">
              <a:xfrm>
                <a:off x="3562350" y="1636713"/>
                <a:ext cx="69850" cy="69850"/>
              </a:xfrm>
              <a:prstGeom prst="ellipse">
                <a:avLst/>
              </a:prstGeom>
              <a:solidFill>
                <a:srgbClr val="595757"/>
              </a:solidFill>
              <a:ln w="9525">
                <a:solidFill>
                  <a:srgbClr val="000000"/>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19" name="Freeform 133"/>
              <p:cNvSpPr/>
              <p:nvPr/>
            </p:nvSpPr>
            <p:spPr bwMode="auto">
              <a:xfrm>
                <a:off x="3581400" y="1763713"/>
                <a:ext cx="31750" cy="193675"/>
              </a:xfrm>
              <a:custGeom>
                <a:avLst/>
                <a:gdLst>
                  <a:gd name="T0" fmla="*/ 15875 w 18"/>
                  <a:gd name="T1" fmla="*/ 193675 h 111"/>
                  <a:gd name="T2" fmla="*/ 0 w 18"/>
                  <a:gd name="T3" fmla="*/ 177972 h 111"/>
                  <a:gd name="T4" fmla="*/ 0 w 18"/>
                  <a:gd name="T5" fmla="*/ 15703 h 111"/>
                  <a:gd name="T6" fmla="*/ 15875 w 18"/>
                  <a:gd name="T7" fmla="*/ 0 h 111"/>
                  <a:gd name="T8" fmla="*/ 31750 w 18"/>
                  <a:gd name="T9" fmla="*/ 15703 h 111"/>
                  <a:gd name="T10" fmla="*/ 31750 w 18"/>
                  <a:gd name="T11" fmla="*/ 177972 h 111"/>
                  <a:gd name="T12" fmla="*/ 15875 w 18"/>
                  <a:gd name="T13" fmla="*/ 193675 h 111"/>
                  <a:gd name="T14" fmla="*/ 0 60000 65536"/>
                  <a:gd name="T15" fmla="*/ 0 60000 65536"/>
                  <a:gd name="T16" fmla="*/ 0 60000 65536"/>
                  <a:gd name="T17" fmla="*/ 0 60000 65536"/>
                  <a:gd name="T18" fmla="*/ 0 60000 65536"/>
                  <a:gd name="T19" fmla="*/ 0 60000 65536"/>
                  <a:gd name="T20" fmla="*/ 0 60000 65536"/>
                  <a:gd name="T21" fmla="*/ 0 w 18"/>
                  <a:gd name="T22" fmla="*/ 0 h 111"/>
                  <a:gd name="T23" fmla="*/ 18 w 18"/>
                  <a:gd name="T24" fmla="*/ 111 h 1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111">
                    <a:moveTo>
                      <a:pt x="9" y="111"/>
                    </a:moveTo>
                    <a:cubicBezTo>
                      <a:pt x="4" y="111"/>
                      <a:pt x="0" y="107"/>
                      <a:pt x="0" y="102"/>
                    </a:cubicBezTo>
                    <a:cubicBezTo>
                      <a:pt x="0" y="9"/>
                      <a:pt x="0" y="9"/>
                      <a:pt x="0" y="9"/>
                    </a:cubicBezTo>
                    <a:cubicBezTo>
                      <a:pt x="0" y="4"/>
                      <a:pt x="4" y="0"/>
                      <a:pt x="9" y="0"/>
                    </a:cubicBezTo>
                    <a:cubicBezTo>
                      <a:pt x="14" y="0"/>
                      <a:pt x="18" y="4"/>
                      <a:pt x="18" y="9"/>
                    </a:cubicBezTo>
                    <a:cubicBezTo>
                      <a:pt x="18" y="102"/>
                      <a:pt x="18" y="102"/>
                      <a:pt x="18" y="102"/>
                    </a:cubicBezTo>
                    <a:cubicBezTo>
                      <a:pt x="18" y="107"/>
                      <a:pt x="14" y="111"/>
                      <a:pt x="9" y="111"/>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0" name="Freeform 134"/>
              <p:cNvSpPr/>
              <p:nvPr/>
            </p:nvSpPr>
            <p:spPr bwMode="auto">
              <a:xfrm>
                <a:off x="3203575" y="1466850"/>
                <a:ext cx="409575" cy="490538"/>
              </a:xfrm>
              <a:custGeom>
                <a:avLst/>
                <a:gdLst>
                  <a:gd name="T0" fmla="*/ 15619 w 236"/>
                  <a:gd name="T1" fmla="*/ 490538 h 282"/>
                  <a:gd name="T2" fmla="*/ 0 w 236"/>
                  <a:gd name="T3" fmla="*/ 474883 h 282"/>
                  <a:gd name="T4" fmla="*/ 0 w 236"/>
                  <a:gd name="T5" fmla="*/ 55664 h 282"/>
                  <a:gd name="T6" fmla="*/ 55536 w 236"/>
                  <a:gd name="T7" fmla="*/ 0 h 282"/>
                  <a:gd name="T8" fmla="*/ 354039 w 236"/>
                  <a:gd name="T9" fmla="*/ 0 h 282"/>
                  <a:gd name="T10" fmla="*/ 409575 w 236"/>
                  <a:gd name="T11" fmla="*/ 55664 h 282"/>
                  <a:gd name="T12" fmla="*/ 409575 w 236"/>
                  <a:gd name="T13" fmla="*/ 205261 h 282"/>
                  <a:gd name="T14" fmla="*/ 393956 w 236"/>
                  <a:gd name="T15" fmla="*/ 220916 h 282"/>
                  <a:gd name="T16" fmla="*/ 378336 w 236"/>
                  <a:gd name="T17" fmla="*/ 205261 h 282"/>
                  <a:gd name="T18" fmla="*/ 378336 w 236"/>
                  <a:gd name="T19" fmla="*/ 55664 h 282"/>
                  <a:gd name="T20" fmla="*/ 354039 w 236"/>
                  <a:gd name="T21" fmla="*/ 31311 h 282"/>
                  <a:gd name="T22" fmla="*/ 55536 w 236"/>
                  <a:gd name="T23" fmla="*/ 31311 h 282"/>
                  <a:gd name="T24" fmla="*/ 31239 w 236"/>
                  <a:gd name="T25" fmla="*/ 55664 h 282"/>
                  <a:gd name="T26" fmla="*/ 31239 w 236"/>
                  <a:gd name="T27" fmla="*/ 474883 h 282"/>
                  <a:gd name="T28" fmla="*/ 15619 w 236"/>
                  <a:gd name="T29" fmla="*/ 490538 h 28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6"/>
                  <a:gd name="T46" fmla="*/ 0 h 282"/>
                  <a:gd name="T47" fmla="*/ 236 w 236"/>
                  <a:gd name="T48" fmla="*/ 282 h 28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6" h="282">
                    <a:moveTo>
                      <a:pt x="9" y="282"/>
                    </a:moveTo>
                    <a:cubicBezTo>
                      <a:pt x="4" y="282"/>
                      <a:pt x="0" y="278"/>
                      <a:pt x="0" y="273"/>
                    </a:cubicBezTo>
                    <a:cubicBezTo>
                      <a:pt x="0" y="32"/>
                      <a:pt x="0" y="32"/>
                      <a:pt x="0" y="32"/>
                    </a:cubicBezTo>
                    <a:cubicBezTo>
                      <a:pt x="0" y="15"/>
                      <a:pt x="14" y="0"/>
                      <a:pt x="32" y="0"/>
                    </a:cubicBezTo>
                    <a:cubicBezTo>
                      <a:pt x="204" y="0"/>
                      <a:pt x="204" y="0"/>
                      <a:pt x="204" y="0"/>
                    </a:cubicBezTo>
                    <a:cubicBezTo>
                      <a:pt x="222" y="0"/>
                      <a:pt x="236" y="15"/>
                      <a:pt x="236" y="32"/>
                    </a:cubicBezTo>
                    <a:cubicBezTo>
                      <a:pt x="236" y="118"/>
                      <a:pt x="236" y="118"/>
                      <a:pt x="236" y="118"/>
                    </a:cubicBezTo>
                    <a:cubicBezTo>
                      <a:pt x="236" y="123"/>
                      <a:pt x="232" y="127"/>
                      <a:pt x="227" y="127"/>
                    </a:cubicBezTo>
                    <a:cubicBezTo>
                      <a:pt x="222" y="127"/>
                      <a:pt x="218" y="123"/>
                      <a:pt x="218" y="118"/>
                    </a:cubicBezTo>
                    <a:cubicBezTo>
                      <a:pt x="218" y="32"/>
                      <a:pt x="218" y="32"/>
                      <a:pt x="218" y="32"/>
                    </a:cubicBezTo>
                    <a:cubicBezTo>
                      <a:pt x="218" y="24"/>
                      <a:pt x="212" y="18"/>
                      <a:pt x="204" y="18"/>
                    </a:cubicBezTo>
                    <a:cubicBezTo>
                      <a:pt x="32" y="18"/>
                      <a:pt x="32" y="18"/>
                      <a:pt x="32" y="18"/>
                    </a:cubicBezTo>
                    <a:cubicBezTo>
                      <a:pt x="24" y="18"/>
                      <a:pt x="18" y="24"/>
                      <a:pt x="18" y="32"/>
                    </a:cubicBezTo>
                    <a:cubicBezTo>
                      <a:pt x="18" y="273"/>
                      <a:pt x="18" y="273"/>
                      <a:pt x="18" y="273"/>
                    </a:cubicBezTo>
                    <a:cubicBezTo>
                      <a:pt x="18" y="278"/>
                      <a:pt x="14" y="282"/>
                      <a:pt x="9" y="282"/>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1" name="Freeform 135"/>
              <p:cNvSpPr>
                <a:spLocks noEditPoints="1"/>
              </p:cNvSpPr>
              <p:nvPr/>
            </p:nvSpPr>
            <p:spPr bwMode="auto">
              <a:xfrm>
                <a:off x="3067050" y="1855788"/>
                <a:ext cx="166688" cy="166688"/>
              </a:xfrm>
              <a:custGeom>
                <a:avLst/>
                <a:gdLst>
                  <a:gd name="T0" fmla="*/ 83344 w 96"/>
                  <a:gd name="T1" fmla="*/ 166688 h 96"/>
                  <a:gd name="T2" fmla="*/ 0 w 96"/>
                  <a:gd name="T3" fmla="*/ 83344 h 96"/>
                  <a:gd name="T4" fmla="*/ 83344 w 96"/>
                  <a:gd name="T5" fmla="*/ 0 h 96"/>
                  <a:gd name="T6" fmla="*/ 166688 w 96"/>
                  <a:gd name="T7" fmla="*/ 83344 h 96"/>
                  <a:gd name="T8" fmla="*/ 83344 w 96"/>
                  <a:gd name="T9" fmla="*/ 166688 h 96"/>
                  <a:gd name="T10" fmla="*/ 83344 w 96"/>
                  <a:gd name="T11" fmla="*/ 31254 h 96"/>
                  <a:gd name="T12" fmla="*/ 31254 w 96"/>
                  <a:gd name="T13" fmla="*/ 83344 h 96"/>
                  <a:gd name="T14" fmla="*/ 83344 w 96"/>
                  <a:gd name="T15" fmla="*/ 135434 h 96"/>
                  <a:gd name="T16" fmla="*/ 135434 w 96"/>
                  <a:gd name="T17" fmla="*/ 83344 h 96"/>
                  <a:gd name="T18" fmla="*/ 83344 w 96"/>
                  <a:gd name="T19" fmla="*/ 31254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6"/>
                  <a:gd name="T31" fmla="*/ 0 h 96"/>
                  <a:gd name="T32" fmla="*/ 96 w 96"/>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6" h="96">
                    <a:moveTo>
                      <a:pt x="48" y="96"/>
                    </a:moveTo>
                    <a:cubicBezTo>
                      <a:pt x="21" y="96"/>
                      <a:pt x="0" y="75"/>
                      <a:pt x="0" y="48"/>
                    </a:cubicBezTo>
                    <a:cubicBezTo>
                      <a:pt x="0" y="21"/>
                      <a:pt x="21" y="0"/>
                      <a:pt x="48" y="0"/>
                    </a:cubicBezTo>
                    <a:cubicBezTo>
                      <a:pt x="75" y="0"/>
                      <a:pt x="96" y="21"/>
                      <a:pt x="96" y="48"/>
                    </a:cubicBezTo>
                    <a:cubicBezTo>
                      <a:pt x="96" y="75"/>
                      <a:pt x="75" y="96"/>
                      <a:pt x="48" y="96"/>
                    </a:cubicBezTo>
                    <a:close/>
                    <a:moveTo>
                      <a:pt x="48" y="18"/>
                    </a:moveTo>
                    <a:cubicBezTo>
                      <a:pt x="31" y="18"/>
                      <a:pt x="18" y="31"/>
                      <a:pt x="18" y="48"/>
                    </a:cubicBezTo>
                    <a:cubicBezTo>
                      <a:pt x="18" y="65"/>
                      <a:pt x="31" y="78"/>
                      <a:pt x="48" y="78"/>
                    </a:cubicBezTo>
                    <a:cubicBezTo>
                      <a:pt x="65" y="78"/>
                      <a:pt x="78" y="65"/>
                      <a:pt x="78" y="48"/>
                    </a:cubicBezTo>
                    <a:cubicBezTo>
                      <a:pt x="78" y="31"/>
                      <a:pt x="65" y="18"/>
                      <a:pt x="48" y="18"/>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2" name="Freeform 136"/>
              <p:cNvSpPr>
                <a:spLocks noEditPoints="1"/>
              </p:cNvSpPr>
              <p:nvPr/>
            </p:nvSpPr>
            <p:spPr bwMode="auto">
              <a:xfrm>
                <a:off x="3444875" y="1855788"/>
                <a:ext cx="168275" cy="166688"/>
              </a:xfrm>
              <a:custGeom>
                <a:avLst/>
                <a:gdLst>
                  <a:gd name="T0" fmla="*/ 85005 w 97"/>
                  <a:gd name="T1" fmla="*/ 166688 h 96"/>
                  <a:gd name="T2" fmla="*/ 0 w 97"/>
                  <a:gd name="T3" fmla="*/ 83344 h 96"/>
                  <a:gd name="T4" fmla="*/ 85005 w 97"/>
                  <a:gd name="T5" fmla="*/ 0 h 96"/>
                  <a:gd name="T6" fmla="*/ 168275 w 97"/>
                  <a:gd name="T7" fmla="*/ 83344 h 96"/>
                  <a:gd name="T8" fmla="*/ 85005 w 97"/>
                  <a:gd name="T9" fmla="*/ 166688 h 96"/>
                  <a:gd name="T10" fmla="*/ 85005 w 97"/>
                  <a:gd name="T11" fmla="*/ 31254 h 96"/>
                  <a:gd name="T12" fmla="*/ 31226 w 97"/>
                  <a:gd name="T13" fmla="*/ 83344 h 96"/>
                  <a:gd name="T14" fmla="*/ 85005 w 97"/>
                  <a:gd name="T15" fmla="*/ 135434 h 96"/>
                  <a:gd name="T16" fmla="*/ 137049 w 97"/>
                  <a:gd name="T17" fmla="*/ 83344 h 96"/>
                  <a:gd name="T18" fmla="*/ 85005 w 97"/>
                  <a:gd name="T19" fmla="*/ 31254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7"/>
                  <a:gd name="T31" fmla="*/ 0 h 96"/>
                  <a:gd name="T32" fmla="*/ 97 w 97"/>
                  <a:gd name="T33" fmla="*/ 96 h 9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7" h="96">
                    <a:moveTo>
                      <a:pt x="49" y="96"/>
                    </a:moveTo>
                    <a:cubicBezTo>
                      <a:pt x="22" y="96"/>
                      <a:pt x="0" y="75"/>
                      <a:pt x="0" y="48"/>
                    </a:cubicBezTo>
                    <a:cubicBezTo>
                      <a:pt x="0" y="21"/>
                      <a:pt x="22" y="0"/>
                      <a:pt x="49" y="0"/>
                    </a:cubicBezTo>
                    <a:cubicBezTo>
                      <a:pt x="75" y="0"/>
                      <a:pt x="97" y="21"/>
                      <a:pt x="97" y="48"/>
                    </a:cubicBezTo>
                    <a:cubicBezTo>
                      <a:pt x="97" y="75"/>
                      <a:pt x="75" y="96"/>
                      <a:pt x="49" y="96"/>
                    </a:cubicBezTo>
                    <a:close/>
                    <a:moveTo>
                      <a:pt x="49" y="18"/>
                    </a:moveTo>
                    <a:cubicBezTo>
                      <a:pt x="32" y="18"/>
                      <a:pt x="18" y="31"/>
                      <a:pt x="18" y="48"/>
                    </a:cubicBezTo>
                    <a:cubicBezTo>
                      <a:pt x="18" y="65"/>
                      <a:pt x="32" y="78"/>
                      <a:pt x="49" y="78"/>
                    </a:cubicBezTo>
                    <a:cubicBezTo>
                      <a:pt x="65" y="78"/>
                      <a:pt x="79" y="65"/>
                      <a:pt x="79" y="48"/>
                    </a:cubicBezTo>
                    <a:cubicBezTo>
                      <a:pt x="79" y="31"/>
                      <a:pt x="65" y="18"/>
                      <a:pt x="49" y="18"/>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sp>
            <p:nvSpPr>
              <p:cNvPr id="123" name="Freeform 137"/>
              <p:cNvSpPr/>
              <p:nvPr/>
            </p:nvSpPr>
            <p:spPr bwMode="auto">
              <a:xfrm>
                <a:off x="3203575" y="1557338"/>
                <a:ext cx="409575" cy="30163"/>
              </a:xfrm>
              <a:custGeom>
                <a:avLst/>
                <a:gdLst>
                  <a:gd name="T0" fmla="*/ 393956 w 236"/>
                  <a:gd name="T1" fmla="*/ 30163 h 18"/>
                  <a:gd name="T2" fmla="*/ 15619 w 236"/>
                  <a:gd name="T3" fmla="*/ 30163 h 18"/>
                  <a:gd name="T4" fmla="*/ 0 w 236"/>
                  <a:gd name="T5" fmla="*/ 15082 h 18"/>
                  <a:gd name="T6" fmla="*/ 15619 w 236"/>
                  <a:gd name="T7" fmla="*/ 0 h 18"/>
                  <a:gd name="T8" fmla="*/ 393956 w 236"/>
                  <a:gd name="T9" fmla="*/ 0 h 18"/>
                  <a:gd name="T10" fmla="*/ 409575 w 236"/>
                  <a:gd name="T11" fmla="*/ 15082 h 18"/>
                  <a:gd name="T12" fmla="*/ 393956 w 236"/>
                  <a:gd name="T13" fmla="*/ 30163 h 18"/>
                  <a:gd name="T14" fmla="*/ 0 60000 65536"/>
                  <a:gd name="T15" fmla="*/ 0 60000 65536"/>
                  <a:gd name="T16" fmla="*/ 0 60000 65536"/>
                  <a:gd name="T17" fmla="*/ 0 60000 65536"/>
                  <a:gd name="T18" fmla="*/ 0 60000 65536"/>
                  <a:gd name="T19" fmla="*/ 0 60000 65536"/>
                  <a:gd name="T20" fmla="*/ 0 60000 65536"/>
                  <a:gd name="T21" fmla="*/ 0 w 236"/>
                  <a:gd name="T22" fmla="*/ 0 h 18"/>
                  <a:gd name="T23" fmla="*/ 236 w 23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6" h="18">
                    <a:moveTo>
                      <a:pt x="227" y="18"/>
                    </a:moveTo>
                    <a:cubicBezTo>
                      <a:pt x="9" y="18"/>
                      <a:pt x="9" y="18"/>
                      <a:pt x="9" y="18"/>
                    </a:cubicBezTo>
                    <a:cubicBezTo>
                      <a:pt x="4" y="18"/>
                      <a:pt x="0" y="14"/>
                      <a:pt x="0" y="9"/>
                    </a:cubicBezTo>
                    <a:cubicBezTo>
                      <a:pt x="0" y="4"/>
                      <a:pt x="4" y="0"/>
                      <a:pt x="9" y="0"/>
                    </a:cubicBezTo>
                    <a:cubicBezTo>
                      <a:pt x="227" y="0"/>
                      <a:pt x="227" y="0"/>
                      <a:pt x="227" y="0"/>
                    </a:cubicBezTo>
                    <a:cubicBezTo>
                      <a:pt x="232" y="0"/>
                      <a:pt x="236" y="4"/>
                      <a:pt x="236" y="9"/>
                    </a:cubicBezTo>
                    <a:cubicBezTo>
                      <a:pt x="236" y="14"/>
                      <a:pt x="232" y="18"/>
                      <a:pt x="227" y="18"/>
                    </a:cubicBezTo>
                    <a:close/>
                  </a:path>
                </a:pathLst>
              </a:custGeom>
              <a:solidFill>
                <a:srgbClr val="595757"/>
              </a:solidFill>
              <a:ln w="9525">
                <a:solidFill>
                  <a:srgbClr val="000000"/>
                </a:solidFill>
                <a:round/>
              </a:ln>
            </p:spPr>
            <p:txBody>
              <a:bodyPr/>
              <a:lstStyle/>
              <a:p>
                <a:endParaRPr lang="zh-CN" altLang="en-US" sz="2140">
                  <a:solidFill>
                    <a:schemeClr val="bg2"/>
                  </a:solidFill>
                  <a:latin typeface="微软雅黑" panose="020B0503020204020204" pitchFamily="34" charset="-122"/>
                  <a:ea typeface="微软雅黑" panose="020B0503020204020204" pitchFamily="34" charset="-122"/>
                </a:endParaRPr>
              </a:p>
            </p:txBody>
          </p:sp>
        </p:grpSp>
        <p:sp>
          <p:nvSpPr>
            <p:cNvPr id="124" name="动作按钮: 开始 123">
              <a:hlinkClick r:id="" action="ppaction://hlinkshowjump?jump=firstslide" highlightClick="1"/>
            </p:cNvPr>
            <p:cNvSpPr/>
            <p:nvPr/>
          </p:nvSpPr>
          <p:spPr bwMode="auto">
            <a:xfrm>
              <a:off x="9076205" y="2855828"/>
              <a:ext cx="193164" cy="239220"/>
            </a:xfrm>
            <a:prstGeom prst="actionButtonBeginning">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125" name="动作按钮: 结束 124">
              <a:hlinkClick r:id="" action="ppaction://hlinkshowjump?jump=lastslide" highlightClick="1"/>
            </p:cNvPr>
            <p:cNvSpPr/>
            <p:nvPr/>
          </p:nvSpPr>
          <p:spPr bwMode="auto">
            <a:xfrm>
              <a:off x="9522408" y="2849864"/>
              <a:ext cx="192112" cy="240422"/>
            </a:xfrm>
            <a:prstGeom prst="actionButtonEnd">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sp>
          <p:nvSpPr>
            <p:cNvPr id="126" name="等于号 125"/>
            <p:cNvSpPr/>
            <p:nvPr/>
          </p:nvSpPr>
          <p:spPr>
            <a:xfrm rot="16200000">
              <a:off x="9273123" y="2880910"/>
              <a:ext cx="240422" cy="192112"/>
            </a:xfrm>
            <a:prstGeom prst="mathEqual">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latin typeface="微软雅黑" panose="020B0503020204020204" pitchFamily="34" charset="-122"/>
                <a:ea typeface="微软雅黑" panose="020B0503020204020204" pitchFamily="34" charset="-122"/>
              </a:endParaRPr>
            </a:p>
          </p:txBody>
        </p:sp>
      </p:gr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331979" y="3667128"/>
            <a:ext cx="2596797" cy="1062557"/>
          </a:xfrm>
          <a:prstGeom prst="rect">
            <a:avLst/>
          </a:prstGeom>
          <a:ln>
            <a:solidFill>
              <a:schemeClr val="bg2"/>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solidFill>
                  <a:schemeClr val="tx1">
                    <a:lumMod val="50000"/>
                  </a:schemeClr>
                </a:solidFill>
              </a:rPr>
              <a:t>HarmonyOS</a:t>
            </a:r>
            <a:r>
              <a:rPr lang="zh-CN" altLang="en-US" dirty="0">
                <a:solidFill>
                  <a:schemeClr val="tx1">
                    <a:lumMod val="50000"/>
                  </a:schemeClr>
                </a:solidFill>
              </a:rPr>
              <a:t>简介</a:t>
            </a:r>
            <a:endParaRPr lang="en-US" altLang="zh-CN" dirty="0">
              <a:solidFill>
                <a:schemeClr val="tx1">
                  <a:lumMod val="50000"/>
                </a:schemeClr>
              </a:solidFill>
            </a:endParaRPr>
          </a:p>
          <a:p>
            <a:r>
              <a:rPr lang="en-US" altLang="zh-CN" dirty="0" err="1"/>
              <a:t>HarmonyOS</a:t>
            </a:r>
            <a:r>
              <a:rPr lang="zh-CN" altLang="en-US" dirty="0"/>
              <a:t>架构与安全</a:t>
            </a:r>
            <a:endParaRPr lang="en-US" altLang="zh-CN" dirty="0"/>
          </a:p>
          <a:p>
            <a:pPr lvl="1">
              <a:buSzPct val="60000"/>
              <a:buFont typeface="Wingdings" panose="05000000000000000000" pitchFamily="2" charset="2"/>
              <a:buChar char="n"/>
            </a:pPr>
            <a:r>
              <a:rPr lang="en-US" altLang="zh-CN" dirty="0" err="1"/>
              <a:t>HarmonyOS</a:t>
            </a:r>
            <a:r>
              <a:rPr lang="zh-CN" altLang="en-US" dirty="0"/>
              <a:t>架构</a:t>
            </a:r>
            <a:endParaRPr lang="en-US" altLang="zh-CN" dirty="0"/>
          </a:p>
          <a:p>
            <a:pPr lvl="1">
              <a:buSzPct val="50000"/>
              <a:buFont typeface="Wingdings" panose="05000000000000000000" pitchFamily="2" charset="2"/>
              <a:buChar char="p"/>
            </a:pPr>
            <a:r>
              <a:rPr lang="en-US" altLang="zh-CN" dirty="0" err="1">
                <a:solidFill>
                  <a:schemeClr val="tx1">
                    <a:lumMod val="50000"/>
                  </a:schemeClr>
                </a:solidFill>
              </a:rPr>
              <a:t>HarmonyOS</a:t>
            </a:r>
            <a:r>
              <a:rPr lang="zh-CN" altLang="en-US" dirty="0">
                <a:solidFill>
                  <a:schemeClr val="tx1">
                    <a:lumMod val="50000"/>
                  </a:schemeClr>
                </a:solidFill>
              </a:rPr>
              <a:t>安全</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关键特性</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生态</a:t>
            </a:r>
            <a:endParaRPr lang="en-US" altLang="zh-CN" dirty="0">
              <a:solidFill>
                <a:schemeClr val="tx1">
                  <a:lumMod val="50000"/>
                </a:schemeClr>
              </a:solidFill>
            </a:endParaRPr>
          </a:p>
          <a:p>
            <a:endParaRPr lang="en-US" altLang="zh-CN" dirty="0">
              <a:solidFill>
                <a:srgbClr val="88888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dirty="0" err="1"/>
              <a:t>HarmonyOS</a:t>
            </a:r>
            <a:r>
              <a:rPr lang="zh-CN" altLang="en-US" dirty="0"/>
              <a:t>架构图</a:t>
            </a:r>
            <a:endParaRPr lang="zh-CN" altLang="en-US" dirty="0"/>
          </a:p>
        </p:txBody>
      </p:sp>
      <p:grpSp>
        <p:nvGrpSpPr>
          <p:cNvPr id="4" name="组合 3"/>
          <p:cNvGrpSpPr/>
          <p:nvPr/>
        </p:nvGrpSpPr>
        <p:grpSpPr>
          <a:xfrm>
            <a:off x="993234" y="1085666"/>
            <a:ext cx="10589166" cy="5109873"/>
            <a:chOff x="993234" y="1085666"/>
            <a:chExt cx="9475164" cy="5109873"/>
          </a:xfrm>
        </p:grpSpPr>
        <p:cxnSp>
          <p:nvCxnSpPr>
            <p:cNvPr id="43" name="直接连接符 42"/>
            <p:cNvCxnSpPr/>
            <p:nvPr/>
          </p:nvCxnSpPr>
          <p:spPr>
            <a:xfrm>
              <a:off x="2164388" y="5223682"/>
              <a:ext cx="5800660" cy="0"/>
            </a:xfrm>
            <a:prstGeom prst="line">
              <a:avLst/>
            </a:prstGeom>
            <a:noFill/>
            <a:ln w="6350" cap="flat" cmpd="sng" algn="ctr">
              <a:solidFill>
                <a:schemeClr val="bg2"/>
              </a:solidFill>
              <a:prstDash val="dash"/>
              <a:miter lim="800000"/>
              <a:headEnd type="none" w="med" len="med"/>
              <a:tailEnd type="none" w="med" len="med"/>
            </a:ln>
            <a:effectLst/>
          </p:spPr>
        </p:cxnSp>
        <p:sp>
          <p:nvSpPr>
            <p:cNvPr id="6" name="矩形 5"/>
            <p:cNvSpPr/>
            <p:nvPr/>
          </p:nvSpPr>
          <p:spPr>
            <a:xfrm>
              <a:off x="993619" y="1648304"/>
              <a:ext cx="9474777" cy="1244145"/>
            </a:xfrm>
            <a:prstGeom prst="rect">
              <a:avLst/>
            </a:prstGeom>
            <a:noFill/>
            <a:ln w="28575">
              <a:solidFill>
                <a:schemeClr val="bg2"/>
              </a:solidFill>
              <a:miter lim="400000"/>
            </a:ln>
          </p:spPr>
          <p:txBody>
            <a:bodyPr lIns="8057" tIns="8057" rIns="8057" bIns="8057" anchor="ctr"/>
            <a:lstStyle/>
            <a:p>
              <a:pPr algn="l" defTabSz="160655"/>
              <a:r>
                <a:rPr lang="zh-CN" altLang="en-US" sz="1400" b="1">
                  <a:solidFill>
                    <a:schemeClr val="bg2"/>
                  </a:solidFill>
                  <a:latin typeface="微软雅黑" panose="020B0503020204020204" pitchFamily="34" charset="-122"/>
                  <a:ea typeface="微软雅黑" panose="020B0503020204020204" pitchFamily="34" charset="-122"/>
                  <a:cs typeface="Huawei Sans" panose="020C0503030203020204" pitchFamily="34" charset="0"/>
                </a:rPr>
                <a:t>   </a:t>
              </a:r>
              <a:r>
                <a:rPr lang="zh-CN" altLang="en-US" b="1">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框架层</a:t>
              </a:r>
              <a:endParaRPr lang="zh-CN" altLang="en-US" b="1"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7" name="矩形 6"/>
            <p:cNvSpPr/>
            <p:nvPr/>
          </p:nvSpPr>
          <p:spPr>
            <a:xfrm>
              <a:off x="995463" y="4966176"/>
              <a:ext cx="9472933" cy="1229363"/>
            </a:xfrm>
            <a:prstGeom prst="rect">
              <a:avLst/>
            </a:prstGeom>
            <a:no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  </a:t>
              </a:r>
              <a:r>
                <a:rPr lang="zh-CN" altLang="en-US" b="1" spc="350" dirty="0">
                  <a:solidFill>
                    <a:schemeClr val="bg2"/>
                  </a:solidFill>
                  <a:latin typeface="微软雅黑" panose="020B0503020204020204" pitchFamily="34" charset="-122"/>
                  <a:ea typeface="微软雅黑" panose="020B0503020204020204" pitchFamily="34" charset="-122"/>
                </a:rPr>
                <a:t>内核层</a:t>
              </a:r>
              <a:endParaRPr lang="zh-CN" altLang="en-US" b="1" spc="350" dirty="0">
                <a:solidFill>
                  <a:schemeClr val="bg2"/>
                </a:solidFill>
                <a:latin typeface="微软雅黑" panose="020B0503020204020204" pitchFamily="34" charset="-122"/>
                <a:ea typeface="微软雅黑" panose="020B0503020204020204" pitchFamily="34" charset="-122"/>
              </a:endParaRPr>
            </a:p>
          </p:txBody>
        </p:sp>
        <p:sp>
          <p:nvSpPr>
            <p:cNvPr id="8" name="矩形 7"/>
            <p:cNvSpPr/>
            <p:nvPr/>
          </p:nvSpPr>
          <p:spPr>
            <a:xfrm>
              <a:off x="993619" y="1085666"/>
              <a:ext cx="9474778" cy="494996"/>
            </a:xfrm>
            <a:prstGeom prst="rect">
              <a:avLst/>
            </a:prstGeom>
            <a:no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  </a:t>
              </a:r>
              <a:r>
                <a:rPr lang="zh-CN" altLang="en-US" b="1" spc="350" dirty="0">
                  <a:solidFill>
                    <a:schemeClr val="bg2"/>
                  </a:solidFill>
                  <a:latin typeface="微软雅黑" panose="020B0503020204020204" pitchFamily="34" charset="-122"/>
                  <a:ea typeface="微软雅黑" panose="020B0503020204020204" pitchFamily="34" charset="-122"/>
                </a:rPr>
                <a:t>应用层</a:t>
              </a:r>
              <a:endParaRPr lang="zh-CN" altLang="en-US" b="1" spc="350" dirty="0">
                <a:solidFill>
                  <a:schemeClr val="bg2"/>
                </a:solidFill>
                <a:latin typeface="微软雅黑" panose="020B0503020204020204" pitchFamily="34" charset="-122"/>
                <a:ea typeface="微软雅黑" panose="020B0503020204020204" pitchFamily="34" charset="-122"/>
              </a:endParaRPr>
            </a:p>
          </p:txBody>
        </p:sp>
        <p:sp>
          <p:nvSpPr>
            <p:cNvPr id="9" name="矩形 8"/>
            <p:cNvSpPr/>
            <p:nvPr/>
          </p:nvSpPr>
          <p:spPr>
            <a:xfrm>
              <a:off x="993234" y="2958226"/>
              <a:ext cx="9475164" cy="1923714"/>
            </a:xfrm>
            <a:prstGeom prst="rect">
              <a:avLst/>
            </a:prstGeom>
            <a:no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   </a:t>
              </a:r>
              <a:r>
                <a:rPr lang="zh-CN" altLang="en-US" b="1" spc="350" dirty="0">
                  <a:solidFill>
                    <a:schemeClr val="bg2"/>
                  </a:solidFill>
                  <a:latin typeface="微软雅黑" panose="020B0503020204020204" pitchFamily="34" charset="-122"/>
                  <a:ea typeface="微软雅黑" panose="020B0503020204020204" pitchFamily="34" charset="-122"/>
                </a:rPr>
                <a:t>系统</a:t>
              </a:r>
              <a:endParaRPr lang="en-US" altLang="zh-CN" b="1" spc="350" dirty="0">
                <a:solidFill>
                  <a:schemeClr val="bg2"/>
                </a:solidFill>
                <a:latin typeface="微软雅黑" panose="020B0503020204020204" pitchFamily="34" charset="-122"/>
                <a:ea typeface="微软雅黑" panose="020B0503020204020204" pitchFamily="34" charset="-122"/>
              </a:endParaRPr>
            </a:p>
            <a:p>
              <a:pPr algn="l">
                <a:buClr>
                  <a:srgbClr val="CC9900"/>
                </a:buClr>
              </a:pPr>
              <a:r>
                <a:rPr lang="zh-CN" altLang="en-US" b="1" spc="350" dirty="0">
                  <a:solidFill>
                    <a:schemeClr val="bg2"/>
                  </a:solidFill>
                  <a:latin typeface="微软雅黑" panose="020B0503020204020204" pitchFamily="34" charset="-122"/>
                  <a:ea typeface="微软雅黑" panose="020B0503020204020204" pitchFamily="34" charset="-122"/>
                </a:rPr>
                <a:t> 服务层</a:t>
              </a:r>
              <a:endParaRPr lang="zh-CN" altLang="en-US" b="1" spc="350" dirty="0">
                <a:solidFill>
                  <a:schemeClr val="bg2"/>
                </a:solidFill>
                <a:latin typeface="微软雅黑" panose="020B0503020204020204" pitchFamily="34" charset="-122"/>
                <a:ea typeface="微软雅黑" panose="020B0503020204020204" pitchFamily="34" charset="-122"/>
              </a:endParaRPr>
            </a:p>
          </p:txBody>
        </p:sp>
        <p:sp>
          <p:nvSpPr>
            <p:cNvPr id="11" name="矩形 10"/>
            <p:cNvSpPr/>
            <p:nvPr/>
          </p:nvSpPr>
          <p:spPr>
            <a:xfrm>
              <a:off x="2108573" y="5468049"/>
              <a:ext cx="5856475" cy="630904"/>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12" name="矩形 11"/>
            <p:cNvSpPr/>
            <p:nvPr/>
          </p:nvSpPr>
          <p:spPr>
            <a:xfrm>
              <a:off x="3410389" y="5608615"/>
              <a:ext cx="1463799" cy="304128"/>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Linux Kernel</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p:nvSpPr>
          <p:spPr>
            <a:xfrm>
              <a:off x="5155631" y="5608615"/>
              <a:ext cx="1198232" cy="304128"/>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err="1">
                  <a:solidFill>
                    <a:schemeClr val="bg2"/>
                  </a:solidFill>
                  <a:latin typeface="微软雅黑" panose="020B0503020204020204" pitchFamily="34" charset="-122"/>
                  <a:ea typeface="微软雅黑" panose="020B0503020204020204" pitchFamily="34" charset="-122"/>
                  <a:cs typeface="Arial" panose="020B0604020202020204" pitchFamily="34" charset="0"/>
                </a:rPr>
                <a:t>LiteOS</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6635306" y="5599509"/>
              <a:ext cx="1199185" cy="304128"/>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文本框 14"/>
            <p:cNvSpPr txBox="1"/>
            <p:nvPr/>
          </p:nvSpPr>
          <p:spPr>
            <a:xfrm>
              <a:off x="2198906" y="5599509"/>
              <a:ext cx="968483" cy="307777"/>
            </a:xfrm>
            <a:prstGeom prst="rect">
              <a:avLst/>
            </a:prstGeom>
            <a:noFill/>
            <a:ln>
              <a:solidFill>
                <a:schemeClr val="bg2"/>
              </a:solidFill>
            </a:ln>
          </p:spPr>
          <p:txBody>
            <a:bodyPr wrap="none" rtlCol="0">
              <a:spAutoFit/>
            </a:bodyPr>
            <a:lstStyle/>
            <a:p>
              <a:pPr defTabSz="457200" hangingPunct="1"/>
              <a:r>
                <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内核子系统</a:t>
              </a:r>
              <a:endPar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矩形 15"/>
            <p:cNvSpPr/>
            <p:nvPr/>
          </p:nvSpPr>
          <p:spPr>
            <a:xfrm>
              <a:off x="8747030" y="1808013"/>
              <a:ext cx="1646025" cy="2946501"/>
            </a:xfrm>
            <a:prstGeom prst="rect">
              <a:avLst/>
            </a:prstGeom>
            <a:noFill/>
            <a:ln w="19050"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defTabSz="301625">
                <a:lnSpc>
                  <a:spcPct val="150000"/>
                </a:lnSpc>
              </a:pPr>
              <a:r>
                <a:rPr lang="zh-CN" altLang="en-US" sz="1400" spc="300" dirty="0">
                  <a:solidFill>
                    <a:schemeClr val="bg2"/>
                  </a:solidFill>
                  <a:latin typeface="微软雅黑" panose="020B0503020204020204" pitchFamily="34" charset="-122"/>
                  <a:ea typeface="微软雅黑" panose="020B0503020204020204" pitchFamily="34" charset="-122"/>
                </a:rPr>
                <a:t>硬件服务子系统集</a:t>
              </a:r>
              <a:endParaRPr lang="zh-CN" altLang="en-US" sz="1400" spc="300" dirty="0">
                <a:solidFill>
                  <a:schemeClr val="bg2"/>
                </a:solidFill>
                <a:latin typeface="微软雅黑" panose="020B0503020204020204" pitchFamily="34" charset="-122"/>
                <a:ea typeface="微软雅黑" panose="020B0503020204020204" pitchFamily="34" charset="-122"/>
              </a:endParaRPr>
            </a:p>
          </p:txBody>
        </p:sp>
        <p:sp>
          <p:nvSpPr>
            <p:cNvPr id="17" name="矩形 16"/>
            <p:cNvSpPr/>
            <p:nvPr/>
          </p:nvSpPr>
          <p:spPr>
            <a:xfrm>
              <a:off x="8798466" y="2150224"/>
              <a:ext cx="292627" cy="252000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位置服务子系统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18" name="矩形 17"/>
            <p:cNvSpPr/>
            <p:nvPr/>
          </p:nvSpPr>
          <p:spPr>
            <a:xfrm>
              <a:off x="9113403" y="2150224"/>
              <a:ext cx="292627" cy="252000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生物特征识别子系统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19" name="矩形 18"/>
            <p:cNvSpPr/>
            <p:nvPr/>
          </p:nvSpPr>
          <p:spPr>
            <a:xfrm>
              <a:off x="10058211" y="2150224"/>
              <a:ext cx="292627" cy="252000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0" name="矩形 19"/>
            <p:cNvSpPr/>
            <p:nvPr/>
          </p:nvSpPr>
          <p:spPr>
            <a:xfrm>
              <a:off x="9428339" y="2150224"/>
              <a:ext cx="292627" cy="252000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穿戴专有硬件服务子系统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1" name="矩形 20"/>
            <p:cNvSpPr/>
            <p:nvPr/>
          </p:nvSpPr>
          <p:spPr>
            <a:xfrm>
              <a:off x="9743275" y="2150224"/>
              <a:ext cx="292627" cy="252000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I</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o</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T</a:t>
              </a:r>
              <a:r>
                <a:rPr lang="zh-CN" altLang="en-US" sz="1400" spc="350" dirty="0">
                  <a:solidFill>
                    <a:schemeClr val="bg2"/>
                  </a:solidFill>
                  <a:latin typeface="微软雅黑" panose="020B0503020204020204" pitchFamily="34" charset="-122"/>
                  <a:ea typeface="微软雅黑" panose="020B0503020204020204" pitchFamily="34" charset="-122"/>
                </a:rPr>
                <a:t>专有硬件服务子系统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2" name="矩形 21"/>
            <p:cNvSpPr/>
            <p:nvPr/>
          </p:nvSpPr>
          <p:spPr>
            <a:xfrm>
              <a:off x="4931840" y="1806307"/>
              <a:ext cx="2028708" cy="2948207"/>
            </a:xfrm>
            <a:prstGeom prst="rect">
              <a:avLst/>
            </a:prstGeom>
            <a:noFill/>
            <a:ln w="19050"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algn="ctr" defTabSz="301625">
                <a:lnSpc>
                  <a:spcPct val="150000"/>
                </a:lnSpc>
                <a:defRPr/>
              </a:pPr>
              <a:r>
                <a:rPr lang="zh-CN" altLang="en-US" sz="1400" dirty="0">
                  <a:solidFill>
                    <a:schemeClr val="bg2"/>
                  </a:solidFill>
                  <a:latin typeface="微软雅黑" panose="020B0503020204020204" pitchFamily="34" charset="-122"/>
                  <a:ea typeface="微软雅黑" panose="020B0503020204020204" pitchFamily="34" charset="-122"/>
                </a:rPr>
                <a:t>基础软件服务子系统集</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23" name="矩形 22"/>
            <p:cNvSpPr/>
            <p:nvPr/>
          </p:nvSpPr>
          <p:spPr>
            <a:xfrm>
              <a:off x="5628176" y="2128202"/>
              <a:ext cx="292627" cy="2358207"/>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多媒体子系统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4" name="矩形 23"/>
            <p:cNvSpPr/>
            <p:nvPr/>
          </p:nvSpPr>
          <p:spPr>
            <a:xfrm>
              <a:off x="5956037" y="2123377"/>
              <a:ext cx="292627" cy="2358207"/>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D</a:t>
              </a:r>
              <a:endParaRPr lang="en-US" altLang="zh-CN" sz="1400" spc="35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F</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X</a:t>
              </a:r>
              <a:r>
                <a:rPr lang="zh-CN" altLang="en-US" sz="1400" spc="350" dirty="0">
                  <a:solidFill>
                    <a:schemeClr val="bg2"/>
                  </a:solidFill>
                  <a:latin typeface="微软雅黑" panose="020B0503020204020204" pitchFamily="34" charset="-122"/>
                  <a:ea typeface="微软雅黑" panose="020B0503020204020204" pitchFamily="34" charset="-122"/>
                </a:rPr>
                <a:t>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5" name="矩形 24"/>
            <p:cNvSpPr/>
            <p:nvPr/>
          </p:nvSpPr>
          <p:spPr>
            <a:xfrm>
              <a:off x="5300315" y="2128202"/>
              <a:ext cx="292627" cy="2358207"/>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电话子系统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6" name="矩形 25"/>
            <p:cNvSpPr/>
            <p:nvPr/>
          </p:nvSpPr>
          <p:spPr>
            <a:xfrm>
              <a:off x="6283897" y="2123377"/>
              <a:ext cx="292627" cy="2358207"/>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MS</a:t>
              </a:r>
              <a:endParaRPr lang="en-US" altLang="zh-CN" sz="1400" spc="35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D</a:t>
              </a:r>
              <a:endParaRPr lang="en-US" altLang="zh-CN" sz="1400" spc="35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P</a:t>
              </a:r>
              <a:endParaRPr lang="en-US" altLang="zh-CN" sz="1400" spc="35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&amp;DV</a:t>
              </a:r>
              <a:r>
                <a:rPr lang="zh-CN" altLang="en-US" sz="1400" spc="350" dirty="0">
                  <a:solidFill>
                    <a:schemeClr val="bg2"/>
                  </a:solidFill>
                  <a:latin typeface="微软雅黑" panose="020B0503020204020204" pitchFamily="34" charset="-122"/>
                  <a:ea typeface="微软雅黑" panose="020B0503020204020204" pitchFamily="34" charset="-122"/>
                </a:rPr>
                <a:t>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7" name="矩形 26"/>
            <p:cNvSpPr/>
            <p:nvPr/>
          </p:nvSpPr>
          <p:spPr>
            <a:xfrm>
              <a:off x="6611759" y="2128202"/>
              <a:ext cx="292627" cy="2358207"/>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8" name="矩形 27"/>
            <p:cNvSpPr/>
            <p:nvPr/>
          </p:nvSpPr>
          <p:spPr>
            <a:xfrm>
              <a:off x="4468064" y="2106206"/>
              <a:ext cx="241073" cy="2051609"/>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A</a:t>
              </a:r>
              <a:endParaRPr lang="en-US" altLang="zh-CN" sz="1400" spc="35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rPr>
                <a:t>I</a:t>
              </a:r>
              <a:r>
                <a:rPr lang="zh-CN" altLang="en-US" sz="1400" spc="350" dirty="0">
                  <a:solidFill>
                    <a:schemeClr val="bg2"/>
                  </a:solidFill>
                  <a:latin typeface="微软雅黑" panose="020B0503020204020204" pitchFamily="34" charset="-122"/>
                  <a:ea typeface="微软雅黑" panose="020B0503020204020204" pitchFamily="34" charset="-122"/>
                </a:rPr>
                <a:t>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9" name="矩形 28"/>
            <p:cNvSpPr/>
            <p:nvPr/>
          </p:nvSpPr>
          <p:spPr>
            <a:xfrm>
              <a:off x="4975662" y="2119232"/>
              <a:ext cx="292627" cy="2358207"/>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事件通知服务子系统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2351668" y="1191296"/>
              <a:ext cx="5055983" cy="346906"/>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r>
                <a:rPr lang="zh-CN" altLang="en-US" sz="1400" dirty="0">
                  <a:solidFill>
                    <a:schemeClr val="bg2"/>
                  </a:solidFill>
                  <a:latin typeface="微软雅黑" panose="020B0503020204020204" pitchFamily="34" charset="-122"/>
                  <a:ea typeface="微软雅黑" panose="020B0503020204020204" pitchFamily="34" charset="-122"/>
                </a:rPr>
                <a:t>  系统应用</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31" name="矩形 30"/>
            <p:cNvSpPr/>
            <p:nvPr/>
          </p:nvSpPr>
          <p:spPr>
            <a:xfrm>
              <a:off x="3725845" y="1218303"/>
              <a:ext cx="499415" cy="252058"/>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桌面</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2" name="矩形 31"/>
            <p:cNvSpPr/>
            <p:nvPr/>
          </p:nvSpPr>
          <p:spPr>
            <a:xfrm>
              <a:off x="4384340" y="1222428"/>
              <a:ext cx="758473" cy="252058"/>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控制栏</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3" name="矩形 32"/>
            <p:cNvSpPr/>
            <p:nvPr/>
          </p:nvSpPr>
          <p:spPr>
            <a:xfrm>
              <a:off x="5322082" y="1222428"/>
              <a:ext cx="499415" cy="252058"/>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设置</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4" name="矩形 33"/>
            <p:cNvSpPr/>
            <p:nvPr/>
          </p:nvSpPr>
          <p:spPr>
            <a:xfrm>
              <a:off x="5999954" y="1222428"/>
              <a:ext cx="499415" cy="252058"/>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电话</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5" name="矩形 34"/>
            <p:cNvSpPr/>
            <p:nvPr/>
          </p:nvSpPr>
          <p:spPr>
            <a:xfrm>
              <a:off x="6741328" y="1220707"/>
              <a:ext cx="499415" cy="252058"/>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6" name="矩形 35"/>
            <p:cNvSpPr/>
            <p:nvPr/>
          </p:nvSpPr>
          <p:spPr>
            <a:xfrm>
              <a:off x="7548717" y="1155943"/>
              <a:ext cx="2678756" cy="345511"/>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8134797" y="1179345"/>
              <a:ext cx="1512107" cy="307777"/>
            </a:xfrm>
            <a:prstGeom prst="rect">
              <a:avLst/>
            </a:prstGeom>
            <a:noFill/>
            <a:ln>
              <a:solidFill>
                <a:schemeClr val="bg2"/>
              </a:solidFill>
            </a:ln>
          </p:spPr>
          <p:txBody>
            <a:bodyPr wrap="none" rtlCol="0">
              <a:spAutoFit/>
            </a:bodyPr>
            <a:lstStyle/>
            <a:p>
              <a:pPr defTabSz="457200" hangingPunct="1"/>
              <a:r>
                <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扩展应用</a:t>
              </a:r>
              <a:r>
                <a:rPr lang="en-US" altLang="zh-CN"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三方应用</a:t>
              </a:r>
              <a:endPar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8" name="矩形 37"/>
            <p:cNvSpPr/>
            <p:nvPr/>
          </p:nvSpPr>
          <p:spPr>
            <a:xfrm>
              <a:off x="7012540" y="1806307"/>
              <a:ext cx="1619905" cy="2948207"/>
            </a:xfrm>
            <a:prstGeom prst="rect">
              <a:avLst/>
            </a:prstGeom>
            <a:noFill/>
            <a:ln w="19050"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defTabSz="301625">
                <a:lnSpc>
                  <a:spcPct val="150000"/>
                </a:lnSpc>
              </a:pPr>
              <a:r>
                <a:rPr lang="zh-CN" altLang="en-US" sz="1200" dirty="0">
                  <a:solidFill>
                    <a:schemeClr val="bg2"/>
                  </a:solidFill>
                  <a:latin typeface="微软雅黑" panose="020B0503020204020204" pitchFamily="34" charset="-122"/>
                  <a:ea typeface="微软雅黑" panose="020B0503020204020204" pitchFamily="34" charset="-122"/>
                </a:rPr>
                <a:t>增强软件服务子系统集</a:t>
              </a:r>
              <a:endParaRPr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39" name="矩形 38"/>
            <p:cNvSpPr/>
            <p:nvPr/>
          </p:nvSpPr>
          <p:spPr>
            <a:xfrm>
              <a:off x="7169257" y="2123644"/>
              <a:ext cx="292627" cy="2484021"/>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智慧屏专有业务子系统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0" name="矩形 39"/>
            <p:cNvSpPr/>
            <p:nvPr/>
          </p:nvSpPr>
          <p:spPr>
            <a:xfrm>
              <a:off x="7501874" y="2123644"/>
              <a:ext cx="292627" cy="2484021"/>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穿戴专有业务子系统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1" name="矩形 40"/>
            <p:cNvSpPr/>
            <p:nvPr/>
          </p:nvSpPr>
          <p:spPr>
            <a:xfrm>
              <a:off x="7834491" y="2123644"/>
              <a:ext cx="292627" cy="2484021"/>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I</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o</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T</a:t>
              </a:r>
              <a:r>
                <a:rPr lang="zh-CN" altLang="en-US" sz="1400" spc="350" dirty="0">
                  <a:solidFill>
                    <a:schemeClr val="bg2"/>
                  </a:solidFill>
                  <a:latin typeface="微软雅黑" panose="020B0503020204020204" pitchFamily="34" charset="-122"/>
                  <a:ea typeface="微软雅黑" panose="020B0503020204020204" pitchFamily="34" charset="-122"/>
                </a:rPr>
                <a:t>专有业务子系统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2" name="矩形 41"/>
            <p:cNvSpPr/>
            <p:nvPr/>
          </p:nvSpPr>
          <p:spPr>
            <a:xfrm>
              <a:off x="8183926" y="2123644"/>
              <a:ext cx="292627" cy="2484021"/>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4" name="矩形 43"/>
            <p:cNvSpPr/>
            <p:nvPr/>
          </p:nvSpPr>
          <p:spPr>
            <a:xfrm>
              <a:off x="8127118" y="5053364"/>
              <a:ext cx="2245953" cy="1012884"/>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6" name="矩形 45"/>
            <p:cNvSpPr/>
            <p:nvPr/>
          </p:nvSpPr>
          <p:spPr>
            <a:xfrm>
              <a:off x="2002222" y="1802098"/>
              <a:ext cx="2780306" cy="2952416"/>
            </a:xfrm>
            <a:prstGeom prst="rect">
              <a:avLst/>
            </a:prstGeom>
            <a:noFill/>
            <a:ln w="19050"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algn="ctr" defTabSz="301625">
                <a:lnSpc>
                  <a:spcPct val="150000"/>
                </a:lnSpc>
                <a:defRPr/>
              </a:pPr>
              <a:r>
                <a:rPr lang="zh-CN" altLang="en-US" sz="1400" dirty="0">
                  <a:solidFill>
                    <a:schemeClr val="bg2"/>
                  </a:solidFill>
                  <a:latin typeface="微软雅黑" panose="020B0503020204020204" pitchFamily="34" charset="-122"/>
                  <a:ea typeface="微软雅黑" panose="020B0503020204020204" pitchFamily="34" charset="-122"/>
                </a:rPr>
                <a:t>系统基本能力子系统集</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47" name="矩形 46"/>
            <p:cNvSpPr/>
            <p:nvPr/>
          </p:nvSpPr>
          <p:spPr>
            <a:xfrm>
              <a:off x="2237766" y="4235947"/>
              <a:ext cx="1260580" cy="468000"/>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方舟多语言运行时子系统</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48" name="矩形 47"/>
            <p:cNvSpPr/>
            <p:nvPr/>
          </p:nvSpPr>
          <p:spPr>
            <a:xfrm>
              <a:off x="3560589" y="4235946"/>
              <a:ext cx="1148547" cy="468000"/>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公共基础库</a:t>
              </a:r>
              <a:endParaRPr lang="en-US" altLang="zh-CN"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子系统</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49" name="矩形 48"/>
            <p:cNvSpPr/>
            <p:nvPr/>
          </p:nvSpPr>
          <p:spPr>
            <a:xfrm>
              <a:off x="2987218" y="2109738"/>
              <a:ext cx="512793" cy="719198"/>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用户程序框架</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0" name="矩形 49"/>
            <p:cNvSpPr/>
            <p:nvPr/>
          </p:nvSpPr>
          <p:spPr>
            <a:xfrm>
              <a:off x="2174701" y="2491478"/>
              <a:ext cx="756000" cy="360000"/>
            </a:xfrm>
            <a:prstGeom prst="rect">
              <a:avLst/>
            </a:prstGeom>
            <a:noFill/>
            <a:ln w="3175">
              <a:solidFill>
                <a:schemeClr val="bg2"/>
              </a:solidFill>
              <a:miter lim="400000"/>
            </a:ln>
          </p:spPr>
          <p:txBody>
            <a:bodyPr lIns="8057" tIns="8057" rIns="8057" bIns="8057" anchor="ctr"/>
            <a:lstStyle/>
            <a:p>
              <a:pPr algn="ctr" defTabSz="160655"/>
              <a:r>
                <a:rPr lang="en-US" altLang="zh-CN"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Ability</a:t>
              </a:r>
              <a:r>
                <a:rPr lang="zh-CN" altLang="en-US"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框架</a:t>
              </a:r>
              <a:endParaRPr lang="zh-CN" altLang="en-US"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1" name="矩形 50"/>
            <p:cNvSpPr/>
            <p:nvPr/>
          </p:nvSpPr>
          <p:spPr>
            <a:xfrm>
              <a:off x="2237767" y="2112839"/>
              <a:ext cx="707309" cy="284801"/>
            </a:xfrm>
            <a:prstGeom prst="rect">
              <a:avLst/>
            </a:prstGeom>
            <a:noFill/>
            <a:ln w="3175">
              <a:solidFill>
                <a:schemeClr val="bg2"/>
              </a:solidFill>
              <a:miter lim="400000"/>
            </a:ln>
          </p:spPr>
          <p:txBody>
            <a:bodyPr lIns="8057" tIns="8057" rIns="8057" bIns="8057" anchor="ctr"/>
            <a:lstStyle/>
            <a:p>
              <a:pPr algn="ctr" defTabSz="160655"/>
              <a:r>
                <a:rPr lang="en-US" altLang="zh-CN" sz="1200" dirty="0" err="1">
                  <a:solidFill>
                    <a:schemeClr val="bg2"/>
                  </a:solidFill>
                  <a:latin typeface="微软雅黑" panose="020B0503020204020204" pitchFamily="34" charset="-122"/>
                  <a:ea typeface="微软雅黑" panose="020B0503020204020204" pitchFamily="34" charset="-122"/>
                  <a:cs typeface="Huawei Sans" panose="020C0503030203020204" pitchFamily="34" charset="0"/>
                </a:rPr>
                <a:t>ArkUI</a:t>
              </a:r>
              <a:endParaRPr lang="zh-CN" altLang="en-US"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2" name="矩形 51"/>
            <p:cNvSpPr/>
            <p:nvPr/>
          </p:nvSpPr>
          <p:spPr>
            <a:xfrm>
              <a:off x="3575990" y="2110546"/>
              <a:ext cx="210575" cy="204727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多模输入子系统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53" name="矩形 52"/>
            <p:cNvSpPr/>
            <p:nvPr/>
          </p:nvSpPr>
          <p:spPr>
            <a:xfrm>
              <a:off x="2237767" y="3506691"/>
              <a:ext cx="1262243" cy="286495"/>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分布式数据管理</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4" name="矩形 53"/>
            <p:cNvSpPr/>
            <p:nvPr/>
          </p:nvSpPr>
          <p:spPr>
            <a:xfrm>
              <a:off x="2237767" y="3871321"/>
              <a:ext cx="1262243" cy="286495"/>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分布式软总线</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5" name="矩形 54"/>
            <p:cNvSpPr/>
            <p:nvPr/>
          </p:nvSpPr>
          <p:spPr>
            <a:xfrm>
              <a:off x="2237767" y="3142063"/>
              <a:ext cx="1262243" cy="286495"/>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分布式任务调度</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6" name="矩形 55"/>
            <p:cNvSpPr/>
            <p:nvPr/>
          </p:nvSpPr>
          <p:spPr>
            <a:xfrm>
              <a:off x="3854083" y="2112840"/>
              <a:ext cx="243359" cy="2044976"/>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图形子系统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57" name="矩形 56"/>
            <p:cNvSpPr/>
            <p:nvPr/>
          </p:nvSpPr>
          <p:spPr>
            <a:xfrm>
              <a:off x="4164962" y="2112840"/>
              <a:ext cx="243359" cy="2044976"/>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安全子系统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8798466" y="5102872"/>
              <a:ext cx="968483" cy="307777"/>
            </a:xfrm>
            <a:prstGeom prst="rect">
              <a:avLst/>
            </a:prstGeom>
            <a:noFill/>
            <a:ln>
              <a:solidFill>
                <a:schemeClr val="bg2"/>
              </a:solidFill>
            </a:ln>
          </p:spPr>
          <p:txBody>
            <a:bodyPr wrap="none" rtlCol="0">
              <a:spAutoFit/>
            </a:bodyPr>
            <a:lstStyle/>
            <a:p>
              <a:pPr defTabSz="457200" hangingPunct="1"/>
              <a:r>
                <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驱动子系统</a:t>
              </a:r>
              <a:endPar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9" name="矩形 58"/>
            <p:cNvSpPr/>
            <p:nvPr/>
          </p:nvSpPr>
          <p:spPr>
            <a:xfrm>
              <a:off x="8346998" y="5428774"/>
              <a:ext cx="1916711" cy="576000"/>
            </a:xfrm>
            <a:prstGeom prst="rect">
              <a:avLst/>
            </a:prstGeom>
            <a:solidFill>
              <a:srgbClr val="FFFFFF"/>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200" spc="350">
                  <a:solidFill>
                    <a:schemeClr val="bg2"/>
                  </a:solidFill>
                  <a:latin typeface="微软雅黑" panose="020B0503020204020204" pitchFamily="34" charset="-122"/>
                  <a:ea typeface="微软雅黑" panose="020B0503020204020204" pitchFamily="34" charset="-122"/>
                  <a:cs typeface="Arial" panose="020B0604020202020204" pitchFamily="34" charset="0"/>
                </a:rPr>
                <a:t>HDF</a:t>
              </a:r>
              <a:r>
                <a:rPr lang="zh-CN" altLang="en-US" sz="1200" spc="350">
                  <a:solidFill>
                    <a:schemeClr val="bg2"/>
                  </a:solidFill>
                  <a:latin typeface="微软雅黑" panose="020B0503020204020204" pitchFamily="34" charset="-122"/>
                  <a:ea typeface="微软雅黑" panose="020B0503020204020204" pitchFamily="34" charset="-122"/>
                  <a:cs typeface="Arial" panose="020B0604020202020204" pitchFamily="34" charset="0"/>
                </a:rPr>
                <a:t>（硬件驱动框架）</a:t>
              </a:r>
              <a:endParaRPr lang="en-US" altLang="zh-CN" sz="12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5" name="文本框 44"/>
            <p:cNvSpPr txBox="1"/>
            <p:nvPr/>
          </p:nvSpPr>
          <p:spPr>
            <a:xfrm>
              <a:off x="3797821" y="5110705"/>
              <a:ext cx="1502495" cy="239190"/>
            </a:xfrm>
            <a:prstGeom prst="rect">
              <a:avLst/>
            </a:prstGeom>
            <a:solidFill>
              <a:schemeClr val="tx1"/>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000" spc="350">
                  <a:solidFill>
                    <a:schemeClr val="tx1"/>
                  </a:solidFill>
                  <a:latin typeface="Arial" panose="020B0604020202020204" pitchFamily="34" charset="0"/>
                  <a:ea typeface="微软雅黑" panose="020B0503020204020204" pitchFamily="34" charset="-122"/>
                  <a:cs typeface="Arial" panose="020B0604020202020204" pitchFamily="34" charset="0"/>
                </a:defRPr>
              </a:lvl1pPr>
            </a:lstStyle>
            <a:p>
              <a:pPr algn="ctr"/>
              <a:r>
                <a:rPr lang="en-US" altLang="zh-CN" sz="1400" dirty="0">
                  <a:solidFill>
                    <a:schemeClr val="bg2"/>
                  </a:solidFill>
                  <a:latin typeface="微软雅黑" panose="020B0503020204020204" pitchFamily="34" charset="-122"/>
                  <a:ea typeface="微软雅黑" panose="020B0503020204020204" pitchFamily="34" charset="-122"/>
                </a:rPr>
                <a:t>KAL</a:t>
              </a:r>
              <a:r>
                <a:rPr lang="zh-CN" altLang="en-US" sz="1400" dirty="0">
                  <a:solidFill>
                    <a:schemeClr val="bg2"/>
                  </a:solidFill>
                  <a:latin typeface="微软雅黑" panose="020B0503020204020204" pitchFamily="34" charset="-122"/>
                  <a:ea typeface="微软雅黑" panose="020B0503020204020204" pitchFamily="34" charset="-122"/>
                </a:rPr>
                <a:t>内核抽象层</a:t>
              </a:r>
              <a:endParaRPr lang="zh-CN" altLang="en-US" sz="1400" dirty="0">
                <a:solidFill>
                  <a:schemeClr val="bg2"/>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架构解析</a:t>
            </a:r>
            <a:endParaRPr lang="zh-CN" altLang="en-US" dirty="0"/>
          </a:p>
        </p:txBody>
      </p:sp>
      <p:sp>
        <p:nvSpPr>
          <p:cNvPr id="3" name="文本占位符 2"/>
          <p:cNvSpPr>
            <a:spLocks noGrp="1"/>
          </p:cNvSpPr>
          <p:nvPr>
            <p:ph type="body" sz="quarter" idx="10"/>
          </p:nvPr>
        </p:nvSpPr>
        <p:spPr>
          <a:xfrm>
            <a:off x="455613" y="1047750"/>
            <a:ext cx="5418413" cy="4879805"/>
          </a:xfrm>
        </p:spPr>
        <p:txBody>
          <a:bodyPr/>
          <a:lstStyle/>
          <a:p>
            <a:r>
              <a:rPr lang="en-US" altLang="zh-CN" dirty="0" err="1"/>
              <a:t>HarmonyOS</a:t>
            </a:r>
            <a:r>
              <a:rPr lang="zh-CN" altLang="en-US" dirty="0"/>
              <a:t>整体遵从分层设计，从下向上依次为：内核层、系统服务层、框架层和应用层。</a:t>
            </a:r>
            <a:endParaRPr lang="en-US" altLang="zh-CN" dirty="0"/>
          </a:p>
          <a:p>
            <a:r>
              <a:rPr lang="zh-CN" altLang="en-US" dirty="0"/>
              <a:t>系统功能按照“系统 </a:t>
            </a:r>
            <a:r>
              <a:rPr lang="en-US" altLang="zh-CN" dirty="0"/>
              <a:t>&gt; </a:t>
            </a:r>
            <a:r>
              <a:rPr lang="zh-CN" altLang="en-US" dirty="0"/>
              <a:t>子系统 </a:t>
            </a:r>
            <a:r>
              <a:rPr lang="en-US" altLang="zh-CN" dirty="0"/>
              <a:t>&gt; </a:t>
            </a:r>
            <a:r>
              <a:rPr lang="zh-CN" altLang="en-US" dirty="0"/>
              <a:t>功能</a:t>
            </a:r>
            <a:r>
              <a:rPr lang="en-US" altLang="zh-CN" dirty="0"/>
              <a:t>/</a:t>
            </a:r>
            <a:r>
              <a:rPr lang="zh-CN" altLang="en-US" dirty="0"/>
              <a:t>模块”逐级展开，在多设备部署场景下，支持根据实际需求裁剪某些非必要的子系统或功能</a:t>
            </a:r>
            <a:r>
              <a:rPr lang="en-US" altLang="zh-CN" dirty="0"/>
              <a:t>/</a:t>
            </a:r>
            <a:r>
              <a:rPr lang="zh-CN" altLang="en-US" dirty="0"/>
              <a:t>模块。</a:t>
            </a:r>
            <a:endParaRPr lang="zh-CN" altLang="en-US" dirty="0"/>
          </a:p>
        </p:txBody>
      </p:sp>
      <p:sp>
        <p:nvSpPr>
          <p:cNvPr id="5" name="矩形 4"/>
          <p:cNvSpPr/>
          <p:nvPr/>
        </p:nvSpPr>
        <p:spPr>
          <a:xfrm>
            <a:off x="6907696" y="4691272"/>
            <a:ext cx="3945835" cy="80286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latin typeface="微软雅黑" panose="020B0503020204020204" pitchFamily="34" charset="-122"/>
                <a:ea typeface="微软雅黑" panose="020B0503020204020204" pitchFamily="34" charset="-122"/>
              </a:rPr>
              <a:t>内核层</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6" name="矩形 5"/>
          <p:cNvSpPr/>
          <p:nvPr/>
        </p:nvSpPr>
        <p:spPr>
          <a:xfrm>
            <a:off x="6907695" y="3587129"/>
            <a:ext cx="3945835" cy="80286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latin typeface="微软雅黑" panose="020B0503020204020204" pitchFamily="34" charset="-122"/>
                <a:ea typeface="微软雅黑" panose="020B0503020204020204" pitchFamily="34" charset="-122"/>
              </a:rPr>
              <a:t>系统服务层</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7" name="矩形 6"/>
          <p:cNvSpPr/>
          <p:nvPr/>
        </p:nvSpPr>
        <p:spPr>
          <a:xfrm>
            <a:off x="6907693" y="2420403"/>
            <a:ext cx="3945835" cy="80286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latin typeface="微软雅黑" panose="020B0503020204020204" pitchFamily="34" charset="-122"/>
                <a:ea typeface="微软雅黑" panose="020B0503020204020204" pitchFamily="34" charset="-122"/>
              </a:rPr>
              <a:t>框架层</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8" name="矩形 7"/>
          <p:cNvSpPr/>
          <p:nvPr/>
        </p:nvSpPr>
        <p:spPr>
          <a:xfrm>
            <a:off x="6907694" y="1253677"/>
            <a:ext cx="3945835" cy="80286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latin typeface="微软雅黑" panose="020B0503020204020204" pitchFamily="34" charset="-122"/>
                <a:ea typeface="微软雅黑" panose="020B0503020204020204" pitchFamily="34" charset="-122"/>
              </a:rPr>
              <a:t>应用层</a:t>
            </a:r>
            <a:endParaRPr lang="zh-CN" altLang="en-US" dirty="0">
              <a:solidFill>
                <a:schemeClr val="bg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架构解析 </a:t>
            </a:r>
            <a:r>
              <a:rPr lang="en-US" altLang="zh-CN" dirty="0"/>
              <a:t>- </a:t>
            </a:r>
            <a:r>
              <a:rPr lang="zh-CN" altLang="en-US" dirty="0"/>
              <a:t>内核层</a:t>
            </a:r>
            <a:endParaRPr lang="zh-CN" altLang="en-US" dirty="0"/>
          </a:p>
        </p:txBody>
      </p:sp>
      <p:sp>
        <p:nvSpPr>
          <p:cNvPr id="3" name="文本占位符 2"/>
          <p:cNvSpPr>
            <a:spLocks noGrp="1"/>
          </p:cNvSpPr>
          <p:nvPr>
            <p:ph type="body" sz="quarter" idx="10"/>
          </p:nvPr>
        </p:nvSpPr>
        <p:spPr>
          <a:xfrm>
            <a:off x="455612" y="1047750"/>
            <a:ext cx="11293475" cy="2349831"/>
          </a:xfrm>
        </p:spPr>
        <p:txBody>
          <a:bodyPr/>
          <a:lstStyle/>
          <a:p>
            <a:r>
              <a:rPr lang="zh-CN" altLang="en-US" dirty="0"/>
              <a:t>内核层主要包括内核子系统和驱动子系统两个部分。</a:t>
            </a:r>
            <a:endParaRPr lang="en-US" altLang="zh-CN" dirty="0"/>
          </a:p>
          <a:p>
            <a:pPr lvl="1"/>
            <a:r>
              <a:rPr lang="zh-CN" altLang="en-US" dirty="0"/>
              <a:t>内核子系统：</a:t>
            </a:r>
            <a:r>
              <a:rPr lang="en-US" altLang="zh-CN" dirty="0"/>
              <a:t> </a:t>
            </a:r>
            <a:r>
              <a:rPr lang="en-US" altLang="zh-CN" dirty="0" err="1"/>
              <a:t>HarmonyOS</a:t>
            </a:r>
            <a:r>
              <a:rPr lang="zh-CN" altLang="en-US" dirty="0"/>
              <a:t>采用多内核设计，支持针对不同资源受限设备选用适合的</a:t>
            </a:r>
            <a:r>
              <a:rPr lang="en-US" altLang="zh-CN" dirty="0"/>
              <a:t>OS</a:t>
            </a:r>
            <a:r>
              <a:rPr lang="zh-CN" altLang="en-US" dirty="0"/>
              <a:t>内核。内核抽象层</a:t>
            </a:r>
            <a:r>
              <a:rPr lang="en-US" altLang="zh-CN" dirty="0"/>
              <a:t>(</a:t>
            </a:r>
            <a:r>
              <a:rPr lang="en-US" altLang="zh-CN" dirty="0" err="1"/>
              <a:t>KAL</a:t>
            </a:r>
            <a:r>
              <a:rPr lang="zh-CN" altLang="en-US" dirty="0"/>
              <a:t>，</a:t>
            </a:r>
            <a:r>
              <a:rPr lang="en-US" altLang="zh-CN" dirty="0"/>
              <a:t>Kernel Abstract Layer)</a:t>
            </a:r>
            <a:r>
              <a:rPr lang="zh-CN" altLang="en-US" dirty="0"/>
              <a:t>通过屏蔽多内核差异，对上层提供基础的内核能力，包括</a:t>
            </a:r>
            <a:r>
              <a:rPr lang="zh-CN" altLang="en-US" dirty="0">
                <a:solidFill>
                  <a:srgbClr val="C7000B"/>
                </a:solidFill>
              </a:rPr>
              <a:t>进程</a:t>
            </a:r>
            <a:r>
              <a:rPr lang="en-US" altLang="zh-CN" dirty="0">
                <a:solidFill>
                  <a:srgbClr val="C7000B"/>
                </a:solidFill>
              </a:rPr>
              <a:t>/</a:t>
            </a:r>
            <a:r>
              <a:rPr lang="zh-CN" altLang="en-US" dirty="0">
                <a:solidFill>
                  <a:srgbClr val="C7000B"/>
                </a:solidFill>
              </a:rPr>
              <a:t>线程管理、内存管理、文件系统、网络管理和外设管理</a:t>
            </a:r>
            <a:r>
              <a:rPr lang="zh-CN" altLang="en-US" dirty="0"/>
              <a:t>等。</a:t>
            </a:r>
            <a:endParaRPr lang="zh-CN" altLang="en-US" dirty="0"/>
          </a:p>
          <a:p>
            <a:pPr lvl="1"/>
            <a:r>
              <a:rPr lang="zh-CN" altLang="en-US" dirty="0"/>
              <a:t>驱动子系统：硬件驱动框架</a:t>
            </a:r>
            <a:r>
              <a:rPr lang="en-US" altLang="zh-CN" dirty="0"/>
              <a:t>(</a:t>
            </a:r>
            <a:r>
              <a:rPr lang="en-US" altLang="zh-CN" dirty="0" err="1"/>
              <a:t>HDF</a:t>
            </a:r>
            <a:r>
              <a:rPr lang="zh-CN" altLang="en-US" dirty="0" err="1"/>
              <a:t>，</a:t>
            </a:r>
            <a:r>
              <a:rPr lang="en-US" altLang="zh-CN" dirty="0"/>
              <a:t>Hardware Driver Framework)</a:t>
            </a:r>
            <a:r>
              <a:rPr lang="zh-CN" altLang="en-US" dirty="0"/>
              <a:t>是</a:t>
            </a:r>
            <a:r>
              <a:rPr lang="en-US" altLang="zh-CN" dirty="0" err="1"/>
              <a:t>HarmonyOS</a:t>
            </a:r>
            <a:r>
              <a:rPr lang="zh-CN" altLang="en-US" dirty="0"/>
              <a:t>硬件生态开放的基础，提供</a:t>
            </a:r>
            <a:r>
              <a:rPr lang="zh-CN" altLang="en-US" dirty="0">
                <a:solidFill>
                  <a:srgbClr val="C7000B"/>
                </a:solidFill>
              </a:rPr>
              <a:t>统一外设访问能力和驱动开发管理框架</a:t>
            </a:r>
            <a:r>
              <a:rPr lang="zh-CN" altLang="en-US" dirty="0"/>
              <a:t>。</a:t>
            </a:r>
            <a:endParaRPr lang="zh-CN" altLang="en-US" dirty="0"/>
          </a:p>
          <a:p>
            <a:endParaRPr lang="zh-CN" altLang="en-US" dirty="0"/>
          </a:p>
        </p:txBody>
      </p:sp>
      <p:grpSp>
        <p:nvGrpSpPr>
          <p:cNvPr id="18" name="组合 17"/>
          <p:cNvGrpSpPr/>
          <p:nvPr/>
        </p:nvGrpSpPr>
        <p:grpSpPr>
          <a:xfrm>
            <a:off x="789472" y="3653810"/>
            <a:ext cx="10825655" cy="1229363"/>
            <a:chOff x="995463" y="4966176"/>
            <a:chExt cx="9472933" cy="1229363"/>
          </a:xfrm>
        </p:grpSpPr>
        <p:sp>
          <p:nvSpPr>
            <p:cNvPr id="7" name="矩形 6"/>
            <p:cNvSpPr/>
            <p:nvPr/>
          </p:nvSpPr>
          <p:spPr>
            <a:xfrm>
              <a:off x="995463" y="4966176"/>
              <a:ext cx="9472933" cy="1229363"/>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  </a:t>
              </a:r>
              <a:r>
                <a:rPr lang="zh-CN" altLang="en-US" b="1" spc="350" dirty="0">
                  <a:solidFill>
                    <a:schemeClr val="bg2"/>
                  </a:solidFill>
                  <a:latin typeface="微软雅黑" panose="020B0503020204020204" pitchFamily="34" charset="-122"/>
                  <a:ea typeface="微软雅黑" panose="020B0503020204020204" pitchFamily="34" charset="-122"/>
                </a:rPr>
                <a:t>内核层</a:t>
              </a:r>
              <a:endParaRPr lang="zh-CN" altLang="en-US" b="1" spc="350" dirty="0">
                <a:solidFill>
                  <a:schemeClr val="bg2"/>
                </a:solidFill>
                <a:latin typeface="微软雅黑" panose="020B0503020204020204" pitchFamily="34" charset="-122"/>
                <a:ea typeface="微软雅黑" panose="020B0503020204020204" pitchFamily="34" charset="-122"/>
              </a:endParaRPr>
            </a:p>
          </p:txBody>
        </p:sp>
        <p:sp>
          <p:nvSpPr>
            <p:cNvPr id="8" name="矩形 7"/>
            <p:cNvSpPr/>
            <p:nvPr/>
          </p:nvSpPr>
          <p:spPr>
            <a:xfrm>
              <a:off x="2164660" y="5435345"/>
              <a:ext cx="6574695" cy="630904"/>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9" name="矩形 8"/>
            <p:cNvSpPr/>
            <p:nvPr/>
          </p:nvSpPr>
          <p:spPr>
            <a:xfrm>
              <a:off x="3308319" y="5608615"/>
              <a:ext cx="1646025" cy="304128"/>
            </a:xfrm>
            <a:prstGeom prst="rect">
              <a:avLst/>
            </a:prstGeom>
            <a:solidFill>
              <a:srgbClr val="C7000B"/>
            </a:solid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Linux Kernel</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矩形 9"/>
            <p:cNvSpPr/>
            <p:nvPr/>
          </p:nvSpPr>
          <p:spPr>
            <a:xfrm>
              <a:off x="5095493" y="5608615"/>
              <a:ext cx="1646025" cy="304128"/>
            </a:xfrm>
            <a:prstGeom prst="rect">
              <a:avLst/>
            </a:prstGeom>
            <a:solidFill>
              <a:srgbClr val="C7000B"/>
            </a:solid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err="1">
                  <a:solidFill>
                    <a:schemeClr val="bg2"/>
                  </a:solidFill>
                  <a:latin typeface="微软雅黑" panose="020B0503020204020204" pitchFamily="34" charset="-122"/>
                  <a:ea typeface="微软雅黑" panose="020B0503020204020204" pitchFamily="34" charset="-122"/>
                  <a:cs typeface="Arial" panose="020B0604020202020204" pitchFamily="34" charset="0"/>
                </a:rPr>
                <a:t>LiteOS</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矩形 10"/>
            <p:cNvSpPr/>
            <p:nvPr/>
          </p:nvSpPr>
          <p:spPr>
            <a:xfrm>
              <a:off x="6882669" y="5608615"/>
              <a:ext cx="1646025" cy="304128"/>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a:solidFill>
                    <a:schemeClr val="bg2"/>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2" name="文本框 11"/>
            <p:cNvSpPr txBox="1"/>
            <p:nvPr/>
          </p:nvSpPr>
          <p:spPr>
            <a:xfrm>
              <a:off x="2250503" y="5599509"/>
              <a:ext cx="947103" cy="307777"/>
            </a:xfrm>
            <a:prstGeom prst="rect">
              <a:avLst/>
            </a:prstGeom>
            <a:noFill/>
            <a:ln>
              <a:solidFill>
                <a:schemeClr val="bg2"/>
              </a:solidFill>
            </a:ln>
          </p:spPr>
          <p:txBody>
            <a:bodyPr wrap="none" rtlCol="0">
              <a:spAutoFit/>
            </a:bodyPr>
            <a:lstStyle/>
            <a:p>
              <a:pPr defTabSz="457200" hangingPunct="1"/>
              <a:r>
                <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内核子系统</a:t>
              </a:r>
              <a:endPar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3" name="直接连接符 12"/>
            <p:cNvCxnSpPr/>
            <p:nvPr/>
          </p:nvCxnSpPr>
          <p:spPr>
            <a:xfrm>
              <a:off x="2164388" y="5223682"/>
              <a:ext cx="6574968" cy="19891"/>
            </a:xfrm>
            <a:prstGeom prst="line">
              <a:avLst/>
            </a:prstGeom>
            <a:noFill/>
            <a:ln w="6350" cap="flat" cmpd="sng" algn="ctr">
              <a:solidFill>
                <a:schemeClr val="bg2"/>
              </a:solidFill>
              <a:prstDash val="dash"/>
              <a:miter lim="800000"/>
              <a:headEnd type="none" w="med" len="med"/>
              <a:tailEnd type="none" w="med" len="med"/>
            </a:ln>
            <a:effectLst/>
          </p:spPr>
        </p:cxnSp>
        <p:sp>
          <p:nvSpPr>
            <p:cNvPr id="14" name="矩形 13"/>
            <p:cNvSpPr/>
            <p:nvPr/>
          </p:nvSpPr>
          <p:spPr>
            <a:xfrm>
              <a:off x="8880505" y="5053364"/>
              <a:ext cx="1492567" cy="1012884"/>
            </a:xfrm>
            <a:prstGeom prst="rect">
              <a:avLst/>
            </a:prstGeom>
            <a:no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文本框 14"/>
            <p:cNvSpPr txBox="1"/>
            <p:nvPr/>
          </p:nvSpPr>
          <p:spPr>
            <a:xfrm>
              <a:off x="4860515" y="5090324"/>
              <a:ext cx="1450827" cy="292430"/>
            </a:xfrm>
            <a:prstGeom prst="rect">
              <a:avLst/>
            </a:prstGeom>
            <a:solidFill>
              <a:srgbClr val="FFFFFF"/>
            </a:solid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000" spc="350">
                  <a:solidFill>
                    <a:schemeClr val="tx1"/>
                  </a:solidFill>
                  <a:latin typeface="Arial" panose="020B0604020202020204" pitchFamily="34" charset="0"/>
                  <a:ea typeface="微软雅黑" panose="020B0503020204020204" pitchFamily="34" charset="-122"/>
                  <a:cs typeface="Arial" panose="020B0604020202020204" pitchFamily="34" charset="0"/>
                </a:defRPr>
              </a:lvl1pPr>
            </a:lstStyle>
            <a:p>
              <a:pPr algn="ctr"/>
              <a:r>
                <a:rPr lang="en-US" altLang="zh-CN" sz="1400" dirty="0">
                  <a:solidFill>
                    <a:schemeClr val="bg2"/>
                  </a:solidFill>
                  <a:latin typeface="微软雅黑" panose="020B0503020204020204" pitchFamily="34" charset="-122"/>
                  <a:ea typeface="微软雅黑" panose="020B0503020204020204" pitchFamily="34" charset="-122"/>
                </a:rPr>
                <a:t>KAL</a:t>
              </a:r>
              <a:r>
                <a:rPr lang="zh-CN" altLang="en-US" sz="1400" dirty="0">
                  <a:solidFill>
                    <a:schemeClr val="bg2"/>
                  </a:solidFill>
                  <a:latin typeface="微软雅黑" panose="020B0503020204020204" pitchFamily="34" charset="-122"/>
                  <a:ea typeface="微软雅黑" panose="020B0503020204020204" pitchFamily="34" charset="-122"/>
                </a:rPr>
                <a:t>内核</a:t>
              </a:r>
              <a:r>
                <a:rPr lang="zh-CN" altLang="en-US" sz="1400">
                  <a:solidFill>
                    <a:schemeClr val="bg2"/>
                  </a:solidFill>
                  <a:latin typeface="微软雅黑" panose="020B0503020204020204" pitchFamily="34" charset="-122"/>
                  <a:ea typeface="微软雅黑" panose="020B0503020204020204" pitchFamily="34" charset="-122"/>
                </a:rPr>
                <a:t>抽象层</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9233682" y="5089685"/>
              <a:ext cx="947103" cy="307777"/>
            </a:xfrm>
            <a:prstGeom prst="rect">
              <a:avLst/>
            </a:prstGeom>
            <a:noFill/>
            <a:ln>
              <a:solidFill>
                <a:schemeClr val="bg2"/>
              </a:solidFill>
            </a:ln>
          </p:spPr>
          <p:txBody>
            <a:bodyPr wrap="none" rtlCol="0">
              <a:spAutoFit/>
            </a:bodyPr>
            <a:lstStyle/>
            <a:p>
              <a:pPr algn="ctr" defTabSz="457200" hangingPunct="1"/>
              <a:r>
                <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驱动子系统</a:t>
              </a:r>
              <a:endParaRPr lang="zh-CN" altLang="en-US" sz="1400" kern="120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7" name="矩形 16"/>
            <p:cNvSpPr/>
            <p:nvPr/>
          </p:nvSpPr>
          <p:spPr>
            <a:xfrm>
              <a:off x="9056611" y="5382754"/>
              <a:ext cx="1221859" cy="643040"/>
            </a:xfrm>
            <a:prstGeom prst="rect">
              <a:avLst/>
            </a:prstGeom>
            <a:solidFill>
              <a:srgbClr val="C7000B"/>
            </a:solid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HDF</a:t>
              </a:r>
              <a:endParaRPr lang="en-US" altLang="zh-CN"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rPr>
                <a:t>硬件驱动框架</a:t>
              </a:r>
              <a:endParaRPr lang="zh-CN" altLang="en-US" sz="1400" spc="350" dirty="0">
                <a:solidFill>
                  <a:schemeClr val="bg2"/>
                </a:solidFill>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统一驱动框架：驱动与内核解耦，支持运行动态加载，让更多</a:t>
            </a:r>
            <a:r>
              <a:rPr lang="en-US" altLang="zh-CN" dirty="0" err="1"/>
              <a:t>IoT</a:t>
            </a:r>
            <a:r>
              <a:rPr lang="zh-CN" altLang="en-US" dirty="0"/>
              <a:t>设备接入超级终端</a:t>
            </a:r>
            <a:endParaRPr lang="zh-CN" altLang="en-US" dirty="0"/>
          </a:p>
        </p:txBody>
      </p:sp>
      <p:sp>
        <p:nvSpPr>
          <p:cNvPr id="107" name="文本框 2"/>
          <p:cNvSpPr txBox="1">
            <a:spLocks noChangeArrowheads="1"/>
          </p:cNvSpPr>
          <p:nvPr/>
        </p:nvSpPr>
        <p:spPr bwMode="auto">
          <a:xfrm>
            <a:off x="455613" y="1315078"/>
            <a:ext cx="11062025" cy="1126231"/>
          </a:xfrm>
          <a:prstGeom prst="rect">
            <a:avLst/>
          </a:prstGeom>
          <a:solidFill>
            <a:schemeClr val="tx1"/>
          </a:solidFill>
          <a:ln>
            <a:solidFill>
              <a:schemeClr val="tx1"/>
            </a:solidFill>
          </a:ln>
        </p:spPr>
        <p:txBody>
          <a:bodyPr>
            <a:noAutofit/>
          </a:bodyPr>
          <a:lstStyle>
            <a:lvl1pPr marL="285750" indent="-285750" defTabSz="342900">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1pPr>
            <a:lvl2pPr defTabSz="342900">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2pPr>
            <a:lvl3pPr defTabSz="342900">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3pPr>
            <a:lvl4pPr defTabSz="342900">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4pPr>
            <a:lvl5pPr defTabSz="342900">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5pPr>
            <a:lvl6pPr marL="1143000" indent="685800" defTabSz="342900" eaLnBrk="0" fontAlgn="base" hangingPunct="0">
              <a:spcBef>
                <a:spcPct val="0"/>
              </a:spcBef>
              <a:spcAft>
                <a:spcPct val="0"/>
              </a:spcAft>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6pPr>
            <a:lvl7pPr marL="1600200" indent="685800" defTabSz="342900" eaLnBrk="0" fontAlgn="base" hangingPunct="0">
              <a:spcBef>
                <a:spcPct val="0"/>
              </a:spcBef>
              <a:spcAft>
                <a:spcPct val="0"/>
              </a:spcAft>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7pPr>
            <a:lvl8pPr marL="2057400" indent="685800" defTabSz="342900" eaLnBrk="0" fontAlgn="base" hangingPunct="0">
              <a:spcBef>
                <a:spcPct val="0"/>
              </a:spcBef>
              <a:spcAft>
                <a:spcPct val="0"/>
              </a:spcAft>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8pPr>
            <a:lvl9pPr marL="2514600" indent="685800" defTabSz="342900" eaLnBrk="0" fontAlgn="base" hangingPunct="0">
              <a:spcBef>
                <a:spcPct val="0"/>
              </a:spcBef>
              <a:spcAft>
                <a:spcPct val="0"/>
              </a:spcAft>
              <a:defRPr sz="2900">
                <a:solidFill>
                  <a:srgbClr val="000000"/>
                </a:solidFill>
                <a:latin typeface="Gill Sans" panose="020B0502020104020203" pitchFamily="-109" charset="0"/>
                <a:ea typeface="MS PGothic" panose="020B0600070205080204" pitchFamily="34" charset="-128"/>
                <a:sym typeface="Gill Sans" panose="020B0502020104020203" pitchFamily="-109" charset="0"/>
              </a:defRPr>
            </a:lvl9pPr>
          </a:lstStyle>
          <a:p>
            <a:pPr>
              <a:lnSpc>
                <a:spcPct val="150000"/>
              </a:lnSpc>
              <a:buSzPct val="50000"/>
              <a:buFont typeface="Wingdings" panose="05000000000000000000" pitchFamily="2" charset="2"/>
              <a:buChar char="l"/>
            </a:pPr>
            <a:r>
              <a:rPr lang="zh-CN" altLang="en-US" sz="1600" dirty="0">
                <a:solidFill>
                  <a:schemeClr val="bg2"/>
                </a:solidFill>
                <a:latin typeface="+mn-lt"/>
                <a:ea typeface="方正兰亭黑简体" panose="02000000000000000000" pitchFamily="2" charset="-122"/>
                <a:sym typeface="Huawei Sans" panose="020C0503030203020204" pitchFamily="34" charset="0"/>
              </a:rPr>
              <a:t>通过将平台和系统接口进行解耦，来构建统一的驱动平台底座去兼容如</a:t>
            </a:r>
            <a:r>
              <a:rPr lang="en-US" altLang="zh-CN" sz="1600" dirty="0">
                <a:solidFill>
                  <a:schemeClr val="bg2"/>
                </a:solidFill>
                <a:latin typeface="+mn-lt"/>
                <a:ea typeface="方正兰亭黑简体" panose="02000000000000000000" pitchFamily="2" charset="-122"/>
                <a:sym typeface="Huawei Sans" panose="020C0503030203020204" pitchFamily="34" charset="0"/>
              </a:rPr>
              <a:t>Linux</a:t>
            </a:r>
            <a:r>
              <a:rPr lang="zh-CN" altLang="en-US" sz="1600" dirty="0">
                <a:solidFill>
                  <a:schemeClr val="bg2"/>
                </a:solidFill>
                <a:latin typeface="+mn-lt"/>
                <a:ea typeface="方正兰亭黑简体" panose="02000000000000000000" pitchFamily="2" charset="-122"/>
                <a:sym typeface="Huawei Sans" panose="020C0503030203020204" pitchFamily="34" charset="0"/>
              </a:rPr>
              <a:t>、</a:t>
            </a:r>
            <a:r>
              <a:rPr lang="en-US" altLang="zh-CN" sz="1600" dirty="0" err="1">
                <a:solidFill>
                  <a:schemeClr val="bg2"/>
                </a:solidFill>
                <a:latin typeface="+mn-lt"/>
                <a:ea typeface="方正兰亭黑简体" panose="02000000000000000000" pitchFamily="2" charset="-122"/>
                <a:sym typeface="Huawei Sans" panose="020C0503030203020204" pitchFamily="34" charset="0"/>
              </a:rPr>
              <a:t>LiteOS</a:t>
            </a:r>
            <a:r>
              <a:rPr lang="zh-CN" altLang="en-US" sz="1600" dirty="0">
                <a:solidFill>
                  <a:schemeClr val="bg2"/>
                </a:solidFill>
                <a:latin typeface="+mn-lt"/>
                <a:ea typeface="方正兰亭黑简体" panose="02000000000000000000" pitchFamily="2" charset="-122"/>
                <a:sym typeface="Huawei Sans" panose="020C0503030203020204" pitchFamily="34" charset="0"/>
              </a:rPr>
              <a:t>等不同内核；</a:t>
            </a:r>
            <a:endParaRPr lang="en-US" altLang="zh-CN" sz="1600" dirty="0">
              <a:solidFill>
                <a:schemeClr val="bg2"/>
              </a:solidFill>
              <a:latin typeface="+mn-lt"/>
              <a:ea typeface="方正兰亭黑简体" panose="02000000000000000000" pitchFamily="2" charset="-122"/>
              <a:sym typeface="Huawei Sans" panose="020C0503030203020204" pitchFamily="34" charset="0"/>
            </a:endParaRPr>
          </a:p>
          <a:p>
            <a:pPr>
              <a:lnSpc>
                <a:spcPct val="150000"/>
              </a:lnSpc>
              <a:buSzPct val="50000"/>
              <a:buFont typeface="Wingdings" panose="05000000000000000000" pitchFamily="2" charset="2"/>
              <a:buChar char="l"/>
            </a:pPr>
            <a:r>
              <a:rPr lang="zh-CN" altLang="en-US" sz="1600" dirty="0">
                <a:solidFill>
                  <a:schemeClr val="bg2"/>
                </a:solidFill>
                <a:latin typeface="+mn-lt"/>
                <a:ea typeface="方正兰亭黑简体" panose="02000000000000000000" pitchFamily="2" charset="-122"/>
                <a:sym typeface="Huawei Sans" panose="020C0503030203020204" pitchFamily="34" charset="0"/>
              </a:rPr>
              <a:t>支撑百</a:t>
            </a:r>
            <a:r>
              <a:rPr lang="en-US" altLang="zh-CN" sz="1600" dirty="0">
                <a:solidFill>
                  <a:schemeClr val="bg2"/>
                </a:solidFill>
                <a:latin typeface="+mn-lt"/>
                <a:ea typeface="方正兰亭黑简体" panose="02000000000000000000" pitchFamily="2" charset="-122"/>
                <a:sym typeface="Huawei Sans" panose="020C0503030203020204" pitchFamily="34" charset="0"/>
              </a:rPr>
              <a:t>K</a:t>
            </a:r>
            <a:r>
              <a:rPr lang="zh-CN" altLang="en-US" sz="1600" dirty="0">
                <a:solidFill>
                  <a:schemeClr val="bg2"/>
                </a:solidFill>
                <a:latin typeface="+mn-lt"/>
                <a:ea typeface="方正兰亭黑简体" panose="02000000000000000000" pitchFamily="2" charset="-122"/>
                <a:sym typeface="Huawei Sans" panose="020C0503030203020204" pitchFamily="34" charset="0"/>
              </a:rPr>
              <a:t>级</a:t>
            </a:r>
            <a:r>
              <a:rPr lang="en-US" altLang="zh-CN" sz="1600" dirty="0">
                <a:solidFill>
                  <a:schemeClr val="bg2"/>
                </a:solidFill>
                <a:latin typeface="+mn-lt"/>
                <a:ea typeface="方正兰亭黑简体" panose="02000000000000000000" pitchFamily="2" charset="-122"/>
                <a:sym typeface="Huawei Sans" panose="020C0503030203020204" pitchFamily="34" charset="0"/>
              </a:rPr>
              <a:t>~G</a:t>
            </a:r>
            <a:r>
              <a:rPr lang="zh-CN" altLang="en-US" sz="1600" dirty="0">
                <a:solidFill>
                  <a:schemeClr val="bg2"/>
                </a:solidFill>
                <a:latin typeface="+mn-lt"/>
                <a:ea typeface="方正兰亭黑简体" panose="02000000000000000000" pitchFamily="2" charset="-122"/>
                <a:sym typeface="Huawei Sans" panose="020C0503030203020204" pitchFamily="34" charset="0"/>
              </a:rPr>
              <a:t>级容量的</a:t>
            </a:r>
            <a:r>
              <a:rPr lang="en-US" altLang="zh-CN" sz="1600" dirty="0">
                <a:solidFill>
                  <a:schemeClr val="bg2"/>
                </a:solidFill>
                <a:latin typeface="+mn-lt"/>
                <a:ea typeface="方正兰亭黑简体" panose="02000000000000000000" pitchFamily="2" charset="-122"/>
                <a:sym typeface="Huawei Sans" panose="020C0503030203020204" pitchFamily="34" charset="0"/>
              </a:rPr>
              <a:t>1+8+N</a:t>
            </a:r>
            <a:r>
              <a:rPr lang="zh-CN" altLang="en-US" sz="1600" dirty="0">
                <a:solidFill>
                  <a:schemeClr val="bg2"/>
                </a:solidFill>
                <a:latin typeface="+mn-lt"/>
                <a:ea typeface="方正兰亭黑简体" panose="02000000000000000000" pitchFamily="2" charset="-122"/>
                <a:sym typeface="Huawei Sans" panose="020C0503030203020204" pitchFamily="34" charset="0"/>
              </a:rPr>
              <a:t>设备部署；</a:t>
            </a:r>
            <a:endParaRPr lang="en-US" altLang="zh-CN" sz="1600" dirty="0">
              <a:solidFill>
                <a:schemeClr val="bg2"/>
              </a:solidFill>
              <a:latin typeface="+mn-lt"/>
              <a:ea typeface="方正兰亭黑简体" panose="02000000000000000000" pitchFamily="2" charset="-122"/>
              <a:sym typeface="Huawei Sans" panose="020C0503030203020204" pitchFamily="34" charset="0"/>
            </a:endParaRPr>
          </a:p>
          <a:p>
            <a:pPr>
              <a:lnSpc>
                <a:spcPct val="150000"/>
              </a:lnSpc>
              <a:buSzPct val="50000"/>
              <a:buFont typeface="Wingdings" panose="05000000000000000000" pitchFamily="2" charset="2"/>
              <a:buChar char="l"/>
            </a:pPr>
            <a:r>
              <a:rPr lang="zh-CN" altLang="en-US" sz="1600" dirty="0">
                <a:solidFill>
                  <a:schemeClr val="bg2"/>
                </a:solidFill>
                <a:latin typeface="+mn-lt"/>
                <a:ea typeface="方正兰亭黑简体" panose="02000000000000000000" pitchFamily="2" charset="-122"/>
                <a:sym typeface="Huawei Sans" panose="020C0503030203020204" pitchFamily="34" charset="0"/>
              </a:rPr>
              <a:t>根据不同设备形态，支持用户态部署和内核态部署。</a:t>
            </a:r>
            <a:endParaRPr lang="en-US" altLang="zh-CN" sz="1600" dirty="0">
              <a:solidFill>
                <a:schemeClr val="bg2"/>
              </a:solidFill>
              <a:latin typeface="+mn-lt"/>
              <a:ea typeface="方正兰亭黑简体" panose="02000000000000000000" pitchFamily="2" charset="-122"/>
              <a:sym typeface="Huawei Sans" panose="020C0503030203020204" pitchFamily="34" charset="0"/>
            </a:endParaRPr>
          </a:p>
        </p:txBody>
      </p:sp>
      <p:grpSp>
        <p:nvGrpSpPr>
          <p:cNvPr id="40" name="组合 39"/>
          <p:cNvGrpSpPr/>
          <p:nvPr/>
        </p:nvGrpSpPr>
        <p:grpSpPr>
          <a:xfrm>
            <a:off x="6775631" y="2791659"/>
            <a:ext cx="4806769" cy="3233988"/>
            <a:chOff x="395312" y="2891104"/>
            <a:chExt cx="4569446" cy="3294955"/>
          </a:xfrm>
          <a:solidFill>
            <a:schemeClr val="tx1"/>
          </a:solidFill>
        </p:grpSpPr>
        <p:sp>
          <p:nvSpPr>
            <p:cNvPr id="124" name="矩形 123"/>
            <p:cNvSpPr/>
            <p:nvPr/>
          </p:nvSpPr>
          <p:spPr>
            <a:xfrm>
              <a:off x="395312" y="4465661"/>
              <a:ext cx="4569446" cy="1720398"/>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t"/>
            <a:lstStyle/>
            <a:p>
              <a:pP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内核层</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109" name="矩形 108"/>
            <p:cNvSpPr/>
            <p:nvPr/>
          </p:nvSpPr>
          <p:spPr>
            <a:xfrm>
              <a:off x="798240" y="4746860"/>
              <a:ext cx="1881796" cy="634263"/>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zh-CN" altLang="en-US" sz="1400" b="1" kern="0" dirty="0">
                  <a:solidFill>
                    <a:schemeClr val="bg2"/>
                  </a:solidFill>
                  <a:ea typeface="方正兰亭黑简体" panose="02000000000000000000" pitchFamily="2" charset="-122"/>
                </a:rPr>
                <a:t>内核组件</a:t>
              </a:r>
              <a:endParaRPr lang="zh-CN" altLang="en-US" sz="1400" b="1" kern="0" dirty="0">
                <a:solidFill>
                  <a:schemeClr val="bg2"/>
                </a:solidFill>
                <a:ea typeface="方正兰亭黑简体" panose="02000000000000000000" pitchFamily="2" charset="-122"/>
              </a:endParaRPr>
            </a:p>
          </p:txBody>
        </p:sp>
        <p:sp>
          <p:nvSpPr>
            <p:cNvPr id="116" name="矩形 115"/>
            <p:cNvSpPr/>
            <p:nvPr/>
          </p:nvSpPr>
          <p:spPr>
            <a:xfrm>
              <a:off x="399180" y="2891104"/>
              <a:ext cx="4565578" cy="429710"/>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系统服务层</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121" name="矩形 120"/>
            <p:cNvSpPr/>
            <p:nvPr/>
          </p:nvSpPr>
          <p:spPr>
            <a:xfrm>
              <a:off x="789078" y="5468490"/>
              <a:ext cx="1885664" cy="614871"/>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en-US" altLang="zh-CN" sz="1200" b="1" kern="0" dirty="0">
                  <a:solidFill>
                    <a:schemeClr val="bg2"/>
                  </a:solidFill>
                  <a:ea typeface="方正兰亭黑简体" panose="02000000000000000000" pitchFamily="2" charset="-122"/>
                  <a:sym typeface="Huawei Sans" panose="020C0503030203020204" pitchFamily="34" charset="0"/>
                </a:rPr>
                <a:t>Kernel</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122" name="矩形 121"/>
            <p:cNvSpPr/>
            <p:nvPr/>
          </p:nvSpPr>
          <p:spPr>
            <a:xfrm>
              <a:off x="2844532" y="4746860"/>
              <a:ext cx="2043849" cy="1316801"/>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驱动</a:t>
              </a:r>
              <a:endParaRPr lang="en-US" altLang="zh-CN" sz="1200" b="1" kern="0" dirty="0">
                <a:solidFill>
                  <a:schemeClr val="bg2"/>
                </a:solidFill>
                <a:ea typeface="方正兰亭黑简体" panose="02000000000000000000" pitchFamily="2" charset="-122"/>
                <a:sym typeface="Huawei Sans" panose="020C0503030203020204" pitchFamily="34" charset="0"/>
              </a:endParaRPr>
            </a:p>
            <a:p>
              <a:pPr algn="ct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（基于</a:t>
              </a:r>
              <a:r>
                <a:rPr lang="en-US" altLang="zh-CN" sz="1200" b="1" kern="0" dirty="0">
                  <a:solidFill>
                    <a:schemeClr val="bg2"/>
                  </a:solidFill>
                  <a:ea typeface="方正兰亭黑简体" panose="02000000000000000000" pitchFamily="2" charset="-122"/>
                  <a:sym typeface="Huawei Sans" panose="020C0503030203020204" pitchFamily="34" charset="0"/>
                </a:rPr>
                <a:t>HDF</a:t>
              </a:r>
              <a:r>
                <a:rPr lang="zh-CN" altLang="en-US" sz="1200" b="1" kern="0" dirty="0">
                  <a:solidFill>
                    <a:schemeClr val="bg2"/>
                  </a:solidFill>
                  <a:ea typeface="方正兰亭黑简体" panose="02000000000000000000" pitchFamily="2" charset="-122"/>
                  <a:sym typeface="Huawei Sans" panose="020C0503030203020204" pitchFamily="34" charset="0"/>
                </a:rPr>
                <a:t>）</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123" name="矩形 122"/>
            <p:cNvSpPr/>
            <p:nvPr/>
          </p:nvSpPr>
          <p:spPr>
            <a:xfrm>
              <a:off x="399180" y="3406283"/>
              <a:ext cx="4565578" cy="999555"/>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t"/>
            <a:lstStyle/>
            <a:p>
              <a:pP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硬件抽象层</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125" name="矩形 124"/>
            <p:cNvSpPr/>
            <p:nvPr/>
          </p:nvSpPr>
          <p:spPr>
            <a:xfrm>
              <a:off x="800683" y="3768772"/>
              <a:ext cx="4087698" cy="574491"/>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en-US" altLang="zh-CN" sz="1200" b="1" kern="0" dirty="0">
                  <a:solidFill>
                    <a:schemeClr val="bg2"/>
                  </a:solidFill>
                  <a:ea typeface="方正兰亭黑简体" panose="02000000000000000000" pitchFamily="2" charset="-122"/>
                  <a:sym typeface="Huawei Sans" panose="020C0503030203020204" pitchFamily="34" charset="0"/>
                </a:rPr>
                <a:t>HAL</a:t>
              </a:r>
              <a:r>
                <a:rPr lang="zh-CN" altLang="en-US" sz="1200" b="1" kern="0" dirty="0">
                  <a:solidFill>
                    <a:schemeClr val="bg2"/>
                  </a:solidFill>
                  <a:ea typeface="方正兰亭黑简体" panose="02000000000000000000" pitchFamily="2" charset="-122"/>
                  <a:sym typeface="Huawei Sans" panose="020C0503030203020204" pitchFamily="34" charset="0"/>
                </a:rPr>
                <a:t>服务</a:t>
              </a:r>
              <a:endParaRPr lang="en-US" altLang="zh-CN" sz="1200" b="1" kern="0" dirty="0">
                <a:solidFill>
                  <a:schemeClr val="bg2"/>
                </a:solidFill>
                <a:ea typeface="方正兰亭黑简体" panose="02000000000000000000" pitchFamily="2" charset="-122"/>
                <a:sym typeface="Huawei Sans" panose="020C0503030203020204" pitchFamily="34" charset="0"/>
              </a:endParaRPr>
            </a:p>
            <a:p>
              <a:pPr algn="ct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（基于</a:t>
              </a:r>
              <a:r>
                <a:rPr lang="en-US" altLang="zh-CN" sz="1200" b="1" kern="0" dirty="0">
                  <a:solidFill>
                    <a:schemeClr val="bg2"/>
                  </a:solidFill>
                  <a:ea typeface="方正兰亭黑简体" panose="02000000000000000000" pitchFamily="2" charset="-122"/>
                  <a:sym typeface="Huawei Sans" panose="020C0503030203020204" pitchFamily="34" charset="0"/>
                </a:rPr>
                <a:t>HDF</a:t>
              </a:r>
              <a:r>
                <a:rPr lang="zh-CN" altLang="en-US" sz="1200" b="1" kern="0" dirty="0">
                  <a:solidFill>
                    <a:schemeClr val="bg2"/>
                  </a:solidFill>
                  <a:ea typeface="方正兰亭黑简体" panose="02000000000000000000" pitchFamily="2" charset="-122"/>
                  <a:sym typeface="Huawei Sans" panose="020C0503030203020204" pitchFamily="34" charset="0"/>
                </a:rPr>
                <a:t>）</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grpSp>
      <p:sp>
        <p:nvSpPr>
          <p:cNvPr id="127" name="虚尾箭头 126"/>
          <p:cNvSpPr/>
          <p:nvPr/>
        </p:nvSpPr>
        <p:spPr>
          <a:xfrm>
            <a:off x="6242662" y="3798277"/>
            <a:ext cx="485363" cy="602383"/>
          </a:xfrm>
          <a:prstGeom prst="stripedRightArrow">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grpSp>
        <p:nvGrpSpPr>
          <p:cNvPr id="3" name="组合 2"/>
          <p:cNvGrpSpPr/>
          <p:nvPr/>
        </p:nvGrpSpPr>
        <p:grpSpPr>
          <a:xfrm>
            <a:off x="520375" y="2791659"/>
            <a:ext cx="5651815" cy="3293850"/>
            <a:chOff x="395312" y="2622620"/>
            <a:chExt cx="5734183" cy="3597310"/>
          </a:xfrm>
          <a:solidFill>
            <a:schemeClr val="tx1"/>
          </a:solidFill>
        </p:grpSpPr>
        <p:sp>
          <p:nvSpPr>
            <p:cNvPr id="126" name="矩形 125"/>
            <p:cNvSpPr/>
            <p:nvPr/>
          </p:nvSpPr>
          <p:spPr>
            <a:xfrm>
              <a:off x="395312" y="2622620"/>
              <a:ext cx="5734183" cy="359731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000" dirty="0">
                  <a:solidFill>
                    <a:schemeClr val="bg2"/>
                  </a:solidFill>
                  <a:ea typeface="方正兰亭黑简体" panose="02000000000000000000" pitchFamily="2" charset="-122"/>
                </a:rPr>
                <a:t>HDF</a:t>
              </a:r>
              <a:endParaRPr lang="zh-CN" altLang="en-US" sz="2000" dirty="0">
                <a:solidFill>
                  <a:schemeClr val="bg2"/>
                </a:solidFill>
                <a:ea typeface="方正兰亭黑简体" panose="02000000000000000000" pitchFamily="2" charset="-122"/>
              </a:endParaRPr>
            </a:p>
          </p:txBody>
        </p:sp>
        <p:sp>
          <p:nvSpPr>
            <p:cNvPr id="120" name="矩形 119"/>
            <p:cNvSpPr/>
            <p:nvPr/>
          </p:nvSpPr>
          <p:spPr>
            <a:xfrm>
              <a:off x="3027565" y="3577495"/>
              <a:ext cx="2901427" cy="2239196"/>
            </a:xfrm>
            <a:prstGeom prst="rect">
              <a:avLst/>
            </a:prstGeom>
            <a:grpFill/>
            <a:ln w="12700" cap="flat" cmpd="sng" algn="ctr">
              <a:solidFill>
                <a:schemeClr val="bg2"/>
              </a:solidFill>
              <a:prstDash val="solid"/>
            </a:ln>
            <a:effectLst/>
          </p:spPr>
          <p:txBody>
            <a:bodyPr anchor="t"/>
            <a:lstStyle/>
            <a:p>
              <a:pPr algn="ctr" defTabSz="819150" eaLnBrk="1" fontAlgn="auto">
                <a:spcBef>
                  <a:spcPts val="0"/>
                </a:spcBef>
                <a:spcAft>
                  <a:spcPts val="0"/>
                </a:spcAft>
                <a:defRPr/>
              </a:pPr>
              <a:endParaRPr lang="en-US" altLang="zh-CN" sz="2000" b="1" kern="0" dirty="0">
                <a:solidFill>
                  <a:schemeClr val="bg2"/>
                </a:solidFill>
                <a:ea typeface="方正兰亭黑简体" panose="02000000000000000000" pitchFamily="2" charset="-122"/>
                <a:sym typeface="Huawei Sans" panose="020C0503030203020204" pitchFamily="34" charset="0"/>
              </a:endParaRPr>
            </a:p>
          </p:txBody>
        </p:sp>
        <p:sp>
          <p:nvSpPr>
            <p:cNvPr id="54" name="矩形 53"/>
            <p:cNvSpPr/>
            <p:nvPr/>
          </p:nvSpPr>
          <p:spPr>
            <a:xfrm>
              <a:off x="4401079" y="4582130"/>
              <a:ext cx="1420883" cy="517631"/>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chemeClr val="bg2"/>
                  </a:solidFill>
                  <a:ea typeface="方正兰亭黑简体" panose="02000000000000000000" pitchFamily="2" charset="-122"/>
                </a:rPr>
                <a:t>外设器件驱动</a:t>
              </a:r>
              <a:endParaRPr lang="zh-CN" altLang="en-US" sz="1200" dirty="0">
                <a:solidFill>
                  <a:schemeClr val="bg2"/>
                </a:solidFill>
                <a:ea typeface="方正兰亭黑简体" panose="02000000000000000000" pitchFamily="2" charset="-122"/>
              </a:endParaRPr>
            </a:p>
          </p:txBody>
        </p:sp>
        <p:sp>
          <p:nvSpPr>
            <p:cNvPr id="60" name="矩形 59"/>
            <p:cNvSpPr/>
            <p:nvPr/>
          </p:nvSpPr>
          <p:spPr>
            <a:xfrm>
              <a:off x="4411387" y="5237813"/>
              <a:ext cx="1420883" cy="517631"/>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chemeClr val="bg2"/>
                  </a:solidFill>
                  <a:ea typeface="方正兰亭黑简体" panose="02000000000000000000" pitchFamily="2" charset="-122"/>
                  <a:sym typeface="Huawei Sans" panose="020C0503030203020204" pitchFamily="34" charset="0"/>
                </a:rPr>
                <a:t>统一平台驱动</a:t>
              </a:r>
              <a:endParaRPr lang="zh-CN" altLang="en-US" sz="1200" dirty="0">
                <a:solidFill>
                  <a:schemeClr val="bg2"/>
                </a:solidFill>
                <a:ea typeface="方正兰亭黑简体" panose="02000000000000000000" pitchFamily="2" charset="-122"/>
                <a:sym typeface="Huawei Sans" panose="020C0503030203020204" pitchFamily="34" charset="0"/>
              </a:endParaRPr>
            </a:p>
          </p:txBody>
        </p:sp>
        <p:sp>
          <p:nvSpPr>
            <p:cNvPr id="70" name="矩形 69"/>
            <p:cNvSpPr/>
            <p:nvPr/>
          </p:nvSpPr>
          <p:spPr>
            <a:xfrm>
              <a:off x="469575" y="3160401"/>
              <a:ext cx="5459417" cy="376257"/>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en-US" altLang="zh-CN" sz="1200" b="1" kern="0" dirty="0">
                  <a:solidFill>
                    <a:schemeClr val="bg2"/>
                  </a:solidFill>
                  <a:ea typeface="方正兰亭黑简体" panose="02000000000000000000" pitchFamily="2" charset="-122"/>
                  <a:sym typeface="Huawei Sans" panose="020C0503030203020204" pitchFamily="34" charset="0"/>
                </a:rPr>
                <a:t>HDI</a:t>
              </a:r>
              <a:r>
                <a:rPr lang="zh-CN" altLang="en-US" sz="1200" b="1" kern="0" dirty="0">
                  <a:solidFill>
                    <a:schemeClr val="bg2"/>
                  </a:solidFill>
                  <a:ea typeface="方正兰亭黑简体" panose="02000000000000000000" pitchFamily="2" charset="-122"/>
                  <a:sym typeface="Huawei Sans" panose="020C0503030203020204" pitchFamily="34" charset="0"/>
                </a:rPr>
                <a:t>（规范化的驱动接口）</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85" name="矩形 84"/>
            <p:cNvSpPr/>
            <p:nvPr/>
          </p:nvSpPr>
          <p:spPr>
            <a:xfrm>
              <a:off x="469574" y="3577495"/>
              <a:ext cx="2519811" cy="2239196"/>
            </a:xfrm>
            <a:prstGeom prst="rect">
              <a:avLst/>
            </a:prstGeom>
            <a:grpFill/>
            <a:ln w="12700" cap="flat" cmpd="sng" algn="ctr">
              <a:solidFill>
                <a:schemeClr val="bg2"/>
              </a:solidFill>
              <a:prstDash val="solid"/>
            </a:ln>
            <a:effectLst/>
          </p:spPr>
          <p:txBody>
            <a:bodyPr anchor="t"/>
            <a:lstStyle/>
            <a:p>
              <a:pPr algn="ctr" defTabSz="819150" eaLnBrk="1" fontAlgn="auto">
                <a:spcBef>
                  <a:spcPts val="0"/>
                </a:spcBef>
                <a:spcAft>
                  <a:spcPts val="0"/>
                </a:spcAft>
                <a:defRPr/>
              </a:pPr>
              <a:r>
                <a:rPr lang="zh-CN" altLang="en-US" sz="1400" b="1" kern="0" dirty="0">
                  <a:solidFill>
                    <a:schemeClr val="bg2"/>
                  </a:solidFill>
                  <a:ea typeface="方正兰亭黑简体" panose="02000000000000000000" pitchFamily="2" charset="-122"/>
                  <a:sym typeface="Huawei Sans" panose="020C0503030203020204" pitchFamily="34" charset="0"/>
                </a:rPr>
                <a:t>统一的设备管理</a:t>
              </a:r>
              <a:endParaRPr lang="en-US" altLang="zh-CN" sz="1400" b="1" kern="0" dirty="0">
                <a:solidFill>
                  <a:schemeClr val="bg2"/>
                </a:solidFill>
                <a:ea typeface="方正兰亭黑简体" panose="02000000000000000000" pitchFamily="2" charset="-122"/>
                <a:sym typeface="Huawei Sans" panose="020C0503030203020204" pitchFamily="34" charset="0"/>
              </a:endParaRPr>
            </a:p>
          </p:txBody>
        </p:sp>
        <p:sp>
          <p:nvSpPr>
            <p:cNvPr id="90" name="矩形 89"/>
            <p:cNvSpPr/>
            <p:nvPr/>
          </p:nvSpPr>
          <p:spPr>
            <a:xfrm>
              <a:off x="4401079" y="3883029"/>
              <a:ext cx="1420883" cy="517631"/>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1200" dirty="0">
                  <a:solidFill>
                    <a:schemeClr val="bg2"/>
                  </a:solidFill>
                  <a:ea typeface="方正兰亭黑简体" panose="02000000000000000000" pitchFamily="2" charset="-122"/>
                </a:rPr>
                <a:t>驱动模型</a:t>
              </a:r>
              <a:endParaRPr lang="zh-CN" altLang="en-US" sz="1200" dirty="0">
                <a:solidFill>
                  <a:schemeClr val="bg2"/>
                </a:solidFill>
                <a:ea typeface="方正兰亭黑简体" panose="02000000000000000000" pitchFamily="2" charset="-122"/>
              </a:endParaRPr>
            </a:p>
          </p:txBody>
        </p:sp>
        <p:sp>
          <p:nvSpPr>
            <p:cNvPr id="108" name="矩形 107"/>
            <p:cNvSpPr/>
            <p:nvPr/>
          </p:nvSpPr>
          <p:spPr>
            <a:xfrm>
              <a:off x="462852" y="5860500"/>
              <a:ext cx="5466140" cy="294338"/>
            </a:xfrm>
            <a:prstGeom prst="rect">
              <a:avLst/>
            </a:prstGeom>
            <a:grpFill/>
            <a:ln>
              <a:solidFill>
                <a:schemeClr val="bg2"/>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911860">
                <a:defRPr/>
              </a:pPr>
              <a:r>
                <a:rPr lang="zh-CN" altLang="en-US" sz="1200" b="1" kern="0" dirty="0">
                  <a:solidFill>
                    <a:schemeClr val="bg2"/>
                  </a:solidFill>
                  <a:ea typeface="方正兰亭黑简体" panose="02000000000000000000" pitchFamily="2" charset="-122"/>
                  <a:sym typeface="Huawei Sans" panose="020C0503030203020204" pitchFamily="34" charset="0"/>
                </a:rPr>
                <a:t>适配层</a:t>
              </a:r>
              <a:endParaRPr lang="zh-CN" altLang="en-US" sz="1200" b="1" kern="0" dirty="0">
                <a:solidFill>
                  <a:schemeClr val="bg2"/>
                </a:solidFill>
                <a:ea typeface="方正兰亭黑简体" panose="02000000000000000000" pitchFamily="2" charset="-122"/>
                <a:sym typeface="Huawei Sans" panose="020C0503030203020204" pitchFamily="34" charset="0"/>
              </a:endParaRPr>
            </a:p>
          </p:txBody>
        </p:sp>
        <p:sp>
          <p:nvSpPr>
            <p:cNvPr id="36" name="矩形 35"/>
            <p:cNvSpPr/>
            <p:nvPr/>
          </p:nvSpPr>
          <p:spPr>
            <a:xfrm>
              <a:off x="549680" y="3921750"/>
              <a:ext cx="2343626"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2"/>
                  </a:solidFill>
                  <a:ea typeface="方正兰亭黑简体" panose="02000000000000000000" pitchFamily="2" charset="-122"/>
                </a:rPr>
                <a:t>设备管理</a:t>
              </a:r>
              <a:endParaRPr lang="zh-CN" altLang="en-US" sz="1200" dirty="0">
                <a:solidFill>
                  <a:schemeClr val="bg2"/>
                </a:solidFill>
                <a:ea typeface="方正兰亭黑简体" panose="02000000000000000000" pitchFamily="2" charset="-122"/>
              </a:endParaRPr>
            </a:p>
          </p:txBody>
        </p:sp>
        <p:sp>
          <p:nvSpPr>
            <p:cNvPr id="110" name="矩形 109"/>
            <p:cNvSpPr/>
            <p:nvPr/>
          </p:nvSpPr>
          <p:spPr>
            <a:xfrm>
              <a:off x="549679" y="4379137"/>
              <a:ext cx="1123228"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2"/>
                  </a:solidFill>
                  <a:ea typeface="方正兰亭黑简体" panose="02000000000000000000" pitchFamily="2" charset="-122"/>
                </a:rPr>
                <a:t>故障恢复</a:t>
              </a:r>
              <a:endParaRPr lang="zh-CN" altLang="en-US" sz="1200" dirty="0">
                <a:solidFill>
                  <a:schemeClr val="bg2"/>
                </a:solidFill>
                <a:ea typeface="方正兰亭黑简体" panose="02000000000000000000" pitchFamily="2" charset="-122"/>
              </a:endParaRPr>
            </a:p>
          </p:txBody>
        </p:sp>
        <p:sp>
          <p:nvSpPr>
            <p:cNvPr id="111" name="矩形 110"/>
            <p:cNvSpPr/>
            <p:nvPr/>
          </p:nvSpPr>
          <p:spPr>
            <a:xfrm>
              <a:off x="549679" y="4853881"/>
              <a:ext cx="1123228"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2"/>
                  </a:solidFill>
                  <a:ea typeface="方正兰亭黑简体" panose="02000000000000000000" pitchFamily="2" charset="-122"/>
                </a:rPr>
                <a:t>电源管理</a:t>
              </a:r>
              <a:endParaRPr lang="zh-CN" altLang="en-US" sz="1200" dirty="0">
                <a:solidFill>
                  <a:schemeClr val="bg2"/>
                </a:solidFill>
                <a:ea typeface="方正兰亭黑简体" panose="02000000000000000000" pitchFamily="2" charset="-122"/>
              </a:endParaRPr>
            </a:p>
          </p:txBody>
        </p:sp>
        <p:sp>
          <p:nvSpPr>
            <p:cNvPr id="112" name="矩形 111"/>
            <p:cNvSpPr/>
            <p:nvPr/>
          </p:nvSpPr>
          <p:spPr>
            <a:xfrm>
              <a:off x="549679" y="5332090"/>
              <a:ext cx="1123228"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2"/>
                  </a:solidFill>
                  <a:ea typeface="方正兰亭黑简体" panose="02000000000000000000" pitchFamily="2" charset="-122"/>
                </a:rPr>
                <a:t>事件管理</a:t>
              </a:r>
              <a:endParaRPr lang="zh-CN" altLang="en-US" sz="1200" dirty="0">
                <a:solidFill>
                  <a:schemeClr val="bg2"/>
                </a:solidFill>
                <a:ea typeface="方正兰亭黑简体" panose="02000000000000000000" pitchFamily="2" charset="-122"/>
              </a:endParaRPr>
            </a:p>
          </p:txBody>
        </p:sp>
        <p:sp>
          <p:nvSpPr>
            <p:cNvPr id="113" name="矩形 112"/>
            <p:cNvSpPr/>
            <p:nvPr/>
          </p:nvSpPr>
          <p:spPr>
            <a:xfrm>
              <a:off x="1770076" y="5332090"/>
              <a:ext cx="1123228"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1860" eaLnBrk="1" fontAlgn="auto" hangingPunct="1">
                <a:spcBef>
                  <a:spcPts val="0"/>
                </a:spcBef>
                <a:spcAft>
                  <a:spcPts val="0"/>
                </a:spcAft>
                <a:defRPr/>
              </a:pPr>
              <a:r>
                <a:rPr lang="zh-CN" altLang="en-US" sz="1200" dirty="0">
                  <a:solidFill>
                    <a:schemeClr val="bg2"/>
                  </a:solidFill>
                  <a:ea typeface="方正兰亭黑简体" panose="02000000000000000000" pitchFamily="2" charset="-122"/>
                </a:rPr>
                <a:t>配置管理</a:t>
              </a:r>
              <a:endParaRPr lang="zh-CN" altLang="en-US" sz="1200" dirty="0">
                <a:solidFill>
                  <a:schemeClr val="bg2"/>
                </a:solidFill>
                <a:ea typeface="方正兰亭黑简体" panose="02000000000000000000" pitchFamily="2" charset="-122"/>
              </a:endParaRPr>
            </a:p>
          </p:txBody>
        </p:sp>
        <p:sp>
          <p:nvSpPr>
            <p:cNvPr id="114" name="矩形 113"/>
            <p:cNvSpPr/>
            <p:nvPr/>
          </p:nvSpPr>
          <p:spPr>
            <a:xfrm>
              <a:off x="1770076" y="4853881"/>
              <a:ext cx="1123228"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1860" eaLnBrk="1" fontAlgn="auto" hangingPunct="1">
                <a:spcBef>
                  <a:spcPts val="0"/>
                </a:spcBef>
                <a:spcAft>
                  <a:spcPts val="0"/>
                </a:spcAft>
                <a:defRPr/>
              </a:pPr>
              <a:r>
                <a:rPr lang="zh-CN" altLang="en-US" sz="1200" dirty="0">
                  <a:solidFill>
                    <a:schemeClr val="bg2"/>
                  </a:solidFill>
                  <a:ea typeface="方正兰亭黑简体" panose="02000000000000000000" pitchFamily="2" charset="-122"/>
                </a:rPr>
                <a:t>服务管理</a:t>
              </a:r>
              <a:endParaRPr lang="zh-CN" altLang="en-US" sz="1200" dirty="0">
                <a:solidFill>
                  <a:schemeClr val="bg2"/>
                </a:solidFill>
                <a:ea typeface="方正兰亭黑简体" panose="02000000000000000000" pitchFamily="2" charset="-122"/>
              </a:endParaRPr>
            </a:p>
          </p:txBody>
        </p:sp>
        <p:sp>
          <p:nvSpPr>
            <p:cNvPr id="115" name="矩形 114"/>
            <p:cNvSpPr/>
            <p:nvPr/>
          </p:nvSpPr>
          <p:spPr>
            <a:xfrm>
              <a:off x="1770076" y="4379137"/>
              <a:ext cx="1123228" cy="345087"/>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1860" eaLnBrk="1" fontAlgn="auto" hangingPunct="1">
                <a:spcBef>
                  <a:spcPts val="0"/>
                </a:spcBef>
                <a:spcAft>
                  <a:spcPts val="0"/>
                </a:spcAft>
                <a:defRPr/>
              </a:pPr>
              <a:r>
                <a:rPr lang="zh-CN" altLang="en-US" sz="1200" dirty="0">
                  <a:solidFill>
                    <a:schemeClr val="bg2"/>
                  </a:solidFill>
                  <a:ea typeface="方正兰亭黑简体" panose="02000000000000000000" pitchFamily="2" charset="-122"/>
                </a:rPr>
                <a:t>安全管理</a:t>
              </a:r>
              <a:endParaRPr lang="zh-CN" altLang="en-US" sz="1200" dirty="0">
                <a:solidFill>
                  <a:schemeClr val="bg2"/>
                </a:solidFill>
                <a:ea typeface="方正兰亭黑简体" panose="02000000000000000000" pitchFamily="2" charset="-122"/>
              </a:endParaRPr>
            </a:p>
          </p:txBody>
        </p:sp>
        <p:sp>
          <p:nvSpPr>
            <p:cNvPr id="117" name="矩形 116"/>
            <p:cNvSpPr/>
            <p:nvPr/>
          </p:nvSpPr>
          <p:spPr>
            <a:xfrm>
              <a:off x="3090772" y="3883029"/>
              <a:ext cx="1261818" cy="1874676"/>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lstStyle/>
            <a:p>
              <a:pPr defTabSz="911860" eaLnBrk="1" fontAlgn="auto" hangingPunct="1">
                <a:spcBef>
                  <a:spcPts val="0"/>
                </a:spcBef>
                <a:spcAft>
                  <a:spcPts val="0"/>
                </a:spcAft>
                <a:defRPr/>
              </a:pPr>
              <a:endParaRPr lang="zh-CN" altLang="en-US" sz="1200" b="1" dirty="0">
                <a:solidFill>
                  <a:schemeClr val="bg2"/>
                </a:solidFill>
                <a:ea typeface="方正兰亭黑简体" panose="02000000000000000000" pitchFamily="2" charset="-122"/>
              </a:endParaRPr>
            </a:p>
          </p:txBody>
        </p:sp>
        <p:sp>
          <p:nvSpPr>
            <p:cNvPr id="118" name="矩形 117"/>
            <p:cNvSpPr/>
            <p:nvPr/>
          </p:nvSpPr>
          <p:spPr>
            <a:xfrm>
              <a:off x="3132005" y="4370252"/>
              <a:ext cx="1169527" cy="362856"/>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1860" eaLnBrk="1" fontAlgn="auto" hangingPunct="1">
                <a:spcBef>
                  <a:spcPts val="0"/>
                </a:spcBef>
                <a:spcAft>
                  <a:spcPts val="0"/>
                </a:spcAft>
                <a:defRPr/>
              </a:pPr>
              <a:r>
                <a:rPr lang="zh-CN" altLang="en-US" sz="1200" b="1" dirty="0">
                  <a:solidFill>
                    <a:schemeClr val="bg2"/>
                  </a:solidFill>
                  <a:ea typeface="方正兰亭黑简体" panose="02000000000000000000" pitchFamily="2" charset="-122"/>
                </a:rPr>
                <a:t>驱动管理</a:t>
              </a:r>
              <a:endParaRPr lang="zh-CN" altLang="en-US" sz="1200" b="1" dirty="0">
                <a:solidFill>
                  <a:schemeClr val="bg2"/>
                </a:solidFill>
                <a:ea typeface="方正兰亭黑简体" panose="02000000000000000000" pitchFamily="2" charset="-122"/>
              </a:endParaRPr>
            </a:p>
          </p:txBody>
        </p:sp>
        <p:sp>
          <p:nvSpPr>
            <p:cNvPr id="119" name="矩形 118"/>
            <p:cNvSpPr/>
            <p:nvPr/>
          </p:nvSpPr>
          <p:spPr>
            <a:xfrm>
              <a:off x="3132005" y="4844996"/>
              <a:ext cx="1179835" cy="362856"/>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1860" eaLnBrk="1" fontAlgn="auto" hangingPunct="1">
                <a:spcBef>
                  <a:spcPts val="0"/>
                </a:spcBef>
                <a:spcAft>
                  <a:spcPts val="0"/>
                </a:spcAft>
                <a:defRPr/>
              </a:pPr>
              <a:r>
                <a:rPr lang="zh-CN" altLang="en-US" sz="1200" b="1" dirty="0">
                  <a:solidFill>
                    <a:schemeClr val="bg2"/>
                  </a:solidFill>
                  <a:ea typeface="方正兰亭黑简体" panose="02000000000000000000" pitchFamily="2" charset="-122"/>
                </a:rPr>
                <a:t>加载管理</a:t>
              </a:r>
              <a:endParaRPr lang="zh-CN" altLang="en-US" sz="1200" b="1" dirty="0">
                <a:solidFill>
                  <a:schemeClr val="bg2"/>
                </a:solidFill>
                <a:ea typeface="方正兰亭黑简体" panose="02000000000000000000" pitchFamily="2" charset="-122"/>
              </a:endParaRPr>
            </a:p>
          </p:txBody>
        </p:sp>
        <p:sp>
          <p:nvSpPr>
            <p:cNvPr id="128" name="矩形 127"/>
            <p:cNvSpPr/>
            <p:nvPr/>
          </p:nvSpPr>
          <p:spPr>
            <a:xfrm>
              <a:off x="3132005" y="5323204"/>
              <a:ext cx="1169527" cy="362856"/>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1860" eaLnBrk="1" fontAlgn="auto" hangingPunct="1">
                <a:spcBef>
                  <a:spcPts val="0"/>
                </a:spcBef>
                <a:spcAft>
                  <a:spcPts val="0"/>
                </a:spcAft>
                <a:defRPr/>
              </a:pPr>
              <a:r>
                <a:rPr lang="zh-CN" altLang="en-US" sz="1200" b="1" dirty="0">
                  <a:solidFill>
                    <a:schemeClr val="bg2"/>
                  </a:solidFill>
                  <a:ea typeface="方正兰亭黑简体" panose="02000000000000000000" pitchFamily="2" charset="-122"/>
                </a:rPr>
                <a:t>设备资源管理</a:t>
              </a:r>
              <a:endParaRPr lang="zh-CN" altLang="en-US" sz="1200" b="1" dirty="0">
                <a:solidFill>
                  <a:schemeClr val="bg2"/>
                </a:solidFill>
                <a:ea typeface="方正兰亭黑简体" panose="02000000000000000000" pitchFamily="2" charset="-122"/>
              </a:endParaRPr>
            </a:p>
          </p:txBody>
        </p:sp>
      </p:grpSp>
      <p:sp>
        <p:nvSpPr>
          <p:cNvPr id="4" name="文本框 3"/>
          <p:cNvSpPr txBox="1"/>
          <p:nvPr/>
        </p:nvSpPr>
        <p:spPr>
          <a:xfrm>
            <a:off x="3170528" y="3976412"/>
            <a:ext cx="1261884" cy="307777"/>
          </a:xfrm>
          <a:prstGeom prst="rect">
            <a:avLst/>
          </a:prstGeom>
          <a:solidFill>
            <a:schemeClr val="tx1"/>
          </a:solidFill>
          <a:ln>
            <a:solidFill>
              <a:schemeClr val="bg2"/>
            </a:solidFill>
          </a:ln>
        </p:spPr>
        <p:txBody>
          <a:bodyPr wrap="none" rtlCol="0">
            <a:spAutoFit/>
          </a:bodyPr>
          <a:lstStyle/>
          <a:p>
            <a:r>
              <a:rPr lang="zh-CN" altLang="en-US" sz="1400" b="1" dirty="0">
                <a:solidFill>
                  <a:schemeClr val="bg2"/>
                </a:solidFill>
                <a:ea typeface="方正兰亭黑简体" panose="02000000000000000000" pitchFamily="2" charset="-122"/>
              </a:rPr>
              <a:t>驱动程序框架</a:t>
            </a:r>
            <a:endParaRPr lang="zh-CN" altLang="en-US" sz="1400" b="1" dirty="0">
              <a:solidFill>
                <a:schemeClr val="bg2"/>
              </a:solidFill>
              <a:ea typeface="方正兰亭黑简体" panose="02000000000000000000"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p:spPr>
        <p:txBody>
          <a:bodyPr/>
          <a:lstStyle/>
          <a:p>
            <a:r>
              <a:rPr lang="en-US" altLang="zh-CN" dirty="0" err="1"/>
              <a:t>HarmonyOS</a:t>
            </a:r>
            <a:r>
              <a:rPr lang="zh-CN" altLang="en-US" dirty="0"/>
              <a:t>架构解析 </a:t>
            </a:r>
            <a:r>
              <a:rPr lang="en-US" altLang="zh-CN" dirty="0"/>
              <a:t>- </a:t>
            </a:r>
            <a:r>
              <a:rPr lang="zh-CN" altLang="en-US" dirty="0"/>
              <a:t>系统服务层</a:t>
            </a:r>
            <a:endParaRPr lang="zh-CN" altLang="en-US" dirty="0"/>
          </a:p>
        </p:txBody>
      </p:sp>
      <p:sp>
        <p:nvSpPr>
          <p:cNvPr id="65" name="文本占位符 64"/>
          <p:cNvSpPr>
            <a:spLocks noGrp="1"/>
          </p:cNvSpPr>
          <p:nvPr>
            <p:ph type="body" sz="quarter" idx="10"/>
          </p:nvPr>
        </p:nvSpPr>
        <p:spPr>
          <a:solidFill>
            <a:schemeClr val="tx1"/>
          </a:solidFill>
          <a:ln>
            <a:solidFill>
              <a:schemeClr val="bg2"/>
            </a:solidFill>
          </a:ln>
        </p:spPr>
        <p:txBody>
          <a:bodyPr>
            <a:normAutofit/>
          </a:bodyPr>
          <a:lstStyle/>
          <a:p>
            <a:r>
              <a:rPr lang="zh-CN" altLang="en-US" dirty="0"/>
              <a:t>根据不同设备形态的部署环境，各个子系统集内部可以按子系统粒度裁剪，每个子系统内部又可以按功能粒度裁剪。</a:t>
            </a:r>
            <a:endParaRPr lang="zh-CN" altLang="en-US" dirty="0"/>
          </a:p>
        </p:txBody>
      </p:sp>
      <p:grpSp>
        <p:nvGrpSpPr>
          <p:cNvPr id="64" name="组合 63"/>
          <p:cNvGrpSpPr/>
          <p:nvPr/>
        </p:nvGrpSpPr>
        <p:grpSpPr>
          <a:xfrm>
            <a:off x="701913" y="1857643"/>
            <a:ext cx="10889100" cy="4413787"/>
            <a:chOff x="640953" y="1202323"/>
            <a:chExt cx="10889100" cy="4413787"/>
          </a:xfrm>
          <a:solidFill>
            <a:schemeClr val="tx1"/>
          </a:solidFill>
        </p:grpSpPr>
        <p:grpSp>
          <p:nvGrpSpPr>
            <p:cNvPr id="5" name="组合 4"/>
            <p:cNvGrpSpPr>
              <a:grpSpLocks noChangeAspect="1"/>
            </p:cNvGrpSpPr>
            <p:nvPr/>
          </p:nvGrpSpPr>
          <p:grpSpPr>
            <a:xfrm>
              <a:off x="640953" y="1526382"/>
              <a:ext cx="10889100" cy="3716177"/>
              <a:chOff x="1620079" y="3555986"/>
              <a:chExt cx="18950327" cy="5409135"/>
            </a:xfrm>
            <a:grpFill/>
          </p:grpSpPr>
          <p:sp>
            <p:nvSpPr>
              <p:cNvPr id="6" name="矩形 5"/>
              <p:cNvSpPr/>
              <p:nvPr/>
            </p:nvSpPr>
            <p:spPr>
              <a:xfrm>
                <a:off x="1620849" y="3555986"/>
                <a:ext cx="18949554" cy="2081171"/>
              </a:xfrm>
              <a:prstGeom prst="rect">
                <a:avLst/>
              </a:prstGeom>
              <a:grpFill/>
              <a:ln w="28575">
                <a:solidFill>
                  <a:schemeClr val="bg2"/>
                </a:solidFill>
                <a:miter lim="400000"/>
              </a:ln>
            </p:spPr>
            <p:txBody>
              <a:bodyPr lIns="8057" tIns="8057" rIns="8057" bIns="8057" anchor="ctr"/>
              <a:lstStyle/>
              <a:p>
                <a:pPr algn="l" defTabSz="160655"/>
                <a:r>
                  <a:rPr lang="zh-CN" altLang="en-US" sz="1400" b="1"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     </a:t>
                </a:r>
                <a:endParaRPr lang="zh-CN" altLang="en-US" b="1"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9" name="矩形 8"/>
              <p:cNvSpPr/>
              <p:nvPr/>
            </p:nvSpPr>
            <p:spPr>
              <a:xfrm>
                <a:off x="1620079" y="5747186"/>
                <a:ext cx="18950327" cy="3217935"/>
              </a:xfrm>
              <a:prstGeom prst="rect">
                <a:avLst/>
              </a:prstGeom>
              <a:grp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l">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   </a:t>
                </a:r>
                <a:r>
                  <a:rPr lang="zh-CN" altLang="en-US" b="1" spc="350" dirty="0">
                    <a:solidFill>
                      <a:schemeClr val="bg2"/>
                    </a:solidFill>
                    <a:latin typeface="微软雅黑" panose="020B0503020204020204" pitchFamily="34" charset="-122"/>
                    <a:ea typeface="微软雅黑" panose="020B0503020204020204" pitchFamily="34" charset="-122"/>
                  </a:rPr>
                  <a:t>系统</a:t>
                </a:r>
                <a:endParaRPr lang="en-US" altLang="zh-CN" b="1" spc="350" dirty="0">
                  <a:solidFill>
                    <a:schemeClr val="bg2"/>
                  </a:solidFill>
                  <a:latin typeface="微软雅黑" panose="020B0503020204020204" pitchFamily="34" charset="-122"/>
                  <a:ea typeface="微软雅黑" panose="020B0503020204020204" pitchFamily="34" charset="-122"/>
                </a:endParaRPr>
              </a:p>
              <a:p>
                <a:pPr algn="l">
                  <a:buClr>
                    <a:srgbClr val="CC9900"/>
                  </a:buClr>
                </a:pPr>
                <a:r>
                  <a:rPr lang="zh-CN" altLang="en-US" b="1" spc="350" dirty="0">
                    <a:solidFill>
                      <a:schemeClr val="bg2"/>
                    </a:solidFill>
                    <a:latin typeface="微软雅黑" panose="020B0503020204020204" pitchFamily="34" charset="-122"/>
                    <a:ea typeface="微软雅黑" panose="020B0503020204020204" pitchFamily="34" charset="-122"/>
                  </a:rPr>
                  <a:t> 服务层</a:t>
                </a:r>
                <a:endParaRPr lang="zh-CN" altLang="en-US" b="1" spc="350" dirty="0">
                  <a:solidFill>
                    <a:schemeClr val="bg2"/>
                  </a:solidFill>
                  <a:latin typeface="微软雅黑" panose="020B0503020204020204" pitchFamily="34" charset="-122"/>
                  <a:ea typeface="微软雅黑" panose="020B0503020204020204" pitchFamily="34" charset="-122"/>
                </a:endParaRPr>
              </a:p>
            </p:txBody>
          </p:sp>
          <p:sp>
            <p:nvSpPr>
              <p:cNvPr id="16" name="矩形 15"/>
              <p:cNvSpPr/>
              <p:nvPr/>
            </p:nvSpPr>
            <p:spPr>
              <a:xfrm>
                <a:off x="17127671" y="3823142"/>
                <a:ext cx="3292050" cy="4928824"/>
              </a:xfrm>
              <a:prstGeom prst="rect">
                <a:avLst/>
              </a:prstGeom>
              <a:grpFill/>
              <a:ln w="9525"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algn="ctr" defTabSz="301625">
                  <a:lnSpc>
                    <a:spcPct val="150000"/>
                  </a:lnSpc>
                </a:pPr>
                <a:r>
                  <a:rPr lang="zh-CN" altLang="en-US" sz="1400" spc="300" dirty="0">
                    <a:solidFill>
                      <a:schemeClr val="bg2"/>
                    </a:solidFill>
                    <a:latin typeface="微软雅黑" panose="020B0503020204020204" pitchFamily="34" charset="-122"/>
                    <a:ea typeface="微软雅黑" panose="020B0503020204020204" pitchFamily="34" charset="-122"/>
                  </a:rPr>
                  <a:t>硬件服务子系统集</a:t>
                </a:r>
                <a:endParaRPr lang="zh-CN" altLang="en-US" sz="1400" spc="300" dirty="0">
                  <a:solidFill>
                    <a:schemeClr val="bg2"/>
                  </a:solidFill>
                  <a:latin typeface="微软雅黑" panose="020B0503020204020204" pitchFamily="34" charset="-122"/>
                  <a:ea typeface="微软雅黑" panose="020B0503020204020204" pitchFamily="34" charset="-122"/>
                </a:endParaRPr>
              </a:p>
            </p:txBody>
          </p:sp>
          <p:sp>
            <p:nvSpPr>
              <p:cNvPr id="17" name="矩形 16"/>
              <p:cNvSpPr/>
              <p:nvPr/>
            </p:nvSpPr>
            <p:spPr>
              <a:xfrm>
                <a:off x="17230543" y="4395583"/>
                <a:ext cx="585254" cy="4215385"/>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位置服务子系统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18" name="矩形 17"/>
              <p:cNvSpPr/>
              <p:nvPr/>
            </p:nvSpPr>
            <p:spPr>
              <a:xfrm>
                <a:off x="17860417" y="4395583"/>
                <a:ext cx="585254" cy="4215385"/>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生物特征识别子系统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19" name="矩形 18"/>
              <p:cNvSpPr/>
              <p:nvPr/>
            </p:nvSpPr>
            <p:spPr>
              <a:xfrm>
                <a:off x="19750033" y="4395583"/>
                <a:ext cx="585254" cy="4215385"/>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0" name="矩形 19"/>
              <p:cNvSpPr/>
              <p:nvPr/>
            </p:nvSpPr>
            <p:spPr>
              <a:xfrm>
                <a:off x="18490289" y="4395583"/>
                <a:ext cx="585254" cy="4215385"/>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穿戴专有硬件服务子系统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1" name="矩形 20"/>
              <p:cNvSpPr/>
              <p:nvPr/>
            </p:nvSpPr>
            <p:spPr>
              <a:xfrm>
                <a:off x="19120161" y="4395583"/>
                <a:ext cx="585254" cy="4215385"/>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I</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o</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T</a:t>
                </a:r>
                <a:r>
                  <a:rPr lang="zh-CN" altLang="en-US" sz="1400" spc="350" dirty="0">
                    <a:solidFill>
                      <a:schemeClr val="bg2"/>
                    </a:solidFill>
                    <a:latin typeface="微软雅黑" panose="020B0503020204020204" pitchFamily="34" charset="-122"/>
                    <a:ea typeface="微软雅黑" panose="020B0503020204020204" pitchFamily="34" charset="-122"/>
                  </a:rPr>
                  <a:t>专有硬件服务子系统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2" name="矩形 21"/>
              <p:cNvSpPr/>
              <p:nvPr/>
            </p:nvSpPr>
            <p:spPr>
              <a:xfrm>
                <a:off x="9497291" y="3820289"/>
                <a:ext cx="4057416" cy="4931678"/>
              </a:xfrm>
              <a:prstGeom prst="rect">
                <a:avLst/>
              </a:prstGeom>
              <a:grpFill/>
              <a:ln w="9525"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algn="ctr" defTabSz="301625">
                  <a:lnSpc>
                    <a:spcPct val="150000"/>
                  </a:lnSpc>
                  <a:defRPr/>
                </a:pPr>
                <a:r>
                  <a:rPr lang="zh-CN" altLang="en-US" sz="1400" dirty="0">
                    <a:solidFill>
                      <a:schemeClr val="bg2"/>
                    </a:solidFill>
                    <a:latin typeface="微软雅黑" panose="020B0503020204020204" pitchFamily="34" charset="-122"/>
                    <a:ea typeface="微软雅黑" panose="020B0503020204020204" pitchFamily="34" charset="-122"/>
                  </a:rPr>
                  <a:t>基础软件服务子系统集</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23" name="矩形 22"/>
              <p:cNvSpPr/>
              <p:nvPr/>
            </p:nvSpPr>
            <p:spPr>
              <a:xfrm>
                <a:off x="10889962" y="4358746"/>
                <a:ext cx="585253" cy="3944742"/>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多媒体子系统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4" name="矩形 23"/>
              <p:cNvSpPr/>
              <p:nvPr/>
            </p:nvSpPr>
            <p:spPr>
              <a:xfrm>
                <a:off x="11545684" y="4350675"/>
                <a:ext cx="585253" cy="3944742"/>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D</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F</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X</a:t>
                </a:r>
                <a:r>
                  <a:rPr lang="zh-CN" altLang="en-US" sz="1400" spc="350" dirty="0">
                    <a:solidFill>
                      <a:schemeClr val="bg2"/>
                    </a:solidFill>
                    <a:latin typeface="微软雅黑" panose="020B0503020204020204" pitchFamily="34" charset="-122"/>
                    <a:ea typeface="微软雅黑" panose="020B0503020204020204" pitchFamily="34" charset="-122"/>
                  </a:rPr>
                  <a:t>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5" name="矩形 24"/>
              <p:cNvSpPr/>
              <p:nvPr/>
            </p:nvSpPr>
            <p:spPr>
              <a:xfrm>
                <a:off x="10234241" y="4358746"/>
                <a:ext cx="585253" cy="3944742"/>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电话子系统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6" name="矩形 25"/>
              <p:cNvSpPr/>
              <p:nvPr/>
            </p:nvSpPr>
            <p:spPr>
              <a:xfrm>
                <a:off x="12201405" y="4350675"/>
                <a:ext cx="585253" cy="3944742"/>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MS</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D</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P</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&amp;D</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V</a:t>
                </a:r>
                <a:r>
                  <a:rPr lang="zh-CN" altLang="en-US" sz="1400" spc="350" dirty="0">
                    <a:solidFill>
                      <a:schemeClr val="bg2"/>
                    </a:solidFill>
                    <a:latin typeface="微软雅黑" panose="020B0503020204020204" pitchFamily="34" charset="-122"/>
                    <a:ea typeface="微软雅黑" panose="020B0503020204020204" pitchFamily="34" charset="-122"/>
                  </a:rPr>
                  <a:t>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7" name="矩形 26"/>
              <p:cNvSpPr/>
              <p:nvPr/>
            </p:nvSpPr>
            <p:spPr>
              <a:xfrm>
                <a:off x="12857129" y="4358746"/>
                <a:ext cx="585253" cy="3944742"/>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 …</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8" name="矩形 27"/>
              <p:cNvSpPr/>
              <p:nvPr/>
            </p:nvSpPr>
            <p:spPr>
              <a:xfrm>
                <a:off x="8569738" y="4321952"/>
                <a:ext cx="482145" cy="3431874"/>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I</a:t>
                </a:r>
                <a:r>
                  <a:rPr lang="zh-CN" altLang="en-US" sz="1400" spc="350" dirty="0">
                    <a:solidFill>
                      <a:schemeClr val="bg2"/>
                    </a:solidFill>
                    <a:latin typeface="微软雅黑" panose="020B0503020204020204" pitchFamily="34" charset="-122"/>
                    <a:ea typeface="微软雅黑" panose="020B0503020204020204" pitchFamily="34" charset="-122"/>
                  </a:rPr>
                  <a:t>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29" name="矩形 28"/>
              <p:cNvSpPr/>
              <p:nvPr/>
            </p:nvSpPr>
            <p:spPr>
              <a:xfrm>
                <a:off x="9584935" y="4343741"/>
                <a:ext cx="585254" cy="3944743"/>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事件通知服务子系统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38" name="矩形 37"/>
              <p:cNvSpPr/>
              <p:nvPr/>
            </p:nvSpPr>
            <p:spPr>
              <a:xfrm>
                <a:off x="13658691" y="3820289"/>
                <a:ext cx="3239810" cy="4931678"/>
              </a:xfrm>
              <a:prstGeom prst="rect">
                <a:avLst/>
              </a:prstGeom>
              <a:grpFill/>
              <a:ln w="9525"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algn="ctr" defTabSz="301625">
                  <a:lnSpc>
                    <a:spcPct val="150000"/>
                  </a:lnSpc>
                </a:pPr>
                <a:r>
                  <a:rPr lang="zh-CN" altLang="en-US" sz="1400" dirty="0">
                    <a:solidFill>
                      <a:schemeClr val="bg2"/>
                    </a:solidFill>
                    <a:latin typeface="微软雅黑" panose="020B0503020204020204" pitchFamily="34" charset="-122"/>
                    <a:ea typeface="微软雅黑" panose="020B0503020204020204" pitchFamily="34" charset="-122"/>
                  </a:rPr>
                  <a:t>增强软件服务子系统集</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39" name="矩形 38"/>
              <p:cNvSpPr/>
              <p:nvPr/>
            </p:nvSpPr>
            <p:spPr>
              <a:xfrm>
                <a:off x="13972124" y="4351122"/>
                <a:ext cx="585253" cy="4155201"/>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智慧屏专有业务子系统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0" name="矩形 39"/>
              <p:cNvSpPr/>
              <p:nvPr/>
            </p:nvSpPr>
            <p:spPr>
              <a:xfrm>
                <a:off x="14637358" y="4351122"/>
                <a:ext cx="585253" cy="4155201"/>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穿戴专有业务子系统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1" name="矩形 40"/>
              <p:cNvSpPr/>
              <p:nvPr/>
            </p:nvSpPr>
            <p:spPr>
              <a:xfrm>
                <a:off x="15302593" y="4351122"/>
                <a:ext cx="585253" cy="4155201"/>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I</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o</a:t>
                </a:r>
                <a:endParaRPr lang="en-US" altLang="zh-CN" sz="1400" spc="350" dirty="0">
                  <a:solidFill>
                    <a:schemeClr val="bg2"/>
                  </a:solidFill>
                  <a:latin typeface="微软雅黑" panose="020B0503020204020204" pitchFamily="34" charset="-122"/>
                  <a:ea typeface="微软雅黑" panose="020B0503020204020204" pitchFamily="34" charset="-122"/>
                </a:endParaRPr>
              </a:p>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T</a:t>
                </a:r>
                <a:r>
                  <a:rPr lang="zh-CN" altLang="en-US" sz="1400" spc="350" dirty="0">
                    <a:solidFill>
                      <a:schemeClr val="bg2"/>
                    </a:solidFill>
                    <a:latin typeface="微软雅黑" panose="020B0503020204020204" pitchFamily="34" charset="-122"/>
                    <a:ea typeface="微软雅黑" panose="020B0503020204020204" pitchFamily="34" charset="-122"/>
                  </a:rPr>
                  <a:t>专有业务子系统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2" name="矩形 41"/>
              <p:cNvSpPr/>
              <p:nvPr/>
            </p:nvSpPr>
            <p:spPr>
              <a:xfrm>
                <a:off x="16001463" y="4351122"/>
                <a:ext cx="585253" cy="4155201"/>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en-US" altLang="zh-CN" sz="1400" spc="350" dirty="0">
                    <a:solidFill>
                      <a:schemeClr val="bg2"/>
                    </a:solidFill>
                    <a:latin typeface="微软雅黑" panose="020B0503020204020204" pitchFamily="34" charset="-122"/>
                    <a:ea typeface="微软雅黑" panose="020B0503020204020204" pitchFamily="34" charset="-122"/>
                  </a:rPr>
                  <a:t>…</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46" name="矩形 45"/>
              <p:cNvSpPr/>
              <p:nvPr/>
            </p:nvSpPr>
            <p:spPr>
              <a:xfrm>
                <a:off x="3638055" y="3813248"/>
                <a:ext cx="5560612" cy="4938719"/>
              </a:xfrm>
              <a:prstGeom prst="rect">
                <a:avLst/>
              </a:prstGeom>
              <a:grpFill/>
              <a:ln w="9525" cap="flat" cmpd="sng" algn="ctr">
                <a:solidFill>
                  <a:schemeClr val="bg2"/>
                </a:solidFill>
                <a:prstDash val="lgDash"/>
              </a:ln>
              <a:effectLst/>
            </p:spPr>
            <p:txBody>
              <a:bodyPr rot="0" spcFirstLastPara="0" vertOverflow="overflow" horzOverflow="overflow" vert="horz" wrap="square" lIns="33602" tIns="16801" rIns="33602" bIns="16801" numCol="1" spcCol="0" rtlCol="0" fromWordArt="0" anchor="t" anchorCtr="0" forceAA="0" compatLnSpc="1">
                <a:noAutofit/>
              </a:bodyPr>
              <a:lstStyle/>
              <a:p>
                <a:pPr algn="ctr" defTabSz="301625">
                  <a:lnSpc>
                    <a:spcPct val="150000"/>
                  </a:lnSpc>
                  <a:defRPr/>
                </a:pPr>
                <a:r>
                  <a:rPr lang="zh-CN" altLang="en-US" sz="1400" dirty="0">
                    <a:solidFill>
                      <a:schemeClr val="bg2"/>
                    </a:solidFill>
                    <a:latin typeface="微软雅黑" panose="020B0503020204020204" pitchFamily="34" charset="-122"/>
                    <a:ea typeface="微软雅黑" panose="020B0503020204020204" pitchFamily="34" charset="-122"/>
                  </a:rPr>
                  <a:t>系统基本能力子系统集</a:t>
                </a:r>
                <a:endParaRPr lang="zh-CN" altLang="en-US" sz="1400" dirty="0">
                  <a:solidFill>
                    <a:schemeClr val="bg2"/>
                  </a:solidFill>
                  <a:latin typeface="微软雅黑" panose="020B0503020204020204" pitchFamily="34" charset="-122"/>
                  <a:ea typeface="微软雅黑" panose="020B0503020204020204" pitchFamily="34" charset="-122"/>
                </a:endParaRPr>
              </a:p>
            </p:txBody>
          </p:sp>
          <p:sp>
            <p:nvSpPr>
              <p:cNvPr id="47" name="矩形 46"/>
              <p:cNvSpPr/>
              <p:nvPr/>
            </p:nvSpPr>
            <p:spPr>
              <a:xfrm>
                <a:off x="4109143" y="7884522"/>
                <a:ext cx="2521160" cy="782857"/>
              </a:xfrm>
              <a:prstGeom prst="rect">
                <a:avLst/>
              </a:prstGeom>
              <a:grp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方舟多语言运行时子系统</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48" name="矩形 47"/>
              <p:cNvSpPr/>
              <p:nvPr/>
            </p:nvSpPr>
            <p:spPr>
              <a:xfrm>
                <a:off x="6754789" y="7884521"/>
                <a:ext cx="2297094" cy="782857"/>
              </a:xfrm>
              <a:prstGeom prst="rect">
                <a:avLst/>
              </a:prstGeom>
              <a:grp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公共基础库</a:t>
                </a:r>
                <a:endParaRPr lang="en-US" altLang="zh-CN"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子系统</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2" name="矩形 51"/>
              <p:cNvSpPr/>
              <p:nvPr/>
            </p:nvSpPr>
            <p:spPr>
              <a:xfrm>
                <a:off x="6785590" y="4329212"/>
                <a:ext cx="421149" cy="342461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多模输入子系统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53" name="矩形 52"/>
              <p:cNvSpPr/>
              <p:nvPr/>
            </p:nvSpPr>
            <p:spPr>
              <a:xfrm>
                <a:off x="4109145" y="6664644"/>
                <a:ext cx="2524486" cy="479241"/>
              </a:xfrm>
              <a:prstGeom prst="rect">
                <a:avLst/>
              </a:prstGeom>
              <a:grp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分布式数据管理</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4" name="矩形 53"/>
              <p:cNvSpPr/>
              <p:nvPr/>
            </p:nvSpPr>
            <p:spPr>
              <a:xfrm>
                <a:off x="4109145" y="7274586"/>
                <a:ext cx="2524486" cy="479241"/>
              </a:xfrm>
              <a:prstGeom prst="rect">
                <a:avLst/>
              </a:prstGeom>
              <a:grp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分布式软总线</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5" name="矩形 54"/>
              <p:cNvSpPr/>
              <p:nvPr/>
            </p:nvSpPr>
            <p:spPr>
              <a:xfrm>
                <a:off x="4109145" y="6054704"/>
                <a:ext cx="2524486" cy="479241"/>
              </a:xfrm>
              <a:prstGeom prst="rect">
                <a:avLst/>
              </a:prstGeom>
              <a:grp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分布式任务调度</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56" name="矩形 55"/>
              <p:cNvSpPr/>
              <p:nvPr/>
            </p:nvSpPr>
            <p:spPr>
              <a:xfrm>
                <a:off x="7341777" y="4333049"/>
                <a:ext cx="486717" cy="3420778"/>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图形子系统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sp>
            <p:nvSpPr>
              <p:cNvPr id="57" name="矩形 56"/>
              <p:cNvSpPr/>
              <p:nvPr/>
            </p:nvSpPr>
            <p:spPr>
              <a:xfrm>
                <a:off x="7963534" y="4333049"/>
                <a:ext cx="486717" cy="3420778"/>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400" spc="350" dirty="0">
                    <a:solidFill>
                      <a:schemeClr val="bg2"/>
                    </a:solidFill>
                    <a:latin typeface="微软雅黑" panose="020B0503020204020204" pitchFamily="34" charset="-122"/>
                    <a:ea typeface="微软雅黑" panose="020B0503020204020204" pitchFamily="34" charset="-122"/>
                  </a:rPr>
                  <a:t>安全子系统</a:t>
                </a:r>
                <a:endParaRPr lang="zh-CN" altLang="en-US" sz="1400" spc="350" dirty="0">
                  <a:solidFill>
                    <a:schemeClr val="bg2"/>
                  </a:solidFill>
                  <a:latin typeface="微软雅黑" panose="020B0503020204020204" pitchFamily="34" charset="-122"/>
                  <a:ea typeface="微软雅黑" panose="020B0503020204020204" pitchFamily="34" charset="-122"/>
                </a:endParaRPr>
              </a:p>
            </p:txBody>
          </p:sp>
        </p:grpSp>
        <p:sp>
          <p:nvSpPr>
            <p:cNvPr id="60" name="文本框 59"/>
            <p:cNvSpPr txBox="1"/>
            <p:nvPr/>
          </p:nvSpPr>
          <p:spPr>
            <a:xfrm>
              <a:off x="5030013" y="1202323"/>
              <a:ext cx="2723823" cy="369332"/>
            </a:xfrm>
            <a:prstGeom prst="rect">
              <a:avLst/>
            </a:prstGeom>
            <a:grpFill/>
            <a:ln>
              <a:solidFill>
                <a:schemeClr val="bg2"/>
              </a:solidFill>
            </a:ln>
          </p:spPr>
          <p:txBody>
            <a:bodyPr wrap="none" rtlCol="0">
              <a:spAutoFit/>
            </a:bodyPr>
            <a:lstStyle/>
            <a:p>
              <a:r>
                <a:rPr lang="zh-CN" altLang="en-US" dirty="0">
                  <a:solidFill>
                    <a:schemeClr val="bg2"/>
                  </a:solidFill>
                  <a:latin typeface="微软雅黑" panose="020B0503020204020204" pitchFamily="34" charset="-122"/>
                  <a:ea typeface="微软雅黑" panose="020B0503020204020204" pitchFamily="34" charset="-122"/>
                </a:rPr>
                <a:t>公共的、通用的软件服务</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2154101" y="5246778"/>
              <a:ext cx="1800493" cy="369332"/>
            </a:xfrm>
            <a:prstGeom prst="rect">
              <a:avLst/>
            </a:prstGeom>
            <a:grpFill/>
            <a:ln>
              <a:solidFill>
                <a:schemeClr val="bg2"/>
              </a:solidFill>
            </a:ln>
          </p:spPr>
          <p:txBody>
            <a:bodyPr wrap="none" rtlCol="0">
              <a:spAutoFit/>
            </a:bodyPr>
            <a:lstStyle/>
            <a:p>
              <a:r>
                <a:rPr lang="zh-CN" altLang="en-US" dirty="0">
                  <a:solidFill>
                    <a:schemeClr val="bg2"/>
                  </a:solidFill>
                  <a:latin typeface="微软雅黑" panose="020B0503020204020204" pitchFamily="34" charset="-122"/>
                  <a:ea typeface="微软雅黑" panose="020B0503020204020204" pitchFamily="34" charset="-122"/>
                </a:rPr>
                <a:t>分布式基础能力</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6781151" y="5245323"/>
              <a:ext cx="3416320" cy="369332"/>
            </a:xfrm>
            <a:prstGeom prst="rect">
              <a:avLst/>
            </a:prstGeom>
            <a:grpFill/>
            <a:ln>
              <a:solidFill>
                <a:schemeClr val="bg2"/>
              </a:solidFill>
            </a:ln>
          </p:spPr>
          <p:txBody>
            <a:bodyPr wrap="none" rtlCol="0">
              <a:spAutoFit/>
            </a:bodyPr>
            <a:lstStyle/>
            <a:p>
              <a:r>
                <a:rPr lang="zh-CN" altLang="en-US" dirty="0">
                  <a:solidFill>
                    <a:schemeClr val="bg2"/>
                  </a:solidFill>
                  <a:latin typeface="微软雅黑" panose="020B0503020204020204" pitchFamily="34" charset="-122"/>
                  <a:ea typeface="微软雅黑" panose="020B0503020204020204" pitchFamily="34" charset="-122"/>
                </a:rPr>
                <a:t>不同设备的、差异化的能力增强</a:t>
              </a:r>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9825290" y="1210443"/>
              <a:ext cx="1569660" cy="369332"/>
            </a:xfrm>
            <a:prstGeom prst="rect">
              <a:avLst/>
            </a:prstGeom>
            <a:grpFill/>
            <a:ln>
              <a:solidFill>
                <a:schemeClr val="bg2"/>
              </a:solidFill>
            </a:ln>
          </p:spPr>
          <p:txBody>
            <a:bodyPr wrap="none" rtlCol="0">
              <a:spAutoFit/>
            </a:bodyPr>
            <a:lstStyle/>
            <a:p>
              <a:r>
                <a:rPr lang="zh-CN" altLang="en-US" dirty="0">
                  <a:solidFill>
                    <a:schemeClr val="bg2"/>
                  </a:solidFill>
                  <a:latin typeface="微软雅黑" panose="020B0503020204020204" pitchFamily="34" charset="-122"/>
                  <a:ea typeface="微软雅黑" panose="020B0503020204020204" pitchFamily="34" charset="-122"/>
                </a:rPr>
                <a:t>提供硬件服务</a:t>
              </a:r>
              <a:endParaRPr lang="zh-CN" altLang="en-US" dirty="0">
                <a:solidFill>
                  <a:schemeClr val="bg2"/>
                </a:solidFill>
                <a:latin typeface="微软雅黑" panose="020B0503020204020204" pitchFamily="34" charset="-122"/>
                <a:ea typeface="微软雅黑" panose="020B0503020204020204" pitchFamily="34" charset="-122"/>
              </a:endParaRPr>
            </a:p>
          </p:txBody>
        </p:sp>
      </p:grpSp>
      <p:sp>
        <p:nvSpPr>
          <p:cNvPr id="43" name="矩形 42"/>
          <p:cNvSpPr/>
          <p:nvPr/>
        </p:nvSpPr>
        <p:spPr>
          <a:xfrm>
            <a:off x="2988522" y="2874609"/>
            <a:ext cx="573082" cy="785904"/>
          </a:xfrm>
          <a:prstGeom prst="rect">
            <a:avLst/>
          </a:prstGeom>
          <a:noFill/>
          <a:ln w="3175">
            <a:solidFill>
              <a:schemeClr val="bg2"/>
            </a:solidFill>
            <a:miter lim="400000"/>
          </a:ln>
        </p:spPr>
        <p:txBody>
          <a:bodyPr lIns="8057" tIns="8057" rIns="8057" bIns="8057" anchor="ctr"/>
          <a:lstStyle/>
          <a:p>
            <a:pPr algn="ctr" defTabSz="160655"/>
            <a:r>
              <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用户程序框架</a:t>
            </a:r>
            <a:endParaRPr lang="zh-CN" altLang="en-US" sz="14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44" name="矩形 43"/>
          <p:cNvSpPr/>
          <p:nvPr/>
        </p:nvSpPr>
        <p:spPr>
          <a:xfrm>
            <a:off x="2080477" y="3256349"/>
            <a:ext cx="844883" cy="393390"/>
          </a:xfrm>
          <a:prstGeom prst="rect">
            <a:avLst/>
          </a:prstGeom>
          <a:noFill/>
          <a:ln w="3175">
            <a:solidFill>
              <a:schemeClr val="bg2"/>
            </a:solidFill>
            <a:miter lim="400000"/>
          </a:ln>
        </p:spPr>
        <p:txBody>
          <a:bodyPr lIns="8057" tIns="8057" rIns="8057" bIns="8057" anchor="ctr"/>
          <a:lstStyle/>
          <a:p>
            <a:pPr algn="ctr" defTabSz="160655"/>
            <a:r>
              <a:rPr lang="en-US" altLang="zh-CN"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Ability</a:t>
            </a:r>
            <a:r>
              <a:rPr lang="zh-CN" altLang="en-US"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rPr>
              <a:t>框架</a:t>
            </a:r>
            <a:endParaRPr lang="zh-CN" altLang="en-US"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
        <p:nvSpPr>
          <p:cNvPr id="45" name="矩形 44"/>
          <p:cNvSpPr/>
          <p:nvPr/>
        </p:nvSpPr>
        <p:spPr>
          <a:xfrm>
            <a:off x="2150958" y="2877710"/>
            <a:ext cx="790468" cy="311216"/>
          </a:xfrm>
          <a:prstGeom prst="rect">
            <a:avLst/>
          </a:prstGeom>
          <a:noFill/>
          <a:ln w="3175">
            <a:solidFill>
              <a:schemeClr val="bg2"/>
            </a:solidFill>
            <a:miter lim="400000"/>
          </a:ln>
        </p:spPr>
        <p:txBody>
          <a:bodyPr lIns="8057" tIns="8057" rIns="8057" bIns="8057" anchor="ctr"/>
          <a:lstStyle/>
          <a:p>
            <a:pPr algn="ctr" defTabSz="160655"/>
            <a:r>
              <a:rPr lang="en-US" altLang="zh-CN" sz="1200" dirty="0" err="1">
                <a:solidFill>
                  <a:schemeClr val="bg2"/>
                </a:solidFill>
                <a:latin typeface="微软雅黑" panose="020B0503020204020204" pitchFamily="34" charset="-122"/>
                <a:ea typeface="微软雅黑" panose="020B0503020204020204" pitchFamily="34" charset="-122"/>
                <a:cs typeface="Huawei Sans" panose="020C0503030203020204" pitchFamily="34" charset="0"/>
              </a:rPr>
              <a:t>ArkUI</a:t>
            </a:r>
            <a:endParaRPr lang="zh-CN" altLang="en-US" sz="1200" dirty="0">
              <a:solidFill>
                <a:schemeClr val="bg2"/>
              </a:solidFill>
              <a:latin typeface="微软雅黑" panose="020B0503020204020204" pitchFamily="34" charset="-122"/>
              <a:ea typeface="微软雅黑" panose="020B0503020204020204" pitchFamily="34" charset="-122"/>
              <a:cs typeface="Huawei Sans" panose="020C0503030203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架构解析 </a:t>
            </a:r>
            <a:r>
              <a:rPr lang="en-US" altLang="zh-CN" dirty="0"/>
              <a:t>- </a:t>
            </a:r>
            <a:r>
              <a:rPr lang="zh-CN" altLang="en-US" dirty="0"/>
              <a:t>框架层</a:t>
            </a:r>
            <a:endParaRPr lang="zh-CN" altLang="en-US" dirty="0"/>
          </a:p>
        </p:txBody>
      </p:sp>
      <p:sp>
        <p:nvSpPr>
          <p:cNvPr id="3" name="文本占位符 2"/>
          <p:cNvSpPr>
            <a:spLocks noGrp="1"/>
          </p:cNvSpPr>
          <p:nvPr>
            <p:ph type="body" sz="quarter" idx="10"/>
          </p:nvPr>
        </p:nvSpPr>
        <p:spPr/>
        <p:txBody>
          <a:bodyPr/>
          <a:lstStyle/>
          <a:p>
            <a:r>
              <a:rPr lang="zh-CN" altLang="en-US" sz="2000" dirty="0"/>
              <a:t>框架层为</a:t>
            </a:r>
            <a:r>
              <a:rPr lang="en-US" altLang="zh-CN" sz="2000" dirty="0" err="1"/>
              <a:t>HarmonyOS</a:t>
            </a:r>
            <a:r>
              <a:rPr lang="zh-CN" altLang="en-US" sz="2000" dirty="0"/>
              <a:t>应用开发提供：</a:t>
            </a:r>
            <a:endParaRPr lang="en-US" altLang="zh-CN" sz="2000" dirty="0"/>
          </a:p>
          <a:p>
            <a:pPr lvl="1"/>
            <a:r>
              <a:rPr lang="zh-CN" altLang="en-US" sz="1800" dirty="0"/>
              <a:t>用户程序框架：支持</a:t>
            </a:r>
            <a:r>
              <a:rPr lang="en-US" altLang="zh-CN" sz="1800" dirty="0" err="1"/>
              <a:t>ArkTS</a:t>
            </a:r>
            <a:r>
              <a:rPr lang="en-US" altLang="zh-CN" sz="1800" dirty="0"/>
              <a:t>/C/C++/JS</a:t>
            </a:r>
            <a:r>
              <a:rPr lang="zh-CN" altLang="en-US" sz="1800" dirty="0"/>
              <a:t>等多种语言；</a:t>
            </a:r>
            <a:endParaRPr lang="en-US" altLang="zh-CN" sz="1800" dirty="0"/>
          </a:p>
          <a:p>
            <a:pPr lvl="1"/>
            <a:r>
              <a:rPr lang="en-US" altLang="zh-CN" sz="1800" dirty="0"/>
              <a:t>Ability</a:t>
            </a:r>
            <a:r>
              <a:rPr lang="zh-CN" altLang="en-US" sz="1800" dirty="0"/>
              <a:t>框架：应用所具备能力的抽象；</a:t>
            </a:r>
            <a:endParaRPr lang="en-US" altLang="zh-CN" sz="1800" dirty="0"/>
          </a:p>
          <a:p>
            <a:pPr lvl="1"/>
            <a:r>
              <a:rPr lang="en-US" altLang="zh-CN" sz="1800" dirty="0" err="1"/>
              <a:t>ArkUI</a:t>
            </a:r>
            <a:r>
              <a:rPr lang="zh-CN" altLang="en-US" sz="1800" dirty="0"/>
              <a:t>：适用于</a:t>
            </a:r>
            <a:r>
              <a:rPr lang="en-US" altLang="zh-CN" sz="1800" dirty="0" err="1"/>
              <a:t>ArkTS</a:t>
            </a:r>
            <a:r>
              <a:rPr lang="zh-CN" altLang="en-US" sz="1800" dirty="0"/>
              <a:t>语言的声明式</a:t>
            </a:r>
            <a:r>
              <a:rPr lang="en-US" altLang="zh-CN" sz="1800" dirty="0"/>
              <a:t>UI</a:t>
            </a:r>
            <a:r>
              <a:rPr lang="zh-CN" altLang="en-US" sz="1800" dirty="0"/>
              <a:t>框架和适用于</a:t>
            </a:r>
            <a:r>
              <a:rPr lang="en-US" altLang="zh-CN" sz="1800" dirty="0" err="1"/>
              <a:t>JS</a:t>
            </a:r>
            <a:r>
              <a:rPr lang="zh-CN" altLang="en-US" sz="1800" dirty="0"/>
              <a:t>语言的类</a:t>
            </a:r>
            <a:r>
              <a:rPr lang="en-US" altLang="zh-CN" sz="1800" dirty="0"/>
              <a:t>Web UI</a:t>
            </a:r>
            <a:r>
              <a:rPr lang="zh-CN" altLang="en-US" sz="1800" dirty="0"/>
              <a:t>框架；</a:t>
            </a:r>
            <a:endParaRPr lang="en-US" altLang="zh-CN" sz="1800" dirty="0"/>
          </a:p>
          <a:p>
            <a:pPr lvl="1"/>
            <a:r>
              <a:rPr lang="zh-CN" altLang="en-US" sz="1800" dirty="0"/>
              <a:t>多语言框架</a:t>
            </a:r>
            <a:r>
              <a:rPr lang="en-US" altLang="zh-CN" sz="1800" dirty="0"/>
              <a:t>API</a:t>
            </a:r>
            <a:r>
              <a:rPr lang="zh-CN" altLang="en-US" sz="1800" dirty="0"/>
              <a:t>：支持多种软硬件服务对外开放的语言框架。</a:t>
            </a:r>
            <a:endParaRPr lang="en-US" altLang="zh-CN" sz="1800" dirty="0"/>
          </a:p>
          <a:p>
            <a:r>
              <a:rPr lang="zh-CN" altLang="en-US" sz="2000" dirty="0"/>
              <a:t>根据系统的组件化裁剪程度，</a:t>
            </a:r>
            <a:r>
              <a:rPr lang="en-US" altLang="zh-CN" sz="2000" dirty="0"/>
              <a:t> </a:t>
            </a:r>
            <a:r>
              <a:rPr lang="en-US" altLang="zh-CN" sz="2000" dirty="0" err="1"/>
              <a:t>HarmonyOS</a:t>
            </a:r>
            <a:r>
              <a:rPr lang="zh-CN" altLang="en-US" sz="2000" dirty="0"/>
              <a:t>设备支持的</a:t>
            </a:r>
            <a:r>
              <a:rPr lang="en-US" altLang="zh-CN" sz="2000" dirty="0"/>
              <a:t>API</a:t>
            </a:r>
            <a:r>
              <a:rPr lang="zh-CN" altLang="en-US" sz="2000" dirty="0"/>
              <a:t>也会有所不同。</a:t>
            </a:r>
            <a:endParaRPr lang="zh-CN" altLang="en-US" sz="2000" dirty="0"/>
          </a:p>
        </p:txBody>
      </p:sp>
      <p:sp>
        <p:nvSpPr>
          <p:cNvPr id="12" name="矩形 11"/>
          <p:cNvSpPr/>
          <p:nvPr/>
        </p:nvSpPr>
        <p:spPr>
          <a:xfrm>
            <a:off x="9418320" y="1828800"/>
            <a:ext cx="1889760" cy="7924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用户程序框架</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9418320" y="3091412"/>
            <a:ext cx="1889760" cy="7924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Ability</a:t>
            </a:r>
            <a:r>
              <a:rPr lang="zh-CN" altLang="en-US" dirty="0">
                <a:solidFill>
                  <a:schemeClr val="bg1"/>
                </a:solidFill>
                <a:latin typeface="微软雅黑" panose="020B0503020204020204" pitchFamily="34" charset="-122"/>
                <a:ea typeface="微软雅黑" panose="020B0503020204020204" pitchFamily="34" charset="-122"/>
              </a:rPr>
              <a:t>框架</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9418320" y="4354024"/>
            <a:ext cx="1889760" cy="7924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bg1"/>
                </a:solidFill>
                <a:latin typeface="微软雅黑" panose="020B0503020204020204" pitchFamily="34" charset="-122"/>
                <a:ea typeface="微软雅黑" panose="020B0503020204020204" pitchFamily="34" charset="-122"/>
              </a:rPr>
              <a:t>ArkUI</a:t>
            </a:r>
            <a:endParaRPr lang="zh-CN" altLang="en-US"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架构解析 </a:t>
            </a:r>
            <a:r>
              <a:rPr lang="en-US" altLang="zh-CN" dirty="0"/>
              <a:t>- </a:t>
            </a:r>
            <a:r>
              <a:rPr lang="zh-CN" altLang="en-US" dirty="0"/>
              <a:t>应用层</a:t>
            </a:r>
            <a:endParaRPr lang="zh-CN" altLang="en-US" dirty="0"/>
          </a:p>
        </p:txBody>
      </p:sp>
      <p:sp>
        <p:nvSpPr>
          <p:cNvPr id="3" name="文本占位符 2"/>
          <p:cNvSpPr>
            <a:spLocks noGrp="1"/>
          </p:cNvSpPr>
          <p:nvPr>
            <p:ph type="body" sz="quarter" idx="10"/>
          </p:nvPr>
        </p:nvSpPr>
        <p:spPr/>
        <p:txBody>
          <a:bodyPr/>
          <a:lstStyle/>
          <a:p>
            <a:r>
              <a:rPr lang="zh-CN" altLang="en-US" dirty="0"/>
              <a:t>应用层包括系统应用和扩展</a:t>
            </a:r>
            <a:r>
              <a:rPr lang="en-US" altLang="zh-CN" dirty="0"/>
              <a:t>/</a:t>
            </a:r>
            <a:r>
              <a:rPr lang="zh-CN" altLang="en-US" dirty="0"/>
              <a:t>第三方非系统应用。</a:t>
            </a:r>
            <a:endParaRPr lang="en-US" altLang="zh-CN" dirty="0"/>
          </a:p>
          <a:p>
            <a:r>
              <a:rPr lang="en-US" altLang="zh-CN" sz="2400" dirty="0" err="1"/>
              <a:t>HarmonyOS</a:t>
            </a:r>
            <a:r>
              <a:rPr lang="zh-CN" altLang="en-US" dirty="0"/>
              <a:t>的应用分为一个或多个</a:t>
            </a:r>
            <a:r>
              <a:rPr lang="en-US" altLang="zh-CN" dirty="0" err="1"/>
              <a:t>UIAbility</a:t>
            </a:r>
            <a:r>
              <a:rPr lang="zh-CN" altLang="en-US" dirty="0"/>
              <a:t>组件组成，也可以加上</a:t>
            </a:r>
            <a:r>
              <a:rPr lang="en-US" altLang="zh-CN" dirty="0" err="1"/>
              <a:t>ExtensionAbility</a:t>
            </a:r>
            <a:r>
              <a:rPr lang="zh-CN" altLang="en-US" dirty="0"/>
              <a:t>。</a:t>
            </a:r>
            <a:endParaRPr lang="en-US"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应用服务智能分发</a:t>
            </a:r>
            <a:endParaRPr lang="zh-CN" altLang="en-US" dirty="0"/>
          </a:p>
        </p:txBody>
      </p:sp>
      <p:sp>
        <p:nvSpPr>
          <p:cNvPr id="3" name="文本占位符 2"/>
          <p:cNvSpPr>
            <a:spLocks noGrp="1"/>
          </p:cNvSpPr>
          <p:nvPr>
            <p:ph type="body" sz="quarter" idx="10"/>
          </p:nvPr>
        </p:nvSpPr>
        <p:spPr/>
        <p:txBody>
          <a:bodyPr/>
          <a:lstStyle/>
          <a:p>
            <a:r>
              <a:rPr lang="zh-CN" altLang="en-US" dirty="0"/>
              <a:t>基于</a:t>
            </a:r>
            <a:r>
              <a:rPr lang="en-US" altLang="zh-CN" dirty="0"/>
              <a:t>Stage</a:t>
            </a:r>
            <a:r>
              <a:rPr lang="zh-CN" altLang="en-US" dirty="0"/>
              <a:t>模型构建的新型应用生态，能够实现三方服务跨设备智能分发，提供一致、高效的用户体验。</a:t>
            </a:r>
            <a:endParaRPr lang="zh-CN" altLang="en-US" dirty="0"/>
          </a:p>
        </p:txBody>
      </p:sp>
      <p:sp>
        <p:nvSpPr>
          <p:cNvPr id="10" name="圆角矩形 9"/>
          <p:cNvSpPr/>
          <p:nvPr/>
        </p:nvSpPr>
        <p:spPr>
          <a:xfrm>
            <a:off x="1154243" y="2263513"/>
            <a:ext cx="4077325" cy="3073593"/>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5" name="圆角矩形 4"/>
          <p:cNvSpPr/>
          <p:nvPr/>
        </p:nvSpPr>
        <p:spPr>
          <a:xfrm>
            <a:off x="2295078" y="2528831"/>
            <a:ext cx="1795655" cy="392748"/>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视频通话应用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 name="圆角矩形 5"/>
          <p:cNvSpPr/>
          <p:nvPr/>
        </p:nvSpPr>
        <p:spPr>
          <a:xfrm>
            <a:off x="1912088" y="3303687"/>
            <a:ext cx="2675701" cy="391689"/>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视频通话主界面</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1476033" y="3967722"/>
            <a:ext cx="1132256" cy="1168010"/>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摄像头视频采集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2895929" y="3961753"/>
            <a:ext cx="872110" cy="1168010"/>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视频美颜处理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9" name="圆角矩形 8"/>
          <p:cNvSpPr/>
          <p:nvPr/>
        </p:nvSpPr>
        <p:spPr>
          <a:xfrm>
            <a:off x="4025702" y="3961753"/>
            <a:ext cx="872110" cy="1168010"/>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超级夜景能力</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5707428" y="3201890"/>
            <a:ext cx="1678899" cy="1523147"/>
          </a:xfrm>
          <a:prstGeom prst="ellipse">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微软雅黑" panose="020B0503020204020204" pitchFamily="34" charset="-122"/>
                <a:ea typeface="微软雅黑" panose="020B0503020204020204" pitchFamily="34" charset="-122"/>
              </a:rPr>
              <a:t>分发</a:t>
            </a:r>
            <a:endParaRPr lang="en-US" altLang="zh-CN" sz="2400" dirty="0">
              <a:solidFill>
                <a:schemeClr val="bg1"/>
              </a:solidFill>
              <a:latin typeface="微软雅黑" panose="020B0503020204020204" pitchFamily="34" charset="-122"/>
              <a:ea typeface="微软雅黑" panose="020B0503020204020204" pitchFamily="34" charset="-122"/>
            </a:endParaRPr>
          </a:p>
          <a:p>
            <a:pPr algn="ctr"/>
            <a:r>
              <a:rPr lang="zh-CN" altLang="en-US" sz="2400" dirty="0">
                <a:solidFill>
                  <a:schemeClr val="bg1"/>
                </a:solidFill>
                <a:latin typeface="微软雅黑" panose="020B0503020204020204" pitchFamily="34" charset="-122"/>
                <a:ea typeface="微软雅黑" panose="020B0503020204020204" pitchFamily="34" charset="-122"/>
              </a:rPr>
              <a:t>平台</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7809875" y="1828800"/>
            <a:ext cx="3297836" cy="2473376"/>
          </a:xfrm>
          <a:prstGeom prst="roundRect">
            <a:avLst/>
          </a:prstGeom>
          <a:solidFill>
            <a:schemeClr val="tx1"/>
          </a:solidFill>
          <a:ln w="28575">
            <a:solidFill>
              <a:srgbClr val="888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8560966" y="1921316"/>
            <a:ext cx="1795655" cy="392748"/>
          </a:xfrm>
          <a:prstGeom prst="roundRect">
            <a:avLst/>
          </a:prstGeom>
          <a:solidFill>
            <a:srgbClr val="FCC8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手机</a:t>
            </a:r>
            <a:endParaRPr lang="zh-CN" altLang="en-US" sz="2000" b="1" dirty="0">
              <a:solidFill>
                <a:schemeClr val="tx1"/>
              </a:solidFill>
            </a:endParaRPr>
          </a:p>
        </p:txBody>
      </p:sp>
      <p:sp>
        <p:nvSpPr>
          <p:cNvPr id="17" name="圆角矩形 16"/>
          <p:cNvSpPr/>
          <p:nvPr/>
        </p:nvSpPr>
        <p:spPr>
          <a:xfrm>
            <a:off x="8200582" y="2445294"/>
            <a:ext cx="2675701" cy="391689"/>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视频通话主界面</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7969225" y="3025317"/>
            <a:ext cx="988477" cy="1059021"/>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摄像头视频采集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9" name="圆角矩形 18"/>
          <p:cNvSpPr/>
          <p:nvPr/>
        </p:nvSpPr>
        <p:spPr>
          <a:xfrm>
            <a:off x="9182643" y="3019905"/>
            <a:ext cx="761366" cy="1059021"/>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视频美颜处理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0" name="圆角矩形 19"/>
          <p:cNvSpPr/>
          <p:nvPr/>
        </p:nvSpPr>
        <p:spPr>
          <a:xfrm>
            <a:off x="10195126" y="3019905"/>
            <a:ext cx="761366" cy="1059021"/>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超级夜景能力</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3" name="圆角矩形 22"/>
          <p:cNvSpPr/>
          <p:nvPr/>
        </p:nvSpPr>
        <p:spPr>
          <a:xfrm>
            <a:off x="7809875" y="4392671"/>
            <a:ext cx="3297836" cy="1763134"/>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4" name="圆角矩形 23"/>
          <p:cNvSpPr/>
          <p:nvPr/>
        </p:nvSpPr>
        <p:spPr>
          <a:xfrm>
            <a:off x="8560966" y="4470136"/>
            <a:ext cx="1795655" cy="392748"/>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智慧屏</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25" name="圆角矩形 24"/>
          <p:cNvSpPr/>
          <p:nvPr/>
        </p:nvSpPr>
        <p:spPr>
          <a:xfrm>
            <a:off x="8120943" y="4945417"/>
            <a:ext cx="2675701" cy="391689"/>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视频通话主界面</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6" name="圆角矩形 25"/>
          <p:cNvSpPr/>
          <p:nvPr/>
        </p:nvSpPr>
        <p:spPr>
          <a:xfrm>
            <a:off x="8378904" y="5470549"/>
            <a:ext cx="2159778" cy="620184"/>
          </a:xfrm>
          <a:prstGeom prst="roundRect">
            <a:avLst/>
          </a:prstGeom>
          <a:solidFill>
            <a:schemeClr val="tx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摄像头视频采集</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30" name="直接连接符 29"/>
          <p:cNvCxnSpPr/>
          <p:nvPr/>
        </p:nvCxnSpPr>
        <p:spPr>
          <a:xfrm>
            <a:off x="5231568" y="3201890"/>
            <a:ext cx="569625" cy="395749"/>
          </a:xfrm>
          <a:prstGeom prst="line">
            <a:avLst/>
          </a:prstGeom>
          <a:ln w="28575">
            <a:solidFill>
              <a:schemeClr val="bg2"/>
            </a:solidFill>
          </a:ln>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flipV="1">
            <a:off x="5224912" y="4302176"/>
            <a:ext cx="576281" cy="463491"/>
          </a:xfrm>
          <a:prstGeom prst="line">
            <a:avLst/>
          </a:prstGeom>
          <a:ln w="28575">
            <a:solidFill>
              <a:schemeClr val="bg2"/>
            </a:solidFill>
          </a:ln>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a:off x="7143125" y="4521242"/>
            <a:ext cx="666750" cy="571458"/>
          </a:xfrm>
          <a:prstGeom prst="line">
            <a:avLst/>
          </a:prstGeom>
          <a:ln w="28575">
            <a:solidFill>
              <a:schemeClr val="bg2"/>
            </a:solidFill>
          </a:ln>
        </p:spPr>
        <p:style>
          <a:lnRef idx="1">
            <a:schemeClr val="dk1"/>
          </a:lnRef>
          <a:fillRef idx="0">
            <a:schemeClr val="dk1"/>
          </a:fillRef>
          <a:effectRef idx="0">
            <a:schemeClr val="dk1"/>
          </a:effectRef>
          <a:fontRef idx="minor">
            <a:schemeClr val="tx1"/>
          </a:fontRef>
        </p:style>
      </p:cxnSp>
      <p:cxnSp>
        <p:nvCxnSpPr>
          <p:cNvPr id="35" name="直接连接符 34"/>
          <p:cNvCxnSpPr>
            <a:endCxn id="15" idx="1"/>
          </p:cNvCxnSpPr>
          <p:nvPr/>
        </p:nvCxnSpPr>
        <p:spPr>
          <a:xfrm flipV="1">
            <a:off x="7204748" y="3065488"/>
            <a:ext cx="605127" cy="406458"/>
          </a:xfrm>
          <a:prstGeom prst="line">
            <a:avLst/>
          </a:prstGeom>
          <a:ln w="28575">
            <a:solidFill>
              <a:schemeClr val="bg2"/>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solidFill>
                  <a:schemeClr val="tx1">
                    <a:lumMod val="50000"/>
                  </a:schemeClr>
                </a:solidFill>
              </a:rPr>
              <a:t>HarmonyOS</a:t>
            </a:r>
            <a:r>
              <a:rPr lang="zh-CN" altLang="en-US" dirty="0">
                <a:solidFill>
                  <a:schemeClr val="tx1">
                    <a:lumMod val="50000"/>
                  </a:schemeClr>
                </a:solidFill>
              </a:rPr>
              <a:t>简介</a:t>
            </a:r>
            <a:endParaRPr lang="en-US" altLang="zh-CN" dirty="0">
              <a:solidFill>
                <a:schemeClr val="tx1">
                  <a:lumMod val="50000"/>
                </a:schemeClr>
              </a:solidFill>
            </a:endParaRPr>
          </a:p>
          <a:p>
            <a:r>
              <a:rPr lang="en-US" altLang="zh-CN" dirty="0" err="1"/>
              <a:t>HarmonyOS</a:t>
            </a:r>
            <a:r>
              <a:rPr lang="zh-CN" altLang="en-US" dirty="0"/>
              <a:t>架构与安全</a:t>
            </a:r>
            <a:endParaRPr lang="en-US" altLang="zh-CN" dirty="0"/>
          </a:p>
          <a:p>
            <a:pPr lvl="1">
              <a:buSzPct val="50000"/>
              <a:buFont typeface="Wingdings" panose="05000000000000000000" pitchFamily="2" charset="2"/>
              <a:buChar char="p"/>
            </a:pPr>
            <a:r>
              <a:rPr lang="en-US" altLang="zh-CN" dirty="0" err="1">
                <a:solidFill>
                  <a:schemeClr val="tx1">
                    <a:lumMod val="50000"/>
                  </a:schemeClr>
                </a:solidFill>
              </a:rPr>
              <a:t>HarmonyOS</a:t>
            </a:r>
            <a:r>
              <a:rPr lang="zh-CN" altLang="en-US" dirty="0">
                <a:solidFill>
                  <a:schemeClr val="tx1">
                    <a:lumMod val="50000"/>
                  </a:schemeClr>
                </a:solidFill>
              </a:rPr>
              <a:t>架构</a:t>
            </a:r>
            <a:endParaRPr lang="en-US" altLang="zh-CN" dirty="0">
              <a:solidFill>
                <a:schemeClr val="tx1">
                  <a:lumMod val="50000"/>
                </a:schemeClr>
              </a:solidFill>
            </a:endParaRPr>
          </a:p>
          <a:p>
            <a:pPr lvl="1">
              <a:buSzPct val="60000"/>
              <a:buFont typeface="Wingdings" panose="05000000000000000000" pitchFamily="2" charset="2"/>
              <a:buChar char="n"/>
            </a:pPr>
            <a:r>
              <a:rPr lang="en-US" altLang="zh-CN" dirty="0" err="1"/>
              <a:t>HarmonyOS</a:t>
            </a:r>
            <a:r>
              <a:rPr lang="zh-CN" altLang="en-US" dirty="0"/>
              <a:t>安全</a:t>
            </a:r>
            <a:endParaRPr lang="en-US" altLang="zh-CN" dirty="0"/>
          </a:p>
          <a:p>
            <a:r>
              <a:rPr lang="en-US" altLang="zh-CN" dirty="0" err="1">
                <a:solidFill>
                  <a:schemeClr val="tx1">
                    <a:lumMod val="50000"/>
                  </a:schemeClr>
                </a:solidFill>
              </a:rPr>
              <a:t>HarmonyOS</a:t>
            </a:r>
            <a:r>
              <a:rPr lang="zh-CN" altLang="en-US" dirty="0">
                <a:solidFill>
                  <a:schemeClr val="tx1">
                    <a:lumMod val="50000"/>
                  </a:schemeClr>
                </a:solidFill>
              </a:rPr>
              <a:t>关键特性</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生态</a:t>
            </a:r>
            <a:endParaRPr lang="en-US" altLang="zh-CN" dirty="0">
              <a:solidFill>
                <a:schemeClr val="tx1">
                  <a:lumMod val="50000"/>
                </a:schemeClr>
              </a:solidFill>
            </a:endParaRPr>
          </a:p>
          <a:p>
            <a:endParaRPr lang="en-US" altLang="zh-CN" dirty="0">
              <a:solidFill>
                <a:srgbClr val="88888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HarmonyOS</a:t>
            </a:r>
            <a:r>
              <a:rPr lang="zh-CN" altLang="en-US" dirty="0"/>
              <a:t>系统安全</a:t>
            </a:r>
            <a:endParaRPr lang="zh-CN" altLang="en-US" dirty="0"/>
          </a:p>
        </p:txBody>
      </p:sp>
      <p:sp>
        <p:nvSpPr>
          <p:cNvPr id="3" name="文本占位符 2"/>
          <p:cNvSpPr>
            <a:spLocks noGrp="1"/>
          </p:cNvSpPr>
          <p:nvPr>
            <p:ph type="body" sz="quarter" idx="10"/>
          </p:nvPr>
        </p:nvSpPr>
        <p:spPr/>
        <p:txBody>
          <a:bodyPr/>
          <a:lstStyle/>
          <a:p>
            <a:r>
              <a:rPr lang="zh-CN" altLang="en-US" dirty="0"/>
              <a:t>在搭载</a:t>
            </a:r>
            <a:r>
              <a:rPr lang="en-US" altLang="zh-CN" dirty="0" err="1"/>
              <a:t>HarmonyOS</a:t>
            </a:r>
            <a:r>
              <a:rPr lang="zh-CN" altLang="en-US" dirty="0"/>
              <a:t>的分布式终端上，可以保证“正确的人，通过正确的设备，正确地使用数据”。</a:t>
            </a:r>
            <a:endParaRPr lang="zh-CN" altLang="en-US" dirty="0"/>
          </a:p>
          <a:p>
            <a:pPr lvl="1"/>
            <a:r>
              <a:rPr lang="zh-CN" altLang="en-US" dirty="0"/>
              <a:t>通过“分布式多端协同身份认证”来保证“正确的人”；</a:t>
            </a:r>
            <a:endParaRPr lang="en-US" altLang="zh-CN" dirty="0"/>
          </a:p>
          <a:p>
            <a:pPr lvl="1"/>
            <a:r>
              <a:rPr lang="zh-CN" altLang="en-US" dirty="0"/>
              <a:t>通过“在分布式终端上构筑可信运行环境”来保证“正确的设备”；</a:t>
            </a:r>
            <a:endParaRPr lang="en-US" altLang="zh-CN" dirty="0"/>
          </a:p>
          <a:p>
            <a:pPr lvl="1"/>
            <a:r>
              <a:rPr lang="zh-CN" altLang="en-US" dirty="0"/>
              <a:t>通过“分布式数据在跨终端流动的过程中，对数据进行分类分级管理”来保证“正确地使用数据”。</a:t>
            </a:r>
            <a:endParaRPr lang="zh-CN" altLang="en-US" dirty="0"/>
          </a:p>
        </p:txBody>
      </p:sp>
      <p:grpSp>
        <p:nvGrpSpPr>
          <p:cNvPr id="4" name="组合 3"/>
          <p:cNvGrpSpPr/>
          <p:nvPr/>
        </p:nvGrpSpPr>
        <p:grpSpPr>
          <a:xfrm>
            <a:off x="3796775" y="3420005"/>
            <a:ext cx="4582318" cy="2927883"/>
            <a:chOff x="3796775" y="3420005"/>
            <a:chExt cx="4582318" cy="2927883"/>
          </a:xfrm>
        </p:grpSpPr>
        <p:graphicFrame>
          <p:nvGraphicFramePr>
            <p:cNvPr id="8" name="图示 7"/>
            <p:cNvGraphicFramePr>
              <a:graphicFrameLocks noChangeAspect="1"/>
            </p:cNvGraphicFramePr>
            <p:nvPr/>
          </p:nvGraphicFramePr>
          <p:xfrm>
            <a:off x="3987268" y="3420005"/>
            <a:ext cx="4391825" cy="292788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9" name="组合 658"/>
            <p:cNvGrpSpPr>
              <a:grpSpLocks noChangeAspect="1"/>
            </p:cNvGrpSpPr>
            <p:nvPr/>
          </p:nvGrpSpPr>
          <p:grpSpPr bwMode="auto">
            <a:xfrm>
              <a:off x="7429230" y="3835236"/>
              <a:ext cx="793228" cy="887920"/>
              <a:chOff x="4006850" y="5483225"/>
              <a:chExt cx="946150" cy="1058862"/>
            </a:xfrm>
            <a:solidFill>
              <a:srgbClr val="4472C4"/>
            </a:solidFill>
          </p:grpSpPr>
          <p:sp>
            <p:nvSpPr>
              <p:cNvPr id="32" name="Freeform 292"/>
              <p:cNvSpPr/>
              <p:nvPr/>
            </p:nvSpPr>
            <p:spPr bwMode="auto">
              <a:xfrm>
                <a:off x="4319587" y="5848350"/>
                <a:ext cx="111125" cy="55562"/>
              </a:xfrm>
              <a:custGeom>
                <a:avLst/>
                <a:gdLst>
                  <a:gd name="T0" fmla="*/ 86967 w 46"/>
                  <a:gd name="T1" fmla="*/ 53146 h 23"/>
                  <a:gd name="T2" fmla="*/ 74889 w 46"/>
                  <a:gd name="T3" fmla="*/ 48315 h 23"/>
                  <a:gd name="T4" fmla="*/ 55563 w 46"/>
                  <a:gd name="T5" fmla="*/ 43483 h 23"/>
                  <a:gd name="T6" fmla="*/ 38652 w 46"/>
                  <a:gd name="T7" fmla="*/ 48315 h 23"/>
                  <a:gd name="T8" fmla="*/ 7247 w 46"/>
                  <a:gd name="T9" fmla="*/ 45899 h 23"/>
                  <a:gd name="T10" fmla="*/ 12079 w 46"/>
                  <a:gd name="T11" fmla="*/ 14494 h 23"/>
                  <a:gd name="T12" fmla="*/ 55563 w 46"/>
                  <a:gd name="T13" fmla="*/ 0 h 23"/>
                  <a:gd name="T14" fmla="*/ 101462 w 46"/>
                  <a:gd name="T15" fmla="*/ 14494 h 23"/>
                  <a:gd name="T16" fmla="*/ 103878 w 46"/>
                  <a:gd name="T17" fmla="*/ 45899 h 23"/>
                  <a:gd name="T18" fmla="*/ 86967 w 46"/>
                  <a:gd name="T19" fmla="*/ 531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3"/>
                  <a:gd name="T32" fmla="*/ 46 w 46"/>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3">
                    <a:moveTo>
                      <a:pt x="36" y="22"/>
                    </a:moveTo>
                    <a:cubicBezTo>
                      <a:pt x="34" y="22"/>
                      <a:pt x="32" y="22"/>
                      <a:pt x="31" y="20"/>
                    </a:cubicBezTo>
                    <a:cubicBezTo>
                      <a:pt x="29" y="19"/>
                      <a:pt x="27" y="18"/>
                      <a:pt x="23" y="18"/>
                    </a:cubicBezTo>
                    <a:cubicBezTo>
                      <a:pt x="20" y="18"/>
                      <a:pt x="17" y="19"/>
                      <a:pt x="16" y="20"/>
                    </a:cubicBezTo>
                    <a:cubicBezTo>
                      <a:pt x="12" y="23"/>
                      <a:pt x="6" y="23"/>
                      <a:pt x="3" y="19"/>
                    </a:cubicBezTo>
                    <a:cubicBezTo>
                      <a:pt x="0" y="15"/>
                      <a:pt x="1" y="9"/>
                      <a:pt x="5" y="6"/>
                    </a:cubicBezTo>
                    <a:cubicBezTo>
                      <a:pt x="10" y="2"/>
                      <a:pt x="16" y="0"/>
                      <a:pt x="23" y="0"/>
                    </a:cubicBezTo>
                    <a:cubicBezTo>
                      <a:pt x="30" y="0"/>
                      <a:pt x="37" y="2"/>
                      <a:pt x="42" y="6"/>
                    </a:cubicBezTo>
                    <a:cubicBezTo>
                      <a:pt x="46" y="9"/>
                      <a:pt x="46" y="15"/>
                      <a:pt x="43" y="19"/>
                    </a:cubicBezTo>
                    <a:cubicBezTo>
                      <a:pt x="41" y="21"/>
                      <a:pt x="39" y="22"/>
                      <a:pt x="36"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3" name="Freeform 293"/>
              <p:cNvSpPr/>
              <p:nvPr/>
            </p:nvSpPr>
            <p:spPr bwMode="auto">
              <a:xfrm>
                <a:off x="4527550" y="5848350"/>
                <a:ext cx="111125" cy="55562"/>
              </a:xfrm>
              <a:custGeom>
                <a:avLst/>
                <a:gdLst>
                  <a:gd name="T0" fmla="*/ 84552 w 46"/>
                  <a:gd name="T1" fmla="*/ 53146 h 23"/>
                  <a:gd name="T2" fmla="*/ 72473 w 46"/>
                  <a:gd name="T3" fmla="*/ 48315 h 23"/>
                  <a:gd name="T4" fmla="*/ 55563 w 46"/>
                  <a:gd name="T5" fmla="*/ 43483 h 23"/>
                  <a:gd name="T6" fmla="*/ 36236 w 46"/>
                  <a:gd name="T7" fmla="*/ 48315 h 23"/>
                  <a:gd name="T8" fmla="*/ 7247 w 46"/>
                  <a:gd name="T9" fmla="*/ 45899 h 23"/>
                  <a:gd name="T10" fmla="*/ 9663 w 46"/>
                  <a:gd name="T11" fmla="*/ 14494 h 23"/>
                  <a:gd name="T12" fmla="*/ 55563 w 46"/>
                  <a:gd name="T13" fmla="*/ 0 h 23"/>
                  <a:gd name="T14" fmla="*/ 99046 w 46"/>
                  <a:gd name="T15" fmla="*/ 14494 h 23"/>
                  <a:gd name="T16" fmla="*/ 103878 w 46"/>
                  <a:gd name="T17" fmla="*/ 45899 h 23"/>
                  <a:gd name="T18" fmla="*/ 84552 w 46"/>
                  <a:gd name="T19" fmla="*/ 53146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3"/>
                  <a:gd name="T32" fmla="*/ 46 w 46"/>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3">
                    <a:moveTo>
                      <a:pt x="35" y="22"/>
                    </a:moveTo>
                    <a:cubicBezTo>
                      <a:pt x="34" y="22"/>
                      <a:pt x="32" y="22"/>
                      <a:pt x="30" y="20"/>
                    </a:cubicBezTo>
                    <a:cubicBezTo>
                      <a:pt x="29" y="19"/>
                      <a:pt x="26" y="18"/>
                      <a:pt x="23" y="18"/>
                    </a:cubicBezTo>
                    <a:cubicBezTo>
                      <a:pt x="19" y="18"/>
                      <a:pt x="17" y="19"/>
                      <a:pt x="15" y="20"/>
                    </a:cubicBezTo>
                    <a:cubicBezTo>
                      <a:pt x="12" y="23"/>
                      <a:pt x="6" y="23"/>
                      <a:pt x="3" y="19"/>
                    </a:cubicBezTo>
                    <a:cubicBezTo>
                      <a:pt x="0" y="15"/>
                      <a:pt x="1" y="9"/>
                      <a:pt x="4" y="6"/>
                    </a:cubicBezTo>
                    <a:cubicBezTo>
                      <a:pt x="9" y="2"/>
                      <a:pt x="16" y="0"/>
                      <a:pt x="23" y="0"/>
                    </a:cubicBezTo>
                    <a:cubicBezTo>
                      <a:pt x="30" y="0"/>
                      <a:pt x="36" y="2"/>
                      <a:pt x="41" y="6"/>
                    </a:cubicBezTo>
                    <a:cubicBezTo>
                      <a:pt x="45" y="9"/>
                      <a:pt x="46" y="15"/>
                      <a:pt x="43" y="19"/>
                    </a:cubicBezTo>
                    <a:cubicBezTo>
                      <a:pt x="41" y="21"/>
                      <a:pt x="38" y="22"/>
                      <a:pt x="3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4" name="Freeform 294"/>
              <p:cNvSpPr/>
              <p:nvPr/>
            </p:nvSpPr>
            <p:spPr bwMode="auto">
              <a:xfrm>
                <a:off x="4648200" y="6429375"/>
                <a:ext cx="100013" cy="100012"/>
              </a:xfrm>
              <a:custGeom>
                <a:avLst/>
                <a:gdLst>
                  <a:gd name="T0" fmla="*/ 97632 w 42"/>
                  <a:gd name="T1" fmla="*/ 45244 h 42"/>
                  <a:gd name="T2" fmla="*/ 54769 w 42"/>
                  <a:gd name="T3" fmla="*/ 97631 h 42"/>
                  <a:gd name="T4" fmla="*/ 2381 w 42"/>
                  <a:gd name="T5" fmla="*/ 52387 h 42"/>
                  <a:gd name="T6" fmla="*/ 47625 w 42"/>
                  <a:gd name="T7" fmla="*/ 2381 h 42"/>
                  <a:gd name="T8" fmla="*/ 97632 w 42"/>
                  <a:gd name="T9" fmla="*/ 45244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41" y="19"/>
                    </a:moveTo>
                    <a:cubicBezTo>
                      <a:pt x="42" y="30"/>
                      <a:pt x="34" y="40"/>
                      <a:pt x="23" y="41"/>
                    </a:cubicBezTo>
                    <a:cubicBezTo>
                      <a:pt x="12" y="42"/>
                      <a:pt x="2" y="34"/>
                      <a:pt x="1" y="22"/>
                    </a:cubicBezTo>
                    <a:cubicBezTo>
                      <a:pt x="0" y="11"/>
                      <a:pt x="8" y="1"/>
                      <a:pt x="20" y="1"/>
                    </a:cubicBezTo>
                    <a:cubicBezTo>
                      <a:pt x="31" y="0"/>
                      <a:pt x="40" y="8"/>
                      <a:pt x="4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5" name="Freeform 295"/>
              <p:cNvSpPr/>
              <p:nvPr/>
            </p:nvSpPr>
            <p:spPr bwMode="auto">
              <a:xfrm>
                <a:off x="4502150" y="6442075"/>
                <a:ext cx="100013" cy="100012"/>
              </a:xfrm>
              <a:custGeom>
                <a:avLst/>
                <a:gdLst>
                  <a:gd name="T0" fmla="*/ 97632 w 42"/>
                  <a:gd name="T1" fmla="*/ 45244 h 42"/>
                  <a:gd name="T2" fmla="*/ 54769 w 42"/>
                  <a:gd name="T3" fmla="*/ 97631 h 42"/>
                  <a:gd name="T4" fmla="*/ 2381 w 42"/>
                  <a:gd name="T5" fmla="*/ 54768 h 42"/>
                  <a:gd name="T6" fmla="*/ 45244 w 42"/>
                  <a:gd name="T7" fmla="*/ 2381 h 42"/>
                  <a:gd name="T8" fmla="*/ 97632 w 42"/>
                  <a:gd name="T9" fmla="*/ 45244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41" y="19"/>
                    </a:moveTo>
                    <a:cubicBezTo>
                      <a:pt x="42" y="30"/>
                      <a:pt x="34" y="40"/>
                      <a:pt x="23" y="41"/>
                    </a:cubicBezTo>
                    <a:cubicBezTo>
                      <a:pt x="12" y="42"/>
                      <a:pt x="2" y="34"/>
                      <a:pt x="1" y="23"/>
                    </a:cubicBezTo>
                    <a:cubicBezTo>
                      <a:pt x="0" y="12"/>
                      <a:pt x="8" y="2"/>
                      <a:pt x="19" y="1"/>
                    </a:cubicBezTo>
                    <a:cubicBezTo>
                      <a:pt x="31" y="0"/>
                      <a:pt x="40" y="8"/>
                      <a:pt x="41"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6" name="Freeform 296"/>
              <p:cNvSpPr>
                <a:spLocks noEditPoints="1"/>
              </p:cNvSpPr>
              <p:nvPr/>
            </p:nvSpPr>
            <p:spPr bwMode="auto">
              <a:xfrm>
                <a:off x="4006850" y="5689600"/>
                <a:ext cx="946150" cy="825500"/>
              </a:xfrm>
              <a:custGeom>
                <a:avLst/>
                <a:gdLst>
                  <a:gd name="T0" fmla="*/ 23893 w 396"/>
                  <a:gd name="T1" fmla="*/ 765854 h 346"/>
                  <a:gd name="T2" fmla="*/ 0 w 396"/>
                  <a:gd name="T3" fmla="*/ 734838 h 346"/>
                  <a:gd name="T4" fmla="*/ 0 w 396"/>
                  <a:gd name="T5" fmla="*/ 720523 h 346"/>
                  <a:gd name="T6" fmla="*/ 215034 w 396"/>
                  <a:gd name="T7" fmla="*/ 436608 h 346"/>
                  <a:gd name="T8" fmla="*/ 289101 w 396"/>
                  <a:gd name="T9" fmla="*/ 415136 h 346"/>
                  <a:gd name="T10" fmla="*/ 301048 w 396"/>
                  <a:gd name="T11" fmla="*/ 381734 h 346"/>
                  <a:gd name="T12" fmla="*/ 219813 w 396"/>
                  <a:gd name="T13" fmla="*/ 274371 h 346"/>
                  <a:gd name="T14" fmla="*/ 169638 w 396"/>
                  <a:gd name="T15" fmla="*/ 147922 h 346"/>
                  <a:gd name="T16" fmla="*/ 188752 w 396"/>
                  <a:gd name="T17" fmla="*/ 71575 h 346"/>
                  <a:gd name="T18" fmla="*/ 207866 w 396"/>
                  <a:gd name="T19" fmla="*/ 62032 h 346"/>
                  <a:gd name="T20" fmla="*/ 207866 w 396"/>
                  <a:gd name="T21" fmla="*/ 21473 h 346"/>
                  <a:gd name="T22" fmla="*/ 250873 w 396"/>
                  <a:gd name="T23" fmla="*/ 21473 h 346"/>
                  <a:gd name="T24" fmla="*/ 248484 w 396"/>
                  <a:gd name="T25" fmla="*/ 81118 h 346"/>
                  <a:gd name="T26" fmla="*/ 212645 w 396"/>
                  <a:gd name="T27" fmla="*/ 107363 h 346"/>
                  <a:gd name="T28" fmla="*/ 210256 w 396"/>
                  <a:gd name="T29" fmla="*/ 135993 h 346"/>
                  <a:gd name="T30" fmla="*/ 234148 w 396"/>
                  <a:gd name="T31" fmla="*/ 233812 h 346"/>
                  <a:gd name="T32" fmla="*/ 241316 w 396"/>
                  <a:gd name="T33" fmla="*/ 233812 h 346"/>
                  <a:gd name="T34" fmla="*/ 274766 w 396"/>
                  <a:gd name="T35" fmla="*/ 243355 h 346"/>
                  <a:gd name="T36" fmla="*/ 470686 w 396"/>
                  <a:gd name="T37" fmla="*/ 412750 h 346"/>
                  <a:gd name="T38" fmla="*/ 602095 w 396"/>
                  <a:gd name="T39" fmla="*/ 360262 h 346"/>
                  <a:gd name="T40" fmla="*/ 683331 w 396"/>
                  <a:gd name="T41" fmla="*/ 229040 h 346"/>
                  <a:gd name="T42" fmla="*/ 707223 w 396"/>
                  <a:gd name="T43" fmla="*/ 236198 h 346"/>
                  <a:gd name="T44" fmla="*/ 716780 w 396"/>
                  <a:gd name="T45" fmla="*/ 217111 h 346"/>
                  <a:gd name="T46" fmla="*/ 735894 w 396"/>
                  <a:gd name="T47" fmla="*/ 126449 h 346"/>
                  <a:gd name="T48" fmla="*/ 714391 w 396"/>
                  <a:gd name="T49" fmla="*/ 100205 h 346"/>
                  <a:gd name="T50" fmla="*/ 695277 w 396"/>
                  <a:gd name="T51" fmla="*/ 81118 h 346"/>
                  <a:gd name="T52" fmla="*/ 714391 w 396"/>
                  <a:gd name="T53" fmla="*/ 0 h 346"/>
                  <a:gd name="T54" fmla="*/ 738284 w 396"/>
                  <a:gd name="T55" fmla="*/ 62032 h 346"/>
                  <a:gd name="T56" fmla="*/ 776512 w 396"/>
                  <a:gd name="T57" fmla="*/ 138379 h 346"/>
                  <a:gd name="T58" fmla="*/ 759787 w 396"/>
                  <a:gd name="T59" fmla="*/ 217111 h 346"/>
                  <a:gd name="T60" fmla="*/ 702445 w 396"/>
                  <a:gd name="T61" fmla="*/ 276757 h 346"/>
                  <a:gd name="T62" fmla="*/ 647492 w 396"/>
                  <a:gd name="T63" fmla="*/ 398435 h 346"/>
                  <a:gd name="T64" fmla="*/ 661827 w 396"/>
                  <a:gd name="T65" fmla="*/ 419908 h 346"/>
                  <a:gd name="T66" fmla="*/ 874472 w 396"/>
                  <a:gd name="T67" fmla="*/ 496254 h 346"/>
                  <a:gd name="T68" fmla="*/ 943761 w 396"/>
                  <a:gd name="T69" fmla="*/ 722909 h 346"/>
                  <a:gd name="T70" fmla="*/ 922257 w 396"/>
                  <a:gd name="T71" fmla="*/ 763468 h 346"/>
                  <a:gd name="T72" fmla="*/ 692888 w 396"/>
                  <a:gd name="T73" fmla="*/ 811185 h 346"/>
                  <a:gd name="T74" fmla="*/ 690498 w 396"/>
                  <a:gd name="T75" fmla="*/ 768240 h 346"/>
                  <a:gd name="T76" fmla="*/ 900754 w 396"/>
                  <a:gd name="T77" fmla="*/ 725295 h 346"/>
                  <a:gd name="T78" fmla="*/ 900754 w 396"/>
                  <a:gd name="T79" fmla="*/ 722909 h 346"/>
                  <a:gd name="T80" fmla="*/ 721559 w 396"/>
                  <a:gd name="T81" fmla="*/ 479553 h 346"/>
                  <a:gd name="T82" fmla="*/ 623599 w 396"/>
                  <a:gd name="T83" fmla="*/ 443766 h 346"/>
                  <a:gd name="T84" fmla="*/ 606874 w 396"/>
                  <a:gd name="T85" fmla="*/ 412750 h 346"/>
                  <a:gd name="T86" fmla="*/ 470686 w 396"/>
                  <a:gd name="T87" fmla="*/ 455695 h 346"/>
                  <a:gd name="T88" fmla="*/ 336887 w 396"/>
                  <a:gd name="T89" fmla="*/ 412750 h 346"/>
                  <a:gd name="T90" fmla="*/ 322551 w 396"/>
                  <a:gd name="T91" fmla="*/ 443766 h 346"/>
                  <a:gd name="T92" fmla="*/ 224591 w 396"/>
                  <a:gd name="T93" fmla="*/ 479553 h 346"/>
                  <a:gd name="T94" fmla="*/ 43007 w 396"/>
                  <a:gd name="T95" fmla="*/ 725295 h 346"/>
                  <a:gd name="T96" fmla="*/ 43007 w 396"/>
                  <a:gd name="T97" fmla="*/ 725295 h 346"/>
                  <a:gd name="T98" fmla="*/ 544753 w 396"/>
                  <a:gd name="T99" fmla="*/ 780169 h 346"/>
                  <a:gd name="T100" fmla="*/ 544753 w 396"/>
                  <a:gd name="T101" fmla="*/ 823114 h 346"/>
                  <a:gd name="T102" fmla="*/ 922257 w 396"/>
                  <a:gd name="T103" fmla="*/ 730066 h 346"/>
                  <a:gd name="T104" fmla="*/ 903143 w 396"/>
                  <a:gd name="T105" fmla="*/ 722909 h 346"/>
                  <a:gd name="T106" fmla="*/ 903143 w 396"/>
                  <a:gd name="T107" fmla="*/ 722909 h 346"/>
                  <a:gd name="T108" fmla="*/ 716780 w 396"/>
                  <a:gd name="T109" fmla="*/ 78733 h 34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96"/>
                  <a:gd name="T166" fmla="*/ 0 h 346"/>
                  <a:gd name="T167" fmla="*/ 396 w 396"/>
                  <a:gd name="T168" fmla="*/ 346 h 34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96" h="346">
                    <a:moveTo>
                      <a:pt x="197" y="346"/>
                    </a:moveTo>
                    <a:cubicBezTo>
                      <a:pt x="131" y="346"/>
                      <a:pt x="66" y="337"/>
                      <a:pt x="10" y="321"/>
                    </a:cubicBezTo>
                    <a:cubicBezTo>
                      <a:pt x="6" y="320"/>
                      <a:pt x="4" y="317"/>
                      <a:pt x="2" y="314"/>
                    </a:cubicBezTo>
                    <a:cubicBezTo>
                      <a:pt x="1" y="312"/>
                      <a:pt x="0" y="310"/>
                      <a:pt x="0" y="308"/>
                    </a:cubicBezTo>
                    <a:cubicBezTo>
                      <a:pt x="0" y="306"/>
                      <a:pt x="0" y="305"/>
                      <a:pt x="0" y="303"/>
                    </a:cubicBezTo>
                    <a:cubicBezTo>
                      <a:pt x="0" y="302"/>
                      <a:pt x="0" y="302"/>
                      <a:pt x="0" y="302"/>
                    </a:cubicBezTo>
                    <a:cubicBezTo>
                      <a:pt x="4" y="263"/>
                      <a:pt x="8" y="227"/>
                      <a:pt x="29" y="208"/>
                    </a:cubicBezTo>
                    <a:cubicBezTo>
                      <a:pt x="47" y="192"/>
                      <a:pt x="70" y="187"/>
                      <a:pt x="90" y="183"/>
                    </a:cubicBezTo>
                    <a:cubicBezTo>
                      <a:pt x="101" y="181"/>
                      <a:pt x="111" y="179"/>
                      <a:pt x="118" y="176"/>
                    </a:cubicBezTo>
                    <a:cubicBezTo>
                      <a:pt x="119" y="175"/>
                      <a:pt x="120" y="174"/>
                      <a:pt x="121" y="174"/>
                    </a:cubicBezTo>
                    <a:cubicBezTo>
                      <a:pt x="122" y="172"/>
                      <a:pt x="123" y="169"/>
                      <a:pt x="124" y="167"/>
                    </a:cubicBezTo>
                    <a:cubicBezTo>
                      <a:pt x="125" y="164"/>
                      <a:pt x="126" y="162"/>
                      <a:pt x="126" y="160"/>
                    </a:cubicBezTo>
                    <a:cubicBezTo>
                      <a:pt x="116" y="148"/>
                      <a:pt x="107" y="133"/>
                      <a:pt x="100" y="117"/>
                    </a:cubicBezTo>
                    <a:cubicBezTo>
                      <a:pt x="98" y="117"/>
                      <a:pt x="95" y="116"/>
                      <a:pt x="92" y="115"/>
                    </a:cubicBezTo>
                    <a:cubicBezTo>
                      <a:pt x="83" y="112"/>
                      <a:pt x="77" y="102"/>
                      <a:pt x="77" y="91"/>
                    </a:cubicBezTo>
                    <a:cubicBezTo>
                      <a:pt x="77" y="83"/>
                      <a:pt x="76" y="77"/>
                      <a:pt x="71" y="62"/>
                    </a:cubicBezTo>
                    <a:cubicBezTo>
                      <a:pt x="70" y="58"/>
                      <a:pt x="70" y="58"/>
                      <a:pt x="70" y="58"/>
                    </a:cubicBezTo>
                    <a:cubicBezTo>
                      <a:pt x="67" y="46"/>
                      <a:pt x="70" y="36"/>
                      <a:pt x="79" y="30"/>
                    </a:cubicBezTo>
                    <a:cubicBezTo>
                      <a:pt x="80" y="29"/>
                      <a:pt x="80" y="29"/>
                      <a:pt x="80" y="29"/>
                    </a:cubicBezTo>
                    <a:cubicBezTo>
                      <a:pt x="80" y="29"/>
                      <a:pt x="83" y="27"/>
                      <a:pt x="87" y="26"/>
                    </a:cubicBezTo>
                    <a:cubicBezTo>
                      <a:pt x="87" y="23"/>
                      <a:pt x="87" y="20"/>
                      <a:pt x="87" y="13"/>
                    </a:cubicBezTo>
                    <a:cubicBezTo>
                      <a:pt x="87" y="9"/>
                      <a:pt x="87" y="9"/>
                      <a:pt x="87" y="9"/>
                    </a:cubicBezTo>
                    <a:cubicBezTo>
                      <a:pt x="87" y="4"/>
                      <a:pt x="91" y="0"/>
                      <a:pt x="96" y="0"/>
                    </a:cubicBezTo>
                    <a:cubicBezTo>
                      <a:pt x="101" y="0"/>
                      <a:pt x="105" y="4"/>
                      <a:pt x="105" y="9"/>
                    </a:cubicBezTo>
                    <a:cubicBezTo>
                      <a:pt x="105" y="13"/>
                      <a:pt x="105" y="13"/>
                      <a:pt x="105" y="13"/>
                    </a:cubicBezTo>
                    <a:cubicBezTo>
                      <a:pt x="105" y="23"/>
                      <a:pt x="105" y="26"/>
                      <a:pt x="104" y="34"/>
                    </a:cubicBezTo>
                    <a:cubicBezTo>
                      <a:pt x="104" y="37"/>
                      <a:pt x="101" y="40"/>
                      <a:pt x="98" y="41"/>
                    </a:cubicBezTo>
                    <a:cubicBezTo>
                      <a:pt x="95" y="42"/>
                      <a:pt x="91" y="44"/>
                      <a:pt x="89" y="45"/>
                    </a:cubicBezTo>
                    <a:cubicBezTo>
                      <a:pt x="87" y="46"/>
                      <a:pt x="86" y="48"/>
                      <a:pt x="87" y="53"/>
                    </a:cubicBezTo>
                    <a:cubicBezTo>
                      <a:pt x="88" y="57"/>
                      <a:pt x="88" y="57"/>
                      <a:pt x="88" y="57"/>
                    </a:cubicBezTo>
                    <a:cubicBezTo>
                      <a:pt x="93" y="73"/>
                      <a:pt x="95" y="80"/>
                      <a:pt x="95" y="91"/>
                    </a:cubicBezTo>
                    <a:cubicBezTo>
                      <a:pt x="95" y="95"/>
                      <a:pt x="97" y="98"/>
                      <a:pt x="98" y="98"/>
                    </a:cubicBezTo>
                    <a:cubicBezTo>
                      <a:pt x="98" y="99"/>
                      <a:pt x="99" y="99"/>
                      <a:pt x="99" y="99"/>
                    </a:cubicBezTo>
                    <a:cubicBezTo>
                      <a:pt x="99" y="99"/>
                      <a:pt x="100" y="99"/>
                      <a:pt x="101" y="98"/>
                    </a:cubicBezTo>
                    <a:cubicBezTo>
                      <a:pt x="103" y="96"/>
                      <a:pt x="106" y="96"/>
                      <a:pt x="109" y="97"/>
                    </a:cubicBezTo>
                    <a:cubicBezTo>
                      <a:pt x="112" y="98"/>
                      <a:pt x="114" y="100"/>
                      <a:pt x="115" y="102"/>
                    </a:cubicBezTo>
                    <a:cubicBezTo>
                      <a:pt x="121" y="122"/>
                      <a:pt x="131" y="139"/>
                      <a:pt x="143" y="151"/>
                    </a:cubicBezTo>
                    <a:cubicBezTo>
                      <a:pt x="159" y="165"/>
                      <a:pt x="178" y="173"/>
                      <a:pt x="197" y="173"/>
                    </a:cubicBezTo>
                    <a:cubicBezTo>
                      <a:pt x="216" y="173"/>
                      <a:pt x="235" y="165"/>
                      <a:pt x="251" y="151"/>
                    </a:cubicBezTo>
                    <a:cubicBezTo>
                      <a:pt x="251" y="151"/>
                      <a:pt x="252" y="151"/>
                      <a:pt x="252" y="151"/>
                    </a:cubicBezTo>
                    <a:cubicBezTo>
                      <a:pt x="264" y="138"/>
                      <a:pt x="274" y="121"/>
                      <a:pt x="280" y="102"/>
                    </a:cubicBezTo>
                    <a:cubicBezTo>
                      <a:pt x="281" y="99"/>
                      <a:pt x="283" y="97"/>
                      <a:pt x="286" y="96"/>
                    </a:cubicBezTo>
                    <a:cubicBezTo>
                      <a:pt x="288" y="95"/>
                      <a:pt x="291" y="96"/>
                      <a:pt x="294" y="98"/>
                    </a:cubicBezTo>
                    <a:cubicBezTo>
                      <a:pt x="295" y="98"/>
                      <a:pt x="296" y="99"/>
                      <a:pt x="296" y="99"/>
                    </a:cubicBezTo>
                    <a:cubicBezTo>
                      <a:pt x="296" y="99"/>
                      <a:pt x="297" y="99"/>
                      <a:pt x="297" y="98"/>
                    </a:cubicBezTo>
                    <a:cubicBezTo>
                      <a:pt x="298" y="98"/>
                      <a:pt x="300" y="95"/>
                      <a:pt x="300" y="91"/>
                    </a:cubicBezTo>
                    <a:cubicBezTo>
                      <a:pt x="300" y="80"/>
                      <a:pt x="302" y="73"/>
                      <a:pt x="307" y="57"/>
                    </a:cubicBezTo>
                    <a:cubicBezTo>
                      <a:pt x="308" y="53"/>
                      <a:pt x="308" y="53"/>
                      <a:pt x="308" y="53"/>
                    </a:cubicBezTo>
                    <a:cubicBezTo>
                      <a:pt x="309" y="48"/>
                      <a:pt x="308" y="47"/>
                      <a:pt x="308" y="46"/>
                    </a:cubicBezTo>
                    <a:cubicBezTo>
                      <a:pt x="306" y="44"/>
                      <a:pt x="303" y="43"/>
                      <a:pt x="299" y="42"/>
                    </a:cubicBezTo>
                    <a:cubicBezTo>
                      <a:pt x="299" y="42"/>
                      <a:pt x="298" y="42"/>
                      <a:pt x="298" y="42"/>
                    </a:cubicBezTo>
                    <a:cubicBezTo>
                      <a:pt x="294" y="41"/>
                      <a:pt x="292" y="38"/>
                      <a:pt x="291" y="34"/>
                    </a:cubicBezTo>
                    <a:cubicBezTo>
                      <a:pt x="290" y="24"/>
                      <a:pt x="290" y="21"/>
                      <a:pt x="290" y="9"/>
                    </a:cubicBezTo>
                    <a:cubicBezTo>
                      <a:pt x="290" y="4"/>
                      <a:pt x="294" y="0"/>
                      <a:pt x="299" y="0"/>
                    </a:cubicBezTo>
                    <a:cubicBezTo>
                      <a:pt x="304" y="0"/>
                      <a:pt x="308" y="4"/>
                      <a:pt x="308" y="9"/>
                    </a:cubicBezTo>
                    <a:cubicBezTo>
                      <a:pt x="308" y="17"/>
                      <a:pt x="308" y="21"/>
                      <a:pt x="309" y="26"/>
                    </a:cubicBezTo>
                    <a:cubicBezTo>
                      <a:pt x="316" y="29"/>
                      <a:pt x="320" y="33"/>
                      <a:pt x="323" y="37"/>
                    </a:cubicBezTo>
                    <a:cubicBezTo>
                      <a:pt x="325" y="41"/>
                      <a:pt x="328" y="48"/>
                      <a:pt x="325" y="58"/>
                    </a:cubicBezTo>
                    <a:cubicBezTo>
                      <a:pt x="324" y="62"/>
                      <a:pt x="324" y="62"/>
                      <a:pt x="324" y="62"/>
                    </a:cubicBezTo>
                    <a:cubicBezTo>
                      <a:pt x="319" y="77"/>
                      <a:pt x="318" y="83"/>
                      <a:pt x="318" y="91"/>
                    </a:cubicBezTo>
                    <a:cubicBezTo>
                      <a:pt x="318" y="102"/>
                      <a:pt x="312" y="112"/>
                      <a:pt x="303" y="115"/>
                    </a:cubicBezTo>
                    <a:cubicBezTo>
                      <a:pt x="300" y="116"/>
                      <a:pt x="297" y="117"/>
                      <a:pt x="294" y="116"/>
                    </a:cubicBezTo>
                    <a:cubicBezTo>
                      <a:pt x="288" y="133"/>
                      <a:pt x="279" y="147"/>
                      <a:pt x="269" y="159"/>
                    </a:cubicBezTo>
                    <a:cubicBezTo>
                      <a:pt x="269" y="161"/>
                      <a:pt x="270" y="164"/>
                      <a:pt x="271" y="167"/>
                    </a:cubicBezTo>
                    <a:cubicBezTo>
                      <a:pt x="272" y="169"/>
                      <a:pt x="273" y="172"/>
                      <a:pt x="274" y="174"/>
                    </a:cubicBezTo>
                    <a:cubicBezTo>
                      <a:pt x="275" y="174"/>
                      <a:pt x="276" y="175"/>
                      <a:pt x="277" y="176"/>
                    </a:cubicBezTo>
                    <a:cubicBezTo>
                      <a:pt x="284" y="179"/>
                      <a:pt x="294" y="181"/>
                      <a:pt x="305" y="183"/>
                    </a:cubicBezTo>
                    <a:cubicBezTo>
                      <a:pt x="326" y="187"/>
                      <a:pt x="349" y="192"/>
                      <a:pt x="366" y="208"/>
                    </a:cubicBezTo>
                    <a:cubicBezTo>
                      <a:pt x="387" y="227"/>
                      <a:pt x="391" y="263"/>
                      <a:pt x="395" y="302"/>
                    </a:cubicBezTo>
                    <a:cubicBezTo>
                      <a:pt x="395" y="303"/>
                      <a:pt x="395" y="303"/>
                      <a:pt x="395" y="303"/>
                    </a:cubicBezTo>
                    <a:cubicBezTo>
                      <a:pt x="396" y="304"/>
                      <a:pt x="396" y="306"/>
                      <a:pt x="395" y="307"/>
                    </a:cubicBezTo>
                    <a:cubicBezTo>
                      <a:pt x="396" y="313"/>
                      <a:pt x="392" y="319"/>
                      <a:pt x="386" y="320"/>
                    </a:cubicBezTo>
                    <a:cubicBezTo>
                      <a:pt x="366" y="326"/>
                      <a:pt x="345" y="331"/>
                      <a:pt x="326" y="334"/>
                    </a:cubicBezTo>
                    <a:cubicBezTo>
                      <a:pt x="306" y="338"/>
                      <a:pt x="291" y="340"/>
                      <a:pt x="290" y="340"/>
                    </a:cubicBezTo>
                    <a:cubicBezTo>
                      <a:pt x="285" y="340"/>
                      <a:pt x="281" y="336"/>
                      <a:pt x="280" y="331"/>
                    </a:cubicBezTo>
                    <a:cubicBezTo>
                      <a:pt x="280" y="326"/>
                      <a:pt x="284" y="322"/>
                      <a:pt x="289" y="322"/>
                    </a:cubicBezTo>
                    <a:cubicBezTo>
                      <a:pt x="289" y="322"/>
                      <a:pt x="304" y="321"/>
                      <a:pt x="322" y="317"/>
                    </a:cubicBezTo>
                    <a:cubicBezTo>
                      <a:pt x="340" y="313"/>
                      <a:pt x="359" y="309"/>
                      <a:pt x="377" y="304"/>
                    </a:cubicBezTo>
                    <a:cubicBezTo>
                      <a:pt x="377" y="304"/>
                      <a:pt x="377" y="304"/>
                      <a:pt x="377" y="304"/>
                    </a:cubicBezTo>
                    <a:cubicBezTo>
                      <a:pt x="377" y="303"/>
                      <a:pt x="377" y="303"/>
                      <a:pt x="377" y="303"/>
                    </a:cubicBezTo>
                    <a:cubicBezTo>
                      <a:pt x="374" y="269"/>
                      <a:pt x="370" y="236"/>
                      <a:pt x="354" y="221"/>
                    </a:cubicBezTo>
                    <a:cubicBezTo>
                      <a:pt x="340" y="209"/>
                      <a:pt x="320" y="205"/>
                      <a:pt x="302" y="201"/>
                    </a:cubicBezTo>
                    <a:cubicBezTo>
                      <a:pt x="289" y="199"/>
                      <a:pt x="278" y="196"/>
                      <a:pt x="269" y="192"/>
                    </a:cubicBezTo>
                    <a:cubicBezTo>
                      <a:pt x="266" y="190"/>
                      <a:pt x="263" y="188"/>
                      <a:pt x="261" y="186"/>
                    </a:cubicBezTo>
                    <a:cubicBezTo>
                      <a:pt x="259" y="185"/>
                      <a:pt x="258" y="184"/>
                      <a:pt x="258" y="182"/>
                    </a:cubicBezTo>
                    <a:cubicBezTo>
                      <a:pt x="257" y="180"/>
                      <a:pt x="256" y="177"/>
                      <a:pt x="254" y="173"/>
                    </a:cubicBezTo>
                    <a:cubicBezTo>
                      <a:pt x="254" y="173"/>
                      <a:pt x="254" y="172"/>
                      <a:pt x="254" y="172"/>
                    </a:cubicBezTo>
                    <a:cubicBezTo>
                      <a:pt x="237" y="184"/>
                      <a:pt x="217" y="191"/>
                      <a:pt x="197" y="191"/>
                    </a:cubicBezTo>
                    <a:cubicBezTo>
                      <a:pt x="177" y="191"/>
                      <a:pt x="158" y="184"/>
                      <a:pt x="141" y="172"/>
                    </a:cubicBezTo>
                    <a:cubicBezTo>
                      <a:pt x="141" y="173"/>
                      <a:pt x="141" y="173"/>
                      <a:pt x="141" y="173"/>
                    </a:cubicBezTo>
                    <a:cubicBezTo>
                      <a:pt x="139" y="177"/>
                      <a:pt x="138" y="180"/>
                      <a:pt x="137" y="182"/>
                    </a:cubicBezTo>
                    <a:cubicBezTo>
                      <a:pt x="137" y="184"/>
                      <a:pt x="136" y="185"/>
                      <a:pt x="135" y="186"/>
                    </a:cubicBezTo>
                    <a:cubicBezTo>
                      <a:pt x="132" y="188"/>
                      <a:pt x="129" y="190"/>
                      <a:pt x="126" y="192"/>
                    </a:cubicBezTo>
                    <a:cubicBezTo>
                      <a:pt x="117" y="196"/>
                      <a:pt x="106" y="199"/>
                      <a:pt x="94" y="201"/>
                    </a:cubicBezTo>
                    <a:cubicBezTo>
                      <a:pt x="75" y="205"/>
                      <a:pt x="55" y="209"/>
                      <a:pt x="41" y="221"/>
                    </a:cubicBezTo>
                    <a:cubicBezTo>
                      <a:pt x="25" y="236"/>
                      <a:pt x="22" y="269"/>
                      <a:pt x="18" y="304"/>
                    </a:cubicBezTo>
                    <a:cubicBezTo>
                      <a:pt x="18" y="304"/>
                      <a:pt x="18" y="304"/>
                      <a:pt x="18" y="304"/>
                    </a:cubicBezTo>
                    <a:cubicBezTo>
                      <a:pt x="18" y="304"/>
                      <a:pt x="18" y="304"/>
                      <a:pt x="18" y="304"/>
                    </a:cubicBezTo>
                    <a:cubicBezTo>
                      <a:pt x="72" y="320"/>
                      <a:pt x="134" y="328"/>
                      <a:pt x="197" y="328"/>
                    </a:cubicBezTo>
                    <a:cubicBezTo>
                      <a:pt x="207" y="328"/>
                      <a:pt x="218" y="327"/>
                      <a:pt x="228" y="327"/>
                    </a:cubicBezTo>
                    <a:cubicBezTo>
                      <a:pt x="233" y="327"/>
                      <a:pt x="237" y="331"/>
                      <a:pt x="237" y="336"/>
                    </a:cubicBezTo>
                    <a:cubicBezTo>
                      <a:pt x="237" y="341"/>
                      <a:pt x="233" y="345"/>
                      <a:pt x="228" y="345"/>
                    </a:cubicBezTo>
                    <a:cubicBezTo>
                      <a:pt x="218" y="345"/>
                      <a:pt x="208" y="346"/>
                      <a:pt x="197" y="346"/>
                    </a:cubicBezTo>
                    <a:close/>
                    <a:moveTo>
                      <a:pt x="386" y="306"/>
                    </a:moveTo>
                    <a:cubicBezTo>
                      <a:pt x="386" y="306"/>
                      <a:pt x="386" y="306"/>
                      <a:pt x="386" y="306"/>
                    </a:cubicBezTo>
                    <a:close/>
                    <a:moveTo>
                      <a:pt x="378" y="303"/>
                    </a:moveTo>
                    <a:cubicBezTo>
                      <a:pt x="378" y="303"/>
                      <a:pt x="378" y="303"/>
                      <a:pt x="378" y="303"/>
                    </a:cubicBezTo>
                    <a:cubicBezTo>
                      <a:pt x="378" y="303"/>
                      <a:pt x="378" y="303"/>
                      <a:pt x="378" y="303"/>
                    </a:cubicBezTo>
                    <a:close/>
                    <a:moveTo>
                      <a:pt x="300" y="33"/>
                    </a:moveTo>
                    <a:cubicBezTo>
                      <a:pt x="300" y="33"/>
                      <a:pt x="300" y="33"/>
                      <a:pt x="30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7" name="Freeform 297"/>
              <p:cNvSpPr/>
              <p:nvPr/>
            </p:nvSpPr>
            <p:spPr bwMode="auto">
              <a:xfrm>
                <a:off x="4384675" y="5984875"/>
                <a:ext cx="190500" cy="74612"/>
              </a:xfrm>
              <a:custGeom>
                <a:avLst/>
                <a:gdLst>
                  <a:gd name="T0" fmla="*/ 92869 w 80"/>
                  <a:gd name="T1" fmla="*/ 74612 h 31"/>
                  <a:gd name="T2" fmla="*/ 7144 w 80"/>
                  <a:gd name="T3" fmla="*/ 40916 h 31"/>
                  <a:gd name="T4" fmla="*/ 9525 w 80"/>
                  <a:gd name="T5" fmla="*/ 9627 h 31"/>
                  <a:gd name="T6" fmla="*/ 40481 w 80"/>
                  <a:gd name="T7" fmla="*/ 14441 h 31"/>
                  <a:gd name="T8" fmla="*/ 92869 w 80"/>
                  <a:gd name="T9" fmla="*/ 31289 h 31"/>
                  <a:gd name="T10" fmla="*/ 147638 w 80"/>
                  <a:gd name="T11" fmla="*/ 12034 h 31"/>
                  <a:gd name="T12" fmla="*/ 178594 w 80"/>
                  <a:gd name="T13" fmla="*/ 7221 h 31"/>
                  <a:gd name="T14" fmla="*/ 183356 w 80"/>
                  <a:gd name="T15" fmla="*/ 38509 h 31"/>
                  <a:gd name="T16" fmla="*/ 92869 w 80"/>
                  <a:gd name="T17" fmla="*/ 74612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0"/>
                  <a:gd name="T28" fmla="*/ 0 h 31"/>
                  <a:gd name="T29" fmla="*/ 80 w 8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0" h="31">
                    <a:moveTo>
                      <a:pt x="39" y="31"/>
                    </a:moveTo>
                    <a:cubicBezTo>
                      <a:pt x="24" y="31"/>
                      <a:pt x="10" y="26"/>
                      <a:pt x="3" y="17"/>
                    </a:cubicBezTo>
                    <a:cubicBezTo>
                      <a:pt x="0" y="13"/>
                      <a:pt x="0" y="8"/>
                      <a:pt x="4" y="4"/>
                    </a:cubicBezTo>
                    <a:cubicBezTo>
                      <a:pt x="8" y="1"/>
                      <a:pt x="14" y="2"/>
                      <a:pt x="17" y="6"/>
                    </a:cubicBezTo>
                    <a:cubicBezTo>
                      <a:pt x="20" y="9"/>
                      <a:pt x="28" y="13"/>
                      <a:pt x="39" y="13"/>
                    </a:cubicBezTo>
                    <a:cubicBezTo>
                      <a:pt x="51" y="13"/>
                      <a:pt x="59" y="9"/>
                      <a:pt x="62" y="5"/>
                    </a:cubicBezTo>
                    <a:cubicBezTo>
                      <a:pt x="65" y="1"/>
                      <a:pt x="71" y="0"/>
                      <a:pt x="75" y="3"/>
                    </a:cubicBezTo>
                    <a:cubicBezTo>
                      <a:pt x="79" y="6"/>
                      <a:pt x="80" y="12"/>
                      <a:pt x="77" y="16"/>
                    </a:cubicBezTo>
                    <a:cubicBezTo>
                      <a:pt x="70" y="25"/>
                      <a:pt x="55" y="31"/>
                      <a:pt x="39"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8" name="Freeform 298"/>
              <p:cNvSpPr>
                <a:spLocks noEditPoints="1"/>
              </p:cNvSpPr>
              <p:nvPr/>
            </p:nvSpPr>
            <p:spPr bwMode="auto">
              <a:xfrm>
                <a:off x="4214812" y="5483225"/>
                <a:ext cx="528638" cy="249237"/>
              </a:xfrm>
              <a:custGeom>
                <a:avLst/>
                <a:gdLst>
                  <a:gd name="T0" fmla="*/ 507110 w 221"/>
                  <a:gd name="T1" fmla="*/ 249237 h 104"/>
                  <a:gd name="T2" fmla="*/ 21528 w 221"/>
                  <a:gd name="T3" fmla="*/ 249237 h 104"/>
                  <a:gd name="T4" fmla="*/ 0 w 221"/>
                  <a:gd name="T5" fmla="*/ 227668 h 104"/>
                  <a:gd name="T6" fmla="*/ 0 w 221"/>
                  <a:gd name="T7" fmla="*/ 105446 h 104"/>
                  <a:gd name="T8" fmla="*/ 107641 w 221"/>
                  <a:gd name="T9" fmla="*/ 0 h 104"/>
                  <a:gd name="T10" fmla="*/ 425781 w 221"/>
                  <a:gd name="T11" fmla="*/ 0 h 104"/>
                  <a:gd name="T12" fmla="*/ 528638 w 221"/>
                  <a:gd name="T13" fmla="*/ 103050 h 104"/>
                  <a:gd name="T14" fmla="*/ 528638 w 221"/>
                  <a:gd name="T15" fmla="*/ 227668 h 104"/>
                  <a:gd name="T16" fmla="*/ 507110 w 221"/>
                  <a:gd name="T17" fmla="*/ 249237 h 104"/>
                  <a:gd name="T18" fmla="*/ 43056 w 221"/>
                  <a:gd name="T19" fmla="*/ 206100 h 104"/>
                  <a:gd name="T20" fmla="*/ 485582 w 221"/>
                  <a:gd name="T21" fmla="*/ 206100 h 104"/>
                  <a:gd name="T22" fmla="*/ 485582 w 221"/>
                  <a:gd name="T23" fmla="*/ 103050 h 104"/>
                  <a:gd name="T24" fmla="*/ 425781 w 221"/>
                  <a:gd name="T25" fmla="*/ 43137 h 104"/>
                  <a:gd name="T26" fmla="*/ 107641 w 221"/>
                  <a:gd name="T27" fmla="*/ 43137 h 104"/>
                  <a:gd name="T28" fmla="*/ 43056 w 221"/>
                  <a:gd name="T29" fmla="*/ 105446 h 104"/>
                  <a:gd name="T30" fmla="*/ 43056 w 221"/>
                  <a:gd name="T31" fmla="*/ 206100 h 1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1"/>
                  <a:gd name="T49" fmla="*/ 0 h 104"/>
                  <a:gd name="T50" fmla="*/ 221 w 221"/>
                  <a:gd name="T51" fmla="*/ 104 h 1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1" h="104">
                    <a:moveTo>
                      <a:pt x="212" y="104"/>
                    </a:moveTo>
                    <a:cubicBezTo>
                      <a:pt x="9" y="104"/>
                      <a:pt x="9" y="104"/>
                      <a:pt x="9" y="104"/>
                    </a:cubicBezTo>
                    <a:cubicBezTo>
                      <a:pt x="4" y="104"/>
                      <a:pt x="0" y="100"/>
                      <a:pt x="0" y="95"/>
                    </a:cubicBezTo>
                    <a:cubicBezTo>
                      <a:pt x="0" y="44"/>
                      <a:pt x="0" y="44"/>
                      <a:pt x="0" y="44"/>
                    </a:cubicBezTo>
                    <a:cubicBezTo>
                      <a:pt x="0" y="20"/>
                      <a:pt x="20" y="0"/>
                      <a:pt x="45" y="0"/>
                    </a:cubicBezTo>
                    <a:cubicBezTo>
                      <a:pt x="178" y="0"/>
                      <a:pt x="178" y="0"/>
                      <a:pt x="178" y="0"/>
                    </a:cubicBezTo>
                    <a:cubicBezTo>
                      <a:pt x="202" y="0"/>
                      <a:pt x="221" y="19"/>
                      <a:pt x="221" y="43"/>
                    </a:cubicBezTo>
                    <a:cubicBezTo>
                      <a:pt x="221" y="95"/>
                      <a:pt x="221" y="95"/>
                      <a:pt x="221" y="95"/>
                    </a:cubicBezTo>
                    <a:cubicBezTo>
                      <a:pt x="221" y="100"/>
                      <a:pt x="217" y="104"/>
                      <a:pt x="212" y="104"/>
                    </a:cubicBezTo>
                    <a:close/>
                    <a:moveTo>
                      <a:pt x="18" y="86"/>
                    </a:moveTo>
                    <a:cubicBezTo>
                      <a:pt x="203" y="86"/>
                      <a:pt x="203" y="86"/>
                      <a:pt x="203" y="86"/>
                    </a:cubicBezTo>
                    <a:cubicBezTo>
                      <a:pt x="203" y="43"/>
                      <a:pt x="203" y="43"/>
                      <a:pt x="203" y="43"/>
                    </a:cubicBezTo>
                    <a:cubicBezTo>
                      <a:pt x="203" y="29"/>
                      <a:pt x="192" y="18"/>
                      <a:pt x="178" y="18"/>
                    </a:cubicBezTo>
                    <a:cubicBezTo>
                      <a:pt x="45" y="18"/>
                      <a:pt x="45" y="18"/>
                      <a:pt x="45" y="18"/>
                    </a:cubicBezTo>
                    <a:cubicBezTo>
                      <a:pt x="30" y="18"/>
                      <a:pt x="18" y="30"/>
                      <a:pt x="18" y="44"/>
                    </a:cubicBezTo>
                    <a:lnTo>
                      <a:pt x="18"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39" name="Freeform 299"/>
              <p:cNvSpPr/>
              <p:nvPr/>
            </p:nvSpPr>
            <p:spPr bwMode="auto">
              <a:xfrm>
                <a:off x="4213225" y="5686425"/>
                <a:ext cx="534988" cy="146050"/>
              </a:xfrm>
              <a:custGeom>
                <a:avLst/>
                <a:gdLst>
                  <a:gd name="T0" fmla="*/ 267494 w 224"/>
                  <a:gd name="T1" fmla="*/ 146050 h 61"/>
                  <a:gd name="T2" fmla="*/ 7165 w 224"/>
                  <a:gd name="T3" fmla="*/ 35914 h 61"/>
                  <a:gd name="T4" fmla="*/ 11942 w 224"/>
                  <a:gd name="T5" fmla="*/ 7183 h 61"/>
                  <a:gd name="T6" fmla="*/ 42990 w 224"/>
                  <a:gd name="T7" fmla="*/ 11971 h 61"/>
                  <a:gd name="T8" fmla="*/ 267494 w 224"/>
                  <a:gd name="T9" fmla="*/ 102953 h 61"/>
                  <a:gd name="T10" fmla="*/ 491998 w 224"/>
                  <a:gd name="T11" fmla="*/ 11971 h 61"/>
                  <a:gd name="T12" fmla="*/ 523046 w 224"/>
                  <a:gd name="T13" fmla="*/ 7183 h 61"/>
                  <a:gd name="T14" fmla="*/ 527823 w 224"/>
                  <a:gd name="T15" fmla="*/ 35914 h 61"/>
                  <a:gd name="T16" fmla="*/ 267494 w 224"/>
                  <a:gd name="T17" fmla="*/ 146050 h 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4"/>
                  <a:gd name="T28" fmla="*/ 0 h 61"/>
                  <a:gd name="T29" fmla="*/ 224 w 224"/>
                  <a:gd name="T30" fmla="*/ 61 h 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4" h="61">
                    <a:moveTo>
                      <a:pt x="112" y="61"/>
                    </a:moveTo>
                    <a:cubicBezTo>
                      <a:pt x="37" y="61"/>
                      <a:pt x="4" y="17"/>
                      <a:pt x="3" y="15"/>
                    </a:cubicBezTo>
                    <a:cubicBezTo>
                      <a:pt x="0" y="11"/>
                      <a:pt x="1" y="6"/>
                      <a:pt x="5" y="3"/>
                    </a:cubicBezTo>
                    <a:cubicBezTo>
                      <a:pt x="9" y="0"/>
                      <a:pt x="15" y="1"/>
                      <a:pt x="18" y="5"/>
                    </a:cubicBezTo>
                    <a:cubicBezTo>
                      <a:pt x="19" y="6"/>
                      <a:pt x="46" y="43"/>
                      <a:pt x="112" y="43"/>
                    </a:cubicBezTo>
                    <a:cubicBezTo>
                      <a:pt x="177" y="43"/>
                      <a:pt x="206" y="5"/>
                      <a:pt x="206" y="5"/>
                    </a:cubicBezTo>
                    <a:cubicBezTo>
                      <a:pt x="209" y="1"/>
                      <a:pt x="215" y="0"/>
                      <a:pt x="219" y="3"/>
                    </a:cubicBezTo>
                    <a:cubicBezTo>
                      <a:pt x="223" y="6"/>
                      <a:pt x="224" y="11"/>
                      <a:pt x="221" y="15"/>
                    </a:cubicBezTo>
                    <a:cubicBezTo>
                      <a:pt x="219" y="17"/>
                      <a:pt x="186" y="61"/>
                      <a:pt x="112"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0" name="Freeform 300"/>
              <p:cNvSpPr/>
              <p:nvPr/>
            </p:nvSpPr>
            <p:spPr bwMode="auto">
              <a:xfrm>
                <a:off x="4227512" y="6119813"/>
                <a:ext cx="274638" cy="252412"/>
              </a:xfrm>
              <a:custGeom>
                <a:avLst/>
                <a:gdLst>
                  <a:gd name="T0" fmla="*/ 253145 w 115"/>
                  <a:gd name="T1" fmla="*/ 252412 h 106"/>
                  <a:gd name="T2" fmla="*/ 57316 w 115"/>
                  <a:gd name="T3" fmla="*/ 252412 h 106"/>
                  <a:gd name="T4" fmla="*/ 35822 w 115"/>
                  <a:gd name="T5" fmla="*/ 233362 h 106"/>
                  <a:gd name="T6" fmla="*/ 2388 w 115"/>
                  <a:gd name="T7" fmla="*/ 28575 h 106"/>
                  <a:gd name="T8" fmla="*/ 19105 w 115"/>
                  <a:gd name="T9" fmla="*/ 2381 h 106"/>
                  <a:gd name="T10" fmla="*/ 42987 w 115"/>
                  <a:gd name="T11" fmla="*/ 21431 h 106"/>
                  <a:gd name="T12" fmla="*/ 76421 w 115"/>
                  <a:gd name="T13" fmla="*/ 209550 h 106"/>
                  <a:gd name="T14" fmla="*/ 253145 w 115"/>
                  <a:gd name="T15" fmla="*/ 209550 h 106"/>
                  <a:gd name="T16" fmla="*/ 274638 w 115"/>
                  <a:gd name="T17" fmla="*/ 230981 h 106"/>
                  <a:gd name="T18" fmla="*/ 253145 w 115"/>
                  <a:gd name="T19" fmla="*/ 252412 h 1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106"/>
                  <a:gd name="T32" fmla="*/ 115 w 115"/>
                  <a:gd name="T33" fmla="*/ 106 h 1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106">
                    <a:moveTo>
                      <a:pt x="106" y="106"/>
                    </a:moveTo>
                    <a:cubicBezTo>
                      <a:pt x="24" y="106"/>
                      <a:pt x="24" y="106"/>
                      <a:pt x="24" y="106"/>
                    </a:cubicBezTo>
                    <a:cubicBezTo>
                      <a:pt x="20" y="106"/>
                      <a:pt x="16" y="102"/>
                      <a:pt x="15" y="98"/>
                    </a:cubicBezTo>
                    <a:cubicBezTo>
                      <a:pt x="1" y="12"/>
                      <a:pt x="1" y="12"/>
                      <a:pt x="1" y="12"/>
                    </a:cubicBezTo>
                    <a:cubicBezTo>
                      <a:pt x="0" y="7"/>
                      <a:pt x="3" y="2"/>
                      <a:pt x="8" y="1"/>
                    </a:cubicBezTo>
                    <a:cubicBezTo>
                      <a:pt x="13" y="0"/>
                      <a:pt x="17" y="4"/>
                      <a:pt x="18" y="9"/>
                    </a:cubicBezTo>
                    <a:cubicBezTo>
                      <a:pt x="32" y="88"/>
                      <a:pt x="32" y="88"/>
                      <a:pt x="32" y="88"/>
                    </a:cubicBezTo>
                    <a:cubicBezTo>
                      <a:pt x="106" y="88"/>
                      <a:pt x="106" y="88"/>
                      <a:pt x="106" y="88"/>
                    </a:cubicBezTo>
                    <a:cubicBezTo>
                      <a:pt x="111" y="88"/>
                      <a:pt x="115" y="92"/>
                      <a:pt x="115" y="97"/>
                    </a:cubicBezTo>
                    <a:cubicBezTo>
                      <a:pt x="115" y="102"/>
                      <a:pt x="111" y="106"/>
                      <a:pt x="106"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1" name="Freeform 301"/>
              <p:cNvSpPr/>
              <p:nvPr/>
            </p:nvSpPr>
            <p:spPr bwMode="auto">
              <a:xfrm>
                <a:off x="4129087" y="6145213"/>
                <a:ext cx="69850" cy="344487"/>
              </a:xfrm>
              <a:custGeom>
                <a:avLst/>
                <a:gdLst>
                  <a:gd name="T0" fmla="*/ 45764 w 29"/>
                  <a:gd name="T1" fmla="*/ 344487 h 144"/>
                  <a:gd name="T2" fmla="*/ 24086 w 29"/>
                  <a:gd name="T3" fmla="*/ 322957 h 144"/>
                  <a:gd name="T4" fmla="*/ 0 w 29"/>
                  <a:gd name="T5" fmla="*/ 23923 h 144"/>
                  <a:gd name="T6" fmla="*/ 19269 w 29"/>
                  <a:gd name="T7" fmla="*/ 0 h 144"/>
                  <a:gd name="T8" fmla="*/ 43355 w 29"/>
                  <a:gd name="T9" fmla="*/ 19138 h 144"/>
                  <a:gd name="T10" fmla="*/ 67441 w 29"/>
                  <a:gd name="T11" fmla="*/ 320564 h 144"/>
                  <a:gd name="T12" fmla="*/ 48172 w 29"/>
                  <a:gd name="T13" fmla="*/ 344487 h 144"/>
                  <a:gd name="T14" fmla="*/ 45764 w 29"/>
                  <a:gd name="T15" fmla="*/ 344487 h 144"/>
                  <a:gd name="T16" fmla="*/ 0 60000 65536"/>
                  <a:gd name="T17" fmla="*/ 0 60000 65536"/>
                  <a:gd name="T18" fmla="*/ 0 60000 65536"/>
                  <a:gd name="T19" fmla="*/ 0 60000 65536"/>
                  <a:gd name="T20" fmla="*/ 0 60000 65536"/>
                  <a:gd name="T21" fmla="*/ 0 60000 65536"/>
                  <a:gd name="T22" fmla="*/ 0 60000 65536"/>
                  <a:gd name="T23" fmla="*/ 0 60000 65536"/>
                  <a:gd name="T24" fmla="*/ 0 w 29"/>
                  <a:gd name="T25" fmla="*/ 0 h 144"/>
                  <a:gd name="T26" fmla="*/ 29 w 29"/>
                  <a:gd name="T27" fmla="*/ 144 h 1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 h="144">
                    <a:moveTo>
                      <a:pt x="19" y="144"/>
                    </a:moveTo>
                    <a:cubicBezTo>
                      <a:pt x="15" y="144"/>
                      <a:pt x="11" y="140"/>
                      <a:pt x="10" y="135"/>
                    </a:cubicBezTo>
                    <a:cubicBezTo>
                      <a:pt x="0" y="10"/>
                      <a:pt x="0" y="10"/>
                      <a:pt x="0" y="10"/>
                    </a:cubicBezTo>
                    <a:cubicBezTo>
                      <a:pt x="0" y="5"/>
                      <a:pt x="3" y="1"/>
                      <a:pt x="8" y="0"/>
                    </a:cubicBezTo>
                    <a:cubicBezTo>
                      <a:pt x="13" y="0"/>
                      <a:pt x="18" y="3"/>
                      <a:pt x="18" y="8"/>
                    </a:cubicBezTo>
                    <a:cubicBezTo>
                      <a:pt x="28" y="134"/>
                      <a:pt x="28" y="134"/>
                      <a:pt x="28" y="134"/>
                    </a:cubicBezTo>
                    <a:cubicBezTo>
                      <a:pt x="29" y="139"/>
                      <a:pt x="25" y="143"/>
                      <a:pt x="20" y="144"/>
                    </a:cubicBezTo>
                    <a:cubicBezTo>
                      <a:pt x="20" y="144"/>
                      <a:pt x="20" y="144"/>
                      <a:pt x="19" y="1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2" name="Freeform 302"/>
              <p:cNvSpPr/>
              <p:nvPr/>
            </p:nvSpPr>
            <p:spPr bwMode="auto">
              <a:xfrm>
                <a:off x="4759325" y="6145213"/>
                <a:ext cx="69850" cy="344487"/>
              </a:xfrm>
              <a:custGeom>
                <a:avLst/>
                <a:gdLst>
                  <a:gd name="T0" fmla="*/ 24086 w 29"/>
                  <a:gd name="T1" fmla="*/ 344487 h 144"/>
                  <a:gd name="T2" fmla="*/ 21678 w 29"/>
                  <a:gd name="T3" fmla="*/ 344487 h 144"/>
                  <a:gd name="T4" fmla="*/ 2409 w 29"/>
                  <a:gd name="T5" fmla="*/ 320564 h 144"/>
                  <a:gd name="T6" fmla="*/ 26495 w 29"/>
                  <a:gd name="T7" fmla="*/ 19138 h 144"/>
                  <a:gd name="T8" fmla="*/ 50581 w 29"/>
                  <a:gd name="T9" fmla="*/ 0 h 144"/>
                  <a:gd name="T10" fmla="*/ 69850 w 29"/>
                  <a:gd name="T11" fmla="*/ 23923 h 144"/>
                  <a:gd name="T12" fmla="*/ 45764 w 29"/>
                  <a:gd name="T13" fmla="*/ 322957 h 144"/>
                  <a:gd name="T14" fmla="*/ 24086 w 29"/>
                  <a:gd name="T15" fmla="*/ 344487 h 144"/>
                  <a:gd name="T16" fmla="*/ 0 60000 65536"/>
                  <a:gd name="T17" fmla="*/ 0 60000 65536"/>
                  <a:gd name="T18" fmla="*/ 0 60000 65536"/>
                  <a:gd name="T19" fmla="*/ 0 60000 65536"/>
                  <a:gd name="T20" fmla="*/ 0 60000 65536"/>
                  <a:gd name="T21" fmla="*/ 0 60000 65536"/>
                  <a:gd name="T22" fmla="*/ 0 60000 65536"/>
                  <a:gd name="T23" fmla="*/ 0 60000 65536"/>
                  <a:gd name="T24" fmla="*/ 0 w 29"/>
                  <a:gd name="T25" fmla="*/ 0 h 144"/>
                  <a:gd name="T26" fmla="*/ 29 w 29"/>
                  <a:gd name="T27" fmla="*/ 144 h 1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 h="144">
                    <a:moveTo>
                      <a:pt x="10" y="144"/>
                    </a:moveTo>
                    <a:cubicBezTo>
                      <a:pt x="9" y="144"/>
                      <a:pt x="9" y="144"/>
                      <a:pt x="9" y="144"/>
                    </a:cubicBezTo>
                    <a:cubicBezTo>
                      <a:pt x="4" y="143"/>
                      <a:pt x="0" y="139"/>
                      <a:pt x="1" y="134"/>
                    </a:cubicBezTo>
                    <a:cubicBezTo>
                      <a:pt x="11" y="8"/>
                      <a:pt x="11" y="8"/>
                      <a:pt x="11" y="8"/>
                    </a:cubicBezTo>
                    <a:cubicBezTo>
                      <a:pt x="11" y="3"/>
                      <a:pt x="16" y="0"/>
                      <a:pt x="21" y="0"/>
                    </a:cubicBezTo>
                    <a:cubicBezTo>
                      <a:pt x="26" y="0"/>
                      <a:pt x="29" y="5"/>
                      <a:pt x="29" y="10"/>
                    </a:cubicBezTo>
                    <a:cubicBezTo>
                      <a:pt x="19" y="135"/>
                      <a:pt x="19" y="135"/>
                      <a:pt x="19" y="135"/>
                    </a:cubicBezTo>
                    <a:cubicBezTo>
                      <a:pt x="18" y="140"/>
                      <a:pt x="14" y="144"/>
                      <a:pt x="10" y="1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3" name="Freeform 303"/>
              <p:cNvSpPr/>
              <p:nvPr/>
            </p:nvSpPr>
            <p:spPr bwMode="auto">
              <a:xfrm>
                <a:off x="4284662" y="6097588"/>
                <a:ext cx="388938" cy="160337"/>
              </a:xfrm>
              <a:custGeom>
                <a:avLst/>
                <a:gdLst>
                  <a:gd name="T0" fmla="*/ 195662 w 163"/>
                  <a:gd name="T1" fmla="*/ 160337 h 67"/>
                  <a:gd name="T2" fmla="*/ 4772 w 163"/>
                  <a:gd name="T3" fmla="*/ 33503 h 67"/>
                  <a:gd name="T4" fmla="*/ 16703 w 163"/>
                  <a:gd name="T5" fmla="*/ 4786 h 67"/>
                  <a:gd name="T6" fmla="*/ 45336 w 163"/>
                  <a:gd name="T7" fmla="*/ 16752 h 67"/>
                  <a:gd name="T8" fmla="*/ 195662 w 163"/>
                  <a:gd name="T9" fmla="*/ 117261 h 67"/>
                  <a:gd name="T10" fmla="*/ 343602 w 163"/>
                  <a:gd name="T11" fmla="*/ 16752 h 67"/>
                  <a:gd name="T12" fmla="*/ 372235 w 163"/>
                  <a:gd name="T13" fmla="*/ 4786 h 67"/>
                  <a:gd name="T14" fmla="*/ 384166 w 163"/>
                  <a:gd name="T15" fmla="*/ 33503 h 67"/>
                  <a:gd name="T16" fmla="*/ 195662 w 163"/>
                  <a:gd name="T17" fmla="*/ 16033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3"/>
                  <a:gd name="T28" fmla="*/ 0 h 67"/>
                  <a:gd name="T29" fmla="*/ 163 w 163"/>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3" h="67">
                    <a:moveTo>
                      <a:pt x="82" y="67"/>
                    </a:moveTo>
                    <a:cubicBezTo>
                      <a:pt x="47" y="67"/>
                      <a:pt x="15" y="46"/>
                      <a:pt x="2" y="14"/>
                    </a:cubicBezTo>
                    <a:cubicBezTo>
                      <a:pt x="0" y="9"/>
                      <a:pt x="2" y="4"/>
                      <a:pt x="7" y="2"/>
                    </a:cubicBezTo>
                    <a:cubicBezTo>
                      <a:pt x="12" y="0"/>
                      <a:pt x="17" y="2"/>
                      <a:pt x="19" y="7"/>
                    </a:cubicBezTo>
                    <a:cubicBezTo>
                      <a:pt x="29" y="32"/>
                      <a:pt x="54" y="49"/>
                      <a:pt x="82" y="49"/>
                    </a:cubicBezTo>
                    <a:cubicBezTo>
                      <a:pt x="109" y="49"/>
                      <a:pt x="134" y="32"/>
                      <a:pt x="144" y="7"/>
                    </a:cubicBezTo>
                    <a:cubicBezTo>
                      <a:pt x="146" y="2"/>
                      <a:pt x="152" y="0"/>
                      <a:pt x="156" y="2"/>
                    </a:cubicBezTo>
                    <a:cubicBezTo>
                      <a:pt x="161" y="4"/>
                      <a:pt x="163" y="9"/>
                      <a:pt x="161" y="14"/>
                    </a:cubicBezTo>
                    <a:cubicBezTo>
                      <a:pt x="148" y="46"/>
                      <a:pt x="116" y="67"/>
                      <a:pt x="82" y="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sp>
            <p:nvSpPr>
              <p:cNvPr id="44" name="Freeform 304"/>
              <p:cNvSpPr/>
              <p:nvPr/>
            </p:nvSpPr>
            <p:spPr bwMode="auto">
              <a:xfrm>
                <a:off x="4583112" y="6215063"/>
                <a:ext cx="133350" cy="219075"/>
              </a:xfrm>
              <a:custGeom>
                <a:avLst/>
                <a:gdLst>
                  <a:gd name="T0" fmla="*/ 66675 w 56"/>
                  <a:gd name="T1" fmla="*/ 219075 h 92"/>
                  <a:gd name="T2" fmla="*/ 57150 w 56"/>
                  <a:gd name="T3" fmla="*/ 216694 h 92"/>
                  <a:gd name="T4" fmla="*/ 47625 w 56"/>
                  <a:gd name="T5" fmla="*/ 188119 h 92"/>
                  <a:gd name="T6" fmla="*/ 76200 w 56"/>
                  <a:gd name="T7" fmla="*/ 133350 h 92"/>
                  <a:gd name="T8" fmla="*/ 21431 w 56"/>
                  <a:gd name="T9" fmla="*/ 133350 h 92"/>
                  <a:gd name="T10" fmla="*/ 4763 w 56"/>
                  <a:gd name="T11" fmla="*/ 123825 h 92"/>
                  <a:gd name="T12" fmla="*/ 2381 w 56"/>
                  <a:gd name="T13" fmla="*/ 102394 h 92"/>
                  <a:gd name="T14" fmla="*/ 47625 w 56"/>
                  <a:gd name="T15" fmla="*/ 14288 h 92"/>
                  <a:gd name="T16" fmla="*/ 76200 w 56"/>
                  <a:gd name="T17" fmla="*/ 4763 h 92"/>
                  <a:gd name="T18" fmla="*/ 85725 w 56"/>
                  <a:gd name="T19" fmla="*/ 33338 h 92"/>
                  <a:gd name="T20" fmla="*/ 57150 w 56"/>
                  <a:gd name="T21" fmla="*/ 90488 h 92"/>
                  <a:gd name="T22" fmla="*/ 111919 w 56"/>
                  <a:gd name="T23" fmla="*/ 90488 h 92"/>
                  <a:gd name="T24" fmla="*/ 128588 w 56"/>
                  <a:gd name="T25" fmla="*/ 100013 h 92"/>
                  <a:gd name="T26" fmla="*/ 130969 w 56"/>
                  <a:gd name="T27" fmla="*/ 121444 h 92"/>
                  <a:gd name="T28" fmla="*/ 85725 w 56"/>
                  <a:gd name="T29" fmla="*/ 207169 h 92"/>
                  <a:gd name="T30" fmla="*/ 66675 w 56"/>
                  <a:gd name="T31" fmla="*/ 219075 h 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
                  <a:gd name="T49" fmla="*/ 0 h 92"/>
                  <a:gd name="T50" fmla="*/ 56 w 56"/>
                  <a:gd name="T51" fmla="*/ 92 h 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 h="92">
                    <a:moveTo>
                      <a:pt x="28" y="92"/>
                    </a:moveTo>
                    <a:cubicBezTo>
                      <a:pt x="27" y="92"/>
                      <a:pt x="25" y="92"/>
                      <a:pt x="24" y="91"/>
                    </a:cubicBezTo>
                    <a:cubicBezTo>
                      <a:pt x="20" y="89"/>
                      <a:pt x="18" y="83"/>
                      <a:pt x="20" y="79"/>
                    </a:cubicBezTo>
                    <a:cubicBezTo>
                      <a:pt x="32" y="56"/>
                      <a:pt x="32" y="56"/>
                      <a:pt x="32" y="56"/>
                    </a:cubicBezTo>
                    <a:cubicBezTo>
                      <a:pt x="9" y="56"/>
                      <a:pt x="9" y="56"/>
                      <a:pt x="9" y="56"/>
                    </a:cubicBezTo>
                    <a:cubicBezTo>
                      <a:pt x="6" y="56"/>
                      <a:pt x="3" y="54"/>
                      <a:pt x="2" y="52"/>
                    </a:cubicBezTo>
                    <a:cubicBezTo>
                      <a:pt x="0" y="49"/>
                      <a:pt x="0" y="46"/>
                      <a:pt x="1" y="43"/>
                    </a:cubicBezTo>
                    <a:cubicBezTo>
                      <a:pt x="20" y="6"/>
                      <a:pt x="20" y="6"/>
                      <a:pt x="20" y="6"/>
                    </a:cubicBezTo>
                    <a:cubicBezTo>
                      <a:pt x="22" y="2"/>
                      <a:pt x="28" y="0"/>
                      <a:pt x="32" y="2"/>
                    </a:cubicBezTo>
                    <a:cubicBezTo>
                      <a:pt x="37" y="4"/>
                      <a:pt x="38" y="10"/>
                      <a:pt x="36" y="14"/>
                    </a:cubicBezTo>
                    <a:cubicBezTo>
                      <a:pt x="24" y="38"/>
                      <a:pt x="24" y="38"/>
                      <a:pt x="24" y="38"/>
                    </a:cubicBezTo>
                    <a:cubicBezTo>
                      <a:pt x="47" y="38"/>
                      <a:pt x="47" y="38"/>
                      <a:pt x="47" y="38"/>
                    </a:cubicBezTo>
                    <a:cubicBezTo>
                      <a:pt x="50" y="38"/>
                      <a:pt x="53" y="40"/>
                      <a:pt x="54" y="42"/>
                    </a:cubicBezTo>
                    <a:cubicBezTo>
                      <a:pt x="56" y="45"/>
                      <a:pt x="56" y="48"/>
                      <a:pt x="55" y="51"/>
                    </a:cubicBezTo>
                    <a:cubicBezTo>
                      <a:pt x="36" y="87"/>
                      <a:pt x="36" y="87"/>
                      <a:pt x="36" y="87"/>
                    </a:cubicBezTo>
                    <a:cubicBezTo>
                      <a:pt x="34" y="90"/>
                      <a:pt x="31" y="92"/>
                      <a:pt x="28"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140"/>
              </a:p>
            </p:txBody>
          </p:sp>
        </p:grpSp>
        <p:grpSp>
          <p:nvGrpSpPr>
            <p:cNvPr id="10" name="组合 148"/>
            <p:cNvGrpSpPr>
              <a:grpSpLocks noChangeAspect="1"/>
            </p:cNvGrpSpPr>
            <p:nvPr/>
          </p:nvGrpSpPr>
          <p:grpSpPr bwMode="auto">
            <a:xfrm>
              <a:off x="7288072" y="5370241"/>
              <a:ext cx="882557" cy="843525"/>
              <a:chOff x="3927476" y="1941513"/>
              <a:chExt cx="533400" cy="538163"/>
            </a:xfrm>
            <a:solidFill>
              <a:srgbClr val="4472C4"/>
            </a:solidFill>
          </p:grpSpPr>
          <p:sp>
            <p:nvSpPr>
              <p:cNvPr id="14" name="Freeform 51"/>
              <p:cNvSpPr>
                <a:spLocks noEditPoints="1"/>
              </p:cNvSpPr>
              <p:nvPr/>
            </p:nvSpPr>
            <p:spPr bwMode="auto">
              <a:xfrm>
                <a:off x="3927476" y="1941513"/>
                <a:ext cx="533400" cy="538163"/>
              </a:xfrm>
              <a:custGeom>
                <a:avLst/>
                <a:gdLst>
                  <a:gd name="T0" fmla="*/ 2147483646 w 222"/>
                  <a:gd name="T1" fmla="*/ 0 h 224"/>
                  <a:gd name="T2" fmla="*/ 2147483646 w 222"/>
                  <a:gd name="T3" fmla="*/ 0 h 224"/>
                  <a:gd name="T4" fmla="*/ 2147483646 w 222"/>
                  <a:gd name="T5" fmla="*/ 2147483646 h 224"/>
                  <a:gd name="T6" fmla="*/ 2147483646 w 222"/>
                  <a:gd name="T7" fmla="*/ 2147483646 h 224"/>
                  <a:gd name="T8" fmla="*/ 2147483646 w 222"/>
                  <a:gd name="T9" fmla="*/ 2147483646 h 224"/>
                  <a:gd name="T10" fmla="*/ 2147483646 w 222"/>
                  <a:gd name="T11" fmla="*/ 2147483646 h 224"/>
                  <a:gd name="T12" fmla="*/ 2147483646 w 222"/>
                  <a:gd name="T13" fmla="*/ 2147483646 h 224"/>
                  <a:gd name="T14" fmla="*/ 0 w 222"/>
                  <a:gd name="T15" fmla="*/ 2147483646 h 224"/>
                  <a:gd name="T16" fmla="*/ 0 w 222"/>
                  <a:gd name="T17" fmla="*/ 2147483646 h 224"/>
                  <a:gd name="T18" fmla="*/ 2147483646 w 222"/>
                  <a:gd name="T19" fmla="*/ 2147483646 h 224"/>
                  <a:gd name="T20" fmla="*/ 2147483646 w 222"/>
                  <a:gd name="T21" fmla="*/ 2147483646 h 224"/>
                  <a:gd name="T22" fmla="*/ 2147483646 w 222"/>
                  <a:gd name="T23" fmla="*/ 2147483646 h 224"/>
                  <a:gd name="T24" fmla="*/ 2147483646 w 222"/>
                  <a:gd name="T25" fmla="*/ 2147483646 h 224"/>
                  <a:gd name="T26" fmla="*/ 2147483646 w 222"/>
                  <a:gd name="T27" fmla="*/ 2147483646 h 224"/>
                  <a:gd name="T28" fmla="*/ 2147483646 w 222"/>
                  <a:gd name="T29" fmla="*/ 2147483646 h 224"/>
                  <a:gd name="T30" fmla="*/ 2147483646 w 222"/>
                  <a:gd name="T31" fmla="*/ 2147483646 h 224"/>
                  <a:gd name="T32" fmla="*/ 2147483646 w 222"/>
                  <a:gd name="T33" fmla="*/ 2147483646 h 224"/>
                  <a:gd name="T34" fmla="*/ 2147483646 w 222"/>
                  <a:gd name="T35" fmla="*/ 2147483646 h 224"/>
                  <a:gd name="T36" fmla="*/ 2147483646 w 222"/>
                  <a:gd name="T37" fmla="*/ 2147483646 h 224"/>
                  <a:gd name="T38" fmla="*/ 2147483646 w 222"/>
                  <a:gd name="T39" fmla="*/ 2147483646 h 224"/>
                  <a:gd name="T40" fmla="*/ 2147483646 w 222"/>
                  <a:gd name="T41" fmla="*/ 2147483646 h 224"/>
                  <a:gd name="T42" fmla="*/ 2147483646 w 222"/>
                  <a:gd name="T43" fmla="*/ 2147483646 h 224"/>
                  <a:gd name="T44" fmla="*/ 2147483646 w 222"/>
                  <a:gd name="T45" fmla="*/ 2147483646 h 224"/>
                  <a:gd name="T46" fmla="*/ 2147483646 w 222"/>
                  <a:gd name="T47" fmla="*/ 2147483646 h 224"/>
                  <a:gd name="T48" fmla="*/ 2147483646 w 222"/>
                  <a:gd name="T49" fmla="*/ 2147483646 h 224"/>
                  <a:gd name="T50" fmla="*/ 2147483646 w 222"/>
                  <a:gd name="T51" fmla="*/ 2147483646 h 224"/>
                  <a:gd name="T52" fmla="*/ 2147483646 w 222"/>
                  <a:gd name="T53" fmla="*/ 2147483646 h 224"/>
                  <a:gd name="T54" fmla="*/ 2147483646 w 222"/>
                  <a:gd name="T55" fmla="*/ 2147483646 h 224"/>
                  <a:gd name="T56" fmla="*/ 2147483646 w 222"/>
                  <a:gd name="T57" fmla="*/ 2147483646 h 224"/>
                  <a:gd name="T58" fmla="*/ 2147483646 w 222"/>
                  <a:gd name="T59" fmla="*/ 2147483646 h 224"/>
                  <a:gd name="T60" fmla="*/ 2147483646 w 222"/>
                  <a:gd name="T61" fmla="*/ 2147483646 h 224"/>
                  <a:gd name="T62" fmla="*/ 2147483646 w 222"/>
                  <a:gd name="T63" fmla="*/ 2147483646 h 224"/>
                  <a:gd name="T64" fmla="*/ 2147483646 w 222"/>
                  <a:gd name="T65" fmla="*/ 2147483646 h 224"/>
                  <a:gd name="T66" fmla="*/ 2147483646 w 222"/>
                  <a:gd name="T67" fmla="*/ 2147483646 h 224"/>
                  <a:gd name="T68" fmla="*/ 2147483646 w 222"/>
                  <a:gd name="T69" fmla="*/ 2147483646 h 224"/>
                  <a:gd name="T70" fmla="*/ 2147483646 w 222"/>
                  <a:gd name="T71" fmla="*/ 2147483646 h 224"/>
                  <a:gd name="T72" fmla="*/ 2147483646 w 222"/>
                  <a:gd name="T73" fmla="*/ 2147483646 h 224"/>
                  <a:gd name="T74" fmla="*/ 2147483646 w 222"/>
                  <a:gd name="T75" fmla="*/ 2147483646 h 224"/>
                  <a:gd name="T76" fmla="*/ 2147483646 w 222"/>
                  <a:gd name="T77" fmla="*/ 2147483646 h 224"/>
                  <a:gd name="T78" fmla="*/ 2147483646 w 222"/>
                  <a:gd name="T79" fmla="*/ 0 h 224"/>
                  <a:gd name="T80" fmla="*/ 2147483646 w 222"/>
                  <a:gd name="T81" fmla="*/ 2147483646 h 224"/>
                  <a:gd name="T82" fmla="*/ 2147483646 w 222"/>
                  <a:gd name="T83" fmla="*/ 2147483646 h 224"/>
                  <a:gd name="T84" fmla="*/ 2147483646 w 222"/>
                  <a:gd name="T85" fmla="*/ 2147483646 h 224"/>
                  <a:gd name="T86" fmla="*/ 2147483646 w 222"/>
                  <a:gd name="T87" fmla="*/ 2147483646 h 224"/>
                  <a:gd name="T88" fmla="*/ 2147483646 w 222"/>
                  <a:gd name="T89" fmla="*/ 2147483646 h 224"/>
                  <a:gd name="T90" fmla="*/ 2147483646 w 222"/>
                  <a:gd name="T91" fmla="*/ 2147483646 h 224"/>
                  <a:gd name="T92" fmla="*/ 2147483646 w 222"/>
                  <a:gd name="T93" fmla="*/ 2147483646 h 224"/>
                  <a:gd name="T94" fmla="*/ 2147483646 w 222"/>
                  <a:gd name="T95" fmla="*/ 2147483646 h 224"/>
                  <a:gd name="T96" fmla="*/ 2147483646 w 222"/>
                  <a:gd name="T97" fmla="*/ 2147483646 h 224"/>
                  <a:gd name="T98" fmla="*/ 2147483646 w 222"/>
                  <a:gd name="T99" fmla="*/ 2147483646 h 224"/>
                  <a:gd name="T100" fmla="*/ 2147483646 w 222"/>
                  <a:gd name="T101" fmla="*/ 2147483646 h 224"/>
                  <a:gd name="T102" fmla="*/ 2147483646 w 222"/>
                  <a:gd name="T103" fmla="*/ 2147483646 h 224"/>
                  <a:gd name="T104" fmla="*/ 2147483646 w 222"/>
                  <a:gd name="T105" fmla="*/ 2147483646 h 224"/>
                  <a:gd name="T106" fmla="*/ 2147483646 w 222"/>
                  <a:gd name="T107" fmla="*/ 2147483646 h 224"/>
                  <a:gd name="T108" fmla="*/ 2147483646 w 222"/>
                  <a:gd name="T109" fmla="*/ 2147483646 h 22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22"/>
                  <a:gd name="T166" fmla="*/ 0 h 224"/>
                  <a:gd name="T167" fmla="*/ 222 w 222"/>
                  <a:gd name="T168" fmla="*/ 224 h 22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22" h="224">
                    <a:moveTo>
                      <a:pt x="205" y="0"/>
                    </a:moveTo>
                    <a:cubicBezTo>
                      <a:pt x="47" y="0"/>
                      <a:pt x="47" y="0"/>
                      <a:pt x="47" y="0"/>
                    </a:cubicBezTo>
                    <a:cubicBezTo>
                      <a:pt x="42" y="0"/>
                      <a:pt x="38" y="2"/>
                      <a:pt x="34" y="5"/>
                    </a:cubicBezTo>
                    <a:cubicBezTo>
                      <a:pt x="6" y="30"/>
                      <a:pt x="6" y="30"/>
                      <a:pt x="6" y="30"/>
                    </a:cubicBezTo>
                    <a:cubicBezTo>
                      <a:pt x="6" y="30"/>
                      <a:pt x="6" y="30"/>
                      <a:pt x="6" y="31"/>
                    </a:cubicBezTo>
                    <a:cubicBezTo>
                      <a:pt x="6" y="31"/>
                      <a:pt x="6" y="31"/>
                      <a:pt x="6" y="31"/>
                    </a:cubicBezTo>
                    <a:cubicBezTo>
                      <a:pt x="6" y="31"/>
                      <a:pt x="6" y="31"/>
                      <a:pt x="6" y="31"/>
                    </a:cubicBezTo>
                    <a:cubicBezTo>
                      <a:pt x="2" y="34"/>
                      <a:pt x="0" y="38"/>
                      <a:pt x="0" y="43"/>
                    </a:cubicBezTo>
                    <a:cubicBezTo>
                      <a:pt x="0" y="201"/>
                      <a:pt x="0" y="201"/>
                      <a:pt x="0" y="201"/>
                    </a:cubicBezTo>
                    <a:cubicBezTo>
                      <a:pt x="0" y="211"/>
                      <a:pt x="8" y="218"/>
                      <a:pt x="17" y="218"/>
                    </a:cubicBezTo>
                    <a:cubicBezTo>
                      <a:pt x="101" y="218"/>
                      <a:pt x="101" y="218"/>
                      <a:pt x="101" y="218"/>
                    </a:cubicBezTo>
                    <a:cubicBezTo>
                      <a:pt x="103" y="222"/>
                      <a:pt x="106" y="224"/>
                      <a:pt x="111" y="224"/>
                    </a:cubicBezTo>
                    <a:cubicBezTo>
                      <a:pt x="117" y="224"/>
                      <a:pt x="122" y="220"/>
                      <a:pt x="122" y="213"/>
                    </a:cubicBezTo>
                    <a:cubicBezTo>
                      <a:pt x="122" y="207"/>
                      <a:pt x="117" y="202"/>
                      <a:pt x="111" y="202"/>
                    </a:cubicBezTo>
                    <a:cubicBezTo>
                      <a:pt x="106" y="202"/>
                      <a:pt x="103" y="205"/>
                      <a:pt x="101" y="209"/>
                    </a:cubicBezTo>
                    <a:cubicBezTo>
                      <a:pt x="17" y="209"/>
                      <a:pt x="17" y="209"/>
                      <a:pt x="17" y="209"/>
                    </a:cubicBezTo>
                    <a:cubicBezTo>
                      <a:pt x="13" y="209"/>
                      <a:pt x="10" y="205"/>
                      <a:pt x="10" y="201"/>
                    </a:cubicBezTo>
                    <a:cubicBezTo>
                      <a:pt x="10" y="43"/>
                      <a:pt x="10" y="43"/>
                      <a:pt x="10" y="43"/>
                    </a:cubicBezTo>
                    <a:cubicBezTo>
                      <a:pt x="10" y="41"/>
                      <a:pt x="11" y="39"/>
                      <a:pt x="12" y="38"/>
                    </a:cubicBezTo>
                    <a:cubicBezTo>
                      <a:pt x="12" y="38"/>
                      <a:pt x="12" y="38"/>
                      <a:pt x="12" y="38"/>
                    </a:cubicBezTo>
                    <a:cubicBezTo>
                      <a:pt x="12" y="38"/>
                      <a:pt x="12" y="38"/>
                      <a:pt x="12" y="38"/>
                    </a:cubicBezTo>
                    <a:cubicBezTo>
                      <a:pt x="14" y="37"/>
                      <a:pt x="15" y="36"/>
                      <a:pt x="17" y="36"/>
                    </a:cubicBezTo>
                    <a:cubicBezTo>
                      <a:pt x="175" y="36"/>
                      <a:pt x="175" y="36"/>
                      <a:pt x="175" y="36"/>
                    </a:cubicBezTo>
                    <a:cubicBezTo>
                      <a:pt x="179" y="36"/>
                      <a:pt x="183" y="39"/>
                      <a:pt x="183" y="43"/>
                    </a:cubicBezTo>
                    <a:cubicBezTo>
                      <a:pt x="183" y="201"/>
                      <a:pt x="183" y="201"/>
                      <a:pt x="183" y="201"/>
                    </a:cubicBezTo>
                    <a:cubicBezTo>
                      <a:pt x="183" y="205"/>
                      <a:pt x="179" y="209"/>
                      <a:pt x="175" y="209"/>
                    </a:cubicBezTo>
                    <a:cubicBezTo>
                      <a:pt x="154" y="209"/>
                      <a:pt x="154" y="209"/>
                      <a:pt x="154" y="209"/>
                    </a:cubicBezTo>
                    <a:cubicBezTo>
                      <a:pt x="152" y="205"/>
                      <a:pt x="148" y="202"/>
                      <a:pt x="144" y="202"/>
                    </a:cubicBezTo>
                    <a:cubicBezTo>
                      <a:pt x="138" y="202"/>
                      <a:pt x="133" y="207"/>
                      <a:pt x="133" y="213"/>
                    </a:cubicBezTo>
                    <a:cubicBezTo>
                      <a:pt x="133" y="220"/>
                      <a:pt x="138" y="224"/>
                      <a:pt x="144" y="224"/>
                    </a:cubicBezTo>
                    <a:cubicBezTo>
                      <a:pt x="148" y="224"/>
                      <a:pt x="152" y="222"/>
                      <a:pt x="154" y="218"/>
                    </a:cubicBezTo>
                    <a:cubicBezTo>
                      <a:pt x="175" y="218"/>
                      <a:pt x="175" y="218"/>
                      <a:pt x="175" y="218"/>
                    </a:cubicBezTo>
                    <a:cubicBezTo>
                      <a:pt x="180" y="218"/>
                      <a:pt x="184" y="217"/>
                      <a:pt x="187" y="214"/>
                    </a:cubicBezTo>
                    <a:cubicBezTo>
                      <a:pt x="187" y="214"/>
                      <a:pt x="187" y="214"/>
                      <a:pt x="187" y="214"/>
                    </a:cubicBezTo>
                    <a:cubicBezTo>
                      <a:pt x="216" y="188"/>
                      <a:pt x="216" y="188"/>
                      <a:pt x="216" y="188"/>
                    </a:cubicBezTo>
                    <a:cubicBezTo>
                      <a:pt x="216" y="188"/>
                      <a:pt x="216" y="188"/>
                      <a:pt x="216" y="187"/>
                    </a:cubicBezTo>
                    <a:cubicBezTo>
                      <a:pt x="216" y="187"/>
                      <a:pt x="217" y="187"/>
                      <a:pt x="217" y="187"/>
                    </a:cubicBezTo>
                    <a:cubicBezTo>
                      <a:pt x="220" y="184"/>
                      <a:pt x="222" y="179"/>
                      <a:pt x="222" y="175"/>
                    </a:cubicBezTo>
                    <a:cubicBezTo>
                      <a:pt x="222" y="17"/>
                      <a:pt x="222" y="17"/>
                      <a:pt x="222" y="17"/>
                    </a:cubicBezTo>
                    <a:cubicBezTo>
                      <a:pt x="222" y="7"/>
                      <a:pt x="214" y="0"/>
                      <a:pt x="205" y="0"/>
                    </a:cubicBezTo>
                    <a:close/>
                    <a:moveTo>
                      <a:pt x="175" y="26"/>
                    </a:moveTo>
                    <a:cubicBezTo>
                      <a:pt x="26" y="26"/>
                      <a:pt x="26" y="26"/>
                      <a:pt x="26" y="26"/>
                    </a:cubicBezTo>
                    <a:cubicBezTo>
                      <a:pt x="41" y="12"/>
                      <a:pt x="41" y="12"/>
                      <a:pt x="41" y="12"/>
                    </a:cubicBezTo>
                    <a:cubicBezTo>
                      <a:pt x="41" y="12"/>
                      <a:pt x="41" y="12"/>
                      <a:pt x="41" y="12"/>
                    </a:cubicBezTo>
                    <a:cubicBezTo>
                      <a:pt x="41" y="12"/>
                      <a:pt x="41" y="12"/>
                      <a:pt x="41" y="12"/>
                    </a:cubicBezTo>
                    <a:cubicBezTo>
                      <a:pt x="43" y="10"/>
                      <a:pt x="45" y="9"/>
                      <a:pt x="47" y="9"/>
                    </a:cubicBezTo>
                    <a:cubicBezTo>
                      <a:pt x="205" y="9"/>
                      <a:pt x="205" y="9"/>
                      <a:pt x="205" y="9"/>
                    </a:cubicBezTo>
                    <a:cubicBezTo>
                      <a:pt x="209" y="9"/>
                      <a:pt x="212" y="13"/>
                      <a:pt x="212" y="17"/>
                    </a:cubicBezTo>
                    <a:cubicBezTo>
                      <a:pt x="212" y="175"/>
                      <a:pt x="212" y="175"/>
                      <a:pt x="212" y="175"/>
                    </a:cubicBezTo>
                    <a:cubicBezTo>
                      <a:pt x="212" y="177"/>
                      <a:pt x="211" y="179"/>
                      <a:pt x="210" y="180"/>
                    </a:cubicBezTo>
                    <a:cubicBezTo>
                      <a:pt x="210" y="180"/>
                      <a:pt x="210" y="180"/>
                      <a:pt x="209" y="181"/>
                    </a:cubicBezTo>
                    <a:cubicBezTo>
                      <a:pt x="209" y="181"/>
                      <a:pt x="209" y="181"/>
                      <a:pt x="209" y="181"/>
                    </a:cubicBezTo>
                    <a:cubicBezTo>
                      <a:pt x="192" y="196"/>
                      <a:pt x="192" y="196"/>
                      <a:pt x="192" y="196"/>
                    </a:cubicBezTo>
                    <a:cubicBezTo>
                      <a:pt x="192" y="43"/>
                      <a:pt x="192" y="43"/>
                      <a:pt x="192" y="43"/>
                    </a:cubicBezTo>
                    <a:cubicBezTo>
                      <a:pt x="192" y="34"/>
                      <a:pt x="185" y="26"/>
                      <a:pt x="175"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15" name="Freeform 52"/>
              <p:cNvSpPr>
                <a:spLocks noEditPoints="1"/>
              </p:cNvSpPr>
              <p:nvPr/>
            </p:nvSpPr>
            <p:spPr bwMode="auto">
              <a:xfrm>
                <a:off x="3994151" y="2081213"/>
                <a:ext cx="206375" cy="150813"/>
              </a:xfrm>
              <a:custGeom>
                <a:avLst/>
                <a:gdLst>
                  <a:gd name="T0" fmla="*/ 2147483646 w 86"/>
                  <a:gd name="T1" fmla="*/ 0 h 63"/>
                  <a:gd name="T2" fmla="*/ 2147483646 w 86"/>
                  <a:gd name="T3" fmla="*/ 0 h 63"/>
                  <a:gd name="T4" fmla="*/ 0 w 86"/>
                  <a:gd name="T5" fmla="*/ 2147483646 h 63"/>
                  <a:gd name="T6" fmla="*/ 0 w 86"/>
                  <a:gd name="T7" fmla="*/ 2147483646 h 63"/>
                  <a:gd name="T8" fmla="*/ 2147483646 w 86"/>
                  <a:gd name="T9" fmla="*/ 2147483646 h 63"/>
                  <a:gd name="T10" fmla="*/ 2147483646 w 86"/>
                  <a:gd name="T11" fmla="*/ 2147483646 h 63"/>
                  <a:gd name="T12" fmla="*/ 2147483646 w 86"/>
                  <a:gd name="T13" fmla="*/ 2147483646 h 63"/>
                  <a:gd name="T14" fmla="*/ 2147483646 w 86"/>
                  <a:gd name="T15" fmla="*/ 2147483646 h 63"/>
                  <a:gd name="T16" fmla="*/ 2147483646 w 86"/>
                  <a:gd name="T17" fmla="*/ 0 h 63"/>
                  <a:gd name="T18" fmla="*/ 2147483646 w 86"/>
                  <a:gd name="T19" fmla="*/ 2147483646 h 63"/>
                  <a:gd name="T20" fmla="*/ 2147483646 w 86"/>
                  <a:gd name="T21" fmla="*/ 2147483646 h 63"/>
                  <a:gd name="T22" fmla="*/ 2147483646 w 86"/>
                  <a:gd name="T23" fmla="*/ 2147483646 h 63"/>
                  <a:gd name="T24" fmla="*/ 2147483646 w 86"/>
                  <a:gd name="T25" fmla="*/ 2147483646 h 63"/>
                  <a:gd name="T26" fmla="*/ 2147483646 w 86"/>
                  <a:gd name="T27" fmla="*/ 2147483646 h 63"/>
                  <a:gd name="T28" fmla="*/ 2147483646 w 86"/>
                  <a:gd name="T29" fmla="*/ 2147483646 h 63"/>
                  <a:gd name="T30" fmla="*/ 2147483646 w 86"/>
                  <a:gd name="T31" fmla="*/ 2147483646 h 63"/>
                  <a:gd name="T32" fmla="*/ 2147483646 w 86"/>
                  <a:gd name="T33" fmla="*/ 2147483646 h 63"/>
                  <a:gd name="T34" fmla="*/ 2147483646 w 86"/>
                  <a:gd name="T35" fmla="*/ 2147483646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63"/>
                  <a:gd name="T56" fmla="*/ 86 w 86"/>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63">
                    <a:moveTo>
                      <a:pt x="71" y="0"/>
                    </a:moveTo>
                    <a:cubicBezTo>
                      <a:pt x="16" y="0"/>
                      <a:pt x="16" y="0"/>
                      <a:pt x="16" y="0"/>
                    </a:cubicBezTo>
                    <a:cubicBezTo>
                      <a:pt x="7" y="0"/>
                      <a:pt x="0" y="7"/>
                      <a:pt x="0" y="16"/>
                    </a:cubicBezTo>
                    <a:cubicBezTo>
                      <a:pt x="0" y="47"/>
                      <a:pt x="0" y="47"/>
                      <a:pt x="0" y="47"/>
                    </a:cubicBezTo>
                    <a:cubicBezTo>
                      <a:pt x="0" y="56"/>
                      <a:pt x="7" y="63"/>
                      <a:pt x="16" y="63"/>
                    </a:cubicBezTo>
                    <a:cubicBezTo>
                      <a:pt x="71" y="63"/>
                      <a:pt x="71" y="63"/>
                      <a:pt x="71" y="63"/>
                    </a:cubicBezTo>
                    <a:cubicBezTo>
                      <a:pt x="79" y="63"/>
                      <a:pt x="86" y="56"/>
                      <a:pt x="86" y="47"/>
                    </a:cubicBezTo>
                    <a:cubicBezTo>
                      <a:pt x="86" y="16"/>
                      <a:pt x="86" y="16"/>
                      <a:pt x="86" y="16"/>
                    </a:cubicBezTo>
                    <a:cubicBezTo>
                      <a:pt x="86" y="7"/>
                      <a:pt x="79" y="0"/>
                      <a:pt x="71" y="0"/>
                    </a:cubicBezTo>
                    <a:close/>
                    <a:moveTo>
                      <a:pt x="80" y="47"/>
                    </a:moveTo>
                    <a:cubicBezTo>
                      <a:pt x="80" y="52"/>
                      <a:pt x="76" y="56"/>
                      <a:pt x="71" y="56"/>
                    </a:cubicBezTo>
                    <a:cubicBezTo>
                      <a:pt x="16" y="56"/>
                      <a:pt x="16" y="56"/>
                      <a:pt x="16" y="56"/>
                    </a:cubicBezTo>
                    <a:cubicBezTo>
                      <a:pt x="11" y="56"/>
                      <a:pt x="6" y="52"/>
                      <a:pt x="6" y="47"/>
                    </a:cubicBezTo>
                    <a:cubicBezTo>
                      <a:pt x="6" y="16"/>
                      <a:pt x="6" y="16"/>
                      <a:pt x="6" y="16"/>
                    </a:cubicBezTo>
                    <a:cubicBezTo>
                      <a:pt x="6" y="11"/>
                      <a:pt x="11" y="7"/>
                      <a:pt x="16" y="7"/>
                    </a:cubicBezTo>
                    <a:cubicBezTo>
                      <a:pt x="71" y="7"/>
                      <a:pt x="71" y="7"/>
                      <a:pt x="71" y="7"/>
                    </a:cubicBezTo>
                    <a:cubicBezTo>
                      <a:pt x="76" y="7"/>
                      <a:pt x="80" y="11"/>
                      <a:pt x="80" y="16"/>
                    </a:cubicBezTo>
                    <a:lnTo>
                      <a:pt x="80" y="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16" name="Freeform 53"/>
              <p:cNvSpPr/>
              <p:nvPr/>
            </p:nvSpPr>
            <p:spPr bwMode="auto">
              <a:xfrm>
                <a:off x="4222751" y="2109788"/>
                <a:ext cx="122238" cy="15875"/>
              </a:xfrm>
              <a:custGeom>
                <a:avLst/>
                <a:gdLst>
                  <a:gd name="T0" fmla="*/ 0 w 51"/>
                  <a:gd name="T1" fmla="*/ 2147483646 h 7"/>
                  <a:gd name="T2" fmla="*/ 2147483646 w 51"/>
                  <a:gd name="T3" fmla="*/ 2147483646 h 7"/>
                  <a:gd name="T4" fmla="*/ 2147483646 w 51"/>
                  <a:gd name="T5" fmla="*/ 2147483646 h 7"/>
                  <a:gd name="T6" fmla="*/ 2147483646 w 51"/>
                  <a:gd name="T7" fmla="*/ 2147483646 h 7"/>
                  <a:gd name="T8" fmla="*/ 2147483646 w 51"/>
                  <a:gd name="T9" fmla="*/ 0 h 7"/>
                  <a:gd name="T10" fmla="*/ 2147483646 w 51"/>
                  <a:gd name="T11" fmla="*/ 0 h 7"/>
                  <a:gd name="T12" fmla="*/ 0 w 51"/>
                  <a:gd name="T13" fmla="*/ 2147483646 h 7"/>
                  <a:gd name="T14" fmla="*/ 0 60000 65536"/>
                  <a:gd name="T15" fmla="*/ 0 60000 65536"/>
                  <a:gd name="T16" fmla="*/ 0 60000 65536"/>
                  <a:gd name="T17" fmla="*/ 0 60000 65536"/>
                  <a:gd name="T18" fmla="*/ 0 60000 65536"/>
                  <a:gd name="T19" fmla="*/ 0 60000 65536"/>
                  <a:gd name="T20" fmla="*/ 0 60000 65536"/>
                  <a:gd name="T21" fmla="*/ 0 w 51"/>
                  <a:gd name="T22" fmla="*/ 0 h 7"/>
                  <a:gd name="T23" fmla="*/ 51 w 5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7">
                    <a:moveTo>
                      <a:pt x="0" y="3"/>
                    </a:moveTo>
                    <a:cubicBezTo>
                      <a:pt x="0" y="5"/>
                      <a:pt x="1" y="7"/>
                      <a:pt x="3" y="7"/>
                    </a:cubicBezTo>
                    <a:cubicBezTo>
                      <a:pt x="47" y="7"/>
                      <a:pt x="47" y="7"/>
                      <a:pt x="47" y="7"/>
                    </a:cubicBezTo>
                    <a:cubicBezTo>
                      <a:pt x="49" y="7"/>
                      <a:pt x="51" y="5"/>
                      <a:pt x="51" y="3"/>
                    </a:cubicBezTo>
                    <a:cubicBezTo>
                      <a:pt x="51" y="2"/>
                      <a:pt x="49" y="0"/>
                      <a:pt x="47" y="0"/>
                    </a:cubicBezTo>
                    <a:cubicBezTo>
                      <a:pt x="3" y="0"/>
                      <a:pt x="3" y="0"/>
                      <a:pt x="3" y="0"/>
                    </a:cubicBezTo>
                    <a:cubicBezTo>
                      <a:pt x="1" y="0"/>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17" name="Freeform 54"/>
              <p:cNvSpPr/>
              <p:nvPr/>
            </p:nvSpPr>
            <p:spPr bwMode="auto">
              <a:xfrm>
                <a:off x="4222751" y="2147888"/>
                <a:ext cx="122238" cy="17463"/>
              </a:xfrm>
              <a:custGeom>
                <a:avLst/>
                <a:gdLst>
                  <a:gd name="T0" fmla="*/ 2147483646 w 51"/>
                  <a:gd name="T1" fmla="*/ 2147483646 h 7"/>
                  <a:gd name="T2" fmla="*/ 2147483646 w 51"/>
                  <a:gd name="T3" fmla="*/ 2147483646 h 7"/>
                  <a:gd name="T4" fmla="*/ 2147483646 w 51"/>
                  <a:gd name="T5" fmla="*/ 2147483646 h 7"/>
                  <a:gd name="T6" fmla="*/ 2147483646 w 51"/>
                  <a:gd name="T7" fmla="*/ 0 h 7"/>
                  <a:gd name="T8" fmla="*/ 2147483646 w 51"/>
                  <a:gd name="T9" fmla="*/ 0 h 7"/>
                  <a:gd name="T10" fmla="*/ 0 w 51"/>
                  <a:gd name="T11" fmla="*/ 2147483646 h 7"/>
                  <a:gd name="T12" fmla="*/ 2147483646 w 51"/>
                  <a:gd name="T13" fmla="*/ 2147483646 h 7"/>
                  <a:gd name="T14" fmla="*/ 0 60000 65536"/>
                  <a:gd name="T15" fmla="*/ 0 60000 65536"/>
                  <a:gd name="T16" fmla="*/ 0 60000 65536"/>
                  <a:gd name="T17" fmla="*/ 0 60000 65536"/>
                  <a:gd name="T18" fmla="*/ 0 60000 65536"/>
                  <a:gd name="T19" fmla="*/ 0 60000 65536"/>
                  <a:gd name="T20" fmla="*/ 0 60000 65536"/>
                  <a:gd name="T21" fmla="*/ 0 w 51"/>
                  <a:gd name="T22" fmla="*/ 0 h 7"/>
                  <a:gd name="T23" fmla="*/ 51 w 5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7">
                    <a:moveTo>
                      <a:pt x="3" y="7"/>
                    </a:moveTo>
                    <a:cubicBezTo>
                      <a:pt x="47" y="7"/>
                      <a:pt x="47" y="7"/>
                      <a:pt x="47" y="7"/>
                    </a:cubicBezTo>
                    <a:cubicBezTo>
                      <a:pt x="49" y="7"/>
                      <a:pt x="51" y="5"/>
                      <a:pt x="51" y="4"/>
                    </a:cubicBezTo>
                    <a:cubicBezTo>
                      <a:pt x="51" y="2"/>
                      <a:pt x="49" y="0"/>
                      <a:pt x="47" y="0"/>
                    </a:cubicBezTo>
                    <a:cubicBezTo>
                      <a:pt x="3" y="0"/>
                      <a:pt x="3" y="0"/>
                      <a:pt x="3" y="0"/>
                    </a:cubicBezTo>
                    <a:cubicBezTo>
                      <a:pt x="1" y="0"/>
                      <a:pt x="0" y="2"/>
                      <a:pt x="0" y="4"/>
                    </a:cubicBezTo>
                    <a:cubicBezTo>
                      <a:pt x="0" y="5"/>
                      <a:pt x="1" y="7"/>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18" name="Freeform 55"/>
              <p:cNvSpPr/>
              <p:nvPr/>
            </p:nvSpPr>
            <p:spPr bwMode="auto">
              <a:xfrm>
                <a:off x="3994151" y="2341563"/>
                <a:ext cx="288925" cy="15875"/>
              </a:xfrm>
              <a:custGeom>
                <a:avLst/>
                <a:gdLst>
                  <a:gd name="T0" fmla="*/ 2147483646 w 120"/>
                  <a:gd name="T1" fmla="*/ 2147483646 h 6"/>
                  <a:gd name="T2" fmla="*/ 2147483646 w 120"/>
                  <a:gd name="T3" fmla="*/ 2147483646 h 6"/>
                  <a:gd name="T4" fmla="*/ 2147483646 w 120"/>
                  <a:gd name="T5" fmla="*/ 2147483646 h 6"/>
                  <a:gd name="T6" fmla="*/ 2147483646 w 120"/>
                  <a:gd name="T7" fmla="*/ 0 h 6"/>
                  <a:gd name="T8" fmla="*/ 2147483646 w 120"/>
                  <a:gd name="T9" fmla="*/ 0 h 6"/>
                  <a:gd name="T10" fmla="*/ 0 w 120"/>
                  <a:gd name="T11" fmla="*/ 2147483646 h 6"/>
                  <a:gd name="T12" fmla="*/ 2147483646 w 120"/>
                  <a:gd name="T13" fmla="*/ 2147483646 h 6"/>
                  <a:gd name="T14" fmla="*/ 0 60000 65536"/>
                  <a:gd name="T15" fmla="*/ 0 60000 65536"/>
                  <a:gd name="T16" fmla="*/ 0 60000 65536"/>
                  <a:gd name="T17" fmla="*/ 0 60000 65536"/>
                  <a:gd name="T18" fmla="*/ 0 60000 65536"/>
                  <a:gd name="T19" fmla="*/ 0 60000 65536"/>
                  <a:gd name="T20" fmla="*/ 0 60000 65536"/>
                  <a:gd name="T21" fmla="*/ 0 w 120"/>
                  <a:gd name="T22" fmla="*/ 0 h 6"/>
                  <a:gd name="T23" fmla="*/ 120 w 12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6">
                    <a:moveTo>
                      <a:pt x="3" y="6"/>
                    </a:moveTo>
                    <a:cubicBezTo>
                      <a:pt x="116" y="6"/>
                      <a:pt x="116" y="6"/>
                      <a:pt x="116" y="6"/>
                    </a:cubicBezTo>
                    <a:cubicBezTo>
                      <a:pt x="118" y="6"/>
                      <a:pt x="120" y="5"/>
                      <a:pt x="120" y="3"/>
                    </a:cubicBezTo>
                    <a:cubicBezTo>
                      <a:pt x="120" y="1"/>
                      <a:pt x="118" y="0"/>
                      <a:pt x="116" y="0"/>
                    </a:cubicBezTo>
                    <a:cubicBezTo>
                      <a:pt x="3" y="0"/>
                      <a:pt x="3" y="0"/>
                      <a:pt x="3" y="0"/>
                    </a:cubicBezTo>
                    <a:cubicBezTo>
                      <a:pt x="1" y="0"/>
                      <a:pt x="0" y="1"/>
                      <a:pt x="0" y="3"/>
                    </a:cubicBezTo>
                    <a:cubicBezTo>
                      <a:pt x="0" y="5"/>
                      <a:pt x="1" y="6"/>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19" name="Freeform 56"/>
              <p:cNvSpPr/>
              <p:nvPr/>
            </p:nvSpPr>
            <p:spPr bwMode="auto">
              <a:xfrm>
                <a:off x="3994151" y="2387601"/>
                <a:ext cx="288925" cy="14288"/>
              </a:xfrm>
              <a:custGeom>
                <a:avLst/>
                <a:gdLst>
                  <a:gd name="T0" fmla="*/ 2147483646 w 120"/>
                  <a:gd name="T1" fmla="*/ 2147483646 h 6"/>
                  <a:gd name="T2" fmla="*/ 2147483646 w 120"/>
                  <a:gd name="T3" fmla="*/ 2147483646 h 6"/>
                  <a:gd name="T4" fmla="*/ 2147483646 w 120"/>
                  <a:gd name="T5" fmla="*/ 2147483646 h 6"/>
                  <a:gd name="T6" fmla="*/ 2147483646 w 120"/>
                  <a:gd name="T7" fmla="*/ 0 h 6"/>
                  <a:gd name="T8" fmla="*/ 2147483646 w 120"/>
                  <a:gd name="T9" fmla="*/ 0 h 6"/>
                  <a:gd name="T10" fmla="*/ 0 w 120"/>
                  <a:gd name="T11" fmla="*/ 2147483646 h 6"/>
                  <a:gd name="T12" fmla="*/ 2147483646 w 120"/>
                  <a:gd name="T13" fmla="*/ 2147483646 h 6"/>
                  <a:gd name="T14" fmla="*/ 0 60000 65536"/>
                  <a:gd name="T15" fmla="*/ 0 60000 65536"/>
                  <a:gd name="T16" fmla="*/ 0 60000 65536"/>
                  <a:gd name="T17" fmla="*/ 0 60000 65536"/>
                  <a:gd name="T18" fmla="*/ 0 60000 65536"/>
                  <a:gd name="T19" fmla="*/ 0 60000 65536"/>
                  <a:gd name="T20" fmla="*/ 0 60000 65536"/>
                  <a:gd name="T21" fmla="*/ 0 w 120"/>
                  <a:gd name="T22" fmla="*/ 0 h 6"/>
                  <a:gd name="T23" fmla="*/ 120 w 12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6">
                    <a:moveTo>
                      <a:pt x="3" y="6"/>
                    </a:moveTo>
                    <a:cubicBezTo>
                      <a:pt x="116" y="6"/>
                      <a:pt x="116" y="6"/>
                      <a:pt x="116" y="6"/>
                    </a:cubicBezTo>
                    <a:cubicBezTo>
                      <a:pt x="118" y="6"/>
                      <a:pt x="120" y="5"/>
                      <a:pt x="120" y="3"/>
                    </a:cubicBezTo>
                    <a:cubicBezTo>
                      <a:pt x="120" y="1"/>
                      <a:pt x="118" y="0"/>
                      <a:pt x="116" y="0"/>
                    </a:cubicBezTo>
                    <a:cubicBezTo>
                      <a:pt x="3" y="0"/>
                      <a:pt x="3" y="0"/>
                      <a:pt x="3" y="0"/>
                    </a:cubicBezTo>
                    <a:cubicBezTo>
                      <a:pt x="1" y="0"/>
                      <a:pt x="0" y="1"/>
                      <a:pt x="0" y="3"/>
                    </a:cubicBezTo>
                    <a:cubicBezTo>
                      <a:pt x="0" y="5"/>
                      <a:pt x="1" y="6"/>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0" name="Freeform 57"/>
              <p:cNvSpPr/>
              <p:nvPr/>
            </p:nvSpPr>
            <p:spPr bwMode="auto">
              <a:xfrm>
                <a:off x="4222751" y="2189163"/>
                <a:ext cx="122238" cy="14288"/>
              </a:xfrm>
              <a:custGeom>
                <a:avLst/>
                <a:gdLst>
                  <a:gd name="T0" fmla="*/ 2147483646 w 51"/>
                  <a:gd name="T1" fmla="*/ 2147483646 h 6"/>
                  <a:gd name="T2" fmla="*/ 2147483646 w 51"/>
                  <a:gd name="T3" fmla="*/ 2147483646 h 6"/>
                  <a:gd name="T4" fmla="*/ 2147483646 w 51"/>
                  <a:gd name="T5" fmla="*/ 2147483646 h 6"/>
                  <a:gd name="T6" fmla="*/ 2147483646 w 51"/>
                  <a:gd name="T7" fmla="*/ 0 h 6"/>
                  <a:gd name="T8" fmla="*/ 2147483646 w 51"/>
                  <a:gd name="T9" fmla="*/ 0 h 6"/>
                  <a:gd name="T10" fmla="*/ 0 w 51"/>
                  <a:gd name="T11" fmla="*/ 2147483646 h 6"/>
                  <a:gd name="T12" fmla="*/ 2147483646 w 51"/>
                  <a:gd name="T13" fmla="*/ 2147483646 h 6"/>
                  <a:gd name="T14" fmla="*/ 0 60000 65536"/>
                  <a:gd name="T15" fmla="*/ 0 60000 65536"/>
                  <a:gd name="T16" fmla="*/ 0 60000 65536"/>
                  <a:gd name="T17" fmla="*/ 0 60000 65536"/>
                  <a:gd name="T18" fmla="*/ 0 60000 65536"/>
                  <a:gd name="T19" fmla="*/ 0 60000 65536"/>
                  <a:gd name="T20" fmla="*/ 0 60000 65536"/>
                  <a:gd name="T21" fmla="*/ 0 w 51"/>
                  <a:gd name="T22" fmla="*/ 0 h 6"/>
                  <a:gd name="T23" fmla="*/ 51 w 51"/>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6">
                    <a:moveTo>
                      <a:pt x="3" y="6"/>
                    </a:moveTo>
                    <a:cubicBezTo>
                      <a:pt x="47" y="6"/>
                      <a:pt x="47" y="6"/>
                      <a:pt x="47" y="6"/>
                    </a:cubicBezTo>
                    <a:cubicBezTo>
                      <a:pt x="49" y="6"/>
                      <a:pt x="51" y="5"/>
                      <a:pt x="51" y="3"/>
                    </a:cubicBezTo>
                    <a:cubicBezTo>
                      <a:pt x="51" y="1"/>
                      <a:pt x="49" y="0"/>
                      <a:pt x="47" y="0"/>
                    </a:cubicBezTo>
                    <a:cubicBezTo>
                      <a:pt x="3" y="0"/>
                      <a:pt x="3" y="0"/>
                      <a:pt x="3" y="0"/>
                    </a:cubicBezTo>
                    <a:cubicBezTo>
                      <a:pt x="1" y="0"/>
                      <a:pt x="0" y="1"/>
                      <a:pt x="0" y="3"/>
                    </a:cubicBezTo>
                    <a:cubicBezTo>
                      <a:pt x="0" y="5"/>
                      <a:pt x="1" y="6"/>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1" name="Freeform 58"/>
              <p:cNvSpPr>
                <a:spLocks noEditPoints="1"/>
              </p:cNvSpPr>
              <p:nvPr/>
            </p:nvSpPr>
            <p:spPr bwMode="auto">
              <a:xfrm>
                <a:off x="3963988" y="2401888"/>
                <a:ext cx="33338" cy="26988"/>
              </a:xfrm>
              <a:custGeom>
                <a:avLst/>
                <a:gdLst>
                  <a:gd name="T0" fmla="*/ 2147483646 w 14"/>
                  <a:gd name="T1" fmla="*/ 2147483646 h 11"/>
                  <a:gd name="T2" fmla="*/ 2147483646 w 14"/>
                  <a:gd name="T3" fmla="*/ 2147483646 h 11"/>
                  <a:gd name="T4" fmla="*/ 2147483646 w 14"/>
                  <a:gd name="T5" fmla="*/ 2147483646 h 11"/>
                  <a:gd name="T6" fmla="*/ 2147483646 w 14"/>
                  <a:gd name="T7" fmla="*/ 2147483646 h 11"/>
                  <a:gd name="T8" fmla="*/ 2147483646 w 14"/>
                  <a:gd name="T9" fmla="*/ 2147483646 h 11"/>
                  <a:gd name="T10" fmla="*/ 2147483646 w 14"/>
                  <a:gd name="T11" fmla="*/ 2147483646 h 11"/>
                  <a:gd name="T12" fmla="*/ 2147483646 w 14"/>
                  <a:gd name="T13" fmla="*/ 2147483646 h 11"/>
                  <a:gd name="T14" fmla="*/ 2147483646 w 14"/>
                  <a:gd name="T15" fmla="*/ 0 h 11"/>
                  <a:gd name="T16" fmla="*/ 2147483646 w 14"/>
                  <a:gd name="T17" fmla="*/ 0 h 11"/>
                  <a:gd name="T18" fmla="*/ 2147483646 w 14"/>
                  <a:gd name="T19" fmla="*/ 0 h 11"/>
                  <a:gd name="T20" fmla="*/ 2147483646 w 14"/>
                  <a:gd name="T21" fmla="*/ 0 h 11"/>
                  <a:gd name="T22" fmla="*/ 2147483646 w 14"/>
                  <a:gd name="T23" fmla="*/ 2147483646 h 11"/>
                  <a:gd name="T24" fmla="*/ 2147483646 w 14"/>
                  <a:gd name="T25" fmla="*/ 2147483646 h 11"/>
                  <a:gd name="T26" fmla="*/ 2147483646 w 14"/>
                  <a:gd name="T27" fmla="*/ 2147483646 h 11"/>
                  <a:gd name="T28" fmla="*/ 2147483646 w 14"/>
                  <a:gd name="T29" fmla="*/ 2147483646 h 11"/>
                  <a:gd name="T30" fmla="*/ 2147483646 w 14"/>
                  <a:gd name="T31" fmla="*/ 2147483646 h 11"/>
                  <a:gd name="T32" fmla="*/ 2147483646 w 14"/>
                  <a:gd name="T33" fmla="*/ 2147483646 h 11"/>
                  <a:gd name="T34" fmla="*/ 2147483646 w 14"/>
                  <a:gd name="T35" fmla="*/ 2147483646 h 11"/>
                  <a:gd name="T36" fmla="*/ 2147483646 w 14"/>
                  <a:gd name="T37" fmla="*/ 2147483646 h 11"/>
                  <a:gd name="T38" fmla="*/ 2147483646 w 14"/>
                  <a:gd name="T39" fmla="*/ 2147483646 h 1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
                  <a:gd name="T61" fmla="*/ 0 h 11"/>
                  <a:gd name="T62" fmla="*/ 14 w 14"/>
                  <a:gd name="T63" fmla="*/ 11 h 1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 h="11">
                    <a:moveTo>
                      <a:pt x="1" y="6"/>
                    </a:moveTo>
                    <a:cubicBezTo>
                      <a:pt x="3" y="11"/>
                      <a:pt x="3" y="11"/>
                      <a:pt x="3" y="11"/>
                    </a:cubicBezTo>
                    <a:cubicBezTo>
                      <a:pt x="4" y="11"/>
                      <a:pt x="4" y="11"/>
                      <a:pt x="4" y="11"/>
                    </a:cubicBezTo>
                    <a:cubicBezTo>
                      <a:pt x="10" y="11"/>
                      <a:pt x="10" y="11"/>
                      <a:pt x="10" y="11"/>
                    </a:cubicBezTo>
                    <a:cubicBezTo>
                      <a:pt x="10" y="11"/>
                      <a:pt x="11" y="11"/>
                      <a:pt x="11" y="11"/>
                    </a:cubicBezTo>
                    <a:cubicBezTo>
                      <a:pt x="14" y="6"/>
                      <a:pt x="14" y="6"/>
                      <a:pt x="14" y="6"/>
                    </a:cubicBezTo>
                    <a:cubicBezTo>
                      <a:pt x="14" y="6"/>
                      <a:pt x="14" y="5"/>
                      <a:pt x="14" y="5"/>
                    </a:cubicBezTo>
                    <a:cubicBezTo>
                      <a:pt x="11" y="0"/>
                      <a:pt x="11" y="0"/>
                      <a:pt x="11" y="0"/>
                    </a:cubicBezTo>
                    <a:cubicBezTo>
                      <a:pt x="11" y="0"/>
                      <a:pt x="10" y="0"/>
                      <a:pt x="10" y="0"/>
                    </a:cubicBezTo>
                    <a:cubicBezTo>
                      <a:pt x="4" y="0"/>
                      <a:pt x="4" y="0"/>
                      <a:pt x="4" y="0"/>
                    </a:cubicBezTo>
                    <a:cubicBezTo>
                      <a:pt x="4" y="0"/>
                      <a:pt x="4" y="0"/>
                      <a:pt x="3" y="0"/>
                    </a:cubicBezTo>
                    <a:cubicBezTo>
                      <a:pt x="1" y="5"/>
                      <a:pt x="1" y="5"/>
                      <a:pt x="1" y="5"/>
                    </a:cubicBezTo>
                    <a:cubicBezTo>
                      <a:pt x="0" y="5"/>
                      <a:pt x="0" y="6"/>
                      <a:pt x="1" y="6"/>
                    </a:cubicBezTo>
                    <a:close/>
                    <a:moveTo>
                      <a:pt x="5" y="2"/>
                    </a:moveTo>
                    <a:cubicBezTo>
                      <a:pt x="9" y="2"/>
                      <a:pt x="9" y="2"/>
                      <a:pt x="9" y="2"/>
                    </a:cubicBezTo>
                    <a:cubicBezTo>
                      <a:pt x="11" y="6"/>
                      <a:pt x="11" y="6"/>
                      <a:pt x="11" y="6"/>
                    </a:cubicBezTo>
                    <a:cubicBezTo>
                      <a:pt x="9" y="9"/>
                      <a:pt x="9" y="9"/>
                      <a:pt x="9" y="9"/>
                    </a:cubicBezTo>
                    <a:cubicBezTo>
                      <a:pt x="5" y="9"/>
                      <a:pt x="5" y="9"/>
                      <a:pt x="5" y="9"/>
                    </a:cubicBezTo>
                    <a:cubicBezTo>
                      <a:pt x="3" y="6"/>
                      <a:pt x="3" y="6"/>
                      <a:pt x="3" y="6"/>
                    </a:cubicBezTo>
                    <a:lnTo>
                      <a:pt x="5"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2" name="Freeform 59"/>
              <p:cNvSpPr>
                <a:spLocks noEditPoints="1"/>
              </p:cNvSpPr>
              <p:nvPr/>
            </p:nvSpPr>
            <p:spPr bwMode="auto">
              <a:xfrm>
                <a:off x="4324351" y="2401888"/>
                <a:ext cx="30163" cy="26988"/>
              </a:xfrm>
              <a:custGeom>
                <a:avLst/>
                <a:gdLst>
                  <a:gd name="T0" fmla="*/ 2147483646 w 13"/>
                  <a:gd name="T1" fmla="*/ 0 h 11"/>
                  <a:gd name="T2" fmla="*/ 2147483646 w 13"/>
                  <a:gd name="T3" fmla="*/ 0 h 11"/>
                  <a:gd name="T4" fmla="*/ 2147483646 w 13"/>
                  <a:gd name="T5" fmla="*/ 0 h 11"/>
                  <a:gd name="T6" fmla="*/ 2147483646 w 13"/>
                  <a:gd name="T7" fmla="*/ 0 h 11"/>
                  <a:gd name="T8" fmla="*/ 0 w 13"/>
                  <a:gd name="T9" fmla="*/ 2147483646 h 11"/>
                  <a:gd name="T10" fmla="*/ 0 w 13"/>
                  <a:gd name="T11" fmla="*/ 2147483646 h 11"/>
                  <a:gd name="T12" fmla="*/ 2147483646 w 13"/>
                  <a:gd name="T13" fmla="*/ 2147483646 h 11"/>
                  <a:gd name="T14" fmla="*/ 2147483646 w 13"/>
                  <a:gd name="T15" fmla="*/ 2147483646 h 11"/>
                  <a:gd name="T16" fmla="*/ 2147483646 w 13"/>
                  <a:gd name="T17" fmla="*/ 2147483646 h 11"/>
                  <a:gd name="T18" fmla="*/ 2147483646 w 13"/>
                  <a:gd name="T19" fmla="*/ 2147483646 h 11"/>
                  <a:gd name="T20" fmla="*/ 2147483646 w 13"/>
                  <a:gd name="T21" fmla="*/ 2147483646 h 11"/>
                  <a:gd name="T22" fmla="*/ 2147483646 w 13"/>
                  <a:gd name="T23" fmla="*/ 2147483646 h 11"/>
                  <a:gd name="T24" fmla="*/ 2147483646 w 13"/>
                  <a:gd name="T25" fmla="*/ 0 h 11"/>
                  <a:gd name="T26" fmla="*/ 2147483646 w 13"/>
                  <a:gd name="T27" fmla="*/ 2147483646 h 11"/>
                  <a:gd name="T28" fmla="*/ 2147483646 w 13"/>
                  <a:gd name="T29" fmla="*/ 2147483646 h 11"/>
                  <a:gd name="T30" fmla="*/ 2147483646 w 13"/>
                  <a:gd name="T31" fmla="*/ 2147483646 h 11"/>
                  <a:gd name="T32" fmla="*/ 2147483646 w 13"/>
                  <a:gd name="T33" fmla="*/ 2147483646 h 11"/>
                  <a:gd name="T34" fmla="*/ 2147483646 w 13"/>
                  <a:gd name="T35" fmla="*/ 2147483646 h 11"/>
                  <a:gd name="T36" fmla="*/ 2147483646 w 13"/>
                  <a:gd name="T37" fmla="*/ 2147483646 h 11"/>
                  <a:gd name="T38" fmla="*/ 2147483646 w 13"/>
                  <a:gd name="T39" fmla="*/ 2147483646 h 1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
                  <a:gd name="T61" fmla="*/ 0 h 11"/>
                  <a:gd name="T62" fmla="*/ 13 w 13"/>
                  <a:gd name="T63" fmla="*/ 11 h 1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 h="11">
                    <a:moveTo>
                      <a:pt x="10" y="0"/>
                    </a:moveTo>
                    <a:cubicBezTo>
                      <a:pt x="10" y="0"/>
                      <a:pt x="10" y="0"/>
                      <a:pt x="9" y="0"/>
                    </a:cubicBezTo>
                    <a:cubicBezTo>
                      <a:pt x="4" y="0"/>
                      <a:pt x="4" y="0"/>
                      <a:pt x="4" y="0"/>
                    </a:cubicBezTo>
                    <a:cubicBezTo>
                      <a:pt x="3" y="0"/>
                      <a:pt x="3" y="0"/>
                      <a:pt x="3" y="0"/>
                    </a:cubicBezTo>
                    <a:cubicBezTo>
                      <a:pt x="0" y="5"/>
                      <a:pt x="0" y="5"/>
                      <a:pt x="0" y="5"/>
                    </a:cubicBezTo>
                    <a:cubicBezTo>
                      <a:pt x="0" y="5"/>
                      <a:pt x="0" y="6"/>
                      <a:pt x="0" y="6"/>
                    </a:cubicBezTo>
                    <a:cubicBezTo>
                      <a:pt x="3" y="11"/>
                      <a:pt x="3" y="11"/>
                      <a:pt x="3" y="11"/>
                    </a:cubicBezTo>
                    <a:cubicBezTo>
                      <a:pt x="3" y="11"/>
                      <a:pt x="3" y="11"/>
                      <a:pt x="4" y="11"/>
                    </a:cubicBezTo>
                    <a:cubicBezTo>
                      <a:pt x="9" y="11"/>
                      <a:pt x="9" y="11"/>
                      <a:pt x="9" y="11"/>
                    </a:cubicBezTo>
                    <a:cubicBezTo>
                      <a:pt x="10" y="11"/>
                      <a:pt x="10" y="11"/>
                      <a:pt x="10" y="11"/>
                    </a:cubicBezTo>
                    <a:cubicBezTo>
                      <a:pt x="13" y="6"/>
                      <a:pt x="13" y="6"/>
                      <a:pt x="13" y="6"/>
                    </a:cubicBezTo>
                    <a:cubicBezTo>
                      <a:pt x="13" y="6"/>
                      <a:pt x="13" y="5"/>
                      <a:pt x="13" y="5"/>
                    </a:cubicBezTo>
                    <a:lnTo>
                      <a:pt x="10" y="0"/>
                    </a:lnTo>
                    <a:close/>
                    <a:moveTo>
                      <a:pt x="9" y="9"/>
                    </a:moveTo>
                    <a:cubicBezTo>
                      <a:pt x="4" y="9"/>
                      <a:pt x="4" y="9"/>
                      <a:pt x="4" y="9"/>
                    </a:cubicBezTo>
                    <a:cubicBezTo>
                      <a:pt x="2" y="6"/>
                      <a:pt x="2" y="6"/>
                      <a:pt x="2" y="6"/>
                    </a:cubicBezTo>
                    <a:cubicBezTo>
                      <a:pt x="4" y="2"/>
                      <a:pt x="4" y="2"/>
                      <a:pt x="4" y="2"/>
                    </a:cubicBezTo>
                    <a:cubicBezTo>
                      <a:pt x="9" y="2"/>
                      <a:pt x="9" y="2"/>
                      <a:pt x="9" y="2"/>
                    </a:cubicBezTo>
                    <a:cubicBezTo>
                      <a:pt x="11" y="6"/>
                      <a:pt x="11" y="6"/>
                      <a:pt x="11" y="6"/>
                    </a:cubicBezTo>
                    <a:lnTo>
                      <a:pt x="9"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3" name="Freeform 60"/>
              <p:cNvSpPr>
                <a:spLocks noEditPoints="1"/>
              </p:cNvSpPr>
              <p:nvPr/>
            </p:nvSpPr>
            <p:spPr bwMode="auto">
              <a:xfrm>
                <a:off x="3963988" y="2036763"/>
                <a:ext cx="33338" cy="28575"/>
              </a:xfrm>
              <a:custGeom>
                <a:avLst/>
                <a:gdLst>
                  <a:gd name="T0" fmla="*/ 2147483646 w 14"/>
                  <a:gd name="T1" fmla="*/ 0 h 12"/>
                  <a:gd name="T2" fmla="*/ 2147483646 w 14"/>
                  <a:gd name="T3" fmla="*/ 0 h 12"/>
                  <a:gd name="T4" fmla="*/ 2147483646 w 14"/>
                  <a:gd name="T5" fmla="*/ 0 h 12"/>
                  <a:gd name="T6" fmla="*/ 2147483646 w 14"/>
                  <a:gd name="T7" fmla="*/ 0 h 12"/>
                  <a:gd name="T8" fmla="*/ 2147483646 w 14"/>
                  <a:gd name="T9" fmla="*/ 2147483646 h 12"/>
                  <a:gd name="T10" fmla="*/ 2147483646 w 14"/>
                  <a:gd name="T11" fmla="*/ 2147483646 h 12"/>
                  <a:gd name="T12" fmla="*/ 2147483646 w 14"/>
                  <a:gd name="T13" fmla="*/ 2147483646 h 12"/>
                  <a:gd name="T14" fmla="*/ 2147483646 w 14"/>
                  <a:gd name="T15" fmla="*/ 2147483646 h 12"/>
                  <a:gd name="T16" fmla="*/ 2147483646 w 14"/>
                  <a:gd name="T17" fmla="*/ 2147483646 h 12"/>
                  <a:gd name="T18" fmla="*/ 2147483646 w 14"/>
                  <a:gd name="T19" fmla="*/ 2147483646 h 12"/>
                  <a:gd name="T20" fmla="*/ 2147483646 w 14"/>
                  <a:gd name="T21" fmla="*/ 2147483646 h 12"/>
                  <a:gd name="T22" fmla="*/ 2147483646 w 14"/>
                  <a:gd name="T23" fmla="*/ 2147483646 h 12"/>
                  <a:gd name="T24" fmla="*/ 2147483646 w 14"/>
                  <a:gd name="T25" fmla="*/ 0 h 12"/>
                  <a:gd name="T26" fmla="*/ 2147483646 w 14"/>
                  <a:gd name="T27" fmla="*/ 2147483646 h 12"/>
                  <a:gd name="T28" fmla="*/ 2147483646 w 14"/>
                  <a:gd name="T29" fmla="*/ 2147483646 h 12"/>
                  <a:gd name="T30" fmla="*/ 2147483646 w 14"/>
                  <a:gd name="T31" fmla="*/ 2147483646 h 12"/>
                  <a:gd name="T32" fmla="*/ 2147483646 w 14"/>
                  <a:gd name="T33" fmla="*/ 2147483646 h 12"/>
                  <a:gd name="T34" fmla="*/ 2147483646 w 14"/>
                  <a:gd name="T35" fmla="*/ 2147483646 h 12"/>
                  <a:gd name="T36" fmla="*/ 2147483646 w 14"/>
                  <a:gd name="T37" fmla="*/ 2147483646 h 12"/>
                  <a:gd name="T38" fmla="*/ 2147483646 w 14"/>
                  <a:gd name="T39" fmla="*/ 2147483646 h 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
                  <a:gd name="T61" fmla="*/ 0 h 12"/>
                  <a:gd name="T62" fmla="*/ 14 w 14"/>
                  <a:gd name="T63" fmla="*/ 12 h 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 h="12">
                    <a:moveTo>
                      <a:pt x="11" y="0"/>
                    </a:moveTo>
                    <a:cubicBezTo>
                      <a:pt x="11" y="0"/>
                      <a:pt x="10" y="0"/>
                      <a:pt x="10" y="0"/>
                    </a:cubicBezTo>
                    <a:cubicBezTo>
                      <a:pt x="4" y="0"/>
                      <a:pt x="4" y="0"/>
                      <a:pt x="4" y="0"/>
                    </a:cubicBezTo>
                    <a:cubicBezTo>
                      <a:pt x="4" y="0"/>
                      <a:pt x="4" y="0"/>
                      <a:pt x="3" y="0"/>
                    </a:cubicBezTo>
                    <a:cubicBezTo>
                      <a:pt x="1" y="5"/>
                      <a:pt x="1" y="5"/>
                      <a:pt x="1" y="5"/>
                    </a:cubicBezTo>
                    <a:cubicBezTo>
                      <a:pt x="0" y="6"/>
                      <a:pt x="0" y="6"/>
                      <a:pt x="1" y="6"/>
                    </a:cubicBezTo>
                    <a:cubicBezTo>
                      <a:pt x="3" y="11"/>
                      <a:pt x="3" y="11"/>
                      <a:pt x="3" y="11"/>
                    </a:cubicBezTo>
                    <a:cubicBezTo>
                      <a:pt x="4" y="12"/>
                      <a:pt x="4" y="12"/>
                      <a:pt x="4" y="12"/>
                    </a:cubicBezTo>
                    <a:cubicBezTo>
                      <a:pt x="10" y="12"/>
                      <a:pt x="10" y="12"/>
                      <a:pt x="10" y="12"/>
                    </a:cubicBezTo>
                    <a:cubicBezTo>
                      <a:pt x="10" y="12"/>
                      <a:pt x="11" y="12"/>
                      <a:pt x="11" y="11"/>
                    </a:cubicBezTo>
                    <a:cubicBezTo>
                      <a:pt x="14" y="6"/>
                      <a:pt x="14" y="6"/>
                      <a:pt x="14" y="6"/>
                    </a:cubicBezTo>
                    <a:cubicBezTo>
                      <a:pt x="14" y="6"/>
                      <a:pt x="14" y="6"/>
                      <a:pt x="14" y="5"/>
                    </a:cubicBezTo>
                    <a:lnTo>
                      <a:pt x="11" y="0"/>
                    </a:lnTo>
                    <a:close/>
                    <a:moveTo>
                      <a:pt x="9" y="10"/>
                    </a:moveTo>
                    <a:cubicBezTo>
                      <a:pt x="5" y="10"/>
                      <a:pt x="5" y="10"/>
                      <a:pt x="5" y="10"/>
                    </a:cubicBezTo>
                    <a:cubicBezTo>
                      <a:pt x="3" y="6"/>
                      <a:pt x="3" y="6"/>
                      <a:pt x="3" y="6"/>
                    </a:cubicBezTo>
                    <a:cubicBezTo>
                      <a:pt x="5" y="2"/>
                      <a:pt x="5" y="2"/>
                      <a:pt x="5" y="2"/>
                    </a:cubicBezTo>
                    <a:cubicBezTo>
                      <a:pt x="9" y="2"/>
                      <a:pt x="9" y="2"/>
                      <a:pt x="9" y="2"/>
                    </a:cubicBezTo>
                    <a:cubicBezTo>
                      <a:pt x="11" y="6"/>
                      <a:pt x="11" y="6"/>
                      <a:pt x="11" y="6"/>
                    </a:cubicBezTo>
                    <a:lnTo>
                      <a:pt x="9"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4" name="Freeform 61"/>
              <p:cNvSpPr>
                <a:spLocks noEditPoints="1"/>
              </p:cNvSpPr>
              <p:nvPr/>
            </p:nvSpPr>
            <p:spPr bwMode="auto">
              <a:xfrm>
                <a:off x="4324351" y="2036763"/>
                <a:ext cx="30163" cy="28575"/>
              </a:xfrm>
              <a:custGeom>
                <a:avLst/>
                <a:gdLst>
                  <a:gd name="T0" fmla="*/ 2147483646 w 13"/>
                  <a:gd name="T1" fmla="*/ 2147483646 h 12"/>
                  <a:gd name="T2" fmla="*/ 2147483646 w 13"/>
                  <a:gd name="T3" fmla="*/ 0 h 12"/>
                  <a:gd name="T4" fmla="*/ 2147483646 w 13"/>
                  <a:gd name="T5" fmla="*/ 0 h 12"/>
                  <a:gd name="T6" fmla="*/ 2147483646 w 13"/>
                  <a:gd name="T7" fmla="*/ 0 h 12"/>
                  <a:gd name="T8" fmla="*/ 2147483646 w 13"/>
                  <a:gd name="T9" fmla="*/ 0 h 12"/>
                  <a:gd name="T10" fmla="*/ 0 w 13"/>
                  <a:gd name="T11" fmla="*/ 2147483646 h 12"/>
                  <a:gd name="T12" fmla="*/ 0 w 13"/>
                  <a:gd name="T13" fmla="*/ 2147483646 h 12"/>
                  <a:gd name="T14" fmla="*/ 2147483646 w 13"/>
                  <a:gd name="T15" fmla="*/ 2147483646 h 12"/>
                  <a:gd name="T16" fmla="*/ 2147483646 w 13"/>
                  <a:gd name="T17" fmla="*/ 2147483646 h 12"/>
                  <a:gd name="T18" fmla="*/ 2147483646 w 13"/>
                  <a:gd name="T19" fmla="*/ 2147483646 h 12"/>
                  <a:gd name="T20" fmla="*/ 2147483646 w 13"/>
                  <a:gd name="T21" fmla="*/ 2147483646 h 12"/>
                  <a:gd name="T22" fmla="*/ 2147483646 w 13"/>
                  <a:gd name="T23" fmla="*/ 2147483646 h 12"/>
                  <a:gd name="T24" fmla="*/ 2147483646 w 13"/>
                  <a:gd name="T25" fmla="*/ 2147483646 h 12"/>
                  <a:gd name="T26" fmla="*/ 2147483646 w 13"/>
                  <a:gd name="T27" fmla="*/ 2147483646 h 12"/>
                  <a:gd name="T28" fmla="*/ 2147483646 w 13"/>
                  <a:gd name="T29" fmla="*/ 2147483646 h 12"/>
                  <a:gd name="T30" fmla="*/ 2147483646 w 13"/>
                  <a:gd name="T31" fmla="*/ 2147483646 h 12"/>
                  <a:gd name="T32" fmla="*/ 2147483646 w 13"/>
                  <a:gd name="T33" fmla="*/ 2147483646 h 12"/>
                  <a:gd name="T34" fmla="*/ 2147483646 w 13"/>
                  <a:gd name="T35" fmla="*/ 2147483646 h 12"/>
                  <a:gd name="T36" fmla="*/ 2147483646 w 13"/>
                  <a:gd name="T37" fmla="*/ 2147483646 h 12"/>
                  <a:gd name="T38" fmla="*/ 2147483646 w 13"/>
                  <a:gd name="T39" fmla="*/ 2147483646 h 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
                  <a:gd name="T61" fmla="*/ 0 h 12"/>
                  <a:gd name="T62" fmla="*/ 13 w 13"/>
                  <a:gd name="T63" fmla="*/ 12 h 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 h="12">
                    <a:moveTo>
                      <a:pt x="13" y="5"/>
                    </a:moveTo>
                    <a:cubicBezTo>
                      <a:pt x="10" y="0"/>
                      <a:pt x="10" y="0"/>
                      <a:pt x="10" y="0"/>
                    </a:cubicBezTo>
                    <a:cubicBezTo>
                      <a:pt x="10" y="0"/>
                      <a:pt x="10" y="0"/>
                      <a:pt x="9" y="0"/>
                    </a:cubicBezTo>
                    <a:cubicBezTo>
                      <a:pt x="4" y="0"/>
                      <a:pt x="4" y="0"/>
                      <a:pt x="4" y="0"/>
                    </a:cubicBezTo>
                    <a:cubicBezTo>
                      <a:pt x="3" y="0"/>
                      <a:pt x="3" y="0"/>
                      <a:pt x="3" y="0"/>
                    </a:cubicBezTo>
                    <a:cubicBezTo>
                      <a:pt x="0" y="5"/>
                      <a:pt x="0" y="5"/>
                      <a:pt x="0" y="5"/>
                    </a:cubicBezTo>
                    <a:cubicBezTo>
                      <a:pt x="0" y="6"/>
                      <a:pt x="0" y="6"/>
                      <a:pt x="0" y="6"/>
                    </a:cubicBezTo>
                    <a:cubicBezTo>
                      <a:pt x="3" y="11"/>
                      <a:pt x="3" y="11"/>
                      <a:pt x="3" y="11"/>
                    </a:cubicBezTo>
                    <a:cubicBezTo>
                      <a:pt x="3" y="12"/>
                      <a:pt x="3" y="12"/>
                      <a:pt x="4" y="12"/>
                    </a:cubicBezTo>
                    <a:cubicBezTo>
                      <a:pt x="9" y="12"/>
                      <a:pt x="9" y="12"/>
                      <a:pt x="9" y="12"/>
                    </a:cubicBezTo>
                    <a:cubicBezTo>
                      <a:pt x="10" y="12"/>
                      <a:pt x="10" y="12"/>
                      <a:pt x="10" y="11"/>
                    </a:cubicBezTo>
                    <a:cubicBezTo>
                      <a:pt x="13" y="6"/>
                      <a:pt x="13" y="6"/>
                      <a:pt x="13" y="6"/>
                    </a:cubicBezTo>
                    <a:cubicBezTo>
                      <a:pt x="13" y="6"/>
                      <a:pt x="13" y="6"/>
                      <a:pt x="13" y="5"/>
                    </a:cubicBezTo>
                    <a:close/>
                    <a:moveTo>
                      <a:pt x="9" y="10"/>
                    </a:moveTo>
                    <a:cubicBezTo>
                      <a:pt x="4" y="10"/>
                      <a:pt x="4" y="10"/>
                      <a:pt x="4" y="10"/>
                    </a:cubicBezTo>
                    <a:cubicBezTo>
                      <a:pt x="2" y="6"/>
                      <a:pt x="2" y="6"/>
                      <a:pt x="2" y="6"/>
                    </a:cubicBezTo>
                    <a:cubicBezTo>
                      <a:pt x="4" y="2"/>
                      <a:pt x="4" y="2"/>
                      <a:pt x="4" y="2"/>
                    </a:cubicBezTo>
                    <a:cubicBezTo>
                      <a:pt x="9" y="2"/>
                      <a:pt x="9" y="2"/>
                      <a:pt x="9" y="2"/>
                    </a:cubicBezTo>
                    <a:cubicBezTo>
                      <a:pt x="11" y="6"/>
                      <a:pt x="11" y="6"/>
                      <a:pt x="11" y="6"/>
                    </a:cubicBezTo>
                    <a:lnTo>
                      <a:pt x="9"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5" name="Freeform 62"/>
              <p:cNvSpPr>
                <a:spLocks noEditPoints="1"/>
              </p:cNvSpPr>
              <p:nvPr/>
            </p:nvSpPr>
            <p:spPr bwMode="auto">
              <a:xfrm>
                <a:off x="4025901" y="2135188"/>
                <a:ext cx="31750" cy="46038"/>
              </a:xfrm>
              <a:custGeom>
                <a:avLst/>
                <a:gdLst>
                  <a:gd name="T0" fmla="*/ 2147483646 w 13"/>
                  <a:gd name="T1" fmla="*/ 0 h 19"/>
                  <a:gd name="T2" fmla="*/ 2147483646 w 13"/>
                  <a:gd name="T3" fmla="*/ 2147483646 h 19"/>
                  <a:gd name="T4" fmla="*/ 0 w 13"/>
                  <a:gd name="T5" fmla="*/ 2147483646 h 19"/>
                  <a:gd name="T6" fmla="*/ 2147483646 w 13"/>
                  <a:gd name="T7" fmla="*/ 2147483646 h 19"/>
                  <a:gd name="T8" fmla="*/ 2147483646 w 13"/>
                  <a:gd name="T9" fmla="*/ 2147483646 h 19"/>
                  <a:gd name="T10" fmla="*/ 2147483646 w 13"/>
                  <a:gd name="T11" fmla="*/ 2147483646 h 19"/>
                  <a:gd name="T12" fmla="*/ 2147483646 w 13"/>
                  <a:gd name="T13" fmla="*/ 2147483646 h 19"/>
                  <a:gd name="T14" fmla="*/ 2147483646 w 13"/>
                  <a:gd name="T15" fmla="*/ 2147483646 h 19"/>
                  <a:gd name="T16" fmla="*/ 2147483646 w 13"/>
                  <a:gd name="T17" fmla="*/ 0 h 19"/>
                  <a:gd name="T18" fmla="*/ 2147483646 w 13"/>
                  <a:gd name="T19" fmla="*/ 2147483646 h 19"/>
                  <a:gd name="T20" fmla="*/ 2147483646 w 13"/>
                  <a:gd name="T21" fmla="*/ 2147483646 h 19"/>
                  <a:gd name="T22" fmla="*/ 2147483646 w 13"/>
                  <a:gd name="T23" fmla="*/ 2147483646 h 19"/>
                  <a:gd name="T24" fmla="*/ 2147483646 w 13"/>
                  <a:gd name="T25" fmla="*/ 2147483646 h 19"/>
                  <a:gd name="T26" fmla="*/ 2147483646 w 13"/>
                  <a:gd name="T27" fmla="*/ 2147483646 h 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9"/>
                  <a:gd name="T44" fmla="*/ 13 w 13"/>
                  <a:gd name="T45" fmla="*/ 19 h 1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9">
                    <a:moveTo>
                      <a:pt x="7" y="0"/>
                    </a:moveTo>
                    <a:cubicBezTo>
                      <a:pt x="5" y="0"/>
                      <a:pt x="3" y="0"/>
                      <a:pt x="2" y="1"/>
                    </a:cubicBezTo>
                    <a:cubicBezTo>
                      <a:pt x="1" y="3"/>
                      <a:pt x="0" y="6"/>
                      <a:pt x="0" y="9"/>
                    </a:cubicBezTo>
                    <a:cubicBezTo>
                      <a:pt x="0" y="12"/>
                      <a:pt x="1" y="15"/>
                      <a:pt x="2" y="17"/>
                    </a:cubicBezTo>
                    <a:cubicBezTo>
                      <a:pt x="3" y="18"/>
                      <a:pt x="5" y="19"/>
                      <a:pt x="7" y="19"/>
                    </a:cubicBezTo>
                    <a:cubicBezTo>
                      <a:pt x="9" y="19"/>
                      <a:pt x="10" y="18"/>
                      <a:pt x="11" y="17"/>
                    </a:cubicBezTo>
                    <a:cubicBezTo>
                      <a:pt x="13" y="15"/>
                      <a:pt x="13" y="12"/>
                      <a:pt x="13" y="9"/>
                    </a:cubicBezTo>
                    <a:cubicBezTo>
                      <a:pt x="13" y="6"/>
                      <a:pt x="13" y="3"/>
                      <a:pt x="11" y="1"/>
                    </a:cubicBezTo>
                    <a:cubicBezTo>
                      <a:pt x="10" y="0"/>
                      <a:pt x="9" y="0"/>
                      <a:pt x="7" y="0"/>
                    </a:cubicBezTo>
                    <a:close/>
                    <a:moveTo>
                      <a:pt x="7" y="16"/>
                    </a:moveTo>
                    <a:cubicBezTo>
                      <a:pt x="3" y="16"/>
                      <a:pt x="4" y="12"/>
                      <a:pt x="4" y="9"/>
                    </a:cubicBezTo>
                    <a:cubicBezTo>
                      <a:pt x="4" y="7"/>
                      <a:pt x="3" y="3"/>
                      <a:pt x="7" y="3"/>
                    </a:cubicBezTo>
                    <a:cubicBezTo>
                      <a:pt x="10" y="3"/>
                      <a:pt x="10" y="7"/>
                      <a:pt x="10" y="9"/>
                    </a:cubicBezTo>
                    <a:cubicBezTo>
                      <a:pt x="10" y="12"/>
                      <a:pt x="10" y="16"/>
                      <a:pt x="7"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6" name="Freeform 63"/>
              <p:cNvSpPr/>
              <p:nvPr/>
            </p:nvSpPr>
            <p:spPr bwMode="auto">
              <a:xfrm>
                <a:off x="4062413" y="2135188"/>
                <a:ext cx="33338" cy="44450"/>
              </a:xfrm>
              <a:custGeom>
                <a:avLst/>
                <a:gdLst>
                  <a:gd name="T0" fmla="*/ 2147483646 w 21"/>
                  <a:gd name="T1" fmla="*/ 2147483646 h 28"/>
                  <a:gd name="T2" fmla="*/ 2147483646 w 21"/>
                  <a:gd name="T3" fmla="*/ 2147483646 h 28"/>
                  <a:gd name="T4" fmla="*/ 2147483646 w 21"/>
                  <a:gd name="T5" fmla="*/ 2147483646 h 28"/>
                  <a:gd name="T6" fmla="*/ 2147483646 w 21"/>
                  <a:gd name="T7" fmla="*/ 2147483646 h 28"/>
                  <a:gd name="T8" fmla="*/ 2147483646 w 21"/>
                  <a:gd name="T9" fmla="*/ 0 h 28"/>
                  <a:gd name="T10" fmla="*/ 2147483646 w 21"/>
                  <a:gd name="T11" fmla="*/ 0 h 28"/>
                  <a:gd name="T12" fmla="*/ 0 w 21"/>
                  <a:gd name="T13" fmla="*/ 2147483646 h 28"/>
                  <a:gd name="T14" fmla="*/ 0 w 21"/>
                  <a:gd name="T15" fmla="*/ 2147483646 h 28"/>
                  <a:gd name="T16" fmla="*/ 2147483646 w 21"/>
                  <a:gd name="T17" fmla="*/ 2147483646 h 28"/>
                  <a:gd name="T18" fmla="*/ 2147483646 w 21"/>
                  <a:gd name="T19" fmla="*/ 2147483646 h 28"/>
                  <a:gd name="T20" fmla="*/ 2147483646 w 21"/>
                  <a:gd name="T21" fmla="*/ 2147483646 h 28"/>
                  <a:gd name="T22" fmla="*/ 2147483646 w 21"/>
                  <a:gd name="T23" fmla="*/ 2147483646 h 28"/>
                  <a:gd name="T24" fmla="*/ 2147483646 w 21"/>
                  <a:gd name="T25" fmla="*/ 2147483646 h 28"/>
                  <a:gd name="T26" fmla="*/ 2147483646 w 21"/>
                  <a:gd name="T27" fmla="*/ 2147483646 h 28"/>
                  <a:gd name="T28" fmla="*/ 2147483646 w 21"/>
                  <a:gd name="T29" fmla="*/ 2147483646 h 28"/>
                  <a:gd name="T30" fmla="*/ 2147483646 w 21"/>
                  <a:gd name="T31" fmla="*/ 2147483646 h 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
                  <a:gd name="T49" fmla="*/ 0 h 28"/>
                  <a:gd name="T50" fmla="*/ 21 w 21"/>
                  <a:gd name="T51" fmla="*/ 28 h 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 h="28">
                    <a:moveTo>
                      <a:pt x="16" y="11"/>
                    </a:moveTo>
                    <a:lnTo>
                      <a:pt x="12" y="11"/>
                    </a:lnTo>
                    <a:lnTo>
                      <a:pt x="12" y="19"/>
                    </a:lnTo>
                    <a:lnTo>
                      <a:pt x="4" y="19"/>
                    </a:lnTo>
                    <a:lnTo>
                      <a:pt x="15" y="0"/>
                    </a:lnTo>
                    <a:lnTo>
                      <a:pt x="10" y="0"/>
                    </a:lnTo>
                    <a:lnTo>
                      <a:pt x="0" y="19"/>
                    </a:lnTo>
                    <a:lnTo>
                      <a:pt x="0" y="23"/>
                    </a:lnTo>
                    <a:lnTo>
                      <a:pt x="12" y="23"/>
                    </a:lnTo>
                    <a:lnTo>
                      <a:pt x="12" y="28"/>
                    </a:lnTo>
                    <a:lnTo>
                      <a:pt x="16" y="28"/>
                    </a:lnTo>
                    <a:lnTo>
                      <a:pt x="16" y="23"/>
                    </a:lnTo>
                    <a:lnTo>
                      <a:pt x="21" y="23"/>
                    </a:lnTo>
                    <a:lnTo>
                      <a:pt x="21" y="19"/>
                    </a:lnTo>
                    <a:lnTo>
                      <a:pt x="16" y="19"/>
                    </a:lnTo>
                    <a:lnTo>
                      <a:pt x="16"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7" name="Freeform 64"/>
              <p:cNvSpPr/>
              <p:nvPr/>
            </p:nvSpPr>
            <p:spPr bwMode="auto">
              <a:xfrm>
                <a:off x="4097338" y="2135188"/>
                <a:ext cx="31750" cy="46038"/>
              </a:xfrm>
              <a:custGeom>
                <a:avLst/>
                <a:gdLst>
                  <a:gd name="T0" fmla="*/ 2147483646 w 13"/>
                  <a:gd name="T1" fmla="*/ 2147483646 h 19"/>
                  <a:gd name="T2" fmla="*/ 2147483646 w 13"/>
                  <a:gd name="T3" fmla="*/ 2147483646 h 19"/>
                  <a:gd name="T4" fmla="*/ 2147483646 w 13"/>
                  <a:gd name="T5" fmla="*/ 0 h 19"/>
                  <a:gd name="T6" fmla="*/ 0 w 13"/>
                  <a:gd name="T7" fmla="*/ 2147483646 h 19"/>
                  <a:gd name="T8" fmla="*/ 2147483646 w 13"/>
                  <a:gd name="T9" fmla="*/ 2147483646 h 19"/>
                  <a:gd name="T10" fmla="*/ 2147483646 w 13"/>
                  <a:gd name="T11" fmla="*/ 2147483646 h 19"/>
                  <a:gd name="T12" fmla="*/ 2147483646 w 13"/>
                  <a:gd name="T13" fmla="*/ 2147483646 h 19"/>
                  <a:gd name="T14" fmla="*/ 2147483646 w 13"/>
                  <a:gd name="T15" fmla="*/ 2147483646 h 19"/>
                  <a:gd name="T16" fmla="*/ 2147483646 w 13"/>
                  <a:gd name="T17" fmla="*/ 2147483646 h 19"/>
                  <a:gd name="T18" fmla="*/ 2147483646 w 13"/>
                  <a:gd name="T19" fmla="*/ 2147483646 h 19"/>
                  <a:gd name="T20" fmla="*/ 2147483646 w 13"/>
                  <a:gd name="T21" fmla="*/ 2147483646 h 19"/>
                  <a:gd name="T22" fmla="*/ 2147483646 w 13"/>
                  <a:gd name="T23" fmla="*/ 2147483646 h 19"/>
                  <a:gd name="T24" fmla="*/ 2147483646 w 13"/>
                  <a:gd name="T25" fmla="*/ 2147483646 h 19"/>
                  <a:gd name="T26" fmla="*/ 2147483646 w 13"/>
                  <a:gd name="T27" fmla="*/ 2147483646 h 19"/>
                  <a:gd name="T28" fmla="*/ 0 w 13"/>
                  <a:gd name="T29" fmla="*/ 2147483646 h 19"/>
                  <a:gd name="T30" fmla="*/ 2147483646 w 13"/>
                  <a:gd name="T31" fmla="*/ 2147483646 h 19"/>
                  <a:gd name="T32" fmla="*/ 2147483646 w 13"/>
                  <a:gd name="T33" fmla="*/ 2147483646 h 19"/>
                  <a:gd name="T34" fmla="*/ 2147483646 w 13"/>
                  <a:gd name="T35" fmla="*/ 2147483646 h 1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19"/>
                  <a:gd name="T56" fmla="*/ 13 w 13"/>
                  <a:gd name="T57" fmla="*/ 19 h 1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19">
                    <a:moveTo>
                      <a:pt x="10" y="9"/>
                    </a:moveTo>
                    <a:cubicBezTo>
                      <a:pt x="11" y="8"/>
                      <a:pt x="12" y="7"/>
                      <a:pt x="12" y="5"/>
                    </a:cubicBezTo>
                    <a:cubicBezTo>
                      <a:pt x="12" y="2"/>
                      <a:pt x="10" y="0"/>
                      <a:pt x="6" y="0"/>
                    </a:cubicBezTo>
                    <a:cubicBezTo>
                      <a:pt x="3" y="0"/>
                      <a:pt x="0" y="2"/>
                      <a:pt x="0" y="5"/>
                    </a:cubicBezTo>
                    <a:cubicBezTo>
                      <a:pt x="4" y="5"/>
                      <a:pt x="4" y="5"/>
                      <a:pt x="4" y="5"/>
                    </a:cubicBezTo>
                    <a:cubicBezTo>
                      <a:pt x="4" y="3"/>
                      <a:pt x="5" y="3"/>
                      <a:pt x="6" y="3"/>
                    </a:cubicBezTo>
                    <a:cubicBezTo>
                      <a:pt x="8" y="3"/>
                      <a:pt x="9" y="4"/>
                      <a:pt x="9" y="5"/>
                    </a:cubicBezTo>
                    <a:cubicBezTo>
                      <a:pt x="9" y="7"/>
                      <a:pt x="8" y="7"/>
                      <a:pt x="6" y="7"/>
                    </a:cubicBezTo>
                    <a:cubicBezTo>
                      <a:pt x="5" y="7"/>
                      <a:pt x="5" y="7"/>
                      <a:pt x="5" y="7"/>
                    </a:cubicBezTo>
                    <a:cubicBezTo>
                      <a:pt x="5" y="10"/>
                      <a:pt x="5" y="10"/>
                      <a:pt x="5" y="10"/>
                    </a:cubicBezTo>
                    <a:cubicBezTo>
                      <a:pt x="6" y="10"/>
                      <a:pt x="6" y="10"/>
                      <a:pt x="6" y="10"/>
                    </a:cubicBezTo>
                    <a:cubicBezTo>
                      <a:pt x="8" y="10"/>
                      <a:pt x="9" y="11"/>
                      <a:pt x="9" y="13"/>
                    </a:cubicBezTo>
                    <a:cubicBezTo>
                      <a:pt x="9" y="15"/>
                      <a:pt x="8" y="16"/>
                      <a:pt x="6" y="16"/>
                    </a:cubicBezTo>
                    <a:cubicBezTo>
                      <a:pt x="5" y="16"/>
                      <a:pt x="4" y="15"/>
                      <a:pt x="3" y="13"/>
                    </a:cubicBezTo>
                    <a:cubicBezTo>
                      <a:pt x="0" y="13"/>
                      <a:pt x="0" y="13"/>
                      <a:pt x="0" y="13"/>
                    </a:cubicBezTo>
                    <a:cubicBezTo>
                      <a:pt x="0" y="16"/>
                      <a:pt x="3" y="19"/>
                      <a:pt x="6" y="19"/>
                    </a:cubicBezTo>
                    <a:cubicBezTo>
                      <a:pt x="10" y="19"/>
                      <a:pt x="13" y="17"/>
                      <a:pt x="13" y="13"/>
                    </a:cubicBezTo>
                    <a:cubicBezTo>
                      <a:pt x="13" y="11"/>
                      <a:pt x="11" y="9"/>
                      <a:pt x="1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8" name="Freeform 65"/>
              <p:cNvSpPr/>
              <p:nvPr/>
            </p:nvSpPr>
            <p:spPr bwMode="auto">
              <a:xfrm>
                <a:off x="4135438" y="2135188"/>
                <a:ext cx="26988" cy="44450"/>
              </a:xfrm>
              <a:custGeom>
                <a:avLst/>
                <a:gdLst>
                  <a:gd name="T0" fmla="*/ 2147483646 w 11"/>
                  <a:gd name="T1" fmla="*/ 2147483646 h 18"/>
                  <a:gd name="T2" fmla="*/ 2147483646 w 11"/>
                  <a:gd name="T3" fmla="*/ 2147483646 h 18"/>
                  <a:gd name="T4" fmla="*/ 2147483646 w 11"/>
                  <a:gd name="T5" fmla="*/ 0 h 18"/>
                  <a:gd name="T6" fmla="*/ 0 w 11"/>
                  <a:gd name="T7" fmla="*/ 2147483646 h 18"/>
                  <a:gd name="T8" fmla="*/ 2147483646 w 11"/>
                  <a:gd name="T9" fmla="*/ 2147483646 h 18"/>
                  <a:gd name="T10" fmla="*/ 2147483646 w 11"/>
                  <a:gd name="T11" fmla="*/ 2147483646 h 18"/>
                  <a:gd name="T12" fmla="*/ 2147483646 w 11"/>
                  <a:gd name="T13" fmla="*/ 2147483646 h 18"/>
                  <a:gd name="T14" fmla="*/ 2147483646 w 11"/>
                  <a:gd name="T15" fmla="*/ 2147483646 h 18"/>
                  <a:gd name="T16" fmla="*/ 0 w 11"/>
                  <a:gd name="T17" fmla="*/ 2147483646 h 18"/>
                  <a:gd name="T18" fmla="*/ 0 w 11"/>
                  <a:gd name="T19" fmla="*/ 2147483646 h 18"/>
                  <a:gd name="T20" fmla="*/ 2147483646 w 11"/>
                  <a:gd name="T21" fmla="*/ 2147483646 h 18"/>
                  <a:gd name="T22" fmla="*/ 2147483646 w 11"/>
                  <a:gd name="T23" fmla="*/ 2147483646 h 18"/>
                  <a:gd name="T24" fmla="*/ 2147483646 w 11"/>
                  <a:gd name="T25" fmla="*/ 2147483646 h 18"/>
                  <a:gd name="T26" fmla="*/ 2147483646 w 11"/>
                  <a:gd name="T27" fmla="*/ 2147483646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
                  <a:gd name="T43" fmla="*/ 0 h 18"/>
                  <a:gd name="T44" fmla="*/ 11 w 11"/>
                  <a:gd name="T45" fmla="*/ 18 h 1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 h="18">
                    <a:moveTo>
                      <a:pt x="9" y="9"/>
                    </a:moveTo>
                    <a:cubicBezTo>
                      <a:pt x="10" y="8"/>
                      <a:pt x="11" y="6"/>
                      <a:pt x="11" y="5"/>
                    </a:cubicBezTo>
                    <a:cubicBezTo>
                      <a:pt x="11" y="2"/>
                      <a:pt x="8" y="0"/>
                      <a:pt x="5" y="0"/>
                    </a:cubicBezTo>
                    <a:cubicBezTo>
                      <a:pt x="2" y="0"/>
                      <a:pt x="0" y="2"/>
                      <a:pt x="0" y="5"/>
                    </a:cubicBezTo>
                    <a:cubicBezTo>
                      <a:pt x="3" y="5"/>
                      <a:pt x="3" y="5"/>
                      <a:pt x="3" y="5"/>
                    </a:cubicBezTo>
                    <a:cubicBezTo>
                      <a:pt x="3" y="4"/>
                      <a:pt x="4" y="3"/>
                      <a:pt x="5" y="3"/>
                    </a:cubicBezTo>
                    <a:cubicBezTo>
                      <a:pt x="7" y="3"/>
                      <a:pt x="8" y="4"/>
                      <a:pt x="8" y="5"/>
                    </a:cubicBezTo>
                    <a:cubicBezTo>
                      <a:pt x="8" y="6"/>
                      <a:pt x="7" y="6"/>
                      <a:pt x="7" y="7"/>
                    </a:cubicBezTo>
                    <a:cubicBezTo>
                      <a:pt x="0" y="16"/>
                      <a:pt x="0" y="16"/>
                      <a:pt x="0" y="16"/>
                    </a:cubicBezTo>
                    <a:cubicBezTo>
                      <a:pt x="0" y="18"/>
                      <a:pt x="0" y="18"/>
                      <a:pt x="0" y="18"/>
                    </a:cubicBezTo>
                    <a:cubicBezTo>
                      <a:pt x="11" y="18"/>
                      <a:pt x="11" y="18"/>
                      <a:pt x="11" y="18"/>
                    </a:cubicBezTo>
                    <a:cubicBezTo>
                      <a:pt x="11" y="15"/>
                      <a:pt x="11" y="15"/>
                      <a:pt x="11" y="15"/>
                    </a:cubicBezTo>
                    <a:cubicBezTo>
                      <a:pt x="4" y="15"/>
                      <a:pt x="4" y="15"/>
                      <a:pt x="4" y="15"/>
                    </a:cubicBezTo>
                    <a:lnTo>
                      <a:pt x="9"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29" name="Freeform 66"/>
              <p:cNvSpPr>
                <a:spLocks noEditPoints="1"/>
              </p:cNvSpPr>
              <p:nvPr/>
            </p:nvSpPr>
            <p:spPr bwMode="auto">
              <a:xfrm>
                <a:off x="4194176" y="2247901"/>
                <a:ext cx="71438" cy="69850"/>
              </a:xfrm>
              <a:custGeom>
                <a:avLst/>
                <a:gdLst>
                  <a:gd name="T0" fmla="*/ 0 w 30"/>
                  <a:gd name="T1" fmla="*/ 2147483646 h 29"/>
                  <a:gd name="T2" fmla="*/ 2147483646 w 30"/>
                  <a:gd name="T3" fmla="*/ 2147483646 h 29"/>
                  <a:gd name="T4" fmla="*/ 2147483646 w 30"/>
                  <a:gd name="T5" fmla="*/ 2147483646 h 29"/>
                  <a:gd name="T6" fmla="*/ 2147483646 w 30"/>
                  <a:gd name="T7" fmla="*/ 0 h 29"/>
                  <a:gd name="T8" fmla="*/ 0 w 30"/>
                  <a:gd name="T9" fmla="*/ 2147483646 h 29"/>
                  <a:gd name="T10" fmla="*/ 2147483646 w 30"/>
                  <a:gd name="T11" fmla="*/ 2147483646 h 29"/>
                  <a:gd name="T12" fmla="*/ 2147483646 w 30"/>
                  <a:gd name="T13" fmla="*/ 2147483646 h 29"/>
                  <a:gd name="T14" fmla="*/ 2147483646 w 30"/>
                  <a:gd name="T15" fmla="*/ 2147483646 h 29"/>
                  <a:gd name="T16" fmla="*/ 2147483646 w 30"/>
                  <a:gd name="T17" fmla="*/ 2147483646 h 29"/>
                  <a:gd name="T18" fmla="*/ 2147483646 w 30"/>
                  <a:gd name="T19" fmla="*/ 2147483646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29"/>
                  <a:gd name="T32" fmla="*/ 30 w 30"/>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29">
                    <a:moveTo>
                      <a:pt x="0" y="14"/>
                    </a:moveTo>
                    <a:cubicBezTo>
                      <a:pt x="0" y="22"/>
                      <a:pt x="7" y="29"/>
                      <a:pt x="15" y="29"/>
                    </a:cubicBezTo>
                    <a:cubicBezTo>
                      <a:pt x="23" y="29"/>
                      <a:pt x="30" y="22"/>
                      <a:pt x="30" y="14"/>
                    </a:cubicBezTo>
                    <a:cubicBezTo>
                      <a:pt x="30" y="6"/>
                      <a:pt x="23" y="0"/>
                      <a:pt x="15" y="0"/>
                    </a:cubicBezTo>
                    <a:cubicBezTo>
                      <a:pt x="7" y="0"/>
                      <a:pt x="0" y="6"/>
                      <a:pt x="0" y="14"/>
                    </a:cubicBezTo>
                    <a:close/>
                    <a:moveTo>
                      <a:pt x="15" y="6"/>
                    </a:moveTo>
                    <a:cubicBezTo>
                      <a:pt x="20" y="6"/>
                      <a:pt x="23" y="10"/>
                      <a:pt x="23" y="14"/>
                    </a:cubicBezTo>
                    <a:cubicBezTo>
                      <a:pt x="23" y="19"/>
                      <a:pt x="20" y="23"/>
                      <a:pt x="15" y="23"/>
                    </a:cubicBezTo>
                    <a:cubicBezTo>
                      <a:pt x="11" y="23"/>
                      <a:pt x="7" y="19"/>
                      <a:pt x="7" y="14"/>
                    </a:cubicBezTo>
                    <a:cubicBezTo>
                      <a:pt x="7" y="10"/>
                      <a:pt x="11" y="6"/>
                      <a:pt x="1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30" name="Freeform 67"/>
              <p:cNvSpPr>
                <a:spLocks noEditPoints="1"/>
              </p:cNvSpPr>
              <p:nvPr/>
            </p:nvSpPr>
            <p:spPr bwMode="auto">
              <a:xfrm>
                <a:off x="4095751" y="2247901"/>
                <a:ext cx="69850" cy="69850"/>
              </a:xfrm>
              <a:custGeom>
                <a:avLst/>
                <a:gdLst>
                  <a:gd name="T0" fmla="*/ 2147483646 w 29"/>
                  <a:gd name="T1" fmla="*/ 2147483646 h 29"/>
                  <a:gd name="T2" fmla="*/ 2147483646 w 29"/>
                  <a:gd name="T3" fmla="*/ 0 h 29"/>
                  <a:gd name="T4" fmla="*/ 0 w 29"/>
                  <a:gd name="T5" fmla="*/ 2147483646 h 29"/>
                  <a:gd name="T6" fmla="*/ 2147483646 w 29"/>
                  <a:gd name="T7" fmla="*/ 2147483646 h 29"/>
                  <a:gd name="T8" fmla="*/ 2147483646 w 29"/>
                  <a:gd name="T9" fmla="*/ 2147483646 h 29"/>
                  <a:gd name="T10" fmla="*/ 2147483646 w 29"/>
                  <a:gd name="T11" fmla="*/ 2147483646 h 29"/>
                  <a:gd name="T12" fmla="*/ 2147483646 w 29"/>
                  <a:gd name="T13" fmla="*/ 2147483646 h 29"/>
                  <a:gd name="T14" fmla="*/ 2147483646 w 29"/>
                  <a:gd name="T15" fmla="*/ 2147483646 h 29"/>
                  <a:gd name="T16" fmla="*/ 2147483646 w 29"/>
                  <a:gd name="T17" fmla="*/ 2147483646 h 29"/>
                  <a:gd name="T18" fmla="*/ 2147483646 w 29"/>
                  <a:gd name="T19" fmla="*/ 2147483646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9"/>
                  <a:gd name="T32" fmla="*/ 29 w 29"/>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9">
                    <a:moveTo>
                      <a:pt x="29" y="14"/>
                    </a:moveTo>
                    <a:cubicBezTo>
                      <a:pt x="29" y="6"/>
                      <a:pt x="23" y="0"/>
                      <a:pt x="14" y="0"/>
                    </a:cubicBezTo>
                    <a:cubicBezTo>
                      <a:pt x="6" y="0"/>
                      <a:pt x="0" y="6"/>
                      <a:pt x="0" y="14"/>
                    </a:cubicBezTo>
                    <a:cubicBezTo>
                      <a:pt x="0" y="22"/>
                      <a:pt x="6" y="29"/>
                      <a:pt x="14" y="29"/>
                    </a:cubicBezTo>
                    <a:cubicBezTo>
                      <a:pt x="23" y="29"/>
                      <a:pt x="29" y="22"/>
                      <a:pt x="29" y="14"/>
                    </a:cubicBezTo>
                    <a:close/>
                    <a:moveTo>
                      <a:pt x="6" y="14"/>
                    </a:moveTo>
                    <a:cubicBezTo>
                      <a:pt x="6" y="10"/>
                      <a:pt x="10" y="6"/>
                      <a:pt x="14" y="6"/>
                    </a:cubicBezTo>
                    <a:cubicBezTo>
                      <a:pt x="19" y="6"/>
                      <a:pt x="23" y="10"/>
                      <a:pt x="23" y="14"/>
                    </a:cubicBezTo>
                    <a:cubicBezTo>
                      <a:pt x="23" y="19"/>
                      <a:pt x="19" y="23"/>
                      <a:pt x="14" y="23"/>
                    </a:cubicBezTo>
                    <a:cubicBezTo>
                      <a:pt x="10" y="23"/>
                      <a:pt x="6" y="19"/>
                      <a:pt x="6"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31" name="Freeform 68"/>
              <p:cNvSpPr>
                <a:spLocks noEditPoints="1"/>
              </p:cNvSpPr>
              <p:nvPr/>
            </p:nvSpPr>
            <p:spPr bwMode="auto">
              <a:xfrm>
                <a:off x="3994151" y="2247901"/>
                <a:ext cx="69850" cy="69850"/>
              </a:xfrm>
              <a:custGeom>
                <a:avLst/>
                <a:gdLst>
                  <a:gd name="T0" fmla="*/ 2147483646 w 29"/>
                  <a:gd name="T1" fmla="*/ 2147483646 h 29"/>
                  <a:gd name="T2" fmla="*/ 2147483646 w 29"/>
                  <a:gd name="T3" fmla="*/ 2147483646 h 29"/>
                  <a:gd name="T4" fmla="*/ 2147483646 w 29"/>
                  <a:gd name="T5" fmla="*/ 0 h 29"/>
                  <a:gd name="T6" fmla="*/ 0 w 29"/>
                  <a:gd name="T7" fmla="*/ 2147483646 h 29"/>
                  <a:gd name="T8" fmla="*/ 2147483646 w 29"/>
                  <a:gd name="T9" fmla="*/ 2147483646 h 29"/>
                  <a:gd name="T10" fmla="*/ 2147483646 w 29"/>
                  <a:gd name="T11" fmla="*/ 2147483646 h 29"/>
                  <a:gd name="T12" fmla="*/ 2147483646 w 29"/>
                  <a:gd name="T13" fmla="*/ 2147483646 h 29"/>
                  <a:gd name="T14" fmla="*/ 2147483646 w 29"/>
                  <a:gd name="T15" fmla="*/ 2147483646 h 29"/>
                  <a:gd name="T16" fmla="*/ 2147483646 w 29"/>
                  <a:gd name="T17" fmla="*/ 2147483646 h 29"/>
                  <a:gd name="T18" fmla="*/ 2147483646 w 29"/>
                  <a:gd name="T19" fmla="*/ 2147483646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9"/>
                  <a:gd name="T32" fmla="*/ 29 w 29"/>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9">
                    <a:moveTo>
                      <a:pt x="15" y="29"/>
                    </a:moveTo>
                    <a:cubicBezTo>
                      <a:pt x="23" y="29"/>
                      <a:pt x="29" y="22"/>
                      <a:pt x="29" y="14"/>
                    </a:cubicBezTo>
                    <a:cubicBezTo>
                      <a:pt x="29" y="6"/>
                      <a:pt x="23" y="0"/>
                      <a:pt x="15" y="0"/>
                    </a:cubicBezTo>
                    <a:cubicBezTo>
                      <a:pt x="7" y="0"/>
                      <a:pt x="0" y="6"/>
                      <a:pt x="0" y="14"/>
                    </a:cubicBezTo>
                    <a:cubicBezTo>
                      <a:pt x="0" y="22"/>
                      <a:pt x="7" y="29"/>
                      <a:pt x="15" y="29"/>
                    </a:cubicBezTo>
                    <a:close/>
                    <a:moveTo>
                      <a:pt x="15" y="6"/>
                    </a:moveTo>
                    <a:cubicBezTo>
                      <a:pt x="19" y="6"/>
                      <a:pt x="23" y="10"/>
                      <a:pt x="23" y="14"/>
                    </a:cubicBezTo>
                    <a:cubicBezTo>
                      <a:pt x="23" y="19"/>
                      <a:pt x="19" y="23"/>
                      <a:pt x="15" y="23"/>
                    </a:cubicBezTo>
                    <a:cubicBezTo>
                      <a:pt x="10" y="23"/>
                      <a:pt x="6" y="19"/>
                      <a:pt x="6" y="14"/>
                    </a:cubicBezTo>
                    <a:cubicBezTo>
                      <a:pt x="6" y="10"/>
                      <a:pt x="10" y="6"/>
                      <a:pt x="15"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grpSp>
        <p:grpSp>
          <p:nvGrpSpPr>
            <p:cNvPr id="11" name="组合 141"/>
            <p:cNvGrpSpPr>
              <a:grpSpLocks noChangeAspect="1"/>
            </p:cNvGrpSpPr>
            <p:nvPr/>
          </p:nvGrpSpPr>
          <p:grpSpPr bwMode="auto">
            <a:xfrm>
              <a:off x="3796775" y="3904789"/>
              <a:ext cx="1071590" cy="1260000"/>
              <a:chOff x="1554163" y="682626"/>
              <a:chExt cx="477838" cy="590550"/>
            </a:xfrm>
            <a:solidFill>
              <a:srgbClr val="C70000"/>
            </a:solidFill>
          </p:grpSpPr>
          <p:sp>
            <p:nvSpPr>
              <p:cNvPr id="12" name="Freeform 27"/>
              <p:cNvSpPr>
                <a:spLocks noEditPoints="1"/>
              </p:cNvSpPr>
              <p:nvPr/>
            </p:nvSpPr>
            <p:spPr bwMode="auto">
              <a:xfrm>
                <a:off x="1554163" y="682626"/>
                <a:ext cx="406400" cy="473075"/>
              </a:xfrm>
              <a:custGeom>
                <a:avLst/>
                <a:gdLst>
                  <a:gd name="T0" fmla="*/ 2147483646 w 169"/>
                  <a:gd name="T1" fmla="*/ 2147483646 h 197"/>
                  <a:gd name="T2" fmla="*/ 2147483646 w 169"/>
                  <a:gd name="T3" fmla="*/ 2147483646 h 197"/>
                  <a:gd name="T4" fmla="*/ 2147483646 w 169"/>
                  <a:gd name="T5" fmla="*/ 2147483646 h 197"/>
                  <a:gd name="T6" fmla="*/ 2147483646 w 169"/>
                  <a:gd name="T7" fmla="*/ 2147483646 h 197"/>
                  <a:gd name="T8" fmla="*/ 2147483646 w 169"/>
                  <a:gd name="T9" fmla="*/ 2147483646 h 197"/>
                  <a:gd name="T10" fmla="*/ 2147483646 w 169"/>
                  <a:gd name="T11" fmla="*/ 2147483646 h 197"/>
                  <a:gd name="T12" fmla="*/ 2147483646 w 169"/>
                  <a:gd name="T13" fmla="*/ 2147483646 h 197"/>
                  <a:gd name="T14" fmla="*/ 2147483646 w 169"/>
                  <a:gd name="T15" fmla="*/ 2147483646 h 197"/>
                  <a:gd name="T16" fmla="*/ 2147483646 w 169"/>
                  <a:gd name="T17" fmla="*/ 2147483646 h 197"/>
                  <a:gd name="T18" fmla="*/ 2147483646 w 169"/>
                  <a:gd name="T19" fmla="*/ 2147483646 h 197"/>
                  <a:gd name="T20" fmla="*/ 2147483646 w 169"/>
                  <a:gd name="T21" fmla="*/ 0 h 197"/>
                  <a:gd name="T22" fmla="*/ 2147483646 w 169"/>
                  <a:gd name="T23" fmla="*/ 2147483646 h 197"/>
                  <a:gd name="T24" fmla="*/ 2147483646 w 169"/>
                  <a:gd name="T25" fmla="*/ 2147483646 h 197"/>
                  <a:gd name="T26" fmla="*/ 2147483646 w 169"/>
                  <a:gd name="T27" fmla="*/ 2147483646 h 197"/>
                  <a:gd name="T28" fmla="*/ 2147483646 w 169"/>
                  <a:gd name="T29" fmla="*/ 2147483646 h 197"/>
                  <a:gd name="T30" fmla="*/ 2147483646 w 169"/>
                  <a:gd name="T31" fmla="*/ 2147483646 h 197"/>
                  <a:gd name="T32" fmla="*/ 2147483646 w 169"/>
                  <a:gd name="T33" fmla="*/ 2147483646 h 197"/>
                  <a:gd name="T34" fmla="*/ 2147483646 w 169"/>
                  <a:gd name="T35" fmla="*/ 2147483646 h 197"/>
                  <a:gd name="T36" fmla="*/ 2147483646 w 169"/>
                  <a:gd name="T37" fmla="*/ 2147483646 h 197"/>
                  <a:gd name="T38" fmla="*/ 2147483646 w 169"/>
                  <a:gd name="T39" fmla="*/ 2147483646 h 197"/>
                  <a:gd name="T40" fmla="*/ 2147483646 w 169"/>
                  <a:gd name="T41" fmla="*/ 0 h 197"/>
                  <a:gd name="T42" fmla="*/ 2147483646 w 169"/>
                  <a:gd name="T43" fmla="*/ 2147483646 h 197"/>
                  <a:gd name="T44" fmla="*/ 0 w 169"/>
                  <a:gd name="T45" fmla="*/ 2147483646 h 197"/>
                  <a:gd name="T46" fmla="*/ 0 w 169"/>
                  <a:gd name="T47" fmla="*/ 2147483646 h 197"/>
                  <a:gd name="T48" fmla="*/ 2147483646 w 169"/>
                  <a:gd name="T49" fmla="*/ 2147483646 h 197"/>
                  <a:gd name="T50" fmla="*/ 2147483646 w 169"/>
                  <a:gd name="T51" fmla="*/ 2147483646 h 197"/>
                  <a:gd name="T52" fmla="*/ 2147483646 w 169"/>
                  <a:gd name="T53" fmla="*/ 2147483646 h 197"/>
                  <a:gd name="T54" fmla="*/ 2147483646 w 169"/>
                  <a:gd name="T55" fmla="*/ 2147483646 h 197"/>
                  <a:gd name="T56" fmla="*/ 2147483646 w 169"/>
                  <a:gd name="T57" fmla="*/ 2147483646 h 197"/>
                  <a:gd name="T58" fmla="*/ 2147483646 w 169"/>
                  <a:gd name="T59" fmla="*/ 2147483646 h 197"/>
                  <a:gd name="T60" fmla="*/ 2147483646 w 169"/>
                  <a:gd name="T61" fmla="*/ 2147483646 h 197"/>
                  <a:gd name="T62" fmla="*/ 2147483646 w 169"/>
                  <a:gd name="T63" fmla="*/ 2147483646 h 197"/>
                  <a:gd name="T64" fmla="*/ 2147483646 w 169"/>
                  <a:gd name="T65" fmla="*/ 2147483646 h 197"/>
                  <a:gd name="T66" fmla="*/ 2147483646 w 169"/>
                  <a:gd name="T67" fmla="*/ 2147483646 h 197"/>
                  <a:gd name="T68" fmla="*/ 2147483646 w 169"/>
                  <a:gd name="T69" fmla="*/ 2147483646 h 197"/>
                  <a:gd name="T70" fmla="*/ 2147483646 w 169"/>
                  <a:gd name="T71" fmla="*/ 2147483646 h 197"/>
                  <a:gd name="T72" fmla="*/ 2147483646 w 169"/>
                  <a:gd name="T73" fmla="*/ 2147483646 h 197"/>
                  <a:gd name="T74" fmla="*/ 2147483646 w 169"/>
                  <a:gd name="T75" fmla="*/ 2147483646 h 197"/>
                  <a:gd name="T76" fmla="*/ 2147483646 w 169"/>
                  <a:gd name="T77" fmla="*/ 2147483646 h 197"/>
                  <a:gd name="T78" fmla="*/ 2147483646 w 169"/>
                  <a:gd name="T79" fmla="*/ 2147483646 h 197"/>
                  <a:gd name="T80" fmla="*/ 2147483646 w 169"/>
                  <a:gd name="T81" fmla="*/ 2147483646 h 197"/>
                  <a:gd name="T82" fmla="*/ 2147483646 w 169"/>
                  <a:gd name="T83" fmla="*/ 2147483646 h 197"/>
                  <a:gd name="T84" fmla="*/ 2147483646 w 169"/>
                  <a:gd name="T85" fmla="*/ 2147483646 h 19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9"/>
                  <a:gd name="T130" fmla="*/ 0 h 197"/>
                  <a:gd name="T131" fmla="*/ 169 w 169"/>
                  <a:gd name="T132" fmla="*/ 197 h 19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9" h="197">
                    <a:moveTo>
                      <a:pt x="23" y="188"/>
                    </a:moveTo>
                    <a:cubicBezTo>
                      <a:pt x="17" y="184"/>
                      <a:pt x="10" y="178"/>
                      <a:pt x="10" y="171"/>
                    </a:cubicBezTo>
                    <a:cubicBezTo>
                      <a:pt x="10" y="149"/>
                      <a:pt x="10" y="149"/>
                      <a:pt x="10" y="149"/>
                    </a:cubicBezTo>
                    <a:cubicBezTo>
                      <a:pt x="24" y="162"/>
                      <a:pt x="52" y="171"/>
                      <a:pt x="84" y="171"/>
                    </a:cubicBezTo>
                    <a:cubicBezTo>
                      <a:pt x="117" y="171"/>
                      <a:pt x="145" y="162"/>
                      <a:pt x="159" y="149"/>
                    </a:cubicBezTo>
                    <a:cubicBezTo>
                      <a:pt x="159" y="173"/>
                      <a:pt x="159" y="173"/>
                      <a:pt x="159" y="173"/>
                    </a:cubicBezTo>
                    <a:cubicBezTo>
                      <a:pt x="159" y="175"/>
                      <a:pt x="161" y="178"/>
                      <a:pt x="164" y="178"/>
                    </a:cubicBezTo>
                    <a:cubicBezTo>
                      <a:pt x="166" y="178"/>
                      <a:pt x="169" y="175"/>
                      <a:pt x="169" y="173"/>
                    </a:cubicBezTo>
                    <a:cubicBezTo>
                      <a:pt x="169" y="47"/>
                      <a:pt x="169" y="47"/>
                      <a:pt x="169" y="47"/>
                    </a:cubicBezTo>
                    <a:cubicBezTo>
                      <a:pt x="169" y="28"/>
                      <a:pt x="145" y="12"/>
                      <a:pt x="111" y="7"/>
                    </a:cubicBezTo>
                    <a:cubicBezTo>
                      <a:pt x="109" y="3"/>
                      <a:pt x="105" y="0"/>
                      <a:pt x="100" y="0"/>
                    </a:cubicBezTo>
                    <a:cubicBezTo>
                      <a:pt x="94" y="0"/>
                      <a:pt x="89" y="5"/>
                      <a:pt x="89" y="11"/>
                    </a:cubicBezTo>
                    <a:cubicBezTo>
                      <a:pt x="89" y="17"/>
                      <a:pt x="94" y="22"/>
                      <a:pt x="100" y="22"/>
                    </a:cubicBezTo>
                    <a:cubicBezTo>
                      <a:pt x="104" y="22"/>
                      <a:pt x="108" y="20"/>
                      <a:pt x="110" y="17"/>
                    </a:cubicBezTo>
                    <a:cubicBezTo>
                      <a:pt x="138" y="21"/>
                      <a:pt x="159" y="33"/>
                      <a:pt x="159" y="47"/>
                    </a:cubicBezTo>
                    <a:cubicBezTo>
                      <a:pt x="159" y="62"/>
                      <a:pt x="129" y="79"/>
                      <a:pt x="84" y="79"/>
                    </a:cubicBezTo>
                    <a:cubicBezTo>
                      <a:pt x="40" y="79"/>
                      <a:pt x="10" y="62"/>
                      <a:pt x="10" y="47"/>
                    </a:cubicBezTo>
                    <a:cubicBezTo>
                      <a:pt x="10" y="34"/>
                      <a:pt x="30" y="22"/>
                      <a:pt x="58" y="17"/>
                    </a:cubicBezTo>
                    <a:cubicBezTo>
                      <a:pt x="60" y="20"/>
                      <a:pt x="63" y="22"/>
                      <a:pt x="67" y="22"/>
                    </a:cubicBezTo>
                    <a:cubicBezTo>
                      <a:pt x="73" y="22"/>
                      <a:pt x="78" y="17"/>
                      <a:pt x="78" y="11"/>
                    </a:cubicBezTo>
                    <a:cubicBezTo>
                      <a:pt x="78" y="5"/>
                      <a:pt x="73" y="0"/>
                      <a:pt x="67" y="0"/>
                    </a:cubicBezTo>
                    <a:cubicBezTo>
                      <a:pt x="62" y="0"/>
                      <a:pt x="58" y="3"/>
                      <a:pt x="57" y="7"/>
                    </a:cubicBezTo>
                    <a:cubicBezTo>
                      <a:pt x="23" y="13"/>
                      <a:pt x="0" y="28"/>
                      <a:pt x="0" y="47"/>
                    </a:cubicBezTo>
                    <a:cubicBezTo>
                      <a:pt x="0" y="173"/>
                      <a:pt x="0" y="173"/>
                      <a:pt x="0" y="173"/>
                    </a:cubicBezTo>
                    <a:cubicBezTo>
                      <a:pt x="0" y="173"/>
                      <a:pt x="0" y="174"/>
                      <a:pt x="1" y="174"/>
                    </a:cubicBezTo>
                    <a:cubicBezTo>
                      <a:pt x="2" y="182"/>
                      <a:pt x="8" y="190"/>
                      <a:pt x="17" y="196"/>
                    </a:cubicBezTo>
                    <a:cubicBezTo>
                      <a:pt x="18" y="197"/>
                      <a:pt x="19" y="197"/>
                      <a:pt x="20" y="197"/>
                    </a:cubicBezTo>
                    <a:cubicBezTo>
                      <a:pt x="22" y="197"/>
                      <a:pt x="23" y="196"/>
                      <a:pt x="24" y="195"/>
                    </a:cubicBezTo>
                    <a:cubicBezTo>
                      <a:pt x="26" y="193"/>
                      <a:pt x="25" y="190"/>
                      <a:pt x="23" y="188"/>
                    </a:cubicBezTo>
                    <a:close/>
                    <a:moveTo>
                      <a:pt x="84" y="161"/>
                    </a:moveTo>
                    <a:cubicBezTo>
                      <a:pt x="40" y="161"/>
                      <a:pt x="10" y="145"/>
                      <a:pt x="10" y="129"/>
                    </a:cubicBezTo>
                    <a:cubicBezTo>
                      <a:pt x="10" y="108"/>
                      <a:pt x="10" y="108"/>
                      <a:pt x="10" y="108"/>
                    </a:cubicBezTo>
                    <a:cubicBezTo>
                      <a:pt x="24" y="121"/>
                      <a:pt x="52" y="130"/>
                      <a:pt x="84" y="130"/>
                    </a:cubicBezTo>
                    <a:cubicBezTo>
                      <a:pt x="117" y="130"/>
                      <a:pt x="145" y="121"/>
                      <a:pt x="159" y="108"/>
                    </a:cubicBezTo>
                    <a:cubicBezTo>
                      <a:pt x="159" y="129"/>
                      <a:pt x="159" y="129"/>
                      <a:pt x="159" y="129"/>
                    </a:cubicBezTo>
                    <a:cubicBezTo>
                      <a:pt x="159" y="145"/>
                      <a:pt x="129" y="161"/>
                      <a:pt x="84" y="161"/>
                    </a:cubicBezTo>
                    <a:close/>
                    <a:moveTo>
                      <a:pt x="84" y="89"/>
                    </a:moveTo>
                    <a:cubicBezTo>
                      <a:pt x="117" y="89"/>
                      <a:pt x="145" y="80"/>
                      <a:pt x="159" y="67"/>
                    </a:cubicBezTo>
                    <a:cubicBezTo>
                      <a:pt x="159" y="88"/>
                      <a:pt x="159" y="88"/>
                      <a:pt x="159" y="88"/>
                    </a:cubicBezTo>
                    <a:cubicBezTo>
                      <a:pt x="159" y="103"/>
                      <a:pt x="129" y="120"/>
                      <a:pt x="84" y="120"/>
                    </a:cubicBezTo>
                    <a:cubicBezTo>
                      <a:pt x="40" y="120"/>
                      <a:pt x="10" y="103"/>
                      <a:pt x="10" y="88"/>
                    </a:cubicBezTo>
                    <a:cubicBezTo>
                      <a:pt x="10" y="67"/>
                      <a:pt x="10" y="67"/>
                      <a:pt x="10" y="67"/>
                    </a:cubicBezTo>
                    <a:cubicBezTo>
                      <a:pt x="24" y="80"/>
                      <a:pt x="52" y="89"/>
                      <a:pt x="84" y="89"/>
                    </a:cubicBezTo>
                    <a:close/>
                  </a:path>
                </a:pathLst>
              </a:custGeom>
              <a:solidFill>
                <a:srgbClr val="4472C4"/>
              </a:solid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sp>
            <p:nvSpPr>
              <p:cNvPr id="13" name="Freeform 28"/>
              <p:cNvSpPr>
                <a:spLocks noEditPoints="1"/>
              </p:cNvSpPr>
              <p:nvPr/>
            </p:nvSpPr>
            <p:spPr bwMode="auto">
              <a:xfrm>
                <a:off x="1611313" y="1098551"/>
                <a:ext cx="420688" cy="174625"/>
              </a:xfrm>
              <a:custGeom>
                <a:avLst/>
                <a:gdLst>
                  <a:gd name="T0" fmla="*/ 2147483646 w 175"/>
                  <a:gd name="T1" fmla="*/ 2147483646 h 73"/>
                  <a:gd name="T2" fmla="*/ 2147483646 w 175"/>
                  <a:gd name="T3" fmla="*/ 2147483646 h 73"/>
                  <a:gd name="T4" fmla="*/ 2147483646 w 175"/>
                  <a:gd name="T5" fmla="*/ 2147483646 h 73"/>
                  <a:gd name="T6" fmla="*/ 2147483646 w 175"/>
                  <a:gd name="T7" fmla="*/ 2147483646 h 73"/>
                  <a:gd name="T8" fmla="*/ 2147483646 w 175"/>
                  <a:gd name="T9" fmla="*/ 2147483646 h 73"/>
                  <a:gd name="T10" fmla="*/ 2147483646 w 175"/>
                  <a:gd name="T11" fmla="*/ 2147483646 h 73"/>
                  <a:gd name="T12" fmla="*/ 2147483646 w 175"/>
                  <a:gd name="T13" fmla="*/ 2147483646 h 73"/>
                  <a:gd name="T14" fmla="*/ 2147483646 w 175"/>
                  <a:gd name="T15" fmla="*/ 2147483646 h 73"/>
                  <a:gd name="T16" fmla="*/ 2147483646 w 175"/>
                  <a:gd name="T17" fmla="*/ 2147483646 h 73"/>
                  <a:gd name="T18" fmla="*/ 2147483646 w 175"/>
                  <a:gd name="T19" fmla="*/ 2147483646 h 73"/>
                  <a:gd name="T20" fmla="*/ 2147483646 w 175"/>
                  <a:gd name="T21" fmla="*/ 2147483646 h 73"/>
                  <a:gd name="T22" fmla="*/ 0 w 175"/>
                  <a:gd name="T23" fmla="*/ 2147483646 h 73"/>
                  <a:gd name="T24" fmla="*/ 2147483646 w 175"/>
                  <a:gd name="T25" fmla="*/ 2147483646 h 73"/>
                  <a:gd name="T26" fmla="*/ 2147483646 w 175"/>
                  <a:gd name="T27" fmla="*/ 2147483646 h 73"/>
                  <a:gd name="T28" fmla="*/ 2147483646 w 175"/>
                  <a:gd name="T29" fmla="*/ 2147483646 h 73"/>
                  <a:gd name="T30" fmla="*/ 2147483646 w 175"/>
                  <a:gd name="T31" fmla="*/ 2147483646 h 73"/>
                  <a:gd name="T32" fmla="*/ 2147483646 w 175"/>
                  <a:gd name="T33" fmla="*/ 2147483646 h 73"/>
                  <a:gd name="T34" fmla="*/ 2147483646 w 175"/>
                  <a:gd name="T35" fmla="*/ 2147483646 h 73"/>
                  <a:gd name="T36" fmla="*/ 2147483646 w 175"/>
                  <a:gd name="T37" fmla="*/ 2147483646 h 73"/>
                  <a:gd name="T38" fmla="*/ 2147483646 w 175"/>
                  <a:gd name="T39" fmla="*/ 2147483646 h 73"/>
                  <a:gd name="T40" fmla="*/ 2147483646 w 175"/>
                  <a:gd name="T41" fmla="*/ 2147483646 h 73"/>
                  <a:gd name="T42" fmla="*/ 2147483646 w 175"/>
                  <a:gd name="T43" fmla="*/ 2147483646 h 73"/>
                  <a:gd name="T44" fmla="*/ 2147483646 w 175"/>
                  <a:gd name="T45" fmla="*/ 2147483646 h 73"/>
                  <a:gd name="T46" fmla="*/ 2147483646 w 175"/>
                  <a:gd name="T47" fmla="*/ 2147483646 h 73"/>
                  <a:gd name="T48" fmla="*/ 2147483646 w 175"/>
                  <a:gd name="T49" fmla="*/ 2147483646 h 73"/>
                  <a:gd name="T50" fmla="*/ 2147483646 w 175"/>
                  <a:gd name="T51" fmla="*/ 2147483646 h 73"/>
                  <a:gd name="T52" fmla="*/ 2147483646 w 175"/>
                  <a:gd name="T53" fmla="*/ 2147483646 h 73"/>
                  <a:gd name="T54" fmla="*/ 2147483646 w 175"/>
                  <a:gd name="T55" fmla="*/ 2147483646 h 73"/>
                  <a:gd name="T56" fmla="*/ 2147483646 w 175"/>
                  <a:gd name="T57" fmla="*/ 2147483646 h 73"/>
                  <a:gd name="T58" fmla="*/ 2147483646 w 175"/>
                  <a:gd name="T59" fmla="*/ 2147483646 h 73"/>
                  <a:gd name="T60" fmla="*/ 2147483646 w 175"/>
                  <a:gd name="T61" fmla="*/ 2147483646 h 73"/>
                  <a:gd name="T62" fmla="*/ 2147483646 w 175"/>
                  <a:gd name="T63" fmla="*/ 2147483646 h 73"/>
                  <a:gd name="T64" fmla="*/ 2147483646 w 175"/>
                  <a:gd name="T65" fmla="*/ 2147483646 h 73"/>
                  <a:gd name="T66" fmla="*/ 2147483646 w 175"/>
                  <a:gd name="T67" fmla="*/ 2147483646 h 73"/>
                  <a:gd name="T68" fmla="*/ 2147483646 w 175"/>
                  <a:gd name="T69" fmla="*/ 2147483646 h 73"/>
                  <a:gd name="T70" fmla="*/ 2147483646 w 175"/>
                  <a:gd name="T71" fmla="*/ 2147483646 h 73"/>
                  <a:gd name="T72" fmla="*/ 2147483646 w 175"/>
                  <a:gd name="T73" fmla="*/ 2147483646 h 73"/>
                  <a:gd name="T74" fmla="*/ 2147483646 w 175"/>
                  <a:gd name="T75" fmla="*/ 2147483646 h 73"/>
                  <a:gd name="T76" fmla="*/ 2147483646 w 175"/>
                  <a:gd name="T77" fmla="*/ 2147483646 h 73"/>
                  <a:gd name="T78" fmla="*/ 2147483646 w 175"/>
                  <a:gd name="T79" fmla="*/ 2147483646 h 73"/>
                  <a:gd name="T80" fmla="*/ 2147483646 w 175"/>
                  <a:gd name="T81" fmla="*/ 2147483646 h 73"/>
                  <a:gd name="T82" fmla="*/ 2147483646 w 175"/>
                  <a:gd name="T83" fmla="*/ 2147483646 h 73"/>
                  <a:gd name="T84" fmla="*/ 2147483646 w 175"/>
                  <a:gd name="T85" fmla="*/ 2147483646 h 73"/>
                  <a:gd name="T86" fmla="*/ 2147483646 w 175"/>
                  <a:gd name="T87" fmla="*/ 2147483646 h 73"/>
                  <a:gd name="T88" fmla="*/ 2147483646 w 175"/>
                  <a:gd name="T89" fmla="*/ 2147483646 h 73"/>
                  <a:gd name="T90" fmla="*/ 2147483646 w 175"/>
                  <a:gd name="T91" fmla="*/ 2147483646 h 73"/>
                  <a:gd name="T92" fmla="*/ 2147483646 w 175"/>
                  <a:gd name="T93" fmla="*/ 2147483646 h 73"/>
                  <a:gd name="T94" fmla="*/ 2147483646 w 175"/>
                  <a:gd name="T95" fmla="*/ 2147483646 h 73"/>
                  <a:gd name="T96" fmla="*/ 2147483646 w 175"/>
                  <a:gd name="T97" fmla="*/ 2147483646 h 73"/>
                  <a:gd name="T98" fmla="*/ 2147483646 w 175"/>
                  <a:gd name="T99" fmla="*/ 2147483646 h 73"/>
                  <a:gd name="T100" fmla="*/ 2147483646 w 175"/>
                  <a:gd name="T101" fmla="*/ 2147483646 h 73"/>
                  <a:gd name="T102" fmla="*/ 2147483646 w 175"/>
                  <a:gd name="T103" fmla="*/ 2147483646 h 73"/>
                  <a:gd name="T104" fmla="*/ 2147483646 w 175"/>
                  <a:gd name="T105" fmla="*/ 2147483646 h 73"/>
                  <a:gd name="T106" fmla="*/ 2147483646 w 175"/>
                  <a:gd name="T107" fmla="*/ 2147483646 h 73"/>
                  <a:gd name="T108" fmla="*/ 2147483646 w 175"/>
                  <a:gd name="T109" fmla="*/ 2147483646 h 73"/>
                  <a:gd name="T110" fmla="*/ 2147483646 w 175"/>
                  <a:gd name="T111" fmla="*/ 2147483646 h 73"/>
                  <a:gd name="T112" fmla="*/ 2147483646 w 175"/>
                  <a:gd name="T113" fmla="*/ 2147483646 h 73"/>
                  <a:gd name="T114" fmla="*/ 2147483646 w 175"/>
                  <a:gd name="T115" fmla="*/ 2147483646 h 73"/>
                  <a:gd name="T116" fmla="*/ 2147483646 w 175"/>
                  <a:gd name="T117" fmla="*/ 2147483646 h 73"/>
                  <a:gd name="T118" fmla="*/ 2147483646 w 175"/>
                  <a:gd name="T119" fmla="*/ 2147483646 h 73"/>
                  <a:gd name="T120" fmla="*/ 2147483646 w 175"/>
                  <a:gd name="T121" fmla="*/ 2147483646 h 73"/>
                  <a:gd name="T122" fmla="*/ 2147483646 w 175"/>
                  <a:gd name="T123" fmla="*/ 2147483646 h 7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75"/>
                  <a:gd name="T187" fmla="*/ 0 h 73"/>
                  <a:gd name="T188" fmla="*/ 175 w 175"/>
                  <a:gd name="T189" fmla="*/ 73 h 7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75" h="73">
                    <a:moveTo>
                      <a:pt x="169" y="10"/>
                    </a:moveTo>
                    <a:cubicBezTo>
                      <a:pt x="164" y="4"/>
                      <a:pt x="156" y="0"/>
                      <a:pt x="150" y="4"/>
                    </a:cubicBezTo>
                    <a:cubicBezTo>
                      <a:pt x="148" y="5"/>
                      <a:pt x="146" y="7"/>
                      <a:pt x="141" y="11"/>
                    </a:cubicBezTo>
                    <a:cubicBezTo>
                      <a:pt x="137" y="15"/>
                      <a:pt x="127" y="24"/>
                      <a:pt x="124" y="25"/>
                    </a:cubicBezTo>
                    <a:cubicBezTo>
                      <a:pt x="120" y="25"/>
                      <a:pt x="117" y="25"/>
                      <a:pt x="114" y="26"/>
                    </a:cubicBezTo>
                    <a:cubicBezTo>
                      <a:pt x="112" y="20"/>
                      <a:pt x="111" y="17"/>
                      <a:pt x="109" y="12"/>
                    </a:cubicBezTo>
                    <a:cubicBezTo>
                      <a:pt x="109" y="12"/>
                      <a:pt x="109" y="12"/>
                      <a:pt x="109" y="12"/>
                    </a:cubicBezTo>
                    <a:cubicBezTo>
                      <a:pt x="108" y="9"/>
                      <a:pt x="106" y="8"/>
                      <a:pt x="104" y="8"/>
                    </a:cubicBezTo>
                    <a:cubicBezTo>
                      <a:pt x="68" y="12"/>
                      <a:pt x="61" y="13"/>
                      <a:pt x="30" y="15"/>
                    </a:cubicBezTo>
                    <a:cubicBezTo>
                      <a:pt x="28" y="15"/>
                      <a:pt x="26" y="16"/>
                      <a:pt x="24" y="17"/>
                    </a:cubicBezTo>
                    <a:cubicBezTo>
                      <a:pt x="21" y="19"/>
                      <a:pt x="20" y="21"/>
                      <a:pt x="19" y="23"/>
                    </a:cubicBezTo>
                    <a:cubicBezTo>
                      <a:pt x="12" y="37"/>
                      <a:pt x="5" y="51"/>
                      <a:pt x="0" y="66"/>
                    </a:cubicBezTo>
                    <a:cubicBezTo>
                      <a:pt x="0" y="68"/>
                      <a:pt x="0" y="69"/>
                      <a:pt x="1" y="71"/>
                    </a:cubicBezTo>
                    <a:cubicBezTo>
                      <a:pt x="2" y="72"/>
                      <a:pt x="3" y="73"/>
                      <a:pt x="5" y="73"/>
                    </a:cubicBezTo>
                    <a:cubicBezTo>
                      <a:pt x="9" y="73"/>
                      <a:pt x="13" y="73"/>
                      <a:pt x="16" y="73"/>
                    </a:cubicBezTo>
                    <a:cubicBezTo>
                      <a:pt x="19" y="73"/>
                      <a:pt x="23" y="73"/>
                      <a:pt x="27" y="73"/>
                    </a:cubicBezTo>
                    <a:cubicBezTo>
                      <a:pt x="29" y="73"/>
                      <a:pt x="32" y="73"/>
                      <a:pt x="35" y="73"/>
                    </a:cubicBezTo>
                    <a:cubicBezTo>
                      <a:pt x="37" y="73"/>
                      <a:pt x="38" y="73"/>
                      <a:pt x="39" y="73"/>
                    </a:cubicBezTo>
                    <a:cubicBezTo>
                      <a:pt x="40" y="73"/>
                      <a:pt x="40" y="73"/>
                      <a:pt x="40" y="73"/>
                    </a:cubicBezTo>
                    <a:cubicBezTo>
                      <a:pt x="40" y="73"/>
                      <a:pt x="40" y="73"/>
                      <a:pt x="40" y="73"/>
                    </a:cubicBezTo>
                    <a:cubicBezTo>
                      <a:pt x="40" y="73"/>
                      <a:pt x="40" y="73"/>
                      <a:pt x="40" y="73"/>
                    </a:cubicBezTo>
                    <a:cubicBezTo>
                      <a:pt x="40" y="73"/>
                      <a:pt x="40" y="73"/>
                      <a:pt x="40" y="73"/>
                    </a:cubicBezTo>
                    <a:cubicBezTo>
                      <a:pt x="40" y="73"/>
                      <a:pt x="42" y="73"/>
                      <a:pt x="48" y="72"/>
                    </a:cubicBezTo>
                    <a:cubicBezTo>
                      <a:pt x="53" y="72"/>
                      <a:pt x="55" y="66"/>
                      <a:pt x="56" y="63"/>
                    </a:cubicBezTo>
                    <a:cubicBezTo>
                      <a:pt x="56" y="62"/>
                      <a:pt x="56" y="61"/>
                      <a:pt x="57" y="61"/>
                    </a:cubicBezTo>
                    <a:cubicBezTo>
                      <a:pt x="58" y="60"/>
                      <a:pt x="59" y="60"/>
                      <a:pt x="61" y="60"/>
                    </a:cubicBezTo>
                    <a:cubicBezTo>
                      <a:pt x="66" y="60"/>
                      <a:pt x="73" y="59"/>
                      <a:pt x="80" y="59"/>
                    </a:cubicBezTo>
                    <a:cubicBezTo>
                      <a:pt x="114" y="58"/>
                      <a:pt x="114" y="58"/>
                      <a:pt x="114" y="58"/>
                    </a:cubicBezTo>
                    <a:cubicBezTo>
                      <a:pt x="114" y="58"/>
                      <a:pt x="114" y="58"/>
                      <a:pt x="114" y="58"/>
                    </a:cubicBezTo>
                    <a:cubicBezTo>
                      <a:pt x="116" y="58"/>
                      <a:pt x="116" y="58"/>
                      <a:pt x="116" y="58"/>
                    </a:cubicBezTo>
                    <a:cubicBezTo>
                      <a:pt x="121" y="58"/>
                      <a:pt x="128" y="58"/>
                      <a:pt x="134" y="55"/>
                    </a:cubicBezTo>
                    <a:cubicBezTo>
                      <a:pt x="147" y="51"/>
                      <a:pt x="165" y="33"/>
                      <a:pt x="172" y="22"/>
                    </a:cubicBezTo>
                    <a:cubicBezTo>
                      <a:pt x="174" y="20"/>
                      <a:pt x="175" y="16"/>
                      <a:pt x="169" y="10"/>
                    </a:cubicBezTo>
                    <a:close/>
                    <a:moveTo>
                      <a:pt x="131" y="46"/>
                    </a:moveTo>
                    <a:cubicBezTo>
                      <a:pt x="126" y="48"/>
                      <a:pt x="120" y="48"/>
                      <a:pt x="115" y="48"/>
                    </a:cubicBezTo>
                    <a:cubicBezTo>
                      <a:pt x="80" y="50"/>
                      <a:pt x="80" y="50"/>
                      <a:pt x="80" y="50"/>
                    </a:cubicBezTo>
                    <a:cubicBezTo>
                      <a:pt x="73" y="50"/>
                      <a:pt x="65" y="50"/>
                      <a:pt x="61" y="50"/>
                    </a:cubicBezTo>
                    <a:cubicBezTo>
                      <a:pt x="58" y="50"/>
                      <a:pt x="55" y="50"/>
                      <a:pt x="52" y="52"/>
                    </a:cubicBezTo>
                    <a:cubicBezTo>
                      <a:pt x="48" y="54"/>
                      <a:pt x="47" y="58"/>
                      <a:pt x="46" y="61"/>
                    </a:cubicBezTo>
                    <a:cubicBezTo>
                      <a:pt x="46" y="61"/>
                      <a:pt x="46" y="62"/>
                      <a:pt x="46" y="63"/>
                    </a:cubicBezTo>
                    <a:cubicBezTo>
                      <a:pt x="43" y="63"/>
                      <a:pt x="42" y="63"/>
                      <a:pt x="41" y="63"/>
                    </a:cubicBezTo>
                    <a:cubicBezTo>
                      <a:pt x="40" y="63"/>
                      <a:pt x="40" y="63"/>
                      <a:pt x="39" y="63"/>
                    </a:cubicBezTo>
                    <a:cubicBezTo>
                      <a:pt x="38" y="63"/>
                      <a:pt x="37" y="63"/>
                      <a:pt x="34" y="63"/>
                    </a:cubicBezTo>
                    <a:cubicBezTo>
                      <a:pt x="27" y="64"/>
                      <a:pt x="22" y="63"/>
                      <a:pt x="16" y="63"/>
                    </a:cubicBezTo>
                    <a:cubicBezTo>
                      <a:pt x="15" y="63"/>
                      <a:pt x="13" y="63"/>
                      <a:pt x="12" y="63"/>
                    </a:cubicBezTo>
                    <a:cubicBezTo>
                      <a:pt x="16" y="51"/>
                      <a:pt x="22" y="39"/>
                      <a:pt x="28" y="28"/>
                    </a:cubicBezTo>
                    <a:cubicBezTo>
                      <a:pt x="28" y="27"/>
                      <a:pt x="29" y="26"/>
                      <a:pt x="29" y="25"/>
                    </a:cubicBezTo>
                    <a:cubicBezTo>
                      <a:pt x="29" y="25"/>
                      <a:pt x="30" y="25"/>
                      <a:pt x="31" y="25"/>
                    </a:cubicBezTo>
                    <a:cubicBezTo>
                      <a:pt x="61" y="23"/>
                      <a:pt x="68" y="22"/>
                      <a:pt x="101" y="19"/>
                    </a:cubicBezTo>
                    <a:cubicBezTo>
                      <a:pt x="102" y="21"/>
                      <a:pt x="103" y="23"/>
                      <a:pt x="103" y="25"/>
                    </a:cubicBezTo>
                    <a:cubicBezTo>
                      <a:pt x="97" y="26"/>
                      <a:pt x="86" y="26"/>
                      <a:pt x="78" y="26"/>
                    </a:cubicBezTo>
                    <a:cubicBezTo>
                      <a:pt x="77" y="26"/>
                      <a:pt x="77" y="26"/>
                      <a:pt x="77" y="26"/>
                    </a:cubicBezTo>
                    <a:cubicBezTo>
                      <a:pt x="75" y="26"/>
                      <a:pt x="73" y="27"/>
                      <a:pt x="72" y="29"/>
                    </a:cubicBezTo>
                    <a:cubicBezTo>
                      <a:pt x="72" y="31"/>
                      <a:pt x="72" y="33"/>
                      <a:pt x="74" y="35"/>
                    </a:cubicBezTo>
                    <a:cubicBezTo>
                      <a:pt x="75" y="35"/>
                      <a:pt x="75" y="36"/>
                      <a:pt x="77" y="36"/>
                    </a:cubicBezTo>
                    <a:cubicBezTo>
                      <a:pt x="77" y="36"/>
                      <a:pt x="77" y="36"/>
                      <a:pt x="77" y="36"/>
                    </a:cubicBezTo>
                    <a:cubicBezTo>
                      <a:pt x="78" y="36"/>
                      <a:pt x="80" y="36"/>
                      <a:pt x="84" y="36"/>
                    </a:cubicBezTo>
                    <a:cubicBezTo>
                      <a:pt x="101" y="36"/>
                      <a:pt x="109" y="36"/>
                      <a:pt x="125" y="35"/>
                    </a:cubicBezTo>
                    <a:cubicBezTo>
                      <a:pt x="129" y="35"/>
                      <a:pt x="133" y="32"/>
                      <a:pt x="148" y="18"/>
                    </a:cubicBezTo>
                    <a:cubicBezTo>
                      <a:pt x="151" y="16"/>
                      <a:pt x="154" y="13"/>
                      <a:pt x="155" y="12"/>
                    </a:cubicBezTo>
                    <a:cubicBezTo>
                      <a:pt x="157" y="12"/>
                      <a:pt x="162" y="15"/>
                      <a:pt x="163" y="18"/>
                    </a:cubicBezTo>
                    <a:cubicBezTo>
                      <a:pt x="155" y="28"/>
                      <a:pt x="140" y="43"/>
                      <a:pt x="131" y="46"/>
                    </a:cubicBezTo>
                    <a:close/>
                  </a:path>
                </a:pathLst>
              </a:custGeom>
              <a:solidFill>
                <a:srgbClr val="4472C4"/>
              </a:solidFill>
              <a:ln>
                <a:noFill/>
              </a:ln>
              <a:extLst>
                <a:ext uri="{91240B29-F687-4F45-9708-019B960494DF}">
                  <a14:hiddenLine xmlns:a14="http://schemas.microsoft.com/office/drawing/2010/main" w="9525">
                    <a:solidFill>
                      <a:srgbClr val="000000"/>
                    </a:solidFill>
                    <a:round/>
                  </a14:hiddenLine>
                </a:ext>
              </a:extLst>
            </p:spPr>
            <p:txBody>
              <a:bodyPr lIns="121704" tIns="60852" rIns="121704" bIns="60852"/>
              <a:lstStyle/>
              <a:p>
                <a:endParaRPr lang="zh-CN" altLang="en-US" sz="2140"/>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正确的人</a:t>
            </a:r>
            <a:endParaRPr lang="zh-CN" altLang="en-US" dirty="0"/>
          </a:p>
        </p:txBody>
      </p:sp>
      <p:sp>
        <p:nvSpPr>
          <p:cNvPr id="3" name="文本占位符 2"/>
          <p:cNvSpPr>
            <a:spLocks noGrp="1"/>
          </p:cNvSpPr>
          <p:nvPr>
            <p:ph type="body" sz="quarter" idx="10"/>
          </p:nvPr>
        </p:nvSpPr>
        <p:spPr/>
        <p:txBody>
          <a:bodyPr/>
          <a:lstStyle/>
          <a:p>
            <a:r>
              <a:rPr lang="zh-CN" altLang="en-US" dirty="0"/>
              <a:t>在分布式终端场景下，“正确的人”指通过身份认证的数据访问者和业务操作者。“正确的人”是确保用户数据不被非法访问、用户隐私不泄露的前提条件。</a:t>
            </a:r>
            <a:r>
              <a:rPr lang="en-US" altLang="zh-CN" sz="2000" dirty="0"/>
              <a:t> </a:t>
            </a:r>
            <a:r>
              <a:rPr lang="en-US" altLang="zh-CN" sz="2000" dirty="0" err="1"/>
              <a:t>HarmonyOS</a:t>
            </a:r>
            <a:r>
              <a:rPr lang="zh-CN" altLang="en-US" dirty="0"/>
              <a:t>通过以下三个方面来实现协同身份认证：</a:t>
            </a:r>
            <a:endParaRPr lang="zh-CN" altLang="en-US" dirty="0"/>
          </a:p>
        </p:txBody>
      </p:sp>
      <p:graphicFrame>
        <p:nvGraphicFramePr>
          <p:cNvPr id="4" name="图示 3"/>
          <p:cNvGraphicFramePr>
            <a:graphicFrameLocks noChangeAspect="1"/>
          </p:cNvGraphicFramePr>
          <p:nvPr/>
        </p:nvGraphicFramePr>
        <p:xfrm>
          <a:off x="3906436" y="2538560"/>
          <a:ext cx="4391825" cy="292788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文本框 4"/>
          <p:cNvSpPr txBox="1"/>
          <p:nvPr/>
        </p:nvSpPr>
        <p:spPr>
          <a:xfrm>
            <a:off x="7324752" y="2748988"/>
            <a:ext cx="4099832" cy="1901226"/>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当用户需要跨设备访问数据资源或者发起高安全等级的业务操作（例如，对安防设备的操作）时，</a:t>
            </a:r>
            <a:r>
              <a:rPr lang="en-US" altLang="zh-CN" sz="1600" dirty="0">
                <a:solidFill>
                  <a:schemeClr val="bg1"/>
                </a:solidFill>
                <a:latin typeface="微软雅黑" panose="020B0503020204020204" pitchFamily="34" charset="-122"/>
                <a:ea typeface="微软雅黑" panose="020B0503020204020204" pitchFamily="34" charset="-122"/>
              </a:rPr>
              <a:t> </a:t>
            </a:r>
            <a:r>
              <a:rPr lang="en-US" altLang="zh-CN" sz="1600" dirty="0" err="1">
                <a:solidFill>
                  <a:schemeClr val="bg1"/>
                </a:solidFill>
                <a:latin typeface="微软雅黑" panose="020B0503020204020204" pitchFamily="34" charset="-122"/>
                <a:ea typeface="微软雅黑" panose="020B0503020204020204" pitchFamily="34" charset="-122"/>
              </a:rPr>
              <a:t>HarmonyOS</a:t>
            </a:r>
            <a:r>
              <a:rPr lang="en-US" altLang="zh-CN" sz="1600" dirty="0">
                <a:solidFill>
                  <a:schemeClr val="bg1"/>
                </a:solidFill>
                <a:latin typeface="微软雅黑" panose="020B0503020204020204" pitchFamily="34" charset="-122"/>
                <a:ea typeface="微软雅黑" panose="020B0503020204020204" pitchFamily="34" charset="-122"/>
              </a:rPr>
              <a:t>  </a:t>
            </a:r>
            <a:r>
              <a:rPr lang="zh-CN" altLang="en-US" sz="1600" dirty="0">
                <a:solidFill>
                  <a:schemeClr val="bg1"/>
                </a:solidFill>
                <a:latin typeface="微软雅黑" panose="020B0503020204020204" pitchFamily="34" charset="-122"/>
                <a:ea typeface="微软雅黑" panose="020B0503020204020204" pitchFamily="34" charset="-122"/>
              </a:rPr>
              <a:t>会对用户进行身份认证，确保其身份的可靠性。</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971014" y="5317811"/>
            <a:ext cx="6677482" cy="788806"/>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通过用户身份管理，将不同设备上标识同一用户的认证凭据关联起来，用于标识一个用户，来提高认证的准确度。</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455613" y="3047983"/>
            <a:ext cx="4285720" cy="1901226"/>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通过将硬件和认证能力解耦（即信息采集和认证可以在不同的设备上完成），来实现不同设备的资源池化以及能力的互助与共享，让高安全等级的设备协助低安全等级的设备完成用户身份认证。</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正确的设备</a:t>
            </a:r>
            <a:endParaRPr lang="zh-CN" altLang="en-US" dirty="0"/>
          </a:p>
        </p:txBody>
      </p:sp>
      <p:sp>
        <p:nvSpPr>
          <p:cNvPr id="3" name="文本占位符 2"/>
          <p:cNvSpPr>
            <a:spLocks noGrp="1"/>
          </p:cNvSpPr>
          <p:nvPr>
            <p:ph type="body" sz="quarter" idx="10"/>
          </p:nvPr>
        </p:nvSpPr>
        <p:spPr/>
        <p:txBody>
          <a:bodyPr/>
          <a:lstStyle/>
          <a:p>
            <a:r>
              <a:rPr lang="zh-CN" altLang="en-US" dirty="0"/>
              <a:t>在分布式终端场景下，只有保证用户使用的设备是安全可靠的，才能保证用户数据在虚拟终端上得到有效保护，避免用户隐私泄露。</a:t>
            </a:r>
            <a:r>
              <a:rPr lang="en-US" altLang="zh-CN" sz="2000" dirty="0"/>
              <a:t> </a:t>
            </a:r>
            <a:r>
              <a:rPr lang="en-US" altLang="zh-CN" sz="2000" dirty="0" err="1"/>
              <a:t>HarmonyOS</a:t>
            </a:r>
            <a:r>
              <a:rPr lang="zh-CN" altLang="en-US" dirty="0"/>
              <a:t>通过以下三个方面来确保设备可靠：</a:t>
            </a:r>
            <a:endParaRPr lang="zh-CN" altLang="en-US" dirty="0"/>
          </a:p>
        </p:txBody>
      </p:sp>
      <p:graphicFrame>
        <p:nvGraphicFramePr>
          <p:cNvPr id="6" name="图示 5"/>
          <p:cNvGraphicFramePr>
            <a:graphicFrameLocks noChangeAspect="1"/>
          </p:cNvGraphicFramePr>
          <p:nvPr/>
        </p:nvGraphicFramePr>
        <p:xfrm>
          <a:off x="3969497" y="2370394"/>
          <a:ext cx="4391825" cy="292788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文本框 6"/>
          <p:cNvSpPr txBox="1"/>
          <p:nvPr/>
        </p:nvSpPr>
        <p:spPr>
          <a:xfrm>
            <a:off x="7359996" y="2813394"/>
            <a:ext cx="4315352" cy="1938992"/>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确保源头每个虚拟设备运行的系统固件和应用程序是完整的、未经篡改的。</a:t>
            </a:r>
            <a:endParaRPr lang="en-US" altLang="zh-CN" sz="1600" dirty="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通过安全启动，各个设备厂商的镜像包就不易被非法替换为恶意程序，从而保护用户的数据和隐私安全。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34846" y="5071298"/>
            <a:ext cx="5114863" cy="788806"/>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提供了基于硬件的可信执行环境</a:t>
            </a:r>
            <a:r>
              <a:rPr lang="en-US" altLang="zh-CN" sz="1600" dirty="0">
                <a:solidFill>
                  <a:schemeClr val="bg1"/>
                </a:solidFill>
                <a:latin typeface="微软雅黑" panose="020B0503020204020204" pitchFamily="34" charset="-122"/>
                <a:ea typeface="微软雅黑" panose="020B0503020204020204" pitchFamily="34" charset="-122"/>
              </a:rPr>
              <a:t>(TEE)</a:t>
            </a:r>
            <a:r>
              <a:rPr lang="zh-CN" altLang="en-US" sz="1600" dirty="0">
                <a:solidFill>
                  <a:schemeClr val="bg1"/>
                </a:solidFill>
                <a:latin typeface="微软雅黑" panose="020B0503020204020204" pitchFamily="34" charset="-122"/>
                <a:ea typeface="微软雅黑" panose="020B0503020204020204" pitchFamily="34" charset="-122"/>
              </a:rPr>
              <a:t>来保护用户的个人敏感数据的存储和处理，确保数据不泄露。</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781592" y="3002019"/>
            <a:ext cx="4100058" cy="1200329"/>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支持为具备可信执行环境的设备预置设备证书，用于向其他虚拟终端证明自己的安全能力。</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设备证书使用示意图</a:t>
            </a:r>
            <a:endParaRPr lang="zh-CN" altLang="en-US" dirty="0"/>
          </a:p>
        </p:txBody>
      </p:sp>
      <p:sp>
        <p:nvSpPr>
          <p:cNvPr id="3" name="文本占位符 2"/>
          <p:cNvSpPr>
            <a:spLocks noGrp="1"/>
          </p:cNvSpPr>
          <p:nvPr>
            <p:ph type="body" sz="quarter" idx="10"/>
          </p:nvPr>
        </p:nvSpPr>
        <p:spPr/>
        <p:txBody>
          <a:bodyPr/>
          <a:lstStyle/>
          <a:p>
            <a:r>
              <a:rPr lang="zh-CN" altLang="en-US" dirty="0"/>
              <a:t>在必须传输用户的敏感数据（如密钥、加密的生物特征等信息）时，会在使用设备证书进行安全环境验证后，建立从一个设备的</a:t>
            </a:r>
            <a:r>
              <a:rPr lang="en-US" altLang="zh-CN" dirty="0"/>
              <a:t>TEE</a:t>
            </a:r>
            <a:r>
              <a:rPr lang="zh-CN" altLang="en-US" dirty="0"/>
              <a:t>到另一设备的</a:t>
            </a:r>
            <a:r>
              <a:rPr lang="en-US" altLang="zh-CN" dirty="0"/>
              <a:t>TEE</a:t>
            </a:r>
            <a:r>
              <a:rPr lang="zh-CN" altLang="en-US" dirty="0"/>
              <a:t>之间的安全通道，实现安全传输。</a:t>
            </a:r>
            <a:endParaRPr lang="zh-CN" altLang="en-US" dirty="0"/>
          </a:p>
        </p:txBody>
      </p:sp>
      <p:sp>
        <p:nvSpPr>
          <p:cNvPr id="5" name="文本框 4"/>
          <p:cNvSpPr txBox="1"/>
          <p:nvPr/>
        </p:nvSpPr>
        <p:spPr>
          <a:xfrm>
            <a:off x="682812" y="2919174"/>
            <a:ext cx="3872860" cy="3000821"/>
          </a:xfrm>
          <a:prstGeom prst="rect">
            <a:avLst/>
          </a:prstGeom>
          <a:noFill/>
        </p:spPr>
        <p:txBody>
          <a:bodyPr wrap="square" rtlCol="0">
            <a:spAutoFit/>
          </a:bodyPr>
          <a:lstStyle/>
          <a:p>
            <a:pPr marL="285750" indent="-285750">
              <a:lnSpc>
                <a:spcPct val="150000"/>
              </a:lnSpc>
              <a:buSzPct val="50000"/>
              <a:buFont typeface="Wingdings" panose="05000000000000000000" pitchFamily="2" charset="2"/>
              <a:buChar char="l"/>
            </a:pPr>
            <a:r>
              <a:rPr lang="zh-CN" altLang="en-US" dirty="0">
                <a:solidFill>
                  <a:schemeClr val="bg1"/>
                </a:solidFill>
                <a:latin typeface="微软雅黑" panose="020B0503020204020204" pitchFamily="34" charset="-122"/>
                <a:ea typeface="微软雅黑" panose="020B0503020204020204" pitchFamily="34" charset="-122"/>
              </a:rPr>
              <a:t>对于有</a:t>
            </a:r>
            <a:r>
              <a:rPr lang="en-US" altLang="zh-CN" dirty="0">
                <a:solidFill>
                  <a:schemeClr val="bg1"/>
                </a:solidFill>
                <a:latin typeface="微软雅黑" panose="020B0503020204020204" pitchFamily="34" charset="-122"/>
                <a:ea typeface="微软雅黑" panose="020B0503020204020204" pitchFamily="34" charset="-122"/>
              </a:rPr>
              <a:t>TEE</a:t>
            </a:r>
            <a:r>
              <a:rPr lang="zh-CN" altLang="en-US" dirty="0">
                <a:solidFill>
                  <a:schemeClr val="bg1"/>
                </a:solidFill>
                <a:latin typeface="微软雅黑" panose="020B0503020204020204" pitchFamily="34" charset="-122"/>
                <a:ea typeface="微软雅黑" panose="020B0503020204020204" pitchFamily="34" charset="-122"/>
              </a:rPr>
              <a:t>环境的设备，通过预置</a:t>
            </a:r>
            <a:r>
              <a:rPr lang="en-US" altLang="zh-CN" dirty="0">
                <a:solidFill>
                  <a:schemeClr val="bg1"/>
                </a:solidFill>
                <a:latin typeface="微软雅黑" panose="020B0503020204020204" pitchFamily="34" charset="-122"/>
                <a:ea typeface="微软雅黑" panose="020B0503020204020204" pitchFamily="34" charset="-122"/>
              </a:rPr>
              <a:t>PKI</a:t>
            </a:r>
            <a:r>
              <a:rPr lang="zh-CN" altLang="en-US" dirty="0">
                <a:solidFill>
                  <a:schemeClr val="bg1"/>
                </a:solidFill>
                <a:latin typeface="微软雅黑" panose="020B0503020204020204" pitchFamily="34" charset="-122"/>
                <a:ea typeface="微软雅黑" panose="020B0503020204020204" pitchFamily="34" charset="-122"/>
              </a:rPr>
              <a:t>设备证书给设备身份提供证明，确保设备是合法制造生产的；</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SzPct val="50000"/>
              <a:buFont typeface="Wingdings" panose="05000000000000000000" pitchFamily="2" charset="2"/>
              <a:buChar char="l"/>
            </a:pPr>
            <a:r>
              <a:rPr lang="zh-CN" altLang="en-US" dirty="0">
                <a:solidFill>
                  <a:schemeClr val="bg1"/>
                </a:solidFill>
                <a:latin typeface="微软雅黑" panose="020B0503020204020204" pitchFamily="34" charset="-122"/>
                <a:ea typeface="微软雅黑" panose="020B0503020204020204" pitchFamily="34" charset="-122"/>
              </a:rPr>
              <a:t>设备证书在产线进行预置，设备证书的私钥写入并安全保存在设备的</a:t>
            </a:r>
            <a:r>
              <a:rPr lang="en-US" altLang="zh-CN" dirty="0">
                <a:solidFill>
                  <a:schemeClr val="bg1"/>
                </a:solidFill>
                <a:latin typeface="微软雅黑" panose="020B0503020204020204" pitchFamily="34" charset="-122"/>
                <a:ea typeface="微软雅黑" panose="020B0503020204020204" pitchFamily="34" charset="-122"/>
              </a:rPr>
              <a:t>TEE</a:t>
            </a:r>
            <a:r>
              <a:rPr lang="zh-CN" altLang="en-US" dirty="0">
                <a:solidFill>
                  <a:schemeClr val="bg1"/>
                </a:solidFill>
                <a:latin typeface="微软雅黑" panose="020B0503020204020204" pitchFamily="34" charset="-122"/>
                <a:ea typeface="微软雅黑" panose="020B0503020204020204" pitchFamily="34" charset="-122"/>
              </a:rPr>
              <a:t>环境中，且只在</a:t>
            </a:r>
            <a:r>
              <a:rPr lang="en-US" altLang="zh-CN" dirty="0">
                <a:solidFill>
                  <a:schemeClr val="bg1"/>
                </a:solidFill>
                <a:latin typeface="微软雅黑" panose="020B0503020204020204" pitchFamily="34" charset="-122"/>
                <a:ea typeface="微软雅黑" panose="020B0503020204020204" pitchFamily="34" charset="-122"/>
              </a:rPr>
              <a:t>TEE</a:t>
            </a:r>
            <a:r>
              <a:rPr lang="zh-CN" altLang="en-US" dirty="0">
                <a:solidFill>
                  <a:schemeClr val="bg1"/>
                </a:solidFill>
                <a:latin typeface="微软雅黑" panose="020B0503020204020204" pitchFamily="34" charset="-122"/>
                <a:ea typeface="微软雅黑" panose="020B0503020204020204" pitchFamily="34" charset="-122"/>
              </a:rPr>
              <a:t>内进行使用。</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4839353" y="2205981"/>
            <a:ext cx="6084461" cy="3994794"/>
            <a:chOff x="4839353" y="2205981"/>
            <a:chExt cx="6084461" cy="3994794"/>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39353" y="2205981"/>
              <a:ext cx="6084461" cy="3994794"/>
            </a:xfrm>
            <a:prstGeom prst="rect">
              <a:avLst/>
            </a:prstGeom>
            <a:ln w="12700">
              <a:solidFill>
                <a:schemeClr val="bg1">
                  <a:lumMod val="85000"/>
                </a:schemeClr>
              </a:solidFill>
            </a:ln>
          </p:spPr>
        </p:pic>
        <p:sp>
          <p:nvSpPr>
            <p:cNvPr id="6" name="矩形 5"/>
            <p:cNvSpPr/>
            <p:nvPr/>
          </p:nvSpPr>
          <p:spPr>
            <a:xfrm>
              <a:off x="5421085" y="2235010"/>
              <a:ext cx="1044000"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证书中心</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4952626" y="3310663"/>
              <a:ext cx="972000"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颁发证书</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4839353" y="4643881"/>
              <a:ext cx="1116000"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发放设备证书</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5538000" y="5921836"/>
              <a:ext cx="1116000"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产线</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7416257" y="3618284"/>
              <a:ext cx="628431"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预置</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7356379" y="3901312"/>
              <a:ext cx="720000"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设备证书</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7389037" y="5106654"/>
              <a:ext cx="628431"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预置</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7329159" y="5389682"/>
              <a:ext cx="720000" cy="25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设备证书</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9491649" y="4387249"/>
              <a:ext cx="1332000" cy="432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可信环境保障</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zh-CN" altLang="en-US" sz="1400" dirty="0">
                  <a:solidFill>
                    <a:schemeClr val="bg1"/>
                  </a:solidFill>
                  <a:latin typeface="微软雅黑" panose="020B0503020204020204" pitchFamily="34" charset="-122"/>
                  <a:ea typeface="微软雅黑" panose="020B0503020204020204" pitchFamily="34" charset="-122"/>
                </a:rPr>
                <a:t>敏感数据传输</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正确地使用数据</a:t>
            </a:r>
            <a:endParaRPr lang="zh-CN" altLang="en-US" dirty="0"/>
          </a:p>
        </p:txBody>
      </p:sp>
      <p:sp>
        <p:nvSpPr>
          <p:cNvPr id="3" name="文本占位符 2"/>
          <p:cNvSpPr>
            <a:spLocks noGrp="1"/>
          </p:cNvSpPr>
          <p:nvPr>
            <p:ph type="body" sz="quarter" idx="10"/>
          </p:nvPr>
        </p:nvSpPr>
        <p:spPr>
          <a:xfrm>
            <a:off x="455612" y="1058260"/>
            <a:ext cx="11293475" cy="4879805"/>
          </a:xfrm>
        </p:spPr>
        <p:txBody>
          <a:bodyPr/>
          <a:lstStyle/>
          <a:p>
            <a:r>
              <a:rPr lang="zh-CN" altLang="en-US" dirty="0"/>
              <a:t>在分布式终端场景下，需要确保用户能够正确地使用数据。</a:t>
            </a:r>
            <a:r>
              <a:rPr lang="en-US" altLang="zh-CN" sz="2000" dirty="0"/>
              <a:t> </a:t>
            </a:r>
            <a:r>
              <a:rPr lang="en-US" altLang="zh-CN" sz="2000" dirty="0" err="1"/>
              <a:t>HarmonyOS</a:t>
            </a:r>
            <a:r>
              <a:rPr lang="zh-CN" altLang="en-US" dirty="0"/>
              <a:t>围绕数据的生成、存储、使用、传输以及销毁过程进行全生命周期的保护，从而保证个人数据与隐私、以及系统的机密数据（如密钥）不泄漏。</a:t>
            </a:r>
            <a:endParaRPr lang="zh-CN" altLang="en-US" dirty="0"/>
          </a:p>
        </p:txBody>
      </p:sp>
      <p:graphicFrame>
        <p:nvGraphicFramePr>
          <p:cNvPr id="6" name="图示 5"/>
          <p:cNvGraphicFramePr/>
          <p:nvPr/>
        </p:nvGraphicFramePr>
        <p:xfrm>
          <a:off x="968829" y="3332814"/>
          <a:ext cx="10254342" cy="192170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 name="文本框 6"/>
          <p:cNvSpPr txBox="1"/>
          <p:nvPr/>
        </p:nvSpPr>
        <p:spPr>
          <a:xfrm>
            <a:off x="819807" y="3013690"/>
            <a:ext cx="2772479" cy="584775"/>
          </a:xfrm>
          <a:prstGeom prst="rect">
            <a:avLst/>
          </a:prstGeom>
          <a:noFill/>
        </p:spPr>
        <p:txBody>
          <a:bodyPr wrap="square" rtlCol="0">
            <a:spAutoFit/>
          </a:bodyPr>
          <a:lstStyle/>
          <a:p>
            <a:pPr marL="285750" indent="-285750">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对数据分类分级，根据分类设置相应的保护等级。</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398345" y="4896644"/>
            <a:ext cx="3382345" cy="584775"/>
          </a:xfrm>
          <a:prstGeom prst="rect">
            <a:avLst/>
          </a:prstGeom>
          <a:noFill/>
        </p:spPr>
        <p:txBody>
          <a:bodyPr wrap="square" rtlCol="0">
            <a:spAutoFit/>
          </a:bodyPr>
          <a:lstStyle/>
          <a:p>
            <a:pPr marL="285750" indent="-285750">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通过区分数据的安全等级，存储到不同安全防护能力的分区。</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4132814" y="3131170"/>
            <a:ext cx="3581776" cy="338554"/>
          </a:xfrm>
          <a:prstGeom prst="rect">
            <a:avLst/>
          </a:prstGeom>
          <a:noFill/>
        </p:spPr>
        <p:txBody>
          <a:bodyPr wrap="square" rtlCol="0">
            <a:spAutoFit/>
          </a:bodyPr>
          <a:lstStyle/>
          <a:p>
            <a:pPr marL="285750" indent="-285750">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通过硬件为设备提供可信执行环境。</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662058" y="4907154"/>
            <a:ext cx="2555513" cy="584775"/>
          </a:xfrm>
          <a:prstGeom prst="rect">
            <a:avLst/>
          </a:prstGeom>
          <a:noFill/>
        </p:spPr>
        <p:txBody>
          <a:bodyPr wrap="square" rtlCol="0">
            <a:spAutoFit/>
          </a:bodyPr>
          <a:lstStyle/>
          <a:p>
            <a:pPr marL="285750" indent="-285750">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建立安全的连接通道和安全的加密传输通道。</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851228" y="3060662"/>
            <a:ext cx="4046881" cy="584775"/>
          </a:xfrm>
          <a:prstGeom prst="rect">
            <a:avLst/>
          </a:prstGeom>
          <a:noFill/>
        </p:spPr>
        <p:txBody>
          <a:bodyPr wrap="square" rtlCol="0">
            <a:spAutoFit/>
          </a:bodyPr>
          <a:lstStyle/>
          <a:p>
            <a:pPr marL="285750" indent="-285750">
              <a:buSzPct val="50000"/>
              <a:buFont typeface="Wingdings" panose="05000000000000000000" pitchFamily="2" charset="2"/>
              <a:buChar char="l"/>
            </a:pPr>
            <a:r>
              <a:rPr lang="zh-CN" altLang="en-US" sz="1600" dirty="0">
                <a:solidFill>
                  <a:schemeClr val="bg1"/>
                </a:solidFill>
                <a:latin typeface="微软雅黑" panose="020B0503020204020204" pitchFamily="34" charset="-122"/>
                <a:ea typeface="微软雅黑" panose="020B0503020204020204" pitchFamily="34" charset="-122"/>
              </a:rPr>
              <a:t>销毁密钥即销毁数据。数据在虚拟终端的存储，都建立在密钥的基础上。</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solidFill>
                  <a:schemeClr val="tx1">
                    <a:lumMod val="50000"/>
                  </a:schemeClr>
                </a:solidFill>
              </a:rPr>
              <a:t>HarmonyOS</a:t>
            </a:r>
            <a:r>
              <a:rPr lang="zh-CN" altLang="en-US" dirty="0">
                <a:solidFill>
                  <a:schemeClr val="tx1">
                    <a:lumMod val="50000"/>
                  </a:schemeClr>
                </a:solidFill>
              </a:rPr>
              <a:t>简介</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t>HarmonyOS</a:t>
            </a:r>
            <a:r>
              <a:rPr lang="zh-CN" altLang="en-US" dirty="0"/>
              <a:t>关键特性</a:t>
            </a:r>
            <a:endParaRPr lang="en-US" altLang="zh-CN" dirty="0"/>
          </a:p>
          <a:p>
            <a:pPr lvl="1">
              <a:buSzPct val="60000"/>
              <a:buFont typeface="Wingdings" panose="05000000000000000000" pitchFamily="2" charset="2"/>
              <a:buChar char="n"/>
            </a:pPr>
            <a:r>
              <a:rPr lang="zh-CN" altLang="en-US" dirty="0"/>
              <a:t>硬件互助，资源共享</a:t>
            </a:r>
            <a:endParaRPr lang="en-US" altLang="zh-CN" dirty="0"/>
          </a:p>
          <a:p>
            <a:pPr lvl="1">
              <a:buSzPct val="50000"/>
              <a:buFont typeface="Wingdings" panose="05000000000000000000" pitchFamily="2" charset="2"/>
              <a:buChar char="p"/>
            </a:pPr>
            <a:r>
              <a:rPr lang="zh-CN" altLang="en-US" dirty="0">
                <a:solidFill>
                  <a:schemeClr val="tx1">
                    <a:lumMod val="50000"/>
                  </a:schemeClr>
                </a:solidFill>
              </a:rPr>
              <a:t>一次开发，多端部署</a:t>
            </a:r>
            <a:endParaRPr lang="en-US" altLang="zh-CN" dirty="0">
              <a:solidFill>
                <a:schemeClr val="tx1">
                  <a:lumMod val="50000"/>
                </a:schemeClr>
              </a:solidFill>
            </a:endParaRPr>
          </a:p>
          <a:p>
            <a:pPr lvl="1">
              <a:buSzPct val="50000"/>
              <a:buFont typeface="Wingdings" panose="05000000000000000000" pitchFamily="2" charset="2"/>
              <a:buChar char="p"/>
            </a:pPr>
            <a:r>
              <a:rPr lang="zh-CN" altLang="en-US" dirty="0">
                <a:solidFill>
                  <a:schemeClr val="tx1">
                    <a:lumMod val="50000"/>
                  </a:schemeClr>
                </a:solidFill>
              </a:rPr>
              <a:t>弹性部署，原生智能</a:t>
            </a:r>
            <a:endParaRPr lang="en-US" altLang="zh-CN" dirty="0"/>
          </a:p>
          <a:p>
            <a:r>
              <a:rPr lang="en-US" altLang="zh-CN" dirty="0" err="1">
                <a:solidFill>
                  <a:schemeClr val="tx1">
                    <a:lumMod val="50000"/>
                  </a:schemeClr>
                </a:solidFill>
              </a:rPr>
              <a:t>HarmonyOS</a:t>
            </a:r>
            <a:r>
              <a:rPr lang="zh-CN" altLang="en-US" dirty="0">
                <a:solidFill>
                  <a:schemeClr val="tx1">
                    <a:lumMod val="50000"/>
                  </a:schemeClr>
                </a:solidFill>
              </a:rPr>
              <a:t>生态</a:t>
            </a:r>
            <a:endParaRPr lang="en-US" altLang="zh-CN" dirty="0">
              <a:solidFill>
                <a:schemeClr val="tx1">
                  <a:lumMod val="50000"/>
                </a:schemeClr>
              </a:solidFill>
            </a:endParaRPr>
          </a:p>
          <a:p>
            <a:pPr marL="171450" indent="0">
              <a:buSzPct val="50000"/>
              <a:buNone/>
            </a:pPr>
            <a:endParaRPr lang="en-US" altLang="zh-CN" dirty="0">
              <a:solidFill>
                <a:schemeClr val="tx1">
                  <a:lumMod val="5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a:t>“超级终端”概览图</a:t>
            </a:r>
            <a:endParaRPr lang="zh-CN" altLang="en-US" dirty="0"/>
          </a:p>
        </p:txBody>
      </p:sp>
      <p:grpSp>
        <p:nvGrpSpPr>
          <p:cNvPr id="15" name="组合 14"/>
          <p:cNvGrpSpPr/>
          <p:nvPr/>
        </p:nvGrpSpPr>
        <p:grpSpPr>
          <a:xfrm>
            <a:off x="2166689" y="1199035"/>
            <a:ext cx="7791631" cy="4957649"/>
            <a:chOff x="2166689" y="892947"/>
            <a:chExt cx="8038835" cy="5263737"/>
          </a:xfrm>
          <a:solidFill>
            <a:schemeClr val="tx1"/>
          </a:solidFill>
        </p:grpSpPr>
        <p:sp>
          <p:nvSpPr>
            <p:cNvPr id="92" name="圆角矩形 91"/>
            <p:cNvSpPr>
              <a:spLocks noChangeAspect="1"/>
            </p:cNvSpPr>
            <p:nvPr/>
          </p:nvSpPr>
          <p:spPr>
            <a:xfrm>
              <a:off x="3531963" y="892947"/>
              <a:ext cx="5213038" cy="2003855"/>
            </a:xfrm>
            <a:prstGeom prst="roundRect">
              <a:avLst>
                <a:gd name="adj" fmla="val 8036"/>
              </a:avLst>
            </a:prstGeom>
            <a:grp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endParaRPr lang="zh-CN" altLang="en-US" sz="1600" spc="350"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93" name="圆角矩形 92"/>
            <p:cNvSpPr>
              <a:spLocks noChangeAspect="1"/>
            </p:cNvSpPr>
            <p:nvPr/>
          </p:nvSpPr>
          <p:spPr bwMode="auto">
            <a:xfrm>
              <a:off x="2166689" y="3131355"/>
              <a:ext cx="7898761" cy="3025329"/>
            </a:xfrm>
            <a:prstGeom prst="roundRect">
              <a:avLst>
                <a:gd name="adj" fmla="val 6246"/>
              </a:avLst>
            </a:prstGeom>
            <a:grp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94" name="椭圆 93"/>
            <p:cNvSpPr>
              <a:spLocks noChangeAspect="1"/>
            </p:cNvSpPr>
            <p:nvPr/>
          </p:nvSpPr>
          <p:spPr bwMode="auto">
            <a:xfrm>
              <a:off x="2398925" y="4244715"/>
              <a:ext cx="6609569" cy="447825"/>
            </a:xfrm>
            <a:prstGeom prst="ellipse">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2000" spc="350" dirty="0">
                  <a:solidFill>
                    <a:schemeClr val="bg1"/>
                  </a:solidFill>
                  <a:latin typeface="微软雅黑" panose="020B0503020204020204" pitchFamily="34" charset="-122"/>
                  <a:ea typeface="微软雅黑" panose="020B0503020204020204" pitchFamily="34" charset="-122"/>
                </a:rPr>
                <a:t>分布式软总线</a:t>
              </a:r>
              <a:endParaRPr lang="zh-CN" altLang="en-US" sz="2000" spc="350" dirty="0">
                <a:solidFill>
                  <a:schemeClr val="bg1"/>
                </a:solidFill>
                <a:latin typeface="微软雅黑" panose="020B0503020204020204" pitchFamily="34" charset="-122"/>
                <a:ea typeface="微软雅黑" panose="020B0503020204020204" pitchFamily="34" charset="-122"/>
              </a:endParaRPr>
            </a:p>
          </p:txBody>
        </p:sp>
        <p:cxnSp>
          <p:nvCxnSpPr>
            <p:cNvPr id="95" name="直接连接符 94"/>
            <p:cNvCxnSpPr>
              <a:cxnSpLocks noChangeAspect="1"/>
            </p:cNvCxnSpPr>
            <p:nvPr/>
          </p:nvCxnSpPr>
          <p:spPr bwMode="auto">
            <a:xfrm flipV="1">
              <a:off x="2228582" y="3009944"/>
              <a:ext cx="7976942" cy="22243"/>
            </a:xfrm>
            <a:prstGeom prst="line">
              <a:avLst/>
            </a:prstGeom>
            <a:grpFill/>
            <a:ln w="9525" cap="flat" cmpd="sng" algn="ctr">
              <a:solidFill>
                <a:schemeClr val="bg2"/>
              </a:solidFill>
              <a:prstDash val="dash"/>
              <a:round/>
              <a:headEnd type="none" w="med" len="med"/>
              <a:tailEnd type="none" w="med" len="med"/>
            </a:ln>
            <a:effectLst/>
          </p:spPr>
        </p:cxnSp>
        <p:sp>
          <p:nvSpPr>
            <p:cNvPr id="96" name="文本框 95"/>
            <p:cNvSpPr txBox="1">
              <a:spLocks noChangeAspect="1"/>
            </p:cNvSpPr>
            <p:nvPr/>
          </p:nvSpPr>
          <p:spPr>
            <a:xfrm>
              <a:off x="8210015" y="2308874"/>
              <a:ext cx="725052" cy="457490"/>
            </a:xfrm>
            <a:prstGeom prst="rect">
              <a:avLst/>
            </a:prstGeom>
            <a:grpFill/>
            <a:ln>
              <a:solidFill>
                <a:schemeClr val="bg2"/>
              </a:solidFill>
            </a:ln>
          </p:spPr>
          <p:txBody>
            <a:bodyPr wrap="none" lIns="182880" tIns="91440" rIns="182880" bIns="91440" rtlCol="0">
              <a:spAutoFit/>
            </a:bodyPr>
            <a:lstStyle/>
            <a:p>
              <a:r>
                <a:rPr lang="en-US" altLang="zh-CN" sz="1600" b="0" dirty="0">
                  <a:solidFill>
                    <a:schemeClr val="bg1"/>
                  </a:solidFill>
                  <a:latin typeface="微软雅黑" panose="020B0503020204020204" pitchFamily="34" charset="-122"/>
                  <a:ea typeface="微软雅黑" panose="020B0503020204020204" pitchFamily="34" charset="-122"/>
                </a:rPr>
                <a:t>……</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sp>
          <p:nvSpPr>
            <p:cNvPr id="97" name="文本框 96"/>
            <p:cNvSpPr txBox="1">
              <a:spLocks noChangeAspect="1"/>
            </p:cNvSpPr>
            <p:nvPr/>
          </p:nvSpPr>
          <p:spPr>
            <a:xfrm>
              <a:off x="8211490" y="1917575"/>
              <a:ext cx="725052" cy="457490"/>
            </a:xfrm>
            <a:prstGeom prst="rect">
              <a:avLst/>
            </a:prstGeom>
            <a:grpFill/>
            <a:ln>
              <a:solidFill>
                <a:schemeClr val="bg2"/>
              </a:solidFill>
            </a:ln>
          </p:spPr>
          <p:txBody>
            <a:bodyPr wrap="none" lIns="182880" tIns="91440" rIns="182880" bIns="91440" rtlCol="0">
              <a:spAutoFit/>
            </a:bodyPr>
            <a:lstStyle/>
            <a:p>
              <a:r>
                <a:rPr lang="en-US" altLang="zh-CN" sz="1600" b="0" dirty="0">
                  <a:solidFill>
                    <a:schemeClr val="bg1"/>
                  </a:solidFill>
                  <a:latin typeface="微软雅黑" panose="020B0503020204020204" pitchFamily="34" charset="-122"/>
                  <a:ea typeface="微软雅黑" panose="020B0503020204020204" pitchFamily="34" charset="-122"/>
                </a:rPr>
                <a:t>……</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sp>
          <p:nvSpPr>
            <p:cNvPr id="98" name="文本框 97"/>
            <p:cNvSpPr txBox="1">
              <a:spLocks noChangeAspect="1"/>
            </p:cNvSpPr>
            <p:nvPr/>
          </p:nvSpPr>
          <p:spPr>
            <a:xfrm>
              <a:off x="4869866" y="912129"/>
              <a:ext cx="2524455" cy="490168"/>
            </a:xfrm>
            <a:prstGeom prst="rect">
              <a:avLst/>
            </a:prstGeom>
            <a:grpFill/>
            <a:ln>
              <a:solidFill>
                <a:schemeClr val="bg2"/>
              </a:solidFill>
            </a:ln>
          </p:spPr>
          <p:txBody>
            <a:bodyPr wrap="none" lIns="182880" tIns="91440" rIns="182880" bIns="91440"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用户的“超级终端”</a:t>
              </a:r>
              <a:endParaRPr lang="en-US" dirty="0">
                <a:solidFill>
                  <a:schemeClr val="bg1"/>
                </a:solidFill>
                <a:latin typeface="微软雅黑" panose="020B0503020204020204" pitchFamily="34" charset="-122"/>
                <a:ea typeface="微软雅黑" panose="020B0503020204020204" pitchFamily="34" charset="-122"/>
              </a:endParaRPr>
            </a:p>
          </p:txBody>
        </p:sp>
        <p:sp>
          <p:nvSpPr>
            <p:cNvPr id="99" name="文本框 98"/>
            <p:cNvSpPr txBox="1">
              <a:spLocks noChangeAspect="1"/>
            </p:cNvSpPr>
            <p:nvPr/>
          </p:nvSpPr>
          <p:spPr>
            <a:xfrm>
              <a:off x="5283878" y="1549108"/>
              <a:ext cx="1477560" cy="490168"/>
            </a:xfrm>
            <a:prstGeom prst="rect">
              <a:avLst/>
            </a:prstGeom>
            <a:grpFill/>
            <a:ln>
              <a:solidFill>
                <a:schemeClr val="bg2"/>
              </a:solidFill>
            </a:ln>
          </p:spPr>
          <p:txBody>
            <a:bodyPr wrap="none" lIns="182880" tIns="91440" rIns="182880" bIns="91440"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分布式</a:t>
              </a:r>
              <a:r>
                <a:rPr lang="en-US" altLang="zh-CN" dirty="0">
                  <a:solidFill>
                    <a:schemeClr val="bg1"/>
                  </a:solidFill>
                  <a:latin typeface="微软雅黑" panose="020B0503020204020204" pitchFamily="34" charset="-122"/>
                  <a:ea typeface="微软雅黑" panose="020B0503020204020204" pitchFamily="34" charset="-122"/>
                </a:rPr>
                <a:t>API</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0" name="圆角矩形 99"/>
            <p:cNvSpPr>
              <a:spLocks noChangeAspect="1"/>
            </p:cNvSpPr>
            <p:nvPr/>
          </p:nvSpPr>
          <p:spPr bwMode="auto">
            <a:xfrm>
              <a:off x="3876022" y="2443680"/>
              <a:ext cx="1328599" cy="374327"/>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虚拟外设</a:t>
              </a:r>
              <a:r>
                <a:rPr lang="en-US" altLang="zh-CN" sz="1600" spc="350" dirty="0">
                  <a:solidFill>
                    <a:schemeClr val="bg1"/>
                  </a:solidFill>
                  <a:latin typeface="微软雅黑" panose="020B0503020204020204" pitchFamily="34" charset="-122"/>
                  <a:ea typeface="微软雅黑" panose="020B0503020204020204" pitchFamily="34" charset="-122"/>
                </a:rPr>
                <a:t>A</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1" name="圆角矩形 100"/>
            <p:cNvSpPr>
              <a:spLocks noChangeAspect="1"/>
            </p:cNvSpPr>
            <p:nvPr/>
          </p:nvSpPr>
          <p:spPr bwMode="auto">
            <a:xfrm>
              <a:off x="5359531" y="2455924"/>
              <a:ext cx="1398292" cy="362083"/>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虚拟外设</a:t>
              </a:r>
              <a:r>
                <a:rPr lang="en-US" altLang="zh-CN" sz="1600" spc="350" dirty="0">
                  <a:solidFill>
                    <a:schemeClr val="bg1"/>
                  </a:solidFill>
                  <a:latin typeface="微软雅黑" panose="020B0503020204020204" pitchFamily="34" charset="-122"/>
                  <a:ea typeface="微软雅黑" panose="020B0503020204020204" pitchFamily="34" charset="-122"/>
                </a:rPr>
                <a:t>B</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2" name="圆角矩形 101"/>
            <p:cNvSpPr>
              <a:spLocks noChangeAspect="1"/>
            </p:cNvSpPr>
            <p:nvPr/>
          </p:nvSpPr>
          <p:spPr bwMode="auto">
            <a:xfrm>
              <a:off x="6912733" y="2476470"/>
              <a:ext cx="1352487" cy="350223"/>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虚拟外设</a:t>
              </a:r>
              <a:r>
                <a:rPr lang="en-US" altLang="zh-CN" sz="1600" spc="350" dirty="0">
                  <a:solidFill>
                    <a:schemeClr val="bg1"/>
                  </a:solidFill>
                  <a:latin typeface="微软雅黑" panose="020B0503020204020204" pitchFamily="34" charset="-122"/>
                  <a:ea typeface="微软雅黑" panose="020B0503020204020204" pitchFamily="34" charset="-122"/>
                </a:rPr>
                <a:t>C</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3" name="圆角矩形 102"/>
            <p:cNvSpPr>
              <a:spLocks noChangeAspect="1"/>
            </p:cNvSpPr>
            <p:nvPr/>
          </p:nvSpPr>
          <p:spPr bwMode="auto">
            <a:xfrm>
              <a:off x="3876022" y="1994543"/>
              <a:ext cx="1328599" cy="360146"/>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虚拟资源</a:t>
              </a:r>
              <a:r>
                <a:rPr lang="en-US" altLang="zh-CN" sz="1600" spc="350" dirty="0">
                  <a:solidFill>
                    <a:schemeClr val="bg1"/>
                  </a:solidFill>
                  <a:latin typeface="微软雅黑" panose="020B0503020204020204" pitchFamily="34" charset="-122"/>
                  <a:ea typeface="微软雅黑" panose="020B0503020204020204" pitchFamily="34" charset="-122"/>
                </a:rPr>
                <a:t>A</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4" name="圆角矩形 103"/>
            <p:cNvSpPr>
              <a:spLocks noChangeAspect="1"/>
            </p:cNvSpPr>
            <p:nvPr/>
          </p:nvSpPr>
          <p:spPr bwMode="auto">
            <a:xfrm>
              <a:off x="5359530" y="1994543"/>
              <a:ext cx="1398292" cy="376236"/>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虚拟资源</a:t>
              </a:r>
              <a:r>
                <a:rPr lang="en-US" altLang="zh-CN" sz="1600" spc="350" dirty="0">
                  <a:solidFill>
                    <a:schemeClr val="bg1"/>
                  </a:solidFill>
                  <a:latin typeface="微软雅黑" panose="020B0503020204020204" pitchFamily="34" charset="-122"/>
                  <a:ea typeface="微软雅黑" panose="020B0503020204020204" pitchFamily="34" charset="-122"/>
                </a:rPr>
                <a:t>B</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5" name="圆角矩形 104"/>
            <p:cNvSpPr>
              <a:spLocks noChangeAspect="1"/>
            </p:cNvSpPr>
            <p:nvPr/>
          </p:nvSpPr>
          <p:spPr bwMode="auto">
            <a:xfrm>
              <a:off x="6932360" y="1994543"/>
              <a:ext cx="1332859" cy="361299"/>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虚拟资源</a:t>
              </a:r>
              <a:r>
                <a:rPr lang="en-US" altLang="zh-CN" sz="1600" spc="350" dirty="0">
                  <a:solidFill>
                    <a:schemeClr val="bg1"/>
                  </a:solidFill>
                  <a:latin typeface="微软雅黑" panose="020B0503020204020204" pitchFamily="34" charset="-122"/>
                  <a:ea typeface="微软雅黑" panose="020B0503020204020204" pitchFamily="34" charset="-122"/>
                </a:rPr>
                <a:t>C</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6" name="圆角矩形 105"/>
            <p:cNvSpPr>
              <a:spLocks noChangeAspect="1"/>
            </p:cNvSpPr>
            <p:nvPr/>
          </p:nvSpPr>
          <p:spPr bwMode="auto">
            <a:xfrm>
              <a:off x="4449488" y="1316434"/>
              <a:ext cx="1364630" cy="308679"/>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用户程序</a:t>
              </a:r>
              <a:r>
                <a:rPr lang="en-US" altLang="zh-CN" sz="1600" spc="350" dirty="0">
                  <a:solidFill>
                    <a:schemeClr val="bg1"/>
                  </a:solidFill>
                  <a:latin typeface="微软雅黑" panose="020B0503020204020204" pitchFamily="34" charset="-122"/>
                  <a:ea typeface="微软雅黑" panose="020B0503020204020204" pitchFamily="34" charset="-122"/>
                </a:rPr>
                <a:t>A</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sp>
          <p:nvSpPr>
            <p:cNvPr id="107" name="圆角矩形 106"/>
            <p:cNvSpPr>
              <a:spLocks noChangeAspect="1"/>
            </p:cNvSpPr>
            <p:nvPr/>
          </p:nvSpPr>
          <p:spPr bwMode="auto">
            <a:xfrm>
              <a:off x="6224066" y="1314905"/>
              <a:ext cx="1247633" cy="338197"/>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1600" spc="350" dirty="0">
                  <a:solidFill>
                    <a:schemeClr val="bg1"/>
                  </a:solidFill>
                  <a:latin typeface="微软雅黑" panose="020B0503020204020204" pitchFamily="34" charset="-122"/>
                  <a:ea typeface="微软雅黑" panose="020B0503020204020204" pitchFamily="34" charset="-122"/>
                </a:rPr>
                <a:t>用户程序</a:t>
              </a:r>
              <a:r>
                <a:rPr lang="en-US" altLang="zh-CN" sz="1600" spc="350" dirty="0">
                  <a:solidFill>
                    <a:schemeClr val="bg1"/>
                  </a:solidFill>
                  <a:latin typeface="微软雅黑" panose="020B0503020204020204" pitchFamily="34" charset="-122"/>
                  <a:ea typeface="微软雅黑" panose="020B0503020204020204" pitchFamily="34" charset="-122"/>
                </a:rPr>
                <a:t>B</a:t>
              </a:r>
              <a:endParaRPr lang="zh-CN" altLang="en-US" sz="1600" spc="350" dirty="0">
                <a:solidFill>
                  <a:schemeClr val="bg1"/>
                </a:solidFill>
                <a:latin typeface="微软雅黑" panose="020B0503020204020204" pitchFamily="34" charset="-122"/>
                <a:ea typeface="微软雅黑" panose="020B0503020204020204" pitchFamily="34" charset="-122"/>
              </a:endParaRPr>
            </a:p>
          </p:txBody>
        </p:sp>
        <p:cxnSp>
          <p:nvCxnSpPr>
            <p:cNvPr id="108" name="直接连接符 107"/>
            <p:cNvCxnSpPr>
              <a:cxnSpLocks noChangeAspect="1"/>
            </p:cNvCxnSpPr>
            <p:nvPr/>
          </p:nvCxnSpPr>
          <p:spPr bwMode="auto">
            <a:xfrm>
              <a:off x="3531963" y="1952325"/>
              <a:ext cx="5213038" cy="0"/>
            </a:xfrm>
            <a:prstGeom prst="line">
              <a:avLst/>
            </a:prstGeom>
            <a:grpFill/>
            <a:ln w="9525" cap="flat" cmpd="sng" algn="ctr">
              <a:solidFill>
                <a:schemeClr val="bg2"/>
              </a:solidFill>
              <a:prstDash val="dash"/>
              <a:round/>
              <a:headEnd type="none" w="med" len="med"/>
              <a:tailEnd type="none" w="med" len="med"/>
            </a:ln>
            <a:effectLst/>
          </p:spPr>
        </p:cxnSp>
        <p:sp>
          <p:nvSpPr>
            <p:cNvPr id="109" name="文本框 108"/>
            <p:cNvSpPr txBox="1">
              <a:spLocks noChangeAspect="1"/>
            </p:cNvSpPr>
            <p:nvPr/>
          </p:nvSpPr>
          <p:spPr>
            <a:xfrm>
              <a:off x="8211490" y="1290672"/>
              <a:ext cx="725052" cy="457490"/>
            </a:xfrm>
            <a:prstGeom prst="rect">
              <a:avLst/>
            </a:prstGeom>
            <a:grpFill/>
            <a:ln>
              <a:solidFill>
                <a:schemeClr val="bg2"/>
              </a:solidFill>
            </a:ln>
          </p:spPr>
          <p:txBody>
            <a:bodyPr wrap="none" lIns="182880" tIns="91440" rIns="182880" bIns="91440" rtlCol="0">
              <a:spAutoFit/>
            </a:bodyPr>
            <a:lstStyle/>
            <a:p>
              <a:r>
                <a:rPr lang="en-US" altLang="zh-CN" sz="1600" b="0" dirty="0">
                  <a:solidFill>
                    <a:schemeClr val="bg1"/>
                  </a:solidFill>
                  <a:latin typeface="微软雅黑" panose="020B0503020204020204" pitchFamily="34" charset="-122"/>
                  <a:ea typeface="微软雅黑" panose="020B0503020204020204" pitchFamily="34" charset="-122"/>
                </a:rPr>
                <a:t>……</a:t>
              </a:r>
              <a:endParaRPr lang="zh-CN" altLang="en-US" sz="1600" b="0" dirty="0">
                <a:solidFill>
                  <a:schemeClr val="bg1"/>
                </a:solidFill>
                <a:latin typeface="微软雅黑" panose="020B0503020204020204" pitchFamily="34" charset="-122"/>
                <a:ea typeface="微软雅黑" panose="020B0503020204020204" pitchFamily="34" charset="-122"/>
              </a:endParaRPr>
            </a:p>
          </p:txBody>
        </p:sp>
        <p:sp>
          <p:nvSpPr>
            <p:cNvPr id="110" name="文本框 49"/>
            <p:cNvSpPr txBox="1">
              <a:spLocks noChangeAspect="1"/>
            </p:cNvSpPr>
            <p:nvPr/>
          </p:nvSpPr>
          <p:spPr>
            <a:xfrm>
              <a:off x="9589945" y="5457211"/>
              <a:ext cx="386337" cy="359457"/>
            </a:xfrm>
            <a:prstGeom prst="rect">
              <a:avLst/>
            </a:prstGeom>
            <a:grpFill/>
            <a:ln w="12700">
              <a:solidFill>
                <a:schemeClr val="bg2"/>
              </a:solidFill>
              <a:miter lim="400000"/>
            </a:ln>
          </p:spPr>
          <p:txBody>
            <a:bodyPr wrap="none" lIns="91438" rIns="91438">
              <a:spAutoFit/>
            </a:bodyPr>
            <a:lstStyle>
              <a:lvl1pPr algn="ctr">
                <a:lnSpc>
                  <a:spcPct val="130000"/>
                </a:lnSpc>
                <a:defRPr sz="1200" spc="180"/>
              </a:lvl1pPr>
            </a:lstStyle>
            <a:p>
              <a:pPr>
                <a:lnSpc>
                  <a:spcPct val="100000"/>
                </a:lnSpc>
              </a:pPr>
              <a:r>
                <a:rPr sz="1600" dirty="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
          <p:nvSpPr>
            <p:cNvPr id="111" name="平板"/>
            <p:cNvSpPr txBox="1">
              <a:spLocks noChangeAspect="1"/>
            </p:cNvSpPr>
            <p:nvPr/>
          </p:nvSpPr>
          <p:spPr>
            <a:xfrm>
              <a:off x="4104616"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dirty="0" err="1">
                  <a:solidFill>
                    <a:schemeClr val="bg1"/>
                  </a:solidFill>
                  <a:latin typeface="微软雅黑" panose="020B0503020204020204" pitchFamily="34" charset="-122"/>
                  <a:ea typeface="微软雅黑" panose="020B0503020204020204" pitchFamily="34" charset="-122"/>
                </a:rPr>
                <a:t>平板</a:t>
              </a:r>
              <a:endParaRPr sz="1600" dirty="0">
                <a:solidFill>
                  <a:schemeClr val="bg1"/>
                </a:solidFill>
                <a:latin typeface="微软雅黑" panose="020B0503020204020204" pitchFamily="34" charset="-122"/>
                <a:ea typeface="微软雅黑" panose="020B0503020204020204" pitchFamily="34" charset="-122"/>
              </a:endParaRPr>
            </a:p>
          </p:txBody>
        </p:sp>
        <p:sp>
          <p:nvSpPr>
            <p:cNvPr id="112" name="大屏"/>
            <p:cNvSpPr txBox="1">
              <a:spLocks noChangeAspect="1"/>
            </p:cNvSpPr>
            <p:nvPr/>
          </p:nvSpPr>
          <p:spPr>
            <a:xfrm>
              <a:off x="5726208"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a:solidFill>
                    <a:schemeClr val="bg1"/>
                  </a:solidFill>
                  <a:latin typeface="微软雅黑" panose="020B0503020204020204" pitchFamily="34" charset="-122"/>
                  <a:ea typeface="微软雅黑" panose="020B0503020204020204" pitchFamily="34" charset="-122"/>
                </a:rPr>
                <a:t>大屏</a:t>
              </a:r>
              <a:endParaRPr sz="1600">
                <a:solidFill>
                  <a:schemeClr val="bg1"/>
                </a:solidFill>
                <a:latin typeface="微软雅黑" panose="020B0503020204020204" pitchFamily="34" charset="-122"/>
                <a:ea typeface="微软雅黑" panose="020B0503020204020204" pitchFamily="34" charset="-122"/>
              </a:endParaRPr>
            </a:p>
          </p:txBody>
        </p:sp>
        <p:sp>
          <p:nvSpPr>
            <p:cNvPr id="113" name="手表"/>
            <p:cNvSpPr txBox="1">
              <a:spLocks noChangeAspect="1"/>
            </p:cNvSpPr>
            <p:nvPr/>
          </p:nvSpPr>
          <p:spPr>
            <a:xfrm>
              <a:off x="4917970"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a:solidFill>
                    <a:schemeClr val="bg1"/>
                  </a:solidFill>
                  <a:latin typeface="微软雅黑" panose="020B0503020204020204" pitchFamily="34" charset="-122"/>
                  <a:ea typeface="微软雅黑" panose="020B0503020204020204" pitchFamily="34" charset="-122"/>
                </a:rPr>
                <a:t>手表</a:t>
              </a:r>
              <a:endParaRPr sz="1600">
                <a:solidFill>
                  <a:schemeClr val="bg1"/>
                </a:solidFill>
                <a:latin typeface="微软雅黑" panose="020B0503020204020204" pitchFamily="34" charset="-122"/>
                <a:ea typeface="微软雅黑" panose="020B0503020204020204" pitchFamily="34" charset="-122"/>
              </a:endParaRPr>
            </a:p>
          </p:txBody>
        </p:sp>
        <p:sp>
          <p:nvSpPr>
            <p:cNvPr id="114" name="电脑"/>
            <p:cNvSpPr txBox="1">
              <a:spLocks noChangeAspect="1"/>
            </p:cNvSpPr>
            <p:nvPr/>
          </p:nvSpPr>
          <p:spPr>
            <a:xfrm>
              <a:off x="6534444"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a:solidFill>
                    <a:schemeClr val="bg1"/>
                  </a:solidFill>
                  <a:latin typeface="微软雅黑" panose="020B0503020204020204" pitchFamily="34" charset="-122"/>
                  <a:ea typeface="微软雅黑" panose="020B0503020204020204" pitchFamily="34" charset="-122"/>
                </a:rPr>
                <a:t>电脑</a:t>
              </a:r>
              <a:endParaRPr sz="1600">
                <a:solidFill>
                  <a:schemeClr val="bg1"/>
                </a:solidFill>
                <a:latin typeface="微软雅黑" panose="020B0503020204020204" pitchFamily="34" charset="-122"/>
                <a:ea typeface="微软雅黑" panose="020B0503020204020204" pitchFamily="34" charset="-122"/>
              </a:endParaRPr>
            </a:p>
          </p:txBody>
        </p:sp>
        <p:sp>
          <p:nvSpPr>
            <p:cNvPr id="115" name="耳机"/>
            <p:cNvSpPr txBox="1">
              <a:spLocks noChangeAspect="1"/>
            </p:cNvSpPr>
            <p:nvPr/>
          </p:nvSpPr>
          <p:spPr>
            <a:xfrm>
              <a:off x="7342460"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a:solidFill>
                    <a:schemeClr val="bg1"/>
                  </a:solidFill>
                  <a:latin typeface="微软雅黑" panose="020B0503020204020204" pitchFamily="34" charset="-122"/>
                  <a:ea typeface="微软雅黑" panose="020B0503020204020204" pitchFamily="34" charset="-122"/>
                </a:rPr>
                <a:t>耳机</a:t>
              </a:r>
              <a:endParaRPr sz="1600">
                <a:solidFill>
                  <a:schemeClr val="bg1"/>
                </a:solidFill>
                <a:latin typeface="微软雅黑" panose="020B0503020204020204" pitchFamily="34" charset="-122"/>
                <a:ea typeface="微软雅黑" panose="020B0503020204020204" pitchFamily="34" charset="-122"/>
              </a:endParaRPr>
            </a:p>
          </p:txBody>
        </p:sp>
        <p:sp>
          <p:nvSpPr>
            <p:cNvPr id="116" name="汽车"/>
            <p:cNvSpPr txBox="1">
              <a:spLocks noChangeAspect="1"/>
            </p:cNvSpPr>
            <p:nvPr/>
          </p:nvSpPr>
          <p:spPr>
            <a:xfrm>
              <a:off x="8186648"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a:solidFill>
                    <a:schemeClr val="bg1"/>
                  </a:solidFill>
                  <a:latin typeface="微软雅黑" panose="020B0503020204020204" pitchFamily="34" charset="-122"/>
                  <a:ea typeface="微软雅黑" panose="020B0503020204020204" pitchFamily="34" charset="-122"/>
                </a:rPr>
                <a:t>汽车</a:t>
              </a:r>
              <a:endParaRPr sz="1600">
                <a:solidFill>
                  <a:schemeClr val="bg1"/>
                </a:solidFill>
                <a:latin typeface="微软雅黑" panose="020B0503020204020204" pitchFamily="34" charset="-122"/>
                <a:ea typeface="微软雅黑" panose="020B0503020204020204" pitchFamily="34" charset="-122"/>
              </a:endParaRPr>
            </a:p>
          </p:txBody>
        </p:sp>
        <p:sp>
          <p:nvSpPr>
            <p:cNvPr id="117" name="音箱"/>
            <p:cNvSpPr txBox="1">
              <a:spLocks noChangeAspect="1"/>
            </p:cNvSpPr>
            <p:nvPr/>
          </p:nvSpPr>
          <p:spPr>
            <a:xfrm>
              <a:off x="8958721"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a:solidFill>
                    <a:schemeClr val="bg1"/>
                  </a:solidFill>
                  <a:latin typeface="微软雅黑" panose="020B0503020204020204" pitchFamily="34" charset="-122"/>
                  <a:ea typeface="微软雅黑" panose="020B0503020204020204" pitchFamily="34" charset="-122"/>
                </a:rPr>
                <a:t>音箱</a:t>
              </a:r>
              <a:endParaRPr sz="1600">
                <a:solidFill>
                  <a:schemeClr val="bg1"/>
                </a:solidFill>
                <a:latin typeface="微软雅黑" panose="020B0503020204020204" pitchFamily="34" charset="-122"/>
                <a:ea typeface="微软雅黑" panose="020B0503020204020204" pitchFamily="34" charset="-122"/>
              </a:endParaRPr>
            </a:p>
          </p:txBody>
        </p:sp>
        <p:sp>
          <p:nvSpPr>
            <p:cNvPr id="118" name="平板"/>
            <p:cNvSpPr txBox="1">
              <a:spLocks noChangeAspect="1"/>
            </p:cNvSpPr>
            <p:nvPr/>
          </p:nvSpPr>
          <p:spPr>
            <a:xfrm>
              <a:off x="3301496" y="5755486"/>
              <a:ext cx="583498"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sz="1600" dirty="0" err="1">
                  <a:solidFill>
                    <a:schemeClr val="bg1"/>
                  </a:solidFill>
                  <a:latin typeface="微软雅黑" panose="020B0503020204020204" pitchFamily="34" charset="-122"/>
                  <a:ea typeface="微软雅黑" panose="020B0503020204020204" pitchFamily="34" charset="-122"/>
                </a:rPr>
                <a:t>手机</a:t>
              </a:r>
              <a:endParaRPr sz="1600" dirty="0">
                <a:solidFill>
                  <a:schemeClr val="bg1"/>
                </a:solidFill>
                <a:latin typeface="微软雅黑" panose="020B0503020204020204" pitchFamily="34" charset="-122"/>
                <a:ea typeface="微软雅黑" panose="020B0503020204020204" pitchFamily="34" charset="-122"/>
              </a:endParaRPr>
            </a:p>
          </p:txBody>
        </p:sp>
        <p:pic>
          <p:nvPicPr>
            <p:cNvPr id="119" name="Image" descr="Image"/>
            <p:cNvPicPr>
              <a:picLocks noChangeAspect="1"/>
            </p:cNvPicPr>
            <p:nvPr/>
          </p:nvPicPr>
          <p:blipFill>
            <a:blip r:embed="rId1">
              <a:duotone>
                <a:prstClr val="black"/>
                <a:schemeClr val="tx1">
                  <a:tint val="45000"/>
                  <a:satMod val="400000"/>
                </a:schemeClr>
              </a:duotone>
            </a:blip>
            <a:stretch>
              <a:fillRect/>
            </a:stretch>
          </p:blipFill>
          <p:spPr>
            <a:xfrm>
              <a:off x="4179181" y="5321136"/>
              <a:ext cx="444605" cy="323960"/>
            </a:xfrm>
            <a:prstGeom prst="rect">
              <a:avLst/>
            </a:prstGeom>
            <a:grpFill/>
            <a:ln w="12700">
              <a:solidFill>
                <a:schemeClr val="bg2"/>
              </a:solidFill>
              <a:miter lim="400000"/>
              <a:headEnd/>
              <a:tailEnd/>
            </a:ln>
          </p:spPr>
        </p:pic>
        <p:pic>
          <p:nvPicPr>
            <p:cNvPr id="120" name="Image" descr="Image"/>
            <p:cNvPicPr>
              <a:picLocks noChangeAspect="1"/>
            </p:cNvPicPr>
            <p:nvPr/>
          </p:nvPicPr>
          <p:blipFill>
            <a:blip r:embed="rId2">
              <a:duotone>
                <a:prstClr val="black"/>
                <a:schemeClr val="tx1">
                  <a:tint val="45000"/>
                  <a:satMod val="400000"/>
                </a:schemeClr>
              </a:duotone>
            </a:blip>
            <a:stretch>
              <a:fillRect/>
            </a:stretch>
          </p:blipFill>
          <p:spPr>
            <a:xfrm>
              <a:off x="5062973" y="5247216"/>
              <a:ext cx="293494" cy="471796"/>
            </a:xfrm>
            <a:prstGeom prst="rect">
              <a:avLst/>
            </a:prstGeom>
            <a:grpFill/>
            <a:ln w="12700">
              <a:solidFill>
                <a:schemeClr val="bg2"/>
              </a:solidFill>
              <a:miter lim="400000"/>
              <a:headEnd/>
              <a:tailEnd/>
            </a:ln>
          </p:spPr>
        </p:pic>
        <p:pic>
          <p:nvPicPr>
            <p:cNvPr id="121" name="Image" descr="Image"/>
            <p:cNvPicPr>
              <a:picLocks noChangeAspect="1"/>
            </p:cNvPicPr>
            <p:nvPr/>
          </p:nvPicPr>
          <p:blipFill>
            <a:blip r:embed="rId3">
              <a:duotone>
                <a:prstClr val="black"/>
                <a:schemeClr val="tx1">
                  <a:tint val="45000"/>
                  <a:satMod val="400000"/>
                </a:schemeClr>
              </a:duotone>
            </a:blip>
            <a:stretch>
              <a:fillRect/>
            </a:stretch>
          </p:blipFill>
          <p:spPr>
            <a:xfrm>
              <a:off x="5791466" y="5318301"/>
              <a:ext cx="452982" cy="329626"/>
            </a:xfrm>
            <a:prstGeom prst="rect">
              <a:avLst/>
            </a:prstGeom>
            <a:grpFill/>
            <a:ln w="12700">
              <a:solidFill>
                <a:schemeClr val="bg2"/>
              </a:solidFill>
              <a:miter lim="400000"/>
              <a:headEnd/>
              <a:tailEnd/>
            </a:ln>
          </p:spPr>
        </p:pic>
        <p:pic>
          <p:nvPicPr>
            <p:cNvPr id="122" name="Image" descr="Image"/>
            <p:cNvPicPr>
              <a:picLocks noChangeAspect="1"/>
            </p:cNvPicPr>
            <p:nvPr/>
          </p:nvPicPr>
          <p:blipFill>
            <a:blip r:embed="rId4">
              <a:duotone>
                <a:prstClr val="black"/>
                <a:schemeClr val="tx1">
                  <a:tint val="45000"/>
                  <a:satMod val="400000"/>
                </a:schemeClr>
              </a:duotone>
            </a:blip>
            <a:stretch>
              <a:fillRect/>
            </a:stretch>
          </p:blipFill>
          <p:spPr>
            <a:xfrm>
              <a:off x="6587341" y="5333090"/>
              <a:ext cx="477706" cy="300050"/>
            </a:xfrm>
            <a:prstGeom prst="rect">
              <a:avLst/>
            </a:prstGeom>
            <a:grpFill/>
            <a:ln w="12700">
              <a:solidFill>
                <a:schemeClr val="bg2"/>
              </a:solidFill>
              <a:miter lim="400000"/>
              <a:headEnd/>
              <a:tailEnd/>
            </a:ln>
          </p:spPr>
        </p:pic>
        <p:pic>
          <p:nvPicPr>
            <p:cNvPr id="123" name="Image" descr="Image"/>
            <p:cNvPicPr>
              <a:picLocks noChangeAspect="1"/>
            </p:cNvPicPr>
            <p:nvPr/>
          </p:nvPicPr>
          <p:blipFill>
            <a:blip r:embed="rId5">
              <a:duotone>
                <a:prstClr val="black"/>
                <a:schemeClr val="tx1">
                  <a:tint val="45000"/>
                  <a:satMod val="400000"/>
                </a:schemeClr>
              </a:duotone>
            </a:blip>
            <a:stretch>
              <a:fillRect/>
            </a:stretch>
          </p:blipFill>
          <p:spPr>
            <a:xfrm>
              <a:off x="7509532" y="5239128"/>
              <a:ext cx="249798" cy="487974"/>
            </a:xfrm>
            <a:prstGeom prst="rect">
              <a:avLst/>
            </a:prstGeom>
            <a:grpFill/>
            <a:ln w="12700">
              <a:solidFill>
                <a:schemeClr val="bg2"/>
              </a:solidFill>
              <a:miter lim="400000"/>
              <a:headEnd/>
              <a:tailEnd/>
            </a:ln>
          </p:spPr>
        </p:pic>
        <p:pic>
          <p:nvPicPr>
            <p:cNvPr id="124" name="Image" descr="Image"/>
            <p:cNvPicPr>
              <a:picLocks noChangeAspect="1"/>
            </p:cNvPicPr>
            <p:nvPr/>
          </p:nvPicPr>
          <p:blipFill>
            <a:blip r:embed="rId6">
              <a:duotone>
                <a:prstClr val="black"/>
                <a:schemeClr val="tx1">
                  <a:tint val="45000"/>
                  <a:satMod val="400000"/>
                </a:schemeClr>
              </a:duotone>
            </a:blip>
            <a:stretch>
              <a:fillRect/>
            </a:stretch>
          </p:blipFill>
          <p:spPr>
            <a:xfrm>
              <a:off x="8253736" y="5334754"/>
              <a:ext cx="449322" cy="296721"/>
            </a:xfrm>
            <a:prstGeom prst="rect">
              <a:avLst/>
            </a:prstGeom>
            <a:grpFill/>
            <a:ln w="12700">
              <a:solidFill>
                <a:schemeClr val="bg2"/>
              </a:solidFill>
              <a:miter lim="400000"/>
              <a:headEnd/>
              <a:tailEnd/>
            </a:ln>
          </p:spPr>
        </p:pic>
        <p:pic>
          <p:nvPicPr>
            <p:cNvPr id="125" name="Image" descr="Image"/>
            <p:cNvPicPr>
              <a:picLocks noChangeAspect="1"/>
            </p:cNvPicPr>
            <p:nvPr/>
          </p:nvPicPr>
          <p:blipFill>
            <a:blip r:embed="rId7">
              <a:duotone>
                <a:prstClr val="black"/>
                <a:schemeClr val="tx1">
                  <a:tint val="45000"/>
                  <a:satMod val="400000"/>
                </a:schemeClr>
              </a:duotone>
            </a:blip>
            <a:stretch>
              <a:fillRect/>
            </a:stretch>
          </p:blipFill>
          <p:spPr>
            <a:xfrm>
              <a:off x="9070811" y="5255362"/>
              <a:ext cx="360189" cy="455505"/>
            </a:xfrm>
            <a:prstGeom prst="rect">
              <a:avLst/>
            </a:prstGeom>
            <a:grpFill/>
            <a:ln w="12700">
              <a:solidFill>
                <a:schemeClr val="bg2"/>
              </a:solidFill>
              <a:miter lim="400000"/>
              <a:headEnd/>
              <a:tailEnd/>
            </a:ln>
          </p:spPr>
        </p:pic>
        <p:pic>
          <p:nvPicPr>
            <p:cNvPr id="126" name="Image" descr="Image"/>
            <p:cNvPicPr>
              <a:picLocks noChangeAspect="1"/>
            </p:cNvPicPr>
            <p:nvPr/>
          </p:nvPicPr>
          <p:blipFill>
            <a:blip r:embed="rId8">
              <a:duotone>
                <a:prstClr val="black"/>
                <a:schemeClr val="tx1">
                  <a:tint val="45000"/>
                  <a:satMod val="400000"/>
                </a:schemeClr>
              </a:duotone>
            </a:blip>
            <a:stretch>
              <a:fillRect/>
            </a:stretch>
          </p:blipFill>
          <p:spPr>
            <a:xfrm>
              <a:off x="3477205" y="5202751"/>
              <a:ext cx="226154" cy="508921"/>
            </a:xfrm>
            <a:prstGeom prst="rect">
              <a:avLst/>
            </a:prstGeom>
            <a:grpFill/>
            <a:ln w="12700">
              <a:solidFill>
                <a:schemeClr val="bg2"/>
              </a:solidFill>
              <a:miter lim="400000"/>
              <a:headEnd/>
              <a:tailEnd/>
            </a:ln>
          </p:spPr>
        </p:pic>
        <p:pic>
          <p:nvPicPr>
            <p:cNvPr id="127" name="Image" descr="Image"/>
            <p:cNvPicPr>
              <a:picLocks noChangeAspect="1"/>
            </p:cNvPicPr>
            <p:nvPr/>
          </p:nvPicPr>
          <p:blipFill>
            <a:blip r:embed="rId9">
              <a:duotone>
                <a:prstClr val="black"/>
                <a:schemeClr val="tx1">
                  <a:tint val="45000"/>
                  <a:satMod val="400000"/>
                </a:schemeClr>
              </a:duotone>
            </a:blip>
            <a:stretch>
              <a:fillRect/>
            </a:stretch>
          </p:blipFill>
          <p:spPr>
            <a:xfrm>
              <a:off x="2659958" y="5344531"/>
              <a:ext cx="396670" cy="256361"/>
            </a:xfrm>
            <a:prstGeom prst="rect">
              <a:avLst/>
            </a:prstGeom>
            <a:grpFill/>
            <a:ln w="12700">
              <a:solidFill>
                <a:schemeClr val="bg2"/>
              </a:solidFill>
              <a:miter lim="400000"/>
              <a:headEnd/>
              <a:tailEnd/>
            </a:ln>
          </p:spPr>
        </p:pic>
        <p:sp>
          <p:nvSpPr>
            <p:cNvPr id="128" name="平板"/>
            <p:cNvSpPr txBox="1">
              <a:spLocks noChangeAspect="1"/>
            </p:cNvSpPr>
            <p:nvPr/>
          </p:nvSpPr>
          <p:spPr>
            <a:xfrm>
              <a:off x="2331035" y="5755047"/>
              <a:ext cx="1054517" cy="377173"/>
            </a:xfrm>
            <a:prstGeom prst="rect">
              <a:avLst/>
            </a:prstGeom>
            <a:grpFill/>
            <a:ln w="12700">
              <a:solidFill>
                <a:schemeClr val="bg2"/>
              </a:solidFill>
              <a:miter lim="400000"/>
            </a:ln>
          </p:spPr>
          <p:txBody>
            <a:bodyPr wrap="none" lIns="53982" tIns="53982" rIns="53982" bIns="53982" anchor="ctr">
              <a:spAutoFit/>
            </a:bodyPr>
            <a:lstStyle>
              <a:lvl1pPr algn="ctr">
                <a:lnSpc>
                  <a:spcPct val="130000"/>
                </a:lnSpc>
                <a:defRPr sz="1200" spc="180"/>
              </a:lvl1pPr>
            </a:lstStyle>
            <a:p>
              <a:pPr>
                <a:lnSpc>
                  <a:spcPct val="100000"/>
                </a:lnSpc>
              </a:pPr>
              <a:r>
                <a:rPr lang="zh-CN" altLang="en-US" sz="1600" dirty="0">
                  <a:solidFill>
                    <a:schemeClr val="bg1"/>
                  </a:solidFill>
                  <a:latin typeface="微软雅黑" panose="020B0503020204020204" pitchFamily="34" charset="-122"/>
                  <a:ea typeface="微软雅黑" panose="020B0503020204020204" pitchFamily="34" charset="-122"/>
                </a:rPr>
                <a:t>智能家居</a:t>
              </a:r>
              <a:endParaRPr sz="1600" dirty="0">
                <a:solidFill>
                  <a:schemeClr val="bg1"/>
                </a:solidFill>
                <a:latin typeface="微软雅黑" panose="020B0503020204020204" pitchFamily="34" charset="-122"/>
                <a:ea typeface="微软雅黑" panose="020B0503020204020204" pitchFamily="34" charset="-122"/>
              </a:endParaRPr>
            </a:p>
          </p:txBody>
        </p:sp>
        <p:sp>
          <p:nvSpPr>
            <p:cNvPr id="129" name="圆角矩形 128"/>
            <p:cNvSpPr>
              <a:spLocks noChangeAspect="1"/>
            </p:cNvSpPr>
            <p:nvPr/>
          </p:nvSpPr>
          <p:spPr>
            <a:xfrm>
              <a:off x="9391090" y="3286531"/>
              <a:ext cx="479940" cy="1913246"/>
            </a:xfrm>
            <a:prstGeom prst="round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zh-CN" sz="2000" spc="350" dirty="0">
                  <a:solidFill>
                    <a:schemeClr val="bg1"/>
                  </a:solidFill>
                  <a:latin typeface="微软雅黑" panose="020B0503020204020204" pitchFamily="34" charset="-122"/>
                  <a:ea typeface="微软雅黑" panose="020B0503020204020204" pitchFamily="34" charset="-122"/>
                </a:rPr>
                <a:t>安全</a:t>
              </a:r>
              <a:endParaRPr lang="en-US" altLang="zh-CN" sz="2000" spc="350" dirty="0">
                <a:solidFill>
                  <a:schemeClr val="bg1"/>
                </a:solidFill>
                <a:latin typeface="微软雅黑" panose="020B0503020204020204" pitchFamily="34" charset="-122"/>
                <a:ea typeface="微软雅黑" panose="020B0503020204020204" pitchFamily="34" charset="-122"/>
              </a:endParaRPr>
            </a:p>
            <a:p>
              <a:pPr algn="ctr">
                <a:buClr>
                  <a:srgbClr val="CC9900"/>
                </a:buClr>
              </a:pPr>
              <a:r>
                <a:rPr lang="zh-CN" altLang="en-US" sz="2000" spc="350" dirty="0">
                  <a:solidFill>
                    <a:schemeClr val="bg1"/>
                  </a:solidFill>
                  <a:latin typeface="微软雅黑" panose="020B0503020204020204" pitchFamily="34" charset="-122"/>
                  <a:ea typeface="微软雅黑" panose="020B0503020204020204" pitchFamily="34" charset="-122"/>
                </a:rPr>
                <a:t>与</a:t>
              </a:r>
              <a:endParaRPr lang="en-US" altLang="zh-CN" sz="2000" spc="350" dirty="0">
                <a:solidFill>
                  <a:schemeClr val="bg1"/>
                </a:solidFill>
                <a:latin typeface="微软雅黑" panose="020B0503020204020204" pitchFamily="34" charset="-122"/>
                <a:ea typeface="微软雅黑" panose="020B0503020204020204" pitchFamily="34" charset="-122"/>
              </a:endParaRPr>
            </a:p>
            <a:p>
              <a:pPr algn="ctr">
                <a:buClr>
                  <a:srgbClr val="CC9900"/>
                </a:buClr>
              </a:pPr>
              <a:r>
                <a:rPr lang="zh-CN" altLang="zh-CN" sz="2000" spc="350" dirty="0">
                  <a:solidFill>
                    <a:schemeClr val="bg1"/>
                  </a:solidFill>
                  <a:latin typeface="微软雅黑" panose="020B0503020204020204" pitchFamily="34" charset="-122"/>
                  <a:ea typeface="微软雅黑" panose="020B0503020204020204" pitchFamily="34" charset="-122"/>
                </a:rPr>
                <a:t>隐私</a:t>
              </a:r>
              <a:endParaRPr lang="en-US" altLang="zh-CN" sz="2000" spc="350"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130" name="椭圆 129"/>
            <p:cNvSpPr>
              <a:spLocks noChangeAspect="1"/>
            </p:cNvSpPr>
            <p:nvPr/>
          </p:nvSpPr>
          <p:spPr bwMode="auto">
            <a:xfrm>
              <a:off x="2398924" y="3742110"/>
              <a:ext cx="6609569" cy="447825"/>
            </a:xfrm>
            <a:prstGeom prst="ellipse">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2000" spc="350" dirty="0">
                  <a:solidFill>
                    <a:schemeClr val="bg1"/>
                  </a:solidFill>
                  <a:latin typeface="微软雅黑" panose="020B0503020204020204" pitchFamily="34" charset="-122"/>
                  <a:ea typeface="微软雅黑" panose="020B0503020204020204" pitchFamily="34" charset="-122"/>
                </a:rPr>
                <a:t>分布式数据管理</a:t>
              </a:r>
              <a:endParaRPr lang="zh-CN" altLang="en-US" sz="2000" spc="350" dirty="0">
                <a:solidFill>
                  <a:schemeClr val="bg1"/>
                </a:solidFill>
                <a:latin typeface="微软雅黑" panose="020B0503020204020204" pitchFamily="34" charset="-122"/>
                <a:ea typeface="微软雅黑" panose="020B0503020204020204" pitchFamily="34" charset="-122"/>
              </a:endParaRPr>
            </a:p>
          </p:txBody>
        </p:sp>
        <p:sp>
          <p:nvSpPr>
            <p:cNvPr id="131" name="椭圆 130"/>
            <p:cNvSpPr>
              <a:spLocks noChangeAspect="1"/>
            </p:cNvSpPr>
            <p:nvPr/>
          </p:nvSpPr>
          <p:spPr bwMode="auto">
            <a:xfrm>
              <a:off x="2398924" y="3245795"/>
              <a:ext cx="6609569" cy="447825"/>
            </a:xfrm>
            <a:prstGeom prst="ellipse">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2000" spc="350" dirty="0">
                  <a:solidFill>
                    <a:schemeClr val="bg1"/>
                  </a:solidFill>
                  <a:latin typeface="微软雅黑" panose="020B0503020204020204" pitchFamily="34" charset="-122"/>
                  <a:ea typeface="微软雅黑" panose="020B0503020204020204" pitchFamily="34" charset="-122"/>
                </a:rPr>
                <a:t>分布式任务调度</a:t>
              </a:r>
              <a:endParaRPr lang="zh-CN" altLang="en-US" sz="2000" spc="350" dirty="0">
                <a:solidFill>
                  <a:schemeClr val="bg1"/>
                </a:solidFill>
                <a:latin typeface="微软雅黑" panose="020B0503020204020204" pitchFamily="34" charset="-122"/>
                <a:ea typeface="微软雅黑" panose="020B0503020204020204" pitchFamily="34" charset="-122"/>
              </a:endParaRPr>
            </a:p>
          </p:txBody>
        </p:sp>
        <p:sp>
          <p:nvSpPr>
            <p:cNvPr id="135" name="椭圆 134"/>
            <p:cNvSpPr>
              <a:spLocks noChangeAspect="1"/>
            </p:cNvSpPr>
            <p:nvPr/>
          </p:nvSpPr>
          <p:spPr bwMode="auto">
            <a:xfrm>
              <a:off x="2398925" y="4757333"/>
              <a:ext cx="6609569" cy="447825"/>
            </a:xfrm>
            <a:prstGeom prst="ellipse">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2000" spc="350" dirty="0">
                  <a:solidFill>
                    <a:schemeClr val="bg1"/>
                  </a:solidFill>
                  <a:latin typeface="微软雅黑" panose="020B0503020204020204" pitchFamily="34" charset="-122"/>
                  <a:ea typeface="微软雅黑" panose="020B0503020204020204" pitchFamily="34" charset="-122"/>
                </a:rPr>
                <a:t>分布式设备虚拟化</a:t>
              </a:r>
              <a:endParaRPr lang="zh-CN" altLang="en-US" sz="2000" spc="35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硬件互助，资源共享关键技术</a:t>
            </a:r>
            <a:endParaRPr lang="zh-CN" altLang="en-US" dirty="0"/>
          </a:p>
        </p:txBody>
      </p:sp>
      <p:sp>
        <p:nvSpPr>
          <p:cNvPr id="3" name="文本占位符 2"/>
          <p:cNvSpPr>
            <a:spLocks noGrp="1"/>
          </p:cNvSpPr>
          <p:nvPr>
            <p:ph type="body" sz="quarter" idx="10"/>
          </p:nvPr>
        </p:nvSpPr>
        <p:spPr/>
        <p:txBody>
          <a:bodyPr/>
          <a:lstStyle/>
          <a:p>
            <a:r>
              <a:rPr lang="zh-CN" altLang="en-US" dirty="0"/>
              <a:t>多种设备之间能够实现硬件互助、资源共享，主要依赖以下四个关键分布式技术。</a:t>
            </a:r>
            <a:endParaRPr lang="en-US" altLang="zh-CN" dirty="0"/>
          </a:p>
          <a:p>
            <a:endParaRPr lang="zh-CN" altLang="en-US" dirty="0"/>
          </a:p>
        </p:txBody>
      </p:sp>
      <p:graphicFrame>
        <p:nvGraphicFramePr>
          <p:cNvPr id="4" name="图示 3"/>
          <p:cNvGraphicFramePr>
            <a:graphicFrameLocks noChangeAspect="1"/>
          </p:cNvGraphicFramePr>
          <p:nvPr/>
        </p:nvGraphicFramePr>
        <p:xfrm>
          <a:off x="2696307" y="1580840"/>
          <a:ext cx="6799386" cy="453292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分布式软总线</a:t>
            </a:r>
            <a:endParaRPr lang="zh-CN" altLang="en-US" dirty="0"/>
          </a:p>
        </p:txBody>
      </p:sp>
      <p:sp>
        <p:nvSpPr>
          <p:cNvPr id="3" name="文本占位符 2"/>
          <p:cNvSpPr>
            <a:spLocks noGrp="1"/>
          </p:cNvSpPr>
          <p:nvPr>
            <p:ph type="body" sz="quarter" idx="10"/>
          </p:nvPr>
        </p:nvSpPr>
        <p:spPr/>
        <p:txBody>
          <a:bodyPr/>
          <a:lstStyle/>
          <a:p>
            <a:r>
              <a:rPr lang="zh-CN" altLang="en-US" dirty="0"/>
              <a:t>分布式软总线是手机、平板、智能穿戴、智慧屏、车机等分布式设备的通信基座，为设备之间的互联互通提供了统一的分布式通信能力，为设备之间的无感发现和零等待传输创造了条件。开发者只需聚焦于业务逻辑的实现，无需关注组网方式与底层协议。</a:t>
            </a:r>
            <a:endParaRPr lang="en-US" altLang="zh-CN" dirty="0"/>
          </a:p>
        </p:txBody>
      </p:sp>
      <p:grpSp>
        <p:nvGrpSpPr>
          <p:cNvPr id="4" name="组合 3"/>
          <p:cNvGrpSpPr/>
          <p:nvPr/>
        </p:nvGrpSpPr>
        <p:grpSpPr>
          <a:xfrm>
            <a:off x="961652" y="2739332"/>
            <a:ext cx="10193649" cy="3341338"/>
            <a:chOff x="624051" y="1599497"/>
            <a:chExt cx="10938754" cy="4243406"/>
          </a:xfrm>
          <a:solidFill>
            <a:schemeClr val="tx1"/>
          </a:solidFill>
        </p:grpSpPr>
        <p:grpSp>
          <p:nvGrpSpPr>
            <p:cNvPr id="5" name="组合 4"/>
            <p:cNvGrpSpPr/>
            <p:nvPr/>
          </p:nvGrpSpPr>
          <p:grpSpPr>
            <a:xfrm>
              <a:off x="734141" y="2208734"/>
              <a:ext cx="10826012" cy="1863045"/>
              <a:chOff x="734141" y="2208734"/>
              <a:chExt cx="10826012" cy="1863045"/>
            </a:xfrm>
            <a:grpFill/>
          </p:grpSpPr>
          <p:sp>
            <p:nvSpPr>
              <p:cNvPr id="169" name="矩形 168"/>
              <p:cNvSpPr/>
              <p:nvPr/>
            </p:nvSpPr>
            <p:spPr>
              <a:xfrm>
                <a:off x="1793965" y="2208735"/>
                <a:ext cx="5043913" cy="1863044"/>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400" dirty="0">
                    <a:solidFill>
                      <a:schemeClr val="bg1"/>
                    </a:solidFill>
                    <a:latin typeface="微软雅黑" panose="020B0503020204020204" pitchFamily="34" charset="-122"/>
                    <a:ea typeface="微软雅黑" panose="020B0503020204020204" pitchFamily="34" charset="-122"/>
                  </a:rPr>
                  <a:t>总线中枢</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0" name="文本框 169"/>
              <p:cNvSpPr txBox="1"/>
              <p:nvPr/>
            </p:nvSpPr>
            <p:spPr>
              <a:xfrm>
                <a:off x="734141" y="2943853"/>
                <a:ext cx="858712" cy="742648"/>
              </a:xfrm>
              <a:prstGeom prst="rect">
                <a:avLst/>
              </a:prstGeom>
              <a:grpFill/>
              <a:ln>
                <a:solidFill>
                  <a:schemeClr val="bg2"/>
                </a:solidFill>
              </a:ln>
            </p:spPr>
            <p:txBody>
              <a:bodyPr wrap="non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分布式</a:t>
                </a:r>
                <a:endParaRPr lang="en-US" altLang="zh-CN" sz="1600" dirty="0">
                  <a:solidFill>
                    <a:schemeClr val="bg1"/>
                  </a:solidFill>
                  <a:latin typeface="微软雅黑" panose="020B0503020204020204" pitchFamily="34" charset="-122"/>
                  <a:ea typeface="微软雅黑" panose="020B0503020204020204" pitchFamily="34" charset="-122"/>
                </a:endParaRPr>
              </a:p>
              <a:p>
                <a:pPr algn="ctr"/>
                <a:r>
                  <a:rPr lang="zh-CN" altLang="en-US" sz="1600" dirty="0">
                    <a:solidFill>
                      <a:schemeClr val="bg1"/>
                    </a:solidFill>
                    <a:latin typeface="微软雅黑" panose="020B0503020204020204" pitchFamily="34" charset="-122"/>
                    <a:ea typeface="微软雅黑" panose="020B0503020204020204" pitchFamily="34" charset="-122"/>
                  </a:rPr>
                  <a:t>软总线</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71" name="矩形 170"/>
              <p:cNvSpPr/>
              <p:nvPr/>
            </p:nvSpPr>
            <p:spPr>
              <a:xfrm>
                <a:off x="7004612" y="2208735"/>
                <a:ext cx="3538830" cy="1863044"/>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任务</a:t>
                </a:r>
                <a:r>
                  <a:rPr lang="en-US" altLang="zh-CN" sz="1400" dirty="0">
                    <a:solidFill>
                      <a:schemeClr val="bg1"/>
                    </a:solidFill>
                    <a:latin typeface="微软雅黑" panose="020B0503020204020204" pitchFamily="34" charset="-122"/>
                    <a:ea typeface="微软雅黑" panose="020B0503020204020204" pitchFamily="34" charset="-122"/>
                  </a:rPr>
                  <a:t>&amp;</a:t>
                </a:r>
                <a:r>
                  <a:rPr lang="zh-CN" altLang="en-US" sz="1400" dirty="0">
                    <a:solidFill>
                      <a:schemeClr val="bg1"/>
                    </a:solidFill>
                    <a:latin typeface="微软雅黑" panose="020B0503020204020204" pitchFamily="34" charset="-122"/>
                    <a:ea typeface="微软雅黑" panose="020B0503020204020204" pitchFamily="34" charset="-122"/>
                  </a:rPr>
                  <a:t>数据总线</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消息、字节、文件、流</a:t>
                </a:r>
                <a:r>
                  <a:rPr lang="en-US" altLang="zh-CN"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2" name="矩形 171"/>
              <p:cNvSpPr/>
              <p:nvPr/>
            </p:nvSpPr>
            <p:spPr>
              <a:xfrm>
                <a:off x="10688849" y="2208734"/>
                <a:ext cx="871304" cy="816361"/>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安全</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3" name="矩形 172"/>
              <p:cNvSpPr/>
              <p:nvPr/>
            </p:nvSpPr>
            <p:spPr>
              <a:xfrm>
                <a:off x="10688849" y="3255418"/>
                <a:ext cx="871304" cy="816361"/>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en-US" altLang="zh-CN" sz="1400" dirty="0">
                    <a:solidFill>
                      <a:schemeClr val="bg1"/>
                    </a:solidFill>
                    <a:latin typeface="微软雅黑" panose="020B0503020204020204" pitchFamily="34" charset="-122"/>
                    <a:ea typeface="微软雅黑" panose="020B0503020204020204" pitchFamily="34" charset="-122"/>
                  </a:rPr>
                  <a:t>Profile</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4" name="矩形 173"/>
              <p:cNvSpPr/>
              <p:nvPr/>
            </p:nvSpPr>
            <p:spPr>
              <a:xfrm>
                <a:off x="3621196" y="2538111"/>
                <a:ext cx="2753349" cy="14329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400" dirty="0">
                    <a:solidFill>
                      <a:schemeClr val="bg1"/>
                    </a:solidFill>
                    <a:latin typeface="微软雅黑" panose="020B0503020204020204" pitchFamily="34" charset="-122"/>
                    <a:ea typeface="微软雅黑" panose="020B0503020204020204" pitchFamily="34" charset="-122"/>
                  </a:rPr>
                  <a:t>互联管理中心</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5" name="矩形 174"/>
              <p:cNvSpPr/>
              <p:nvPr/>
            </p:nvSpPr>
            <p:spPr>
              <a:xfrm>
                <a:off x="2227378" y="2538111"/>
                <a:ext cx="540376" cy="14329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数据与计算中心</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6" name="矩形 175"/>
              <p:cNvSpPr/>
              <p:nvPr/>
            </p:nvSpPr>
            <p:spPr>
              <a:xfrm>
                <a:off x="2910758" y="2538111"/>
                <a:ext cx="540376" cy="14329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决策中心</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7" name="矩形 176"/>
              <p:cNvSpPr/>
              <p:nvPr/>
            </p:nvSpPr>
            <p:spPr>
              <a:xfrm>
                <a:off x="3770870" y="2970980"/>
                <a:ext cx="2453999" cy="338554"/>
              </a:xfrm>
              <a:prstGeom prst="rect">
                <a:avLst/>
              </a:prstGeom>
              <a:grp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组网</a:t>
                </a:r>
                <a:r>
                  <a:rPr lang="en-US" altLang="zh-CN" sz="1400" dirty="0">
                    <a:solidFill>
                      <a:schemeClr val="bg1"/>
                    </a:solidFill>
                    <a:latin typeface="微软雅黑" panose="020B0503020204020204" pitchFamily="34" charset="-122"/>
                    <a:ea typeface="微软雅黑" panose="020B0503020204020204" pitchFamily="34" charset="-122"/>
                  </a:rPr>
                  <a:t>&amp;</a:t>
                </a:r>
                <a:r>
                  <a:rPr lang="zh-CN" altLang="en-US" sz="1400" dirty="0">
                    <a:solidFill>
                      <a:schemeClr val="bg1"/>
                    </a:solidFill>
                    <a:latin typeface="微软雅黑" panose="020B0503020204020204" pitchFamily="34" charset="-122"/>
                    <a:ea typeface="微软雅黑" panose="020B0503020204020204" pitchFamily="34" charset="-122"/>
                  </a:rPr>
                  <a:t>拓扑管理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8" name="矩形 177"/>
              <p:cNvSpPr/>
              <p:nvPr/>
            </p:nvSpPr>
            <p:spPr>
              <a:xfrm>
                <a:off x="3766548" y="3494321"/>
                <a:ext cx="1173840" cy="338554"/>
              </a:xfrm>
              <a:prstGeom prst="rect">
                <a:avLst/>
              </a:prstGeom>
              <a:grp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发现</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9" name="矩形 178"/>
              <p:cNvSpPr/>
              <p:nvPr/>
            </p:nvSpPr>
            <p:spPr>
              <a:xfrm>
                <a:off x="5046706" y="3494321"/>
                <a:ext cx="1173840" cy="338554"/>
              </a:xfrm>
              <a:prstGeom prst="rect">
                <a:avLst/>
              </a:prstGeom>
              <a:grp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连接</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6" name="组合 5"/>
            <p:cNvGrpSpPr/>
            <p:nvPr/>
          </p:nvGrpSpPr>
          <p:grpSpPr>
            <a:xfrm>
              <a:off x="624052" y="1599497"/>
              <a:ext cx="10936101" cy="508145"/>
              <a:chOff x="624052" y="1599497"/>
              <a:chExt cx="10936101" cy="508145"/>
            </a:xfrm>
            <a:grpFill/>
          </p:grpSpPr>
          <p:sp>
            <p:nvSpPr>
              <p:cNvPr id="162" name="矩形 161"/>
              <p:cNvSpPr/>
              <p:nvPr/>
            </p:nvSpPr>
            <p:spPr>
              <a:xfrm>
                <a:off x="1793965" y="1599497"/>
                <a:ext cx="9766188" cy="494937"/>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63" name="文本框 162"/>
              <p:cNvSpPr txBox="1"/>
              <p:nvPr/>
            </p:nvSpPr>
            <p:spPr>
              <a:xfrm>
                <a:off x="624052" y="1677688"/>
                <a:ext cx="1078894" cy="429954"/>
              </a:xfrm>
              <a:prstGeom prst="rect">
                <a:avLst/>
              </a:prstGeom>
              <a:grpFill/>
              <a:ln>
                <a:solidFill>
                  <a:schemeClr val="bg2"/>
                </a:solidFill>
              </a:ln>
            </p:spPr>
            <p:txBody>
              <a:bodyPr wrap="non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终端设备</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64" name="矩形 163"/>
              <p:cNvSpPr/>
              <p:nvPr/>
            </p:nvSpPr>
            <p:spPr>
              <a:xfrm>
                <a:off x="1960283" y="1690340"/>
                <a:ext cx="1627648" cy="338554"/>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A</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5" name="矩形 164"/>
              <p:cNvSpPr/>
              <p:nvPr/>
            </p:nvSpPr>
            <p:spPr>
              <a:xfrm>
                <a:off x="3944982" y="1691939"/>
                <a:ext cx="1627648" cy="338554"/>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B</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6" name="矩形 165"/>
              <p:cNvSpPr/>
              <p:nvPr/>
            </p:nvSpPr>
            <p:spPr>
              <a:xfrm>
                <a:off x="5929681" y="1691939"/>
                <a:ext cx="1627648" cy="338554"/>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C</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7" name="矩形 166"/>
              <p:cNvSpPr/>
              <p:nvPr/>
            </p:nvSpPr>
            <p:spPr>
              <a:xfrm>
                <a:off x="7914380" y="1691939"/>
                <a:ext cx="1627648" cy="338554"/>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D</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8" name="矩形 167"/>
              <p:cNvSpPr/>
              <p:nvPr/>
            </p:nvSpPr>
            <p:spPr>
              <a:xfrm>
                <a:off x="9899079" y="1691939"/>
                <a:ext cx="1500441" cy="338554"/>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7" name="组合 86"/>
            <p:cNvGrpSpPr/>
            <p:nvPr/>
          </p:nvGrpSpPr>
          <p:grpSpPr bwMode="auto">
            <a:xfrm>
              <a:off x="2313724" y="1711459"/>
              <a:ext cx="208115" cy="293417"/>
              <a:chOff x="1157288" y="3419477"/>
              <a:chExt cx="642938" cy="906463"/>
            </a:xfrm>
            <a:grpFill/>
          </p:grpSpPr>
          <p:sp>
            <p:nvSpPr>
              <p:cNvPr id="138" name="Freeform 1418"/>
              <p:cNvSpPr/>
              <p:nvPr/>
            </p:nvSpPr>
            <p:spPr bwMode="auto">
              <a:xfrm>
                <a:off x="1438276" y="3544890"/>
                <a:ext cx="361950" cy="774701"/>
              </a:xfrm>
              <a:custGeom>
                <a:avLst/>
                <a:gdLst>
                  <a:gd name="T0" fmla="*/ 2147483646 w 233"/>
                  <a:gd name="T1" fmla="*/ 2147483646 h 498"/>
                  <a:gd name="T2" fmla="*/ 2147483646 w 233"/>
                  <a:gd name="T3" fmla="*/ 2147483646 h 498"/>
                  <a:gd name="T4" fmla="*/ 0 w 233"/>
                  <a:gd name="T5" fmla="*/ 2147483646 h 498"/>
                  <a:gd name="T6" fmla="*/ 0 w 233"/>
                  <a:gd name="T7" fmla="*/ 2147483646 h 498"/>
                  <a:gd name="T8" fmla="*/ 2147483646 w 233"/>
                  <a:gd name="T9" fmla="*/ 2147483646 h 498"/>
                  <a:gd name="T10" fmla="*/ 2147483646 w 233"/>
                  <a:gd name="T11" fmla="*/ 0 h 498"/>
                  <a:gd name="T12" fmla="*/ 2147483646 w 233"/>
                  <a:gd name="T13" fmla="*/ 2147483646 h 498"/>
                  <a:gd name="T14" fmla="*/ 2147483646 w 233"/>
                  <a:gd name="T15" fmla="*/ 2147483646 h 498"/>
                  <a:gd name="T16" fmla="*/ 2147483646 w 233"/>
                  <a:gd name="T17" fmla="*/ 2147483646 h 498"/>
                  <a:gd name="T18" fmla="*/ 2147483646 w 233"/>
                  <a:gd name="T19" fmla="*/ 2147483646 h 498"/>
                  <a:gd name="T20" fmla="*/ 2147483646 w 233"/>
                  <a:gd name="T21" fmla="*/ 2147483646 h 498"/>
                  <a:gd name="T22" fmla="*/ 2147483646 w 233"/>
                  <a:gd name="T23" fmla="*/ 2147483646 h 498"/>
                  <a:gd name="T24" fmla="*/ 2147483646 w 233"/>
                  <a:gd name="T25" fmla="*/ 2147483646 h 498"/>
                  <a:gd name="T26" fmla="*/ 2147483646 w 233"/>
                  <a:gd name="T27" fmla="*/ 2147483646 h 498"/>
                  <a:gd name="T28" fmla="*/ 2147483646 w 233"/>
                  <a:gd name="T29" fmla="*/ 2147483646 h 498"/>
                  <a:gd name="T30" fmla="*/ 2147483646 w 233"/>
                  <a:gd name="T31" fmla="*/ 2147483646 h 498"/>
                  <a:gd name="T32" fmla="*/ 2147483646 w 233"/>
                  <a:gd name="T33" fmla="*/ 2147483646 h 498"/>
                  <a:gd name="T34" fmla="*/ 2147483646 w 233"/>
                  <a:gd name="T35" fmla="*/ 2147483646 h 498"/>
                  <a:gd name="T36" fmla="*/ 2147483646 w 233"/>
                  <a:gd name="T37" fmla="*/ 2147483646 h 498"/>
                  <a:gd name="T38" fmla="*/ 2147483646 w 233"/>
                  <a:gd name="T39" fmla="*/ 2147483646 h 498"/>
                  <a:gd name="T40" fmla="*/ 2147483646 w 233"/>
                  <a:gd name="T41" fmla="*/ 2147483646 h 498"/>
                  <a:gd name="T42" fmla="*/ 2147483646 w 233"/>
                  <a:gd name="T43" fmla="*/ 2147483646 h 498"/>
                  <a:gd name="T44" fmla="*/ 2147483646 w 233"/>
                  <a:gd name="T45" fmla="*/ 2147483646 h 498"/>
                  <a:gd name="T46" fmla="*/ 2147483646 w 233"/>
                  <a:gd name="T47" fmla="*/ 2147483646 h 498"/>
                  <a:gd name="T48" fmla="*/ 2147483646 w 233"/>
                  <a:gd name="T49" fmla="*/ 2147483646 h 498"/>
                  <a:gd name="T50" fmla="*/ 2147483646 w 233"/>
                  <a:gd name="T51" fmla="*/ 2147483646 h 49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33" h="498">
                    <a:moveTo>
                      <a:pt x="17" y="498"/>
                    </a:moveTo>
                    <a:cubicBezTo>
                      <a:pt x="13" y="498"/>
                      <a:pt x="9" y="496"/>
                      <a:pt x="6" y="494"/>
                    </a:cubicBezTo>
                    <a:cubicBezTo>
                      <a:pt x="2" y="490"/>
                      <a:pt x="0" y="486"/>
                      <a:pt x="0" y="481"/>
                    </a:cubicBezTo>
                    <a:cubicBezTo>
                      <a:pt x="0" y="17"/>
                      <a:pt x="0" y="17"/>
                      <a:pt x="0" y="17"/>
                    </a:cubicBezTo>
                    <a:cubicBezTo>
                      <a:pt x="0" y="12"/>
                      <a:pt x="2" y="8"/>
                      <a:pt x="6" y="5"/>
                    </a:cubicBezTo>
                    <a:cubicBezTo>
                      <a:pt x="9" y="1"/>
                      <a:pt x="14" y="0"/>
                      <a:pt x="19" y="0"/>
                    </a:cubicBezTo>
                    <a:cubicBezTo>
                      <a:pt x="213" y="15"/>
                      <a:pt x="213" y="15"/>
                      <a:pt x="213" y="15"/>
                    </a:cubicBezTo>
                    <a:cubicBezTo>
                      <a:pt x="224" y="16"/>
                      <a:pt x="233" y="25"/>
                      <a:pt x="233" y="36"/>
                    </a:cubicBezTo>
                    <a:cubicBezTo>
                      <a:pt x="233" y="462"/>
                      <a:pt x="233" y="462"/>
                      <a:pt x="233" y="462"/>
                    </a:cubicBezTo>
                    <a:cubicBezTo>
                      <a:pt x="233" y="473"/>
                      <a:pt x="224" y="482"/>
                      <a:pt x="213" y="483"/>
                    </a:cubicBezTo>
                    <a:cubicBezTo>
                      <a:pt x="142" y="489"/>
                      <a:pt x="142" y="489"/>
                      <a:pt x="142" y="489"/>
                    </a:cubicBezTo>
                    <a:cubicBezTo>
                      <a:pt x="141" y="481"/>
                      <a:pt x="141" y="481"/>
                      <a:pt x="141" y="481"/>
                    </a:cubicBezTo>
                    <a:cubicBezTo>
                      <a:pt x="212" y="475"/>
                      <a:pt x="212" y="475"/>
                      <a:pt x="212" y="475"/>
                    </a:cubicBezTo>
                    <a:cubicBezTo>
                      <a:pt x="219" y="475"/>
                      <a:pt x="225" y="469"/>
                      <a:pt x="225" y="462"/>
                    </a:cubicBezTo>
                    <a:cubicBezTo>
                      <a:pt x="225" y="36"/>
                      <a:pt x="225" y="36"/>
                      <a:pt x="225" y="36"/>
                    </a:cubicBezTo>
                    <a:cubicBezTo>
                      <a:pt x="225" y="29"/>
                      <a:pt x="219" y="24"/>
                      <a:pt x="213" y="23"/>
                    </a:cubicBezTo>
                    <a:cubicBezTo>
                      <a:pt x="18" y="8"/>
                      <a:pt x="18" y="8"/>
                      <a:pt x="18" y="8"/>
                    </a:cubicBezTo>
                    <a:cubicBezTo>
                      <a:pt x="15" y="8"/>
                      <a:pt x="13" y="9"/>
                      <a:pt x="11" y="10"/>
                    </a:cubicBezTo>
                    <a:cubicBezTo>
                      <a:pt x="9" y="12"/>
                      <a:pt x="8" y="14"/>
                      <a:pt x="8" y="17"/>
                    </a:cubicBezTo>
                    <a:cubicBezTo>
                      <a:pt x="8" y="481"/>
                      <a:pt x="8" y="481"/>
                      <a:pt x="8" y="481"/>
                    </a:cubicBezTo>
                    <a:cubicBezTo>
                      <a:pt x="8" y="484"/>
                      <a:pt x="9" y="486"/>
                      <a:pt x="11" y="488"/>
                    </a:cubicBezTo>
                    <a:cubicBezTo>
                      <a:pt x="13" y="489"/>
                      <a:pt x="15" y="490"/>
                      <a:pt x="18" y="490"/>
                    </a:cubicBezTo>
                    <a:cubicBezTo>
                      <a:pt x="108" y="483"/>
                      <a:pt x="108" y="483"/>
                      <a:pt x="108" y="483"/>
                    </a:cubicBezTo>
                    <a:cubicBezTo>
                      <a:pt x="109" y="491"/>
                      <a:pt x="109" y="491"/>
                      <a:pt x="109" y="491"/>
                    </a:cubicBezTo>
                    <a:cubicBezTo>
                      <a:pt x="19" y="498"/>
                      <a:pt x="19" y="498"/>
                      <a:pt x="19" y="498"/>
                    </a:cubicBezTo>
                    <a:cubicBezTo>
                      <a:pt x="18" y="498"/>
                      <a:pt x="18" y="498"/>
                      <a:pt x="17" y="49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9" name="Freeform 1419"/>
              <p:cNvSpPr/>
              <p:nvPr/>
            </p:nvSpPr>
            <p:spPr bwMode="auto">
              <a:xfrm>
                <a:off x="1157288" y="3419477"/>
                <a:ext cx="360363" cy="777876"/>
              </a:xfrm>
              <a:custGeom>
                <a:avLst/>
                <a:gdLst>
                  <a:gd name="T0" fmla="*/ 2147483646 w 232"/>
                  <a:gd name="T1" fmla="*/ 2147483646 h 499"/>
                  <a:gd name="T2" fmla="*/ 2147483646 w 232"/>
                  <a:gd name="T3" fmla="*/ 2147483646 h 499"/>
                  <a:gd name="T4" fmla="*/ 0 w 232"/>
                  <a:gd name="T5" fmla="*/ 2147483646 h 499"/>
                  <a:gd name="T6" fmla="*/ 0 w 232"/>
                  <a:gd name="T7" fmla="*/ 2147483646 h 499"/>
                  <a:gd name="T8" fmla="*/ 2147483646 w 232"/>
                  <a:gd name="T9" fmla="*/ 2147483646 h 499"/>
                  <a:gd name="T10" fmla="*/ 2147483646 w 232"/>
                  <a:gd name="T11" fmla="*/ 2147483646 h 499"/>
                  <a:gd name="T12" fmla="*/ 2147483646 w 232"/>
                  <a:gd name="T13" fmla="*/ 2147483646 h 499"/>
                  <a:gd name="T14" fmla="*/ 2147483646 w 232"/>
                  <a:gd name="T15" fmla="*/ 2147483646 h 499"/>
                  <a:gd name="T16" fmla="*/ 2147483646 w 232"/>
                  <a:gd name="T17" fmla="*/ 2147483646 h 499"/>
                  <a:gd name="T18" fmla="*/ 2147483646 w 232"/>
                  <a:gd name="T19" fmla="*/ 2147483646 h 499"/>
                  <a:gd name="T20" fmla="*/ 2147483646 w 232"/>
                  <a:gd name="T21" fmla="*/ 2147483646 h 499"/>
                  <a:gd name="T22" fmla="*/ 2147483646 w 232"/>
                  <a:gd name="T23" fmla="*/ 2147483646 h 499"/>
                  <a:gd name="T24" fmla="*/ 2147483646 w 232"/>
                  <a:gd name="T25" fmla="*/ 2147483646 h 499"/>
                  <a:gd name="T26" fmla="*/ 2147483646 w 232"/>
                  <a:gd name="T27" fmla="*/ 2147483646 h 499"/>
                  <a:gd name="T28" fmla="*/ 2147483646 w 232"/>
                  <a:gd name="T29" fmla="*/ 2147483646 h 499"/>
                  <a:gd name="T30" fmla="*/ 2147483646 w 232"/>
                  <a:gd name="T31" fmla="*/ 2147483646 h 499"/>
                  <a:gd name="T32" fmla="*/ 2147483646 w 232"/>
                  <a:gd name="T33" fmla="*/ 2147483646 h 499"/>
                  <a:gd name="T34" fmla="*/ 2147483646 w 232"/>
                  <a:gd name="T35" fmla="*/ 2147483646 h 499"/>
                  <a:gd name="T36" fmla="*/ 2147483646 w 232"/>
                  <a:gd name="T37" fmla="*/ 2147483646 h 499"/>
                  <a:gd name="T38" fmla="*/ 2147483646 w 232"/>
                  <a:gd name="T39" fmla="*/ 2147483646 h 499"/>
                  <a:gd name="T40" fmla="*/ 2147483646 w 232"/>
                  <a:gd name="T41" fmla="*/ 2147483646 h 499"/>
                  <a:gd name="T42" fmla="*/ 2147483646 w 232"/>
                  <a:gd name="T43" fmla="*/ 2147483646 h 49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32" h="499">
                    <a:moveTo>
                      <a:pt x="17" y="499"/>
                    </a:moveTo>
                    <a:cubicBezTo>
                      <a:pt x="13" y="499"/>
                      <a:pt x="9" y="497"/>
                      <a:pt x="5" y="494"/>
                    </a:cubicBezTo>
                    <a:cubicBezTo>
                      <a:pt x="2" y="491"/>
                      <a:pt x="0" y="486"/>
                      <a:pt x="0" y="482"/>
                    </a:cubicBezTo>
                    <a:cubicBezTo>
                      <a:pt x="0" y="18"/>
                      <a:pt x="0" y="18"/>
                      <a:pt x="0" y="18"/>
                    </a:cubicBezTo>
                    <a:cubicBezTo>
                      <a:pt x="0" y="13"/>
                      <a:pt x="2" y="8"/>
                      <a:pt x="5" y="5"/>
                    </a:cubicBezTo>
                    <a:cubicBezTo>
                      <a:pt x="9" y="2"/>
                      <a:pt x="14" y="0"/>
                      <a:pt x="18" y="1"/>
                    </a:cubicBezTo>
                    <a:cubicBezTo>
                      <a:pt x="213" y="16"/>
                      <a:pt x="213" y="16"/>
                      <a:pt x="213" y="16"/>
                    </a:cubicBezTo>
                    <a:cubicBezTo>
                      <a:pt x="224" y="16"/>
                      <a:pt x="232" y="26"/>
                      <a:pt x="232" y="37"/>
                    </a:cubicBezTo>
                    <a:cubicBezTo>
                      <a:pt x="232" y="86"/>
                      <a:pt x="232" y="86"/>
                      <a:pt x="232" y="86"/>
                    </a:cubicBezTo>
                    <a:cubicBezTo>
                      <a:pt x="224" y="86"/>
                      <a:pt x="224" y="86"/>
                      <a:pt x="224" y="86"/>
                    </a:cubicBezTo>
                    <a:cubicBezTo>
                      <a:pt x="224" y="37"/>
                      <a:pt x="224" y="37"/>
                      <a:pt x="224" y="37"/>
                    </a:cubicBezTo>
                    <a:cubicBezTo>
                      <a:pt x="224" y="30"/>
                      <a:pt x="219" y="24"/>
                      <a:pt x="212" y="24"/>
                    </a:cubicBezTo>
                    <a:cubicBezTo>
                      <a:pt x="18" y="9"/>
                      <a:pt x="18" y="9"/>
                      <a:pt x="18" y="9"/>
                    </a:cubicBezTo>
                    <a:cubicBezTo>
                      <a:pt x="15" y="8"/>
                      <a:pt x="13" y="9"/>
                      <a:pt x="11" y="11"/>
                    </a:cubicBezTo>
                    <a:cubicBezTo>
                      <a:pt x="9" y="13"/>
                      <a:pt x="8" y="15"/>
                      <a:pt x="8" y="18"/>
                    </a:cubicBezTo>
                    <a:cubicBezTo>
                      <a:pt x="8" y="482"/>
                      <a:pt x="8" y="482"/>
                      <a:pt x="8" y="482"/>
                    </a:cubicBezTo>
                    <a:cubicBezTo>
                      <a:pt x="8" y="484"/>
                      <a:pt x="9" y="487"/>
                      <a:pt x="11" y="488"/>
                    </a:cubicBezTo>
                    <a:cubicBezTo>
                      <a:pt x="13" y="490"/>
                      <a:pt x="15" y="491"/>
                      <a:pt x="18" y="491"/>
                    </a:cubicBezTo>
                    <a:cubicBezTo>
                      <a:pt x="185" y="478"/>
                      <a:pt x="185" y="478"/>
                      <a:pt x="185" y="478"/>
                    </a:cubicBezTo>
                    <a:cubicBezTo>
                      <a:pt x="186" y="486"/>
                      <a:pt x="186" y="486"/>
                      <a:pt x="186" y="486"/>
                    </a:cubicBezTo>
                    <a:cubicBezTo>
                      <a:pt x="18" y="499"/>
                      <a:pt x="18" y="499"/>
                      <a:pt x="18" y="499"/>
                    </a:cubicBezTo>
                    <a:cubicBezTo>
                      <a:pt x="18" y="499"/>
                      <a:pt x="17" y="499"/>
                      <a:pt x="17" y="499"/>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0" name="Freeform 1420"/>
              <p:cNvSpPr>
                <a:spLocks noEditPoints="1"/>
              </p:cNvSpPr>
              <p:nvPr/>
            </p:nvSpPr>
            <p:spPr bwMode="auto">
              <a:xfrm>
                <a:off x="1528763" y="3627440"/>
                <a:ext cx="207963" cy="247650"/>
              </a:xfrm>
              <a:custGeom>
                <a:avLst/>
                <a:gdLst>
                  <a:gd name="T0" fmla="*/ 2147483646 w 134"/>
                  <a:gd name="T1" fmla="*/ 2147483646 h 159"/>
                  <a:gd name="T2" fmla="*/ 0 w 134"/>
                  <a:gd name="T3" fmla="*/ 2147483646 h 159"/>
                  <a:gd name="T4" fmla="*/ 2147483646 w 134"/>
                  <a:gd name="T5" fmla="*/ 0 h 159"/>
                  <a:gd name="T6" fmla="*/ 2147483646 w 134"/>
                  <a:gd name="T7" fmla="*/ 2147483646 h 159"/>
                  <a:gd name="T8" fmla="*/ 2147483646 w 134"/>
                  <a:gd name="T9" fmla="*/ 2147483646 h 159"/>
                  <a:gd name="T10" fmla="*/ 2147483646 w 134"/>
                  <a:gd name="T11" fmla="*/ 2147483646 h 159"/>
                  <a:gd name="T12" fmla="*/ 2147483646 w 134"/>
                  <a:gd name="T13" fmla="*/ 2147483646 h 159"/>
                  <a:gd name="T14" fmla="*/ 2147483646 w 134"/>
                  <a:gd name="T15" fmla="*/ 2147483646 h 159"/>
                  <a:gd name="T16" fmla="*/ 2147483646 w 134"/>
                  <a:gd name="T17" fmla="*/ 2147483646 h 159"/>
                  <a:gd name="T18" fmla="*/ 2147483646 w 134"/>
                  <a:gd name="T19" fmla="*/ 2147483646 h 1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4" h="159">
                    <a:moveTo>
                      <a:pt x="67" y="159"/>
                    </a:moveTo>
                    <a:cubicBezTo>
                      <a:pt x="30" y="159"/>
                      <a:pt x="0" y="123"/>
                      <a:pt x="0" y="79"/>
                    </a:cubicBezTo>
                    <a:cubicBezTo>
                      <a:pt x="0" y="36"/>
                      <a:pt x="30" y="0"/>
                      <a:pt x="67" y="0"/>
                    </a:cubicBezTo>
                    <a:cubicBezTo>
                      <a:pt x="104" y="0"/>
                      <a:pt x="134" y="36"/>
                      <a:pt x="134" y="79"/>
                    </a:cubicBezTo>
                    <a:cubicBezTo>
                      <a:pt x="134" y="123"/>
                      <a:pt x="104" y="159"/>
                      <a:pt x="67" y="159"/>
                    </a:cubicBezTo>
                    <a:close/>
                    <a:moveTo>
                      <a:pt x="67" y="4"/>
                    </a:moveTo>
                    <a:cubicBezTo>
                      <a:pt x="33" y="4"/>
                      <a:pt x="4" y="38"/>
                      <a:pt x="4" y="79"/>
                    </a:cubicBezTo>
                    <a:cubicBezTo>
                      <a:pt x="4" y="121"/>
                      <a:pt x="33" y="155"/>
                      <a:pt x="67" y="155"/>
                    </a:cubicBezTo>
                    <a:cubicBezTo>
                      <a:pt x="102" y="155"/>
                      <a:pt x="130" y="121"/>
                      <a:pt x="130" y="79"/>
                    </a:cubicBezTo>
                    <a:cubicBezTo>
                      <a:pt x="130" y="38"/>
                      <a:pt x="102" y="4"/>
                      <a:pt x="67"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1" name="Oval 1421"/>
              <p:cNvSpPr>
                <a:spLocks noChangeArrowheads="1"/>
              </p:cNvSpPr>
              <p:nvPr/>
            </p:nvSpPr>
            <p:spPr bwMode="auto">
              <a:xfrm>
                <a:off x="1566863" y="3667127"/>
                <a:ext cx="133350" cy="166688"/>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2" name="Freeform 1422"/>
              <p:cNvSpPr/>
              <p:nvPr/>
            </p:nvSpPr>
            <p:spPr bwMode="auto">
              <a:xfrm>
                <a:off x="1498601" y="3627440"/>
                <a:ext cx="12700" cy="92075"/>
              </a:xfrm>
              <a:custGeom>
                <a:avLst/>
                <a:gdLst>
                  <a:gd name="T0" fmla="*/ 2147483646 w 8"/>
                  <a:gd name="T1" fmla="*/ 2147483646 h 60"/>
                  <a:gd name="T2" fmla="*/ 2147483646 w 8"/>
                  <a:gd name="T3" fmla="*/ 2147483646 h 60"/>
                  <a:gd name="T4" fmla="*/ 0 w 8"/>
                  <a:gd name="T5" fmla="*/ 2147483646 h 60"/>
                  <a:gd name="T6" fmla="*/ 0 w 8"/>
                  <a:gd name="T7" fmla="*/ 2147483646 h 60"/>
                  <a:gd name="T8" fmla="*/ 2147483646 w 8"/>
                  <a:gd name="T9" fmla="*/ 0 h 60"/>
                  <a:gd name="T10" fmla="*/ 2147483646 w 8"/>
                  <a:gd name="T11" fmla="*/ 0 h 60"/>
                  <a:gd name="T12" fmla="*/ 2147483646 w 8"/>
                  <a:gd name="T13" fmla="*/ 2147483646 h 60"/>
                  <a:gd name="T14" fmla="*/ 2147483646 w 8"/>
                  <a:gd name="T15" fmla="*/ 2147483646 h 60"/>
                  <a:gd name="T16" fmla="*/ 2147483646 w 8"/>
                  <a:gd name="T17" fmla="*/ 2147483646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 h="60">
                    <a:moveTo>
                      <a:pt x="4" y="60"/>
                    </a:moveTo>
                    <a:cubicBezTo>
                      <a:pt x="4" y="60"/>
                      <a:pt x="4" y="60"/>
                      <a:pt x="4" y="60"/>
                    </a:cubicBezTo>
                    <a:cubicBezTo>
                      <a:pt x="2" y="60"/>
                      <a:pt x="0" y="58"/>
                      <a:pt x="0" y="56"/>
                    </a:cubicBezTo>
                    <a:cubicBezTo>
                      <a:pt x="0" y="4"/>
                      <a:pt x="0" y="4"/>
                      <a:pt x="0" y="4"/>
                    </a:cubicBezTo>
                    <a:cubicBezTo>
                      <a:pt x="0" y="1"/>
                      <a:pt x="2" y="0"/>
                      <a:pt x="4" y="0"/>
                    </a:cubicBezTo>
                    <a:cubicBezTo>
                      <a:pt x="4" y="0"/>
                      <a:pt x="4" y="0"/>
                      <a:pt x="4" y="0"/>
                    </a:cubicBezTo>
                    <a:cubicBezTo>
                      <a:pt x="7" y="0"/>
                      <a:pt x="8" y="1"/>
                      <a:pt x="8" y="4"/>
                    </a:cubicBezTo>
                    <a:cubicBezTo>
                      <a:pt x="8" y="56"/>
                      <a:pt x="8" y="56"/>
                      <a:pt x="8" y="56"/>
                    </a:cubicBezTo>
                    <a:cubicBezTo>
                      <a:pt x="8" y="58"/>
                      <a:pt x="7" y="60"/>
                      <a:pt x="4" y="6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3" name="Freeform 1423"/>
              <p:cNvSpPr/>
              <p:nvPr/>
            </p:nvSpPr>
            <p:spPr bwMode="auto">
              <a:xfrm>
                <a:off x="1470026" y="3549652"/>
                <a:ext cx="20638" cy="763588"/>
              </a:xfrm>
              <a:custGeom>
                <a:avLst/>
                <a:gdLst>
                  <a:gd name="T0" fmla="*/ 2147483646 w 14"/>
                  <a:gd name="T1" fmla="*/ 2147483646 h 490"/>
                  <a:gd name="T2" fmla="*/ 2147483646 w 14"/>
                  <a:gd name="T3" fmla="*/ 2147483646 h 490"/>
                  <a:gd name="T4" fmla="*/ 0 w 14"/>
                  <a:gd name="T5" fmla="*/ 2147483646 h 490"/>
                  <a:gd name="T6" fmla="*/ 0 w 14"/>
                  <a:gd name="T7" fmla="*/ 2147483646 h 490"/>
                  <a:gd name="T8" fmla="*/ 2147483646 w 14"/>
                  <a:gd name="T9" fmla="*/ 2147483646 h 490"/>
                  <a:gd name="T10" fmla="*/ 2147483646 w 14"/>
                  <a:gd name="T11" fmla="*/ 2147483646 h 490"/>
                  <a:gd name="T12" fmla="*/ 2147483646 w 14"/>
                  <a:gd name="T13" fmla="*/ 2147483646 h 490"/>
                  <a:gd name="T14" fmla="*/ 2147483646 w 14"/>
                  <a:gd name="T15" fmla="*/ 2147483646 h 490"/>
                  <a:gd name="T16" fmla="*/ 2147483646 w 14"/>
                  <a:gd name="T17" fmla="*/ 2147483646 h 490"/>
                  <a:gd name="T18" fmla="*/ 2147483646 w 14"/>
                  <a:gd name="T19" fmla="*/ 2147483646 h 490"/>
                  <a:gd name="T20" fmla="*/ 2147483646 w 14"/>
                  <a:gd name="T21" fmla="*/ 2147483646 h 490"/>
                  <a:gd name="T22" fmla="*/ 2147483646 w 14"/>
                  <a:gd name="T23" fmla="*/ 2147483646 h 490"/>
                  <a:gd name="T24" fmla="*/ 2147483646 w 14"/>
                  <a:gd name="T25" fmla="*/ 2147483646 h 490"/>
                  <a:gd name="T26" fmla="*/ 2147483646 w 14"/>
                  <a:gd name="T27" fmla="*/ 2147483646 h 49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490">
                    <a:moveTo>
                      <a:pt x="11" y="490"/>
                    </a:moveTo>
                    <a:cubicBezTo>
                      <a:pt x="7" y="490"/>
                      <a:pt x="4" y="489"/>
                      <a:pt x="2" y="487"/>
                    </a:cubicBezTo>
                    <a:cubicBezTo>
                      <a:pt x="0" y="485"/>
                      <a:pt x="0" y="483"/>
                      <a:pt x="0" y="480"/>
                    </a:cubicBezTo>
                    <a:cubicBezTo>
                      <a:pt x="0" y="13"/>
                      <a:pt x="0" y="13"/>
                      <a:pt x="0" y="13"/>
                    </a:cubicBezTo>
                    <a:cubicBezTo>
                      <a:pt x="0" y="9"/>
                      <a:pt x="0" y="5"/>
                      <a:pt x="3" y="3"/>
                    </a:cubicBezTo>
                    <a:cubicBezTo>
                      <a:pt x="5" y="1"/>
                      <a:pt x="8" y="0"/>
                      <a:pt x="14" y="1"/>
                    </a:cubicBezTo>
                    <a:cubicBezTo>
                      <a:pt x="13" y="5"/>
                      <a:pt x="13" y="5"/>
                      <a:pt x="13" y="5"/>
                    </a:cubicBezTo>
                    <a:cubicBezTo>
                      <a:pt x="9" y="4"/>
                      <a:pt x="7" y="4"/>
                      <a:pt x="5" y="6"/>
                    </a:cubicBezTo>
                    <a:cubicBezTo>
                      <a:pt x="4" y="7"/>
                      <a:pt x="4" y="9"/>
                      <a:pt x="4" y="13"/>
                    </a:cubicBezTo>
                    <a:cubicBezTo>
                      <a:pt x="4" y="480"/>
                      <a:pt x="4" y="480"/>
                      <a:pt x="4" y="480"/>
                    </a:cubicBezTo>
                    <a:cubicBezTo>
                      <a:pt x="4" y="482"/>
                      <a:pt x="4" y="483"/>
                      <a:pt x="5" y="484"/>
                    </a:cubicBezTo>
                    <a:cubicBezTo>
                      <a:pt x="6" y="485"/>
                      <a:pt x="9" y="486"/>
                      <a:pt x="14" y="486"/>
                    </a:cubicBezTo>
                    <a:cubicBezTo>
                      <a:pt x="14" y="490"/>
                      <a:pt x="14" y="490"/>
                      <a:pt x="14" y="490"/>
                    </a:cubicBezTo>
                    <a:cubicBezTo>
                      <a:pt x="13" y="490"/>
                      <a:pt x="12" y="490"/>
                      <a:pt x="11" y="49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4" name="Freeform 1424"/>
              <p:cNvSpPr/>
              <p:nvPr/>
            </p:nvSpPr>
            <p:spPr bwMode="auto">
              <a:xfrm>
                <a:off x="1163638" y="4130678"/>
                <a:ext cx="280988" cy="33338"/>
              </a:xfrm>
              <a:custGeom>
                <a:avLst/>
                <a:gdLst>
                  <a:gd name="T0" fmla="*/ 2147483646 w 181"/>
                  <a:gd name="T1" fmla="*/ 2147483646 h 21"/>
                  <a:gd name="T2" fmla="*/ 2147483646 w 181"/>
                  <a:gd name="T3" fmla="*/ 2147483646 h 21"/>
                  <a:gd name="T4" fmla="*/ 0 w 181"/>
                  <a:gd name="T5" fmla="*/ 2147483646 h 21"/>
                  <a:gd name="T6" fmla="*/ 0 w 181"/>
                  <a:gd name="T7" fmla="*/ 0 h 21"/>
                  <a:gd name="T8" fmla="*/ 2147483646 w 181"/>
                  <a:gd name="T9" fmla="*/ 0 h 21"/>
                  <a:gd name="T10" fmla="*/ 2147483646 w 181"/>
                  <a:gd name="T11" fmla="*/ 2147483646 h 21"/>
                  <a:gd name="T12" fmla="*/ 2147483646 w 181"/>
                  <a:gd name="T13" fmla="*/ 2147483646 h 21"/>
                  <a:gd name="T14" fmla="*/ 2147483646 w 181"/>
                  <a:gd name="T15" fmla="*/ 2147483646 h 21"/>
                  <a:gd name="T16" fmla="*/ 2147483646 w 181"/>
                  <a:gd name="T17" fmla="*/ 2147483646 h 21"/>
                  <a:gd name="T18" fmla="*/ 2147483646 w 181"/>
                  <a:gd name="T19" fmla="*/ 2147483646 h 21"/>
                  <a:gd name="T20" fmla="*/ 2147483646 w 181"/>
                  <a:gd name="T21" fmla="*/ 2147483646 h 21"/>
                  <a:gd name="T22" fmla="*/ 2147483646 w 181"/>
                  <a:gd name="T23" fmla="*/ 2147483646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1" h="21">
                    <a:moveTo>
                      <a:pt x="12" y="21"/>
                    </a:moveTo>
                    <a:cubicBezTo>
                      <a:pt x="9" y="21"/>
                      <a:pt x="6" y="20"/>
                      <a:pt x="3" y="18"/>
                    </a:cubicBezTo>
                    <a:cubicBezTo>
                      <a:pt x="1" y="16"/>
                      <a:pt x="0" y="13"/>
                      <a:pt x="0" y="9"/>
                    </a:cubicBezTo>
                    <a:cubicBezTo>
                      <a:pt x="0" y="0"/>
                      <a:pt x="0" y="0"/>
                      <a:pt x="0" y="0"/>
                    </a:cubicBezTo>
                    <a:cubicBezTo>
                      <a:pt x="4" y="0"/>
                      <a:pt x="4" y="0"/>
                      <a:pt x="4" y="0"/>
                    </a:cubicBezTo>
                    <a:cubicBezTo>
                      <a:pt x="4" y="9"/>
                      <a:pt x="4" y="9"/>
                      <a:pt x="4" y="9"/>
                    </a:cubicBezTo>
                    <a:cubicBezTo>
                      <a:pt x="4" y="11"/>
                      <a:pt x="4" y="13"/>
                      <a:pt x="6" y="15"/>
                    </a:cubicBezTo>
                    <a:cubicBezTo>
                      <a:pt x="8" y="17"/>
                      <a:pt x="10" y="17"/>
                      <a:pt x="13" y="17"/>
                    </a:cubicBezTo>
                    <a:cubicBezTo>
                      <a:pt x="181" y="5"/>
                      <a:pt x="181" y="5"/>
                      <a:pt x="181" y="5"/>
                    </a:cubicBezTo>
                    <a:cubicBezTo>
                      <a:pt x="181" y="9"/>
                      <a:pt x="181" y="9"/>
                      <a:pt x="181" y="9"/>
                    </a:cubicBezTo>
                    <a:cubicBezTo>
                      <a:pt x="13" y="21"/>
                      <a:pt x="13" y="21"/>
                      <a:pt x="13" y="21"/>
                    </a:cubicBezTo>
                    <a:cubicBezTo>
                      <a:pt x="12" y="21"/>
                      <a:pt x="12" y="21"/>
                      <a:pt x="12" y="2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5" name="Freeform 1425"/>
              <p:cNvSpPr/>
              <p:nvPr/>
            </p:nvSpPr>
            <p:spPr bwMode="auto">
              <a:xfrm>
                <a:off x="1593851" y="3702052"/>
                <a:ext cx="30163" cy="38100"/>
              </a:xfrm>
              <a:custGeom>
                <a:avLst/>
                <a:gdLst>
                  <a:gd name="T0" fmla="*/ 2147483646 w 20"/>
                  <a:gd name="T1" fmla="*/ 2147483646 h 25"/>
                  <a:gd name="T2" fmla="*/ 2147483646 w 20"/>
                  <a:gd name="T3" fmla="*/ 2147483646 h 25"/>
                  <a:gd name="T4" fmla="*/ 0 w 20"/>
                  <a:gd name="T5" fmla="*/ 2147483646 h 25"/>
                  <a:gd name="T6" fmla="*/ 2147483646 w 20"/>
                  <a:gd name="T7" fmla="*/ 2147483646 h 25"/>
                  <a:gd name="T8" fmla="*/ 2147483646 w 20"/>
                  <a:gd name="T9" fmla="*/ 2147483646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5">
                    <a:moveTo>
                      <a:pt x="20" y="13"/>
                    </a:moveTo>
                    <a:cubicBezTo>
                      <a:pt x="19" y="19"/>
                      <a:pt x="15" y="25"/>
                      <a:pt x="9" y="24"/>
                    </a:cubicBezTo>
                    <a:cubicBezTo>
                      <a:pt x="4" y="24"/>
                      <a:pt x="0" y="19"/>
                      <a:pt x="0" y="12"/>
                    </a:cubicBezTo>
                    <a:cubicBezTo>
                      <a:pt x="0" y="5"/>
                      <a:pt x="5" y="0"/>
                      <a:pt x="10" y="1"/>
                    </a:cubicBezTo>
                    <a:cubicBezTo>
                      <a:pt x="16" y="1"/>
                      <a:pt x="20" y="6"/>
                      <a:pt x="20" y="1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6" name="Freeform 1426"/>
              <p:cNvSpPr/>
              <p:nvPr/>
            </p:nvSpPr>
            <p:spPr bwMode="auto">
              <a:xfrm>
                <a:off x="1646238" y="3703640"/>
                <a:ext cx="30163" cy="36513"/>
              </a:xfrm>
              <a:custGeom>
                <a:avLst/>
                <a:gdLst>
                  <a:gd name="T0" fmla="*/ 2147483646 w 20"/>
                  <a:gd name="T1" fmla="*/ 2147483646 h 24"/>
                  <a:gd name="T2" fmla="*/ 2147483646 w 20"/>
                  <a:gd name="T3" fmla="*/ 2147483646 h 24"/>
                  <a:gd name="T4" fmla="*/ 2147483646 w 20"/>
                  <a:gd name="T5" fmla="*/ 2147483646 h 24"/>
                  <a:gd name="T6" fmla="*/ 2147483646 w 20"/>
                  <a:gd name="T7" fmla="*/ 0 h 24"/>
                  <a:gd name="T8" fmla="*/ 2147483646 w 20"/>
                  <a:gd name="T9" fmla="*/ 2147483646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4">
                    <a:moveTo>
                      <a:pt x="20" y="11"/>
                    </a:moveTo>
                    <a:cubicBezTo>
                      <a:pt x="20" y="18"/>
                      <a:pt x="16" y="23"/>
                      <a:pt x="11" y="23"/>
                    </a:cubicBezTo>
                    <a:cubicBezTo>
                      <a:pt x="6" y="24"/>
                      <a:pt x="1" y="19"/>
                      <a:pt x="1" y="13"/>
                    </a:cubicBezTo>
                    <a:cubicBezTo>
                      <a:pt x="0" y="6"/>
                      <a:pt x="4" y="1"/>
                      <a:pt x="10" y="0"/>
                    </a:cubicBezTo>
                    <a:cubicBezTo>
                      <a:pt x="15" y="0"/>
                      <a:pt x="20" y="5"/>
                      <a:pt x="20" y="1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7" name="Freeform 1427"/>
              <p:cNvSpPr/>
              <p:nvPr/>
            </p:nvSpPr>
            <p:spPr bwMode="auto">
              <a:xfrm>
                <a:off x="1592263" y="3763965"/>
                <a:ext cx="31750" cy="38100"/>
              </a:xfrm>
              <a:custGeom>
                <a:avLst/>
                <a:gdLst>
                  <a:gd name="T0" fmla="*/ 2147483646 w 21"/>
                  <a:gd name="T1" fmla="*/ 2147483646 h 25"/>
                  <a:gd name="T2" fmla="*/ 2147483646 w 21"/>
                  <a:gd name="T3" fmla="*/ 2147483646 h 25"/>
                  <a:gd name="T4" fmla="*/ 2147483646 w 21"/>
                  <a:gd name="T5" fmla="*/ 2147483646 h 25"/>
                  <a:gd name="T6" fmla="*/ 2147483646 w 21"/>
                  <a:gd name="T7" fmla="*/ 2147483646 h 25"/>
                  <a:gd name="T8" fmla="*/ 2147483646 w 21"/>
                  <a:gd name="T9" fmla="*/ 2147483646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25">
                    <a:moveTo>
                      <a:pt x="21" y="12"/>
                    </a:moveTo>
                    <a:cubicBezTo>
                      <a:pt x="21" y="18"/>
                      <a:pt x="17" y="24"/>
                      <a:pt x="12" y="24"/>
                    </a:cubicBezTo>
                    <a:cubicBezTo>
                      <a:pt x="6" y="25"/>
                      <a:pt x="1" y="20"/>
                      <a:pt x="1" y="13"/>
                    </a:cubicBezTo>
                    <a:cubicBezTo>
                      <a:pt x="0" y="7"/>
                      <a:pt x="4" y="1"/>
                      <a:pt x="10" y="1"/>
                    </a:cubicBezTo>
                    <a:cubicBezTo>
                      <a:pt x="15" y="0"/>
                      <a:pt x="20" y="5"/>
                      <a:pt x="21" y="12"/>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8" name="Freeform 1428"/>
              <p:cNvSpPr/>
              <p:nvPr/>
            </p:nvSpPr>
            <p:spPr bwMode="auto">
              <a:xfrm>
                <a:off x="1646238" y="3763965"/>
                <a:ext cx="30163" cy="36513"/>
              </a:xfrm>
              <a:custGeom>
                <a:avLst/>
                <a:gdLst>
                  <a:gd name="T0" fmla="*/ 2147483646 w 20"/>
                  <a:gd name="T1" fmla="*/ 2147483646 h 24"/>
                  <a:gd name="T2" fmla="*/ 2147483646 w 20"/>
                  <a:gd name="T3" fmla="*/ 2147483646 h 24"/>
                  <a:gd name="T4" fmla="*/ 2147483646 w 20"/>
                  <a:gd name="T5" fmla="*/ 2147483646 h 24"/>
                  <a:gd name="T6" fmla="*/ 2147483646 w 20"/>
                  <a:gd name="T7" fmla="*/ 0 h 24"/>
                  <a:gd name="T8" fmla="*/ 2147483646 w 20"/>
                  <a:gd name="T9" fmla="*/ 2147483646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24">
                    <a:moveTo>
                      <a:pt x="20" y="12"/>
                    </a:moveTo>
                    <a:cubicBezTo>
                      <a:pt x="20" y="19"/>
                      <a:pt x="15" y="24"/>
                      <a:pt x="10" y="24"/>
                    </a:cubicBezTo>
                    <a:cubicBezTo>
                      <a:pt x="4" y="23"/>
                      <a:pt x="0" y="18"/>
                      <a:pt x="1" y="12"/>
                    </a:cubicBezTo>
                    <a:cubicBezTo>
                      <a:pt x="1" y="5"/>
                      <a:pt x="6" y="0"/>
                      <a:pt x="11" y="0"/>
                    </a:cubicBezTo>
                    <a:cubicBezTo>
                      <a:pt x="16" y="1"/>
                      <a:pt x="20" y="6"/>
                      <a:pt x="20" y="12"/>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9" name="Freeform 1429"/>
              <p:cNvSpPr/>
              <p:nvPr/>
            </p:nvSpPr>
            <p:spPr bwMode="auto">
              <a:xfrm>
                <a:off x="1600201" y="3709990"/>
                <a:ext cx="17463" cy="22225"/>
              </a:xfrm>
              <a:custGeom>
                <a:avLst/>
                <a:gdLst>
                  <a:gd name="T0" fmla="*/ 2147483646 w 12"/>
                  <a:gd name="T1" fmla="*/ 2147483646 h 15"/>
                  <a:gd name="T2" fmla="*/ 2147483646 w 12"/>
                  <a:gd name="T3" fmla="*/ 2147483646 h 15"/>
                  <a:gd name="T4" fmla="*/ 0 w 12"/>
                  <a:gd name="T5" fmla="*/ 2147483646 h 15"/>
                  <a:gd name="T6" fmla="*/ 2147483646 w 12"/>
                  <a:gd name="T7" fmla="*/ 0 h 15"/>
                  <a:gd name="T8" fmla="*/ 2147483646 w 12"/>
                  <a:gd name="T9" fmla="*/ 2147483646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5">
                    <a:moveTo>
                      <a:pt x="12" y="8"/>
                    </a:moveTo>
                    <a:cubicBezTo>
                      <a:pt x="12" y="12"/>
                      <a:pt x="9" y="15"/>
                      <a:pt x="5" y="15"/>
                    </a:cubicBezTo>
                    <a:cubicBezTo>
                      <a:pt x="2" y="14"/>
                      <a:pt x="0" y="11"/>
                      <a:pt x="0" y="7"/>
                    </a:cubicBezTo>
                    <a:cubicBezTo>
                      <a:pt x="0" y="3"/>
                      <a:pt x="3" y="0"/>
                      <a:pt x="6" y="0"/>
                    </a:cubicBezTo>
                    <a:cubicBezTo>
                      <a:pt x="9" y="0"/>
                      <a:pt x="12" y="4"/>
                      <a:pt x="12"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0" name="Freeform 1430"/>
              <p:cNvSpPr/>
              <p:nvPr/>
            </p:nvSpPr>
            <p:spPr bwMode="auto">
              <a:xfrm>
                <a:off x="1652588" y="3711577"/>
                <a:ext cx="19050" cy="20638"/>
              </a:xfrm>
              <a:custGeom>
                <a:avLst/>
                <a:gdLst>
                  <a:gd name="T0" fmla="*/ 2147483646 w 12"/>
                  <a:gd name="T1" fmla="*/ 2147483646 h 14"/>
                  <a:gd name="T2" fmla="*/ 2147483646 w 12"/>
                  <a:gd name="T3" fmla="*/ 2147483646 h 14"/>
                  <a:gd name="T4" fmla="*/ 2147483646 w 12"/>
                  <a:gd name="T5" fmla="*/ 2147483646 h 14"/>
                  <a:gd name="T6" fmla="*/ 2147483646 w 12"/>
                  <a:gd name="T7" fmla="*/ 0 h 14"/>
                  <a:gd name="T8" fmla="*/ 2147483646 w 12"/>
                  <a:gd name="T9" fmla="*/ 2147483646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12" y="6"/>
                    </a:moveTo>
                    <a:cubicBezTo>
                      <a:pt x="12" y="10"/>
                      <a:pt x="10" y="14"/>
                      <a:pt x="7" y="14"/>
                    </a:cubicBezTo>
                    <a:cubicBezTo>
                      <a:pt x="4" y="14"/>
                      <a:pt x="1" y="11"/>
                      <a:pt x="1" y="7"/>
                    </a:cubicBezTo>
                    <a:cubicBezTo>
                      <a:pt x="0" y="3"/>
                      <a:pt x="3" y="0"/>
                      <a:pt x="6" y="0"/>
                    </a:cubicBezTo>
                    <a:cubicBezTo>
                      <a:pt x="9" y="0"/>
                      <a:pt x="12" y="3"/>
                      <a:pt x="12" y="6"/>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1" name="Freeform 1431"/>
              <p:cNvSpPr/>
              <p:nvPr/>
            </p:nvSpPr>
            <p:spPr bwMode="auto">
              <a:xfrm>
                <a:off x="1600201" y="3771902"/>
                <a:ext cx="17463" cy="22225"/>
              </a:xfrm>
              <a:custGeom>
                <a:avLst/>
                <a:gdLst>
                  <a:gd name="T0" fmla="*/ 2147483646 w 12"/>
                  <a:gd name="T1" fmla="*/ 2147483646 h 15"/>
                  <a:gd name="T2" fmla="*/ 2147483646 w 12"/>
                  <a:gd name="T3" fmla="*/ 2147483646 h 15"/>
                  <a:gd name="T4" fmla="*/ 0 w 12"/>
                  <a:gd name="T5" fmla="*/ 2147483646 h 15"/>
                  <a:gd name="T6" fmla="*/ 2147483646 w 12"/>
                  <a:gd name="T7" fmla="*/ 0 h 15"/>
                  <a:gd name="T8" fmla="*/ 2147483646 w 12"/>
                  <a:gd name="T9" fmla="*/ 2147483646 h 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5">
                    <a:moveTo>
                      <a:pt x="12" y="7"/>
                    </a:moveTo>
                    <a:cubicBezTo>
                      <a:pt x="12" y="11"/>
                      <a:pt x="10" y="14"/>
                      <a:pt x="6" y="15"/>
                    </a:cubicBezTo>
                    <a:cubicBezTo>
                      <a:pt x="3" y="15"/>
                      <a:pt x="0" y="12"/>
                      <a:pt x="0" y="8"/>
                    </a:cubicBezTo>
                    <a:cubicBezTo>
                      <a:pt x="0" y="4"/>
                      <a:pt x="2" y="1"/>
                      <a:pt x="5" y="0"/>
                    </a:cubicBezTo>
                    <a:cubicBezTo>
                      <a:pt x="9" y="0"/>
                      <a:pt x="11" y="3"/>
                      <a:pt x="12" y="7"/>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2" name="Freeform 1432"/>
              <p:cNvSpPr/>
              <p:nvPr/>
            </p:nvSpPr>
            <p:spPr bwMode="auto">
              <a:xfrm>
                <a:off x="1652588" y="3771902"/>
                <a:ext cx="19050" cy="22225"/>
              </a:xfrm>
              <a:custGeom>
                <a:avLst/>
                <a:gdLst>
                  <a:gd name="T0" fmla="*/ 2147483646 w 12"/>
                  <a:gd name="T1" fmla="*/ 2147483646 h 14"/>
                  <a:gd name="T2" fmla="*/ 2147483646 w 12"/>
                  <a:gd name="T3" fmla="*/ 2147483646 h 14"/>
                  <a:gd name="T4" fmla="*/ 2147483646 w 12"/>
                  <a:gd name="T5" fmla="*/ 2147483646 h 14"/>
                  <a:gd name="T6" fmla="*/ 2147483646 w 12"/>
                  <a:gd name="T7" fmla="*/ 0 h 14"/>
                  <a:gd name="T8" fmla="*/ 2147483646 w 12"/>
                  <a:gd name="T9" fmla="*/ 2147483646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12" y="7"/>
                    </a:moveTo>
                    <a:cubicBezTo>
                      <a:pt x="12" y="11"/>
                      <a:pt x="9" y="14"/>
                      <a:pt x="6" y="14"/>
                    </a:cubicBezTo>
                    <a:cubicBezTo>
                      <a:pt x="3" y="14"/>
                      <a:pt x="0" y="11"/>
                      <a:pt x="1" y="7"/>
                    </a:cubicBezTo>
                    <a:cubicBezTo>
                      <a:pt x="1" y="3"/>
                      <a:pt x="3" y="0"/>
                      <a:pt x="7" y="0"/>
                    </a:cubicBezTo>
                    <a:cubicBezTo>
                      <a:pt x="10" y="0"/>
                      <a:pt x="12" y="3"/>
                      <a:pt x="12" y="7"/>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3" name="Freeform 1433"/>
              <p:cNvSpPr/>
              <p:nvPr/>
            </p:nvSpPr>
            <p:spPr bwMode="auto">
              <a:xfrm>
                <a:off x="1160463" y="3448052"/>
                <a:ext cx="354013" cy="60325"/>
              </a:xfrm>
              <a:custGeom>
                <a:avLst/>
                <a:gdLst>
                  <a:gd name="T0" fmla="*/ 2147483646 w 228"/>
                  <a:gd name="T1" fmla="*/ 2147483646 h 39"/>
                  <a:gd name="T2" fmla="*/ 2147483646 w 228"/>
                  <a:gd name="T3" fmla="*/ 2147483646 h 39"/>
                  <a:gd name="T4" fmla="*/ 2147483646 w 228"/>
                  <a:gd name="T5" fmla="*/ 2147483646 h 39"/>
                  <a:gd name="T6" fmla="*/ 2147483646 w 228"/>
                  <a:gd name="T7" fmla="*/ 2147483646 h 39"/>
                  <a:gd name="T8" fmla="*/ 2147483646 w 228"/>
                  <a:gd name="T9" fmla="*/ 2147483646 h 39"/>
                  <a:gd name="T10" fmla="*/ 2147483646 w 228"/>
                  <a:gd name="T11" fmla="*/ 2147483646 h 39"/>
                  <a:gd name="T12" fmla="*/ 2147483646 w 228"/>
                  <a:gd name="T13" fmla="*/ 2147483646 h 39"/>
                  <a:gd name="T14" fmla="*/ 2147483646 w 228"/>
                  <a:gd name="T15" fmla="*/ 2147483646 h 39"/>
                  <a:gd name="T16" fmla="*/ 2147483646 w 228"/>
                  <a:gd name="T17" fmla="*/ 2147483646 h 39"/>
                  <a:gd name="T18" fmla="*/ 2147483646 w 228"/>
                  <a:gd name="T19" fmla="*/ 2147483646 h 39"/>
                  <a:gd name="T20" fmla="*/ 2147483646 w 228"/>
                  <a:gd name="T21" fmla="*/ 2147483646 h 39"/>
                  <a:gd name="T22" fmla="*/ 2147483646 w 228"/>
                  <a:gd name="T23" fmla="*/ 2147483646 h 39"/>
                  <a:gd name="T24" fmla="*/ 2147483646 w 228"/>
                  <a:gd name="T25" fmla="*/ 2147483646 h 39"/>
                  <a:gd name="T26" fmla="*/ 2147483646 w 228"/>
                  <a:gd name="T27" fmla="*/ 2147483646 h 39"/>
                  <a:gd name="T28" fmla="*/ 2147483646 w 228"/>
                  <a:gd name="T29" fmla="*/ 2147483646 h 39"/>
                  <a:gd name="T30" fmla="*/ 2147483646 w 228"/>
                  <a:gd name="T31" fmla="*/ 2147483646 h 39"/>
                  <a:gd name="T32" fmla="*/ 2147483646 w 228"/>
                  <a:gd name="T33" fmla="*/ 2147483646 h 39"/>
                  <a:gd name="T34" fmla="*/ 2147483646 w 228"/>
                  <a:gd name="T35" fmla="*/ 2147483646 h 39"/>
                  <a:gd name="T36" fmla="*/ 0 w 228"/>
                  <a:gd name="T37" fmla="*/ 2147483646 h 39"/>
                  <a:gd name="T38" fmla="*/ 0 w 228"/>
                  <a:gd name="T39" fmla="*/ 2147483646 h 39"/>
                  <a:gd name="T40" fmla="*/ 2147483646 w 228"/>
                  <a:gd name="T41" fmla="*/ 2147483646 h 39"/>
                  <a:gd name="T42" fmla="*/ 2147483646 w 228"/>
                  <a:gd name="T43" fmla="*/ 0 h 39"/>
                  <a:gd name="T44" fmla="*/ 2147483646 w 228"/>
                  <a:gd name="T45" fmla="*/ 2147483646 h 39"/>
                  <a:gd name="T46" fmla="*/ 2147483646 w 228"/>
                  <a:gd name="T47" fmla="*/ 2147483646 h 39"/>
                  <a:gd name="T48" fmla="*/ 2147483646 w 228"/>
                  <a:gd name="T49" fmla="*/ 2147483646 h 39"/>
                  <a:gd name="T50" fmla="*/ 2147483646 w 228"/>
                  <a:gd name="T51" fmla="*/ 2147483646 h 39"/>
                  <a:gd name="T52" fmla="*/ 2147483646 w 228"/>
                  <a:gd name="T53" fmla="*/ 2147483646 h 39"/>
                  <a:gd name="T54" fmla="*/ 2147483646 w 228"/>
                  <a:gd name="T55" fmla="*/ 2147483646 h 39"/>
                  <a:gd name="T56" fmla="*/ 2147483646 w 228"/>
                  <a:gd name="T57" fmla="*/ 2147483646 h 39"/>
                  <a:gd name="T58" fmla="*/ 2147483646 w 228"/>
                  <a:gd name="T59" fmla="*/ 2147483646 h 39"/>
                  <a:gd name="T60" fmla="*/ 2147483646 w 228"/>
                  <a:gd name="T61" fmla="*/ 2147483646 h 39"/>
                  <a:gd name="T62" fmla="*/ 2147483646 w 228"/>
                  <a:gd name="T63" fmla="*/ 2147483646 h 39"/>
                  <a:gd name="T64" fmla="*/ 2147483646 w 228"/>
                  <a:gd name="T65" fmla="*/ 2147483646 h 39"/>
                  <a:gd name="T66" fmla="*/ 2147483646 w 228"/>
                  <a:gd name="T67" fmla="*/ 2147483646 h 39"/>
                  <a:gd name="T68" fmla="*/ 2147483646 w 228"/>
                  <a:gd name="T69" fmla="*/ 2147483646 h 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228" h="39">
                    <a:moveTo>
                      <a:pt x="228" y="39"/>
                    </a:moveTo>
                    <a:cubicBezTo>
                      <a:pt x="224" y="39"/>
                      <a:pt x="224" y="39"/>
                      <a:pt x="224" y="39"/>
                    </a:cubicBezTo>
                    <a:cubicBezTo>
                      <a:pt x="224" y="30"/>
                      <a:pt x="224" y="30"/>
                      <a:pt x="224" y="30"/>
                    </a:cubicBezTo>
                    <a:cubicBezTo>
                      <a:pt x="224" y="25"/>
                      <a:pt x="220" y="20"/>
                      <a:pt x="214" y="20"/>
                    </a:cubicBezTo>
                    <a:cubicBezTo>
                      <a:pt x="161" y="16"/>
                      <a:pt x="161" y="16"/>
                      <a:pt x="161" y="16"/>
                    </a:cubicBezTo>
                    <a:cubicBezTo>
                      <a:pt x="160" y="16"/>
                      <a:pt x="159" y="16"/>
                      <a:pt x="158" y="17"/>
                    </a:cubicBezTo>
                    <a:cubicBezTo>
                      <a:pt x="157" y="17"/>
                      <a:pt x="157" y="18"/>
                      <a:pt x="157" y="19"/>
                    </a:cubicBezTo>
                    <a:cubicBezTo>
                      <a:pt x="157" y="20"/>
                      <a:pt x="157" y="20"/>
                      <a:pt x="157" y="20"/>
                    </a:cubicBezTo>
                    <a:cubicBezTo>
                      <a:pt x="157" y="22"/>
                      <a:pt x="156" y="24"/>
                      <a:pt x="154" y="26"/>
                    </a:cubicBezTo>
                    <a:cubicBezTo>
                      <a:pt x="152" y="27"/>
                      <a:pt x="150" y="28"/>
                      <a:pt x="148" y="28"/>
                    </a:cubicBezTo>
                    <a:cubicBezTo>
                      <a:pt x="88" y="24"/>
                      <a:pt x="88" y="24"/>
                      <a:pt x="88" y="24"/>
                    </a:cubicBezTo>
                    <a:cubicBezTo>
                      <a:pt x="84" y="23"/>
                      <a:pt x="81" y="20"/>
                      <a:pt x="81" y="16"/>
                    </a:cubicBezTo>
                    <a:cubicBezTo>
                      <a:pt x="81" y="13"/>
                      <a:pt x="81" y="13"/>
                      <a:pt x="81" y="13"/>
                    </a:cubicBezTo>
                    <a:cubicBezTo>
                      <a:pt x="81" y="11"/>
                      <a:pt x="79" y="9"/>
                      <a:pt x="77" y="9"/>
                    </a:cubicBezTo>
                    <a:cubicBezTo>
                      <a:pt x="16" y="4"/>
                      <a:pt x="16" y="4"/>
                      <a:pt x="16" y="4"/>
                    </a:cubicBezTo>
                    <a:cubicBezTo>
                      <a:pt x="13" y="4"/>
                      <a:pt x="10" y="5"/>
                      <a:pt x="7" y="7"/>
                    </a:cubicBezTo>
                    <a:cubicBezTo>
                      <a:pt x="5" y="9"/>
                      <a:pt x="4" y="12"/>
                      <a:pt x="4" y="15"/>
                    </a:cubicBezTo>
                    <a:cubicBezTo>
                      <a:pt x="4" y="22"/>
                      <a:pt x="4" y="22"/>
                      <a:pt x="4" y="22"/>
                    </a:cubicBezTo>
                    <a:cubicBezTo>
                      <a:pt x="0" y="22"/>
                      <a:pt x="0" y="22"/>
                      <a:pt x="0" y="22"/>
                    </a:cubicBezTo>
                    <a:cubicBezTo>
                      <a:pt x="0" y="15"/>
                      <a:pt x="0" y="15"/>
                      <a:pt x="0" y="15"/>
                    </a:cubicBezTo>
                    <a:cubicBezTo>
                      <a:pt x="0" y="11"/>
                      <a:pt x="2" y="7"/>
                      <a:pt x="5" y="4"/>
                    </a:cubicBezTo>
                    <a:cubicBezTo>
                      <a:pt x="8" y="2"/>
                      <a:pt x="12" y="0"/>
                      <a:pt x="16" y="0"/>
                    </a:cubicBezTo>
                    <a:cubicBezTo>
                      <a:pt x="77" y="5"/>
                      <a:pt x="77" y="5"/>
                      <a:pt x="77" y="5"/>
                    </a:cubicBezTo>
                    <a:cubicBezTo>
                      <a:pt x="82" y="6"/>
                      <a:pt x="85" y="9"/>
                      <a:pt x="85" y="13"/>
                    </a:cubicBezTo>
                    <a:cubicBezTo>
                      <a:pt x="85" y="16"/>
                      <a:pt x="85" y="16"/>
                      <a:pt x="85" y="16"/>
                    </a:cubicBezTo>
                    <a:cubicBezTo>
                      <a:pt x="85" y="18"/>
                      <a:pt x="87" y="19"/>
                      <a:pt x="89" y="20"/>
                    </a:cubicBezTo>
                    <a:cubicBezTo>
                      <a:pt x="148" y="24"/>
                      <a:pt x="148" y="24"/>
                      <a:pt x="148" y="24"/>
                    </a:cubicBezTo>
                    <a:cubicBezTo>
                      <a:pt x="149" y="24"/>
                      <a:pt x="151" y="24"/>
                      <a:pt x="151" y="23"/>
                    </a:cubicBezTo>
                    <a:cubicBezTo>
                      <a:pt x="152" y="22"/>
                      <a:pt x="153" y="21"/>
                      <a:pt x="153" y="20"/>
                    </a:cubicBezTo>
                    <a:cubicBezTo>
                      <a:pt x="153" y="19"/>
                      <a:pt x="153" y="19"/>
                      <a:pt x="153" y="19"/>
                    </a:cubicBezTo>
                    <a:cubicBezTo>
                      <a:pt x="153" y="17"/>
                      <a:pt x="154" y="15"/>
                      <a:pt x="155" y="14"/>
                    </a:cubicBezTo>
                    <a:cubicBezTo>
                      <a:pt x="157" y="12"/>
                      <a:pt x="159" y="12"/>
                      <a:pt x="161" y="12"/>
                    </a:cubicBezTo>
                    <a:cubicBezTo>
                      <a:pt x="215" y="16"/>
                      <a:pt x="215" y="16"/>
                      <a:pt x="215" y="16"/>
                    </a:cubicBezTo>
                    <a:cubicBezTo>
                      <a:pt x="222" y="17"/>
                      <a:pt x="228" y="23"/>
                      <a:pt x="228" y="30"/>
                    </a:cubicBezTo>
                    <a:lnTo>
                      <a:pt x="228" y="39"/>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4" name="Freeform 1434"/>
              <p:cNvSpPr/>
              <p:nvPr/>
            </p:nvSpPr>
            <p:spPr bwMode="auto">
              <a:xfrm>
                <a:off x="1501776" y="4191003"/>
                <a:ext cx="17463" cy="15875"/>
              </a:xfrm>
              <a:custGeom>
                <a:avLst/>
                <a:gdLst>
                  <a:gd name="T0" fmla="*/ 2147483646 w 11"/>
                  <a:gd name="T1" fmla="*/ 2147483646 h 10"/>
                  <a:gd name="T2" fmla="*/ 2147483646 w 11"/>
                  <a:gd name="T3" fmla="*/ 2147483646 h 10"/>
                  <a:gd name="T4" fmla="*/ 0 w 11"/>
                  <a:gd name="T5" fmla="*/ 2147483646 h 10"/>
                  <a:gd name="T6" fmla="*/ 0 w 11"/>
                  <a:gd name="T7" fmla="*/ 0 h 10"/>
                  <a:gd name="T8" fmla="*/ 2147483646 w 11"/>
                  <a:gd name="T9" fmla="*/ 0 h 10"/>
                  <a:gd name="T10" fmla="*/ 2147483646 w 11"/>
                  <a:gd name="T11" fmla="*/ 2147483646 h 10"/>
                  <a:gd name="T12" fmla="*/ 2147483646 w 11"/>
                  <a:gd name="T13" fmla="*/ 2147483646 h 10"/>
                  <a:gd name="T14" fmla="*/ 2147483646 w 11"/>
                  <a:gd name="T15" fmla="*/ 2147483646 h 10"/>
                  <a:gd name="T16" fmla="*/ 2147483646 w 11"/>
                  <a:gd name="T17" fmla="*/ 2147483646 h 10"/>
                  <a:gd name="T18" fmla="*/ 2147483646 w 11"/>
                  <a:gd name="T19" fmla="*/ 2147483646 h 10"/>
                  <a:gd name="T20" fmla="*/ 0 w 11"/>
                  <a:gd name="T21" fmla="*/ 2147483646 h 10"/>
                  <a:gd name="T22" fmla="*/ 0 w 11"/>
                  <a:gd name="T23" fmla="*/ 2147483646 h 10"/>
                  <a:gd name="T24" fmla="*/ 2147483646 w 11"/>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10">
                    <a:moveTo>
                      <a:pt x="4" y="8"/>
                    </a:moveTo>
                    <a:lnTo>
                      <a:pt x="4" y="2"/>
                    </a:lnTo>
                    <a:lnTo>
                      <a:pt x="0" y="3"/>
                    </a:lnTo>
                    <a:lnTo>
                      <a:pt x="0" y="0"/>
                    </a:lnTo>
                    <a:lnTo>
                      <a:pt x="11" y="0"/>
                    </a:lnTo>
                    <a:lnTo>
                      <a:pt x="11" y="2"/>
                    </a:lnTo>
                    <a:lnTo>
                      <a:pt x="6" y="2"/>
                    </a:lnTo>
                    <a:lnTo>
                      <a:pt x="6" y="8"/>
                    </a:lnTo>
                    <a:lnTo>
                      <a:pt x="11" y="7"/>
                    </a:lnTo>
                    <a:lnTo>
                      <a:pt x="11" y="9"/>
                    </a:lnTo>
                    <a:lnTo>
                      <a:pt x="0" y="10"/>
                    </a:lnTo>
                    <a:lnTo>
                      <a:pt x="0" y="8"/>
                    </a:lnTo>
                    <a:lnTo>
                      <a:pt x="4" y="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5" name="Freeform 1435"/>
              <p:cNvSpPr/>
              <p:nvPr/>
            </p:nvSpPr>
            <p:spPr bwMode="auto">
              <a:xfrm>
                <a:off x="1501776" y="4171953"/>
                <a:ext cx="17463" cy="15875"/>
              </a:xfrm>
              <a:custGeom>
                <a:avLst/>
                <a:gdLst>
                  <a:gd name="T0" fmla="*/ 2147483646 w 11"/>
                  <a:gd name="T1" fmla="*/ 2147483646 h 10"/>
                  <a:gd name="T2" fmla="*/ 2147483646 w 11"/>
                  <a:gd name="T3" fmla="*/ 2147483646 h 10"/>
                  <a:gd name="T4" fmla="*/ 2147483646 w 11"/>
                  <a:gd name="T5" fmla="*/ 2147483646 h 10"/>
                  <a:gd name="T6" fmla="*/ 0 w 11"/>
                  <a:gd name="T7" fmla="*/ 2147483646 h 10"/>
                  <a:gd name="T8" fmla="*/ 0 w 11"/>
                  <a:gd name="T9" fmla="*/ 0 h 10"/>
                  <a:gd name="T10" fmla="*/ 2147483646 w 11"/>
                  <a:gd name="T11" fmla="*/ 0 h 10"/>
                  <a:gd name="T12" fmla="*/ 2147483646 w 11"/>
                  <a:gd name="T13" fmla="*/ 0 h 10"/>
                  <a:gd name="T14" fmla="*/ 2147483646 w 11"/>
                  <a:gd name="T15" fmla="*/ 2147483646 h 10"/>
                  <a:gd name="T16" fmla="*/ 2147483646 w 11"/>
                  <a:gd name="T17" fmla="*/ 2147483646 h 10"/>
                  <a:gd name="T18" fmla="*/ 2147483646 w 11"/>
                  <a:gd name="T19" fmla="*/ 2147483646 h 10"/>
                  <a:gd name="T20" fmla="*/ 0 w 11"/>
                  <a:gd name="T21" fmla="*/ 2147483646 h 10"/>
                  <a:gd name="T22" fmla="*/ 0 w 11"/>
                  <a:gd name="T23" fmla="*/ 2147483646 h 10"/>
                  <a:gd name="T24" fmla="*/ 2147483646 w 11"/>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10">
                    <a:moveTo>
                      <a:pt x="6" y="7"/>
                    </a:moveTo>
                    <a:cubicBezTo>
                      <a:pt x="8" y="7"/>
                      <a:pt x="9" y="7"/>
                      <a:pt x="9" y="5"/>
                    </a:cubicBezTo>
                    <a:cubicBezTo>
                      <a:pt x="9" y="3"/>
                      <a:pt x="8" y="2"/>
                      <a:pt x="6" y="2"/>
                    </a:cubicBezTo>
                    <a:cubicBezTo>
                      <a:pt x="0" y="3"/>
                      <a:pt x="0" y="3"/>
                      <a:pt x="0" y="3"/>
                    </a:cubicBezTo>
                    <a:cubicBezTo>
                      <a:pt x="0" y="0"/>
                      <a:pt x="0" y="0"/>
                      <a:pt x="0" y="0"/>
                    </a:cubicBezTo>
                    <a:cubicBezTo>
                      <a:pt x="6" y="0"/>
                      <a:pt x="6" y="0"/>
                      <a:pt x="6" y="0"/>
                    </a:cubicBezTo>
                    <a:cubicBezTo>
                      <a:pt x="8" y="0"/>
                      <a:pt x="9" y="0"/>
                      <a:pt x="9" y="0"/>
                    </a:cubicBezTo>
                    <a:cubicBezTo>
                      <a:pt x="10" y="1"/>
                      <a:pt x="11" y="2"/>
                      <a:pt x="11" y="4"/>
                    </a:cubicBezTo>
                    <a:cubicBezTo>
                      <a:pt x="11" y="7"/>
                      <a:pt x="10" y="8"/>
                      <a:pt x="9" y="9"/>
                    </a:cubicBezTo>
                    <a:cubicBezTo>
                      <a:pt x="9" y="10"/>
                      <a:pt x="8" y="10"/>
                      <a:pt x="6" y="10"/>
                    </a:cubicBezTo>
                    <a:cubicBezTo>
                      <a:pt x="0" y="10"/>
                      <a:pt x="0" y="10"/>
                      <a:pt x="0" y="10"/>
                    </a:cubicBezTo>
                    <a:cubicBezTo>
                      <a:pt x="0" y="8"/>
                      <a:pt x="0" y="8"/>
                      <a:pt x="0" y="8"/>
                    </a:cubicBezTo>
                    <a:lnTo>
                      <a:pt x="6" y="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6" name="Freeform 1436"/>
              <p:cNvSpPr>
                <a:spLocks noEditPoints="1"/>
              </p:cNvSpPr>
              <p:nvPr/>
            </p:nvSpPr>
            <p:spPr bwMode="auto">
              <a:xfrm>
                <a:off x="1501776" y="4151315"/>
                <a:ext cx="17463" cy="19050"/>
              </a:xfrm>
              <a:custGeom>
                <a:avLst/>
                <a:gdLst>
                  <a:gd name="T0" fmla="*/ 0 w 11"/>
                  <a:gd name="T1" fmla="*/ 2147483646 h 12"/>
                  <a:gd name="T2" fmla="*/ 2147483646 w 11"/>
                  <a:gd name="T3" fmla="*/ 0 h 12"/>
                  <a:gd name="T4" fmla="*/ 2147483646 w 11"/>
                  <a:gd name="T5" fmla="*/ 2147483646 h 12"/>
                  <a:gd name="T6" fmla="*/ 2147483646 w 11"/>
                  <a:gd name="T7" fmla="*/ 2147483646 h 12"/>
                  <a:gd name="T8" fmla="*/ 2147483646 w 11"/>
                  <a:gd name="T9" fmla="*/ 2147483646 h 12"/>
                  <a:gd name="T10" fmla="*/ 2147483646 w 11"/>
                  <a:gd name="T11" fmla="*/ 2147483646 h 12"/>
                  <a:gd name="T12" fmla="*/ 2147483646 w 11"/>
                  <a:gd name="T13" fmla="*/ 2147483646 h 12"/>
                  <a:gd name="T14" fmla="*/ 0 w 11"/>
                  <a:gd name="T15" fmla="*/ 2147483646 h 12"/>
                  <a:gd name="T16" fmla="*/ 0 w 11"/>
                  <a:gd name="T17" fmla="*/ 2147483646 h 12"/>
                  <a:gd name="T18" fmla="*/ 2147483646 w 11"/>
                  <a:gd name="T19" fmla="*/ 2147483646 h 12"/>
                  <a:gd name="T20" fmla="*/ 2147483646 w 11"/>
                  <a:gd name="T21" fmla="*/ 2147483646 h 12"/>
                  <a:gd name="T22" fmla="*/ 2147483646 w 11"/>
                  <a:gd name="T23" fmla="*/ 2147483646 h 12"/>
                  <a:gd name="T24" fmla="*/ 2147483646 w 11"/>
                  <a:gd name="T25" fmla="*/ 2147483646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12">
                    <a:moveTo>
                      <a:pt x="0" y="5"/>
                    </a:moveTo>
                    <a:lnTo>
                      <a:pt x="11" y="0"/>
                    </a:lnTo>
                    <a:lnTo>
                      <a:pt x="11" y="2"/>
                    </a:lnTo>
                    <a:lnTo>
                      <a:pt x="8" y="4"/>
                    </a:lnTo>
                    <a:lnTo>
                      <a:pt x="8" y="9"/>
                    </a:lnTo>
                    <a:lnTo>
                      <a:pt x="11" y="9"/>
                    </a:lnTo>
                    <a:lnTo>
                      <a:pt x="11" y="12"/>
                    </a:lnTo>
                    <a:lnTo>
                      <a:pt x="0" y="8"/>
                    </a:lnTo>
                    <a:lnTo>
                      <a:pt x="0" y="5"/>
                    </a:lnTo>
                    <a:close/>
                    <a:moveTo>
                      <a:pt x="6" y="8"/>
                    </a:moveTo>
                    <a:lnTo>
                      <a:pt x="6" y="4"/>
                    </a:lnTo>
                    <a:lnTo>
                      <a:pt x="2" y="7"/>
                    </a:lnTo>
                    <a:lnTo>
                      <a:pt x="6" y="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7" name="Freeform 1437"/>
              <p:cNvSpPr/>
              <p:nvPr/>
            </p:nvSpPr>
            <p:spPr bwMode="auto">
              <a:xfrm>
                <a:off x="1501776" y="4125915"/>
                <a:ext cx="17463" cy="28575"/>
              </a:xfrm>
              <a:custGeom>
                <a:avLst/>
                <a:gdLst>
                  <a:gd name="T0" fmla="*/ 0 w 11"/>
                  <a:gd name="T1" fmla="*/ 2147483646 h 18"/>
                  <a:gd name="T2" fmla="*/ 2147483646 w 11"/>
                  <a:gd name="T3" fmla="*/ 2147483646 h 18"/>
                  <a:gd name="T4" fmla="*/ 0 w 11"/>
                  <a:gd name="T5" fmla="*/ 2147483646 h 18"/>
                  <a:gd name="T6" fmla="*/ 0 w 11"/>
                  <a:gd name="T7" fmla="*/ 2147483646 h 18"/>
                  <a:gd name="T8" fmla="*/ 2147483646 w 11"/>
                  <a:gd name="T9" fmla="*/ 2147483646 h 18"/>
                  <a:gd name="T10" fmla="*/ 0 w 11"/>
                  <a:gd name="T11" fmla="*/ 2147483646 h 18"/>
                  <a:gd name="T12" fmla="*/ 0 w 11"/>
                  <a:gd name="T13" fmla="*/ 0 h 18"/>
                  <a:gd name="T14" fmla="*/ 2147483646 w 11"/>
                  <a:gd name="T15" fmla="*/ 2147483646 h 18"/>
                  <a:gd name="T16" fmla="*/ 2147483646 w 11"/>
                  <a:gd name="T17" fmla="*/ 2147483646 h 18"/>
                  <a:gd name="T18" fmla="*/ 2147483646 w 11"/>
                  <a:gd name="T19" fmla="*/ 2147483646 h 18"/>
                  <a:gd name="T20" fmla="*/ 2147483646 w 11"/>
                  <a:gd name="T21" fmla="*/ 2147483646 h 18"/>
                  <a:gd name="T22" fmla="*/ 2147483646 w 11"/>
                  <a:gd name="T23" fmla="*/ 2147483646 h 18"/>
                  <a:gd name="T24" fmla="*/ 0 w 11"/>
                  <a:gd name="T25" fmla="*/ 2147483646 h 18"/>
                  <a:gd name="T26" fmla="*/ 0 w 11"/>
                  <a:gd name="T27" fmla="*/ 2147483646 h 1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1" h="18">
                    <a:moveTo>
                      <a:pt x="0" y="15"/>
                    </a:moveTo>
                    <a:lnTo>
                      <a:pt x="8" y="12"/>
                    </a:lnTo>
                    <a:lnTo>
                      <a:pt x="0" y="10"/>
                    </a:lnTo>
                    <a:lnTo>
                      <a:pt x="0" y="7"/>
                    </a:lnTo>
                    <a:lnTo>
                      <a:pt x="8" y="4"/>
                    </a:lnTo>
                    <a:lnTo>
                      <a:pt x="0" y="2"/>
                    </a:lnTo>
                    <a:lnTo>
                      <a:pt x="0" y="0"/>
                    </a:lnTo>
                    <a:lnTo>
                      <a:pt x="11" y="3"/>
                    </a:lnTo>
                    <a:lnTo>
                      <a:pt x="11" y="6"/>
                    </a:lnTo>
                    <a:lnTo>
                      <a:pt x="3" y="9"/>
                    </a:lnTo>
                    <a:lnTo>
                      <a:pt x="11" y="10"/>
                    </a:lnTo>
                    <a:lnTo>
                      <a:pt x="11" y="13"/>
                    </a:lnTo>
                    <a:lnTo>
                      <a:pt x="0" y="18"/>
                    </a:lnTo>
                    <a:lnTo>
                      <a:pt x="0" y="1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8" name="Freeform 1438"/>
              <p:cNvSpPr/>
              <p:nvPr/>
            </p:nvSpPr>
            <p:spPr bwMode="auto">
              <a:xfrm>
                <a:off x="1501776" y="4110040"/>
                <a:ext cx="17463" cy="14288"/>
              </a:xfrm>
              <a:custGeom>
                <a:avLst/>
                <a:gdLst>
                  <a:gd name="T0" fmla="*/ 2147483646 w 11"/>
                  <a:gd name="T1" fmla="*/ 2147483646 h 10"/>
                  <a:gd name="T2" fmla="*/ 2147483646 w 11"/>
                  <a:gd name="T3" fmla="*/ 2147483646 h 10"/>
                  <a:gd name="T4" fmla="*/ 2147483646 w 11"/>
                  <a:gd name="T5" fmla="*/ 0 h 10"/>
                  <a:gd name="T6" fmla="*/ 2147483646 w 11"/>
                  <a:gd name="T7" fmla="*/ 2147483646 h 10"/>
                  <a:gd name="T8" fmla="*/ 2147483646 w 11"/>
                  <a:gd name="T9" fmla="*/ 2147483646 h 10"/>
                  <a:gd name="T10" fmla="*/ 2147483646 w 11"/>
                  <a:gd name="T11" fmla="*/ 0 h 10"/>
                  <a:gd name="T12" fmla="*/ 2147483646 w 11"/>
                  <a:gd name="T13" fmla="*/ 0 h 10"/>
                  <a:gd name="T14" fmla="*/ 2147483646 w 11"/>
                  <a:gd name="T15" fmla="*/ 2147483646 h 10"/>
                  <a:gd name="T16" fmla="*/ 2147483646 w 11"/>
                  <a:gd name="T17" fmla="*/ 2147483646 h 10"/>
                  <a:gd name="T18" fmla="*/ 2147483646 w 11"/>
                  <a:gd name="T19" fmla="*/ 2147483646 h 10"/>
                  <a:gd name="T20" fmla="*/ 0 w 11"/>
                  <a:gd name="T21" fmla="*/ 2147483646 h 10"/>
                  <a:gd name="T22" fmla="*/ 0 w 11"/>
                  <a:gd name="T23" fmla="*/ 2147483646 h 10"/>
                  <a:gd name="T24" fmla="*/ 2147483646 w 11"/>
                  <a:gd name="T25" fmla="*/ 2147483646 h 10"/>
                  <a:gd name="T26" fmla="*/ 2147483646 w 11"/>
                  <a:gd name="T27" fmla="*/ 2147483646 h 10"/>
                  <a:gd name="T28" fmla="*/ 2147483646 w 11"/>
                  <a:gd name="T29" fmla="*/ 2147483646 h 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 h="10">
                    <a:moveTo>
                      <a:pt x="4" y="7"/>
                    </a:moveTo>
                    <a:cubicBezTo>
                      <a:pt x="4" y="1"/>
                      <a:pt x="4" y="1"/>
                      <a:pt x="4" y="1"/>
                    </a:cubicBezTo>
                    <a:cubicBezTo>
                      <a:pt x="6" y="0"/>
                      <a:pt x="6" y="0"/>
                      <a:pt x="6" y="0"/>
                    </a:cubicBezTo>
                    <a:cubicBezTo>
                      <a:pt x="6" y="7"/>
                      <a:pt x="6" y="7"/>
                      <a:pt x="6" y="7"/>
                    </a:cubicBezTo>
                    <a:cubicBezTo>
                      <a:pt x="8" y="7"/>
                      <a:pt x="9" y="6"/>
                      <a:pt x="9" y="4"/>
                    </a:cubicBezTo>
                    <a:cubicBezTo>
                      <a:pt x="9" y="0"/>
                      <a:pt x="9" y="0"/>
                      <a:pt x="9" y="0"/>
                    </a:cubicBezTo>
                    <a:cubicBezTo>
                      <a:pt x="11" y="0"/>
                      <a:pt x="11" y="0"/>
                      <a:pt x="11" y="0"/>
                    </a:cubicBezTo>
                    <a:cubicBezTo>
                      <a:pt x="11" y="4"/>
                      <a:pt x="11" y="4"/>
                      <a:pt x="11" y="4"/>
                    </a:cubicBezTo>
                    <a:cubicBezTo>
                      <a:pt x="11" y="6"/>
                      <a:pt x="11" y="7"/>
                      <a:pt x="10" y="8"/>
                    </a:cubicBezTo>
                    <a:cubicBezTo>
                      <a:pt x="9" y="9"/>
                      <a:pt x="7" y="10"/>
                      <a:pt x="6" y="10"/>
                    </a:cubicBezTo>
                    <a:cubicBezTo>
                      <a:pt x="2" y="10"/>
                      <a:pt x="0" y="9"/>
                      <a:pt x="0" y="5"/>
                    </a:cubicBezTo>
                    <a:cubicBezTo>
                      <a:pt x="0" y="1"/>
                      <a:pt x="0" y="1"/>
                      <a:pt x="0" y="1"/>
                    </a:cubicBezTo>
                    <a:cubicBezTo>
                      <a:pt x="2" y="1"/>
                      <a:pt x="2" y="1"/>
                      <a:pt x="2" y="1"/>
                    </a:cubicBezTo>
                    <a:cubicBezTo>
                      <a:pt x="2" y="5"/>
                      <a:pt x="2" y="5"/>
                      <a:pt x="2" y="5"/>
                    </a:cubicBezTo>
                    <a:cubicBezTo>
                      <a:pt x="2" y="7"/>
                      <a:pt x="3" y="7"/>
                      <a:pt x="4" y="7"/>
                    </a:cubicBezTo>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9" name="Freeform 1439"/>
              <p:cNvSpPr/>
              <p:nvPr/>
            </p:nvSpPr>
            <p:spPr bwMode="auto">
              <a:xfrm>
                <a:off x="1501776" y="4103690"/>
                <a:ext cx="17463" cy="4763"/>
              </a:xfrm>
              <a:custGeom>
                <a:avLst/>
                <a:gdLst>
                  <a:gd name="T0" fmla="*/ 0 w 11"/>
                  <a:gd name="T1" fmla="*/ 2147483646 h 3"/>
                  <a:gd name="T2" fmla="*/ 0 w 11"/>
                  <a:gd name="T3" fmla="*/ 0 h 3"/>
                  <a:gd name="T4" fmla="*/ 2147483646 w 11"/>
                  <a:gd name="T5" fmla="*/ 0 h 3"/>
                  <a:gd name="T6" fmla="*/ 2147483646 w 11"/>
                  <a:gd name="T7" fmla="*/ 2147483646 h 3"/>
                  <a:gd name="T8" fmla="*/ 0 w 11"/>
                  <a:gd name="T9" fmla="*/ 2147483646 h 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 h="3">
                    <a:moveTo>
                      <a:pt x="0" y="3"/>
                    </a:moveTo>
                    <a:lnTo>
                      <a:pt x="0" y="0"/>
                    </a:lnTo>
                    <a:lnTo>
                      <a:pt x="11" y="0"/>
                    </a:lnTo>
                    <a:lnTo>
                      <a:pt x="11" y="2"/>
                    </a:lnTo>
                    <a:lnTo>
                      <a:pt x="0" y="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0" name="Freeform 1440"/>
              <p:cNvSpPr/>
              <p:nvPr/>
            </p:nvSpPr>
            <p:spPr bwMode="auto">
              <a:xfrm>
                <a:off x="1571626" y="4281490"/>
                <a:ext cx="44450" cy="44450"/>
              </a:xfrm>
              <a:custGeom>
                <a:avLst/>
                <a:gdLst>
                  <a:gd name="T0" fmla="*/ 2147483646 w 29"/>
                  <a:gd name="T1" fmla="*/ 2147483646 h 29"/>
                  <a:gd name="T2" fmla="*/ 2147483646 w 29"/>
                  <a:gd name="T3" fmla="*/ 2147483646 h 29"/>
                  <a:gd name="T4" fmla="*/ 2147483646 w 29"/>
                  <a:gd name="T5" fmla="*/ 2147483646 h 29"/>
                  <a:gd name="T6" fmla="*/ 2147483646 w 29"/>
                  <a:gd name="T7" fmla="*/ 0 h 29"/>
                  <a:gd name="T8" fmla="*/ 2147483646 w 29"/>
                  <a:gd name="T9" fmla="*/ 2147483646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29">
                    <a:moveTo>
                      <a:pt x="1" y="15"/>
                    </a:moveTo>
                    <a:cubicBezTo>
                      <a:pt x="1" y="23"/>
                      <a:pt x="8" y="29"/>
                      <a:pt x="16" y="28"/>
                    </a:cubicBezTo>
                    <a:cubicBezTo>
                      <a:pt x="23" y="28"/>
                      <a:pt x="29" y="21"/>
                      <a:pt x="29" y="13"/>
                    </a:cubicBezTo>
                    <a:cubicBezTo>
                      <a:pt x="28" y="6"/>
                      <a:pt x="21" y="0"/>
                      <a:pt x="14" y="0"/>
                    </a:cubicBezTo>
                    <a:cubicBezTo>
                      <a:pt x="6" y="1"/>
                      <a:pt x="0" y="8"/>
                      <a:pt x="1" y="15"/>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1" name="Freeform 1441"/>
              <p:cNvSpPr/>
              <p:nvPr/>
            </p:nvSpPr>
            <p:spPr bwMode="auto">
              <a:xfrm>
                <a:off x="1644651" y="4275140"/>
                <a:ext cx="44450" cy="46038"/>
              </a:xfrm>
              <a:custGeom>
                <a:avLst/>
                <a:gdLst>
                  <a:gd name="T0" fmla="*/ 0 w 29"/>
                  <a:gd name="T1" fmla="*/ 2147483646 h 30"/>
                  <a:gd name="T2" fmla="*/ 2147483646 w 29"/>
                  <a:gd name="T3" fmla="*/ 2147483646 h 30"/>
                  <a:gd name="T4" fmla="*/ 2147483646 w 29"/>
                  <a:gd name="T5" fmla="*/ 2147483646 h 30"/>
                  <a:gd name="T6" fmla="*/ 2147483646 w 29"/>
                  <a:gd name="T7" fmla="*/ 2147483646 h 30"/>
                  <a:gd name="T8" fmla="*/ 0 w 29"/>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30">
                    <a:moveTo>
                      <a:pt x="0" y="16"/>
                    </a:moveTo>
                    <a:cubicBezTo>
                      <a:pt x="1" y="24"/>
                      <a:pt x="7" y="30"/>
                      <a:pt x="15" y="29"/>
                    </a:cubicBezTo>
                    <a:cubicBezTo>
                      <a:pt x="23" y="28"/>
                      <a:pt x="29" y="22"/>
                      <a:pt x="28" y="14"/>
                    </a:cubicBezTo>
                    <a:cubicBezTo>
                      <a:pt x="28" y="6"/>
                      <a:pt x="21" y="0"/>
                      <a:pt x="13" y="1"/>
                    </a:cubicBezTo>
                    <a:cubicBezTo>
                      <a:pt x="5" y="2"/>
                      <a:pt x="0" y="8"/>
                      <a:pt x="0" y="16"/>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624051" y="4186079"/>
              <a:ext cx="10938754" cy="1656824"/>
              <a:chOff x="624051" y="4186079"/>
              <a:chExt cx="10938754" cy="1656824"/>
            </a:xfrm>
            <a:grpFill/>
          </p:grpSpPr>
          <p:grpSp>
            <p:nvGrpSpPr>
              <p:cNvPr id="82" name="组合 81"/>
              <p:cNvGrpSpPr/>
              <p:nvPr/>
            </p:nvGrpSpPr>
            <p:grpSpPr>
              <a:xfrm>
                <a:off x="624051" y="4186079"/>
                <a:ext cx="10938754" cy="1656824"/>
                <a:chOff x="624051" y="4186079"/>
                <a:chExt cx="10938754" cy="1656824"/>
              </a:xfrm>
              <a:grpFill/>
            </p:grpSpPr>
            <p:sp>
              <p:nvSpPr>
                <p:cNvPr id="99" name="矩形 98"/>
                <p:cNvSpPr/>
                <p:nvPr/>
              </p:nvSpPr>
              <p:spPr>
                <a:xfrm>
                  <a:off x="1793965" y="5347063"/>
                  <a:ext cx="9768840" cy="494937"/>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00" name="矩形 99"/>
                <p:cNvSpPr/>
                <p:nvPr/>
              </p:nvSpPr>
              <p:spPr>
                <a:xfrm>
                  <a:off x="1793965" y="4766571"/>
                  <a:ext cx="9766188" cy="494937"/>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软硬协同</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1" name="矩形 100"/>
                <p:cNvSpPr/>
                <p:nvPr/>
              </p:nvSpPr>
              <p:spPr>
                <a:xfrm>
                  <a:off x="1793965" y="4186079"/>
                  <a:ext cx="9766188" cy="494937"/>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协议栈</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624051" y="4857240"/>
                  <a:ext cx="1078894" cy="429954"/>
                </a:xfrm>
                <a:prstGeom prst="rect">
                  <a:avLst/>
                </a:prstGeom>
                <a:grpFill/>
                <a:ln>
                  <a:solidFill>
                    <a:schemeClr val="bg2"/>
                  </a:solidFill>
                </a:ln>
              </p:spPr>
              <p:txBody>
                <a:bodyPr wrap="non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基础通信</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nvGrpSpPr>
                <p:cNvPr id="103" name="组合 102"/>
                <p:cNvGrpSpPr/>
                <p:nvPr/>
              </p:nvGrpSpPr>
              <p:grpSpPr>
                <a:xfrm>
                  <a:off x="2227378" y="5452035"/>
                  <a:ext cx="910344" cy="390868"/>
                  <a:chOff x="2227378" y="5437070"/>
                  <a:chExt cx="910344" cy="390868"/>
                </a:xfrm>
                <a:grpFill/>
              </p:grpSpPr>
              <p:sp>
                <p:nvSpPr>
                  <p:cNvPr id="136" name="任意多边形 3923"/>
                  <p:cNvSpPr>
                    <a:spLocks noChangeArrowheads="1"/>
                  </p:cNvSpPr>
                  <p:nvPr/>
                </p:nvSpPr>
                <p:spPr bwMode="auto">
                  <a:xfrm>
                    <a:off x="2227378" y="5506397"/>
                    <a:ext cx="213803" cy="151913"/>
                  </a:xfrm>
                  <a:custGeom>
                    <a:avLst/>
                    <a:gdLst>
                      <a:gd name="T0" fmla="*/ 2147483646 w 2177"/>
                      <a:gd name="T1" fmla="*/ 2147483646 h 1547"/>
                      <a:gd name="T2" fmla="*/ 2147483646 w 2177"/>
                      <a:gd name="T3" fmla="*/ 2147483646 h 1547"/>
                      <a:gd name="T4" fmla="*/ 2147483646 w 2177"/>
                      <a:gd name="T5" fmla="*/ 2147483646 h 1547"/>
                      <a:gd name="T6" fmla="*/ 2147483646 w 2177"/>
                      <a:gd name="T7" fmla="*/ 2147483646 h 1547"/>
                      <a:gd name="T8" fmla="*/ 2147483646 w 2177"/>
                      <a:gd name="T9" fmla="*/ 2147483646 h 1547"/>
                      <a:gd name="T10" fmla="*/ 2147483646 w 2177"/>
                      <a:gd name="T11" fmla="*/ 2147483646 h 1547"/>
                      <a:gd name="T12" fmla="*/ 2147483646 w 2177"/>
                      <a:gd name="T13" fmla="*/ 2147483646 h 1547"/>
                      <a:gd name="T14" fmla="*/ 2147483646 w 2177"/>
                      <a:gd name="T15" fmla="*/ 2147483646 h 1547"/>
                      <a:gd name="T16" fmla="*/ 2147483646 w 2177"/>
                      <a:gd name="T17" fmla="*/ 2147483646 h 1547"/>
                      <a:gd name="T18" fmla="*/ 2147483646 w 2177"/>
                      <a:gd name="T19" fmla="*/ 2147483646 h 1547"/>
                      <a:gd name="T20" fmla="*/ 2147483646 w 2177"/>
                      <a:gd name="T21" fmla="*/ 2147483646 h 1547"/>
                      <a:gd name="T22" fmla="*/ 2147483646 w 2177"/>
                      <a:gd name="T23" fmla="*/ 2147483646 h 1547"/>
                      <a:gd name="T24" fmla="*/ 2147483646 w 2177"/>
                      <a:gd name="T25" fmla="*/ 2147483646 h 1547"/>
                      <a:gd name="T26" fmla="*/ 2147483646 w 2177"/>
                      <a:gd name="T27" fmla="*/ 2147483646 h 1547"/>
                      <a:gd name="T28" fmla="*/ 2147483646 w 2177"/>
                      <a:gd name="T29" fmla="*/ 0 h 1547"/>
                      <a:gd name="T30" fmla="*/ 0 w 2177"/>
                      <a:gd name="T31" fmla="*/ 2147483646 h 1547"/>
                      <a:gd name="T32" fmla="*/ 2147483646 w 2177"/>
                      <a:gd name="T33" fmla="*/ 2147483646 h 1547"/>
                      <a:gd name="T34" fmla="*/ 2147483646 w 2177"/>
                      <a:gd name="T35" fmla="*/ 2147483646 h 1547"/>
                      <a:gd name="T36" fmla="*/ 2147483646 w 2177"/>
                      <a:gd name="T37" fmla="*/ 2147483646 h 1547"/>
                      <a:gd name="T38" fmla="*/ 2147483646 w 2177"/>
                      <a:gd name="T39" fmla="*/ 2147483646 h 1547"/>
                      <a:gd name="T40" fmla="*/ 2147483646 w 2177"/>
                      <a:gd name="T41" fmla="*/ 0 h 1547"/>
                      <a:gd name="T42" fmla="*/ 2147483646 w 2177"/>
                      <a:gd name="T43" fmla="*/ 2147483646 h 1547"/>
                      <a:gd name="T44" fmla="*/ 2147483646 w 2177"/>
                      <a:gd name="T45" fmla="*/ 2147483646 h 1547"/>
                      <a:gd name="T46" fmla="*/ 2147483646 w 2177"/>
                      <a:gd name="T47" fmla="*/ 2147483646 h 1547"/>
                      <a:gd name="T48" fmla="*/ 2147483646 w 2177"/>
                      <a:gd name="T49" fmla="*/ 2147483646 h 1547"/>
                      <a:gd name="T50" fmla="*/ 2147483646 w 2177"/>
                      <a:gd name="T51" fmla="*/ 2147483646 h 15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177" h="1547">
                        <a:moveTo>
                          <a:pt x="612" y="1063"/>
                        </a:moveTo>
                        <a:lnTo>
                          <a:pt x="746" y="1197"/>
                        </a:lnTo>
                        <a:cubicBezTo>
                          <a:pt x="833" y="1110"/>
                          <a:pt x="955" y="1056"/>
                          <a:pt x="1087" y="1056"/>
                        </a:cubicBezTo>
                        <a:cubicBezTo>
                          <a:pt x="1221" y="1056"/>
                          <a:pt x="1341" y="1110"/>
                          <a:pt x="1428" y="1197"/>
                        </a:cubicBezTo>
                        <a:lnTo>
                          <a:pt x="1562" y="1063"/>
                        </a:lnTo>
                        <a:cubicBezTo>
                          <a:pt x="1440" y="942"/>
                          <a:pt x="1272" y="866"/>
                          <a:pt x="1086" y="866"/>
                        </a:cubicBezTo>
                        <a:cubicBezTo>
                          <a:pt x="902" y="866"/>
                          <a:pt x="733" y="941"/>
                          <a:pt x="612" y="1063"/>
                        </a:cubicBezTo>
                        <a:close/>
                        <a:moveTo>
                          <a:pt x="306" y="757"/>
                        </a:moveTo>
                        <a:lnTo>
                          <a:pt x="441" y="892"/>
                        </a:lnTo>
                        <a:cubicBezTo>
                          <a:pt x="607" y="726"/>
                          <a:pt x="836" y="624"/>
                          <a:pt x="1088" y="624"/>
                        </a:cubicBezTo>
                        <a:cubicBezTo>
                          <a:pt x="1341" y="624"/>
                          <a:pt x="1569" y="726"/>
                          <a:pt x="1735" y="892"/>
                        </a:cubicBezTo>
                        <a:lnTo>
                          <a:pt x="1870" y="757"/>
                        </a:lnTo>
                        <a:cubicBezTo>
                          <a:pt x="1670" y="558"/>
                          <a:pt x="1394" y="434"/>
                          <a:pt x="1088" y="434"/>
                        </a:cubicBezTo>
                        <a:cubicBezTo>
                          <a:pt x="782" y="434"/>
                          <a:pt x="506" y="558"/>
                          <a:pt x="306" y="757"/>
                        </a:cubicBezTo>
                        <a:close/>
                        <a:moveTo>
                          <a:pt x="1087" y="0"/>
                        </a:moveTo>
                        <a:cubicBezTo>
                          <a:pt x="662" y="0"/>
                          <a:pt x="277" y="173"/>
                          <a:pt x="0" y="451"/>
                        </a:cubicBezTo>
                        <a:lnTo>
                          <a:pt x="135" y="586"/>
                        </a:lnTo>
                        <a:cubicBezTo>
                          <a:pt x="379" y="343"/>
                          <a:pt x="716" y="192"/>
                          <a:pt x="1088" y="192"/>
                        </a:cubicBezTo>
                        <a:cubicBezTo>
                          <a:pt x="1460" y="192"/>
                          <a:pt x="1797" y="343"/>
                          <a:pt x="2041" y="586"/>
                        </a:cubicBezTo>
                        <a:lnTo>
                          <a:pt x="2176" y="451"/>
                        </a:lnTo>
                        <a:cubicBezTo>
                          <a:pt x="1896" y="173"/>
                          <a:pt x="1512" y="0"/>
                          <a:pt x="1087" y="0"/>
                        </a:cubicBezTo>
                        <a:close/>
                        <a:moveTo>
                          <a:pt x="1087" y="1261"/>
                        </a:moveTo>
                        <a:cubicBezTo>
                          <a:pt x="1008" y="1261"/>
                          <a:pt x="945" y="1324"/>
                          <a:pt x="945" y="1403"/>
                        </a:cubicBezTo>
                        <a:cubicBezTo>
                          <a:pt x="945" y="1481"/>
                          <a:pt x="1008" y="1546"/>
                          <a:pt x="1087" y="1546"/>
                        </a:cubicBezTo>
                        <a:cubicBezTo>
                          <a:pt x="1166" y="1546"/>
                          <a:pt x="1229" y="1481"/>
                          <a:pt x="1229" y="1403"/>
                        </a:cubicBezTo>
                        <a:cubicBezTo>
                          <a:pt x="1229" y="1324"/>
                          <a:pt x="1166" y="1261"/>
                          <a:pt x="1087" y="1261"/>
                        </a:cubicBezTo>
                        <a:close/>
                      </a:path>
                    </a:pathLst>
                  </a:custGeom>
                  <a:grpFill/>
                  <a:ln>
                    <a:solidFill>
                      <a:schemeClr val="bg2"/>
                    </a:solidFill>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2346923" y="5437070"/>
                    <a:ext cx="790799" cy="390868"/>
                  </a:xfrm>
                  <a:prstGeom prst="rect">
                    <a:avLst/>
                  </a:prstGeom>
                  <a:grpFill/>
                  <a:ln>
                    <a:solidFill>
                      <a:schemeClr val="bg2"/>
                    </a:solidFill>
                  </a:ln>
                </p:spPr>
                <p:txBody>
                  <a:bodyPr wrap="non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WLAN</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04" name="组合 103"/>
                <p:cNvGrpSpPr/>
                <p:nvPr/>
              </p:nvGrpSpPr>
              <p:grpSpPr>
                <a:xfrm>
                  <a:off x="3451134" y="5452035"/>
                  <a:ext cx="1820778" cy="390868"/>
                  <a:chOff x="3408338" y="5452035"/>
                  <a:chExt cx="1820778" cy="390868"/>
                </a:xfrm>
                <a:grpFill/>
              </p:grpSpPr>
              <p:pic>
                <p:nvPicPr>
                  <p:cNvPr id="134" name="图片 13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08338" y="5495803"/>
                    <a:ext cx="220240" cy="220240"/>
                  </a:xfrm>
                  <a:prstGeom prst="rect">
                    <a:avLst/>
                  </a:prstGeom>
                  <a:grpFill/>
                  <a:ln>
                    <a:solidFill>
                      <a:schemeClr val="bg2"/>
                    </a:solidFill>
                  </a:ln>
                </p:spPr>
              </p:pic>
              <p:sp>
                <p:nvSpPr>
                  <p:cNvPr id="135" name="文本框 134"/>
                  <p:cNvSpPr txBox="1"/>
                  <p:nvPr/>
                </p:nvSpPr>
                <p:spPr>
                  <a:xfrm>
                    <a:off x="3518781" y="5452035"/>
                    <a:ext cx="1710335" cy="390868"/>
                  </a:xfrm>
                  <a:prstGeom prst="rect">
                    <a:avLst/>
                  </a:prstGeom>
                  <a:grpFill/>
                  <a:ln>
                    <a:solidFill>
                      <a:schemeClr val="bg2"/>
                    </a:solidFill>
                  </a:ln>
                </p:spPr>
                <p:txBody>
                  <a:bodyPr wrap="non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Bluetooth &amp; BLE</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105" name="文本框 104"/>
                <p:cNvSpPr txBox="1"/>
                <p:nvPr/>
              </p:nvSpPr>
              <p:spPr>
                <a:xfrm>
                  <a:off x="5569894" y="5452033"/>
                  <a:ext cx="586924" cy="390868"/>
                </a:xfrm>
                <a:prstGeom prst="rect">
                  <a:avLst/>
                </a:prstGeom>
                <a:grpFill/>
                <a:ln>
                  <a:solidFill>
                    <a:schemeClr val="bg2"/>
                  </a:solidFill>
                </a:ln>
              </p:spPr>
              <p:txBody>
                <a:bodyPr wrap="non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NFC</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7458140" y="5442472"/>
                  <a:ext cx="980500" cy="390868"/>
                </a:xfrm>
                <a:prstGeom prst="rect">
                  <a:avLst/>
                </a:prstGeom>
                <a:grpFill/>
                <a:ln>
                  <a:solidFill>
                    <a:schemeClr val="bg2"/>
                  </a:solidFill>
                </a:ln>
              </p:spPr>
              <p:txBody>
                <a:bodyPr wrap="non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Ethernet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07" name="文本框 106"/>
                <p:cNvSpPr txBox="1"/>
                <p:nvPr/>
              </p:nvSpPr>
              <p:spPr>
                <a:xfrm>
                  <a:off x="10715378" y="5428466"/>
                  <a:ext cx="354701" cy="390868"/>
                </a:xfrm>
                <a:prstGeom prst="rect">
                  <a:avLst/>
                </a:prstGeom>
                <a:grpFill/>
                <a:ln>
                  <a:solidFill>
                    <a:schemeClr val="bg2"/>
                  </a:solidFill>
                </a:ln>
              </p:spPr>
              <p:txBody>
                <a:bodyPr wrap="non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08" name="组合 107"/>
                <p:cNvGrpSpPr/>
                <p:nvPr/>
              </p:nvGrpSpPr>
              <p:grpSpPr>
                <a:xfrm>
                  <a:off x="6389473" y="5442472"/>
                  <a:ext cx="631245" cy="390868"/>
                  <a:chOff x="6261822" y="5442472"/>
                  <a:chExt cx="631245" cy="390868"/>
                </a:xfrm>
                <a:grpFill/>
              </p:grpSpPr>
              <p:sp>
                <p:nvSpPr>
                  <p:cNvPr id="126" name="文本框 125"/>
                  <p:cNvSpPr txBox="1"/>
                  <p:nvPr/>
                </p:nvSpPr>
                <p:spPr>
                  <a:xfrm>
                    <a:off x="6318184" y="5442472"/>
                    <a:ext cx="574883" cy="390868"/>
                  </a:xfrm>
                  <a:prstGeom prst="rect">
                    <a:avLst/>
                  </a:prstGeom>
                  <a:grpFill/>
                  <a:ln>
                    <a:solidFill>
                      <a:schemeClr val="bg2"/>
                    </a:solidFill>
                  </a:ln>
                </p:spPr>
                <p:txBody>
                  <a:bodyPr wrap="non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USB</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27" name="组合 176"/>
                  <p:cNvGrpSpPr/>
                  <p:nvPr/>
                </p:nvGrpSpPr>
                <p:grpSpPr bwMode="auto">
                  <a:xfrm>
                    <a:off x="6261822" y="5469808"/>
                    <a:ext cx="112723" cy="266435"/>
                    <a:chOff x="2193925" y="-231775"/>
                    <a:chExt cx="349250" cy="825500"/>
                  </a:xfrm>
                  <a:grpFill/>
                </p:grpSpPr>
                <p:sp>
                  <p:nvSpPr>
                    <p:cNvPr id="128" name="Oval 6"/>
                    <p:cNvSpPr>
                      <a:spLocks noChangeArrowheads="1"/>
                    </p:cNvSpPr>
                    <p:nvPr/>
                  </p:nvSpPr>
                  <p:spPr bwMode="auto">
                    <a:xfrm>
                      <a:off x="2473325" y="331787"/>
                      <a:ext cx="69850" cy="71438"/>
                    </a:xfrm>
                    <a:prstGeom prst="ellipse">
                      <a:avLst/>
                    </a:prstGeom>
                    <a:grpFill/>
                    <a:ln w="9525">
                      <a:solidFill>
                        <a:srgbClr val="000000"/>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9" name="Oval 7"/>
                    <p:cNvSpPr>
                      <a:spLocks noChangeArrowheads="1"/>
                    </p:cNvSpPr>
                    <p:nvPr/>
                  </p:nvSpPr>
                  <p:spPr bwMode="auto">
                    <a:xfrm>
                      <a:off x="2473325" y="225425"/>
                      <a:ext cx="69850" cy="69850"/>
                    </a:xfrm>
                    <a:prstGeom prst="ellipse">
                      <a:avLst/>
                    </a:prstGeom>
                    <a:grpFill/>
                    <a:ln w="9525">
                      <a:solidFill>
                        <a:srgbClr val="000000"/>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0" name="Freeform 38"/>
                    <p:cNvSpPr/>
                    <p:nvPr/>
                  </p:nvSpPr>
                  <p:spPr bwMode="auto">
                    <a:xfrm>
                      <a:off x="2193925" y="-30163"/>
                      <a:ext cx="330200" cy="623888"/>
                    </a:xfrm>
                    <a:custGeom>
                      <a:avLst/>
                      <a:gdLst>
                        <a:gd name="T0" fmla="*/ 165100 w 190"/>
                        <a:gd name="T1" fmla="*/ 623888 h 358"/>
                        <a:gd name="T2" fmla="*/ 0 w 190"/>
                        <a:gd name="T3" fmla="*/ 458331 h 358"/>
                        <a:gd name="T4" fmla="*/ 0 w 190"/>
                        <a:gd name="T5" fmla="*/ 55767 h 358"/>
                        <a:gd name="T6" fmla="*/ 53875 w 190"/>
                        <a:gd name="T7" fmla="*/ 0 h 358"/>
                        <a:gd name="T8" fmla="*/ 274587 w 190"/>
                        <a:gd name="T9" fmla="*/ 0 h 358"/>
                        <a:gd name="T10" fmla="*/ 330200 w 190"/>
                        <a:gd name="T11" fmla="*/ 55767 h 358"/>
                        <a:gd name="T12" fmla="*/ 330200 w 190"/>
                        <a:gd name="T13" fmla="*/ 287546 h 358"/>
                        <a:gd name="T14" fmla="*/ 314559 w 190"/>
                        <a:gd name="T15" fmla="*/ 303230 h 358"/>
                        <a:gd name="T16" fmla="*/ 298918 w 190"/>
                        <a:gd name="T17" fmla="*/ 287546 h 358"/>
                        <a:gd name="T18" fmla="*/ 298918 w 190"/>
                        <a:gd name="T19" fmla="*/ 55767 h 358"/>
                        <a:gd name="T20" fmla="*/ 274587 w 190"/>
                        <a:gd name="T21" fmla="*/ 31369 h 358"/>
                        <a:gd name="T22" fmla="*/ 53875 w 190"/>
                        <a:gd name="T23" fmla="*/ 31369 h 358"/>
                        <a:gd name="T24" fmla="*/ 31282 w 190"/>
                        <a:gd name="T25" fmla="*/ 55767 h 358"/>
                        <a:gd name="T26" fmla="*/ 31282 w 190"/>
                        <a:gd name="T27" fmla="*/ 458331 h 358"/>
                        <a:gd name="T28" fmla="*/ 165100 w 190"/>
                        <a:gd name="T29" fmla="*/ 592519 h 358"/>
                        <a:gd name="T30" fmla="*/ 298918 w 190"/>
                        <a:gd name="T31" fmla="*/ 458331 h 358"/>
                        <a:gd name="T32" fmla="*/ 298918 w 190"/>
                        <a:gd name="T33" fmla="*/ 397336 h 358"/>
                        <a:gd name="T34" fmla="*/ 314559 w 190"/>
                        <a:gd name="T35" fmla="*/ 381652 h 358"/>
                        <a:gd name="T36" fmla="*/ 330200 w 190"/>
                        <a:gd name="T37" fmla="*/ 397336 h 358"/>
                        <a:gd name="T38" fmla="*/ 330200 w 190"/>
                        <a:gd name="T39" fmla="*/ 458331 h 358"/>
                        <a:gd name="T40" fmla="*/ 165100 w 190"/>
                        <a:gd name="T41" fmla="*/ 623888 h 3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0"/>
                        <a:gd name="T64" fmla="*/ 0 h 358"/>
                        <a:gd name="T65" fmla="*/ 190 w 190"/>
                        <a:gd name="T66" fmla="*/ 358 h 35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0" h="358">
                          <a:moveTo>
                            <a:pt x="95" y="358"/>
                          </a:moveTo>
                          <a:cubicBezTo>
                            <a:pt x="43" y="358"/>
                            <a:pt x="0" y="316"/>
                            <a:pt x="0" y="263"/>
                          </a:cubicBezTo>
                          <a:cubicBezTo>
                            <a:pt x="0" y="32"/>
                            <a:pt x="0" y="32"/>
                            <a:pt x="0" y="32"/>
                          </a:cubicBezTo>
                          <a:cubicBezTo>
                            <a:pt x="0" y="15"/>
                            <a:pt x="14" y="0"/>
                            <a:pt x="31" y="0"/>
                          </a:cubicBezTo>
                          <a:cubicBezTo>
                            <a:pt x="158" y="0"/>
                            <a:pt x="158" y="0"/>
                            <a:pt x="158" y="0"/>
                          </a:cubicBezTo>
                          <a:cubicBezTo>
                            <a:pt x="176" y="0"/>
                            <a:pt x="190" y="15"/>
                            <a:pt x="190" y="32"/>
                          </a:cubicBezTo>
                          <a:cubicBezTo>
                            <a:pt x="190" y="165"/>
                            <a:pt x="190" y="165"/>
                            <a:pt x="190" y="165"/>
                          </a:cubicBezTo>
                          <a:cubicBezTo>
                            <a:pt x="190" y="170"/>
                            <a:pt x="186" y="174"/>
                            <a:pt x="181" y="174"/>
                          </a:cubicBezTo>
                          <a:cubicBezTo>
                            <a:pt x="176" y="174"/>
                            <a:pt x="172" y="170"/>
                            <a:pt x="172" y="165"/>
                          </a:cubicBezTo>
                          <a:cubicBezTo>
                            <a:pt x="172" y="32"/>
                            <a:pt x="172" y="32"/>
                            <a:pt x="172" y="32"/>
                          </a:cubicBezTo>
                          <a:cubicBezTo>
                            <a:pt x="172" y="25"/>
                            <a:pt x="166" y="18"/>
                            <a:pt x="158" y="18"/>
                          </a:cubicBezTo>
                          <a:cubicBezTo>
                            <a:pt x="31" y="18"/>
                            <a:pt x="31" y="18"/>
                            <a:pt x="31" y="18"/>
                          </a:cubicBezTo>
                          <a:cubicBezTo>
                            <a:pt x="24" y="18"/>
                            <a:pt x="18" y="25"/>
                            <a:pt x="18" y="32"/>
                          </a:cubicBezTo>
                          <a:cubicBezTo>
                            <a:pt x="18" y="263"/>
                            <a:pt x="18" y="263"/>
                            <a:pt x="18" y="263"/>
                          </a:cubicBezTo>
                          <a:cubicBezTo>
                            <a:pt x="18" y="306"/>
                            <a:pt x="52" y="340"/>
                            <a:pt x="95" y="340"/>
                          </a:cubicBezTo>
                          <a:cubicBezTo>
                            <a:pt x="137" y="340"/>
                            <a:pt x="172" y="306"/>
                            <a:pt x="172" y="263"/>
                          </a:cubicBezTo>
                          <a:cubicBezTo>
                            <a:pt x="172" y="228"/>
                            <a:pt x="172" y="228"/>
                            <a:pt x="172" y="228"/>
                          </a:cubicBezTo>
                          <a:cubicBezTo>
                            <a:pt x="172" y="223"/>
                            <a:pt x="176" y="219"/>
                            <a:pt x="181" y="219"/>
                          </a:cubicBezTo>
                          <a:cubicBezTo>
                            <a:pt x="186" y="219"/>
                            <a:pt x="190" y="223"/>
                            <a:pt x="190" y="228"/>
                          </a:cubicBezTo>
                          <a:cubicBezTo>
                            <a:pt x="190" y="263"/>
                            <a:pt x="190" y="263"/>
                            <a:pt x="190" y="263"/>
                          </a:cubicBezTo>
                          <a:cubicBezTo>
                            <a:pt x="190" y="316"/>
                            <a:pt x="147" y="358"/>
                            <a:pt x="95" y="35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1" name="Freeform 39"/>
                    <p:cNvSpPr>
                      <a:spLocks noEditPoints="1"/>
                    </p:cNvSpPr>
                    <p:nvPr/>
                  </p:nvSpPr>
                  <p:spPr bwMode="auto">
                    <a:xfrm>
                      <a:off x="2259013" y="-231775"/>
                      <a:ext cx="201613" cy="233363"/>
                    </a:xfrm>
                    <a:custGeom>
                      <a:avLst/>
                      <a:gdLst>
                        <a:gd name="T0" fmla="*/ 185971 w 116"/>
                        <a:gd name="T1" fmla="*/ 233363 h 134"/>
                        <a:gd name="T2" fmla="*/ 15642 w 116"/>
                        <a:gd name="T3" fmla="*/ 233363 h 134"/>
                        <a:gd name="T4" fmla="*/ 0 w 116"/>
                        <a:gd name="T5" fmla="*/ 217689 h 134"/>
                        <a:gd name="T6" fmla="*/ 0 w 116"/>
                        <a:gd name="T7" fmla="*/ 15674 h 134"/>
                        <a:gd name="T8" fmla="*/ 15642 w 116"/>
                        <a:gd name="T9" fmla="*/ 0 h 134"/>
                        <a:gd name="T10" fmla="*/ 185971 w 116"/>
                        <a:gd name="T11" fmla="*/ 0 h 134"/>
                        <a:gd name="T12" fmla="*/ 201613 w 116"/>
                        <a:gd name="T13" fmla="*/ 15674 h 134"/>
                        <a:gd name="T14" fmla="*/ 201613 w 116"/>
                        <a:gd name="T15" fmla="*/ 217689 h 134"/>
                        <a:gd name="T16" fmla="*/ 185971 w 116"/>
                        <a:gd name="T17" fmla="*/ 233363 h 134"/>
                        <a:gd name="T18" fmla="*/ 31285 w 116"/>
                        <a:gd name="T19" fmla="*/ 202016 h 134"/>
                        <a:gd name="T20" fmla="*/ 170328 w 116"/>
                        <a:gd name="T21" fmla="*/ 202016 h 134"/>
                        <a:gd name="T22" fmla="*/ 170328 w 116"/>
                        <a:gd name="T23" fmla="*/ 31347 h 134"/>
                        <a:gd name="T24" fmla="*/ 31285 w 116"/>
                        <a:gd name="T25" fmla="*/ 31347 h 134"/>
                        <a:gd name="T26" fmla="*/ 31285 w 116"/>
                        <a:gd name="T27" fmla="*/ 202016 h 13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6"/>
                        <a:gd name="T43" fmla="*/ 0 h 134"/>
                        <a:gd name="T44" fmla="*/ 116 w 116"/>
                        <a:gd name="T45" fmla="*/ 134 h 13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6" h="134">
                          <a:moveTo>
                            <a:pt x="107" y="134"/>
                          </a:moveTo>
                          <a:cubicBezTo>
                            <a:pt x="9" y="134"/>
                            <a:pt x="9" y="134"/>
                            <a:pt x="9" y="134"/>
                          </a:cubicBezTo>
                          <a:cubicBezTo>
                            <a:pt x="4" y="134"/>
                            <a:pt x="0" y="130"/>
                            <a:pt x="0" y="125"/>
                          </a:cubicBezTo>
                          <a:cubicBezTo>
                            <a:pt x="0" y="9"/>
                            <a:pt x="0" y="9"/>
                            <a:pt x="0" y="9"/>
                          </a:cubicBezTo>
                          <a:cubicBezTo>
                            <a:pt x="0" y="4"/>
                            <a:pt x="4" y="0"/>
                            <a:pt x="9" y="0"/>
                          </a:cubicBezTo>
                          <a:cubicBezTo>
                            <a:pt x="107" y="0"/>
                            <a:pt x="107" y="0"/>
                            <a:pt x="107" y="0"/>
                          </a:cubicBezTo>
                          <a:cubicBezTo>
                            <a:pt x="112" y="0"/>
                            <a:pt x="116" y="4"/>
                            <a:pt x="116" y="9"/>
                          </a:cubicBezTo>
                          <a:cubicBezTo>
                            <a:pt x="116" y="125"/>
                            <a:pt x="116" y="125"/>
                            <a:pt x="116" y="125"/>
                          </a:cubicBezTo>
                          <a:cubicBezTo>
                            <a:pt x="116" y="130"/>
                            <a:pt x="112" y="134"/>
                            <a:pt x="107" y="134"/>
                          </a:cubicBezTo>
                          <a:close/>
                          <a:moveTo>
                            <a:pt x="18" y="116"/>
                          </a:moveTo>
                          <a:cubicBezTo>
                            <a:pt x="98" y="116"/>
                            <a:pt x="98" y="116"/>
                            <a:pt x="98" y="116"/>
                          </a:cubicBezTo>
                          <a:cubicBezTo>
                            <a:pt x="98" y="18"/>
                            <a:pt x="98" y="18"/>
                            <a:pt x="98" y="18"/>
                          </a:cubicBezTo>
                          <a:cubicBezTo>
                            <a:pt x="18" y="18"/>
                            <a:pt x="18" y="18"/>
                            <a:pt x="18" y="18"/>
                          </a:cubicBezTo>
                          <a:lnTo>
                            <a:pt x="18" y="116"/>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2" name="Rectangle 40"/>
                    <p:cNvSpPr>
                      <a:spLocks noChangeArrowheads="1"/>
                    </p:cNvSpPr>
                    <p:nvPr/>
                  </p:nvSpPr>
                  <p:spPr bwMode="auto">
                    <a:xfrm>
                      <a:off x="2308225" y="-165100"/>
                      <a:ext cx="33338" cy="60325"/>
                    </a:xfrm>
                    <a:prstGeom prst="rect">
                      <a:avLst/>
                    </a:prstGeom>
                    <a:grpFill/>
                    <a:ln w="9525">
                      <a:solidFill>
                        <a:srgbClr val="000000"/>
                      </a:solidFill>
                      <a:miter lim="800000"/>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3" name="Rectangle 41"/>
                    <p:cNvSpPr>
                      <a:spLocks noChangeArrowheads="1"/>
                    </p:cNvSpPr>
                    <p:nvPr/>
                  </p:nvSpPr>
                  <p:spPr bwMode="auto">
                    <a:xfrm>
                      <a:off x="2376488" y="-165100"/>
                      <a:ext cx="33338" cy="60325"/>
                    </a:xfrm>
                    <a:prstGeom prst="rect">
                      <a:avLst/>
                    </a:prstGeom>
                    <a:grpFill/>
                    <a:ln w="9525">
                      <a:solidFill>
                        <a:srgbClr val="000000"/>
                      </a:solidFill>
                      <a:miter lim="800000"/>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grpSp>
              <p:nvGrpSpPr>
                <p:cNvPr id="109" name="组合 108"/>
                <p:cNvGrpSpPr/>
                <p:nvPr/>
              </p:nvGrpSpPr>
              <p:grpSpPr>
                <a:xfrm>
                  <a:off x="8827447" y="5429593"/>
                  <a:ext cx="2054551" cy="390868"/>
                  <a:chOff x="8491025" y="5429593"/>
                  <a:chExt cx="2054551" cy="390868"/>
                </a:xfrm>
                <a:grpFill/>
              </p:grpSpPr>
              <p:sp>
                <p:nvSpPr>
                  <p:cNvPr id="110" name="文本框 109"/>
                  <p:cNvSpPr txBox="1"/>
                  <p:nvPr/>
                </p:nvSpPr>
                <p:spPr>
                  <a:xfrm>
                    <a:off x="8651320" y="5429593"/>
                    <a:ext cx="1894256" cy="390868"/>
                  </a:xfrm>
                  <a:prstGeom prst="rect">
                    <a:avLst/>
                  </a:prstGeom>
                  <a:grpFill/>
                  <a:ln>
                    <a:solidFill>
                      <a:schemeClr val="bg2"/>
                    </a:solidFill>
                  </a:ln>
                </p:spPr>
                <p:txBody>
                  <a:bodyPr wrap="none" rtlCol="0">
                    <a:spAutoFit/>
                  </a:bodyPr>
                  <a:lstStyle/>
                  <a:p>
                    <a:r>
                      <a:rPr lang="en-US" altLang="zh-CN" sz="1400" dirty="0">
                        <a:solidFill>
                          <a:schemeClr val="bg1"/>
                        </a:solidFill>
                        <a:latin typeface="微软雅黑" panose="020B0503020204020204" pitchFamily="34" charset="-122"/>
                        <a:ea typeface="微软雅黑" panose="020B0503020204020204" pitchFamily="34" charset="-122"/>
                      </a:rPr>
                      <a:t>Modem(2/3/4/5G)</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11" name="组合 771"/>
                  <p:cNvGrpSpPr/>
                  <p:nvPr/>
                </p:nvGrpSpPr>
                <p:grpSpPr bwMode="auto">
                  <a:xfrm>
                    <a:off x="8491025" y="5459112"/>
                    <a:ext cx="252315" cy="236634"/>
                    <a:chOff x="1814513" y="3687763"/>
                    <a:chExt cx="752475" cy="706438"/>
                  </a:xfrm>
                  <a:grpFill/>
                </p:grpSpPr>
                <p:sp>
                  <p:nvSpPr>
                    <p:cNvPr id="112" name="Freeform 445"/>
                    <p:cNvSpPr/>
                    <p:nvPr/>
                  </p:nvSpPr>
                  <p:spPr bwMode="auto">
                    <a:xfrm>
                      <a:off x="2168525" y="3922713"/>
                      <a:ext cx="222250" cy="471488"/>
                    </a:xfrm>
                    <a:custGeom>
                      <a:avLst/>
                      <a:gdLst>
                        <a:gd name="T0" fmla="*/ 2147483646 w 532"/>
                        <a:gd name="T1" fmla="*/ 2147483646 h 1124"/>
                        <a:gd name="T2" fmla="*/ 2147483646 w 532"/>
                        <a:gd name="T3" fmla="*/ 2147483646 h 1124"/>
                        <a:gd name="T4" fmla="*/ 2147483646 w 532"/>
                        <a:gd name="T5" fmla="*/ 2147483646 h 1124"/>
                        <a:gd name="T6" fmla="*/ 2147483646 w 532"/>
                        <a:gd name="T7" fmla="*/ 2147483646 h 1124"/>
                        <a:gd name="T8" fmla="*/ 2147483646 w 532"/>
                        <a:gd name="T9" fmla="*/ 2147483646 h 1124"/>
                        <a:gd name="T10" fmla="*/ 2147483646 w 532"/>
                        <a:gd name="T11" fmla="*/ 2147483646 h 1124"/>
                        <a:gd name="T12" fmla="*/ 2147483646 w 532"/>
                        <a:gd name="T13" fmla="*/ 2147483646 h 1124"/>
                        <a:gd name="T14" fmla="*/ 2147483646 w 532"/>
                        <a:gd name="T15" fmla="*/ 2147483646 h 1124"/>
                        <a:gd name="T16" fmla="*/ 2147483646 w 532"/>
                        <a:gd name="T17" fmla="*/ 2147483646 h 11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2"/>
                        <a:gd name="T28" fmla="*/ 0 h 1124"/>
                        <a:gd name="T29" fmla="*/ 532 w 532"/>
                        <a:gd name="T30" fmla="*/ 1124 h 11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2" h="1124">
                          <a:moveTo>
                            <a:pt x="494" y="1124"/>
                          </a:moveTo>
                          <a:lnTo>
                            <a:pt x="494" y="1124"/>
                          </a:lnTo>
                          <a:cubicBezTo>
                            <a:pt x="481" y="1124"/>
                            <a:pt x="469" y="1116"/>
                            <a:pt x="464" y="1104"/>
                          </a:cubicBezTo>
                          <a:lnTo>
                            <a:pt x="7" y="51"/>
                          </a:lnTo>
                          <a:cubicBezTo>
                            <a:pt x="0" y="34"/>
                            <a:pt x="8" y="15"/>
                            <a:pt x="25" y="7"/>
                          </a:cubicBezTo>
                          <a:cubicBezTo>
                            <a:pt x="41" y="0"/>
                            <a:pt x="61" y="8"/>
                            <a:pt x="68" y="25"/>
                          </a:cubicBezTo>
                          <a:lnTo>
                            <a:pt x="525" y="1077"/>
                          </a:lnTo>
                          <a:cubicBezTo>
                            <a:pt x="532" y="1094"/>
                            <a:pt x="524" y="1114"/>
                            <a:pt x="507" y="1121"/>
                          </a:cubicBezTo>
                          <a:cubicBezTo>
                            <a:pt x="503" y="1123"/>
                            <a:pt x="499" y="1124"/>
                            <a:pt x="494" y="1124"/>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3" name="Freeform 446"/>
                    <p:cNvSpPr/>
                    <p:nvPr/>
                  </p:nvSpPr>
                  <p:spPr bwMode="auto">
                    <a:xfrm>
                      <a:off x="1976438" y="3922713"/>
                      <a:ext cx="223838" cy="471488"/>
                    </a:xfrm>
                    <a:custGeom>
                      <a:avLst/>
                      <a:gdLst>
                        <a:gd name="T0" fmla="*/ 2147483646 w 532"/>
                        <a:gd name="T1" fmla="*/ 2147483646 h 1124"/>
                        <a:gd name="T2" fmla="*/ 2147483646 w 532"/>
                        <a:gd name="T3" fmla="*/ 2147483646 h 1124"/>
                        <a:gd name="T4" fmla="*/ 2147483646 w 532"/>
                        <a:gd name="T5" fmla="*/ 2147483646 h 1124"/>
                        <a:gd name="T6" fmla="*/ 2147483646 w 532"/>
                        <a:gd name="T7" fmla="*/ 2147483646 h 1124"/>
                        <a:gd name="T8" fmla="*/ 2147483646 w 532"/>
                        <a:gd name="T9" fmla="*/ 2147483646 h 1124"/>
                        <a:gd name="T10" fmla="*/ 2147483646 w 532"/>
                        <a:gd name="T11" fmla="*/ 2147483646 h 1124"/>
                        <a:gd name="T12" fmla="*/ 2147483646 w 532"/>
                        <a:gd name="T13" fmla="*/ 2147483646 h 1124"/>
                        <a:gd name="T14" fmla="*/ 2147483646 w 532"/>
                        <a:gd name="T15" fmla="*/ 2147483646 h 1124"/>
                        <a:gd name="T16" fmla="*/ 2147483646 w 532"/>
                        <a:gd name="T17" fmla="*/ 2147483646 h 11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2"/>
                        <a:gd name="T28" fmla="*/ 0 h 1124"/>
                        <a:gd name="T29" fmla="*/ 532 w 532"/>
                        <a:gd name="T30" fmla="*/ 1124 h 11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2" h="1124">
                          <a:moveTo>
                            <a:pt x="37" y="1124"/>
                          </a:moveTo>
                          <a:lnTo>
                            <a:pt x="37" y="1124"/>
                          </a:lnTo>
                          <a:cubicBezTo>
                            <a:pt x="33" y="1124"/>
                            <a:pt x="28" y="1123"/>
                            <a:pt x="24" y="1121"/>
                          </a:cubicBezTo>
                          <a:cubicBezTo>
                            <a:pt x="7" y="1114"/>
                            <a:pt x="0" y="1094"/>
                            <a:pt x="7" y="1077"/>
                          </a:cubicBezTo>
                          <a:lnTo>
                            <a:pt x="463" y="25"/>
                          </a:lnTo>
                          <a:cubicBezTo>
                            <a:pt x="471" y="8"/>
                            <a:pt x="490" y="0"/>
                            <a:pt x="507" y="7"/>
                          </a:cubicBezTo>
                          <a:cubicBezTo>
                            <a:pt x="524" y="15"/>
                            <a:pt x="532" y="34"/>
                            <a:pt x="524" y="51"/>
                          </a:cubicBezTo>
                          <a:lnTo>
                            <a:pt x="68" y="1104"/>
                          </a:lnTo>
                          <a:cubicBezTo>
                            <a:pt x="63" y="1116"/>
                            <a:pt x="50" y="1124"/>
                            <a:pt x="37" y="1124"/>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4" name="Freeform 447"/>
                    <p:cNvSpPr/>
                    <p:nvPr/>
                  </p:nvSpPr>
                  <p:spPr bwMode="auto">
                    <a:xfrm>
                      <a:off x="2136775" y="3841750"/>
                      <a:ext cx="93663" cy="93663"/>
                    </a:xfrm>
                    <a:custGeom>
                      <a:avLst/>
                      <a:gdLst>
                        <a:gd name="T0" fmla="*/ 2147483646 w 225"/>
                        <a:gd name="T1" fmla="*/ 2147483646 h 225"/>
                        <a:gd name="T2" fmla="*/ 2147483646 w 225"/>
                        <a:gd name="T3" fmla="*/ 2147483646 h 225"/>
                        <a:gd name="T4" fmla="*/ 2147483646 w 225"/>
                        <a:gd name="T5" fmla="*/ 2147483646 h 225"/>
                        <a:gd name="T6" fmla="*/ 0 w 225"/>
                        <a:gd name="T7" fmla="*/ 2147483646 h 225"/>
                        <a:gd name="T8" fmla="*/ 2147483646 w 225"/>
                        <a:gd name="T9" fmla="*/ 0 h 225"/>
                        <a:gd name="T10" fmla="*/ 2147483646 w 225"/>
                        <a:gd name="T11" fmla="*/ 2147483646 h 225"/>
                        <a:gd name="T12" fmla="*/ 0 60000 65536"/>
                        <a:gd name="T13" fmla="*/ 0 60000 65536"/>
                        <a:gd name="T14" fmla="*/ 0 60000 65536"/>
                        <a:gd name="T15" fmla="*/ 0 60000 65536"/>
                        <a:gd name="T16" fmla="*/ 0 60000 65536"/>
                        <a:gd name="T17" fmla="*/ 0 60000 65536"/>
                        <a:gd name="T18" fmla="*/ 0 w 225"/>
                        <a:gd name="T19" fmla="*/ 0 h 225"/>
                        <a:gd name="T20" fmla="*/ 225 w 225"/>
                        <a:gd name="T21" fmla="*/ 225 h 225"/>
                      </a:gdLst>
                      <a:ahLst/>
                      <a:cxnLst>
                        <a:cxn ang="T12">
                          <a:pos x="T0" y="T1"/>
                        </a:cxn>
                        <a:cxn ang="T13">
                          <a:pos x="T2" y="T3"/>
                        </a:cxn>
                        <a:cxn ang="T14">
                          <a:pos x="T4" y="T5"/>
                        </a:cxn>
                        <a:cxn ang="T15">
                          <a:pos x="T6" y="T7"/>
                        </a:cxn>
                        <a:cxn ang="T16">
                          <a:pos x="T8" y="T9"/>
                        </a:cxn>
                        <a:cxn ang="T17">
                          <a:pos x="T10" y="T11"/>
                        </a:cxn>
                      </a:cxnLst>
                      <a:rect l="T18" t="T19" r="T20" b="T21"/>
                      <a:pathLst>
                        <a:path w="225" h="225">
                          <a:moveTo>
                            <a:pt x="225" y="112"/>
                          </a:moveTo>
                          <a:lnTo>
                            <a:pt x="225" y="112"/>
                          </a:lnTo>
                          <a:cubicBezTo>
                            <a:pt x="225" y="175"/>
                            <a:pt x="175" y="225"/>
                            <a:pt x="113" y="225"/>
                          </a:cubicBezTo>
                          <a:cubicBezTo>
                            <a:pt x="51" y="225"/>
                            <a:pt x="0" y="175"/>
                            <a:pt x="0" y="112"/>
                          </a:cubicBezTo>
                          <a:cubicBezTo>
                            <a:pt x="0" y="50"/>
                            <a:pt x="51" y="0"/>
                            <a:pt x="113" y="0"/>
                          </a:cubicBezTo>
                          <a:cubicBezTo>
                            <a:pt x="175" y="0"/>
                            <a:pt x="225" y="50"/>
                            <a:pt x="225" y="112"/>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5" name="Freeform 448"/>
                    <p:cNvSpPr/>
                    <p:nvPr/>
                  </p:nvSpPr>
                  <p:spPr bwMode="auto">
                    <a:xfrm>
                      <a:off x="1814513" y="3687763"/>
                      <a:ext cx="111125" cy="398463"/>
                    </a:xfrm>
                    <a:custGeom>
                      <a:avLst/>
                      <a:gdLst>
                        <a:gd name="T0" fmla="*/ 2147483646 w 268"/>
                        <a:gd name="T1" fmla="*/ 2147483646 h 949"/>
                        <a:gd name="T2" fmla="*/ 2147483646 w 268"/>
                        <a:gd name="T3" fmla="*/ 2147483646 h 949"/>
                        <a:gd name="T4" fmla="*/ 2147483646 w 268"/>
                        <a:gd name="T5" fmla="*/ 2147483646 h 949"/>
                        <a:gd name="T6" fmla="*/ 0 w 268"/>
                        <a:gd name="T7" fmla="*/ 2147483646 h 949"/>
                        <a:gd name="T8" fmla="*/ 2147483646 w 268"/>
                        <a:gd name="T9" fmla="*/ 2147483646 h 949"/>
                        <a:gd name="T10" fmla="*/ 2147483646 w 268"/>
                        <a:gd name="T11" fmla="*/ 2147483646 h 949"/>
                        <a:gd name="T12" fmla="*/ 2147483646 w 268"/>
                        <a:gd name="T13" fmla="*/ 2147483646 h 949"/>
                        <a:gd name="T14" fmla="*/ 2147483646 w 268"/>
                        <a:gd name="T15" fmla="*/ 2147483646 h 949"/>
                        <a:gd name="T16" fmla="*/ 2147483646 w 268"/>
                        <a:gd name="T17" fmla="*/ 2147483646 h 949"/>
                        <a:gd name="T18" fmla="*/ 2147483646 w 268"/>
                        <a:gd name="T19" fmla="*/ 2147483646 h 949"/>
                        <a:gd name="T20" fmla="*/ 2147483646 w 268"/>
                        <a:gd name="T21" fmla="*/ 2147483646 h 9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8"/>
                        <a:gd name="T34" fmla="*/ 0 h 949"/>
                        <a:gd name="T35" fmla="*/ 268 w 268"/>
                        <a:gd name="T36" fmla="*/ 949 h 9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8" h="949">
                          <a:moveTo>
                            <a:pt x="231" y="949"/>
                          </a:moveTo>
                          <a:lnTo>
                            <a:pt x="231" y="949"/>
                          </a:lnTo>
                          <a:cubicBezTo>
                            <a:pt x="223" y="949"/>
                            <a:pt x="216" y="947"/>
                            <a:pt x="209" y="941"/>
                          </a:cubicBezTo>
                          <a:cubicBezTo>
                            <a:pt x="76" y="826"/>
                            <a:pt x="0" y="657"/>
                            <a:pt x="0" y="476"/>
                          </a:cubicBezTo>
                          <a:cubicBezTo>
                            <a:pt x="0" y="296"/>
                            <a:pt x="76" y="127"/>
                            <a:pt x="209" y="12"/>
                          </a:cubicBezTo>
                          <a:cubicBezTo>
                            <a:pt x="223" y="0"/>
                            <a:pt x="244" y="1"/>
                            <a:pt x="256" y="15"/>
                          </a:cubicBezTo>
                          <a:cubicBezTo>
                            <a:pt x="268" y="29"/>
                            <a:pt x="267" y="50"/>
                            <a:pt x="253" y="62"/>
                          </a:cubicBezTo>
                          <a:cubicBezTo>
                            <a:pt x="134" y="164"/>
                            <a:pt x="66" y="315"/>
                            <a:pt x="66" y="476"/>
                          </a:cubicBezTo>
                          <a:cubicBezTo>
                            <a:pt x="66" y="637"/>
                            <a:pt x="134" y="788"/>
                            <a:pt x="253" y="891"/>
                          </a:cubicBezTo>
                          <a:cubicBezTo>
                            <a:pt x="267" y="903"/>
                            <a:pt x="268" y="924"/>
                            <a:pt x="256" y="938"/>
                          </a:cubicBezTo>
                          <a:cubicBezTo>
                            <a:pt x="250" y="945"/>
                            <a:pt x="241" y="949"/>
                            <a:pt x="231" y="949"/>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6" name="Freeform 449"/>
                    <p:cNvSpPr/>
                    <p:nvPr/>
                  </p:nvSpPr>
                  <p:spPr bwMode="auto">
                    <a:xfrm>
                      <a:off x="1911350" y="3740150"/>
                      <a:ext cx="90488" cy="295275"/>
                    </a:xfrm>
                    <a:custGeom>
                      <a:avLst/>
                      <a:gdLst>
                        <a:gd name="T0" fmla="*/ 2147483646 w 213"/>
                        <a:gd name="T1" fmla="*/ 2147483646 h 703"/>
                        <a:gd name="T2" fmla="*/ 2147483646 w 213"/>
                        <a:gd name="T3" fmla="*/ 2147483646 h 703"/>
                        <a:gd name="T4" fmla="*/ 2147483646 w 213"/>
                        <a:gd name="T5" fmla="*/ 2147483646 h 703"/>
                        <a:gd name="T6" fmla="*/ 0 w 213"/>
                        <a:gd name="T7" fmla="*/ 2147483646 h 703"/>
                        <a:gd name="T8" fmla="*/ 2147483646 w 213"/>
                        <a:gd name="T9" fmla="*/ 2147483646 h 703"/>
                        <a:gd name="T10" fmla="*/ 2147483646 w 213"/>
                        <a:gd name="T11" fmla="*/ 2147483646 h 703"/>
                        <a:gd name="T12" fmla="*/ 2147483646 w 213"/>
                        <a:gd name="T13" fmla="*/ 2147483646 h 703"/>
                        <a:gd name="T14" fmla="*/ 2147483646 w 213"/>
                        <a:gd name="T15" fmla="*/ 2147483646 h 703"/>
                        <a:gd name="T16" fmla="*/ 2147483646 w 213"/>
                        <a:gd name="T17" fmla="*/ 2147483646 h 703"/>
                        <a:gd name="T18" fmla="*/ 2147483646 w 213"/>
                        <a:gd name="T19" fmla="*/ 2147483646 h 703"/>
                        <a:gd name="T20" fmla="*/ 2147483646 w 213"/>
                        <a:gd name="T21" fmla="*/ 2147483646 h 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
                        <a:gd name="T34" fmla="*/ 0 h 703"/>
                        <a:gd name="T35" fmla="*/ 213 w 213"/>
                        <a:gd name="T36" fmla="*/ 703 h 7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 h="703">
                          <a:moveTo>
                            <a:pt x="176" y="703"/>
                          </a:moveTo>
                          <a:lnTo>
                            <a:pt x="176" y="703"/>
                          </a:lnTo>
                          <a:cubicBezTo>
                            <a:pt x="168" y="703"/>
                            <a:pt x="161" y="700"/>
                            <a:pt x="154" y="695"/>
                          </a:cubicBezTo>
                          <a:cubicBezTo>
                            <a:pt x="56" y="610"/>
                            <a:pt x="0" y="486"/>
                            <a:pt x="0" y="353"/>
                          </a:cubicBezTo>
                          <a:cubicBezTo>
                            <a:pt x="0" y="221"/>
                            <a:pt x="56" y="96"/>
                            <a:pt x="154" y="12"/>
                          </a:cubicBezTo>
                          <a:cubicBezTo>
                            <a:pt x="168" y="0"/>
                            <a:pt x="189" y="2"/>
                            <a:pt x="201" y="15"/>
                          </a:cubicBezTo>
                          <a:cubicBezTo>
                            <a:pt x="213" y="29"/>
                            <a:pt x="212" y="50"/>
                            <a:pt x="198" y="62"/>
                          </a:cubicBezTo>
                          <a:cubicBezTo>
                            <a:pt x="114" y="134"/>
                            <a:pt x="67" y="240"/>
                            <a:pt x="67" y="353"/>
                          </a:cubicBezTo>
                          <a:cubicBezTo>
                            <a:pt x="67" y="466"/>
                            <a:pt x="115" y="572"/>
                            <a:pt x="198" y="644"/>
                          </a:cubicBezTo>
                          <a:cubicBezTo>
                            <a:pt x="212" y="656"/>
                            <a:pt x="213" y="677"/>
                            <a:pt x="201" y="691"/>
                          </a:cubicBezTo>
                          <a:cubicBezTo>
                            <a:pt x="195" y="699"/>
                            <a:pt x="185" y="703"/>
                            <a:pt x="176" y="703"/>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7" name="Freeform 450"/>
                    <p:cNvSpPr/>
                    <p:nvPr/>
                  </p:nvSpPr>
                  <p:spPr bwMode="auto">
                    <a:xfrm>
                      <a:off x="2008188" y="3787775"/>
                      <a:ext cx="74613" cy="198438"/>
                    </a:xfrm>
                    <a:custGeom>
                      <a:avLst/>
                      <a:gdLst>
                        <a:gd name="T0" fmla="*/ 2147483646 w 177"/>
                        <a:gd name="T1" fmla="*/ 2147483646 h 472"/>
                        <a:gd name="T2" fmla="*/ 2147483646 w 177"/>
                        <a:gd name="T3" fmla="*/ 2147483646 h 472"/>
                        <a:gd name="T4" fmla="*/ 2147483646 w 177"/>
                        <a:gd name="T5" fmla="*/ 2147483646 h 472"/>
                        <a:gd name="T6" fmla="*/ 0 w 177"/>
                        <a:gd name="T7" fmla="*/ 2147483646 h 472"/>
                        <a:gd name="T8" fmla="*/ 2147483646 w 177"/>
                        <a:gd name="T9" fmla="*/ 2147483646 h 472"/>
                        <a:gd name="T10" fmla="*/ 2147483646 w 177"/>
                        <a:gd name="T11" fmla="*/ 2147483646 h 472"/>
                        <a:gd name="T12" fmla="*/ 2147483646 w 177"/>
                        <a:gd name="T13" fmla="*/ 2147483646 h 472"/>
                        <a:gd name="T14" fmla="*/ 2147483646 w 177"/>
                        <a:gd name="T15" fmla="*/ 2147483646 h 472"/>
                        <a:gd name="T16" fmla="*/ 2147483646 w 177"/>
                        <a:gd name="T17" fmla="*/ 2147483646 h 472"/>
                        <a:gd name="T18" fmla="*/ 2147483646 w 177"/>
                        <a:gd name="T19" fmla="*/ 2147483646 h 472"/>
                        <a:gd name="T20" fmla="*/ 2147483646 w 177"/>
                        <a:gd name="T21" fmla="*/ 2147483646 h 4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7"/>
                        <a:gd name="T34" fmla="*/ 0 h 472"/>
                        <a:gd name="T35" fmla="*/ 177 w 177"/>
                        <a:gd name="T36" fmla="*/ 472 h 4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7" h="472">
                          <a:moveTo>
                            <a:pt x="139" y="472"/>
                          </a:moveTo>
                          <a:lnTo>
                            <a:pt x="139" y="472"/>
                          </a:lnTo>
                          <a:cubicBezTo>
                            <a:pt x="132" y="472"/>
                            <a:pt x="126" y="470"/>
                            <a:pt x="120" y="466"/>
                          </a:cubicBezTo>
                          <a:cubicBezTo>
                            <a:pt x="45" y="417"/>
                            <a:pt x="0" y="331"/>
                            <a:pt x="0" y="238"/>
                          </a:cubicBezTo>
                          <a:cubicBezTo>
                            <a:pt x="0" y="145"/>
                            <a:pt x="45" y="60"/>
                            <a:pt x="120" y="10"/>
                          </a:cubicBezTo>
                          <a:cubicBezTo>
                            <a:pt x="136" y="0"/>
                            <a:pt x="156" y="4"/>
                            <a:pt x="166" y="20"/>
                          </a:cubicBezTo>
                          <a:cubicBezTo>
                            <a:pt x="177" y="35"/>
                            <a:pt x="172" y="56"/>
                            <a:pt x="157" y="66"/>
                          </a:cubicBezTo>
                          <a:cubicBezTo>
                            <a:pt x="100" y="103"/>
                            <a:pt x="66" y="168"/>
                            <a:pt x="66" y="238"/>
                          </a:cubicBezTo>
                          <a:cubicBezTo>
                            <a:pt x="66" y="309"/>
                            <a:pt x="100" y="373"/>
                            <a:pt x="157" y="411"/>
                          </a:cubicBezTo>
                          <a:cubicBezTo>
                            <a:pt x="172" y="421"/>
                            <a:pt x="177" y="442"/>
                            <a:pt x="167" y="457"/>
                          </a:cubicBezTo>
                          <a:cubicBezTo>
                            <a:pt x="160" y="467"/>
                            <a:pt x="149" y="472"/>
                            <a:pt x="139" y="472"/>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8" name="Freeform 451"/>
                    <p:cNvSpPr/>
                    <p:nvPr/>
                  </p:nvSpPr>
                  <p:spPr bwMode="auto">
                    <a:xfrm>
                      <a:off x="2454275" y="3687763"/>
                      <a:ext cx="112713" cy="398463"/>
                    </a:xfrm>
                    <a:custGeom>
                      <a:avLst/>
                      <a:gdLst>
                        <a:gd name="T0" fmla="*/ 2147483646 w 269"/>
                        <a:gd name="T1" fmla="*/ 2147483646 h 949"/>
                        <a:gd name="T2" fmla="*/ 2147483646 w 269"/>
                        <a:gd name="T3" fmla="*/ 2147483646 h 949"/>
                        <a:gd name="T4" fmla="*/ 2147483646 w 269"/>
                        <a:gd name="T5" fmla="*/ 2147483646 h 949"/>
                        <a:gd name="T6" fmla="*/ 2147483646 w 269"/>
                        <a:gd name="T7" fmla="*/ 2147483646 h 949"/>
                        <a:gd name="T8" fmla="*/ 2147483646 w 269"/>
                        <a:gd name="T9" fmla="*/ 2147483646 h 949"/>
                        <a:gd name="T10" fmla="*/ 2147483646 w 269"/>
                        <a:gd name="T11" fmla="*/ 2147483646 h 949"/>
                        <a:gd name="T12" fmla="*/ 2147483646 w 269"/>
                        <a:gd name="T13" fmla="*/ 2147483646 h 949"/>
                        <a:gd name="T14" fmla="*/ 2147483646 w 269"/>
                        <a:gd name="T15" fmla="*/ 2147483646 h 949"/>
                        <a:gd name="T16" fmla="*/ 2147483646 w 269"/>
                        <a:gd name="T17" fmla="*/ 2147483646 h 949"/>
                        <a:gd name="T18" fmla="*/ 2147483646 w 269"/>
                        <a:gd name="T19" fmla="*/ 2147483646 h 949"/>
                        <a:gd name="T20" fmla="*/ 2147483646 w 269"/>
                        <a:gd name="T21" fmla="*/ 2147483646 h 9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9"/>
                        <a:gd name="T34" fmla="*/ 0 h 949"/>
                        <a:gd name="T35" fmla="*/ 269 w 269"/>
                        <a:gd name="T36" fmla="*/ 949 h 9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9" h="949">
                          <a:moveTo>
                            <a:pt x="38" y="949"/>
                          </a:moveTo>
                          <a:lnTo>
                            <a:pt x="38" y="949"/>
                          </a:lnTo>
                          <a:cubicBezTo>
                            <a:pt x="28" y="949"/>
                            <a:pt x="19" y="945"/>
                            <a:pt x="12" y="938"/>
                          </a:cubicBezTo>
                          <a:cubicBezTo>
                            <a:pt x="0" y="924"/>
                            <a:pt x="2" y="903"/>
                            <a:pt x="16" y="891"/>
                          </a:cubicBezTo>
                          <a:cubicBezTo>
                            <a:pt x="134" y="788"/>
                            <a:pt x="202" y="637"/>
                            <a:pt x="202" y="476"/>
                          </a:cubicBezTo>
                          <a:cubicBezTo>
                            <a:pt x="202" y="315"/>
                            <a:pt x="134" y="164"/>
                            <a:pt x="16" y="62"/>
                          </a:cubicBezTo>
                          <a:cubicBezTo>
                            <a:pt x="2" y="50"/>
                            <a:pt x="0" y="29"/>
                            <a:pt x="12" y="15"/>
                          </a:cubicBezTo>
                          <a:cubicBezTo>
                            <a:pt x="24" y="1"/>
                            <a:pt x="46" y="0"/>
                            <a:pt x="59" y="12"/>
                          </a:cubicBezTo>
                          <a:cubicBezTo>
                            <a:pt x="193" y="127"/>
                            <a:pt x="269" y="296"/>
                            <a:pt x="269" y="476"/>
                          </a:cubicBezTo>
                          <a:cubicBezTo>
                            <a:pt x="269" y="657"/>
                            <a:pt x="193" y="826"/>
                            <a:pt x="59" y="941"/>
                          </a:cubicBezTo>
                          <a:cubicBezTo>
                            <a:pt x="53" y="946"/>
                            <a:pt x="45" y="949"/>
                            <a:pt x="38" y="949"/>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9" name="Freeform 452"/>
                    <p:cNvSpPr/>
                    <p:nvPr/>
                  </p:nvSpPr>
                  <p:spPr bwMode="auto">
                    <a:xfrm>
                      <a:off x="2379663" y="3740150"/>
                      <a:ext cx="88900" cy="295275"/>
                    </a:xfrm>
                    <a:custGeom>
                      <a:avLst/>
                      <a:gdLst>
                        <a:gd name="T0" fmla="*/ 2147483646 w 213"/>
                        <a:gd name="T1" fmla="*/ 2147483646 h 703"/>
                        <a:gd name="T2" fmla="*/ 2147483646 w 213"/>
                        <a:gd name="T3" fmla="*/ 2147483646 h 703"/>
                        <a:gd name="T4" fmla="*/ 2147483646 w 213"/>
                        <a:gd name="T5" fmla="*/ 2147483646 h 703"/>
                        <a:gd name="T6" fmla="*/ 2147483646 w 213"/>
                        <a:gd name="T7" fmla="*/ 2147483646 h 703"/>
                        <a:gd name="T8" fmla="*/ 2147483646 w 213"/>
                        <a:gd name="T9" fmla="*/ 2147483646 h 703"/>
                        <a:gd name="T10" fmla="*/ 2147483646 w 213"/>
                        <a:gd name="T11" fmla="*/ 2147483646 h 703"/>
                        <a:gd name="T12" fmla="*/ 2147483646 w 213"/>
                        <a:gd name="T13" fmla="*/ 2147483646 h 703"/>
                        <a:gd name="T14" fmla="*/ 2147483646 w 213"/>
                        <a:gd name="T15" fmla="*/ 2147483646 h 703"/>
                        <a:gd name="T16" fmla="*/ 2147483646 w 213"/>
                        <a:gd name="T17" fmla="*/ 2147483646 h 703"/>
                        <a:gd name="T18" fmla="*/ 2147483646 w 213"/>
                        <a:gd name="T19" fmla="*/ 2147483646 h 703"/>
                        <a:gd name="T20" fmla="*/ 2147483646 w 213"/>
                        <a:gd name="T21" fmla="*/ 2147483646 h 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
                        <a:gd name="T34" fmla="*/ 0 h 703"/>
                        <a:gd name="T35" fmla="*/ 213 w 213"/>
                        <a:gd name="T36" fmla="*/ 703 h 7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 h="703">
                          <a:moveTo>
                            <a:pt x="37" y="703"/>
                          </a:moveTo>
                          <a:lnTo>
                            <a:pt x="37" y="703"/>
                          </a:lnTo>
                          <a:cubicBezTo>
                            <a:pt x="28" y="703"/>
                            <a:pt x="18" y="699"/>
                            <a:pt x="12" y="691"/>
                          </a:cubicBezTo>
                          <a:cubicBezTo>
                            <a:pt x="0" y="677"/>
                            <a:pt x="1" y="656"/>
                            <a:pt x="15" y="644"/>
                          </a:cubicBezTo>
                          <a:cubicBezTo>
                            <a:pt x="98" y="572"/>
                            <a:pt x="146" y="466"/>
                            <a:pt x="146" y="353"/>
                          </a:cubicBezTo>
                          <a:cubicBezTo>
                            <a:pt x="146" y="240"/>
                            <a:pt x="98" y="134"/>
                            <a:pt x="15" y="62"/>
                          </a:cubicBezTo>
                          <a:cubicBezTo>
                            <a:pt x="1" y="50"/>
                            <a:pt x="0" y="29"/>
                            <a:pt x="12" y="15"/>
                          </a:cubicBezTo>
                          <a:cubicBezTo>
                            <a:pt x="24" y="2"/>
                            <a:pt x="45" y="0"/>
                            <a:pt x="59" y="12"/>
                          </a:cubicBezTo>
                          <a:cubicBezTo>
                            <a:pt x="157" y="96"/>
                            <a:pt x="213" y="221"/>
                            <a:pt x="213" y="353"/>
                          </a:cubicBezTo>
                          <a:cubicBezTo>
                            <a:pt x="213" y="486"/>
                            <a:pt x="157" y="610"/>
                            <a:pt x="59" y="695"/>
                          </a:cubicBezTo>
                          <a:cubicBezTo>
                            <a:pt x="52" y="700"/>
                            <a:pt x="45" y="703"/>
                            <a:pt x="37" y="703"/>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0" name="Freeform 453"/>
                    <p:cNvSpPr/>
                    <p:nvPr/>
                  </p:nvSpPr>
                  <p:spPr bwMode="auto">
                    <a:xfrm>
                      <a:off x="2298700" y="3787775"/>
                      <a:ext cx="74613" cy="198438"/>
                    </a:xfrm>
                    <a:custGeom>
                      <a:avLst/>
                      <a:gdLst>
                        <a:gd name="T0" fmla="*/ 2147483646 w 177"/>
                        <a:gd name="T1" fmla="*/ 2147483646 h 472"/>
                        <a:gd name="T2" fmla="*/ 2147483646 w 177"/>
                        <a:gd name="T3" fmla="*/ 2147483646 h 472"/>
                        <a:gd name="T4" fmla="*/ 2147483646 w 177"/>
                        <a:gd name="T5" fmla="*/ 2147483646 h 472"/>
                        <a:gd name="T6" fmla="*/ 2147483646 w 177"/>
                        <a:gd name="T7" fmla="*/ 2147483646 h 472"/>
                        <a:gd name="T8" fmla="*/ 2147483646 w 177"/>
                        <a:gd name="T9" fmla="*/ 2147483646 h 472"/>
                        <a:gd name="T10" fmla="*/ 2147483646 w 177"/>
                        <a:gd name="T11" fmla="*/ 2147483646 h 472"/>
                        <a:gd name="T12" fmla="*/ 2147483646 w 177"/>
                        <a:gd name="T13" fmla="*/ 2147483646 h 472"/>
                        <a:gd name="T14" fmla="*/ 2147483646 w 177"/>
                        <a:gd name="T15" fmla="*/ 2147483646 h 472"/>
                        <a:gd name="T16" fmla="*/ 2147483646 w 177"/>
                        <a:gd name="T17" fmla="*/ 2147483646 h 472"/>
                        <a:gd name="T18" fmla="*/ 2147483646 w 177"/>
                        <a:gd name="T19" fmla="*/ 2147483646 h 472"/>
                        <a:gd name="T20" fmla="*/ 2147483646 w 177"/>
                        <a:gd name="T21" fmla="*/ 2147483646 h 4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7"/>
                        <a:gd name="T34" fmla="*/ 0 h 472"/>
                        <a:gd name="T35" fmla="*/ 177 w 177"/>
                        <a:gd name="T36" fmla="*/ 472 h 4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7" h="472">
                          <a:moveTo>
                            <a:pt x="38" y="472"/>
                          </a:moveTo>
                          <a:lnTo>
                            <a:pt x="38" y="472"/>
                          </a:lnTo>
                          <a:cubicBezTo>
                            <a:pt x="27" y="472"/>
                            <a:pt x="17" y="467"/>
                            <a:pt x="10" y="457"/>
                          </a:cubicBezTo>
                          <a:cubicBezTo>
                            <a:pt x="0" y="442"/>
                            <a:pt x="4" y="421"/>
                            <a:pt x="20" y="411"/>
                          </a:cubicBezTo>
                          <a:cubicBezTo>
                            <a:pt x="77" y="373"/>
                            <a:pt x="111" y="309"/>
                            <a:pt x="111" y="238"/>
                          </a:cubicBezTo>
                          <a:cubicBezTo>
                            <a:pt x="111" y="168"/>
                            <a:pt x="77" y="103"/>
                            <a:pt x="20" y="66"/>
                          </a:cubicBezTo>
                          <a:cubicBezTo>
                            <a:pt x="5" y="56"/>
                            <a:pt x="0" y="35"/>
                            <a:pt x="11" y="20"/>
                          </a:cubicBezTo>
                          <a:cubicBezTo>
                            <a:pt x="21" y="4"/>
                            <a:pt x="41" y="0"/>
                            <a:pt x="57" y="10"/>
                          </a:cubicBezTo>
                          <a:cubicBezTo>
                            <a:pt x="132" y="60"/>
                            <a:pt x="177" y="145"/>
                            <a:pt x="177" y="238"/>
                          </a:cubicBezTo>
                          <a:cubicBezTo>
                            <a:pt x="177" y="331"/>
                            <a:pt x="132" y="417"/>
                            <a:pt x="57" y="466"/>
                          </a:cubicBezTo>
                          <a:cubicBezTo>
                            <a:pt x="51" y="470"/>
                            <a:pt x="45" y="472"/>
                            <a:pt x="38" y="472"/>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1" name="Freeform 454"/>
                    <p:cNvSpPr/>
                    <p:nvPr/>
                  </p:nvSpPr>
                  <p:spPr bwMode="auto">
                    <a:xfrm>
                      <a:off x="2087563" y="4116388"/>
                      <a:ext cx="192088" cy="26988"/>
                    </a:xfrm>
                    <a:custGeom>
                      <a:avLst/>
                      <a:gdLst>
                        <a:gd name="T0" fmla="*/ 2147483646 w 461"/>
                        <a:gd name="T1" fmla="*/ 2147483646 h 66"/>
                        <a:gd name="T2" fmla="*/ 2147483646 w 461"/>
                        <a:gd name="T3" fmla="*/ 2147483646 h 66"/>
                        <a:gd name="T4" fmla="*/ 2147483646 w 461"/>
                        <a:gd name="T5" fmla="*/ 2147483646 h 66"/>
                        <a:gd name="T6" fmla="*/ 0 w 461"/>
                        <a:gd name="T7" fmla="*/ 2147483646 h 66"/>
                        <a:gd name="T8" fmla="*/ 2147483646 w 461"/>
                        <a:gd name="T9" fmla="*/ 0 h 66"/>
                        <a:gd name="T10" fmla="*/ 2147483646 w 461"/>
                        <a:gd name="T11" fmla="*/ 0 h 66"/>
                        <a:gd name="T12" fmla="*/ 2147483646 w 461"/>
                        <a:gd name="T13" fmla="*/ 2147483646 h 66"/>
                        <a:gd name="T14" fmla="*/ 2147483646 w 461"/>
                        <a:gd name="T15" fmla="*/ 2147483646 h 66"/>
                        <a:gd name="T16" fmla="*/ 0 60000 65536"/>
                        <a:gd name="T17" fmla="*/ 0 60000 65536"/>
                        <a:gd name="T18" fmla="*/ 0 60000 65536"/>
                        <a:gd name="T19" fmla="*/ 0 60000 65536"/>
                        <a:gd name="T20" fmla="*/ 0 60000 65536"/>
                        <a:gd name="T21" fmla="*/ 0 60000 65536"/>
                        <a:gd name="T22" fmla="*/ 0 60000 65536"/>
                        <a:gd name="T23" fmla="*/ 0 60000 65536"/>
                        <a:gd name="T24" fmla="*/ 0 w 461"/>
                        <a:gd name="T25" fmla="*/ 0 h 66"/>
                        <a:gd name="T26" fmla="*/ 461 w 461"/>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1" h="66">
                          <a:moveTo>
                            <a:pt x="428" y="66"/>
                          </a:moveTo>
                          <a:lnTo>
                            <a:pt x="428" y="66"/>
                          </a:lnTo>
                          <a:lnTo>
                            <a:pt x="34" y="66"/>
                          </a:lnTo>
                          <a:cubicBezTo>
                            <a:pt x="15" y="66"/>
                            <a:pt x="0" y="51"/>
                            <a:pt x="0" y="33"/>
                          </a:cubicBezTo>
                          <a:cubicBezTo>
                            <a:pt x="0" y="15"/>
                            <a:pt x="15" y="0"/>
                            <a:pt x="34" y="0"/>
                          </a:cubicBezTo>
                          <a:lnTo>
                            <a:pt x="428" y="0"/>
                          </a:lnTo>
                          <a:cubicBezTo>
                            <a:pt x="447" y="0"/>
                            <a:pt x="461" y="15"/>
                            <a:pt x="461" y="33"/>
                          </a:cubicBezTo>
                          <a:cubicBezTo>
                            <a:pt x="461" y="51"/>
                            <a:pt x="447" y="66"/>
                            <a:pt x="428" y="66"/>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2" name="Freeform 455"/>
                    <p:cNvSpPr/>
                    <p:nvPr/>
                  </p:nvSpPr>
                  <p:spPr bwMode="auto">
                    <a:xfrm>
                      <a:off x="2228850" y="4283075"/>
                      <a:ext cx="123825" cy="28575"/>
                    </a:xfrm>
                    <a:custGeom>
                      <a:avLst/>
                      <a:gdLst>
                        <a:gd name="T0" fmla="*/ 2147483646 w 295"/>
                        <a:gd name="T1" fmla="*/ 2147483646 h 67"/>
                        <a:gd name="T2" fmla="*/ 2147483646 w 295"/>
                        <a:gd name="T3" fmla="*/ 2147483646 h 67"/>
                        <a:gd name="T4" fmla="*/ 2147483646 w 295"/>
                        <a:gd name="T5" fmla="*/ 2147483646 h 67"/>
                        <a:gd name="T6" fmla="*/ 0 w 295"/>
                        <a:gd name="T7" fmla="*/ 2147483646 h 67"/>
                        <a:gd name="T8" fmla="*/ 2147483646 w 295"/>
                        <a:gd name="T9" fmla="*/ 0 h 67"/>
                        <a:gd name="T10" fmla="*/ 2147483646 w 295"/>
                        <a:gd name="T11" fmla="*/ 0 h 67"/>
                        <a:gd name="T12" fmla="*/ 2147483646 w 295"/>
                        <a:gd name="T13" fmla="*/ 2147483646 h 67"/>
                        <a:gd name="T14" fmla="*/ 2147483646 w 295"/>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295"/>
                        <a:gd name="T25" fmla="*/ 0 h 67"/>
                        <a:gd name="T26" fmla="*/ 295 w 295"/>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5" h="67">
                          <a:moveTo>
                            <a:pt x="262" y="67"/>
                          </a:moveTo>
                          <a:lnTo>
                            <a:pt x="262" y="67"/>
                          </a:lnTo>
                          <a:lnTo>
                            <a:pt x="33" y="67"/>
                          </a:lnTo>
                          <a:cubicBezTo>
                            <a:pt x="15" y="67"/>
                            <a:pt x="0" y="52"/>
                            <a:pt x="0" y="34"/>
                          </a:cubicBezTo>
                          <a:cubicBezTo>
                            <a:pt x="0" y="15"/>
                            <a:pt x="15" y="0"/>
                            <a:pt x="33" y="0"/>
                          </a:cubicBezTo>
                          <a:lnTo>
                            <a:pt x="262" y="0"/>
                          </a:lnTo>
                          <a:cubicBezTo>
                            <a:pt x="280" y="0"/>
                            <a:pt x="295" y="15"/>
                            <a:pt x="295" y="34"/>
                          </a:cubicBezTo>
                          <a:cubicBezTo>
                            <a:pt x="295" y="52"/>
                            <a:pt x="280" y="67"/>
                            <a:pt x="262" y="67"/>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3" name="Freeform 456"/>
                    <p:cNvSpPr/>
                    <p:nvPr/>
                  </p:nvSpPr>
                  <p:spPr bwMode="auto">
                    <a:xfrm>
                      <a:off x="2014538" y="4283075"/>
                      <a:ext cx="136525" cy="28575"/>
                    </a:xfrm>
                    <a:custGeom>
                      <a:avLst/>
                      <a:gdLst>
                        <a:gd name="T0" fmla="*/ 2147483646 w 325"/>
                        <a:gd name="T1" fmla="*/ 2147483646 h 67"/>
                        <a:gd name="T2" fmla="*/ 2147483646 w 325"/>
                        <a:gd name="T3" fmla="*/ 2147483646 h 67"/>
                        <a:gd name="T4" fmla="*/ 2147483646 w 325"/>
                        <a:gd name="T5" fmla="*/ 2147483646 h 67"/>
                        <a:gd name="T6" fmla="*/ 0 w 325"/>
                        <a:gd name="T7" fmla="*/ 2147483646 h 67"/>
                        <a:gd name="T8" fmla="*/ 2147483646 w 325"/>
                        <a:gd name="T9" fmla="*/ 0 h 67"/>
                        <a:gd name="T10" fmla="*/ 2147483646 w 325"/>
                        <a:gd name="T11" fmla="*/ 0 h 67"/>
                        <a:gd name="T12" fmla="*/ 2147483646 w 325"/>
                        <a:gd name="T13" fmla="*/ 2147483646 h 67"/>
                        <a:gd name="T14" fmla="*/ 2147483646 w 325"/>
                        <a:gd name="T15" fmla="*/ 2147483646 h 67"/>
                        <a:gd name="T16" fmla="*/ 0 60000 65536"/>
                        <a:gd name="T17" fmla="*/ 0 60000 65536"/>
                        <a:gd name="T18" fmla="*/ 0 60000 65536"/>
                        <a:gd name="T19" fmla="*/ 0 60000 65536"/>
                        <a:gd name="T20" fmla="*/ 0 60000 65536"/>
                        <a:gd name="T21" fmla="*/ 0 60000 65536"/>
                        <a:gd name="T22" fmla="*/ 0 60000 65536"/>
                        <a:gd name="T23" fmla="*/ 0 60000 65536"/>
                        <a:gd name="T24" fmla="*/ 0 w 325"/>
                        <a:gd name="T25" fmla="*/ 0 h 67"/>
                        <a:gd name="T26" fmla="*/ 325 w 325"/>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5" h="67">
                          <a:moveTo>
                            <a:pt x="291" y="67"/>
                          </a:moveTo>
                          <a:lnTo>
                            <a:pt x="291" y="67"/>
                          </a:lnTo>
                          <a:lnTo>
                            <a:pt x="33" y="67"/>
                          </a:lnTo>
                          <a:cubicBezTo>
                            <a:pt x="15" y="67"/>
                            <a:pt x="0" y="52"/>
                            <a:pt x="0" y="34"/>
                          </a:cubicBezTo>
                          <a:cubicBezTo>
                            <a:pt x="0" y="15"/>
                            <a:pt x="15" y="0"/>
                            <a:pt x="33" y="0"/>
                          </a:cubicBezTo>
                          <a:lnTo>
                            <a:pt x="291" y="0"/>
                          </a:lnTo>
                          <a:cubicBezTo>
                            <a:pt x="310" y="0"/>
                            <a:pt x="325" y="15"/>
                            <a:pt x="325" y="34"/>
                          </a:cubicBezTo>
                          <a:cubicBezTo>
                            <a:pt x="325" y="52"/>
                            <a:pt x="310" y="67"/>
                            <a:pt x="291" y="67"/>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4" name="Freeform 457"/>
                    <p:cNvSpPr/>
                    <p:nvPr/>
                  </p:nvSpPr>
                  <p:spPr bwMode="auto">
                    <a:xfrm>
                      <a:off x="2117725" y="4268788"/>
                      <a:ext cx="58738" cy="57150"/>
                    </a:xfrm>
                    <a:custGeom>
                      <a:avLst/>
                      <a:gdLst>
                        <a:gd name="T0" fmla="*/ 2147483646 w 139"/>
                        <a:gd name="T1" fmla="*/ 2147483646 h 138"/>
                        <a:gd name="T2" fmla="*/ 2147483646 w 139"/>
                        <a:gd name="T3" fmla="*/ 2147483646 h 138"/>
                        <a:gd name="T4" fmla="*/ 0 w 139"/>
                        <a:gd name="T5" fmla="*/ 2147483646 h 138"/>
                        <a:gd name="T6" fmla="*/ 2147483646 w 139"/>
                        <a:gd name="T7" fmla="*/ 0 h 138"/>
                        <a:gd name="T8" fmla="*/ 2147483646 w 139"/>
                        <a:gd name="T9" fmla="*/ 2147483646 h 138"/>
                        <a:gd name="T10" fmla="*/ 2147483646 w 139"/>
                        <a:gd name="T11" fmla="*/ 2147483646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70" y="138"/>
                          </a:moveTo>
                          <a:lnTo>
                            <a:pt x="70" y="138"/>
                          </a:lnTo>
                          <a:cubicBezTo>
                            <a:pt x="31" y="138"/>
                            <a:pt x="0" y="107"/>
                            <a:pt x="0" y="69"/>
                          </a:cubicBezTo>
                          <a:cubicBezTo>
                            <a:pt x="0" y="31"/>
                            <a:pt x="31" y="0"/>
                            <a:pt x="70" y="0"/>
                          </a:cubicBezTo>
                          <a:cubicBezTo>
                            <a:pt x="108" y="0"/>
                            <a:pt x="139" y="31"/>
                            <a:pt x="139" y="69"/>
                          </a:cubicBezTo>
                          <a:cubicBezTo>
                            <a:pt x="139" y="107"/>
                            <a:pt x="108" y="138"/>
                            <a:pt x="70" y="138"/>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5" name="Freeform 458"/>
                    <p:cNvSpPr/>
                    <p:nvPr/>
                  </p:nvSpPr>
                  <p:spPr bwMode="auto">
                    <a:xfrm>
                      <a:off x="2208213" y="4267200"/>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grpFill/>
                    <a:ln w="0">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grpSp>
          <p:grpSp>
            <p:nvGrpSpPr>
              <p:cNvPr id="83" name="组合 34"/>
              <p:cNvGrpSpPr/>
              <p:nvPr/>
            </p:nvGrpSpPr>
            <p:grpSpPr bwMode="auto">
              <a:xfrm>
                <a:off x="5310342" y="5457253"/>
                <a:ext cx="347239" cy="270662"/>
                <a:chOff x="874712" y="925513"/>
                <a:chExt cx="835025" cy="650876"/>
              </a:xfrm>
              <a:grpFill/>
            </p:grpSpPr>
            <p:sp>
              <p:nvSpPr>
                <p:cNvPr id="84" name="Freeform 1081"/>
                <p:cNvSpPr/>
                <p:nvPr/>
              </p:nvSpPr>
              <p:spPr bwMode="auto">
                <a:xfrm>
                  <a:off x="950912" y="990601"/>
                  <a:ext cx="609600" cy="409575"/>
                </a:xfrm>
                <a:custGeom>
                  <a:avLst/>
                  <a:gdLst>
                    <a:gd name="T0" fmla="*/ 2147483646 w 392"/>
                    <a:gd name="T1" fmla="*/ 2147483646 h 264"/>
                    <a:gd name="T2" fmla="*/ 2147483646 w 392"/>
                    <a:gd name="T3" fmla="*/ 2147483646 h 264"/>
                    <a:gd name="T4" fmla="*/ 0 w 392"/>
                    <a:gd name="T5" fmla="*/ 2147483646 h 264"/>
                    <a:gd name="T6" fmla="*/ 0 w 392"/>
                    <a:gd name="T7" fmla="*/ 2147483646 h 264"/>
                    <a:gd name="T8" fmla="*/ 2147483646 w 392"/>
                    <a:gd name="T9" fmla="*/ 0 h 264"/>
                    <a:gd name="T10" fmla="*/ 2147483646 w 392"/>
                    <a:gd name="T11" fmla="*/ 0 h 264"/>
                    <a:gd name="T12" fmla="*/ 2147483646 w 392"/>
                    <a:gd name="T13" fmla="*/ 2147483646 h 264"/>
                    <a:gd name="T14" fmla="*/ 2147483646 w 392"/>
                    <a:gd name="T15" fmla="*/ 2147483646 h 264"/>
                    <a:gd name="T16" fmla="*/ 2147483646 w 392"/>
                    <a:gd name="T17" fmla="*/ 2147483646 h 264"/>
                    <a:gd name="T18" fmla="*/ 2147483646 w 392"/>
                    <a:gd name="T19" fmla="*/ 2147483646 h 264"/>
                    <a:gd name="T20" fmla="*/ 2147483646 w 392"/>
                    <a:gd name="T21" fmla="*/ 2147483646 h 264"/>
                    <a:gd name="T22" fmla="*/ 2147483646 w 392"/>
                    <a:gd name="T23" fmla="*/ 2147483646 h 264"/>
                    <a:gd name="T24" fmla="*/ 2147483646 w 392"/>
                    <a:gd name="T25" fmla="*/ 2147483646 h 264"/>
                    <a:gd name="T26" fmla="*/ 2147483646 w 392"/>
                    <a:gd name="T27" fmla="*/ 2147483646 h 264"/>
                    <a:gd name="T28" fmla="*/ 2147483646 w 392"/>
                    <a:gd name="T29" fmla="*/ 2147483646 h 264"/>
                    <a:gd name="T30" fmla="*/ 2147483646 w 392"/>
                    <a:gd name="T31" fmla="*/ 2147483646 h 264"/>
                    <a:gd name="T32" fmla="*/ 2147483646 w 392"/>
                    <a:gd name="T33" fmla="*/ 2147483646 h 2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2" h="264">
                      <a:moveTo>
                        <a:pt x="306" y="264"/>
                      </a:moveTo>
                      <a:cubicBezTo>
                        <a:pt x="12" y="264"/>
                        <a:pt x="12" y="264"/>
                        <a:pt x="12" y="264"/>
                      </a:cubicBezTo>
                      <a:cubicBezTo>
                        <a:pt x="5" y="264"/>
                        <a:pt x="0" y="259"/>
                        <a:pt x="0" y="252"/>
                      </a:cubicBezTo>
                      <a:cubicBezTo>
                        <a:pt x="0" y="12"/>
                        <a:pt x="0" y="12"/>
                        <a:pt x="0" y="12"/>
                      </a:cubicBezTo>
                      <a:cubicBezTo>
                        <a:pt x="0" y="5"/>
                        <a:pt x="5" y="0"/>
                        <a:pt x="12" y="0"/>
                      </a:cubicBezTo>
                      <a:cubicBezTo>
                        <a:pt x="380" y="0"/>
                        <a:pt x="380" y="0"/>
                        <a:pt x="380" y="0"/>
                      </a:cubicBezTo>
                      <a:cubicBezTo>
                        <a:pt x="387" y="0"/>
                        <a:pt x="392" y="5"/>
                        <a:pt x="392" y="12"/>
                      </a:cubicBezTo>
                      <a:cubicBezTo>
                        <a:pt x="392" y="70"/>
                        <a:pt x="392" y="70"/>
                        <a:pt x="392" y="70"/>
                      </a:cubicBezTo>
                      <a:cubicBezTo>
                        <a:pt x="384" y="70"/>
                        <a:pt x="384" y="70"/>
                        <a:pt x="384" y="70"/>
                      </a:cubicBezTo>
                      <a:cubicBezTo>
                        <a:pt x="384" y="12"/>
                        <a:pt x="384" y="12"/>
                        <a:pt x="384" y="12"/>
                      </a:cubicBezTo>
                      <a:cubicBezTo>
                        <a:pt x="384" y="10"/>
                        <a:pt x="382" y="8"/>
                        <a:pt x="380" y="8"/>
                      </a:cubicBezTo>
                      <a:cubicBezTo>
                        <a:pt x="12" y="8"/>
                        <a:pt x="12" y="8"/>
                        <a:pt x="12" y="8"/>
                      </a:cubicBezTo>
                      <a:cubicBezTo>
                        <a:pt x="10" y="8"/>
                        <a:pt x="8" y="10"/>
                        <a:pt x="8" y="12"/>
                      </a:cubicBezTo>
                      <a:cubicBezTo>
                        <a:pt x="8" y="252"/>
                        <a:pt x="8" y="252"/>
                        <a:pt x="8" y="252"/>
                      </a:cubicBezTo>
                      <a:cubicBezTo>
                        <a:pt x="8" y="254"/>
                        <a:pt x="10" y="256"/>
                        <a:pt x="12" y="256"/>
                      </a:cubicBezTo>
                      <a:cubicBezTo>
                        <a:pt x="306" y="256"/>
                        <a:pt x="306" y="256"/>
                        <a:pt x="306" y="256"/>
                      </a:cubicBezTo>
                      <a:lnTo>
                        <a:pt x="306" y="26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5" name="Freeform 1082"/>
                <p:cNvSpPr/>
                <p:nvPr/>
              </p:nvSpPr>
              <p:spPr bwMode="auto">
                <a:xfrm>
                  <a:off x="1300162" y="1468438"/>
                  <a:ext cx="358775" cy="92075"/>
                </a:xfrm>
                <a:custGeom>
                  <a:avLst/>
                  <a:gdLst>
                    <a:gd name="T0" fmla="*/ 2147483646 w 231"/>
                    <a:gd name="T1" fmla="*/ 2147483646 h 60"/>
                    <a:gd name="T2" fmla="*/ 0 w 231"/>
                    <a:gd name="T3" fmla="*/ 2147483646 h 60"/>
                    <a:gd name="T4" fmla="*/ 0 w 231"/>
                    <a:gd name="T5" fmla="*/ 2147483646 h 60"/>
                    <a:gd name="T6" fmla="*/ 2147483646 w 231"/>
                    <a:gd name="T7" fmla="*/ 2147483646 h 60"/>
                    <a:gd name="T8" fmla="*/ 2147483646 w 231"/>
                    <a:gd name="T9" fmla="*/ 2147483646 h 60"/>
                    <a:gd name="T10" fmla="*/ 2147483646 w 231"/>
                    <a:gd name="T11" fmla="*/ 0 h 60"/>
                    <a:gd name="T12" fmla="*/ 2147483646 w 231"/>
                    <a:gd name="T13" fmla="*/ 2147483646 h 60"/>
                    <a:gd name="T14" fmla="*/ 2147483646 w 231"/>
                    <a:gd name="T15" fmla="*/ 2147483646 h 60"/>
                    <a:gd name="T16" fmla="*/ 2147483646 w 231"/>
                    <a:gd name="T17" fmla="*/ 2147483646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1" h="60">
                      <a:moveTo>
                        <a:pt x="223" y="60"/>
                      </a:moveTo>
                      <a:cubicBezTo>
                        <a:pt x="0" y="60"/>
                        <a:pt x="0" y="60"/>
                        <a:pt x="0" y="60"/>
                      </a:cubicBezTo>
                      <a:cubicBezTo>
                        <a:pt x="0" y="52"/>
                        <a:pt x="0" y="52"/>
                        <a:pt x="0" y="52"/>
                      </a:cubicBezTo>
                      <a:cubicBezTo>
                        <a:pt x="223" y="52"/>
                        <a:pt x="223" y="52"/>
                        <a:pt x="223" y="52"/>
                      </a:cubicBezTo>
                      <a:cubicBezTo>
                        <a:pt x="185" y="5"/>
                        <a:pt x="185" y="5"/>
                        <a:pt x="185" y="5"/>
                      </a:cubicBezTo>
                      <a:cubicBezTo>
                        <a:pt x="191" y="0"/>
                        <a:pt x="191" y="0"/>
                        <a:pt x="191" y="0"/>
                      </a:cubicBezTo>
                      <a:cubicBezTo>
                        <a:pt x="229" y="47"/>
                        <a:pt x="229" y="47"/>
                        <a:pt x="229" y="47"/>
                      </a:cubicBezTo>
                      <a:cubicBezTo>
                        <a:pt x="231" y="49"/>
                        <a:pt x="231" y="53"/>
                        <a:pt x="230" y="56"/>
                      </a:cubicBezTo>
                      <a:cubicBezTo>
                        <a:pt x="229" y="58"/>
                        <a:pt x="226" y="60"/>
                        <a:pt x="223" y="6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6" name="Freeform 1083"/>
                <p:cNvSpPr/>
                <p:nvPr/>
              </p:nvSpPr>
              <p:spPr bwMode="auto">
                <a:xfrm>
                  <a:off x="874712" y="1423988"/>
                  <a:ext cx="550862" cy="136525"/>
                </a:xfrm>
                <a:custGeom>
                  <a:avLst/>
                  <a:gdLst>
                    <a:gd name="T0" fmla="*/ 2147483646 w 355"/>
                    <a:gd name="T1" fmla="*/ 2147483646 h 88"/>
                    <a:gd name="T2" fmla="*/ 2147483646 w 355"/>
                    <a:gd name="T3" fmla="*/ 2147483646 h 88"/>
                    <a:gd name="T4" fmla="*/ 2147483646 w 355"/>
                    <a:gd name="T5" fmla="*/ 2147483646 h 88"/>
                    <a:gd name="T6" fmla="*/ 2147483646 w 355"/>
                    <a:gd name="T7" fmla="*/ 2147483646 h 88"/>
                    <a:gd name="T8" fmla="*/ 2147483646 w 355"/>
                    <a:gd name="T9" fmla="*/ 2147483646 h 88"/>
                    <a:gd name="T10" fmla="*/ 2147483646 w 355"/>
                    <a:gd name="T11" fmla="*/ 0 h 88"/>
                    <a:gd name="T12" fmla="*/ 2147483646 w 355"/>
                    <a:gd name="T13" fmla="*/ 0 h 88"/>
                    <a:gd name="T14" fmla="*/ 2147483646 w 355"/>
                    <a:gd name="T15" fmla="*/ 2147483646 h 88"/>
                    <a:gd name="T16" fmla="*/ 2147483646 w 355"/>
                    <a:gd name="T17" fmla="*/ 2147483646 h 88"/>
                    <a:gd name="T18" fmla="*/ 2147483646 w 355"/>
                    <a:gd name="T19" fmla="*/ 2147483646 h 88"/>
                    <a:gd name="T20" fmla="*/ 2147483646 w 355"/>
                    <a:gd name="T21" fmla="*/ 2147483646 h 88"/>
                    <a:gd name="T22" fmla="*/ 2147483646 w 355"/>
                    <a:gd name="T23" fmla="*/ 2147483646 h 88"/>
                    <a:gd name="T24" fmla="*/ 2147483646 w 355"/>
                    <a:gd name="T25" fmla="*/ 2147483646 h 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55" h="88">
                      <a:moveTo>
                        <a:pt x="232" y="88"/>
                      </a:moveTo>
                      <a:cubicBezTo>
                        <a:pt x="8" y="88"/>
                        <a:pt x="8" y="88"/>
                        <a:pt x="8" y="88"/>
                      </a:cubicBezTo>
                      <a:cubicBezTo>
                        <a:pt x="5" y="88"/>
                        <a:pt x="3" y="87"/>
                        <a:pt x="1" y="84"/>
                      </a:cubicBezTo>
                      <a:cubicBezTo>
                        <a:pt x="0" y="81"/>
                        <a:pt x="0" y="78"/>
                        <a:pt x="1" y="76"/>
                      </a:cubicBezTo>
                      <a:cubicBezTo>
                        <a:pt x="42" y="8"/>
                        <a:pt x="42" y="8"/>
                        <a:pt x="42" y="8"/>
                      </a:cubicBezTo>
                      <a:cubicBezTo>
                        <a:pt x="45" y="3"/>
                        <a:pt x="50" y="0"/>
                        <a:pt x="56" y="0"/>
                      </a:cubicBezTo>
                      <a:cubicBezTo>
                        <a:pt x="355" y="0"/>
                        <a:pt x="355" y="0"/>
                        <a:pt x="355" y="0"/>
                      </a:cubicBezTo>
                      <a:cubicBezTo>
                        <a:pt x="355" y="8"/>
                        <a:pt x="355" y="8"/>
                        <a:pt x="355" y="8"/>
                      </a:cubicBezTo>
                      <a:cubicBezTo>
                        <a:pt x="56" y="8"/>
                        <a:pt x="56" y="8"/>
                        <a:pt x="56" y="8"/>
                      </a:cubicBezTo>
                      <a:cubicBezTo>
                        <a:pt x="53" y="8"/>
                        <a:pt x="50" y="10"/>
                        <a:pt x="49" y="12"/>
                      </a:cubicBezTo>
                      <a:cubicBezTo>
                        <a:pt x="8" y="80"/>
                        <a:pt x="8" y="80"/>
                        <a:pt x="8" y="80"/>
                      </a:cubicBezTo>
                      <a:cubicBezTo>
                        <a:pt x="232" y="80"/>
                        <a:pt x="232" y="80"/>
                        <a:pt x="232" y="80"/>
                      </a:cubicBezTo>
                      <a:lnTo>
                        <a:pt x="232" y="8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7" name="Freeform 1084"/>
                <p:cNvSpPr>
                  <a:spLocks noEditPoints="1"/>
                </p:cNvSpPr>
                <p:nvPr/>
              </p:nvSpPr>
              <p:spPr bwMode="auto">
                <a:xfrm>
                  <a:off x="1417637" y="1089026"/>
                  <a:ext cx="222250" cy="385763"/>
                </a:xfrm>
                <a:custGeom>
                  <a:avLst/>
                  <a:gdLst>
                    <a:gd name="T0" fmla="*/ 2147483646 w 144"/>
                    <a:gd name="T1" fmla="*/ 2147483646 h 248"/>
                    <a:gd name="T2" fmla="*/ 2147483646 w 144"/>
                    <a:gd name="T3" fmla="*/ 2147483646 h 248"/>
                    <a:gd name="T4" fmla="*/ 0 w 144"/>
                    <a:gd name="T5" fmla="*/ 2147483646 h 248"/>
                    <a:gd name="T6" fmla="*/ 0 w 144"/>
                    <a:gd name="T7" fmla="*/ 2147483646 h 248"/>
                    <a:gd name="T8" fmla="*/ 2147483646 w 144"/>
                    <a:gd name="T9" fmla="*/ 0 h 248"/>
                    <a:gd name="T10" fmla="*/ 2147483646 w 144"/>
                    <a:gd name="T11" fmla="*/ 0 h 248"/>
                    <a:gd name="T12" fmla="*/ 2147483646 w 144"/>
                    <a:gd name="T13" fmla="*/ 2147483646 h 248"/>
                    <a:gd name="T14" fmla="*/ 2147483646 w 144"/>
                    <a:gd name="T15" fmla="*/ 2147483646 h 248"/>
                    <a:gd name="T16" fmla="*/ 2147483646 w 144"/>
                    <a:gd name="T17" fmla="*/ 2147483646 h 248"/>
                    <a:gd name="T18" fmla="*/ 2147483646 w 144"/>
                    <a:gd name="T19" fmla="*/ 2147483646 h 248"/>
                    <a:gd name="T20" fmla="*/ 2147483646 w 144"/>
                    <a:gd name="T21" fmla="*/ 2147483646 h 248"/>
                    <a:gd name="T22" fmla="*/ 2147483646 w 144"/>
                    <a:gd name="T23" fmla="*/ 2147483646 h 248"/>
                    <a:gd name="T24" fmla="*/ 2147483646 w 144"/>
                    <a:gd name="T25" fmla="*/ 2147483646 h 248"/>
                    <a:gd name="T26" fmla="*/ 2147483646 w 144"/>
                    <a:gd name="T27" fmla="*/ 2147483646 h 248"/>
                    <a:gd name="T28" fmla="*/ 2147483646 w 144"/>
                    <a:gd name="T29" fmla="*/ 2147483646 h 248"/>
                    <a:gd name="T30" fmla="*/ 2147483646 w 144"/>
                    <a:gd name="T31" fmla="*/ 2147483646 h 248"/>
                    <a:gd name="T32" fmla="*/ 2147483646 w 144"/>
                    <a:gd name="T33" fmla="*/ 2147483646 h 248"/>
                    <a:gd name="T34" fmla="*/ 2147483646 w 144"/>
                    <a:gd name="T35" fmla="*/ 2147483646 h 2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4" h="248">
                      <a:moveTo>
                        <a:pt x="128" y="248"/>
                      </a:moveTo>
                      <a:cubicBezTo>
                        <a:pt x="16" y="248"/>
                        <a:pt x="16" y="248"/>
                        <a:pt x="16" y="248"/>
                      </a:cubicBezTo>
                      <a:cubicBezTo>
                        <a:pt x="7" y="248"/>
                        <a:pt x="0" y="241"/>
                        <a:pt x="0" y="232"/>
                      </a:cubicBezTo>
                      <a:cubicBezTo>
                        <a:pt x="0" y="16"/>
                        <a:pt x="0" y="16"/>
                        <a:pt x="0" y="16"/>
                      </a:cubicBezTo>
                      <a:cubicBezTo>
                        <a:pt x="0" y="7"/>
                        <a:pt x="7" y="0"/>
                        <a:pt x="16" y="0"/>
                      </a:cubicBezTo>
                      <a:cubicBezTo>
                        <a:pt x="128" y="0"/>
                        <a:pt x="128" y="0"/>
                        <a:pt x="128" y="0"/>
                      </a:cubicBezTo>
                      <a:cubicBezTo>
                        <a:pt x="137" y="0"/>
                        <a:pt x="144" y="7"/>
                        <a:pt x="144" y="16"/>
                      </a:cubicBezTo>
                      <a:cubicBezTo>
                        <a:pt x="144" y="232"/>
                        <a:pt x="144" y="232"/>
                        <a:pt x="144" y="232"/>
                      </a:cubicBezTo>
                      <a:cubicBezTo>
                        <a:pt x="144" y="241"/>
                        <a:pt x="137" y="248"/>
                        <a:pt x="128" y="248"/>
                      </a:cubicBezTo>
                      <a:close/>
                      <a:moveTo>
                        <a:pt x="16" y="8"/>
                      </a:moveTo>
                      <a:cubicBezTo>
                        <a:pt x="12" y="8"/>
                        <a:pt x="8" y="12"/>
                        <a:pt x="8" y="16"/>
                      </a:cubicBezTo>
                      <a:cubicBezTo>
                        <a:pt x="8" y="232"/>
                        <a:pt x="8" y="232"/>
                        <a:pt x="8" y="232"/>
                      </a:cubicBezTo>
                      <a:cubicBezTo>
                        <a:pt x="8" y="236"/>
                        <a:pt x="12" y="240"/>
                        <a:pt x="16" y="240"/>
                      </a:cubicBezTo>
                      <a:cubicBezTo>
                        <a:pt x="128" y="240"/>
                        <a:pt x="128" y="240"/>
                        <a:pt x="128" y="240"/>
                      </a:cubicBezTo>
                      <a:cubicBezTo>
                        <a:pt x="132" y="240"/>
                        <a:pt x="136" y="236"/>
                        <a:pt x="136" y="232"/>
                      </a:cubicBezTo>
                      <a:cubicBezTo>
                        <a:pt x="136" y="16"/>
                        <a:pt x="136" y="16"/>
                        <a:pt x="136" y="16"/>
                      </a:cubicBezTo>
                      <a:cubicBezTo>
                        <a:pt x="136" y="12"/>
                        <a:pt x="132" y="8"/>
                        <a:pt x="128" y="8"/>
                      </a:cubicBezTo>
                      <a:lnTo>
                        <a:pt x="16" y="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8" name="Freeform 1085"/>
                <p:cNvSpPr>
                  <a:spLocks noEditPoints="1"/>
                </p:cNvSpPr>
                <p:nvPr/>
              </p:nvSpPr>
              <p:spPr bwMode="auto">
                <a:xfrm>
                  <a:off x="1216025" y="1160463"/>
                  <a:ext cx="79375" cy="77788"/>
                </a:xfrm>
                <a:custGeom>
                  <a:avLst/>
                  <a:gdLst>
                    <a:gd name="T0" fmla="*/ 2147483646 w 52"/>
                    <a:gd name="T1" fmla="*/ 2147483646 h 50"/>
                    <a:gd name="T2" fmla="*/ 2147483646 w 52"/>
                    <a:gd name="T3" fmla="*/ 2147483646 h 50"/>
                    <a:gd name="T4" fmla="*/ 2147483646 w 52"/>
                    <a:gd name="T5" fmla="*/ 2147483646 h 50"/>
                    <a:gd name="T6" fmla="*/ 2147483646 w 52"/>
                    <a:gd name="T7" fmla="*/ 2147483646 h 50"/>
                    <a:gd name="T8" fmla="*/ 2147483646 w 52"/>
                    <a:gd name="T9" fmla="*/ 2147483646 h 50"/>
                    <a:gd name="T10" fmla="*/ 2147483646 w 52"/>
                    <a:gd name="T11" fmla="*/ 2147483646 h 50"/>
                    <a:gd name="T12" fmla="*/ 2147483646 w 52"/>
                    <a:gd name="T13" fmla="*/ 2147483646 h 50"/>
                    <a:gd name="T14" fmla="*/ 2147483646 w 52"/>
                    <a:gd name="T15" fmla="*/ 2147483646 h 50"/>
                    <a:gd name="T16" fmla="*/ 2147483646 w 52"/>
                    <a:gd name="T17" fmla="*/ 2147483646 h 50"/>
                    <a:gd name="T18" fmla="*/ 2147483646 w 52"/>
                    <a:gd name="T19" fmla="*/ 2147483646 h 50"/>
                    <a:gd name="T20" fmla="*/ 2147483646 w 52"/>
                    <a:gd name="T21" fmla="*/ 2147483646 h 50"/>
                    <a:gd name="T22" fmla="*/ 2147483646 w 52"/>
                    <a:gd name="T23" fmla="*/ 2147483646 h 50"/>
                    <a:gd name="T24" fmla="*/ 2147483646 w 52"/>
                    <a:gd name="T25" fmla="*/ 2147483646 h 50"/>
                    <a:gd name="T26" fmla="*/ 2147483646 w 52"/>
                    <a:gd name="T27" fmla="*/ 2147483646 h 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2" h="50">
                      <a:moveTo>
                        <a:pt x="26" y="50"/>
                      </a:moveTo>
                      <a:cubicBezTo>
                        <a:pt x="20" y="50"/>
                        <a:pt x="14" y="48"/>
                        <a:pt x="9" y="43"/>
                      </a:cubicBezTo>
                      <a:cubicBezTo>
                        <a:pt x="0" y="34"/>
                        <a:pt x="0" y="18"/>
                        <a:pt x="9" y="9"/>
                      </a:cubicBezTo>
                      <a:cubicBezTo>
                        <a:pt x="18" y="0"/>
                        <a:pt x="34" y="0"/>
                        <a:pt x="43" y="9"/>
                      </a:cubicBezTo>
                      <a:cubicBezTo>
                        <a:pt x="43" y="9"/>
                        <a:pt x="43" y="9"/>
                        <a:pt x="43" y="9"/>
                      </a:cubicBezTo>
                      <a:cubicBezTo>
                        <a:pt x="52" y="18"/>
                        <a:pt x="52" y="34"/>
                        <a:pt x="43" y="43"/>
                      </a:cubicBezTo>
                      <a:cubicBezTo>
                        <a:pt x="38" y="48"/>
                        <a:pt x="32" y="50"/>
                        <a:pt x="26" y="50"/>
                      </a:cubicBezTo>
                      <a:close/>
                      <a:moveTo>
                        <a:pt x="26" y="10"/>
                      </a:moveTo>
                      <a:cubicBezTo>
                        <a:pt x="22" y="10"/>
                        <a:pt x="18" y="11"/>
                        <a:pt x="15" y="15"/>
                      </a:cubicBezTo>
                      <a:cubicBezTo>
                        <a:pt x="9" y="21"/>
                        <a:pt x="9" y="31"/>
                        <a:pt x="15" y="37"/>
                      </a:cubicBezTo>
                      <a:cubicBezTo>
                        <a:pt x="21" y="43"/>
                        <a:pt x="31" y="43"/>
                        <a:pt x="37" y="37"/>
                      </a:cubicBezTo>
                      <a:cubicBezTo>
                        <a:pt x="44" y="31"/>
                        <a:pt x="44" y="21"/>
                        <a:pt x="37" y="15"/>
                      </a:cubicBezTo>
                      <a:cubicBezTo>
                        <a:pt x="37" y="15"/>
                        <a:pt x="37" y="15"/>
                        <a:pt x="37" y="15"/>
                      </a:cubicBezTo>
                      <a:cubicBezTo>
                        <a:pt x="34" y="11"/>
                        <a:pt x="30" y="10"/>
                        <a:pt x="26" y="1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9" name="Freeform 1086"/>
                <p:cNvSpPr/>
                <p:nvPr/>
              </p:nvSpPr>
              <p:spPr bwMode="auto">
                <a:xfrm>
                  <a:off x="1303337" y="1143001"/>
                  <a:ext cx="41275" cy="115888"/>
                </a:xfrm>
                <a:custGeom>
                  <a:avLst/>
                  <a:gdLst>
                    <a:gd name="T0" fmla="*/ 2147483646 w 26"/>
                    <a:gd name="T1" fmla="*/ 2147483646 h 74"/>
                    <a:gd name="T2" fmla="*/ 0 w 26"/>
                    <a:gd name="T3" fmla="*/ 2147483646 h 74"/>
                    <a:gd name="T4" fmla="*/ 0 w 26"/>
                    <a:gd name="T5" fmla="*/ 2147483646 h 74"/>
                    <a:gd name="T6" fmla="*/ 2147483646 w 26"/>
                    <a:gd name="T7" fmla="*/ 0 h 74"/>
                    <a:gd name="T8" fmla="*/ 2147483646 w 26"/>
                    <a:gd name="T9" fmla="*/ 2147483646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74">
                      <a:moveTo>
                        <a:pt x="6" y="74"/>
                      </a:moveTo>
                      <a:cubicBezTo>
                        <a:pt x="0" y="68"/>
                        <a:pt x="0" y="68"/>
                        <a:pt x="0" y="68"/>
                      </a:cubicBezTo>
                      <a:cubicBezTo>
                        <a:pt x="17" y="51"/>
                        <a:pt x="17" y="23"/>
                        <a:pt x="0" y="6"/>
                      </a:cubicBezTo>
                      <a:cubicBezTo>
                        <a:pt x="6" y="0"/>
                        <a:pt x="6" y="0"/>
                        <a:pt x="6" y="0"/>
                      </a:cubicBezTo>
                      <a:cubicBezTo>
                        <a:pt x="26" y="20"/>
                        <a:pt x="26" y="53"/>
                        <a:pt x="6" y="7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0" name="Freeform 1087"/>
                <p:cNvSpPr/>
                <p:nvPr/>
              </p:nvSpPr>
              <p:spPr bwMode="auto">
                <a:xfrm>
                  <a:off x="1166812" y="1143001"/>
                  <a:ext cx="41275" cy="115888"/>
                </a:xfrm>
                <a:custGeom>
                  <a:avLst/>
                  <a:gdLst>
                    <a:gd name="T0" fmla="*/ 2147483646 w 26"/>
                    <a:gd name="T1" fmla="*/ 2147483646 h 74"/>
                    <a:gd name="T2" fmla="*/ 2147483646 w 26"/>
                    <a:gd name="T3" fmla="*/ 0 h 74"/>
                    <a:gd name="T4" fmla="*/ 2147483646 w 26"/>
                    <a:gd name="T5" fmla="*/ 2147483646 h 74"/>
                    <a:gd name="T6" fmla="*/ 2147483646 w 26"/>
                    <a:gd name="T7" fmla="*/ 2147483646 h 74"/>
                    <a:gd name="T8" fmla="*/ 2147483646 w 26"/>
                    <a:gd name="T9" fmla="*/ 2147483646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74">
                      <a:moveTo>
                        <a:pt x="20" y="74"/>
                      </a:moveTo>
                      <a:cubicBezTo>
                        <a:pt x="0" y="53"/>
                        <a:pt x="0" y="20"/>
                        <a:pt x="20" y="0"/>
                      </a:cubicBezTo>
                      <a:cubicBezTo>
                        <a:pt x="26" y="6"/>
                        <a:pt x="26" y="6"/>
                        <a:pt x="26" y="6"/>
                      </a:cubicBezTo>
                      <a:cubicBezTo>
                        <a:pt x="9" y="23"/>
                        <a:pt x="9" y="51"/>
                        <a:pt x="26" y="68"/>
                      </a:cubicBezTo>
                      <a:lnTo>
                        <a:pt x="20" y="7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1" name="Freeform 1088"/>
                <p:cNvSpPr/>
                <p:nvPr/>
              </p:nvSpPr>
              <p:spPr bwMode="auto">
                <a:xfrm>
                  <a:off x="1112837" y="1109663"/>
                  <a:ext cx="58737" cy="182563"/>
                </a:xfrm>
                <a:custGeom>
                  <a:avLst/>
                  <a:gdLst>
                    <a:gd name="T0" fmla="*/ 2147483646 w 38"/>
                    <a:gd name="T1" fmla="*/ 2147483646 h 118"/>
                    <a:gd name="T2" fmla="*/ 2147483646 w 38"/>
                    <a:gd name="T3" fmla="*/ 0 h 118"/>
                    <a:gd name="T4" fmla="*/ 2147483646 w 38"/>
                    <a:gd name="T5" fmla="*/ 2147483646 h 118"/>
                    <a:gd name="T6" fmla="*/ 2147483646 w 38"/>
                    <a:gd name="T7" fmla="*/ 2147483646 h 118"/>
                    <a:gd name="T8" fmla="*/ 2147483646 w 38"/>
                    <a:gd name="T9" fmla="*/ 2147483646 h 118"/>
                    <a:gd name="T10" fmla="*/ 2147483646 w 38"/>
                    <a:gd name="T11" fmla="*/ 2147483646 h 1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 h="118">
                      <a:moveTo>
                        <a:pt x="33" y="118"/>
                      </a:moveTo>
                      <a:cubicBezTo>
                        <a:pt x="0" y="86"/>
                        <a:pt x="0" y="32"/>
                        <a:pt x="33" y="0"/>
                      </a:cubicBezTo>
                      <a:cubicBezTo>
                        <a:pt x="38" y="5"/>
                        <a:pt x="38" y="5"/>
                        <a:pt x="38" y="5"/>
                      </a:cubicBezTo>
                      <a:cubicBezTo>
                        <a:pt x="24" y="20"/>
                        <a:pt x="16" y="39"/>
                        <a:pt x="16" y="59"/>
                      </a:cubicBezTo>
                      <a:cubicBezTo>
                        <a:pt x="16" y="79"/>
                        <a:pt x="24" y="98"/>
                        <a:pt x="38" y="113"/>
                      </a:cubicBezTo>
                      <a:lnTo>
                        <a:pt x="33" y="11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2" name="Freeform 1089"/>
                <p:cNvSpPr/>
                <p:nvPr/>
              </p:nvSpPr>
              <p:spPr bwMode="auto">
                <a:xfrm>
                  <a:off x="1339850" y="1109663"/>
                  <a:ext cx="58737" cy="182563"/>
                </a:xfrm>
                <a:custGeom>
                  <a:avLst/>
                  <a:gdLst>
                    <a:gd name="T0" fmla="*/ 2147483646 w 38"/>
                    <a:gd name="T1" fmla="*/ 2147483646 h 118"/>
                    <a:gd name="T2" fmla="*/ 0 w 38"/>
                    <a:gd name="T3" fmla="*/ 2147483646 h 118"/>
                    <a:gd name="T4" fmla="*/ 2147483646 w 38"/>
                    <a:gd name="T5" fmla="*/ 2147483646 h 118"/>
                    <a:gd name="T6" fmla="*/ 0 w 38"/>
                    <a:gd name="T7" fmla="*/ 2147483646 h 118"/>
                    <a:gd name="T8" fmla="*/ 2147483646 w 38"/>
                    <a:gd name="T9" fmla="*/ 0 h 118"/>
                    <a:gd name="T10" fmla="*/ 2147483646 w 38"/>
                    <a:gd name="T11" fmla="*/ 2147483646 h 1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 h="118">
                      <a:moveTo>
                        <a:pt x="5" y="118"/>
                      </a:moveTo>
                      <a:cubicBezTo>
                        <a:pt x="0" y="113"/>
                        <a:pt x="0" y="113"/>
                        <a:pt x="0" y="113"/>
                      </a:cubicBezTo>
                      <a:cubicBezTo>
                        <a:pt x="14" y="98"/>
                        <a:pt x="22" y="79"/>
                        <a:pt x="22" y="59"/>
                      </a:cubicBezTo>
                      <a:cubicBezTo>
                        <a:pt x="22" y="39"/>
                        <a:pt x="14" y="20"/>
                        <a:pt x="0" y="5"/>
                      </a:cubicBezTo>
                      <a:cubicBezTo>
                        <a:pt x="5" y="0"/>
                        <a:pt x="5" y="0"/>
                        <a:pt x="5" y="0"/>
                      </a:cubicBezTo>
                      <a:cubicBezTo>
                        <a:pt x="38" y="32"/>
                        <a:pt x="38" y="86"/>
                        <a:pt x="5" y="11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3" name="Freeform 1090"/>
                <p:cNvSpPr/>
                <p:nvPr/>
              </p:nvSpPr>
              <p:spPr bwMode="auto">
                <a:xfrm>
                  <a:off x="1616075" y="1052513"/>
                  <a:ext cx="61912" cy="61913"/>
                </a:xfrm>
                <a:custGeom>
                  <a:avLst/>
                  <a:gdLst>
                    <a:gd name="T0" fmla="*/ 2147483646 w 40"/>
                    <a:gd name="T1" fmla="*/ 2147483646 h 40"/>
                    <a:gd name="T2" fmla="*/ 2147483646 w 40"/>
                    <a:gd name="T3" fmla="*/ 2147483646 h 40"/>
                    <a:gd name="T4" fmla="*/ 0 w 40"/>
                    <a:gd name="T5" fmla="*/ 2147483646 h 40"/>
                    <a:gd name="T6" fmla="*/ 0 w 40"/>
                    <a:gd name="T7" fmla="*/ 0 h 40"/>
                    <a:gd name="T8" fmla="*/ 2147483646 w 40"/>
                    <a:gd name="T9" fmla="*/ 2147483646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40">
                      <a:moveTo>
                        <a:pt x="40" y="40"/>
                      </a:moveTo>
                      <a:cubicBezTo>
                        <a:pt x="32" y="40"/>
                        <a:pt x="32" y="40"/>
                        <a:pt x="32" y="40"/>
                      </a:cubicBezTo>
                      <a:cubicBezTo>
                        <a:pt x="32" y="22"/>
                        <a:pt x="18" y="8"/>
                        <a:pt x="0" y="8"/>
                      </a:cubicBezTo>
                      <a:cubicBezTo>
                        <a:pt x="0" y="0"/>
                        <a:pt x="0" y="0"/>
                        <a:pt x="0" y="0"/>
                      </a:cubicBezTo>
                      <a:cubicBezTo>
                        <a:pt x="22" y="0"/>
                        <a:pt x="40" y="18"/>
                        <a:pt x="40" y="4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4" name="Freeform 1091"/>
                <p:cNvSpPr/>
                <p:nvPr/>
              </p:nvSpPr>
              <p:spPr bwMode="auto">
                <a:xfrm>
                  <a:off x="1616075" y="1019176"/>
                  <a:ext cx="93662" cy="95250"/>
                </a:xfrm>
                <a:custGeom>
                  <a:avLst/>
                  <a:gdLst>
                    <a:gd name="T0" fmla="*/ 2147483646 w 61"/>
                    <a:gd name="T1" fmla="*/ 2147483646 h 61"/>
                    <a:gd name="T2" fmla="*/ 2147483646 w 61"/>
                    <a:gd name="T3" fmla="*/ 2147483646 h 61"/>
                    <a:gd name="T4" fmla="*/ 0 w 61"/>
                    <a:gd name="T5" fmla="*/ 2147483646 h 61"/>
                    <a:gd name="T6" fmla="*/ 0 w 61"/>
                    <a:gd name="T7" fmla="*/ 0 h 61"/>
                    <a:gd name="T8" fmla="*/ 2147483646 w 61"/>
                    <a:gd name="T9" fmla="*/ 2147483646 h 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61">
                      <a:moveTo>
                        <a:pt x="61" y="61"/>
                      </a:moveTo>
                      <a:cubicBezTo>
                        <a:pt x="53" y="61"/>
                        <a:pt x="53" y="61"/>
                        <a:pt x="53" y="61"/>
                      </a:cubicBezTo>
                      <a:cubicBezTo>
                        <a:pt x="53" y="32"/>
                        <a:pt x="29" y="8"/>
                        <a:pt x="0" y="8"/>
                      </a:cubicBezTo>
                      <a:cubicBezTo>
                        <a:pt x="0" y="0"/>
                        <a:pt x="0" y="0"/>
                        <a:pt x="0" y="0"/>
                      </a:cubicBezTo>
                      <a:cubicBezTo>
                        <a:pt x="34" y="0"/>
                        <a:pt x="61" y="28"/>
                        <a:pt x="61" y="6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5" name="Freeform 1092"/>
                <p:cNvSpPr/>
                <p:nvPr/>
              </p:nvSpPr>
              <p:spPr bwMode="auto">
                <a:xfrm>
                  <a:off x="919162" y="955676"/>
                  <a:ext cx="50800" cy="50800"/>
                </a:xfrm>
                <a:custGeom>
                  <a:avLst/>
                  <a:gdLst>
                    <a:gd name="T0" fmla="*/ 2147483646 w 33"/>
                    <a:gd name="T1" fmla="*/ 2147483646 h 33"/>
                    <a:gd name="T2" fmla="*/ 0 w 33"/>
                    <a:gd name="T3" fmla="*/ 2147483646 h 33"/>
                    <a:gd name="T4" fmla="*/ 2147483646 w 33"/>
                    <a:gd name="T5" fmla="*/ 0 h 33"/>
                    <a:gd name="T6" fmla="*/ 2147483646 w 33"/>
                    <a:gd name="T7" fmla="*/ 2147483646 h 33"/>
                    <a:gd name="T8" fmla="*/ 2147483646 w 33"/>
                    <a:gd name="T9" fmla="*/ 2147483646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33">
                      <a:moveTo>
                        <a:pt x="8" y="33"/>
                      </a:moveTo>
                      <a:cubicBezTo>
                        <a:pt x="0" y="33"/>
                        <a:pt x="0" y="33"/>
                        <a:pt x="0" y="33"/>
                      </a:cubicBezTo>
                      <a:cubicBezTo>
                        <a:pt x="0" y="15"/>
                        <a:pt x="15" y="0"/>
                        <a:pt x="33" y="0"/>
                      </a:cubicBezTo>
                      <a:cubicBezTo>
                        <a:pt x="33" y="8"/>
                        <a:pt x="33" y="8"/>
                        <a:pt x="33" y="8"/>
                      </a:cubicBezTo>
                      <a:cubicBezTo>
                        <a:pt x="19" y="8"/>
                        <a:pt x="8" y="20"/>
                        <a:pt x="8" y="3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6" name="Freeform 1093"/>
                <p:cNvSpPr/>
                <p:nvPr/>
              </p:nvSpPr>
              <p:spPr bwMode="auto">
                <a:xfrm>
                  <a:off x="887412" y="925513"/>
                  <a:ext cx="82550" cy="80963"/>
                </a:xfrm>
                <a:custGeom>
                  <a:avLst/>
                  <a:gdLst>
                    <a:gd name="T0" fmla="*/ 2147483646 w 53"/>
                    <a:gd name="T1" fmla="*/ 2147483646 h 53"/>
                    <a:gd name="T2" fmla="*/ 0 w 53"/>
                    <a:gd name="T3" fmla="*/ 2147483646 h 53"/>
                    <a:gd name="T4" fmla="*/ 2147483646 w 53"/>
                    <a:gd name="T5" fmla="*/ 0 h 53"/>
                    <a:gd name="T6" fmla="*/ 2147483646 w 53"/>
                    <a:gd name="T7" fmla="*/ 2147483646 h 53"/>
                    <a:gd name="T8" fmla="*/ 2147483646 w 53"/>
                    <a:gd name="T9" fmla="*/ 2147483646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3">
                      <a:moveTo>
                        <a:pt x="8" y="53"/>
                      </a:moveTo>
                      <a:cubicBezTo>
                        <a:pt x="0" y="53"/>
                        <a:pt x="0" y="53"/>
                        <a:pt x="0" y="53"/>
                      </a:cubicBezTo>
                      <a:cubicBezTo>
                        <a:pt x="0" y="24"/>
                        <a:pt x="24" y="0"/>
                        <a:pt x="53" y="0"/>
                      </a:cubicBezTo>
                      <a:cubicBezTo>
                        <a:pt x="53" y="8"/>
                        <a:pt x="53" y="8"/>
                        <a:pt x="53" y="8"/>
                      </a:cubicBezTo>
                      <a:cubicBezTo>
                        <a:pt x="28" y="8"/>
                        <a:pt x="8" y="29"/>
                        <a:pt x="8" y="5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7" name="Oval 1094"/>
                <p:cNvSpPr>
                  <a:spLocks noChangeArrowheads="1"/>
                </p:cNvSpPr>
                <p:nvPr/>
              </p:nvSpPr>
              <p:spPr bwMode="auto">
                <a:xfrm>
                  <a:off x="1211262" y="1533526"/>
                  <a:ext cx="42862"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8" name="Oval 1095"/>
                <p:cNvSpPr>
                  <a:spLocks noChangeArrowheads="1"/>
                </p:cNvSpPr>
                <p:nvPr/>
              </p:nvSpPr>
              <p:spPr bwMode="auto">
                <a:xfrm>
                  <a:off x="1282700" y="1533526"/>
                  <a:ext cx="42862"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grpSp>
          <p:nvGrpSpPr>
            <p:cNvPr id="9" name="组合 41"/>
            <p:cNvGrpSpPr/>
            <p:nvPr/>
          </p:nvGrpSpPr>
          <p:grpSpPr bwMode="auto">
            <a:xfrm>
              <a:off x="5924395" y="1720709"/>
              <a:ext cx="532302" cy="286699"/>
              <a:chOff x="742951" y="1141412"/>
              <a:chExt cx="863600" cy="465138"/>
            </a:xfrm>
            <a:grpFill/>
          </p:grpSpPr>
          <p:sp>
            <p:nvSpPr>
              <p:cNvPr id="64" name="Freeform 1482"/>
              <p:cNvSpPr/>
              <p:nvPr/>
            </p:nvSpPr>
            <p:spPr bwMode="auto">
              <a:xfrm>
                <a:off x="742951" y="1141412"/>
                <a:ext cx="406400" cy="465138"/>
              </a:xfrm>
              <a:custGeom>
                <a:avLst/>
                <a:gdLst>
                  <a:gd name="T0" fmla="*/ 2147483646 w 262"/>
                  <a:gd name="T1" fmla="*/ 2147483646 h 298"/>
                  <a:gd name="T2" fmla="*/ 2147483646 w 262"/>
                  <a:gd name="T3" fmla="*/ 2147483646 h 298"/>
                  <a:gd name="T4" fmla="*/ 2147483646 w 262"/>
                  <a:gd name="T5" fmla="*/ 2147483646 h 298"/>
                  <a:gd name="T6" fmla="*/ 2147483646 w 262"/>
                  <a:gd name="T7" fmla="*/ 2147483646 h 298"/>
                  <a:gd name="T8" fmla="*/ 2147483646 w 262"/>
                  <a:gd name="T9" fmla="*/ 2147483646 h 298"/>
                  <a:gd name="T10" fmla="*/ 0 w 262"/>
                  <a:gd name="T11" fmla="*/ 2147483646 h 298"/>
                  <a:gd name="T12" fmla="*/ 0 w 262"/>
                  <a:gd name="T13" fmla="*/ 2147483646 h 298"/>
                  <a:gd name="T14" fmla="*/ 2147483646 w 262"/>
                  <a:gd name="T15" fmla="*/ 2147483646 h 298"/>
                  <a:gd name="T16" fmla="*/ 2147483646 w 262"/>
                  <a:gd name="T17" fmla="*/ 2147483646 h 298"/>
                  <a:gd name="T18" fmla="*/ 2147483646 w 262"/>
                  <a:gd name="T19" fmla="*/ 0 h 298"/>
                  <a:gd name="T20" fmla="*/ 2147483646 w 262"/>
                  <a:gd name="T21" fmla="*/ 2147483646 h 298"/>
                  <a:gd name="T22" fmla="*/ 2147483646 w 262"/>
                  <a:gd name="T23" fmla="*/ 2147483646 h 298"/>
                  <a:gd name="T24" fmla="*/ 2147483646 w 262"/>
                  <a:gd name="T25" fmla="*/ 2147483646 h 298"/>
                  <a:gd name="T26" fmla="*/ 2147483646 w 262"/>
                  <a:gd name="T27" fmla="*/ 2147483646 h 298"/>
                  <a:gd name="T28" fmla="*/ 2147483646 w 262"/>
                  <a:gd name="T29" fmla="*/ 2147483646 h 298"/>
                  <a:gd name="T30" fmla="*/ 2147483646 w 262"/>
                  <a:gd name="T31" fmla="*/ 2147483646 h 298"/>
                  <a:gd name="T32" fmla="*/ 2147483646 w 262"/>
                  <a:gd name="T33" fmla="*/ 2147483646 h 298"/>
                  <a:gd name="T34" fmla="*/ 2147483646 w 262"/>
                  <a:gd name="T35" fmla="*/ 2147483646 h 298"/>
                  <a:gd name="T36" fmla="*/ 2147483646 w 262"/>
                  <a:gd name="T37" fmla="*/ 2147483646 h 298"/>
                  <a:gd name="T38" fmla="*/ 2147483646 w 262"/>
                  <a:gd name="T39" fmla="*/ 2147483646 h 298"/>
                  <a:gd name="T40" fmla="*/ 2147483646 w 262"/>
                  <a:gd name="T41" fmla="*/ 2147483646 h 298"/>
                  <a:gd name="T42" fmla="*/ 2147483646 w 262"/>
                  <a:gd name="T43" fmla="*/ 2147483646 h 298"/>
                  <a:gd name="T44" fmla="*/ 2147483646 w 262"/>
                  <a:gd name="T45" fmla="*/ 2147483646 h 298"/>
                  <a:gd name="T46" fmla="*/ 2147483646 w 262"/>
                  <a:gd name="T47" fmla="*/ 2147483646 h 298"/>
                  <a:gd name="T48" fmla="*/ 2147483646 w 262"/>
                  <a:gd name="T49" fmla="*/ 2147483646 h 298"/>
                  <a:gd name="T50" fmla="*/ 2147483646 w 262"/>
                  <a:gd name="T51" fmla="*/ 2147483646 h 298"/>
                  <a:gd name="T52" fmla="*/ 2147483646 w 262"/>
                  <a:gd name="T53" fmla="*/ 2147483646 h 298"/>
                  <a:gd name="T54" fmla="*/ 2147483646 w 262"/>
                  <a:gd name="T55" fmla="*/ 2147483646 h 298"/>
                  <a:gd name="T56" fmla="*/ 2147483646 w 262"/>
                  <a:gd name="T57" fmla="*/ 2147483646 h 298"/>
                  <a:gd name="T58" fmla="*/ 2147483646 w 262"/>
                  <a:gd name="T59" fmla="*/ 2147483646 h 298"/>
                  <a:gd name="T60" fmla="*/ 2147483646 w 262"/>
                  <a:gd name="T61" fmla="*/ 2147483646 h 298"/>
                  <a:gd name="T62" fmla="*/ 2147483646 w 262"/>
                  <a:gd name="T63" fmla="*/ 2147483646 h 298"/>
                  <a:gd name="T64" fmla="*/ 2147483646 w 262"/>
                  <a:gd name="T65" fmla="*/ 2147483646 h 298"/>
                  <a:gd name="T66" fmla="*/ 2147483646 w 262"/>
                  <a:gd name="T67" fmla="*/ 2147483646 h 29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2" h="298">
                    <a:moveTo>
                      <a:pt x="162" y="298"/>
                    </a:moveTo>
                    <a:cubicBezTo>
                      <a:pt x="152" y="298"/>
                      <a:pt x="140" y="297"/>
                      <a:pt x="126" y="297"/>
                    </a:cubicBezTo>
                    <a:cubicBezTo>
                      <a:pt x="46" y="292"/>
                      <a:pt x="34" y="254"/>
                      <a:pt x="27" y="232"/>
                    </a:cubicBezTo>
                    <a:cubicBezTo>
                      <a:pt x="26" y="230"/>
                      <a:pt x="25" y="228"/>
                      <a:pt x="24" y="226"/>
                    </a:cubicBezTo>
                    <a:cubicBezTo>
                      <a:pt x="23" y="223"/>
                      <a:pt x="22" y="219"/>
                      <a:pt x="20" y="215"/>
                    </a:cubicBezTo>
                    <a:cubicBezTo>
                      <a:pt x="12" y="194"/>
                      <a:pt x="0" y="161"/>
                      <a:pt x="0" y="141"/>
                    </a:cubicBezTo>
                    <a:cubicBezTo>
                      <a:pt x="0" y="82"/>
                      <a:pt x="0" y="82"/>
                      <a:pt x="0" y="82"/>
                    </a:cubicBezTo>
                    <a:cubicBezTo>
                      <a:pt x="0" y="76"/>
                      <a:pt x="14" y="47"/>
                      <a:pt x="58" y="31"/>
                    </a:cubicBezTo>
                    <a:cubicBezTo>
                      <a:pt x="79" y="23"/>
                      <a:pt x="106" y="16"/>
                      <a:pt x="133" y="11"/>
                    </a:cubicBezTo>
                    <a:cubicBezTo>
                      <a:pt x="171" y="3"/>
                      <a:pt x="205" y="0"/>
                      <a:pt x="210" y="0"/>
                    </a:cubicBezTo>
                    <a:cubicBezTo>
                      <a:pt x="222" y="0"/>
                      <a:pt x="232" y="10"/>
                      <a:pt x="232" y="21"/>
                    </a:cubicBezTo>
                    <a:cubicBezTo>
                      <a:pt x="232" y="33"/>
                      <a:pt x="222" y="43"/>
                      <a:pt x="210" y="43"/>
                    </a:cubicBezTo>
                    <a:cubicBezTo>
                      <a:pt x="205" y="43"/>
                      <a:pt x="140" y="54"/>
                      <a:pt x="94" y="70"/>
                    </a:cubicBezTo>
                    <a:cubicBezTo>
                      <a:pt x="54" y="85"/>
                      <a:pt x="36" y="106"/>
                      <a:pt x="36" y="106"/>
                    </a:cubicBezTo>
                    <a:cubicBezTo>
                      <a:pt x="30" y="101"/>
                      <a:pt x="30" y="101"/>
                      <a:pt x="30" y="101"/>
                    </a:cubicBezTo>
                    <a:cubicBezTo>
                      <a:pt x="35" y="95"/>
                      <a:pt x="56" y="76"/>
                      <a:pt x="91" y="63"/>
                    </a:cubicBezTo>
                    <a:cubicBezTo>
                      <a:pt x="138" y="46"/>
                      <a:pt x="203" y="35"/>
                      <a:pt x="210" y="35"/>
                    </a:cubicBezTo>
                    <a:cubicBezTo>
                      <a:pt x="218" y="35"/>
                      <a:pt x="224" y="29"/>
                      <a:pt x="224" y="21"/>
                    </a:cubicBezTo>
                    <a:cubicBezTo>
                      <a:pt x="224" y="14"/>
                      <a:pt x="218" y="8"/>
                      <a:pt x="210" y="8"/>
                    </a:cubicBezTo>
                    <a:cubicBezTo>
                      <a:pt x="205" y="8"/>
                      <a:pt x="172" y="11"/>
                      <a:pt x="135" y="18"/>
                    </a:cubicBezTo>
                    <a:cubicBezTo>
                      <a:pt x="108" y="24"/>
                      <a:pt x="82" y="31"/>
                      <a:pt x="61" y="38"/>
                    </a:cubicBezTo>
                    <a:cubicBezTo>
                      <a:pt x="21" y="53"/>
                      <a:pt x="8" y="79"/>
                      <a:pt x="8" y="83"/>
                    </a:cubicBezTo>
                    <a:cubicBezTo>
                      <a:pt x="8" y="141"/>
                      <a:pt x="8" y="141"/>
                      <a:pt x="8" y="141"/>
                    </a:cubicBezTo>
                    <a:cubicBezTo>
                      <a:pt x="8" y="160"/>
                      <a:pt x="20" y="191"/>
                      <a:pt x="28" y="212"/>
                    </a:cubicBezTo>
                    <a:cubicBezTo>
                      <a:pt x="29" y="216"/>
                      <a:pt x="31" y="220"/>
                      <a:pt x="32" y="223"/>
                    </a:cubicBezTo>
                    <a:cubicBezTo>
                      <a:pt x="33" y="225"/>
                      <a:pt x="33" y="227"/>
                      <a:pt x="34" y="230"/>
                    </a:cubicBezTo>
                    <a:cubicBezTo>
                      <a:pt x="41" y="250"/>
                      <a:pt x="52" y="284"/>
                      <a:pt x="126" y="289"/>
                    </a:cubicBezTo>
                    <a:cubicBezTo>
                      <a:pt x="212" y="294"/>
                      <a:pt x="226" y="283"/>
                      <a:pt x="247" y="248"/>
                    </a:cubicBezTo>
                    <a:cubicBezTo>
                      <a:pt x="250" y="245"/>
                      <a:pt x="251" y="240"/>
                      <a:pt x="253" y="236"/>
                    </a:cubicBezTo>
                    <a:cubicBezTo>
                      <a:pt x="254" y="233"/>
                      <a:pt x="254" y="233"/>
                      <a:pt x="254" y="233"/>
                    </a:cubicBezTo>
                    <a:cubicBezTo>
                      <a:pt x="262" y="236"/>
                      <a:pt x="262" y="236"/>
                      <a:pt x="262" y="236"/>
                    </a:cubicBezTo>
                    <a:cubicBezTo>
                      <a:pt x="261" y="239"/>
                      <a:pt x="261" y="239"/>
                      <a:pt x="261" y="239"/>
                    </a:cubicBezTo>
                    <a:cubicBezTo>
                      <a:pt x="259" y="244"/>
                      <a:pt x="257" y="248"/>
                      <a:pt x="254" y="253"/>
                    </a:cubicBezTo>
                    <a:cubicBezTo>
                      <a:pt x="234" y="286"/>
                      <a:pt x="218" y="298"/>
                      <a:pt x="162" y="29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5" name="Freeform 1483"/>
              <p:cNvSpPr/>
              <p:nvPr/>
            </p:nvSpPr>
            <p:spPr bwMode="auto">
              <a:xfrm>
                <a:off x="1200151" y="1141412"/>
                <a:ext cx="406400" cy="465138"/>
              </a:xfrm>
              <a:custGeom>
                <a:avLst/>
                <a:gdLst>
                  <a:gd name="T0" fmla="*/ 2147483646 w 262"/>
                  <a:gd name="T1" fmla="*/ 2147483646 h 298"/>
                  <a:gd name="T2" fmla="*/ 2147483646 w 262"/>
                  <a:gd name="T3" fmla="*/ 2147483646 h 298"/>
                  <a:gd name="T4" fmla="*/ 2147483646 w 262"/>
                  <a:gd name="T5" fmla="*/ 2147483646 h 298"/>
                  <a:gd name="T6" fmla="*/ 0 w 262"/>
                  <a:gd name="T7" fmla="*/ 2147483646 h 298"/>
                  <a:gd name="T8" fmla="*/ 2147483646 w 262"/>
                  <a:gd name="T9" fmla="*/ 2147483646 h 298"/>
                  <a:gd name="T10" fmla="*/ 2147483646 w 262"/>
                  <a:gd name="T11" fmla="*/ 2147483646 h 298"/>
                  <a:gd name="T12" fmla="*/ 2147483646 w 262"/>
                  <a:gd name="T13" fmla="*/ 2147483646 h 298"/>
                  <a:gd name="T14" fmla="*/ 2147483646 w 262"/>
                  <a:gd name="T15" fmla="*/ 2147483646 h 298"/>
                  <a:gd name="T16" fmla="*/ 2147483646 w 262"/>
                  <a:gd name="T17" fmla="*/ 2147483646 h 298"/>
                  <a:gd name="T18" fmla="*/ 2147483646 w 262"/>
                  <a:gd name="T19" fmla="*/ 2147483646 h 298"/>
                  <a:gd name="T20" fmla="*/ 2147483646 w 262"/>
                  <a:gd name="T21" fmla="*/ 2147483646 h 298"/>
                  <a:gd name="T22" fmla="*/ 2147483646 w 262"/>
                  <a:gd name="T23" fmla="*/ 2147483646 h 298"/>
                  <a:gd name="T24" fmla="*/ 2147483646 w 262"/>
                  <a:gd name="T25" fmla="*/ 2147483646 h 298"/>
                  <a:gd name="T26" fmla="*/ 2147483646 w 262"/>
                  <a:gd name="T27" fmla="*/ 2147483646 h 298"/>
                  <a:gd name="T28" fmla="*/ 2147483646 w 262"/>
                  <a:gd name="T29" fmla="*/ 2147483646 h 298"/>
                  <a:gd name="T30" fmla="*/ 2147483646 w 262"/>
                  <a:gd name="T31" fmla="*/ 2147483646 h 298"/>
                  <a:gd name="T32" fmla="*/ 2147483646 w 262"/>
                  <a:gd name="T33" fmla="*/ 2147483646 h 298"/>
                  <a:gd name="T34" fmla="*/ 2147483646 w 262"/>
                  <a:gd name="T35" fmla="*/ 2147483646 h 298"/>
                  <a:gd name="T36" fmla="*/ 2147483646 w 262"/>
                  <a:gd name="T37" fmla="*/ 2147483646 h 298"/>
                  <a:gd name="T38" fmla="*/ 2147483646 w 262"/>
                  <a:gd name="T39" fmla="*/ 2147483646 h 298"/>
                  <a:gd name="T40" fmla="*/ 2147483646 w 262"/>
                  <a:gd name="T41" fmla="*/ 2147483646 h 298"/>
                  <a:gd name="T42" fmla="*/ 2147483646 w 262"/>
                  <a:gd name="T43" fmla="*/ 2147483646 h 298"/>
                  <a:gd name="T44" fmla="*/ 2147483646 w 262"/>
                  <a:gd name="T45" fmla="*/ 2147483646 h 298"/>
                  <a:gd name="T46" fmla="*/ 2147483646 w 262"/>
                  <a:gd name="T47" fmla="*/ 2147483646 h 298"/>
                  <a:gd name="T48" fmla="*/ 2147483646 w 262"/>
                  <a:gd name="T49" fmla="*/ 0 h 298"/>
                  <a:gd name="T50" fmla="*/ 2147483646 w 262"/>
                  <a:gd name="T51" fmla="*/ 2147483646 h 298"/>
                  <a:gd name="T52" fmla="*/ 2147483646 w 262"/>
                  <a:gd name="T53" fmla="*/ 2147483646 h 298"/>
                  <a:gd name="T54" fmla="*/ 2147483646 w 262"/>
                  <a:gd name="T55" fmla="*/ 2147483646 h 298"/>
                  <a:gd name="T56" fmla="*/ 2147483646 w 262"/>
                  <a:gd name="T57" fmla="*/ 2147483646 h 298"/>
                  <a:gd name="T58" fmla="*/ 2147483646 w 262"/>
                  <a:gd name="T59" fmla="*/ 2147483646 h 298"/>
                  <a:gd name="T60" fmla="*/ 2147483646 w 262"/>
                  <a:gd name="T61" fmla="*/ 2147483646 h 298"/>
                  <a:gd name="T62" fmla="*/ 2147483646 w 262"/>
                  <a:gd name="T63" fmla="*/ 2147483646 h 298"/>
                  <a:gd name="T64" fmla="*/ 2147483646 w 262"/>
                  <a:gd name="T65" fmla="*/ 2147483646 h 298"/>
                  <a:gd name="T66" fmla="*/ 2147483646 w 262"/>
                  <a:gd name="T67" fmla="*/ 2147483646 h 29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62" h="298">
                    <a:moveTo>
                      <a:pt x="99" y="298"/>
                    </a:moveTo>
                    <a:cubicBezTo>
                      <a:pt x="44" y="298"/>
                      <a:pt x="28" y="286"/>
                      <a:pt x="8" y="253"/>
                    </a:cubicBezTo>
                    <a:cubicBezTo>
                      <a:pt x="5" y="248"/>
                      <a:pt x="3" y="244"/>
                      <a:pt x="1" y="240"/>
                    </a:cubicBezTo>
                    <a:cubicBezTo>
                      <a:pt x="0" y="237"/>
                      <a:pt x="0" y="237"/>
                      <a:pt x="0" y="237"/>
                    </a:cubicBezTo>
                    <a:cubicBezTo>
                      <a:pt x="8" y="234"/>
                      <a:pt x="8" y="234"/>
                      <a:pt x="8" y="234"/>
                    </a:cubicBezTo>
                    <a:cubicBezTo>
                      <a:pt x="9" y="236"/>
                      <a:pt x="9" y="236"/>
                      <a:pt x="9" y="236"/>
                    </a:cubicBezTo>
                    <a:cubicBezTo>
                      <a:pt x="10" y="240"/>
                      <a:pt x="12" y="245"/>
                      <a:pt x="14" y="248"/>
                    </a:cubicBezTo>
                    <a:cubicBezTo>
                      <a:pt x="35" y="283"/>
                      <a:pt x="50" y="294"/>
                      <a:pt x="135" y="289"/>
                    </a:cubicBezTo>
                    <a:cubicBezTo>
                      <a:pt x="210" y="284"/>
                      <a:pt x="221" y="250"/>
                      <a:pt x="228" y="230"/>
                    </a:cubicBezTo>
                    <a:cubicBezTo>
                      <a:pt x="228" y="227"/>
                      <a:pt x="229" y="225"/>
                      <a:pt x="230" y="223"/>
                    </a:cubicBezTo>
                    <a:cubicBezTo>
                      <a:pt x="231" y="220"/>
                      <a:pt x="232" y="216"/>
                      <a:pt x="234" y="212"/>
                    </a:cubicBezTo>
                    <a:cubicBezTo>
                      <a:pt x="242" y="191"/>
                      <a:pt x="254" y="160"/>
                      <a:pt x="254" y="141"/>
                    </a:cubicBezTo>
                    <a:cubicBezTo>
                      <a:pt x="254" y="82"/>
                      <a:pt x="254" y="82"/>
                      <a:pt x="254" y="82"/>
                    </a:cubicBezTo>
                    <a:cubicBezTo>
                      <a:pt x="254" y="79"/>
                      <a:pt x="241" y="53"/>
                      <a:pt x="201" y="38"/>
                    </a:cubicBezTo>
                    <a:cubicBezTo>
                      <a:pt x="180" y="31"/>
                      <a:pt x="154" y="24"/>
                      <a:pt x="127" y="18"/>
                    </a:cubicBezTo>
                    <a:cubicBezTo>
                      <a:pt x="90" y="11"/>
                      <a:pt x="57" y="8"/>
                      <a:pt x="51" y="8"/>
                    </a:cubicBezTo>
                    <a:cubicBezTo>
                      <a:pt x="44" y="8"/>
                      <a:pt x="38" y="14"/>
                      <a:pt x="38" y="21"/>
                    </a:cubicBezTo>
                    <a:cubicBezTo>
                      <a:pt x="38" y="29"/>
                      <a:pt x="44" y="35"/>
                      <a:pt x="51" y="35"/>
                    </a:cubicBezTo>
                    <a:cubicBezTo>
                      <a:pt x="59" y="35"/>
                      <a:pt x="124" y="46"/>
                      <a:pt x="170" y="63"/>
                    </a:cubicBezTo>
                    <a:cubicBezTo>
                      <a:pt x="206" y="76"/>
                      <a:pt x="227" y="95"/>
                      <a:pt x="232" y="101"/>
                    </a:cubicBezTo>
                    <a:cubicBezTo>
                      <a:pt x="226" y="106"/>
                      <a:pt x="226" y="106"/>
                      <a:pt x="226" y="106"/>
                    </a:cubicBezTo>
                    <a:cubicBezTo>
                      <a:pt x="225" y="106"/>
                      <a:pt x="208" y="85"/>
                      <a:pt x="168" y="70"/>
                    </a:cubicBezTo>
                    <a:cubicBezTo>
                      <a:pt x="121" y="54"/>
                      <a:pt x="57" y="43"/>
                      <a:pt x="51" y="43"/>
                    </a:cubicBezTo>
                    <a:cubicBezTo>
                      <a:pt x="40" y="43"/>
                      <a:pt x="30" y="33"/>
                      <a:pt x="30" y="21"/>
                    </a:cubicBezTo>
                    <a:cubicBezTo>
                      <a:pt x="30" y="10"/>
                      <a:pt x="40" y="0"/>
                      <a:pt x="51" y="0"/>
                    </a:cubicBezTo>
                    <a:cubicBezTo>
                      <a:pt x="57" y="0"/>
                      <a:pt x="91" y="3"/>
                      <a:pt x="129" y="11"/>
                    </a:cubicBezTo>
                    <a:cubicBezTo>
                      <a:pt x="156" y="16"/>
                      <a:pt x="182" y="23"/>
                      <a:pt x="203" y="31"/>
                    </a:cubicBezTo>
                    <a:cubicBezTo>
                      <a:pt x="247" y="47"/>
                      <a:pt x="262" y="76"/>
                      <a:pt x="262" y="82"/>
                    </a:cubicBezTo>
                    <a:cubicBezTo>
                      <a:pt x="262" y="141"/>
                      <a:pt x="262" y="141"/>
                      <a:pt x="262" y="141"/>
                    </a:cubicBezTo>
                    <a:cubicBezTo>
                      <a:pt x="262" y="161"/>
                      <a:pt x="250" y="194"/>
                      <a:pt x="241" y="215"/>
                    </a:cubicBezTo>
                    <a:cubicBezTo>
                      <a:pt x="240" y="219"/>
                      <a:pt x="238" y="223"/>
                      <a:pt x="237" y="226"/>
                    </a:cubicBezTo>
                    <a:cubicBezTo>
                      <a:pt x="237" y="228"/>
                      <a:pt x="236" y="230"/>
                      <a:pt x="235" y="232"/>
                    </a:cubicBezTo>
                    <a:cubicBezTo>
                      <a:pt x="228" y="254"/>
                      <a:pt x="216" y="292"/>
                      <a:pt x="136" y="297"/>
                    </a:cubicBezTo>
                    <a:cubicBezTo>
                      <a:pt x="122" y="297"/>
                      <a:pt x="110" y="298"/>
                      <a:pt x="99" y="29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6" name="Freeform 1484"/>
              <p:cNvSpPr/>
              <p:nvPr/>
            </p:nvSpPr>
            <p:spPr bwMode="auto">
              <a:xfrm>
                <a:off x="746126" y="1211262"/>
                <a:ext cx="857250" cy="125413"/>
              </a:xfrm>
              <a:custGeom>
                <a:avLst/>
                <a:gdLst>
                  <a:gd name="T0" fmla="*/ 2147483646 w 552"/>
                  <a:gd name="T1" fmla="*/ 2147483646 h 80"/>
                  <a:gd name="T2" fmla="*/ 2147483646 w 552"/>
                  <a:gd name="T3" fmla="*/ 2147483646 h 80"/>
                  <a:gd name="T4" fmla="*/ 2147483646 w 552"/>
                  <a:gd name="T5" fmla="*/ 2147483646 h 80"/>
                  <a:gd name="T6" fmla="*/ 2147483646 w 552"/>
                  <a:gd name="T7" fmla="*/ 2147483646 h 80"/>
                  <a:gd name="T8" fmla="*/ 2147483646 w 552"/>
                  <a:gd name="T9" fmla="*/ 0 h 80"/>
                  <a:gd name="T10" fmla="*/ 2147483646 w 552"/>
                  <a:gd name="T11" fmla="*/ 2147483646 h 80"/>
                  <a:gd name="T12" fmla="*/ 2147483646 w 552"/>
                  <a:gd name="T13" fmla="*/ 2147483646 h 80"/>
                  <a:gd name="T14" fmla="*/ 2147483646 w 552"/>
                  <a:gd name="T15" fmla="*/ 2147483646 h 80"/>
                  <a:gd name="T16" fmla="*/ 2147483646 w 552"/>
                  <a:gd name="T17" fmla="*/ 2147483646 h 80"/>
                  <a:gd name="T18" fmla="*/ 2147483646 w 552"/>
                  <a:gd name="T19" fmla="*/ 2147483646 h 80"/>
                  <a:gd name="T20" fmla="*/ 2147483646 w 552"/>
                  <a:gd name="T21" fmla="*/ 2147483646 h 80"/>
                  <a:gd name="T22" fmla="*/ 2147483646 w 552"/>
                  <a:gd name="T23" fmla="*/ 2147483646 h 80"/>
                  <a:gd name="T24" fmla="*/ 2147483646 w 552"/>
                  <a:gd name="T25" fmla="*/ 0 h 80"/>
                  <a:gd name="T26" fmla="*/ 2147483646 w 552"/>
                  <a:gd name="T27" fmla="*/ 2147483646 h 80"/>
                  <a:gd name="T28" fmla="*/ 2147483646 w 552"/>
                  <a:gd name="T29" fmla="*/ 2147483646 h 80"/>
                  <a:gd name="T30" fmla="*/ 2147483646 w 552"/>
                  <a:gd name="T31" fmla="*/ 2147483646 h 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52" h="80">
                    <a:moveTo>
                      <a:pt x="285" y="79"/>
                    </a:moveTo>
                    <a:cubicBezTo>
                      <a:pt x="279" y="79"/>
                      <a:pt x="276" y="79"/>
                      <a:pt x="276" y="79"/>
                    </a:cubicBezTo>
                    <a:cubicBezTo>
                      <a:pt x="274" y="79"/>
                      <a:pt x="130" y="80"/>
                      <a:pt x="62" y="71"/>
                    </a:cubicBezTo>
                    <a:cubicBezTo>
                      <a:pt x="26" y="66"/>
                      <a:pt x="6" y="56"/>
                      <a:pt x="4" y="41"/>
                    </a:cubicBezTo>
                    <a:cubicBezTo>
                      <a:pt x="0" y="17"/>
                      <a:pt x="28" y="0"/>
                      <a:pt x="29" y="0"/>
                    </a:cubicBezTo>
                    <a:cubicBezTo>
                      <a:pt x="33" y="7"/>
                      <a:pt x="33" y="7"/>
                      <a:pt x="33" y="7"/>
                    </a:cubicBezTo>
                    <a:cubicBezTo>
                      <a:pt x="33" y="7"/>
                      <a:pt x="9" y="21"/>
                      <a:pt x="12" y="40"/>
                    </a:cubicBezTo>
                    <a:cubicBezTo>
                      <a:pt x="13" y="51"/>
                      <a:pt x="32" y="59"/>
                      <a:pt x="63" y="63"/>
                    </a:cubicBezTo>
                    <a:cubicBezTo>
                      <a:pt x="131" y="72"/>
                      <a:pt x="274" y="71"/>
                      <a:pt x="276" y="71"/>
                    </a:cubicBezTo>
                    <a:cubicBezTo>
                      <a:pt x="277" y="71"/>
                      <a:pt x="421" y="72"/>
                      <a:pt x="489" y="63"/>
                    </a:cubicBezTo>
                    <a:cubicBezTo>
                      <a:pt x="519" y="59"/>
                      <a:pt x="538" y="51"/>
                      <a:pt x="540" y="40"/>
                    </a:cubicBezTo>
                    <a:cubicBezTo>
                      <a:pt x="543" y="21"/>
                      <a:pt x="519" y="7"/>
                      <a:pt x="519" y="7"/>
                    </a:cubicBezTo>
                    <a:cubicBezTo>
                      <a:pt x="523" y="0"/>
                      <a:pt x="523" y="0"/>
                      <a:pt x="523" y="0"/>
                    </a:cubicBezTo>
                    <a:cubicBezTo>
                      <a:pt x="524" y="0"/>
                      <a:pt x="552" y="17"/>
                      <a:pt x="548" y="41"/>
                    </a:cubicBezTo>
                    <a:cubicBezTo>
                      <a:pt x="545" y="56"/>
                      <a:pt x="525" y="66"/>
                      <a:pt x="490" y="71"/>
                    </a:cubicBezTo>
                    <a:cubicBezTo>
                      <a:pt x="431" y="79"/>
                      <a:pt x="318" y="79"/>
                      <a:pt x="285" y="79"/>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7" name="Freeform 1485"/>
              <p:cNvSpPr/>
              <p:nvPr/>
            </p:nvSpPr>
            <p:spPr bwMode="auto">
              <a:xfrm>
                <a:off x="746126" y="1303337"/>
                <a:ext cx="857250" cy="60325"/>
              </a:xfrm>
              <a:custGeom>
                <a:avLst/>
                <a:gdLst>
                  <a:gd name="T0" fmla="*/ 2147483646 w 552"/>
                  <a:gd name="T1" fmla="*/ 2147483646 h 38"/>
                  <a:gd name="T2" fmla="*/ 2147483646 w 552"/>
                  <a:gd name="T3" fmla="*/ 2147483646 h 38"/>
                  <a:gd name="T4" fmla="*/ 2147483646 w 552"/>
                  <a:gd name="T5" fmla="*/ 2147483646 h 38"/>
                  <a:gd name="T6" fmla="*/ 0 w 552"/>
                  <a:gd name="T7" fmla="*/ 2147483646 h 38"/>
                  <a:gd name="T8" fmla="*/ 2147483646 w 552"/>
                  <a:gd name="T9" fmla="*/ 0 h 38"/>
                  <a:gd name="T10" fmla="*/ 2147483646 w 552"/>
                  <a:gd name="T11" fmla="*/ 2147483646 h 38"/>
                  <a:gd name="T12" fmla="*/ 2147483646 w 552"/>
                  <a:gd name="T13" fmla="*/ 2147483646 h 38"/>
                  <a:gd name="T14" fmla="*/ 2147483646 w 552"/>
                  <a:gd name="T15" fmla="*/ 2147483646 h 38"/>
                  <a:gd name="T16" fmla="*/ 2147483646 w 552"/>
                  <a:gd name="T17" fmla="*/ 0 h 38"/>
                  <a:gd name="T18" fmla="*/ 2147483646 w 552"/>
                  <a:gd name="T19" fmla="*/ 2147483646 h 38"/>
                  <a:gd name="T20" fmla="*/ 2147483646 w 552"/>
                  <a:gd name="T21" fmla="*/ 2147483646 h 38"/>
                  <a:gd name="T22" fmla="*/ 2147483646 w 552"/>
                  <a:gd name="T23" fmla="*/ 2147483646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52" h="38">
                    <a:moveTo>
                      <a:pt x="285" y="38"/>
                    </a:moveTo>
                    <a:cubicBezTo>
                      <a:pt x="279" y="38"/>
                      <a:pt x="276" y="38"/>
                      <a:pt x="276" y="38"/>
                    </a:cubicBezTo>
                    <a:cubicBezTo>
                      <a:pt x="274" y="38"/>
                      <a:pt x="130" y="38"/>
                      <a:pt x="62" y="30"/>
                    </a:cubicBezTo>
                    <a:cubicBezTo>
                      <a:pt x="25" y="25"/>
                      <a:pt x="2" y="14"/>
                      <a:pt x="0" y="1"/>
                    </a:cubicBezTo>
                    <a:cubicBezTo>
                      <a:pt x="4" y="0"/>
                      <a:pt x="4" y="0"/>
                      <a:pt x="4" y="0"/>
                    </a:cubicBezTo>
                    <a:cubicBezTo>
                      <a:pt x="6" y="11"/>
                      <a:pt x="28" y="21"/>
                      <a:pt x="63" y="26"/>
                    </a:cubicBezTo>
                    <a:cubicBezTo>
                      <a:pt x="131" y="34"/>
                      <a:pt x="274" y="34"/>
                      <a:pt x="276" y="34"/>
                    </a:cubicBezTo>
                    <a:cubicBezTo>
                      <a:pt x="277" y="34"/>
                      <a:pt x="421" y="34"/>
                      <a:pt x="489" y="26"/>
                    </a:cubicBezTo>
                    <a:cubicBezTo>
                      <a:pt x="523" y="21"/>
                      <a:pt x="546" y="11"/>
                      <a:pt x="548" y="0"/>
                    </a:cubicBezTo>
                    <a:cubicBezTo>
                      <a:pt x="552" y="1"/>
                      <a:pt x="552" y="1"/>
                      <a:pt x="552" y="1"/>
                    </a:cubicBezTo>
                    <a:cubicBezTo>
                      <a:pt x="550" y="14"/>
                      <a:pt x="527" y="25"/>
                      <a:pt x="489" y="30"/>
                    </a:cubicBezTo>
                    <a:cubicBezTo>
                      <a:pt x="431" y="37"/>
                      <a:pt x="318" y="38"/>
                      <a:pt x="285" y="3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8" name="Freeform 1486"/>
              <p:cNvSpPr/>
              <p:nvPr/>
            </p:nvSpPr>
            <p:spPr bwMode="auto">
              <a:xfrm>
                <a:off x="1131889" y="1398587"/>
                <a:ext cx="11113" cy="15875"/>
              </a:xfrm>
              <a:custGeom>
                <a:avLst/>
                <a:gdLst>
                  <a:gd name="T0" fmla="*/ 2147483646 w 7"/>
                  <a:gd name="T1" fmla="*/ 2147483646 h 10"/>
                  <a:gd name="T2" fmla="*/ 2147483646 w 7"/>
                  <a:gd name="T3" fmla="*/ 2147483646 h 10"/>
                  <a:gd name="T4" fmla="*/ 2147483646 w 7"/>
                  <a:gd name="T5" fmla="*/ 0 h 10"/>
                  <a:gd name="T6" fmla="*/ 0 w 7"/>
                  <a:gd name="T7" fmla="*/ 0 h 10"/>
                  <a:gd name="T8" fmla="*/ 0 w 7"/>
                  <a:gd name="T9" fmla="*/ 2147483646 h 10"/>
                  <a:gd name="T10" fmla="*/ 2147483646 w 7"/>
                  <a:gd name="T11" fmla="*/ 2147483646 h 10"/>
                  <a:gd name="T12" fmla="*/ 2147483646 w 7"/>
                  <a:gd name="T13" fmla="*/ 2147483646 h 10"/>
                  <a:gd name="T14" fmla="*/ 2147483646 w 7"/>
                  <a:gd name="T15" fmla="*/ 2147483646 h 10"/>
                  <a:gd name="T16" fmla="*/ 2147483646 w 7"/>
                  <a:gd name="T17" fmla="*/ 2147483646 h 10"/>
                  <a:gd name="T18" fmla="*/ 2147483646 w 7"/>
                  <a:gd name="T19" fmla="*/ 2147483646 h 10"/>
                  <a:gd name="T20" fmla="*/ 2147483646 w 7"/>
                  <a:gd name="T21" fmla="*/ 0 h 10"/>
                  <a:gd name="T22" fmla="*/ 2147483646 w 7"/>
                  <a:gd name="T23" fmla="*/ 0 h 10"/>
                  <a:gd name="T24" fmla="*/ 2147483646 w 7"/>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10">
                    <a:moveTo>
                      <a:pt x="5" y="4"/>
                    </a:moveTo>
                    <a:lnTo>
                      <a:pt x="2" y="4"/>
                    </a:lnTo>
                    <a:lnTo>
                      <a:pt x="2" y="0"/>
                    </a:lnTo>
                    <a:lnTo>
                      <a:pt x="0" y="0"/>
                    </a:lnTo>
                    <a:lnTo>
                      <a:pt x="0" y="10"/>
                    </a:lnTo>
                    <a:lnTo>
                      <a:pt x="2" y="10"/>
                    </a:lnTo>
                    <a:lnTo>
                      <a:pt x="2" y="6"/>
                    </a:lnTo>
                    <a:lnTo>
                      <a:pt x="5" y="6"/>
                    </a:lnTo>
                    <a:lnTo>
                      <a:pt x="5" y="10"/>
                    </a:lnTo>
                    <a:lnTo>
                      <a:pt x="7" y="10"/>
                    </a:lnTo>
                    <a:lnTo>
                      <a:pt x="7" y="0"/>
                    </a:lnTo>
                    <a:lnTo>
                      <a:pt x="5" y="0"/>
                    </a:lnTo>
                    <a:lnTo>
                      <a:pt x="5" y="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9" name="Freeform 1487"/>
              <p:cNvSpPr/>
              <p:nvPr/>
            </p:nvSpPr>
            <p:spPr bwMode="auto">
              <a:xfrm>
                <a:off x="1147764" y="1398587"/>
                <a:ext cx="12700" cy="15875"/>
              </a:xfrm>
              <a:custGeom>
                <a:avLst/>
                <a:gdLst>
                  <a:gd name="T0" fmla="*/ 2147483646 w 8"/>
                  <a:gd name="T1" fmla="*/ 2147483646 h 10"/>
                  <a:gd name="T2" fmla="*/ 2147483646 w 8"/>
                  <a:gd name="T3" fmla="*/ 2147483646 h 10"/>
                  <a:gd name="T4" fmla="*/ 2147483646 w 8"/>
                  <a:gd name="T5" fmla="*/ 2147483646 h 10"/>
                  <a:gd name="T6" fmla="*/ 2147483646 w 8"/>
                  <a:gd name="T7" fmla="*/ 0 h 10"/>
                  <a:gd name="T8" fmla="*/ 0 w 8"/>
                  <a:gd name="T9" fmla="*/ 0 h 10"/>
                  <a:gd name="T10" fmla="*/ 0 w 8"/>
                  <a:gd name="T11" fmla="*/ 2147483646 h 10"/>
                  <a:gd name="T12" fmla="*/ 2147483646 w 8"/>
                  <a:gd name="T13" fmla="*/ 2147483646 h 10"/>
                  <a:gd name="T14" fmla="*/ 2147483646 w 8"/>
                  <a:gd name="T15" fmla="*/ 2147483646 h 10"/>
                  <a:gd name="T16" fmla="*/ 2147483646 w 8"/>
                  <a:gd name="T17" fmla="*/ 0 h 10"/>
                  <a:gd name="T18" fmla="*/ 2147483646 w 8"/>
                  <a:gd name="T19" fmla="*/ 0 h 10"/>
                  <a:gd name="T20" fmla="*/ 2147483646 w 8"/>
                  <a:gd name="T21" fmla="*/ 2147483646 h 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 h="10">
                    <a:moveTo>
                      <a:pt x="6" y="6"/>
                    </a:moveTo>
                    <a:cubicBezTo>
                      <a:pt x="6" y="7"/>
                      <a:pt x="5" y="8"/>
                      <a:pt x="4" y="8"/>
                    </a:cubicBezTo>
                    <a:cubicBezTo>
                      <a:pt x="2" y="8"/>
                      <a:pt x="2" y="7"/>
                      <a:pt x="2" y="6"/>
                    </a:cubicBezTo>
                    <a:cubicBezTo>
                      <a:pt x="2" y="0"/>
                      <a:pt x="2" y="0"/>
                      <a:pt x="2" y="0"/>
                    </a:cubicBezTo>
                    <a:cubicBezTo>
                      <a:pt x="0" y="0"/>
                      <a:pt x="0" y="0"/>
                      <a:pt x="0" y="0"/>
                    </a:cubicBezTo>
                    <a:cubicBezTo>
                      <a:pt x="0" y="6"/>
                      <a:pt x="0" y="6"/>
                      <a:pt x="0" y="6"/>
                    </a:cubicBezTo>
                    <a:cubicBezTo>
                      <a:pt x="0" y="8"/>
                      <a:pt x="1" y="10"/>
                      <a:pt x="4" y="10"/>
                    </a:cubicBezTo>
                    <a:cubicBezTo>
                      <a:pt x="6" y="10"/>
                      <a:pt x="8" y="8"/>
                      <a:pt x="8" y="6"/>
                    </a:cubicBezTo>
                    <a:cubicBezTo>
                      <a:pt x="8" y="0"/>
                      <a:pt x="8" y="0"/>
                      <a:pt x="8" y="0"/>
                    </a:cubicBezTo>
                    <a:cubicBezTo>
                      <a:pt x="6" y="0"/>
                      <a:pt x="6" y="0"/>
                      <a:pt x="6" y="0"/>
                    </a:cubicBezTo>
                    <a:lnTo>
                      <a:pt x="6" y="6"/>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0" name="Freeform 1488"/>
              <p:cNvSpPr/>
              <p:nvPr/>
            </p:nvSpPr>
            <p:spPr bwMode="auto">
              <a:xfrm>
                <a:off x="1176339" y="1398587"/>
                <a:ext cx="22225" cy="15875"/>
              </a:xfrm>
              <a:custGeom>
                <a:avLst/>
                <a:gdLst>
                  <a:gd name="T0" fmla="*/ 2147483646 w 14"/>
                  <a:gd name="T1" fmla="*/ 2147483646 h 10"/>
                  <a:gd name="T2" fmla="*/ 2147483646 w 14"/>
                  <a:gd name="T3" fmla="*/ 0 h 10"/>
                  <a:gd name="T4" fmla="*/ 2147483646 w 14"/>
                  <a:gd name="T5" fmla="*/ 0 h 10"/>
                  <a:gd name="T6" fmla="*/ 2147483646 w 14"/>
                  <a:gd name="T7" fmla="*/ 2147483646 h 10"/>
                  <a:gd name="T8" fmla="*/ 2147483646 w 14"/>
                  <a:gd name="T9" fmla="*/ 0 h 10"/>
                  <a:gd name="T10" fmla="*/ 0 w 14"/>
                  <a:gd name="T11" fmla="*/ 0 h 10"/>
                  <a:gd name="T12" fmla="*/ 2147483646 w 14"/>
                  <a:gd name="T13" fmla="*/ 2147483646 h 10"/>
                  <a:gd name="T14" fmla="*/ 2147483646 w 14"/>
                  <a:gd name="T15" fmla="*/ 2147483646 h 10"/>
                  <a:gd name="T16" fmla="*/ 2147483646 w 14"/>
                  <a:gd name="T17" fmla="*/ 2147483646 h 10"/>
                  <a:gd name="T18" fmla="*/ 2147483646 w 14"/>
                  <a:gd name="T19" fmla="*/ 2147483646 h 10"/>
                  <a:gd name="T20" fmla="*/ 2147483646 w 14"/>
                  <a:gd name="T21" fmla="*/ 2147483646 h 10"/>
                  <a:gd name="T22" fmla="*/ 2147483646 w 14"/>
                  <a:gd name="T23" fmla="*/ 0 h 10"/>
                  <a:gd name="T24" fmla="*/ 2147483646 w 14"/>
                  <a:gd name="T25" fmla="*/ 0 h 10"/>
                  <a:gd name="T26" fmla="*/ 2147483646 w 14"/>
                  <a:gd name="T27" fmla="*/ 2147483646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0">
                    <a:moveTo>
                      <a:pt x="10" y="7"/>
                    </a:moveTo>
                    <a:lnTo>
                      <a:pt x="8" y="0"/>
                    </a:lnTo>
                    <a:lnTo>
                      <a:pt x="6" y="0"/>
                    </a:lnTo>
                    <a:lnTo>
                      <a:pt x="4" y="7"/>
                    </a:lnTo>
                    <a:lnTo>
                      <a:pt x="2" y="0"/>
                    </a:lnTo>
                    <a:lnTo>
                      <a:pt x="0" y="0"/>
                    </a:lnTo>
                    <a:lnTo>
                      <a:pt x="3" y="10"/>
                    </a:lnTo>
                    <a:lnTo>
                      <a:pt x="5" y="10"/>
                    </a:lnTo>
                    <a:lnTo>
                      <a:pt x="7" y="4"/>
                    </a:lnTo>
                    <a:lnTo>
                      <a:pt x="9" y="10"/>
                    </a:lnTo>
                    <a:lnTo>
                      <a:pt x="11" y="10"/>
                    </a:lnTo>
                    <a:lnTo>
                      <a:pt x="14" y="0"/>
                    </a:lnTo>
                    <a:lnTo>
                      <a:pt x="12" y="0"/>
                    </a:lnTo>
                    <a:lnTo>
                      <a:pt x="10" y="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1" name="Freeform 1489"/>
              <p:cNvSpPr/>
              <p:nvPr/>
            </p:nvSpPr>
            <p:spPr bwMode="auto">
              <a:xfrm>
                <a:off x="1200151" y="1398587"/>
                <a:ext cx="11113" cy="15875"/>
              </a:xfrm>
              <a:custGeom>
                <a:avLst/>
                <a:gdLst>
                  <a:gd name="T0" fmla="*/ 2147483646 w 7"/>
                  <a:gd name="T1" fmla="*/ 2147483646 h 10"/>
                  <a:gd name="T2" fmla="*/ 2147483646 w 7"/>
                  <a:gd name="T3" fmla="*/ 2147483646 h 10"/>
                  <a:gd name="T4" fmla="*/ 2147483646 w 7"/>
                  <a:gd name="T5" fmla="*/ 2147483646 h 10"/>
                  <a:gd name="T6" fmla="*/ 2147483646 w 7"/>
                  <a:gd name="T7" fmla="*/ 2147483646 h 10"/>
                  <a:gd name="T8" fmla="*/ 2147483646 w 7"/>
                  <a:gd name="T9" fmla="*/ 2147483646 h 10"/>
                  <a:gd name="T10" fmla="*/ 2147483646 w 7"/>
                  <a:gd name="T11" fmla="*/ 2147483646 h 10"/>
                  <a:gd name="T12" fmla="*/ 2147483646 w 7"/>
                  <a:gd name="T13" fmla="*/ 0 h 10"/>
                  <a:gd name="T14" fmla="*/ 0 w 7"/>
                  <a:gd name="T15" fmla="*/ 0 h 10"/>
                  <a:gd name="T16" fmla="*/ 0 w 7"/>
                  <a:gd name="T17" fmla="*/ 2147483646 h 10"/>
                  <a:gd name="T18" fmla="*/ 2147483646 w 7"/>
                  <a:gd name="T19" fmla="*/ 2147483646 h 10"/>
                  <a:gd name="T20" fmla="*/ 2147483646 w 7"/>
                  <a:gd name="T21" fmla="*/ 2147483646 h 10"/>
                  <a:gd name="T22" fmla="*/ 2147483646 w 7"/>
                  <a:gd name="T23" fmla="*/ 2147483646 h 10"/>
                  <a:gd name="T24" fmla="*/ 2147483646 w 7"/>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 h="10">
                    <a:moveTo>
                      <a:pt x="2" y="6"/>
                    </a:moveTo>
                    <a:lnTo>
                      <a:pt x="5" y="6"/>
                    </a:lnTo>
                    <a:lnTo>
                      <a:pt x="5" y="4"/>
                    </a:lnTo>
                    <a:lnTo>
                      <a:pt x="2" y="4"/>
                    </a:lnTo>
                    <a:lnTo>
                      <a:pt x="2" y="2"/>
                    </a:lnTo>
                    <a:lnTo>
                      <a:pt x="6" y="2"/>
                    </a:lnTo>
                    <a:lnTo>
                      <a:pt x="6" y="0"/>
                    </a:lnTo>
                    <a:lnTo>
                      <a:pt x="0" y="0"/>
                    </a:lnTo>
                    <a:lnTo>
                      <a:pt x="0" y="10"/>
                    </a:lnTo>
                    <a:lnTo>
                      <a:pt x="7" y="10"/>
                    </a:lnTo>
                    <a:lnTo>
                      <a:pt x="7" y="8"/>
                    </a:lnTo>
                    <a:lnTo>
                      <a:pt x="2" y="8"/>
                    </a:lnTo>
                    <a:lnTo>
                      <a:pt x="2" y="6"/>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2" name="Rectangle 1490"/>
              <p:cNvSpPr>
                <a:spLocks noChangeArrowheads="1"/>
              </p:cNvSpPr>
              <p:nvPr/>
            </p:nvSpPr>
            <p:spPr bwMode="auto">
              <a:xfrm>
                <a:off x="1214439" y="1398587"/>
                <a:ext cx="3175" cy="15875"/>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3" name="Freeform 1491"/>
              <p:cNvSpPr>
                <a:spLocks noEditPoints="1"/>
              </p:cNvSpPr>
              <p:nvPr/>
            </p:nvSpPr>
            <p:spPr bwMode="auto">
              <a:xfrm>
                <a:off x="1162051" y="1398587"/>
                <a:ext cx="15875" cy="15875"/>
              </a:xfrm>
              <a:custGeom>
                <a:avLst/>
                <a:gdLst>
                  <a:gd name="T0" fmla="*/ 2147483646 w 10"/>
                  <a:gd name="T1" fmla="*/ 2147483646 h 10"/>
                  <a:gd name="T2" fmla="*/ 2147483646 w 10"/>
                  <a:gd name="T3" fmla="*/ 2147483646 h 10"/>
                  <a:gd name="T4" fmla="*/ 2147483646 w 10"/>
                  <a:gd name="T5" fmla="*/ 2147483646 h 10"/>
                  <a:gd name="T6" fmla="*/ 2147483646 w 10"/>
                  <a:gd name="T7" fmla="*/ 2147483646 h 10"/>
                  <a:gd name="T8" fmla="*/ 2147483646 w 10"/>
                  <a:gd name="T9" fmla="*/ 0 h 10"/>
                  <a:gd name="T10" fmla="*/ 2147483646 w 10"/>
                  <a:gd name="T11" fmla="*/ 0 h 10"/>
                  <a:gd name="T12" fmla="*/ 0 w 10"/>
                  <a:gd name="T13" fmla="*/ 2147483646 h 10"/>
                  <a:gd name="T14" fmla="*/ 2147483646 w 10"/>
                  <a:gd name="T15" fmla="*/ 2147483646 h 10"/>
                  <a:gd name="T16" fmla="*/ 2147483646 w 10"/>
                  <a:gd name="T17" fmla="*/ 2147483646 h 10"/>
                  <a:gd name="T18" fmla="*/ 2147483646 w 10"/>
                  <a:gd name="T19" fmla="*/ 2147483646 h 10"/>
                  <a:gd name="T20" fmla="*/ 2147483646 w 10"/>
                  <a:gd name="T21" fmla="*/ 2147483646 h 10"/>
                  <a:gd name="T22" fmla="*/ 2147483646 w 10"/>
                  <a:gd name="T23" fmla="*/ 2147483646 h 10"/>
                  <a:gd name="T24" fmla="*/ 2147483646 w 10"/>
                  <a:gd name="T25" fmla="*/ 2147483646 h 10"/>
                  <a:gd name="T26" fmla="*/ 2147483646 w 10"/>
                  <a:gd name="T27" fmla="*/ 2147483646 h 10"/>
                  <a:gd name="T28" fmla="*/ 2147483646 w 10"/>
                  <a:gd name="T29" fmla="*/ 2147483646 h 10"/>
                  <a:gd name="T30" fmla="*/ 2147483646 w 10"/>
                  <a:gd name="T31" fmla="*/ 2147483646 h 10"/>
                  <a:gd name="T32" fmla="*/ 2147483646 w 10"/>
                  <a:gd name="T33" fmla="*/ 2147483646 h 10"/>
                  <a:gd name="T34" fmla="*/ 2147483646 w 10"/>
                  <a:gd name="T35" fmla="*/ 2147483646 h 10"/>
                  <a:gd name="T36" fmla="*/ 2147483646 w 10"/>
                  <a:gd name="T37" fmla="*/ 2147483646 h 10"/>
                  <a:gd name="T38" fmla="*/ 2147483646 w 10"/>
                  <a:gd name="T39" fmla="*/ 2147483646 h 1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 h="10">
                    <a:moveTo>
                      <a:pt x="7" y="8"/>
                    </a:moveTo>
                    <a:lnTo>
                      <a:pt x="8" y="10"/>
                    </a:lnTo>
                    <a:lnTo>
                      <a:pt x="10" y="10"/>
                    </a:lnTo>
                    <a:lnTo>
                      <a:pt x="6" y="1"/>
                    </a:lnTo>
                    <a:lnTo>
                      <a:pt x="6" y="0"/>
                    </a:lnTo>
                    <a:lnTo>
                      <a:pt x="4" y="0"/>
                    </a:lnTo>
                    <a:lnTo>
                      <a:pt x="0" y="10"/>
                    </a:lnTo>
                    <a:lnTo>
                      <a:pt x="2" y="10"/>
                    </a:lnTo>
                    <a:lnTo>
                      <a:pt x="3" y="8"/>
                    </a:lnTo>
                    <a:lnTo>
                      <a:pt x="7" y="8"/>
                    </a:lnTo>
                    <a:close/>
                    <a:moveTo>
                      <a:pt x="5" y="3"/>
                    </a:moveTo>
                    <a:lnTo>
                      <a:pt x="6" y="6"/>
                    </a:lnTo>
                    <a:lnTo>
                      <a:pt x="3" y="6"/>
                    </a:lnTo>
                    <a:lnTo>
                      <a:pt x="5" y="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4" name="Freeform 1492"/>
              <p:cNvSpPr/>
              <p:nvPr/>
            </p:nvSpPr>
            <p:spPr bwMode="auto">
              <a:xfrm>
                <a:off x="906464" y="1189037"/>
                <a:ext cx="39688" cy="23813"/>
              </a:xfrm>
              <a:custGeom>
                <a:avLst/>
                <a:gdLst>
                  <a:gd name="T0" fmla="*/ 2147483646 w 26"/>
                  <a:gd name="T1" fmla="*/ 2147483646 h 16"/>
                  <a:gd name="T2" fmla="*/ 2147483646 w 26"/>
                  <a:gd name="T3" fmla="*/ 2147483646 h 16"/>
                  <a:gd name="T4" fmla="*/ 2147483646 w 26"/>
                  <a:gd name="T5" fmla="*/ 2147483646 h 16"/>
                  <a:gd name="T6" fmla="*/ 2147483646 w 26"/>
                  <a:gd name="T7" fmla="*/ 2147483646 h 16"/>
                  <a:gd name="T8" fmla="*/ 2147483646 w 26"/>
                  <a:gd name="T9" fmla="*/ 2147483646 h 16"/>
                  <a:gd name="T10" fmla="*/ 2147483646 w 26"/>
                  <a:gd name="T11" fmla="*/ 2147483646 h 16"/>
                  <a:gd name="T12" fmla="*/ 2147483646 w 26"/>
                  <a:gd name="T13" fmla="*/ 2147483646 h 16"/>
                  <a:gd name="T14" fmla="*/ 2147483646 w 26"/>
                  <a:gd name="T15" fmla="*/ 2147483646 h 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6">
                    <a:moveTo>
                      <a:pt x="6" y="16"/>
                    </a:moveTo>
                    <a:cubicBezTo>
                      <a:pt x="4" y="16"/>
                      <a:pt x="1" y="14"/>
                      <a:pt x="1" y="11"/>
                    </a:cubicBezTo>
                    <a:cubicBezTo>
                      <a:pt x="0" y="8"/>
                      <a:pt x="2" y="5"/>
                      <a:pt x="5" y="4"/>
                    </a:cubicBezTo>
                    <a:cubicBezTo>
                      <a:pt x="18" y="1"/>
                      <a:pt x="18" y="1"/>
                      <a:pt x="18" y="1"/>
                    </a:cubicBezTo>
                    <a:cubicBezTo>
                      <a:pt x="21" y="0"/>
                      <a:pt x="25" y="2"/>
                      <a:pt x="25" y="5"/>
                    </a:cubicBezTo>
                    <a:cubicBezTo>
                      <a:pt x="26" y="8"/>
                      <a:pt x="24" y="12"/>
                      <a:pt x="21" y="12"/>
                    </a:cubicBezTo>
                    <a:cubicBezTo>
                      <a:pt x="8" y="16"/>
                      <a:pt x="8" y="16"/>
                      <a:pt x="8" y="16"/>
                    </a:cubicBezTo>
                    <a:cubicBezTo>
                      <a:pt x="7" y="16"/>
                      <a:pt x="7" y="16"/>
                      <a:pt x="6" y="16"/>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5" name="Freeform 1493"/>
              <p:cNvSpPr/>
              <p:nvPr/>
            </p:nvSpPr>
            <p:spPr bwMode="auto">
              <a:xfrm>
                <a:off x="1403351" y="1189037"/>
                <a:ext cx="39688" cy="23813"/>
              </a:xfrm>
              <a:custGeom>
                <a:avLst/>
                <a:gdLst>
                  <a:gd name="T0" fmla="*/ 2147483646 w 26"/>
                  <a:gd name="T1" fmla="*/ 2147483646 h 16"/>
                  <a:gd name="T2" fmla="*/ 2147483646 w 26"/>
                  <a:gd name="T3" fmla="*/ 2147483646 h 16"/>
                  <a:gd name="T4" fmla="*/ 2147483646 w 26"/>
                  <a:gd name="T5" fmla="*/ 2147483646 h 16"/>
                  <a:gd name="T6" fmla="*/ 0 w 26"/>
                  <a:gd name="T7" fmla="*/ 2147483646 h 16"/>
                  <a:gd name="T8" fmla="*/ 2147483646 w 26"/>
                  <a:gd name="T9" fmla="*/ 2147483646 h 16"/>
                  <a:gd name="T10" fmla="*/ 2147483646 w 26"/>
                  <a:gd name="T11" fmla="*/ 2147483646 h 16"/>
                  <a:gd name="T12" fmla="*/ 2147483646 w 26"/>
                  <a:gd name="T13" fmla="*/ 2147483646 h 16"/>
                  <a:gd name="T14" fmla="*/ 2147483646 w 26"/>
                  <a:gd name="T15" fmla="*/ 2147483646 h 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 h="16">
                    <a:moveTo>
                      <a:pt x="19" y="16"/>
                    </a:moveTo>
                    <a:cubicBezTo>
                      <a:pt x="19" y="16"/>
                      <a:pt x="18" y="16"/>
                      <a:pt x="18" y="16"/>
                    </a:cubicBezTo>
                    <a:cubicBezTo>
                      <a:pt x="5" y="12"/>
                      <a:pt x="5" y="12"/>
                      <a:pt x="5" y="12"/>
                    </a:cubicBezTo>
                    <a:cubicBezTo>
                      <a:pt x="2" y="12"/>
                      <a:pt x="0" y="8"/>
                      <a:pt x="0" y="5"/>
                    </a:cubicBezTo>
                    <a:cubicBezTo>
                      <a:pt x="1" y="2"/>
                      <a:pt x="4" y="0"/>
                      <a:pt x="8" y="1"/>
                    </a:cubicBezTo>
                    <a:cubicBezTo>
                      <a:pt x="21" y="4"/>
                      <a:pt x="21" y="4"/>
                      <a:pt x="21" y="4"/>
                    </a:cubicBezTo>
                    <a:cubicBezTo>
                      <a:pt x="24" y="5"/>
                      <a:pt x="26" y="8"/>
                      <a:pt x="25" y="11"/>
                    </a:cubicBezTo>
                    <a:cubicBezTo>
                      <a:pt x="25" y="14"/>
                      <a:pt x="22" y="16"/>
                      <a:pt x="19" y="16"/>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6" name="Oval 1494"/>
              <p:cNvSpPr>
                <a:spLocks noChangeArrowheads="1"/>
              </p:cNvSpPr>
              <p:nvPr/>
            </p:nvSpPr>
            <p:spPr bwMode="auto">
              <a:xfrm>
                <a:off x="785814" y="1257300"/>
                <a:ext cx="9525" cy="1111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7" name="Oval 1495"/>
              <p:cNvSpPr>
                <a:spLocks noChangeArrowheads="1"/>
              </p:cNvSpPr>
              <p:nvPr/>
            </p:nvSpPr>
            <p:spPr bwMode="auto">
              <a:xfrm>
                <a:off x="1554164" y="1257300"/>
                <a:ext cx="9525" cy="1111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8" name="Freeform 1496"/>
              <p:cNvSpPr/>
              <p:nvPr/>
            </p:nvSpPr>
            <p:spPr bwMode="auto">
              <a:xfrm>
                <a:off x="930276" y="1292225"/>
                <a:ext cx="155575" cy="38100"/>
              </a:xfrm>
              <a:custGeom>
                <a:avLst/>
                <a:gdLst>
                  <a:gd name="T0" fmla="*/ 2147483646 w 100"/>
                  <a:gd name="T1" fmla="*/ 2147483646 h 24"/>
                  <a:gd name="T2" fmla="*/ 2147483646 w 100"/>
                  <a:gd name="T3" fmla="*/ 2147483646 h 24"/>
                  <a:gd name="T4" fmla="*/ 2147483646 w 100"/>
                  <a:gd name="T5" fmla="*/ 2147483646 h 24"/>
                  <a:gd name="T6" fmla="*/ 0 w 100"/>
                  <a:gd name="T7" fmla="*/ 2147483646 h 24"/>
                  <a:gd name="T8" fmla="*/ 2147483646 w 100"/>
                  <a:gd name="T9" fmla="*/ 0 h 24"/>
                  <a:gd name="T10" fmla="*/ 2147483646 w 100"/>
                  <a:gd name="T11" fmla="*/ 2147483646 h 24"/>
                  <a:gd name="T12" fmla="*/ 2147483646 w 100"/>
                  <a:gd name="T13" fmla="*/ 2147483646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 h="24">
                    <a:moveTo>
                      <a:pt x="93" y="24"/>
                    </a:moveTo>
                    <a:cubicBezTo>
                      <a:pt x="86" y="15"/>
                      <a:pt x="68" y="8"/>
                      <a:pt x="49" y="8"/>
                    </a:cubicBezTo>
                    <a:cubicBezTo>
                      <a:pt x="31" y="8"/>
                      <a:pt x="15" y="13"/>
                      <a:pt x="6" y="22"/>
                    </a:cubicBezTo>
                    <a:cubicBezTo>
                      <a:pt x="0" y="16"/>
                      <a:pt x="0" y="16"/>
                      <a:pt x="0" y="16"/>
                    </a:cubicBezTo>
                    <a:cubicBezTo>
                      <a:pt x="10" y="6"/>
                      <a:pt x="29" y="0"/>
                      <a:pt x="49" y="0"/>
                    </a:cubicBezTo>
                    <a:cubicBezTo>
                      <a:pt x="71" y="0"/>
                      <a:pt x="91" y="8"/>
                      <a:pt x="100" y="20"/>
                    </a:cubicBezTo>
                    <a:lnTo>
                      <a:pt x="93" y="2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9" name="Freeform 1497"/>
              <p:cNvSpPr/>
              <p:nvPr/>
            </p:nvSpPr>
            <p:spPr bwMode="auto">
              <a:xfrm>
                <a:off x="1263651" y="1292225"/>
                <a:ext cx="153988" cy="38100"/>
              </a:xfrm>
              <a:custGeom>
                <a:avLst/>
                <a:gdLst>
                  <a:gd name="T0" fmla="*/ 2147483646 w 99"/>
                  <a:gd name="T1" fmla="*/ 2147483646 h 24"/>
                  <a:gd name="T2" fmla="*/ 0 w 99"/>
                  <a:gd name="T3" fmla="*/ 2147483646 h 24"/>
                  <a:gd name="T4" fmla="*/ 2147483646 w 99"/>
                  <a:gd name="T5" fmla="*/ 0 h 24"/>
                  <a:gd name="T6" fmla="*/ 2147483646 w 99"/>
                  <a:gd name="T7" fmla="*/ 2147483646 h 24"/>
                  <a:gd name="T8" fmla="*/ 2147483646 w 99"/>
                  <a:gd name="T9" fmla="*/ 2147483646 h 24"/>
                  <a:gd name="T10" fmla="*/ 2147483646 w 99"/>
                  <a:gd name="T11" fmla="*/ 2147483646 h 24"/>
                  <a:gd name="T12" fmla="*/ 2147483646 w 99"/>
                  <a:gd name="T13" fmla="*/ 2147483646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 h="24">
                    <a:moveTo>
                      <a:pt x="6" y="24"/>
                    </a:moveTo>
                    <a:cubicBezTo>
                      <a:pt x="0" y="20"/>
                      <a:pt x="0" y="20"/>
                      <a:pt x="0" y="20"/>
                    </a:cubicBezTo>
                    <a:cubicBezTo>
                      <a:pt x="9" y="8"/>
                      <a:pt x="29" y="0"/>
                      <a:pt x="51" y="0"/>
                    </a:cubicBezTo>
                    <a:cubicBezTo>
                      <a:pt x="71" y="0"/>
                      <a:pt x="89" y="6"/>
                      <a:pt x="99" y="16"/>
                    </a:cubicBezTo>
                    <a:cubicBezTo>
                      <a:pt x="94" y="22"/>
                      <a:pt x="94" y="22"/>
                      <a:pt x="94" y="22"/>
                    </a:cubicBezTo>
                    <a:cubicBezTo>
                      <a:pt x="85" y="13"/>
                      <a:pt x="69" y="8"/>
                      <a:pt x="51" y="8"/>
                    </a:cubicBezTo>
                    <a:cubicBezTo>
                      <a:pt x="32" y="8"/>
                      <a:pt x="14" y="15"/>
                      <a:pt x="6" y="2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0" name="Oval 1498"/>
              <p:cNvSpPr>
                <a:spLocks noChangeArrowheads="1"/>
              </p:cNvSpPr>
              <p:nvPr/>
            </p:nvSpPr>
            <p:spPr bwMode="auto">
              <a:xfrm>
                <a:off x="1117601" y="1484312"/>
                <a:ext cx="42863"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1" name="Oval 1499"/>
              <p:cNvSpPr>
                <a:spLocks noChangeArrowheads="1"/>
              </p:cNvSpPr>
              <p:nvPr/>
            </p:nvSpPr>
            <p:spPr bwMode="auto">
              <a:xfrm>
                <a:off x="1189039" y="1484312"/>
                <a:ext cx="42863"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0" name="组合 116"/>
            <p:cNvGrpSpPr/>
            <p:nvPr/>
          </p:nvGrpSpPr>
          <p:grpSpPr bwMode="auto">
            <a:xfrm>
              <a:off x="8254913" y="1722701"/>
              <a:ext cx="185491" cy="284708"/>
              <a:chOff x="862013" y="1049338"/>
              <a:chExt cx="546100" cy="838199"/>
            </a:xfrm>
            <a:grpFill/>
          </p:grpSpPr>
          <p:sp>
            <p:nvSpPr>
              <p:cNvPr id="45"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6"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7"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 name="Line 1021"/>
              <p:cNvSpPr>
                <a:spLocks noChangeShapeType="1"/>
              </p:cNvSpPr>
              <p:nvPr/>
            </p:nvSpPr>
            <p:spPr bwMode="auto">
              <a:xfrm>
                <a:off x="1074738" y="1166813"/>
                <a:ext cx="0" cy="0"/>
              </a:xfrm>
              <a:prstGeom prst="line">
                <a:avLst/>
              </a:prstGeom>
              <a:grpFill/>
              <a:ln w="23813">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 name="Rectangle 1022"/>
              <p:cNvSpPr>
                <a:spLocks noChangeArrowheads="1"/>
              </p:cNvSpPr>
              <p:nvPr/>
            </p:nvSpPr>
            <p:spPr bwMode="auto">
              <a:xfrm>
                <a:off x="1068388" y="1065213"/>
                <a:ext cx="6350" cy="98425"/>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 name="Rectangle 1024"/>
              <p:cNvSpPr>
                <a:spLocks noChangeArrowheads="1"/>
              </p:cNvSpPr>
              <p:nvPr/>
            </p:nvSpPr>
            <p:spPr bwMode="auto">
              <a:xfrm>
                <a:off x="1184275" y="1065213"/>
                <a:ext cx="6350" cy="98425"/>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7" name="Line 1028"/>
              <p:cNvSpPr>
                <a:spLocks noChangeShapeType="1"/>
              </p:cNvSpPr>
              <p:nvPr/>
            </p:nvSpPr>
            <p:spPr bwMode="auto">
              <a:xfrm>
                <a:off x="1074738" y="1760538"/>
                <a:ext cx="0" cy="0"/>
              </a:xfrm>
              <a:prstGeom prst="line">
                <a:avLst/>
              </a:prstGeom>
              <a:grpFill/>
              <a:ln w="6350">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8" name="Rectangle 1029"/>
              <p:cNvSpPr>
                <a:spLocks noChangeArrowheads="1"/>
              </p:cNvSpPr>
              <p:nvPr/>
            </p:nvSpPr>
            <p:spPr bwMode="auto">
              <a:xfrm>
                <a:off x="1068388" y="1760538"/>
                <a:ext cx="6350" cy="100012"/>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0"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1" name="Rectangle 1032"/>
              <p:cNvSpPr>
                <a:spLocks noChangeArrowheads="1"/>
              </p:cNvSpPr>
              <p:nvPr/>
            </p:nvSpPr>
            <p:spPr bwMode="auto">
              <a:xfrm>
                <a:off x="1184275" y="1760538"/>
                <a:ext cx="6350" cy="100012"/>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2" name="Oval 1033"/>
              <p:cNvSpPr>
                <a:spLocks noChangeArrowheads="1"/>
              </p:cNvSpPr>
              <p:nvPr/>
            </p:nvSpPr>
            <p:spPr bwMode="auto">
              <a:xfrm>
                <a:off x="1049338" y="1844675"/>
                <a:ext cx="44450" cy="42862"/>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3" name="Oval 1034"/>
              <p:cNvSpPr>
                <a:spLocks noChangeArrowheads="1"/>
              </p:cNvSpPr>
              <p:nvPr/>
            </p:nvSpPr>
            <p:spPr bwMode="auto">
              <a:xfrm>
                <a:off x="1166813" y="1844675"/>
                <a:ext cx="42863" cy="42862"/>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1" name="组合 221"/>
            <p:cNvGrpSpPr/>
            <p:nvPr/>
          </p:nvGrpSpPr>
          <p:grpSpPr>
            <a:xfrm>
              <a:off x="4164124" y="1718732"/>
              <a:ext cx="350092" cy="295806"/>
              <a:chOff x="5273675" y="2911475"/>
              <a:chExt cx="868363" cy="735013"/>
            </a:xfrm>
            <a:grpFill/>
          </p:grpSpPr>
          <p:sp>
            <p:nvSpPr>
              <p:cNvPr id="13" name="Freeform 101"/>
              <p:cNvSpPr/>
              <p:nvPr/>
            </p:nvSpPr>
            <p:spPr bwMode="auto">
              <a:xfrm>
                <a:off x="5273675" y="3008313"/>
                <a:ext cx="676275" cy="638175"/>
              </a:xfrm>
              <a:custGeom>
                <a:avLst/>
                <a:gdLst/>
                <a:ahLst/>
                <a:cxnLst>
                  <a:cxn ang="0">
                    <a:pos x="1192" y="1521"/>
                  </a:cxn>
                  <a:cxn ang="0">
                    <a:pos x="1192" y="1521"/>
                  </a:cxn>
                  <a:cxn ang="0">
                    <a:pos x="1129" y="1510"/>
                  </a:cxn>
                  <a:cxn ang="0">
                    <a:pos x="931" y="1447"/>
                  </a:cxn>
                  <a:cxn ang="0">
                    <a:pos x="952" y="1384"/>
                  </a:cxn>
                  <a:cxn ang="0">
                    <a:pos x="1147" y="1446"/>
                  </a:cxn>
                  <a:cxn ang="0">
                    <a:pos x="1219" y="1448"/>
                  </a:cxn>
                  <a:cxn ang="0">
                    <a:pos x="1260" y="1366"/>
                  </a:cxn>
                  <a:cxn ang="0">
                    <a:pos x="1532" y="161"/>
                  </a:cxn>
                  <a:cxn ang="0">
                    <a:pos x="1528" y="77"/>
                  </a:cxn>
                  <a:cxn ang="0">
                    <a:pos x="1475" y="67"/>
                  </a:cxn>
                  <a:cxn ang="0">
                    <a:pos x="329" y="81"/>
                  </a:cxn>
                  <a:cxn ang="0">
                    <a:pos x="288" y="144"/>
                  </a:cxn>
                  <a:cxn ang="0">
                    <a:pos x="234" y="372"/>
                  </a:cxn>
                  <a:cxn ang="0">
                    <a:pos x="79" y="1032"/>
                  </a:cxn>
                  <a:cxn ang="0">
                    <a:pos x="102" y="1104"/>
                  </a:cxn>
                  <a:cxn ang="0">
                    <a:pos x="218" y="1143"/>
                  </a:cxn>
                  <a:cxn ang="0">
                    <a:pos x="763" y="1322"/>
                  </a:cxn>
                  <a:cxn ang="0">
                    <a:pos x="742" y="1385"/>
                  </a:cxn>
                  <a:cxn ang="0">
                    <a:pos x="197" y="1206"/>
                  </a:cxn>
                  <a:cxn ang="0">
                    <a:pos x="81" y="1168"/>
                  </a:cxn>
                  <a:cxn ang="0">
                    <a:pos x="14" y="1018"/>
                  </a:cxn>
                  <a:cxn ang="0">
                    <a:pos x="170" y="357"/>
                  </a:cxn>
                  <a:cxn ang="0">
                    <a:pos x="223" y="129"/>
                  </a:cxn>
                  <a:cxn ang="0">
                    <a:pos x="328" y="14"/>
                  </a:cxn>
                  <a:cxn ang="0">
                    <a:pos x="1475" y="0"/>
                  </a:cxn>
                  <a:cxn ang="0">
                    <a:pos x="1579" y="33"/>
                  </a:cxn>
                  <a:cxn ang="0">
                    <a:pos x="1597" y="173"/>
                  </a:cxn>
                  <a:cxn ang="0">
                    <a:pos x="1325" y="1382"/>
                  </a:cxn>
                  <a:cxn ang="0">
                    <a:pos x="1252" y="1506"/>
                  </a:cxn>
                  <a:cxn ang="0">
                    <a:pos x="1192" y="1521"/>
                  </a:cxn>
                </a:cxnLst>
                <a:rect l="0" t="0" r="r" b="b"/>
                <a:pathLst>
                  <a:path w="1613" h="1521">
                    <a:moveTo>
                      <a:pt x="1192" y="1521"/>
                    </a:moveTo>
                    <a:lnTo>
                      <a:pt x="1192" y="1521"/>
                    </a:lnTo>
                    <a:cubicBezTo>
                      <a:pt x="1173" y="1521"/>
                      <a:pt x="1152" y="1517"/>
                      <a:pt x="1129" y="1510"/>
                    </a:cubicBezTo>
                    <a:cubicBezTo>
                      <a:pt x="1104" y="1503"/>
                      <a:pt x="1037" y="1482"/>
                      <a:pt x="931" y="1447"/>
                    </a:cubicBezTo>
                    <a:lnTo>
                      <a:pt x="952" y="1384"/>
                    </a:lnTo>
                    <a:cubicBezTo>
                      <a:pt x="1057" y="1418"/>
                      <a:pt x="1123" y="1439"/>
                      <a:pt x="1147" y="1446"/>
                    </a:cubicBezTo>
                    <a:cubicBezTo>
                      <a:pt x="1180" y="1456"/>
                      <a:pt x="1204" y="1456"/>
                      <a:pt x="1219" y="1448"/>
                    </a:cubicBezTo>
                    <a:cubicBezTo>
                      <a:pt x="1239" y="1437"/>
                      <a:pt x="1250" y="1407"/>
                      <a:pt x="1260" y="1366"/>
                    </a:cubicBezTo>
                    <a:cubicBezTo>
                      <a:pt x="1278" y="1296"/>
                      <a:pt x="1517" y="241"/>
                      <a:pt x="1532" y="161"/>
                    </a:cubicBezTo>
                    <a:cubicBezTo>
                      <a:pt x="1544" y="95"/>
                      <a:pt x="1535" y="85"/>
                      <a:pt x="1528" y="77"/>
                    </a:cubicBezTo>
                    <a:cubicBezTo>
                      <a:pt x="1524" y="72"/>
                      <a:pt x="1520" y="67"/>
                      <a:pt x="1475" y="67"/>
                    </a:cubicBezTo>
                    <a:cubicBezTo>
                      <a:pt x="1429" y="67"/>
                      <a:pt x="340" y="81"/>
                      <a:pt x="329" y="81"/>
                    </a:cubicBezTo>
                    <a:cubicBezTo>
                      <a:pt x="314" y="81"/>
                      <a:pt x="296" y="108"/>
                      <a:pt x="288" y="144"/>
                    </a:cubicBezTo>
                    <a:cubicBezTo>
                      <a:pt x="285" y="158"/>
                      <a:pt x="264" y="248"/>
                      <a:pt x="234" y="372"/>
                    </a:cubicBezTo>
                    <a:cubicBezTo>
                      <a:pt x="176" y="617"/>
                      <a:pt x="89" y="987"/>
                      <a:pt x="79" y="1032"/>
                    </a:cubicBezTo>
                    <a:cubicBezTo>
                      <a:pt x="66" y="1093"/>
                      <a:pt x="79" y="1097"/>
                      <a:pt x="102" y="1104"/>
                    </a:cubicBezTo>
                    <a:cubicBezTo>
                      <a:pt x="111" y="1107"/>
                      <a:pt x="154" y="1122"/>
                      <a:pt x="218" y="1143"/>
                    </a:cubicBezTo>
                    <a:cubicBezTo>
                      <a:pt x="349" y="1186"/>
                      <a:pt x="569" y="1258"/>
                      <a:pt x="763" y="1322"/>
                    </a:cubicBezTo>
                    <a:lnTo>
                      <a:pt x="742" y="1385"/>
                    </a:lnTo>
                    <a:cubicBezTo>
                      <a:pt x="548" y="1322"/>
                      <a:pt x="328" y="1249"/>
                      <a:pt x="197" y="1206"/>
                    </a:cubicBezTo>
                    <a:cubicBezTo>
                      <a:pt x="133" y="1185"/>
                      <a:pt x="91" y="1171"/>
                      <a:pt x="81" y="1168"/>
                    </a:cubicBezTo>
                    <a:cubicBezTo>
                      <a:pt x="0" y="1141"/>
                      <a:pt x="1" y="1077"/>
                      <a:pt x="14" y="1018"/>
                    </a:cubicBezTo>
                    <a:cubicBezTo>
                      <a:pt x="24" y="972"/>
                      <a:pt x="111" y="602"/>
                      <a:pt x="170" y="357"/>
                    </a:cubicBezTo>
                    <a:cubicBezTo>
                      <a:pt x="198" y="237"/>
                      <a:pt x="220" y="143"/>
                      <a:pt x="223" y="129"/>
                    </a:cubicBezTo>
                    <a:cubicBezTo>
                      <a:pt x="239" y="58"/>
                      <a:pt x="279" y="15"/>
                      <a:pt x="328" y="14"/>
                    </a:cubicBezTo>
                    <a:cubicBezTo>
                      <a:pt x="373" y="14"/>
                      <a:pt x="1428" y="0"/>
                      <a:pt x="1475" y="0"/>
                    </a:cubicBezTo>
                    <a:cubicBezTo>
                      <a:pt x="1525" y="0"/>
                      <a:pt x="1555" y="5"/>
                      <a:pt x="1579" y="33"/>
                    </a:cubicBezTo>
                    <a:cubicBezTo>
                      <a:pt x="1602" y="60"/>
                      <a:pt x="1613" y="92"/>
                      <a:pt x="1597" y="173"/>
                    </a:cubicBezTo>
                    <a:cubicBezTo>
                      <a:pt x="1582" y="254"/>
                      <a:pt x="1342" y="1312"/>
                      <a:pt x="1325" y="1382"/>
                    </a:cubicBezTo>
                    <a:cubicBezTo>
                      <a:pt x="1313" y="1429"/>
                      <a:pt x="1297" y="1480"/>
                      <a:pt x="1252" y="1506"/>
                    </a:cubicBezTo>
                    <a:cubicBezTo>
                      <a:pt x="1235" y="1516"/>
                      <a:pt x="1215" y="1521"/>
                      <a:pt x="1192" y="1521"/>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14" name="Freeform 102"/>
              <p:cNvSpPr/>
              <p:nvPr/>
            </p:nvSpPr>
            <p:spPr bwMode="auto">
              <a:xfrm>
                <a:off x="5713413" y="3016250"/>
                <a:ext cx="184150" cy="612775"/>
              </a:xfrm>
              <a:custGeom>
                <a:avLst/>
                <a:gdLst/>
                <a:ahLst/>
                <a:cxnLst>
                  <a:cxn ang="0">
                    <a:pos x="47" y="1460"/>
                  </a:cxn>
                  <a:cxn ang="0">
                    <a:pos x="47" y="1460"/>
                  </a:cxn>
                  <a:cxn ang="0">
                    <a:pos x="0" y="1452"/>
                  </a:cxn>
                  <a:cxn ang="0">
                    <a:pos x="9" y="1427"/>
                  </a:cxn>
                  <a:cxn ang="0">
                    <a:pos x="79" y="1426"/>
                  </a:cxn>
                  <a:cxn ang="0">
                    <a:pos x="131" y="1339"/>
                  </a:cxn>
                  <a:cxn ang="0">
                    <a:pos x="396" y="111"/>
                  </a:cxn>
                  <a:cxn ang="0">
                    <a:pos x="362" y="26"/>
                  </a:cxn>
                  <a:cxn ang="0">
                    <a:pos x="369" y="0"/>
                  </a:cxn>
                  <a:cxn ang="0">
                    <a:pos x="423" y="115"/>
                  </a:cxn>
                  <a:cxn ang="0">
                    <a:pos x="157" y="1346"/>
                  </a:cxn>
                  <a:cxn ang="0">
                    <a:pos x="92" y="1449"/>
                  </a:cxn>
                  <a:cxn ang="0">
                    <a:pos x="47" y="1460"/>
                  </a:cxn>
                </a:cxnLst>
                <a:rect l="0" t="0" r="r" b="b"/>
                <a:pathLst>
                  <a:path w="438" h="1460">
                    <a:moveTo>
                      <a:pt x="47" y="1460"/>
                    </a:moveTo>
                    <a:lnTo>
                      <a:pt x="47" y="1460"/>
                    </a:lnTo>
                    <a:cubicBezTo>
                      <a:pt x="32" y="1460"/>
                      <a:pt x="17" y="1458"/>
                      <a:pt x="0" y="1452"/>
                    </a:cubicBezTo>
                    <a:lnTo>
                      <a:pt x="9" y="1427"/>
                    </a:lnTo>
                    <a:cubicBezTo>
                      <a:pt x="37" y="1436"/>
                      <a:pt x="61" y="1436"/>
                      <a:pt x="79" y="1426"/>
                    </a:cubicBezTo>
                    <a:cubicBezTo>
                      <a:pt x="110" y="1410"/>
                      <a:pt x="123" y="1371"/>
                      <a:pt x="131" y="1339"/>
                    </a:cubicBezTo>
                    <a:cubicBezTo>
                      <a:pt x="144" y="1288"/>
                      <a:pt x="384" y="188"/>
                      <a:pt x="396" y="111"/>
                    </a:cubicBezTo>
                    <a:cubicBezTo>
                      <a:pt x="408" y="38"/>
                      <a:pt x="364" y="26"/>
                      <a:pt x="362" y="26"/>
                    </a:cubicBezTo>
                    <a:lnTo>
                      <a:pt x="369" y="0"/>
                    </a:lnTo>
                    <a:cubicBezTo>
                      <a:pt x="369" y="0"/>
                      <a:pt x="438" y="17"/>
                      <a:pt x="423" y="115"/>
                    </a:cubicBezTo>
                    <a:cubicBezTo>
                      <a:pt x="410" y="198"/>
                      <a:pt x="171" y="1291"/>
                      <a:pt x="157" y="1346"/>
                    </a:cubicBezTo>
                    <a:cubicBezTo>
                      <a:pt x="148" y="1383"/>
                      <a:pt x="131" y="1428"/>
                      <a:pt x="92" y="1449"/>
                    </a:cubicBezTo>
                    <a:cubicBezTo>
                      <a:pt x="78" y="1457"/>
                      <a:pt x="63" y="1460"/>
                      <a:pt x="47" y="1460"/>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15" name="Freeform 103"/>
              <p:cNvSpPr>
                <a:spLocks noEditPoints="1"/>
              </p:cNvSpPr>
              <p:nvPr/>
            </p:nvSpPr>
            <p:spPr bwMode="auto">
              <a:xfrm>
                <a:off x="5330825" y="3051175"/>
                <a:ext cx="517525" cy="536575"/>
              </a:xfrm>
              <a:custGeom>
                <a:avLst/>
                <a:gdLst/>
                <a:ahLst/>
                <a:cxnLst>
                  <a:cxn ang="0">
                    <a:pos x="31" y="955"/>
                  </a:cxn>
                  <a:cxn ang="0">
                    <a:pos x="31" y="955"/>
                  </a:cxn>
                  <a:cxn ang="0">
                    <a:pos x="941" y="1247"/>
                  </a:cxn>
                  <a:cxn ang="0">
                    <a:pos x="1203" y="29"/>
                  </a:cxn>
                  <a:cxn ang="0">
                    <a:pos x="240" y="27"/>
                  </a:cxn>
                  <a:cxn ang="0">
                    <a:pos x="31" y="955"/>
                  </a:cxn>
                  <a:cxn ang="0">
                    <a:pos x="961" y="1281"/>
                  </a:cxn>
                  <a:cxn ang="0">
                    <a:pos x="961" y="1281"/>
                  </a:cxn>
                  <a:cxn ang="0">
                    <a:pos x="0" y="973"/>
                  </a:cxn>
                  <a:cxn ang="0">
                    <a:pos x="218" y="0"/>
                  </a:cxn>
                  <a:cxn ang="0">
                    <a:pos x="1236" y="2"/>
                  </a:cxn>
                  <a:cxn ang="0">
                    <a:pos x="961" y="1281"/>
                  </a:cxn>
                </a:cxnLst>
                <a:rect l="0" t="0" r="r" b="b"/>
                <a:pathLst>
                  <a:path w="1236" h="1281">
                    <a:moveTo>
                      <a:pt x="31" y="955"/>
                    </a:moveTo>
                    <a:lnTo>
                      <a:pt x="31" y="955"/>
                    </a:lnTo>
                    <a:lnTo>
                      <a:pt x="941" y="1247"/>
                    </a:lnTo>
                    <a:lnTo>
                      <a:pt x="1203" y="29"/>
                    </a:lnTo>
                    <a:lnTo>
                      <a:pt x="240" y="27"/>
                    </a:lnTo>
                    <a:lnTo>
                      <a:pt x="31" y="955"/>
                    </a:lnTo>
                    <a:close/>
                    <a:moveTo>
                      <a:pt x="961" y="1281"/>
                    </a:moveTo>
                    <a:lnTo>
                      <a:pt x="961" y="1281"/>
                    </a:lnTo>
                    <a:lnTo>
                      <a:pt x="0" y="973"/>
                    </a:lnTo>
                    <a:lnTo>
                      <a:pt x="218" y="0"/>
                    </a:lnTo>
                    <a:lnTo>
                      <a:pt x="1236" y="2"/>
                    </a:lnTo>
                    <a:lnTo>
                      <a:pt x="961" y="1281"/>
                    </a:ln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16" name="Freeform 104"/>
              <p:cNvSpPr/>
              <p:nvPr/>
            </p:nvSpPr>
            <p:spPr bwMode="auto">
              <a:xfrm>
                <a:off x="5383213" y="3154363"/>
                <a:ext cx="6350" cy="7938"/>
              </a:xfrm>
              <a:custGeom>
                <a:avLst/>
                <a:gdLst/>
                <a:ahLst/>
                <a:cxnLst>
                  <a:cxn ang="0">
                    <a:pos x="14" y="11"/>
                  </a:cxn>
                  <a:cxn ang="0">
                    <a:pos x="14" y="11"/>
                  </a:cxn>
                  <a:cxn ang="0">
                    <a:pos x="6" y="19"/>
                  </a:cxn>
                  <a:cxn ang="0">
                    <a:pos x="1" y="9"/>
                  </a:cxn>
                  <a:cxn ang="0">
                    <a:pos x="9" y="1"/>
                  </a:cxn>
                  <a:cxn ang="0">
                    <a:pos x="14" y="11"/>
                  </a:cxn>
                </a:cxnLst>
                <a:rect l="0" t="0" r="r" b="b"/>
                <a:pathLst>
                  <a:path w="15" h="20">
                    <a:moveTo>
                      <a:pt x="14" y="11"/>
                    </a:moveTo>
                    <a:lnTo>
                      <a:pt x="14" y="11"/>
                    </a:lnTo>
                    <a:cubicBezTo>
                      <a:pt x="13" y="16"/>
                      <a:pt x="10" y="20"/>
                      <a:pt x="6" y="19"/>
                    </a:cubicBezTo>
                    <a:cubicBezTo>
                      <a:pt x="2" y="19"/>
                      <a:pt x="0" y="14"/>
                      <a:pt x="1" y="9"/>
                    </a:cubicBezTo>
                    <a:cubicBezTo>
                      <a:pt x="2" y="4"/>
                      <a:pt x="6" y="0"/>
                      <a:pt x="9" y="1"/>
                    </a:cubicBezTo>
                    <a:cubicBezTo>
                      <a:pt x="13" y="1"/>
                      <a:pt x="15" y="6"/>
                      <a:pt x="14" y="11"/>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17" name="Freeform 105"/>
              <p:cNvSpPr/>
              <p:nvPr/>
            </p:nvSpPr>
            <p:spPr bwMode="auto">
              <a:xfrm>
                <a:off x="5883275" y="3125788"/>
                <a:ext cx="11113" cy="28575"/>
              </a:xfrm>
              <a:custGeom>
                <a:avLst/>
                <a:gdLst/>
                <a:ahLst/>
                <a:cxnLst>
                  <a:cxn ang="0">
                    <a:pos x="8" y="69"/>
                  </a:cxn>
                  <a:cxn ang="0">
                    <a:pos x="8" y="69"/>
                  </a:cxn>
                  <a:cxn ang="0">
                    <a:pos x="6" y="68"/>
                  </a:cxn>
                  <a:cxn ang="0">
                    <a:pos x="1" y="60"/>
                  </a:cxn>
                  <a:cxn ang="0">
                    <a:pos x="13" y="6"/>
                  </a:cxn>
                  <a:cxn ang="0">
                    <a:pos x="21" y="1"/>
                  </a:cxn>
                  <a:cxn ang="0">
                    <a:pos x="26" y="9"/>
                  </a:cxn>
                  <a:cxn ang="0">
                    <a:pos x="14" y="63"/>
                  </a:cxn>
                  <a:cxn ang="0">
                    <a:pos x="8" y="69"/>
                  </a:cxn>
                </a:cxnLst>
                <a:rect l="0" t="0" r="r" b="b"/>
                <a:pathLst>
                  <a:path w="27" h="69">
                    <a:moveTo>
                      <a:pt x="8" y="69"/>
                    </a:moveTo>
                    <a:lnTo>
                      <a:pt x="8" y="69"/>
                    </a:lnTo>
                    <a:cubicBezTo>
                      <a:pt x="7" y="69"/>
                      <a:pt x="7" y="68"/>
                      <a:pt x="6" y="68"/>
                    </a:cubicBezTo>
                    <a:cubicBezTo>
                      <a:pt x="3" y="68"/>
                      <a:pt x="0" y="64"/>
                      <a:pt x="1" y="60"/>
                    </a:cubicBezTo>
                    <a:lnTo>
                      <a:pt x="13" y="6"/>
                    </a:lnTo>
                    <a:cubicBezTo>
                      <a:pt x="14" y="2"/>
                      <a:pt x="18" y="0"/>
                      <a:pt x="21" y="1"/>
                    </a:cubicBezTo>
                    <a:cubicBezTo>
                      <a:pt x="25" y="1"/>
                      <a:pt x="27" y="5"/>
                      <a:pt x="26" y="9"/>
                    </a:cubicBezTo>
                    <a:lnTo>
                      <a:pt x="14" y="63"/>
                    </a:lnTo>
                    <a:cubicBezTo>
                      <a:pt x="14" y="66"/>
                      <a:pt x="11" y="69"/>
                      <a:pt x="8" y="69"/>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18" name="Freeform 106"/>
              <p:cNvSpPr/>
              <p:nvPr/>
            </p:nvSpPr>
            <p:spPr bwMode="auto">
              <a:xfrm>
                <a:off x="5851525" y="3284538"/>
                <a:ext cx="11113" cy="7938"/>
              </a:xfrm>
              <a:custGeom>
                <a:avLst/>
                <a:gdLst/>
                <a:ahLst/>
                <a:cxnLst>
                  <a:cxn ang="0">
                    <a:pos x="19" y="16"/>
                  </a:cxn>
                  <a:cxn ang="0">
                    <a:pos x="19" y="16"/>
                  </a:cxn>
                  <a:cxn ang="0">
                    <a:pos x="18" y="16"/>
                  </a:cxn>
                  <a:cxn ang="0">
                    <a:pos x="6" y="14"/>
                  </a:cxn>
                  <a:cxn ang="0">
                    <a:pos x="0" y="6"/>
                  </a:cxn>
                  <a:cxn ang="0">
                    <a:pos x="8" y="1"/>
                  </a:cxn>
                  <a:cxn ang="0">
                    <a:pos x="20" y="3"/>
                  </a:cxn>
                  <a:cxn ang="0">
                    <a:pos x="26" y="11"/>
                  </a:cxn>
                  <a:cxn ang="0">
                    <a:pos x="19" y="16"/>
                  </a:cxn>
                </a:cxnLst>
                <a:rect l="0" t="0" r="r" b="b"/>
                <a:pathLst>
                  <a:path w="26" h="16">
                    <a:moveTo>
                      <a:pt x="19" y="16"/>
                    </a:moveTo>
                    <a:lnTo>
                      <a:pt x="19" y="16"/>
                    </a:lnTo>
                    <a:cubicBezTo>
                      <a:pt x="19" y="16"/>
                      <a:pt x="18" y="16"/>
                      <a:pt x="18" y="16"/>
                    </a:cubicBezTo>
                    <a:lnTo>
                      <a:pt x="6" y="14"/>
                    </a:lnTo>
                    <a:cubicBezTo>
                      <a:pt x="2" y="13"/>
                      <a:pt x="0" y="10"/>
                      <a:pt x="0" y="6"/>
                    </a:cubicBezTo>
                    <a:cubicBezTo>
                      <a:pt x="1" y="2"/>
                      <a:pt x="4" y="0"/>
                      <a:pt x="8" y="1"/>
                    </a:cubicBezTo>
                    <a:lnTo>
                      <a:pt x="20" y="3"/>
                    </a:lnTo>
                    <a:cubicBezTo>
                      <a:pt x="24" y="4"/>
                      <a:pt x="26" y="7"/>
                      <a:pt x="26" y="11"/>
                    </a:cubicBezTo>
                    <a:cubicBezTo>
                      <a:pt x="25" y="14"/>
                      <a:pt x="22" y="16"/>
                      <a:pt x="19"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19" name="Freeform 107"/>
              <p:cNvSpPr/>
              <p:nvPr/>
            </p:nvSpPr>
            <p:spPr bwMode="auto">
              <a:xfrm>
                <a:off x="5848350" y="3294063"/>
                <a:ext cx="12700" cy="6350"/>
              </a:xfrm>
              <a:custGeom>
                <a:avLst/>
                <a:gdLst/>
                <a:ahLst/>
                <a:cxnLst>
                  <a:cxn ang="0">
                    <a:pos x="20" y="16"/>
                  </a:cxn>
                  <a:cxn ang="0">
                    <a:pos x="20" y="16"/>
                  </a:cxn>
                  <a:cxn ang="0">
                    <a:pos x="19" y="16"/>
                  </a:cxn>
                  <a:cxn ang="0">
                    <a:pos x="6" y="14"/>
                  </a:cxn>
                  <a:cxn ang="0">
                    <a:pos x="1" y="6"/>
                  </a:cxn>
                  <a:cxn ang="0">
                    <a:pos x="9" y="1"/>
                  </a:cxn>
                  <a:cxn ang="0">
                    <a:pos x="21" y="3"/>
                  </a:cxn>
                  <a:cxn ang="0">
                    <a:pos x="26" y="11"/>
                  </a:cxn>
                  <a:cxn ang="0">
                    <a:pos x="20" y="16"/>
                  </a:cxn>
                </a:cxnLst>
                <a:rect l="0" t="0" r="r" b="b"/>
                <a:pathLst>
                  <a:path w="27" h="16">
                    <a:moveTo>
                      <a:pt x="20" y="16"/>
                    </a:moveTo>
                    <a:lnTo>
                      <a:pt x="20" y="16"/>
                    </a:lnTo>
                    <a:cubicBezTo>
                      <a:pt x="19" y="16"/>
                      <a:pt x="19" y="16"/>
                      <a:pt x="19" y="16"/>
                    </a:cubicBezTo>
                    <a:lnTo>
                      <a:pt x="6" y="14"/>
                    </a:lnTo>
                    <a:cubicBezTo>
                      <a:pt x="3" y="13"/>
                      <a:pt x="0" y="10"/>
                      <a:pt x="1" y="6"/>
                    </a:cubicBezTo>
                    <a:cubicBezTo>
                      <a:pt x="1" y="3"/>
                      <a:pt x="5" y="0"/>
                      <a:pt x="9" y="1"/>
                    </a:cubicBezTo>
                    <a:lnTo>
                      <a:pt x="21" y="3"/>
                    </a:lnTo>
                    <a:cubicBezTo>
                      <a:pt x="25" y="4"/>
                      <a:pt x="27" y="7"/>
                      <a:pt x="26"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0" name="Freeform 108"/>
              <p:cNvSpPr/>
              <p:nvPr/>
            </p:nvSpPr>
            <p:spPr bwMode="auto">
              <a:xfrm>
                <a:off x="5846763" y="3302000"/>
                <a:ext cx="11113" cy="6350"/>
              </a:xfrm>
              <a:custGeom>
                <a:avLst/>
                <a:gdLst/>
                <a:ahLst/>
                <a:cxnLst>
                  <a:cxn ang="0">
                    <a:pos x="19" y="17"/>
                  </a:cxn>
                  <a:cxn ang="0">
                    <a:pos x="19" y="17"/>
                  </a:cxn>
                  <a:cxn ang="0">
                    <a:pos x="18" y="16"/>
                  </a:cxn>
                  <a:cxn ang="0">
                    <a:pos x="6" y="14"/>
                  </a:cxn>
                  <a:cxn ang="0">
                    <a:pos x="0" y="6"/>
                  </a:cxn>
                  <a:cxn ang="0">
                    <a:pos x="8" y="1"/>
                  </a:cxn>
                  <a:cxn ang="0">
                    <a:pos x="21" y="3"/>
                  </a:cxn>
                  <a:cxn ang="0">
                    <a:pos x="26" y="11"/>
                  </a:cxn>
                  <a:cxn ang="0">
                    <a:pos x="19" y="17"/>
                  </a:cxn>
                </a:cxnLst>
                <a:rect l="0" t="0" r="r" b="b"/>
                <a:pathLst>
                  <a:path w="27" h="17">
                    <a:moveTo>
                      <a:pt x="19" y="17"/>
                    </a:moveTo>
                    <a:lnTo>
                      <a:pt x="19" y="17"/>
                    </a:lnTo>
                    <a:cubicBezTo>
                      <a:pt x="19" y="17"/>
                      <a:pt x="19" y="16"/>
                      <a:pt x="18" y="16"/>
                    </a:cubicBezTo>
                    <a:lnTo>
                      <a:pt x="6" y="14"/>
                    </a:lnTo>
                    <a:cubicBezTo>
                      <a:pt x="2" y="13"/>
                      <a:pt x="0" y="10"/>
                      <a:pt x="0" y="6"/>
                    </a:cubicBezTo>
                    <a:cubicBezTo>
                      <a:pt x="1" y="3"/>
                      <a:pt x="5" y="0"/>
                      <a:pt x="8" y="1"/>
                    </a:cubicBezTo>
                    <a:lnTo>
                      <a:pt x="21" y="3"/>
                    </a:lnTo>
                    <a:cubicBezTo>
                      <a:pt x="24" y="4"/>
                      <a:pt x="27" y="7"/>
                      <a:pt x="26" y="11"/>
                    </a:cubicBezTo>
                    <a:cubicBezTo>
                      <a:pt x="25" y="14"/>
                      <a:pt x="23" y="17"/>
                      <a:pt x="19" y="17"/>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1" name="Freeform 109"/>
              <p:cNvSpPr/>
              <p:nvPr/>
            </p:nvSpPr>
            <p:spPr bwMode="auto">
              <a:xfrm>
                <a:off x="5845175" y="3309938"/>
                <a:ext cx="11113" cy="7938"/>
              </a:xfrm>
              <a:custGeom>
                <a:avLst/>
                <a:gdLst/>
                <a:ahLst/>
                <a:cxnLst>
                  <a:cxn ang="0">
                    <a:pos x="20" y="16"/>
                  </a:cxn>
                  <a:cxn ang="0">
                    <a:pos x="20" y="16"/>
                  </a:cxn>
                  <a:cxn ang="0">
                    <a:pos x="19" y="16"/>
                  </a:cxn>
                  <a:cxn ang="0">
                    <a:pos x="6" y="13"/>
                  </a:cxn>
                  <a:cxn ang="0">
                    <a:pos x="1" y="6"/>
                  </a:cxn>
                  <a:cxn ang="0">
                    <a:pos x="9" y="0"/>
                  </a:cxn>
                  <a:cxn ang="0">
                    <a:pos x="21" y="2"/>
                  </a:cxn>
                  <a:cxn ang="0">
                    <a:pos x="27" y="10"/>
                  </a:cxn>
                  <a:cxn ang="0">
                    <a:pos x="20" y="16"/>
                  </a:cxn>
                </a:cxnLst>
                <a:rect l="0" t="0" r="r" b="b"/>
                <a:pathLst>
                  <a:path w="27" h="16">
                    <a:moveTo>
                      <a:pt x="20" y="16"/>
                    </a:moveTo>
                    <a:lnTo>
                      <a:pt x="20" y="16"/>
                    </a:lnTo>
                    <a:cubicBezTo>
                      <a:pt x="20" y="16"/>
                      <a:pt x="19" y="16"/>
                      <a:pt x="19" y="16"/>
                    </a:cubicBezTo>
                    <a:lnTo>
                      <a:pt x="6" y="13"/>
                    </a:lnTo>
                    <a:cubicBezTo>
                      <a:pt x="3" y="13"/>
                      <a:pt x="0" y="9"/>
                      <a:pt x="1" y="6"/>
                    </a:cubicBezTo>
                    <a:cubicBezTo>
                      <a:pt x="2" y="2"/>
                      <a:pt x="5" y="0"/>
                      <a:pt x="9" y="0"/>
                    </a:cubicBezTo>
                    <a:lnTo>
                      <a:pt x="21" y="2"/>
                    </a:lnTo>
                    <a:cubicBezTo>
                      <a:pt x="25" y="3"/>
                      <a:pt x="27" y="7"/>
                      <a:pt x="27" y="10"/>
                    </a:cubicBezTo>
                    <a:cubicBezTo>
                      <a:pt x="26" y="13"/>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2" name="Freeform 110"/>
              <p:cNvSpPr/>
              <p:nvPr/>
            </p:nvSpPr>
            <p:spPr bwMode="auto">
              <a:xfrm>
                <a:off x="5843588" y="3319463"/>
                <a:ext cx="11113" cy="6350"/>
              </a:xfrm>
              <a:custGeom>
                <a:avLst/>
                <a:gdLst/>
                <a:ahLst/>
                <a:cxnLst>
                  <a:cxn ang="0">
                    <a:pos x="20" y="16"/>
                  </a:cxn>
                  <a:cxn ang="0">
                    <a:pos x="20" y="16"/>
                  </a:cxn>
                  <a:cxn ang="0">
                    <a:pos x="19" y="16"/>
                  </a:cxn>
                  <a:cxn ang="0">
                    <a:pos x="6" y="14"/>
                  </a:cxn>
                  <a:cxn ang="0">
                    <a:pos x="1" y="6"/>
                  </a:cxn>
                  <a:cxn ang="0">
                    <a:pos x="8" y="0"/>
                  </a:cxn>
                  <a:cxn ang="0">
                    <a:pos x="21" y="3"/>
                  </a:cxn>
                  <a:cxn ang="0">
                    <a:pos x="26" y="10"/>
                  </a:cxn>
                  <a:cxn ang="0">
                    <a:pos x="20" y="16"/>
                  </a:cxn>
                </a:cxnLst>
                <a:rect l="0" t="0" r="r" b="b"/>
                <a:pathLst>
                  <a:path w="27" h="16">
                    <a:moveTo>
                      <a:pt x="20" y="16"/>
                    </a:moveTo>
                    <a:lnTo>
                      <a:pt x="20" y="16"/>
                    </a:lnTo>
                    <a:cubicBezTo>
                      <a:pt x="19" y="16"/>
                      <a:pt x="19" y="16"/>
                      <a:pt x="19" y="16"/>
                    </a:cubicBezTo>
                    <a:lnTo>
                      <a:pt x="6" y="14"/>
                    </a:lnTo>
                    <a:cubicBezTo>
                      <a:pt x="2" y="13"/>
                      <a:pt x="0" y="9"/>
                      <a:pt x="1" y="6"/>
                    </a:cubicBezTo>
                    <a:cubicBezTo>
                      <a:pt x="1" y="2"/>
                      <a:pt x="5" y="0"/>
                      <a:pt x="8" y="0"/>
                    </a:cubicBezTo>
                    <a:lnTo>
                      <a:pt x="21" y="3"/>
                    </a:lnTo>
                    <a:cubicBezTo>
                      <a:pt x="25" y="3"/>
                      <a:pt x="27" y="7"/>
                      <a:pt x="26" y="10"/>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3" name="Freeform 111"/>
              <p:cNvSpPr/>
              <p:nvPr/>
            </p:nvSpPr>
            <p:spPr bwMode="auto">
              <a:xfrm>
                <a:off x="5842000" y="3327400"/>
                <a:ext cx="11113" cy="6350"/>
              </a:xfrm>
              <a:custGeom>
                <a:avLst/>
                <a:gdLst/>
                <a:ahLst/>
                <a:cxnLst>
                  <a:cxn ang="0">
                    <a:pos x="19" y="16"/>
                  </a:cxn>
                  <a:cxn ang="0">
                    <a:pos x="19" y="16"/>
                  </a:cxn>
                  <a:cxn ang="0">
                    <a:pos x="18" y="16"/>
                  </a:cxn>
                  <a:cxn ang="0">
                    <a:pos x="6" y="14"/>
                  </a:cxn>
                  <a:cxn ang="0">
                    <a:pos x="0" y="6"/>
                  </a:cxn>
                  <a:cxn ang="0">
                    <a:pos x="8" y="1"/>
                  </a:cxn>
                  <a:cxn ang="0">
                    <a:pos x="20" y="3"/>
                  </a:cxn>
                  <a:cxn ang="0">
                    <a:pos x="26" y="11"/>
                  </a:cxn>
                  <a:cxn ang="0">
                    <a:pos x="19" y="16"/>
                  </a:cxn>
                </a:cxnLst>
                <a:rect l="0" t="0" r="r" b="b"/>
                <a:pathLst>
                  <a:path w="27" h="16">
                    <a:moveTo>
                      <a:pt x="19" y="16"/>
                    </a:moveTo>
                    <a:lnTo>
                      <a:pt x="19" y="16"/>
                    </a:lnTo>
                    <a:cubicBezTo>
                      <a:pt x="19" y="16"/>
                      <a:pt x="19" y="16"/>
                      <a:pt x="18" y="16"/>
                    </a:cubicBezTo>
                    <a:lnTo>
                      <a:pt x="6" y="14"/>
                    </a:lnTo>
                    <a:cubicBezTo>
                      <a:pt x="2" y="13"/>
                      <a:pt x="0" y="10"/>
                      <a:pt x="0" y="6"/>
                    </a:cubicBezTo>
                    <a:cubicBezTo>
                      <a:pt x="1" y="2"/>
                      <a:pt x="4" y="0"/>
                      <a:pt x="8" y="1"/>
                    </a:cubicBezTo>
                    <a:lnTo>
                      <a:pt x="20" y="3"/>
                    </a:lnTo>
                    <a:cubicBezTo>
                      <a:pt x="24" y="4"/>
                      <a:pt x="27" y="7"/>
                      <a:pt x="26" y="11"/>
                    </a:cubicBezTo>
                    <a:cubicBezTo>
                      <a:pt x="25" y="14"/>
                      <a:pt x="22" y="16"/>
                      <a:pt x="19"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4" name="Freeform 112"/>
              <p:cNvSpPr/>
              <p:nvPr/>
            </p:nvSpPr>
            <p:spPr bwMode="auto">
              <a:xfrm>
                <a:off x="5840413" y="3335338"/>
                <a:ext cx="11113" cy="7938"/>
              </a:xfrm>
              <a:custGeom>
                <a:avLst/>
                <a:gdLst/>
                <a:ahLst/>
                <a:cxnLst>
                  <a:cxn ang="0">
                    <a:pos x="20" y="16"/>
                  </a:cxn>
                  <a:cxn ang="0">
                    <a:pos x="20" y="16"/>
                  </a:cxn>
                  <a:cxn ang="0">
                    <a:pos x="19" y="16"/>
                  </a:cxn>
                  <a:cxn ang="0">
                    <a:pos x="6" y="14"/>
                  </a:cxn>
                  <a:cxn ang="0">
                    <a:pos x="1" y="6"/>
                  </a:cxn>
                  <a:cxn ang="0">
                    <a:pos x="9" y="1"/>
                  </a:cxn>
                  <a:cxn ang="0">
                    <a:pos x="21" y="3"/>
                  </a:cxn>
                  <a:cxn ang="0">
                    <a:pos x="26" y="11"/>
                  </a:cxn>
                  <a:cxn ang="0">
                    <a:pos x="20" y="16"/>
                  </a:cxn>
                </a:cxnLst>
                <a:rect l="0" t="0" r="r" b="b"/>
                <a:pathLst>
                  <a:path w="27" h="16">
                    <a:moveTo>
                      <a:pt x="20" y="16"/>
                    </a:moveTo>
                    <a:lnTo>
                      <a:pt x="20" y="16"/>
                    </a:lnTo>
                    <a:cubicBezTo>
                      <a:pt x="20" y="16"/>
                      <a:pt x="19" y="16"/>
                      <a:pt x="19" y="16"/>
                    </a:cubicBezTo>
                    <a:lnTo>
                      <a:pt x="6" y="14"/>
                    </a:lnTo>
                    <a:cubicBezTo>
                      <a:pt x="3" y="13"/>
                      <a:pt x="0" y="10"/>
                      <a:pt x="1" y="6"/>
                    </a:cubicBezTo>
                    <a:cubicBezTo>
                      <a:pt x="1" y="3"/>
                      <a:pt x="5" y="0"/>
                      <a:pt x="9" y="1"/>
                    </a:cubicBezTo>
                    <a:lnTo>
                      <a:pt x="21" y="3"/>
                    </a:lnTo>
                    <a:cubicBezTo>
                      <a:pt x="25" y="4"/>
                      <a:pt x="27" y="7"/>
                      <a:pt x="26"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5" name="Freeform 113"/>
              <p:cNvSpPr/>
              <p:nvPr/>
            </p:nvSpPr>
            <p:spPr bwMode="auto">
              <a:xfrm>
                <a:off x="5838825" y="3344863"/>
                <a:ext cx="11113" cy="6350"/>
              </a:xfrm>
              <a:custGeom>
                <a:avLst/>
                <a:gdLst/>
                <a:ahLst/>
                <a:cxnLst>
                  <a:cxn ang="0">
                    <a:pos x="20" y="16"/>
                  </a:cxn>
                  <a:cxn ang="0">
                    <a:pos x="20" y="16"/>
                  </a:cxn>
                  <a:cxn ang="0">
                    <a:pos x="18" y="16"/>
                  </a:cxn>
                  <a:cxn ang="0">
                    <a:pos x="6" y="14"/>
                  </a:cxn>
                  <a:cxn ang="0">
                    <a:pos x="0" y="6"/>
                  </a:cxn>
                  <a:cxn ang="0">
                    <a:pos x="8" y="1"/>
                  </a:cxn>
                  <a:cxn ang="0">
                    <a:pos x="21" y="3"/>
                  </a:cxn>
                  <a:cxn ang="0">
                    <a:pos x="26" y="11"/>
                  </a:cxn>
                  <a:cxn ang="0">
                    <a:pos x="20" y="16"/>
                  </a:cxn>
                </a:cxnLst>
                <a:rect l="0" t="0" r="r" b="b"/>
                <a:pathLst>
                  <a:path w="27" h="16">
                    <a:moveTo>
                      <a:pt x="20" y="16"/>
                    </a:moveTo>
                    <a:lnTo>
                      <a:pt x="20" y="16"/>
                    </a:lnTo>
                    <a:cubicBezTo>
                      <a:pt x="19" y="16"/>
                      <a:pt x="19" y="16"/>
                      <a:pt x="18" y="16"/>
                    </a:cubicBezTo>
                    <a:lnTo>
                      <a:pt x="6" y="14"/>
                    </a:lnTo>
                    <a:cubicBezTo>
                      <a:pt x="2" y="13"/>
                      <a:pt x="0" y="10"/>
                      <a:pt x="0" y="6"/>
                    </a:cubicBezTo>
                    <a:cubicBezTo>
                      <a:pt x="1" y="3"/>
                      <a:pt x="5" y="0"/>
                      <a:pt x="8" y="1"/>
                    </a:cubicBezTo>
                    <a:lnTo>
                      <a:pt x="21" y="3"/>
                    </a:lnTo>
                    <a:cubicBezTo>
                      <a:pt x="24" y="4"/>
                      <a:pt x="27" y="7"/>
                      <a:pt x="26" y="11"/>
                    </a:cubicBezTo>
                    <a:cubicBezTo>
                      <a:pt x="25"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6" name="Freeform 114"/>
              <p:cNvSpPr/>
              <p:nvPr/>
            </p:nvSpPr>
            <p:spPr bwMode="auto">
              <a:xfrm>
                <a:off x="5835650" y="3352800"/>
                <a:ext cx="11113" cy="6350"/>
              </a:xfrm>
              <a:custGeom>
                <a:avLst/>
                <a:gdLst/>
                <a:ahLst/>
                <a:cxnLst>
                  <a:cxn ang="0">
                    <a:pos x="20" y="16"/>
                  </a:cxn>
                  <a:cxn ang="0">
                    <a:pos x="20" y="16"/>
                  </a:cxn>
                  <a:cxn ang="0">
                    <a:pos x="19" y="16"/>
                  </a:cxn>
                  <a:cxn ang="0">
                    <a:pos x="6" y="13"/>
                  </a:cxn>
                  <a:cxn ang="0">
                    <a:pos x="1" y="6"/>
                  </a:cxn>
                  <a:cxn ang="0">
                    <a:pos x="9" y="0"/>
                  </a:cxn>
                  <a:cxn ang="0">
                    <a:pos x="21" y="2"/>
                  </a:cxn>
                  <a:cxn ang="0">
                    <a:pos x="27" y="10"/>
                  </a:cxn>
                  <a:cxn ang="0">
                    <a:pos x="20" y="16"/>
                  </a:cxn>
                </a:cxnLst>
                <a:rect l="0" t="0" r="r" b="b"/>
                <a:pathLst>
                  <a:path w="27" h="16">
                    <a:moveTo>
                      <a:pt x="20" y="16"/>
                    </a:moveTo>
                    <a:lnTo>
                      <a:pt x="20" y="16"/>
                    </a:lnTo>
                    <a:cubicBezTo>
                      <a:pt x="20" y="16"/>
                      <a:pt x="19" y="16"/>
                      <a:pt x="19" y="16"/>
                    </a:cubicBezTo>
                    <a:lnTo>
                      <a:pt x="6" y="13"/>
                    </a:lnTo>
                    <a:cubicBezTo>
                      <a:pt x="3" y="13"/>
                      <a:pt x="0" y="9"/>
                      <a:pt x="1" y="6"/>
                    </a:cubicBezTo>
                    <a:cubicBezTo>
                      <a:pt x="2" y="2"/>
                      <a:pt x="5" y="0"/>
                      <a:pt x="9" y="0"/>
                    </a:cubicBezTo>
                    <a:lnTo>
                      <a:pt x="21" y="2"/>
                    </a:lnTo>
                    <a:cubicBezTo>
                      <a:pt x="25" y="3"/>
                      <a:pt x="27" y="7"/>
                      <a:pt x="27" y="10"/>
                    </a:cubicBezTo>
                    <a:cubicBezTo>
                      <a:pt x="26" y="13"/>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7" name="Freeform 115"/>
              <p:cNvSpPr/>
              <p:nvPr/>
            </p:nvSpPr>
            <p:spPr bwMode="auto">
              <a:xfrm>
                <a:off x="5834063" y="3360738"/>
                <a:ext cx="11113" cy="7938"/>
              </a:xfrm>
              <a:custGeom>
                <a:avLst/>
                <a:gdLst/>
                <a:ahLst/>
                <a:cxnLst>
                  <a:cxn ang="0">
                    <a:pos x="20" y="16"/>
                  </a:cxn>
                  <a:cxn ang="0">
                    <a:pos x="20" y="16"/>
                  </a:cxn>
                  <a:cxn ang="0">
                    <a:pos x="19" y="16"/>
                  </a:cxn>
                  <a:cxn ang="0">
                    <a:pos x="6" y="13"/>
                  </a:cxn>
                  <a:cxn ang="0">
                    <a:pos x="1" y="6"/>
                  </a:cxn>
                  <a:cxn ang="0">
                    <a:pos x="8" y="0"/>
                  </a:cxn>
                  <a:cxn ang="0">
                    <a:pos x="21" y="3"/>
                  </a:cxn>
                  <a:cxn ang="0">
                    <a:pos x="26" y="10"/>
                  </a:cxn>
                  <a:cxn ang="0">
                    <a:pos x="20" y="16"/>
                  </a:cxn>
                </a:cxnLst>
                <a:rect l="0" t="0" r="r" b="b"/>
                <a:pathLst>
                  <a:path w="27" h="16">
                    <a:moveTo>
                      <a:pt x="20" y="16"/>
                    </a:moveTo>
                    <a:lnTo>
                      <a:pt x="20" y="16"/>
                    </a:lnTo>
                    <a:cubicBezTo>
                      <a:pt x="19" y="16"/>
                      <a:pt x="19" y="16"/>
                      <a:pt x="19" y="16"/>
                    </a:cubicBezTo>
                    <a:lnTo>
                      <a:pt x="6" y="13"/>
                    </a:lnTo>
                    <a:cubicBezTo>
                      <a:pt x="2" y="13"/>
                      <a:pt x="0" y="9"/>
                      <a:pt x="1" y="6"/>
                    </a:cubicBezTo>
                    <a:cubicBezTo>
                      <a:pt x="1" y="2"/>
                      <a:pt x="5" y="0"/>
                      <a:pt x="8" y="0"/>
                    </a:cubicBezTo>
                    <a:lnTo>
                      <a:pt x="21" y="3"/>
                    </a:lnTo>
                    <a:cubicBezTo>
                      <a:pt x="25" y="3"/>
                      <a:pt x="27" y="7"/>
                      <a:pt x="26" y="10"/>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8" name="Freeform 116"/>
              <p:cNvSpPr/>
              <p:nvPr/>
            </p:nvSpPr>
            <p:spPr bwMode="auto">
              <a:xfrm>
                <a:off x="6053138" y="3159125"/>
                <a:ext cx="11113" cy="6350"/>
              </a:xfrm>
              <a:custGeom>
                <a:avLst/>
                <a:gdLst/>
                <a:ahLst/>
                <a:cxnLst>
                  <a:cxn ang="0">
                    <a:pos x="20" y="17"/>
                  </a:cxn>
                  <a:cxn ang="0">
                    <a:pos x="20" y="17"/>
                  </a:cxn>
                  <a:cxn ang="0">
                    <a:pos x="19" y="16"/>
                  </a:cxn>
                  <a:cxn ang="0">
                    <a:pos x="6" y="14"/>
                  </a:cxn>
                  <a:cxn ang="0">
                    <a:pos x="1" y="6"/>
                  </a:cxn>
                  <a:cxn ang="0">
                    <a:pos x="9" y="1"/>
                  </a:cxn>
                  <a:cxn ang="0">
                    <a:pos x="21" y="3"/>
                  </a:cxn>
                  <a:cxn ang="0">
                    <a:pos x="27" y="11"/>
                  </a:cxn>
                  <a:cxn ang="0">
                    <a:pos x="20" y="17"/>
                  </a:cxn>
                </a:cxnLst>
                <a:rect l="0" t="0" r="r" b="b"/>
                <a:pathLst>
                  <a:path w="27" h="17">
                    <a:moveTo>
                      <a:pt x="20" y="17"/>
                    </a:moveTo>
                    <a:lnTo>
                      <a:pt x="20" y="17"/>
                    </a:lnTo>
                    <a:cubicBezTo>
                      <a:pt x="20" y="17"/>
                      <a:pt x="19" y="17"/>
                      <a:pt x="19" y="16"/>
                    </a:cubicBezTo>
                    <a:lnTo>
                      <a:pt x="6" y="14"/>
                    </a:lnTo>
                    <a:cubicBezTo>
                      <a:pt x="3" y="14"/>
                      <a:pt x="0" y="10"/>
                      <a:pt x="1" y="6"/>
                    </a:cubicBezTo>
                    <a:cubicBezTo>
                      <a:pt x="2" y="3"/>
                      <a:pt x="5" y="0"/>
                      <a:pt x="9" y="1"/>
                    </a:cubicBezTo>
                    <a:lnTo>
                      <a:pt x="21" y="3"/>
                    </a:lnTo>
                    <a:cubicBezTo>
                      <a:pt x="25" y="4"/>
                      <a:pt x="27" y="7"/>
                      <a:pt x="27" y="11"/>
                    </a:cubicBezTo>
                    <a:cubicBezTo>
                      <a:pt x="26" y="14"/>
                      <a:pt x="23" y="17"/>
                      <a:pt x="20" y="17"/>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29" name="Freeform 117"/>
              <p:cNvSpPr/>
              <p:nvPr/>
            </p:nvSpPr>
            <p:spPr bwMode="auto">
              <a:xfrm>
                <a:off x="6051550" y="3167063"/>
                <a:ext cx="11113" cy="7938"/>
              </a:xfrm>
              <a:custGeom>
                <a:avLst/>
                <a:gdLst/>
                <a:ahLst/>
                <a:cxnLst>
                  <a:cxn ang="0">
                    <a:pos x="20" y="16"/>
                  </a:cxn>
                  <a:cxn ang="0">
                    <a:pos x="20" y="16"/>
                  </a:cxn>
                  <a:cxn ang="0">
                    <a:pos x="19" y="16"/>
                  </a:cxn>
                  <a:cxn ang="0">
                    <a:pos x="6" y="13"/>
                  </a:cxn>
                  <a:cxn ang="0">
                    <a:pos x="1" y="6"/>
                  </a:cxn>
                  <a:cxn ang="0">
                    <a:pos x="8" y="0"/>
                  </a:cxn>
                  <a:cxn ang="0">
                    <a:pos x="21" y="3"/>
                  </a:cxn>
                  <a:cxn ang="0">
                    <a:pos x="26" y="10"/>
                  </a:cxn>
                  <a:cxn ang="0">
                    <a:pos x="20" y="16"/>
                  </a:cxn>
                </a:cxnLst>
                <a:rect l="0" t="0" r="r" b="b"/>
                <a:pathLst>
                  <a:path w="27" h="16">
                    <a:moveTo>
                      <a:pt x="20" y="16"/>
                    </a:moveTo>
                    <a:lnTo>
                      <a:pt x="20" y="16"/>
                    </a:lnTo>
                    <a:cubicBezTo>
                      <a:pt x="19" y="16"/>
                      <a:pt x="19" y="16"/>
                      <a:pt x="19" y="16"/>
                    </a:cubicBezTo>
                    <a:lnTo>
                      <a:pt x="6" y="13"/>
                    </a:lnTo>
                    <a:cubicBezTo>
                      <a:pt x="2" y="13"/>
                      <a:pt x="0" y="9"/>
                      <a:pt x="1" y="6"/>
                    </a:cubicBezTo>
                    <a:cubicBezTo>
                      <a:pt x="1" y="2"/>
                      <a:pt x="5" y="0"/>
                      <a:pt x="8" y="0"/>
                    </a:cubicBezTo>
                    <a:lnTo>
                      <a:pt x="21" y="3"/>
                    </a:lnTo>
                    <a:cubicBezTo>
                      <a:pt x="25" y="3"/>
                      <a:pt x="27" y="7"/>
                      <a:pt x="26" y="10"/>
                    </a:cubicBezTo>
                    <a:cubicBezTo>
                      <a:pt x="26" y="13"/>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0" name="Freeform 118"/>
              <p:cNvSpPr/>
              <p:nvPr/>
            </p:nvSpPr>
            <p:spPr bwMode="auto">
              <a:xfrm>
                <a:off x="6049963" y="3176588"/>
                <a:ext cx="11113" cy="6350"/>
              </a:xfrm>
              <a:custGeom>
                <a:avLst/>
                <a:gdLst/>
                <a:ahLst/>
                <a:cxnLst>
                  <a:cxn ang="0">
                    <a:pos x="19" y="16"/>
                  </a:cxn>
                  <a:cxn ang="0">
                    <a:pos x="19" y="16"/>
                  </a:cxn>
                  <a:cxn ang="0">
                    <a:pos x="18" y="16"/>
                  </a:cxn>
                  <a:cxn ang="0">
                    <a:pos x="6" y="14"/>
                  </a:cxn>
                  <a:cxn ang="0">
                    <a:pos x="0" y="6"/>
                  </a:cxn>
                  <a:cxn ang="0">
                    <a:pos x="8" y="0"/>
                  </a:cxn>
                  <a:cxn ang="0">
                    <a:pos x="21" y="3"/>
                  </a:cxn>
                  <a:cxn ang="0">
                    <a:pos x="26" y="10"/>
                  </a:cxn>
                  <a:cxn ang="0">
                    <a:pos x="19" y="16"/>
                  </a:cxn>
                </a:cxnLst>
                <a:rect l="0" t="0" r="r" b="b"/>
                <a:pathLst>
                  <a:path w="27" h="16">
                    <a:moveTo>
                      <a:pt x="19" y="16"/>
                    </a:moveTo>
                    <a:lnTo>
                      <a:pt x="19" y="16"/>
                    </a:lnTo>
                    <a:cubicBezTo>
                      <a:pt x="19" y="16"/>
                      <a:pt x="19" y="16"/>
                      <a:pt x="18" y="16"/>
                    </a:cubicBezTo>
                    <a:lnTo>
                      <a:pt x="6" y="14"/>
                    </a:lnTo>
                    <a:cubicBezTo>
                      <a:pt x="2" y="13"/>
                      <a:pt x="0" y="9"/>
                      <a:pt x="0" y="6"/>
                    </a:cubicBezTo>
                    <a:cubicBezTo>
                      <a:pt x="1" y="2"/>
                      <a:pt x="4" y="0"/>
                      <a:pt x="8" y="0"/>
                    </a:cubicBezTo>
                    <a:lnTo>
                      <a:pt x="21" y="3"/>
                    </a:lnTo>
                    <a:cubicBezTo>
                      <a:pt x="24" y="3"/>
                      <a:pt x="27" y="7"/>
                      <a:pt x="26" y="10"/>
                    </a:cubicBezTo>
                    <a:cubicBezTo>
                      <a:pt x="25" y="14"/>
                      <a:pt x="23" y="16"/>
                      <a:pt x="19"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1" name="Freeform 119"/>
              <p:cNvSpPr/>
              <p:nvPr/>
            </p:nvSpPr>
            <p:spPr bwMode="auto">
              <a:xfrm>
                <a:off x="6046788" y="3184525"/>
                <a:ext cx="11113" cy="6350"/>
              </a:xfrm>
              <a:custGeom>
                <a:avLst/>
                <a:gdLst/>
                <a:ahLst/>
                <a:cxnLst>
                  <a:cxn ang="0">
                    <a:pos x="20" y="16"/>
                  </a:cxn>
                  <a:cxn ang="0">
                    <a:pos x="20" y="16"/>
                  </a:cxn>
                  <a:cxn ang="0">
                    <a:pos x="19" y="16"/>
                  </a:cxn>
                  <a:cxn ang="0">
                    <a:pos x="6" y="14"/>
                  </a:cxn>
                  <a:cxn ang="0">
                    <a:pos x="1" y="6"/>
                  </a:cxn>
                  <a:cxn ang="0">
                    <a:pos x="9" y="1"/>
                  </a:cxn>
                  <a:cxn ang="0">
                    <a:pos x="21" y="3"/>
                  </a:cxn>
                  <a:cxn ang="0">
                    <a:pos x="27" y="11"/>
                  </a:cxn>
                  <a:cxn ang="0">
                    <a:pos x="20" y="16"/>
                  </a:cxn>
                </a:cxnLst>
                <a:rect l="0" t="0" r="r" b="b"/>
                <a:pathLst>
                  <a:path w="27" h="16">
                    <a:moveTo>
                      <a:pt x="20" y="16"/>
                    </a:moveTo>
                    <a:lnTo>
                      <a:pt x="20" y="16"/>
                    </a:lnTo>
                    <a:cubicBezTo>
                      <a:pt x="20" y="16"/>
                      <a:pt x="19" y="16"/>
                      <a:pt x="19" y="16"/>
                    </a:cubicBezTo>
                    <a:lnTo>
                      <a:pt x="6" y="14"/>
                    </a:lnTo>
                    <a:cubicBezTo>
                      <a:pt x="3" y="13"/>
                      <a:pt x="0" y="10"/>
                      <a:pt x="1" y="6"/>
                    </a:cubicBezTo>
                    <a:cubicBezTo>
                      <a:pt x="2" y="2"/>
                      <a:pt x="5" y="0"/>
                      <a:pt x="9" y="1"/>
                    </a:cubicBezTo>
                    <a:lnTo>
                      <a:pt x="21" y="3"/>
                    </a:lnTo>
                    <a:cubicBezTo>
                      <a:pt x="25" y="4"/>
                      <a:pt x="27" y="7"/>
                      <a:pt x="27"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2" name="Freeform 120"/>
              <p:cNvSpPr/>
              <p:nvPr/>
            </p:nvSpPr>
            <p:spPr bwMode="auto">
              <a:xfrm>
                <a:off x="6045200" y="3192463"/>
                <a:ext cx="11113" cy="6350"/>
              </a:xfrm>
              <a:custGeom>
                <a:avLst/>
                <a:gdLst/>
                <a:ahLst/>
                <a:cxnLst>
                  <a:cxn ang="0">
                    <a:pos x="20" y="16"/>
                  </a:cxn>
                  <a:cxn ang="0">
                    <a:pos x="20" y="16"/>
                  </a:cxn>
                  <a:cxn ang="0">
                    <a:pos x="18" y="16"/>
                  </a:cxn>
                  <a:cxn ang="0">
                    <a:pos x="6" y="14"/>
                  </a:cxn>
                  <a:cxn ang="0">
                    <a:pos x="1" y="6"/>
                  </a:cxn>
                  <a:cxn ang="0">
                    <a:pos x="8" y="1"/>
                  </a:cxn>
                  <a:cxn ang="0">
                    <a:pos x="21" y="3"/>
                  </a:cxn>
                  <a:cxn ang="0">
                    <a:pos x="26" y="11"/>
                  </a:cxn>
                  <a:cxn ang="0">
                    <a:pos x="20" y="16"/>
                  </a:cxn>
                </a:cxnLst>
                <a:rect l="0" t="0" r="r" b="b"/>
                <a:pathLst>
                  <a:path w="27" h="16">
                    <a:moveTo>
                      <a:pt x="20" y="16"/>
                    </a:moveTo>
                    <a:lnTo>
                      <a:pt x="20" y="16"/>
                    </a:lnTo>
                    <a:cubicBezTo>
                      <a:pt x="19" y="16"/>
                      <a:pt x="19" y="16"/>
                      <a:pt x="18" y="16"/>
                    </a:cubicBezTo>
                    <a:lnTo>
                      <a:pt x="6" y="14"/>
                    </a:lnTo>
                    <a:cubicBezTo>
                      <a:pt x="2" y="13"/>
                      <a:pt x="0" y="10"/>
                      <a:pt x="1" y="6"/>
                    </a:cubicBezTo>
                    <a:cubicBezTo>
                      <a:pt x="1" y="3"/>
                      <a:pt x="5" y="0"/>
                      <a:pt x="8" y="1"/>
                    </a:cubicBezTo>
                    <a:lnTo>
                      <a:pt x="21" y="3"/>
                    </a:lnTo>
                    <a:cubicBezTo>
                      <a:pt x="24" y="4"/>
                      <a:pt x="27" y="7"/>
                      <a:pt x="26"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3" name="Freeform 121"/>
              <p:cNvSpPr/>
              <p:nvPr/>
            </p:nvSpPr>
            <p:spPr bwMode="auto">
              <a:xfrm>
                <a:off x="6043613" y="3200400"/>
                <a:ext cx="11113" cy="7938"/>
              </a:xfrm>
              <a:custGeom>
                <a:avLst/>
                <a:gdLst/>
                <a:ahLst/>
                <a:cxnLst>
                  <a:cxn ang="0">
                    <a:pos x="20" y="16"/>
                  </a:cxn>
                  <a:cxn ang="0">
                    <a:pos x="20" y="16"/>
                  </a:cxn>
                  <a:cxn ang="0">
                    <a:pos x="19" y="16"/>
                  </a:cxn>
                  <a:cxn ang="0">
                    <a:pos x="7" y="14"/>
                  </a:cxn>
                  <a:cxn ang="0">
                    <a:pos x="1" y="6"/>
                  </a:cxn>
                  <a:cxn ang="0">
                    <a:pos x="9" y="1"/>
                  </a:cxn>
                  <a:cxn ang="0">
                    <a:pos x="21" y="3"/>
                  </a:cxn>
                  <a:cxn ang="0">
                    <a:pos x="27" y="11"/>
                  </a:cxn>
                  <a:cxn ang="0">
                    <a:pos x="20" y="16"/>
                  </a:cxn>
                </a:cxnLst>
                <a:rect l="0" t="0" r="r" b="b"/>
                <a:pathLst>
                  <a:path w="27" h="16">
                    <a:moveTo>
                      <a:pt x="20" y="16"/>
                    </a:moveTo>
                    <a:lnTo>
                      <a:pt x="20" y="16"/>
                    </a:lnTo>
                    <a:cubicBezTo>
                      <a:pt x="20" y="16"/>
                      <a:pt x="19" y="16"/>
                      <a:pt x="19" y="16"/>
                    </a:cubicBezTo>
                    <a:lnTo>
                      <a:pt x="7" y="14"/>
                    </a:lnTo>
                    <a:cubicBezTo>
                      <a:pt x="3" y="13"/>
                      <a:pt x="0" y="10"/>
                      <a:pt x="1" y="6"/>
                    </a:cubicBezTo>
                    <a:cubicBezTo>
                      <a:pt x="2" y="3"/>
                      <a:pt x="5" y="0"/>
                      <a:pt x="9" y="1"/>
                    </a:cubicBezTo>
                    <a:lnTo>
                      <a:pt x="21" y="3"/>
                    </a:lnTo>
                    <a:cubicBezTo>
                      <a:pt x="25" y="4"/>
                      <a:pt x="27" y="7"/>
                      <a:pt x="27"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4" name="Freeform 122"/>
              <p:cNvSpPr/>
              <p:nvPr/>
            </p:nvSpPr>
            <p:spPr bwMode="auto">
              <a:xfrm>
                <a:off x="6042025" y="3209925"/>
                <a:ext cx="11113" cy="6350"/>
              </a:xfrm>
              <a:custGeom>
                <a:avLst/>
                <a:gdLst/>
                <a:ahLst/>
                <a:cxnLst>
                  <a:cxn ang="0">
                    <a:pos x="20" y="16"/>
                  </a:cxn>
                  <a:cxn ang="0">
                    <a:pos x="20" y="16"/>
                  </a:cxn>
                  <a:cxn ang="0">
                    <a:pos x="19" y="16"/>
                  </a:cxn>
                  <a:cxn ang="0">
                    <a:pos x="6" y="13"/>
                  </a:cxn>
                  <a:cxn ang="0">
                    <a:pos x="1" y="6"/>
                  </a:cxn>
                  <a:cxn ang="0">
                    <a:pos x="9" y="0"/>
                  </a:cxn>
                  <a:cxn ang="0">
                    <a:pos x="21" y="2"/>
                  </a:cxn>
                  <a:cxn ang="0">
                    <a:pos x="26" y="10"/>
                  </a:cxn>
                  <a:cxn ang="0">
                    <a:pos x="20" y="16"/>
                  </a:cxn>
                </a:cxnLst>
                <a:rect l="0" t="0" r="r" b="b"/>
                <a:pathLst>
                  <a:path w="27" h="16">
                    <a:moveTo>
                      <a:pt x="20" y="16"/>
                    </a:moveTo>
                    <a:lnTo>
                      <a:pt x="20" y="16"/>
                    </a:lnTo>
                    <a:cubicBezTo>
                      <a:pt x="19" y="16"/>
                      <a:pt x="19" y="16"/>
                      <a:pt x="19" y="16"/>
                    </a:cubicBezTo>
                    <a:lnTo>
                      <a:pt x="6" y="13"/>
                    </a:lnTo>
                    <a:cubicBezTo>
                      <a:pt x="2" y="13"/>
                      <a:pt x="0" y="9"/>
                      <a:pt x="1" y="6"/>
                    </a:cubicBezTo>
                    <a:cubicBezTo>
                      <a:pt x="1" y="2"/>
                      <a:pt x="5" y="0"/>
                      <a:pt x="9" y="0"/>
                    </a:cubicBezTo>
                    <a:lnTo>
                      <a:pt x="21" y="2"/>
                    </a:lnTo>
                    <a:cubicBezTo>
                      <a:pt x="25" y="3"/>
                      <a:pt x="27" y="7"/>
                      <a:pt x="26" y="10"/>
                    </a:cubicBezTo>
                    <a:cubicBezTo>
                      <a:pt x="26" y="13"/>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5" name="Freeform 123"/>
              <p:cNvSpPr/>
              <p:nvPr/>
            </p:nvSpPr>
            <p:spPr bwMode="auto">
              <a:xfrm>
                <a:off x="6040438" y="3217863"/>
                <a:ext cx="11113" cy="7938"/>
              </a:xfrm>
              <a:custGeom>
                <a:avLst/>
                <a:gdLst/>
                <a:ahLst/>
                <a:cxnLst>
                  <a:cxn ang="0">
                    <a:pos x="19" y="16"/>
                  </a:cxn>
                  <a:cxn ang="0">
                    <a:pos x="19" y="16"/>
                  </a:cxn>
                  <a:cxn ang="0">
                    <a:pos x="18" y="16"/>
                  </a:cxn>
                  <a:cxn ang="0">
                    <a:pos x="6" y="13"/>
                  </a:cxn>
                  <a:cxn ang="0">
                    <a:pos x="0" y="6"/>
                  </a:cxn>
                  <a:cxn ang="0">
                    <a:pos x="8" y="0"/>
                  </a:cxn>
                  <a:cxn ang="0">
                    <a:pos x="21" y="3"/>
                  </a:cxn>
                  <a:cxn ang="0">
                    <a:pos x="26" y="10"/>
                  </a:cxn>
                  <a:cxn ang="0">
                    <a:pos x="19" y="16"/>
                  </a:cxn>
                </a:cxnLst>
                <a:rect l="0" t="0" r="r" b="b"/>
                <a:pathLst>
                  <a:path w="27" h="16">
                    <a:moveTo>
                      <a:pt x="19" y="16"/>
                    </a:moveTo>
                    <a:lnTo>
                      <a:pt x="19" y="16"/>
                    </a:lnTo>
                    <a:cubicBezTo>
                      <a:pt x="19" y="16"/>
                      <a:pt x="19" y="16"/>
                      <a:pt x="18" y="16"/>
                    </a:cubicBezTo>
                    <a:lnTo>
                      <a:pt x="6" y="13"/>
                    </a:lnTo>
                    <a:cubicBezTo>
                      <a:pt x="2" y="13"/>
                      <a:pt x="0" y="9"/>
                      <a:pt x="0" y="6"/>
                    </a:cubicBezTo>
                    <a:cubicBezTo>
                      <a:pt x="1" y="2"/>
                      <a:pt x="4" y="0"/>
                      <a:pt x="8" y="0"/>
                    </a:cubicBezTo>
                    <a:lnTo>
                      <a:pt x="21" y="3"/>
                    </a:lnTo>
                    <a:cubicBezTo>
                      <a:pt x="24" y="3"/>
                      <a:pt x="27" y="7"/>
                      <a:pt x="26" y="10"/>
                    </a:cubicBezTo>
                    <a:cubicBezTo>
                      <a:pt x="25" y="14"/>
                      <a:pt x="23" y="16"/>
                      <a:pt x="19"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6" name="Freeform 124"/>
              <p:cNvSpPr/>
              <p:nvPr/>
            </p:nvSpPr>
            <p:spPr bwMode="auto">
              <a:xfrm>
                <a:off x="6038850" y="3227388"/>
                <a:ext cx="11113" cy="6350"/>
              </a:xfrm>
              <a:custGeom>
                <a:avLst/>
                <a:gdLst/>
                <a:ahLst/>
                <a:cxnLst>
                  <a:cxn ang="0">
                    <a:pos x="20" y="16"/>
                  </a:cxn>
                  <a:cxn ang="0">
                    <a:pos x="20" y="16"/>
                  </a:cxn>
                  <a:cxn ang="0">
                    <a:pos x="19" y="16"/>
                  </a:cxn>
                  <a:cxn ang="0">
                    <a:pos x="6" y="14"/>
                  </a:cxn>
                  <a:cxn ang="0">
                    <a:pos x="1" y="6"/>
                  </a:cxn>
                  <a:cxn ang="0">
                    <a:pos x="9" y="1"/>
                  </a:cxn>
                  <a:cxn ang="0">
                    <a:pos x="21" y="3"/>
                  </a:cxn>
                  <a:cxn ang="0">
                    <a:pos x="27" y="11"/>
                  </a:cxn>
                  <a:cxn ang="0">
                    <a:pos x="20" y="16"/>
                  </a:cxn>
                </a:cxnLst>
                <a:rect l="0" t="0" r="r" b="b"/>
                <a:pathLst>
                  <a:path w="27" h="16">
                    <a:moveTo>
                      <a:pt x="20" y="16"/>
                    </a:moveTo>
                    <a:lnTo>
                      <a:pt x="20" y="16"/>
                    </a:lnTo>
                    <a:cubicBezTo>
                      <a:pt x="20" y="16"/>
                      <a:pt x="19" y="16"/>
                      <a:pt x="19" y="16"/>
                    </a:cubicBezTo>
                    <a:lnTo>
                      <a:pt x="6" y="14"/>
                    </a:lnTo>
                    <a:cubicBezTo>
                      <a:pt x="3" y="13"/>
                      <a:pt x="0" y="10"/>
                      <a:pt x="1" y="6"/>
                    </a:cubicBezTo>
                    <a:cubicBezTo>
                      <a:pt x="2" y="2"/>
                      <a:pt x="5" y="0"/>
                      <a:pt x="9" y="1"/>
                    </a:cubicBezTo>
                    <a:lnTo>
                      <a:pt x="21" y="3"/>
                    </a:lnTo>
                    <a:cubicBezTo>
                      <a:pt x="25" y="3"/>
                      <a:pt x="27" y="7"/>
                      <a:pt x="27"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7" name="Freeform 125"/>
              <p:cNvSpPr/>
              <p:nvPr/>
            </p:nvSpPr>
            <p:spPr bwMode="auto">
              <a:xfrm>
                <a:off x="6035675" y="3235325"/>
                <a:ext cx="12700" cy="6350"/>
              </a:xfrm>
              <a:custGeom>
                <a:avLst/>
                <a:gdLst/>
                <a:ahLst/>
                <a:cxnLst>
                  <a:cxn ang="0">
                    <a:pos x="20" y="16"/>
                  </a:cxn>
                  <a:cxn ang="0">
                    <a:pos x="20" y="16"/>
                  </a:cxn>
                  <a:cxn ang="0">
                    <a:pos x="18" y="16"/>
                  </a:cxn>
                  <a:cxn ang="0">
                    <a:pos x="6" y="14"/>
                  </a:cxn>
                  <a:cxn ang="0">
                    <a:pos x="1" y="6"/>
                  </a:cxn>
                  <a:cxn ang="0">
                    <a:pos x="8" y="1"/>
                  </a:cxn>
                  <a:cxn ang="0">
                    <a:pos x="21" y="3"/>
                  </a:cxn>
                  <a:cxn ang="0">
                    <a:pos x="26" y="11"/>
                  </a:cxn>
                  <a:cxn ang="0">
                    <a:pos x="20" y="16"/>
                  </a:cxn>
                </a:cxnLst>
                <a:rect l="0" t="0" r="r" b="b"/>
                <a:pathLst>
                  <a:path w="27" h="16">
                    <a:moveTo>
                      <a:pt x="20" y="16"/>
                    </a:moveTo>
                    <a:lnTo>
                      <a:pt x="20" y="16"/>
                    </a:lnTo>
                    <a:cubicBezTo>
                      <a:pt x="19" y="16"/>
                      <a:pt x="19" y="16"/>
                      <a:pt x="18" y="16"/>
                    </a:cubicBezTo>
                    <a:lnTo>
                      <a:pt x="6" y="14"/>
                    </a:lnTo>
                    <a:cubicBezTo>
                      <a:pt x="2" y="13"/>
                      <a:pt x="0" y="10"/>
                      <a:pt x="1" y="6"/>
                    </a:cubicBezTo>
                    <a:cubicBezTo>
                      <a:pt x="1" y="2"/>
                      <a:pt x="5" y="0"/>
                      <a:pt x="8" y="1"/>
                    </a:cubicBezTo>
                    <a:lnTo>
                      <a:pt x="21" y="3"/>
                    </a:lnTo>
                    <a:cubicBezTo>
                      <a:pt x="24" y="4"/>
                      <a:pt x="27" y="7"/>
                      <a:pt x="26" y="11"/>
                    </a:cubicBezTo>
                    <a:cubicBezTo>
                      <a:pt x="26" y="14"/>
                      <a:pt x="23" y="16"/>
                      <a:pt x="20" y="16"/>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8" name="Freeform 126"/>
              <p:cNvSpPr/>
              <p:nvPr/>
            </p:nvSpPr>
            <p:spPr bwMode="auto">
              <a:xfrm>
                <a:off x="5568950" y="2911475"/>
                <a:ext cx="573088" cy="555625"/>
              </a:xfrm>
              <a:custGeom>
                <a:avLst/>
                <a:gdLst/>
                <a:ahLst/>
                <a:cxnLst>
                  <a:cxn ang="0">
                    <a:pos x="986" y="1324"/>
                  </a:cxn>
                  <a:cxn ang="0">
                    <a:pos x="986" y="1324"/>
                  </a:cxn>
                  <a:cxn ang="0">
                    <a:pos x="926" y="1318"/>
                  </a:cxn>
                  <a:cxn ang="0">
                    <a:pos x="659" y="1262"/>
                  </a:cxn>
                  <a:cxn ang="0">
                    <a:pos x="673" y="1197"/>
                  </a:cxn>
                  <a:cxn ang="0">
                    <a:pos x="939" y="1253"/>
                  </a:cxn>
                  <a:cxn ang="0">
                    <a:pos x="1069" y="1175"/>
                  </a:cxn>
                  <a:cxn ang="0">
                    <a:pos x="1293" y="137"/>
                  </a:cxn>
                  <a:cxn ang="0">
                    <a:pos x="1288" y="83"/>
                  </a:cxn>
                  <a:cxn ang="0">
                    <a:pos x="1220" y="69"/>
                  </a:cxn>
                  <a:cxn ang="0">
                    <a:pos x="156" y="123"/>
                  </a:cxn>
                  <a:cxn ang="0">
                    <a:pos x="90" y="157"/>
                  </a:cxn>
                  <a:cxn ang="0">
                    <a:pos x="64" y="259"/>
                  </a:cxn>
                  <a:cxn ang="0">
                    <a:pos x="0" y="243"/>
                  </a:cxn>
                  <a:cxn ang="0">
                    <a:pos x="25" y="141"/>
                  </a:cxn>
                  <a:cxn ang="0">
                    <a:pos x="154" y="57"/>
                  </a:cxn>
                  <a:cxn ang="0">
                    <a:pos x="1216" y="2"/>
                  </a:cxn>
                  <a:cxn ang="0">
                    <a:pos x="1338" y="39"/>
                  </a:cxn>
                  <a:cxn ang="0">
                    <a:pos x="1358" y="150"/>
                  </a:cxn>
                  <a:cxn ang="0">
                    <a:pos x="1133" y="1192"/>
                  </a:cxn>
                  <a:cxn ang="0">
                    <a:pos x="986" y="1324"/>
                  </a:cxn>
                </a:cxnLst>
                <a:rect l="0" t="0" r="r" b="b"/>
                <a:pathLst>
                  <a:path w="1367" h="1324">
                    <a:moveTo>
                      <a:pt x="986" y="1324"/>
                    </a:moveTo>
                    <a:lnTo>
                      <a:pt x="986" y="1324"/>
                    </a:lnTo>
                    <a:cubicBezTo>
                      <a:pt x="969" y="1324"/>
                      <a:pt x="948" y="1322"/>
                      <a:pt x="926" y="1318"/>
                    </a:cubicBezTo>
                    <a:cubicBezTo>
                      <a:pt x="791" y="1291"/>
                      <a:pt x="660" y="1263"/>
                      <a:pt x="659" y="1262"/>
                    </a:cubicBezTo>
                    <a:lnTo>
                      <a:pt x="673" y="1197"/>
                    </a:lnTo>
                    <a:cubicBezTo>
                      <a:pt x="674" y="1198"/>
                      <a:pt x="805" y="1226"/>
                      <a:pt x="939" y="1253"/>
                    </a:cubicBezTo>
                    <a:cubicBezTo>
                      <a:pt x="1043" y="1273"/>
                      <a:pt x="1053" y="1236"/>
                      <a:pt x="1069" y="1175"/>
                    </a:cubicBezTo>
                    <a:cubicBezTo>
                      <a:pt x="1084" y="1116"/>
                      <a:pt x="1272" y="239"/>
                      <a:pt x="1293" y="137"/>
                    </a:cubicBezTo>
                    <a:cubicBezTo>
                      <a:pt x="1296" y="119"/>
                      <a:pt x="1298" y="95"/>
                      <a:pt x="1288" y="83"/>
                    </a:cubicBezTo>
                    <a:cubicBezTo>
                      <a:pt x="1278" y="71"/>
                      <a:pt x="1255" y="67"/>
                      <a:pt x="1220" y="69"/>
                    </a:cubicBezTo>
                    <a:cubicBezTo>
                      <a:pt x="1173" y="71"/>
                      <a:pt x="220" y="122"/>
                      <a:pt x="156" y="123"/>
                    </a:cubicBezTo>
                    <a:cubicBezTo>
                      <a:pt x="98" y="125"/>
                      <a:pt x="94" y="143"/>
                      <a:pt x="90" y="157"/>
                    </a:cubicBezTo>
                    <a:cubicBezTo>
                      <a:pt x="81" y="194"/>
                      <a:pt x="65" y="257"/>
                      <a:pt x="64" y="259"/>
                    </a:cubicBezTo>
                    <a:lnTo>
                      <a:pt x="0" y="243"/>
                    </a:lnTo>
                    <a:cubicBezTo>
                      <a:pt x="0" y="242"/>
                      <a:pt x="17" y="178"/>
                      <a:pt x="25" y="141"/>
                    </a:cubicBezTo>
                    <a:cubicBezTo>
                      <a:pt x="45" y="59"/>
                      <a:pt x="127" y="57"/>
                      <a:pt x="154" y="57"/>
                    </a:cubicBezTo>
                    <a:cubicBezTo>
                      <a:pt x="215" y="55"/>
                      <a:pt x="1165" y="5"/>
                      <a:pt x="1216" y="2"/>
                    </a:cubicBezTo>
                    <a:cubicBezTo>
                      <a:pt x="1253" y="0"/>
                      <a:pt x="1305" y="1"/>
                      <a:pt x="1338" y="39"/>
                    </a:cubicBezTo>
                    <a:cubicBezTo>
                      <a:pt x="1361" y="65"/>
                      <a:pt x="1367" y="102"/>
                      <a:pt x="1358" y="150"/>
                    </a:cubicBezTo>
                    <a:cubicBezTo>
                      <a:pt x="1337" y="257"/>
                      <a:pt x="1150" y="1128"/>
                      <a:pt x="1133" y="1192"/>
                    </a:cubicBezTo>
                    <a:cubicBezTo>
                      <a:pt x="1120" y="1243"/>
                      <a:pt x="1099" y="1324"/>
                      <a:pt x="986" y="1324"/>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39" name="Freeform 127"/>
              <p:cNvSpPr/>
              <p:nvPr/>
            </p:nvSpPr>
            <p:spPr bwMode="auto">
              <a:xfrm>
                <a:off x="6038850" y="2951163"/>
                <a:ext cx="25400" cy="33338"/>
              </a:xfrm>
              <a:custGeom>
                <a:avLst/>
                <a:gdLst/>
                <a:ahLst/>
                <a:cxnLst>
                  <a:cxn ang="0">
                    <a:pos x="55" y="45"/>
                  </a:cxn>
                  <a:cxn ang="0">
                    <a:pos x="55" y="45"/>
                  </a:cxn>
                  <a:cxn ang="0">
                    <a:pos x="21" y="72"/>
                  </a:cxn>
                  <a:cxn ang="0">
                    <a:pos x="6" y="31"/>
                  </a:cxn>
                  <a:cxn ang="0">
                    <a:pos x="40" y="4"/>
                  </a:cxn>
                  <a:cxn ang="0">
                    <a:pos x="55" y="45"/>
                  </a:cxn>
                </a:cxnLst>
                <a:rect l="0" t="0" r="r" b="b"/>
                <a:pathLst>
                  <a:path w="61" h="76">
                    <a:moveTo>
                      <a:pt x="55" y="45"/>
                    </a:moveTo>
                    <a:lnTo>
                      <a:pt x="55" y="45"/>
                    </a:lnTo>
                    <a:cubicBezTo>
                      <a:pt x="50" y="64"/>
                      <a:pt x="35" y="76"/>
                      <a:pt x="21" y="72"/>
                    </a:cubicBezTo>
                    <a:cubicBezTo>
                      <a:pt x="7" y="68"/>
                      <a:pt x="0" y="50"/>
                      <a:pt x="6" y="31"/>
                    </a:cubicBezTo>
                    <a:cubicBezTo>
                      <a:pt x="11" y="12"/>
                      <a:pt x="26" y="0"/>
                      <a:pt x="40" y="4"/>
                    </a:cubicBezTo>
                    <a:cubicBezTo>
                      <a:pt x="54" y="8"/>
                      <a:pt x="61" y="26"/>
                      <a:pt x="55" y="45"/>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40" name="Freeform 128"/>
              <p:cNvSpPr>
                <a:spLocks noEditPoints="1"/>
              </p:cNvSpPr>
              <p:nvPr/>
            </p:nvSpPr>
            <p:spPr bwMode="auto">
              <a:xfrm>
                <a:off x="6035675" y="3000375"/>
                <a:ext cx="11113" cy="14288"/>
              </a:xfrm>
              <a:custGeom>
                <a:avLst/>
                <a:gdLst/>
                <a:ahLst/>
                <a:cxnLst>
                  <a:cxn ang="0">
                    <a:pos x="17" y="5"/>
                  </a:cxn>
                  <a:cxn ang="0">
                    <a:pos x="17" y="5"/>
                  </a:cxn>
                  <a:cxn ang="0">
                    <a:pos x="6" y="15"/>
                  </a:cxn>
                  <a:cxn ang="0">
                    <a:pos x="11" y="31"/>
                  </a:cxn>
                  <a:cxn ang="0">
                    <a:pos x="24" y="20"/>
                  </a:cxn>
                  <a:cxn ang="0">
                    <a:pos x="18" y="5"/>
                  </a:cxn>
                  <a:cxn ang="0">
                    <a:pos x="17" y="5"/>
                  </a:cxn>
                  <a:cxn ang="0">
                    <a:pos x="13" y="34"/>
                  </a:cxn>
                  <a:cxn ang="0">
                    <a:pos x="13" y="34"/>
                  </a:cxn>
                  <a:cxn ang="0">
                    <a:pos x="10" y="34"/>
                  </a:cxn>
                  <a:cxn ang="0">
                    <a:pos x="3" y="14"/>
                  </a:cxn>
                  <a:cxn ang="0">
                    <a:pos x="19" y="2"/>
                  </a:cxn>
                  <a:cxn ang="0">
                    <a:pos x="27" y="21"/>
                  </a:cxn>
                  <a:cxn ang="0">
                    <a:pos x="13" y="34"/>
                  </a:cxn>
                </a:cxnLst>
                <a:rect l="0" t="0" r="r" b="b"/>
                <a:pathLst>
                  <a:path w="29" h="34">
                    <a:moveTo>
                      <a:pt x="17" y="5"/>
                    </a:moveTo>
                    <a:lnTo>
                      <a:pt x="17" y="5"/>
                    </a:lnTo>
                    <a:cubicBezTo>
                      <a:pt x="12" y="5"/>
                      <a:pt x="7" y="9"/>
                      <a:pt x="6" y="15"/>
                    </a:cubicBezTo>
                    <a:cubicBezTo>
                      <a:pt x="4" y="22"/>
                      <a:pt x="6" y="29"/>
                      <a:pt x="11" y="31"/>
                    </a:cubicBezTo>
                    <a:cubicBezTo>
                      <a:pt x="16" y="32"/>
                      <a:pt x="22" y="27"/>
                      <a:pt x="24" y="20"/>
                    </a:cubicBezTo>
                    <a:cubicBezTo>
                      <a:pt x="26" y="13"/>
                      <a:pt x="23" y="6"/>
                      <a:pt x="18" y="5"/>
                    </a:cubicBezTo>
                    <a:cubicBezTo>
                      <a:pt x="18" y="5"/>
                      <a:pt x="17" y="5"/>
                      <a:pt x="17" y="5"/>
                    </a:cubicBezTo>
                    <a:close/>
                    <a:moveTo>
                      <a:pt x="13" y="34"/>
                    </a:moveTo>
                    <a:lnTo>
                      <a:pt x="13" y="34"/>
                    </a:lnTo>
                    <a:cubicBezTo>
                      <a:pt x="12" y="34"/>
                      <a:pt x="11" y="34"/>
                      <a:pt x="10" y="34"/>
                    </a:cubicBezTo>
                    <a:cubicBezTo>
                      <a:pt x="3" y="32"/>
                      <a:pt x="0" y="23"/>
                      <a:pt x="3" y="14"/>
                    </a:cubicBezTo>
                    <a:cubicBezTo>
                      <a:pt x="5" y="6"/>
                      <a:pt x="13" y="0"/>
                      <a:pt x="19" y="2"/>
                    </a:cubicBezTo>
                    <a:cubicBezTo>
                      <a:pt x="26" y="4"/>
                      <a:pt x="29" y="12"/>
                      <a:pt x="27" y="21"/>
                    </a:cubicBezTo>
                    <a:cubicBezTo>
                      <a:pt x="25" y="29"/>
                      <a:pt x="19" y="34"/>
                      <a:pt x="13" y="34"/>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41" name="Freeform 129"/>
              <p:cNvSpPr/>
              <p:nvPr/>
            </p:nvSpPr>
            <p:spPr bwMode="auto">
              <a:xfrm>
                <a:off x="6078538" y="3028950"/>
                <a:ext cx="14288" cy="14288"/>
              </a:xfrm>
              <a:custGeom>
                <a:avLst/>
                <a:gdLst/>
                <a:ahLst/>
                <a:cxnLst>
                  <a:cxn ang="0">
                    <a:pos x="31" y="18"/>
                  </a:cxn>
                  <a:cxn ang="0">
                    <a:pos x="31" y="18"/>
                  </a:cxn>
                  <a:cxn ang="0">
                    <a:pos x="15" y="35"/>
                  </a:cxn>
                  <a:cxn ang="0">
                    <a:pos x="0" y="18"/>
                  </a:cxn>
                  <a:cxn ang="0">
                    <a:pos x="15" y="0"/>
                  </a:cxn>
                  <a:cxn ang="0">
                    <a:pos x="31" y="18"/>
                  </a:cxn>
                </a:cxnLst>
                <a:rect l="0" t="0" r="r" b="b"/>
                <a:pathLst>
                  <a:path w="31" h="35">
                    <a:moveTo>
                      <a:pt x="31" y="18"/>
                    </a:moveTo>
                    <a:lnTo>
                      <a:pt x="31" y="18"/>
                    </a:lnTo>
                    <a:cubicBezTo>
                      <a:pt x="31" y="27"/>
                      <a:pt x="24" y="35"/>
                      <a:pt x="15" y="35"/>
                    </a:cubicBezTo>
                    <a:cubicBezTo>
                      <a:pt x="7" y="35"/>
                      <a:pt x="0" y="27"/>
                      <a:pt x="0" y="18"/>
                    </a:cubicBezTo>
                    <a:cubicBezTo>
                      <a:pt x="0" y="8"/>
                      <a:pt x="7" y="0"/>
                      <a:pt x="15" y="0"/>
                    </a:cubicBezTo>
                    <a:cubicBezTo>
                      <a:pt x="24" y="0"/>
                      <a:pt x="31" y="8"/>
                      <a:pt x="31" y="18"/>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42" name="Freeform 130"/>
              <p:cNvSpPr/>
              <p:nvPr/>
            </p:nvSpPr>
            <p:spPr bwMode="auto">
              <a:xfrm>
                <a:off x="5554663" y="3541713"/>
                <a:ext cx="65088" cy="66675"/>
              </a:xfrm>
              <a:custGeom>
                <a:avLst/>
                <a:gdLst/>
                <a:ahLst/>
                <a:cxnLst>
                  <a:cxn ang="0">
                    <a:pos x="56" y="144"/>
                  </a:cxn>
                  <a:cxn ang="0">
                    <a:pos x="56" y="144"/>
                  </a:cxn>
                  <a:cxn ang="0">
                    <a:pos x="12" y="56"/>
                  </a:cxn>
                  <a:cxn ang="0">
                    <a:pos x="99" y="12"/>
                  </a:cxn>
                  <a:cxn ang="0">
                    <a:pos x="144" y="99"/>
                  </a:cxn>
                  <a:cxn ang="0">
                    <a:pos x="56" y="144"/>
                  </a:cxn>
                </a:cxnLst>
                <a:rect l="0" t="0" r="r" b="b"/>
                <a:pathLst>
                  <a:path w="156" h="156">
                    <a:moveTo>
                      <a:pt x="56" y="144"/>
                    </a:moveTo>
                    <a:lnTo>
                      <a:pt x="56" y="144"/>
                    </a:lnTo>
                    <a:cubicBezTo>
                      <a:pt x="20" y="132"/>
                      <a:pt x="0" y="93"/>
                      <a:pt x="12" y="56"/>
                    </a:cubicBezTo>
                    <a:cubicBezTo>
                      <a:pt x="24" y="20"/>
                      <a:pt x="63" y="0"/>
                      <a:pt x="99" y="12"/>
                    </a:cubicBezTo>
                    <a:cubicBezTo>
                      <a:pt x="136" y="24"/>
                      <a:pt x="156" y="63"/>
                      <a:pt x="144" y="99"/>
                    </a:cubicBezTo>
                    <a:cubicBezTo>
                      <a:pt x="132" y="136"/>
                      <a:pt x="93" y="156"/>
                      <a:pt x="56" y="144"/>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43" name="Freeform 131"/>
              <p:cNvSpPr/>
              <p:nvPr/>
            </p:nvSpPr>
            <p:spPr bwMode="auto">
              <a:xfrm>
                <a:off x="5638800" y="3570288"/>
                <a:ext cx="65088" cy="65088"/>
              </a:xfrm>
              <a:custGeom>
                <a:avLst/>
                <a:gdLst/>
                <a:ahLst/>
                <a:cxnLst>
                  <a:cxn ang="0">
                    <a:pos x="56" y="144"/>
                  </a:cxn>
                  <a:cxn ang="0">
                    <a:pos x="56" y="144"/>
                  </a:cxn>
                  <a:cxn ang="0">
                    <a:pos x="11" y="56"/>
                  </a:cxn>
                  <a:cxn ang="0">
                    <a:pos x="99" y="12"/>
                  </a:cxn>
                  <a:cxn ang="0">
                    <a:pos x="143" y="99"/>
                  </a:cxn>
                  <a:cxn ang="0">
                    <a:pos x="56" y="144"/>
                  </a:cxn>
                </a:cxnLst>
                <a:rect l="0" t="0" r="r" b="b"/>
                <a:pathLst>
                  <a:path w="155" h="156">
                    <a:moveTo>
                      <a:pt x="56" y="144"/>
                    </a:moveTo>
                    <a:lnTo>
                      <a:pt x="56" y="144"/>
                    </a:lnTo>
                    <a:cubicBezTo>
                      <a:pt x="19" y="132"/>
                      <a:pt x="0" y="93"/>
                      <a:pt x="11" y="56"/>
                    </a:cubicBezTo>
                    <a:cubicBezTo>
                      <a:pt x="23" y="20"/>
                      <a:pt x="62" y="0"/>
                      <a:pt x="99" y="12"/>
                    </a:cubicBezTo>
                    <a:cubicBezTo>
                      <a:pt x="135" y="24"/>
                      <a:pt x="155" y="63"/>
                      <a:pt x="143" y="99"/>
                    </a:cubicBezTo>
                    <a:cubicBezTo>
                      <a:pt x="132" y="136"/>
                      <a:pt x="92" y="156"/>
                      <a:pt x="56" y="144"/>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sp>
            <p:nvSpPr>
              <p:cNvPr id="44" name="Freeform 132"/>
              <p:cNvSpPr/>
              <p:nvPr/>
            </p:nvSpPr>
            <p:spPr bwMode="auto">
              <a:xfrm>
                <a:off x="5937250" y="2921000"/>
                <a:ext cx="157163" cy="530225"/>
              </a:xfrm>
              <a:custGeom>
                <a:avLst/>
                <a:gdLst/>
                <a:ahLst/>
                <a:cxnLst>
                  <a:cxn ang="0">
                    <a:pos x="16" y="1264"/>
                  </a:cxn>
                  <a:cxn ang="0">
                    <a:pos x="16" y="1264"/>
                  </a:cxn>
                  <a:cxn ang="0">
                    <a:pos x="0" y="1262"/>
                  </a:cxn>
                  <a:cxn ang="0">
                    <a:pos x="6" y="1236"/>
                  </a:cxn>
                  <a:cxn ang="0">
                    <a:pos x="67" y="1221"/>
                  </a:cxn>
                  <a:cxn ang="0">
                    <a:pos x="102" y="1170"/>
                  </a:cxn>
                  <a:cxn ang="0">
                    <a:pos x="187" y="783"/>
                  </a:cxn>
                  <a:cxn ang="0">
                    <a:pos x="327" y="143"/>
                  </a:cxn>
                  <a:cxn ang="0">
                    <a:pos x="319" y="24"/>
                  </a:cxn>
                  <a:cxn ang="0">
                    <a:pos x="331" y="0"/>
                  </a:cxn>
                  <a:cxn ang="0">
                    <a:pos x="353" y="148"/>
                  </a:cxn>
                  <a:cxn ang="0">
                    <a:pos x="213" y="789"/>
                  </a:cxn>
                  <a:cxn ang="0">
                    <a:pos x="129" y="1175"/>
                  </a:cxn>
                  <a:cxn ang="0">
                    <a:pos x="82" y="1243"/>
                  </a:cxn>
                  <a:cxn ang="0">
                    <a:pos x="16" y="1264"/>
                  </a:cxn>
                </a:cxnLst>
                <a:rect l="0" t="0" r="r" b="b"/>
                <a:pathLst>
                  <a:path w="376" h="1264">
                    <a:moveTo>
                      <a:pt x="16" y="1264"/>
                    </a:moveTo>
                    <a:lnTo>
                      <a:pt x="16" y="1264"/>
                    </a:lnTo>
                    <a:cubicBezTo>
                      <a:pt x="11" y="1264"/>
                      <a:pt x="5" y="1263"/>
                      <a:pt x="0" y="1262"/>
                    </a:cubicBezTo>
                    <a:lnTo>
                      <a:pt x="6" y="1236"/>
                    </a:lnTo>
                    <a:cubicBezTo>
                      <a:pt x="23" y="1240"/>
                      <a:pt x="48" y="1234"/>
                      <a:pt x="67" y="1221"/>
                    </a:cubicBezTo>
                    <a:cubicBezTo>
                      <a:pt x="81" y="1212"/>
                      <a:pt x="97" y="1196"/>
                      <a:pt x="102" y="1170"/>
                    </a:cubicBezTo>
                    <a:cubicBezTo>
                      <a:pt x="107" y="1145"/>
                      <a:pt x="144" y="978"/>
                      <a:pt x="187" y="783"/>
                    </a:cubicBezTo>
                    <a:cubicBezTo>
                      <a:pt x="246" y="514"/>
                      <a:pt x="314" y="209"/>
                      <a:pt x="327" y="143"/>
                    </a:cubicBezTo>
                    <a:cubicBezTo>
                      <a:pt x="346" y="44"/>
                      <a:pt x="320" y="24"/>
                      <a:pt x="319" y="24"/>
                    </a:cubicBezTo>
                    <a:lnTo>
                      <a:pt x="331" y="0"/>
                    </a:lnTo>
                    <a:cubicBezTo>
                      <a:pt x="339" y="4"/>
                      <a:pt x="376" y="29"/>
                      <a:pt x="353" y="148"/>
                    </a:cubicBezTo>
                    <a:cubicBezTo>
                      <a:pt x="340" y="215"/>
                      <a:pt x="273" y="520"/>
                      <a:pt x="213" y="789"/>
                    </a:cubicBezTo>
                    <a:cubicBezTo>
                      <a:pt x="170" y="983"/>
                      <a:pt x="133" y="1151"/>
                      <a:pt x="129" y="1175"/>
                    </a:cubicBezTo>
                    <a:cubicBezTo>
                      <a:pt x="123" y="1202"/>
                      <a:pt x="107" y="1226"/>
                      <a:pt x="82" y="1243"/>
                    </a:cubicBezTo>
                    <a:cubicBezTo>
                      <a:pt x="62" y="1256"/>
                      <a:pt x="38" y="1264"/>
                      <a:pt x="16" y="1264"/>
                    </a:cubicBezTo>
                    <a:close/>
                  </a:path>
                </a:pathLst>
              </a:custGeom>
              <a:grpFill/>
              <a:ln w="0">
                <a:solidFill>
                  <a:schemeClr val="bg2"/>
                </a:solidFill>
                <a:prstDash val="solid"/>
                <a:round/>
              </a:ln>
            </p:spPr>
            <p:txBody>
              <a:bodyPr/>
              <a:lstStyle/>
              <a:p>
                <a:pPr defTabSz="541655">
                  <a:defRPr/>
                </a:pPr>
                <a:endParaRPr kumimoji="1" lang="zh-CN" altLang="en-US" sz="2140">
                  <a:solidFill>
                    <a:schemeClr val="bg1"/>
                  </a:solidFill>
                  <a:latin typeface="微软雅黑" panose="020B0503020204020204" pitchFamily="34" charset="-122"/>
                  <a:ea typeface="微软雅黑" panose="020B0503020204020204" pitchFamily="34" charset="-122"/>
                </a:endParaRPr>
              </a:p>
            </p:txBody>
          </p:sp>
        </p:grpSp>
        <p:sp>
          <p:nvSpPr>
            <p:cNvPr id="12" name="Freeform 37"/>
            <p:cNvSpPr>
              <a:spLocks noEditPoints="1"/>
            </p:cNvSpPr>
            <p:nvPr/>
          </p:nvSpPr>
          <p:spPr>
            <a:xfrm>
              <a:off x="7285431" y="5478734"/>
              <a:ext cx="236844" cy="242579"/>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Lst>
              <a:rect l="0" t="0" r="0" b="0"/>
              <a:pathLst>
                <a:path w="1343" h="1371">
                  <a:moveTo>
                    <a:pt x="275" y="216"/>
                  </a:moveTo>
                  <a:lnTo>
                    <a:pt x="275" y="216"/>
                  </a:lnTo>
                  <a:cubicBezTo>
                    <a:pt x="307" y="213"/>
                    <a:pt x="360" y="209"/>
                    <a:pt x="425" y="213"/>
                  </a:cubicBezTo>
                  <a:cubicBezTo>
                    <a:pt x="430" y="226"/>
                    <a:pt x="438" y="237"/>
                    <a:pt x="449" y="245"/>
                  </a:cubicBezTo>
                  <a:cubicBezTo>
                    <a:pt x="435" y="306"/>
                    <a:pt x="425" y="379"/>
                    <a:pt x="425" y="457"/>
                  </a:cubicBezTo>
                  <a:cubicBezTo>
                    <a:pt x="402" y="468"/>
                    <a:pt x="386" y="490"/>
                    <a:pt x="386" y="517"/>
                  </a:cubicBezTo>
                  <a:cubicBezTo>
                    <a:pt x="386" y="529"/>
                    <a:pt x="390" y="541"/>
                    <a:pt x="396" y="551"/>
                  </a:cubicBezTo>
                  <a:cubicBezTo>
                    <a:pt x="361" y="611"/>
                    <a:pt x="336" y="670"/>
                    <a:pt x="318" y="726"/>
                  </a:cubicBezTo>
                  <a:cubicBezTo>
                    <a:pt x="311" y="749"/>
                    <a:pt x="304" y="773"/>
                    <a:pt x="299" y="795"/>
                  </a:cubicBezTo>
                  <a:cubicBezTo>
                    <a:pt x="287" y="798"/>
                    <a:pt x="277" y="804"/>
                    <a:pt x="269" y="813"/>
                  </a:cubicBezTo>
                  <a:cubicBezTo>
                    <a:pt x="162" y="758"/>
                    <a:pt x="90" y="694"/>
                    <a:pt x="67" y="673"/>
                  </a:cubicBezTo>
                  <a:cubicBezTo>
                    <a:pt x="67" y="673"/>
                    <a:pt x="67" y="672"/>
                    <a:pt x="67" y="672"/>
                  </a:cubicBezTo>
                  <a:cubicBezTo>
                    <a:pt x="67" y="490"/>
                    <a:pt x="147" y="327"/>
                    <a:pt x="275" y="216"/>
                  </a:cubicBezTo>
                  <a:close/>
                  <a:moveTo>
                    <a:pt x="974" y="148"/>
                  </a:moveTo>
                  <a:lnTo>
                    <a:pt x="974" y="148"/>
                  </a:lnTo>
                  <a:cubicBezTo>
                    <a:pt x="908" y="165"/>
                    <a:pt x="849" y="185"/>
                    <a:pt x="795" y="209"/>
                  </a:cubicBezTo>
                  <a:cubicBezTo>
                    <a:pt x="783" y="198"/>
                    <a:pt x="768" y="192"/>
                    <a:pt x="752" y="192"/>
                  </a:cubicBezTo>
                  <a:cubicBezTo>
                    <a:pt x="734" y="192"/>
                    <a:pt x="717" y="200"/>
                    <a:pt x="705" y="212"/>
                  </a:cubicBezTo>
                  <a:cubicBezTo>
                    <a:pt x="651" y="193"/>
                    <a:pt x="598" y="181"/>
                    <a:pt x="548" y="173"/>
                  </a:cubicBezTo>
                  <a:cubicBezTo>
                    <a:pt x="545" y="162"/>
                    <a:pt x="539" y="153"/>
                    <a:pt x="532" y="145"/>
                  </a:cubicBezTo>
                  <a:cubicBezTo>
                    <a:pt x="542" y="116"/>
                    <a:pt x="551" y="93"/>
                    <a:pt x="557" y="78"/>
                  </a:cubicBezTo>
                  <a:cubicBezTo>
                    <a:pt x="594" y="71"/>
                    <a:pt x="632" y="67"/>
                    <a:pt x="671" y="67"/>
                  </a:cubicBezTo>
                  <a:cubicBezTo>
                    <a:pt x="781" y="67"/>
                    <a:pt x="885" y="97"/>
                    <a:pt x="974" y="148"/>
                  </a:cubicBezTo>
                  <a:close/>
                  <a:moveTo>
                    <a:pt x="1269" y="584"/>
                  </a:moveTo>
                  <a:lnTo>
                    <a:pt x="1269" y="584"/>
                  </a:lnTo>
                  <a:cubicBezTo>
                    <a:pt x="1250" y="604"/>
                    <a:pt x="1231" y="622"/>
                    <a:pt x="1212" y="640"/>
                  </a:cubicBezTo>
                  <a:cubicBezTo>
                    <a:pt x="1203" y="634"/>
                    <a:pt x="1192" y="630"/>
                    <a:pt x="1180" y="629"/>
                  </a:cubicBezTo>
                  <a:cubicBezTo>
                    <a:pt x="1098" y="463"/>
                    <a:pt x="976" y="339"/>
                    <a:pt x="817" y="259"/>
                  </a:cubicBezTo>
                  <a:cubicBezTo>
                    <a:pt x="817" y="259"/>
                    <a:pt x="817" y="258"/>
                    <a:pt x="817" y="257"/>
                  </a:cubicBezTo>
                  <a:cubicBezTo>
                    <a:pt x="817" y="257"/>
                    <a:pt x="817" y="257"/>
                    <a:pt x="817" y="256"/>
                  </a:cubicBezTo>
                  <a:cubicBezTo>
                    <a:pt x="883" y="228"/>
                    <a:pt x="956" y="206"/>
                    <a:pt x="1035" y="189"/>
                  </a:cubicBezTo>
                  <a:cubicBezTo>
                    <a:pt x="1159" y="283"/>
                    <a:pt x="1246" y="423"/>
                    <a:pt x="1269" y="584"/>
                  </a:cubicBezTo>
                  <a:close/>
                  <a:moveTo>
                    <a:pt x="960" y="1202"/>
                  </a:moveTo>
                  <a:lnTo>
                    <a:pt x="960" y="1202"/>
                  </a:lnTo>
                  <a:cubicBezTo>
                    <a:pt x="832" y="1133"/>
                    <a:pt x="729" y="1051"/>
                    <a:pt x="651" y="957"/>
                  </a:cubicBezTo>
                  <a:cubicBezTo>
                    <a:pt x="652" y="957"/>
                    <a:pt x="652" y="956"/>
                    <a:pt x="652" y="956"/>
                  </a:cubicBezTo>
                  <a:cubicBezTo>
                    <a:pt x="827" y="949"/>
                    <a:pt x="996" y="882"/>
                    <a:pt x="1158" y="756"/>
                  </a:cubicBezTo>
                  <a:cubicBezTo>
                    <a:pt x="1164" y="758"/>
                    <a:pt x="1169" y="759"/>
                    <a:pt x="1175" y="759"/>
                  </a:cubicBezTo>
                  <a:cubicBezTo>
                    <a:pt x="1176" y="759"/>
                    <a:pt x="1177" y="759"/>
                    <a:pt x="1178" y="759"/>
                  </a:cubicBezTo>
                  <a:cubicBezTo>
                    <a:pt x="1196" y="808"/>
                    <a:pt x="1210" y="862"/>
                    <a:pt x="1223" y="918"/>
                  </a:cubicBezTo>
                  <a:cubicBezTo>
                    <a:pt x="1168" y="1038"/>
                    <a:pt x="1076" y="1138"/>
                    <a:pt x="960" y="1202"/>
                  </a:cubicBezTo>
                  <a:close/>
                  <a:moveTo>
                    <a:pt x="434" y="591"/>
                  </a:moveTo>
                  <a:lnTo>
                    <a:pt x="434" y="591"/>
                  </a:lnTo>
                  <a:cubicBezTo>
                    <a:pt x="448" y="685"/>
                    <a:pt x="479" y="788"/>
                    <a:pt x="540" y="890"/>
                  </a:cubicBezTo>
                  <a:cubicBezTo>
                    <a:pt x="539" y="893"/>
                    <a:pt x="537" y="895"/>
                    <a:pt x="536" y="898"/>
                  </a:cubicBezTo>
                  <a:cubicBezTo>
                    <a:pt x="481" y="891"/>
                    <a:pt x="428" y="877"/>
                    <a:pt x="381" y="861"/>
                  </a:cubicBezTo>
                  <a:cubicBezTo>
                    <a:pt x="381" y="860"/>
                    <a:pt x="381" y="859"/>
                    <a:pt x="381" y="858"/>
                  </a:cubicBezTo>
                  <a:cubicBezTo>
                    <a:pt x="381" y="835"/>
                    <a:pt x="369" y="815"/>
                    <a:pt x="352" y="804"/>
                  </a:cubicBezTo>
                  <a:cubicBezTo>
                    <a:pt x="357" y="783"/>
                    <a:pt x="362" y="763"/>
                    <a:pt x="369" y="742"/>
                  </a:cubicBezTo>
                  <a:cubicBezTo>
                    <a:pt x="386" y="688"/>
                    <a:pt x="408" y="638"/>
                    <a:pt x="434" y="591"/>
                  </a:cubicBezTo>
                  <a:close/>
                  <a:moveTo>
                    <a:pt x="1110" y="694"/>
                  </a:moveTo>
                  <a:lnTo>
                    <a:pt x="1110" y="694"/>
                  </a:lnTo>
                  <a:cubicBezTo>
                    <a:pt x="1110" y="704"/>
                    <a:pt x="1112" y="713"/>
                    <a:pt x="1116" y="721"/>
                  </a:cubicBezTo>
                  <a:cubicBezTo>
                    <a:pt x="968" y="834"/>
                    <a:pt x="815" y="894"/>
                    <a:pt x="658" y="902"/>
                  </a:cubicBezTo>
                  <a:cubicBezTo>
                    <a:pt x="649" y="876"/>
                    <a:pt x="625" y="858"/>
                    <a:pt x="596" y="858"/>
                  </a:cubicBezTo>
                  <a:cubicBezTo>
                    <a:pt x="591" y="858"/>
                    <a:pt x="587" y="858"/>
                    <a:pt x="582" y="859"/>
                  </a:cubicBezTo>
                  <a:cubicBezTo>
                    <a:pt x="531" y="772"/>
                    <a:pt x="498" y="676"/>
                    <a:pt x="485" y="572"/>
                  </a:cubicBezTo>
                  <a:cubicBezTo>
                    <a:pt x="504" y="561"/>
                    <a:pt x="516" y="540"/>
                    <a:pt x="516" y="517"/>
                  </a:cubicBezTo>
                  <a:cubicBezTo>
                    <a:pt x="516" y="504"/>
                    <a:pt x="513" y="493"/>
                    <a:pt x="507" y="483"/>
                  </a:cubicBezTo>
                  <a:cubicBezTo>
                    <a:pt x="563" y="415"/>
                    <a:pt x="632" y="356"/>
                    <a:pt x="713" y="309"/>
                  </a:cubicBezTo>
                  <a:cubicBezTo>
                    <a:pt x="724" y="317"/>
                    <a:pt x="737" y="322"/>
                    <a:pt x="752" y="322"/>
                  </a:cubicBezTo>
                  <a:cubicBezTo>
                    <a:pt x="768" y="322"/>
                    <a:pt x="782" y="316"/>
                    <a:pt x="793" y="307"/>
                  </a:cubicBezTo>
                  <a:cubicBezTo>
                    <a:pt x="939" y="381"/>
                    <a:pt x="1052" y="495"/>
                    <a:pt x="1129" y="648"/>
                  </a:cubicBezTo>
                  <a:cubicBezTo>
                    <a:pt x="1118" y="660"/>
                    <a:pt x="1110" y="676"/>
                    <a:pt x="1110" y="694"/>
                  </a:cubicBezTo>
                  <a:close/>
                  <a:moveTo>
                    <a:pt x="1276" y="672"/>
                  </a:moveTo>
                  <a:lnTo>
                    <a:pt x="1276" y="672"/>
                  </a:lnTo>
                  <a:cubicBezTo>
                    <a:pt x="1276" y="725"/>
                    <a:pt x="1269" y="777"/>
                    <a:pt x="1255" y="827"/>
                  </a:cubicBezTo>
                  <a:cubicBezTo>
                    <a:pt x="1246" y="795"/>
                    <a:pt x="1236" y="764"/>
                    <a:pt x="1225" y="735"/>
                  </a:cubicBezTo>
                  <a:cubicBezTo>
                    <a:pt x="1235" y="723"/>
                    <a:pt x="1240" y="709"/>
                    <a:pt x="1240" y="694"/>
                  </a:cubicBezTo>
                  <a:cubicBezTo>
                    <a:pt x="1240" y="692"/>
                    <a:pt x="1240" y="690"/>
                    <a:pt x="1240" y="688"/>
                  </a:cubicBezTo>
                  <a:cubicBezTo>
                    <a:pt x="1252" y="677"/>
                    <a:pt x="1263" y="665"/>
                    <a:pt x="1275" y="654"/>
                  </a:cubicBezTo>
                  <a:cubicBezTo>
                    <a:pt x="1276" y="660"/>
                    <a:pt x="1276" y="666"/>
                    <a:pt x="1276" y="672"/>
                  </a:cubicBezTo>
                  <a:close/>
                  <a:moveTo>
                    <a:pt x="688" y="262"/>
                  </a:moveTo>
                  <a:lnTo>
                    <a:pt x="688" y="262"/>
                  </a:lnTo>
                  <a:cubicBezTo>
                    <a:pt x="688" y="262"/>
                    <a:pt x="688" y="263"/>
                    <a:pt x="688" y="263"/>
                  </a:cubicBezTo>
                  <a:cubicBezTo>
                    <a:pt x="601" y="314"/>
                    <a:pt x="533" y="374"/>
                    <a:pt x="478" y="436"/>
                  </a:cubicBezTo>
                  <a:cubicBezTo>
                    <a:pt x="480" y="370"/>
                    <a:pt x="490" y="309"/>
                    <a:pt x="501" y="255"/>
                  </a:cubicBezTo>
                  <a:cubicBezTo>
                    <a:pt x="519" y="251"/>
                    <a:pt x="533" y="240"/>
                    <a:pt x="542" y="226"/>
                  </a:cubicBezTo>
                  <a:cubicBezTo>
                    <a:pt x="588" y="233"/>
                    <a:pt x="638" y="245"/>
                    <a:pt x="688" y="262"/>
                  </a:cubicBezTo>
                  <a:close/>
                  <a:moveTo>
                    <a:pt x="352" y="158"/>
                  </a:moveTo>
                  <a:lnTo>
                    <a:pt x="352" y="158"/>
                  </a:lnTo>
                  <a:cubicBezTo>
                    <a:pt x="396" y="131"/>
                    <a:pt x="443" y="109"/>
                    <a:pt x="493" y="94"/>
                  </a:cubicBezTo>
                  <a:cubicBezTo>
                    <a:pt x="489" y="104"/>
                    <a:pt x="485" y="115"/>
                    <a:pt x="481" y="128"/>
                  </a:cubicBezTo>
                  <a:cubicBezTo>
                    <a:pt x="459" y="130"/>
                    <a:pt x="441" y="142"/>
                    <a:pt x="431" y="160"/>
                  </a:cubicBezTo>
                  <a:cubicBezTo>
                    <a:pt x="402" y="158"/>
                    <a:pt x="376" y="158"/>
                    <a:pt x="352" y="158"/>
                  </a:cubicBezTo>
                  <a:close/>
                  <a:moveTo>
                    <a:pt x="72" y="748"/>
                  </a:moveTo>
                  <a:lnTo>
                    <a:pt x="72" y="748"/>
                  </a:lnTo>
                  <a:cubicBezTo>
                    <a:pt x="111" y="781"/>
                    <a:pt x="173" y="825"/>
                    <a:pt x="252" y="865"/>
                  </a:cubicBezTo>
                  <a:cubicBezTo>
                    <a:pt x="254" y="884"/>
                    <a:pt x="263" y="900"/>
                    <a:pt x="278" y="911"/>
                  </a:cubicBezTo>
                  <a:cubicBezTo>
                    <a:pt x="267" y="1001"/>
                    <a:pt x="270" y="1077"/>
                    <a:pt x="273" y="1126"/>
                  </a:cubicBezTo>
                  <a:cubicBezTo>
                    <a:pt x="165" y="1030"/>
                    <a:pt x="91" y="896"/>
                    <a:pt x="72" y="748"/>
                  </a:cubicBezTo>
                  <a:close/>
                  <a:moveTo>
                    <a:pt x="490" y="1318"/>
                  </a:moveTo>
                  <a:lnTo>
                    <a:pt x="490" y="1318"/>
                  </a:lnTo>
                  <a:cubicBezTo>
                    <a:pt x="498" y="1348"/>
                    <a:pt x="525" y="1371"/>
                    <a:pt x="558" y="1371"/>
                  </a:cubicBezTo>
                  <a:cubicBezTo>
                    <a:pt x="596" y="1371"/>
                    <a:pt x="627" y="1339"/>
                    <a:pt x="627" y="1301"/>
                  </a:cubicBezTo>
                  <a:cubicBezTo>
                    <a:pt x="627" y="1263"/>
                    <a:pt x="596" y="1232"/>
                    <a:pt x="558" y="1232"/>
                  </a:cubicBezTo>
                  <a:cubicBezTo>
                    <a:pt x="538" y="1232"/>
                    <a:pt x="520" y="1240"/>
                    <a:pt x="507" y="1253"/>
                  </a:cubicBezTo>
                  <a:cubicBezTo>
                    <a:pt x="444" y="1236"/>
                    <a:pt x="385" y="1208"/>
                    <a:pt x="332" y="1172"/>
                  </a:cubicBezTo>
                  <a:cubicBezTo>
                    <a:pt x="332" y="1167"/>
                    <a:pt x="315" y="1061"/>
                    <a:pt x="331" y="921"/>
                  </a:cubicBezTo>
                  <a:cubicBezTo>
                    <a:pt x="340" y="919"/>
                    <a:pt x="348" y="915"/>
                    <a:pt x="355" y="909"/>
                  </a:cubicBezTo>
                  <a:cubicBezTo>
                    <a:pt x="411" y="929"/>
                    <a:pt x="472" y="944"/>
                    <a:pt x="538" y="952"/>
                  </a:cubicBezTo>
                  <a:cubicBezTo>
                    <a:pt x="549" y="973"/>
                    <a:pt x="571" y="988"/>
                    <a:pt x="596" y="988"/>
                  </a:cubicBezTo>
                  <a:cubicBezTo>
                    <a:pt x="600" y="988"/>
                    <a:pt x="604" y="987"/>
                    <a:pt x="608" y="987"/>
                  </a:cubicBezTo>
                  <a:cubicBezTo>
                    <a:pt x="678" y="1073"/>
                    <a:pt x="773" y="1156"/>
                    <a:pt x="902" y="1230"/>
                  </a:cubicBezTo>
                  <a:cubicBezTo>
                    <a:pt x="880" y="1239"/>
                    <a:pt x="858" y="1247"/>
                    <a:pt x="836" y="1253"/>
                  </a:cubicBezTo>
                  <a:cubicBezTo>
                    <a:pt x="823" y="1240"/>
                    <a:pt x="805" y="1231"/>
                    <a:pt x="785" y="1231"/>
                  </a:cubicBezTo>
                  <a:cubicBezTo>
                    <a:pt x="746" y="1231"/>
                    <a:pt x="715" y="1262"/>
                    <a:pt x="715" y="1300"/>
                  </a:cubicBezTo>
                  <a:cubicBezTo>
                    <a:pt x="715" y="1338"/>
                    <a:pt x="746" y="1370"/>
                    <a:pt x="785" y="1370"/>
                  </a:cubicBezTo>
                  <a:cubicBezTo>
                    <a:pt x="817" y="1370"/>
                    <a:pt x="844" y="1348"/>
                    <a:pt x="852" y="1318"/>
                  </a:cubicBezTo>
                  <a:cubicBezTo>
                    <a:pt x="1136" y="1238"/>
                    <a:pt x="1343" y="973"/>
                    <a:pt x="1342" y="672"/>
                  </a:cubicBezTo>
                  <a:cubicBezTo>
                    <a:pt x="1342" y="301"/>
                    <a:pt x="1041" y="0"/>
                    <a:pt x="671" y="0"/>
                  </a:cubicBezTo>
                  <a:cubicBezTo>
                    <a:pt x="301" y="0"/>
                    <a:pt x="0" y="301"/>
                    <a:pt x="0" y="672"/>
                  </a:cubicBezTo>
                  <a:cubicBezTo>
                    <a:pt x="0" y="973"/>
                    <a:pt x="206" y="1238"/>
                    <a:pt x="490" y="1318"/>
                  </a:cubicBezTo>
                  <a:close/>
                </a:path>
              </a:pathLst>
            </a:custGeom>
            <a:grpFill/>
            <a:ln w="9525">
              <a:solidFill>
                <a:schemeClr val="bg2"/>
              </a:solidFill>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2921" y="1012400"/>
            <a:ext cx="11296649" cy="497095"/>
          </a:xfrm>
        </p:spPr>
        <p:txBody>
          <a:bodyPr>
            <a:normAutofit/>
          </a:bodyPr>
          <a:lstStyle/>
          <a:p>
            <a:pPr marL="342900" indent="-342900">
              <a:buFont typeface="Arial" panose="020B0604020202020204" pitchFamily="34" charset="0"/>
              <a:buChar char="•"/>
            </a:pPr>
            <a:r>
              <a:rPr lang="zh-CN" altLang="en-US" sz="2200" dirty="0"/>
              <a:t>不同设备组成超级终端的核心基础能力，无感自组网</a:t>
            </a:r>
            <a:endParaRPr lang="zh-CN" altLang="en-US" sz="2200" dirty="0"/>
          </a:p>
        </p:txBody>
      </p:sp>
      <p:sp>
        <p:nvSpPr>
          <p:cNvPr id="439" name="文本框 438"/>
          <p:cNvSpPr txBox="1"/>
          <p:nvPr/>
        </p:nvSpPr>
        <p:spPr>
          <a:xfrm>
            <a:off x="1273357" y="3809926"/>
            <a:ext cx="1739787" cy="513601"/>
          </a:xfrm>
          <a:prstGeom prst="rect">
            <a:avLst/>
          </a:prstGeom>
          <a:solidFill>
            <a:schemeClr val="tx1"/>
          </a:solid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rPr>
              <a:t>自发现</a:t>
            </a:r>
            <a:endParaRPr kumimoji="0" lang="zh-CN" altLang="en-US" sz="2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grpSp>
        <p:nvGrpSpPr>
          <p:cNvPr id="440" name="组合 119"/>
          <p:cNvGrpSpPr/>
          <p:nvPr/>
        </p:nvGrpSpPr>
        <p:grpSpPr bwMode="auto">
          <a:xfrm>
            <a:off x="751521" y="3819947"/>
            <a:ext cx="513869" cy="493560"/>
            <a:chOff x="6215061" y="1419225"/>
            <a:chExt cx="600075" cy="612776"/>
          </a:xfrm>
          <a:solidFill>
            <a:schemeClr val="tx1"/>
          </a:solidFill>
        </p:grpSpPr>
        <p:sp>
          <p:nvSpPr>
            <p:cNvPr id="441" name="Freeform 43"/>
            <p:cNvSpPr>
              <a:spLocks noEditPoints="1"/>
            </p:cNvSpPr>
            <p:nvPr/>
          </p:nvSpPr>
          <p:spPr bwMode="auto">
            <a:xfrm>
              <a:off x="6332538" y="1550988"/>
              <a:ext cx="309563" cy="309563"/>
            </a:xfrm>
            <a:custGeom>
              <a:avLst/>
              <a:gdLst>
                <a:gd name="T0" fmla="*/ 2147483646 w 738"/>
                <a:gd name="T1" fmla="*/ 2147483646 h 738"/>
                <a:gd name="T2" fmla="*/ 2147483646 w 738"/>
                <a:gd name="T3" fmla="*/ 2147483646 h 738"/>
                <a:gd name="T4" fmla="*/ 2147483646 w 738"/>
                <a:gd name="T5" fmla="*/ 2147483646 h 738"/>
                <a:gd name="T6" fmla="*/ 2147483646 w 738"/>
                <a:gd name="T7" fmla="*/ 2147483646 h 738"/>
                <a:gd name="T8" fmla="*/ 2147483646 w 738"/>
                <a:gd name="T9" fmla="*/ 2147483646 h 738"/>
                <a:gd name="T10" fmla="*/ 2147483646 w 738"/>
                <a:gd name="T11" fmla="*/ 2147483646 h 738"/>
                <a:gd name="T12" fmla="*/ 2147483646 w 738"/>
                <a:gd name="T13" fmla="*/ 2147483646 h 738"/>
                <a:gd name="T14" fmla="*/ 2147483646 w 738"/>
                <a:gd name="T15" fmla="*/ 2147483646 h 738"/>
                <a:gd name="T16" fmla="*/ 2147483646 w 738"/>
                <a:gd name="T17" fmla="*/ 2147483646 h 738"/>
                <a:gd name="T18" fmla="*/ 0 w 738"/>
                <a:gd name="T19" fmla="*/ 2147483646 h 738"/>
                <a:gd name="T20" fmla="*/ 2147483646 w 738"/>
                <a:gd name="T21" fmla="*/ 0 h 738"/>
                <a:gd name="T22" fmla="*/ 2147483646 w 738"/>
                <a:gd name="T23" fmla="*/ 2147483646 h 738"/>
                <a:gd name="T24" fmla="*/ 2147483646 w 738"/>
                <a:gd name="T25" fmla="*/ 2147483646 h 738"/>
                <a:gd name="T26" fmla="*/ 2147483646 w 738"/>
                <a:gd name="T27" fmla="*/ 2147483646 h 7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38"/>
                <a:gd name="T43" fmla="*/ 0 h 738"/>
                <a:gd name="T44" fmla="*/ 738 w 738"/>
                <a:gd name="T45" fmla="*/ 738 h 7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38" h="738">
                  <a:moveTo>
                    <a:pt x="369" y="67"/>
                  </a:moveTo>
                  <a:lnTo>
                    <a:pt x="369" y="67"/>
                  </a:lnTo>
                  <a:cubicBezTo>
                    <a:pt x="203" y="67"/>
                    <a:pt x="67" y="202"/>
                    <a:pt x="67" y="369"/>
                  </a:cubicBezTo>
                  <a:cubicBezTo>
                    <a:pt x="67" y="536"/>
                    <a:pt x="203" y="671"/>
                    <a:pt x="369" y="671"/>
                  </a:cubicBezTo>
                  <a:cubicBezTo>
                    <a:pt x="392" y="671"/>
                    <a:pt x="415" y="669"/>
                    <a:pt x="437" y="664"/>
                  </a:cubicBezTo>
                  <a:cubicBezTo>
                    <a:pt x="575" y="632"/>
                    <a:pt x="671" y="511"/>
                    <a:pt x="671" y="369"/>
                  </a:cubicBezTo>
                  <a:cubicBezTo>
                    <a:pt x="671" y="202"/>
                    <a:pt x="536" y="67"/>
                    <a:pt x="369" y="67"/>
                  </a:cubicBezTo>
                  <a:close/>
                  <a:moveTo>
                    <a:pt x="369" y="738"/>
                  </a:moveTo>
                  <a:lnTo>
                    <a:pt x="369" y="738"/>
                  </a:lnTo>
                  <a:cubicBezTo>
                    <a:pt x="166" y="738"/>
                    <a:pt x="0" y="572"/>
                    <a:pt x="0" y="369"/>
                  </a:cubicBezTo>
                  <a:cubicBezTo>
                    <a:pt x="0" y="166"/>
                    <a:pt x="166" y="0"/>
                    <a:pt x="369" y="0"/>
                  </a:cubicBezTo>
                  <a:cubicBezTo>
                    <a:pt x="573" y="0"/>
                    <a:pt x="738" y="166"/>
                    <a:pt x="738" y="369"/>
                  </a:cubicBezTo>
                  <a:cubicBezTo>
                    <a:pt x="738" y="542"/>
                    <a:pt x="620" y="690"/>
                    <a:pt x="452" y="729"/>
                  </a:cubicBezTo>
                  <a:cubicBezTo>
                    <a:pt x="425" y="735"/>
                    <a:pt x="397" y="738"/>
                    <a:pt x="369" y="738"/>
                  </a:cubicBezTo>
                  <a:close/>
                </a:path>
              </a:pathLst>
            </a:custGeom>
            <a:grpFill/>
            <a:ln w="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42" name="Freeform 44"/>
            <p:cNvSpPr/>
            <p:nvPr/>
          </p:nvSpPr>
          <p:spPr bwMode="auto">
            <a:xfrm>
              <a:off x="6376988" y="1595438"/>
              <a:ext cx="109538" cy="109538"/>
            </a:xfrm>
            <a:custGeom>
              <a:avLst/>
              <a:gdLst>
                <a:gd name="T0" fmla="*/ 2147483646 w 263"/>
                <a:gd name="T1" fmla="*/ 2147483646 h 263"/>
                <a:gd name="T2" fmla="*/ 2147483646 w 263"/>
                <a:gd name="T3" fmla="*/ 2147483646 h 263"/>
                <a:gd name="T4" fmla="*/ 0 w 263"/>
                <a:gd name="T5" fmla="*/ 2147483646 h 263"/>
                <a:gd name="T6" fmla="*/ 2147483646 w 263"/>
                <a:gd name="T7" fmla="*/ 2147483646 h 263"/>
                <a:gd name="T8" fmla="*/ 2147483646 w 263"/>
                <a:gd name="T9" fmla="*/ 0 h 263"/>
                <a:gd name="T10" fmla="*/ 2147483646 w 263"/>
                <a:gd name="T11" fmla="*/ 2147483646 h 263"/>
                <a:gd name="T12" fmla="*/ 2147483646 w 263"/>
                <a:gd name="T13" fmla="*/ 2147483646 h 263"/>
                <a:gd name="T14" fmla="*/ 2147483646 w 263"/>
                <a:gd name="T15" fmla="*/ 2147483646 h 263"/>
                <a:gd name="T16" fmla="*/ 0 60000 65536"/>
                <a:gd name="T17" fmla="*/ 0 60000 65536"/>
                <a:gd name="T18" fmla="*/ 0 60000 65536"/>
                <a:gd name="T19" fmla="*/ 0 60000 65536"/>
                <a:gd name="T20" fmla="*/ 0 60000 65536"/>
                <a:gd name="T21" fmla="*/ 0 60000 65536"/>
                <a:gd name="T22" fmla="*/ 0 60000 65536"/>
                <a:gd name="T23" fmla="*/ 0 60000 65536"/>
                <a:gd name="T24" fmla="*/ 0 w 263"/>
                <a:gd name="T25" fmla="*/ 0 h 263"/>
                <a:gd name="T26" fmla="*/ 263 w 263"/>
                <a:gd name="T27" fmla="*/ 263 h 2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3" h="263">
                  <a:moveTo>
                    <a:pt x="40" y="263"/>
                  </a:moveTo>
                  <a:lnTo>
                    <a:pt x="40" y="263"/>
                  </a:lnTo>
                  <a:lnTo>
                    <a:pt x="0" y="263"/>
                  </a:lnTo>
                  <a:cubicBezTo>
                    <a:pt x="0" y="189"/>
                    <a:pt x="32" y="117"/>
                    <a:pt x="88" y="67"/>
                  </a:cubicBezTo>
                  <a:cubicBezTo>
                    <a:pt x="136" y="24"/>
                    <a:pt x="198" y="0"/>
                    <a:pt x="263" y="0"/>
                  </a:cubicBezTo>
                  <a:lnTo>
                    <a:pt x="263" y="40"/>
                  </a:lnTo>
                  <a:cubicBezTo>
                    <a:pt x="208" y="40"/>
                    <a:pt x="155" y="60"/>
                    <a:pt x="114" y="97"/>
                  </a:cubicBezTo>
                  <a:cubicBezTo>
                    <a:pt x="67" y="139"/>
                    <a:pt x="40" y="200"/>
                    <a:pt x="40" y="263"/>
                  </a:cubicBezTo>
                  <a:close/>
                </a:path>
              </a:pathLst>
            </a:custGeom>
            <a:grpFill/>
            <a:ln w="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43" name="Freeform 45"/>
            <p:cNvSpPr/>
            <p:nvPr/>
          </p:nvSpPr>
          <p:spPr bwMode="auto">
            <a:xfrm>
              <a:off x="6583363" y="1789113"/>
              <a:ext cx="114300" cy="95250"/>
            </a:xfrm>
            <a:custGeom>
              <a:avLst/>
              <a:gdLst>
                <a:gd name="T0" fmla="*/ 2147483646 w 271"/>
                <a:gd name="T1" fmla="*/ 2147483646 h 230"/>
                <a:gd name="T2" fmla="*/ 2147483646 w 271"/>
                <a:gd name="T3" fmla="*/ 2147483646 h 230"/>
                <a:gd name="T4" fmla="*/ 0 w 271"/>
                <a:gd name="T5" fmla="*/ 2147483646 h 230"/>
                <a:gd name="T6" fmla="*/ 2147483646 w 271"/>
                <a:gd name="T7" fmla="*/ 0 h 230"/>
                <a:gd name="T8" fmla="*/ 2147483646 w 271"/>
                <a:gd name="T9" fmla="*/ 2147483646 h 230"/>
                <a:gd name="T10" fmla="*/ 2147483646 w 271"/>
                <a:gd name="T11" fmla="*/ 2147483646 h 230"/>
                <a:gd name="T12" fmla="*/ 0 60000 65536"/>
                <a:gd name="T13" fmla="*/ 0 60000 65536"/>
                <a:gd name="T14" fmla="*/ 0 60000 65536"/>
                <a:gd name="T15" fmla="*/ 0 60000 65536"/>
                <a:gd name="T16" fmla="*/ 0 60000 65536"/>
                <a:gd name="T17" fmla="*/ 0 60000 65536"/>
                <a:gd name="T18" fmla="*/ 0 w 271"/>
                <a:gd name="T19" fmla="*/ 0 h 230"/>
                <a:gd name="T20" fmla="*/ 271 w 271"/>
                <a:gd name="T21" fmla="*/ 230 h 230"/>
              </a:gdLst>
              <a:ahLst/>
              <a:cxnLst>
                <a:cxn ang="T12">
                  <a:pos x="T0" y="T1"/>
                </a:cxn>
                <a:cxn ang="T13">
                  <a:pos x="T2" y="T3"/>
                </a:cxn>
                <a:cxn ang="T14">
                  <a:pos x="T4" y="T5"/>
                </a:cxn>
                <a:cxn ang="T15">
                  <a:pos x="T6" y="T7"/>
                </a:cxn>
                <a:cxn ang="T16">
                  <a:pos x="T8" y="T9"/>
                </a:cxn>
                <a:cxn ang="T17">
                  <a:pos x="T10" y="T11"/>
                </a:cxn>
              </a:cxnLst>
              <a:rect l="T18" t="T19" r="T20" b="T21"/>
              <a:pathLst>
                <a:path w="271" h="230">
                  <a:moveTo>
                    <a:pt x="231" y="230"/>
                  </a:moveTo>
                  <a:lnTo>
                    <a:pt x="231" y="230"/>
                  </a:lnTo>
                  <a:lnTo>
                    <a:pt x="0" y="53"/>
                  </a:lnTo>
                  <a:lnTo>
                    <a:pt x="40" y="0"/>
                  </a:lnTo>
                  <a:lnTo>
                    <a:pt x="271" y="177"/>
                  </a:lnTo>
                  <a:lnTo>
                    <a:pt x="231" y="230"/>
                  </a:lnTo>
                  <a:close/>
                </a:path>
              </a:pathLst>
            </a:custGeom>
            <a:grpFill/>
            <a:ln w="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44" name="Freeform 46"/>
            <p:cNvSpPr/>
            <p:nvPr/>
          </p:nvSpPr>
          <p:spPr bwMode="auto">
            <a:xfrm>
              <a:off x="6215061" y="1419225"/>
              <a:ext cx="600075" cy="598488"/>
            </a:xfrm>
            <a:custGeom>
              <a:avLst/>
              <a:gdLst>
                <a:gd name="T0" fmla="*/ 2147483646 w 1429"/>
                <a:gd name="T1" fmla="*/ 2147483646 h 1424"/>
                <a:gd name="T2" fmla="*/ 2147483646 w 1429"/>
                <a:gd name="T3" fmla="*/ 2147483646 h 1424"/>
                <a:gd name="T4" fmla="*/ 2147483646 w 1429"/>
                <a:gd name="T5" fmla="*/ 2147483646 h 1424"/>
                <a:gd name="T6" fmla="*/ 2147483646 w 1429"/>
                <a:gd name="T7" fmla="*/ 2147483646 h 1424"/>
                <a:gd name="T8" fmla="*/ 2147483646 w 1429"/>
                <a:gd name="T9" fmla="*/ 2147483646 h 1424"/>
                <a:gd name="T10" fmla="*/ 2147483646 w 1429"/>
                <a:gd name="T11" fmla="*/ 2147483646 h 1424"/>
                <a:gd name="T12" fmla="*/ 2147483646 w 1429"/>
                <a:gd name="T13" fmla="*/ 2147483646 h 1424"/>
                <a:gd name="T14" fmla="*/ 2147483646 w 1429"/>
                <a:gd name="T15" fmla="*/ 2147483646 h 1424"/>
                <a:gd name="T16" fmla="*/ 2147483646 w 1429"/>
                <a:gd name="T17" fmla="*/ 2147483646 h 1424"/>
                <a:gd name="T18" fmla="*/ 2147483646 w 1429"/>
                <a:gd name="T19" fmla="*/ 2147483646 h 1424"/>
                <a:gd name="T20" fmla="*/ 0 w 1429"/>
                <a:gd name="T21" fmla="*/ 2147483646 h 1424"/>
                <a:gd name="T22" fmla="*/ 2147483646 w 1429"/>
                <a:gd name="T23" fmla="*/ 0 h 1424"/>
                <a:gd name="T24" fmla="*/ 2147483646 w 1429"/>
                <a:gd name="T25" fmla="*/ 2147483646 h 1424"/>
                <a:gd name="T26" fmla="*/ 2147483646 w 1429"/>
                <a:gd name="T27" fmla="*/ 2147483646 h 1424"/>
                <a:gd name="T28" fmla="*/ 2147483646 w 1429"/>
                <a:gd name="T29" fmla="*/ 2147483646 h 14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9"/>
                <a:gd name="T46" fmla="*/ 0 h 1424"/>
                <a:gd name="T47" fmla="*/ 1429 w 1429"/>
                <a:gd name="T48" fmla="*/ 1424 h 142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9" h="1424">
                  <a:moveTo>
                    <a:pt x="817" y="1422"/>
                  </a:moveTo>
                  <a:lnTo>
                    <a:pt x="817" y="1422"/>
                  </a:lnTo>
                  <a:cubicBezTo>
                    <a:pt x="800" y="1422"/>
                    <a:pt x="786" y="1410"/>
                    <a:pt x="784" y="1394"/>
                  </a:cubicBezTo>
                  <a:cubicBezTo>
                    <a:pt x="781" y="1375"/>
                    <a:pt x="794" y="1358"/>
                    <a:pt x="812" y="1356"/>
                  </a:cubicBezTo>
                  <a:cubicBezTo>
                    <a:pt x="1126" y="1308"/>
                    <a:pt x="1363" y="1033"/>
                    <a:pt x="1362" y="715"/>
                  </a:cubicBezTo>
                  <a:cubicBezTo>
                    <a:pt x="1362" y="357"/>
                    <a:pt x="1072" y="67"/>
                    <a:pt x="714" y="67"/>
                  </a:cubicBezTo>
                  <a:cubicBezTo>
                    <a:pt x="357" y="67"/>
                    <a:pt x="66" y="357"/>
                    <a:pt x="66" y="715"/>
                  </a:cubicBezTo>
                  <a:cubicBezTo>
                    <a:pt x="66" y="1033"/>
                    <a:pt x="303" y="1308"/>
                    <a:pt x="617" y="1356"/>
                  </a:cubicBezTo>
                  <a:cubicBezTo>
                    <a:pt x="635" y="1358"/>
                    <a:pt x="648" y="1375"/>
                    <a:pt x="645" y="1394"/>
                  </a:cubicBezTo>
                  <a:cubicBezTo>
                    <a:pt x="642" y="1412"/>
                    <a:pt x="625" y="1424"/>
                    <a:pt x="607" y="1422"/>
                  </a:cubicBezTo>
                  <a:cubicBezTo>
                    <a:pt x="261" y="1370"/>
                    <a:pt x="0" y="1066"/>
                    <a:pt x="0" y="715"/>
                  </a:cubicBezTo>
                  <a:cubicBezTo>
                    <a:pt x="0" y="321"/>
                    <a:pt x="320" y="0"/>
                    <a:pt x="714" y="0"/>
                  </a:cubicBezTo>
                  <a:cubicBezTo>
                    <a:pt x="1108" y="0"/>
                    <a:pt x="1429" y="321"/>
                    <a:pt x="1429" y="715"/>
                  </a:cubicBezTo>
                  <a:cubicBezTo>
                    <a:pt x="1429" y="1066"/>
                    <a:pt x="1168" y="1369"/>
                    <a:pt x="822" y="1422"/>
                  </a:cubicBezTo>
                  <a:cubicBezTo>
                    <a:pt x="820" y="1422"/>
                    <a:pt x="818" y="1422"/>
                    <a:pt x="817" y="1422"/>
                  </a:cubicBezTo>
                  <a:close/>
                </a:path>
              </a:pathLst>
            </a:custGeom>
            <a:grpFill/>
            <a:ln w="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45" name="Freeform 47"/>
            <p:cNvSpPr/>
            <p:nvPr/>
          </p:nvSpPr>
          <p:spPr bwMode="auto">
            <a:xfrm>
              <a:off x="6440488" y="1973263"/>
              <a:ext cx="58738" cy="58738"/>
            </a:xfrm>
            <a:custGeom>
              <a:avLst/>
              <a:gdLst>
                <a:gd name="T0" fmla="*/ 2147483646 w 139"/>
                <a:gd name="T1" fmla="*/ 2147483646 h 138"/>
                <a:gd name="T2" fmla="*/ 2147483646 w 139"/>
                <a:gd name="T3" fmla="*/ 2147483646 h 138"/>
                <a:gd name="T4" fmla="*/ 0 w 139"/>
                <a:gd name="T5" fmla="*/ 2147483646 h 138"/>
                <a:gd name="T6" fmla="*/ 2147483646 w 139"/>
                <a:gd name="T7" fmla="*/ 0 h 138"/>
                <a:gd name="T8" fmla="*/ 2147483646 w 139"/>
                <a:gd name="T9" fmla="*/ 2147483646 h 138"/>
                <a:gd name="T10" fmla="*/ 2147483646 w 139"/>
                <a:gd name="T11" fmla="*/ 2147483646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70" y="138"/>
                  </a:moveTo>
                  <a:lnTo>
                    <a:pt x="70" y="138"/>
                  </a:lnTo>
                  <a:cubicBezTo>
                    <a:pt x="31" y="138"/>
                    <a:pt x="0" y="107"/>
                    <a:pt x="0" y="69"/>
                  </a:cubicBezTo>
                  <a:cubicBezTo>
                    <a:pt x="0" y="31"/>
                    <a:pt x="31" y="0"/>
                    <a:pt x="70" y="0"/>
                  </a:cubicBezTo>
                  <a:cubicBezTo>
                    <a:pt x="108" y="0"/>
                    <a:pt x="139" y="31"/>
                    <a:pt x="139" y="69"/>
                  </a:cubicBezTo>
                  <a:cubicBezTo>
                    <a:pt x="139" y="107"/>
                    <a:pt x="108" y="138"/>
                    <a:pt x="70" y="138"/>
                  </a:cubicBezTo>
                  <a:close/>
                </a:path>
              </a:pathLst>
            </a:custGeom>
            <a:grpFill/>
            <a:ln w="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46" name="Freeform 48"/>
            <p:cNvSpPr/>
            <p:nvPr/>
          </p:nvSpPr>
          <p:spPr bwMode="auto">
            <a:xfrm>
              <a:off x="6530975" y="1973263"/>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70" y="139"/>
                  </a:moveTo>
                  <a:lnTo>
                    <a:pt x="70" y="139"/>
                  </a:lnTo>
                  <a:cubicBezTo>
                    <a:pt x="31" y="139"/>
                    <a:pt x="0" y="107"/>
                    <a:pt x="0" y="69"/>
                  </a:cubicBezTo>
                  <a:cubicBezTo>
                    <a:pt x="0" y="31"/>
                    <a:pt x="31" y="0"/>
                    <a:pt x="70" y="0"/>
                  </a:cubicBezTo>
                  <a:cubicBezTo>
                    <a:pt x="108" y="0"/>
                    <a:pt x="139" y="31"/>
                    <a:pt x="139" y="69"/>
                  </a:cubicBezTo>
                  <a:cubicBezTo>
                    <a:pt x="139" y="107"/>
                    <a:pt x="108" y="139"/>
                    <a:pt x="70" y="139"/>
                  </a:cubicBezTo>
                  <a:close/>
                </a:path>
              </a:pathLst>
            </a:custGeom>
            <a:grpFill/>
            <a:ln w="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grpSp>
      <p:sp>
        <p:nvSpPr>
          <p:cNvPr id="447" name="文本框 446"/>
          <p:cNvSpPr txBox="1"/>
          <p:nvPr/>
        </p:nvSpPr>
        <p:spPr>
          <a:xfrm>
            <a:off x="1273357" y="2361012"/>
            <a:ext cx="1739787" cy="513601"/>
          </a:xfrm>
          <a:prstGeom prst="rect">
            <a:avLst/>
          </a:prstGeom>
          <a:solidFill>
            <a:schemeClr val="tx1"/>
          </a:solid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rPr>
              <a:t>全连接组网</a:t>
            </a:r>
            <a:endParaRPr kumimoji="0" lang="zh-CN" altLang="en-US" sz="2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449" name="文本框 448"/>
          <p:cNvSpPr txBox="1"/>
          <p:nvPr/>
        </p:nvSpPr>
        <p:spPr>
          <a:xfrm>
            <a:off x="1273357" y="5089042"/>
            <a:ext cx="1739787" cy="513601"/>
          </a:xfrm>
          <a:prstGeom prst="rect">
            <a:avLst/>
          </a:prstGeom>
          <a:solidFill>
            <a:schemeClr val="tx1"/>
          </a:solid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rPr>
              <a:t>极速传输</a:t>
            </a:r>
            <a:endParaRPr kumimoji="0" lang="zh-CN" altLang="en-US" sz="24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grpSp>
        <p:nvGrpSpPr>
          <p:cNvPr id="450" name="组合 503"/>
          <p:cNvGrpSpPr/>
          <p:nvPr/>
        </p:nvGrpSpPr>
        <p:grpSpPr bwMode="auto">
          <a:xfrm>
            <a:off x="757041" y="5065889"/>
            <a:ext cx="502828" cy="559908"/>
            <a:chOff x="933450" y="2130425"/>
            <a:chExt cx="641350" cy="620713"/>
          </a:xfrm>
          <a:solidFill>
            <a:schemeClr val="tx1"/>
          </a:solidFill>
        </p:grpSpPr>
        <p:sp>
          <p:nvSpPr>
            <p:cNvPr id="451" name="Freeform 616"/>
            <p:cNvSpPr/>
            <p:nvPr/>
          </p:nvSpPr>
          <p:spPr bwMode="auto">
            <a:xfrm>
              <a:off x="933450" y="2130425"/>
              <a:ext cx="641350" cy="620713"/>
            </a:xfrm>
            <a:custGeom>
              <a:avLst/>
              <a:gdLst>
                <a:gd name="T0" fmla="*/ 2147483646 w 407"/>
                <a:gd name="T1" fmla="*/ 2147483646 h 394"/>
                <a:gd name="T2" fmla="*/ 2147483646 w 407"/>
                <a:gd name="T3" fmla="*/ 2147483646 h 394"/>
                <a:gd name="T4" fmla="*/ 2147483646 w 407"/>
                <a:gd name="T5" fmla="*/ 2147483646 h 394"/>
                <a:gd name="T6" fmla="*/ 2147483646 w 407"/>
                <a:gd name="T7" fmla="*/ 2147483646 h 394"/>
                <a:gd name="T8" fmla="*/ 2147483646 w 407"/>
                <a:gd name="T9" fmla="*/ 2147483646 h 394"/>
                <a:gd name="T10" fmla="*/ 2147483646 w 407"/>
                <a:gd name="T11" fmla="*/ 2147483646 h 394"/>
                <a:gd name="T12" fmla="*/ 2147483646 w 407"/>
                <a:gd name="T13" fmla="*/ 2147483646 h 394"/>
                <a:gd name="T14" fmla="*/ 2147483646 w 407"/>
                <a:gd name="T15" fmla="*/ 2147483646 h 394"/>
                <a:gd name="T16" fmla="*/ 2147483646 w 407"/>
                <a:gd name="T17" fmla="*/ 2147483646 h 394"/>
                <a:gd name="T18" fmla="*/ 2147483646 w 407"/>
                <a:gd name="T19" fmla="*/ 2147483646 h 394"/>
                <a:gd name="T20" fmla="*/ 2147483646 w 407"/>
                <a:gd name="T21" fmla="*/ 2147483646 h 394"/>
                <a:gd name="T22" fmla="*/ 2147483646 w 407"/>
                <a:gd name="T23" fmla="*/ 2147483646 h 394"/>
                <a:gd name="T24" fmla="*/ 2147483646 w 407"/>
                <a:gd name="T25" fmla="*/ 2147483646 h 394"/>
                <a:gd name="T26" fmla="*/ 2147483646 w 407"/>
                <a:gd name="T27" fmla="*/ 2147483646 h 394"/>
                <a:gd name="T28" fmla="*/ 2147483646 w 407"/>
                <a:gd name="T29" fmla="*/ 2147483646 h 394"/>
                <a:gd name="T30" fmla="*/ 2147483646 w 407"/>
                <a:gd name="T31" fmla="*/ 2147483646 h 394"/>
                <a:gd name="T32" fmla="*/ 2147483646 w 407"/>
                <a:gd name="T33" fmla="*/ 2147483646 h 394"/>
                <a:gd name="T34" fmla="*/ 2147483646 w 407"/>
                <a:gd name="T35" fmla="*/ 2147483646 h 394"/>
                <a:gd name="T36" fmla="*/ 2147483646 w 407"/>
                <a:gd name="T37" fmla="*/ 2147483646 h 394"/>
                <a:gd name="T38" fmla="*/ 2147483646 w 407"/>
                <a:gd name="T39" fmla="*/ 2147483646 h 394"/>
                <a:gd name="T40" fmla="*/ 2147483646 w 407"/>
                <a:gd name="T41" fmla="*/ 2147483646 h 394"/>
                <a:gd name="T42" fmla="*/ 2147483646 w 407"/>
                <a:gd name="T43" fmla="*/ 2147483646 h 394"/>
                <a:gd name="T44" fmla="*/ 2147483646 w 407"/>
                <a:gd name="T45" fmla="*/ 2147483646 h 394"/>
                <a:gd name="T46" fmla="*/ 2147483646 w 407"/>
                <a:gd name="T47" fmla="*/ 2147483646 h 394"/>
                <a:gd name="T48" fmla="*/ 2147483646 w 407"/>
                <a:gd name="T49" fmla="*/ 2147483646 h 394"/>
                <a:gd name="T50" fmla="*/ 2147483646 w 407"/>
                <a:gd name="T51" fmla="*/ 2147483646 h 394"/>
                <a:gd name="T52" fmla="*/ 2147483646 w 407"/>
                <a:gd name="T53" fmla="*/ 2147483646 h 394"/>
                <a:gd name="T54" fmla="*/ 2147483646 w 407"/>
                <a:gd name="T55" fmla="*/ 2147483646 h 394"/>
                <a:gd name="T56" fmla="*/ 2147483646 w 407"/>
                <a:gd name="T57" fmla="*/ 2147483646 h 394"/>
                <a:gd name="T58" fmla="*/ 2147483646 w 407"/>
                <a:gd name="T59" fmla="*/ 2147483646 h 394"/>
                <a:gd name="T60" fmla="*/ 2147483646 w 407"/>
                <a:gd name="T61" fmla="*/ 2147483646 h 394"/>
                <a:gd name="T62" fmla="*/ 2147483646 w 407"/>
                <a:gd name="T63" fmla="*/ 2147483646 h 394"/>
                <a:gd name="T64" fmla="*/ 2147483646 w 407"/>
                <a:gd name="T65" fmla="*/ 2147483646 h 394"/>
                <a:gd name="T66" fmla="*/ 2147483646 w 407"/>
                <a:gd name="T67" fmla="*/ 2147483646 h 394"/>
                <a:gd name="T68" fmla="*/ 2147483646 w 407"/>
                <a:gd name="T69" fmla="*/ 2147483646 h 394"/>
                <a:gd name="T70" fmla="*/ 2147483646 w 407"/>
                <a:gd name="T71" fmla="*/ 2147483646 h 394"/>
                <a:gd name="T72" fmla="*/ 2147483646 w 407"/>
                <a:gd name="T73" fmla="*/ 2147483646 h 394"/>
                <a:gd name="T74" fmla="*/ 2147483646 w 407"/>
                <a:gd name="T75" fmla="*/ 2147483646 h 394"/>
                <a:gd name="T76" fmla="*/ 2147483646 w 407"/>
                <a:gd name="T77" fmla="*/ 2147483646 h 39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07" h="394">
                  <a:moveTo>
                    <a:pt x="214" y="394"/>
                  </a:moveTo>
                  <a:cubicBezTo>
                    <a:pt x="195" y="394"/>
                    <a:pt x="181" y="390"/>
                    <a:pt x="180" y="390"/>
                  </a:cubicBezTo>
                  <a:cubicBezTo>
                    <a:pt x="179" y="389"/>
                    <a:pt x="178" y="388"/>
                    <a:pt x="178" y="387"/>
                  </a:cubicBezTo>
                  <a:cubicBezTo>
                    <a:pt x="177" y="386"/>
                    <a:pt x="178" y="384"/>
                    <a:pt x="178" y="383"/>
                  </a:cubicBezTo>
                  <a:cubicBezTo>
                    <a:pt x="179" y="383"/>
                    <a:pt x="199" y="359"/>
                    <a:pt x="196" y="338"/>
                  </a:cubicBezTo>
                  <a:cubicBezTo>
                    <a:pt x="136" y="344"/>
                    <a:pt x="136" y="344"/>
                    <a:pt x="136" y="344"/>
                  </a:cubicBezTo>
                  <a:cubicBezTo>
                    <a:pt x="135" y="344"/>
                    <a:pt x="134" y="344"/>
                    <a:pt x="133" y="343"/>
                  </a:cubicBezTo>
                  <a:cubicBezTo>
                    <a:pt x="114" y="324"/>
                    <a:pt x="114" y="324"/>
                    <a:pt x="114" y="324"/>
                  </a:cubicBezTo>
                  <a:cubicBezTo>
                    <a:pt x="120" y="319"/>
                    <a:pt x="120" y="319"/>
                    <a:pt x="120" y="319"/>
                  </a:cubicBezTo>
                  <a:cubicBezTo>
                    <a:pt x="137" y="336"/>
                    <a:pt x="137" y="336"/>
                    <a:pt x="137" y="336"/>
                  </a:cubicBezTo>
                  <a:cubicBezTo>
                    <a:pt x="199" y="330"/>
                    <a:pt x="199" y="330"/>
                    <a:pt x="199" y="330"/>
                  </a:cubicBezTo>
                  <a:cubicBezTo>
                    <a:pt x="201" y="330"/>
                    <a:pt x="202" y="331"/>
                    <a:pt x="203" y="333"/>
                  </a:cubicBezTo>
                  <a:cubicBezTo>
                    <a:pt x="208" y="352"/>
                    <a:pt x="195" y="374"/>
                    <a:pt x="188" y="383"/>
                  </a:cubicBezTo>
                  <a:cubicBezTo>
                    <a:pt x="203" y="386"/>
                    <a:pt x="243" y="392"/>
                    <a:pt x="270" y="365"/>
                  </a:cubicBezTo>
                  <a:cubicBezTo>
                    <a:pt x="304" y="331"/>
                    <a:pt x="289" y="280"/>
                    <a:pt x="289" y="280"/>
                  </a:cubicBezTo>
                  <a:cubicBezTo>
                    <a:pt x="289" y="278"/>
                    <a:pt x="289" y="277"/>
                    <a:pt x="290" y="276"/>
                  </a:cubicBezTo>
                  <a:cubicBezTo>
                    <a:pt x="391" y="175"/>
                    <a:pt x="361" y="66"/>
                    <a:pt x="356" y="51"/>
                  </a:cubicBezTo>
                  <a:cubicBezTo>
                    <a:pt x="341" y="46"/>
                    <a:pt x="232" y="16"/>
                    <a:pt x="132" y="117"/>
                  </a:cubicBezTo>
                  <a:cubicBezTo>
                    <a:pt x="131" y="118"/>
                    <a:pt x="129" y="118"/>
                    <a:pt x="128" y="118"/>
                  </a:cubicBezTo>
                  <a:cubicBezTo>
                    <a:pt x="127" y="118"/>
                    <a:pt x="76" y="103"/>
                    <a:pt x="42" y="137"/>
                  </a:cubicBezTo>
                  <a:cubicBezTo>
                    <a:pt x="15" y="164"/>
                    <a:pt x="21" y="204"/>
                    <a:pt x="24" y="219"/>
                  </a:cubicBezTo>
                  <a:cubicBezTo>
                    <a:pt x="33" y="212"/>
                    <a:pt x="55" y="199"/>
                    <a:pt x="74" y="204"/>
                  </a:cubicBezTo>
                  <a:cubicBezTo>
                    <a:pt x="76" y="205"/>
                    <a:pt x="78" y="207"/>
                    <a:pt x="77" y="209"/>
                  </a:cubicBezTo>
                  <a:cubicBezTo>
                    <a:pt x="71" y="270"/>
                    <a:pt x="71" y="270"/>
                    <a:pt x="71" y="270"/>
                  </a:cubicBezTo>
                  <a:cubicBezTo>
                    <a:pt x="87" y="286"/>
                    <a:pt x="87" y="286"/>
                    <a:pt x="87" y="286"/>
                  </a:cubicBezTo>
                  <a:cubicBezTo>
                    <a:pt x="82" y="292"/>
                    <a:pt x="82" y="292"/>
                    <a:pt x="82" y="292"/>
                  </a:cubicBezTo>
                  <a:cubicBezTo>
                    <a:pt x="64" y="274"/>
                    <a:pt x="64" y="274"/>
                    <a:pt x="64" y="274"/>
                  </a:cubicBezTo>
                  <a:cubicBezTo>
                    <a:pt x="63" y="273"/>
                    <a:pt x="63" y="272"/>
                    <a:pt x="63" y="271"/>
                  </a:cubicBezTo>
                  <a:cubicBezTo>
                    <a:pt x="69" y="211"/>
                    <a:pt x="69" y="211"/>
                    <a:pt x="69" y="211"/>
                  </a:cubicBezTo>
                  <a:cubicBezTo>
                    <a:pt x="48" y="208"/>
                    <a:pt x="24" y="229"/>
                    <a:pt x="24" y="229"/>
                  </a:cubicBezTo>
                  <a:cubicBezTo>
                    <a:pt x="23" y="230"/>
                    <a:pt x="22" y="230"/>
                    <a:pt x="20" y="230"/>
                  </a:cubicBezTo>
                  <a:cubicBezTo>
                    <a:pt x="19" y="229"/>
                    <a:pt x="18" y="228"/>
                    <a:pt x="18" y="227"/>
                  </a:cubicBezTo>
                  <a:cubicBezTo>
                    <a:pt x="17" y="225"/>
                    <a:pt x="0" y="168"/>
                    <a:pt x="37" y="131"/>
                  </a:cubicBezTo>
                  <a:cubicBezTo>
                    <a:pt x="70" y="98"/>
                    <a:pt x="116" y="107"/>
                    <a:pt x="128" y="110"/>
                  </a:cubicBezTo>
                  <a:cubicBezTo>
                    <a:pt x="239" y="0"/>
                    <a:pt x="360" y="43"/>
                    <a:pt x="361" y="44"/>
                  </a:cubicBezTo>
                  <a:cubicBezTo>
                    <a:pt x="362" y="44"/>
                    <a:pt x="363" y="45"/>
                    <a:pt x="363" y="46"/>
                  </a:cubicBezTo>
                  <a:cubicBezTo>
                    <a:pt x="364" y="47"/>
                    <a:pt x="407" y="168"/>
                    <a:pt x="297" y="280"/>
                  </a:cubicBezTo>
                  <a:cubicBezTo>
                    <a:pt x="300" y="291"/>
                    <a:pt x="309" y="337"/>
                    <a:pt x="276" y="371"/>
                  </a:cubicBezTo>
                  <a:cubicBezTo>
                    <a:pt x="257" y="389"/>
                    <a:pt x="233" y="394"/>
                    <a:pt x="214" y="394"/>
                  </a:cubicBez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52" name="Freeform 617"/>
            <p:cNvSpPr/>
            <p:nvPr/>
          </p:nvSpPr>
          <p:spPr bwMode="auto">
            <a:xfrm>
              <a:off x="982663" y="2646364"/>
              <a:ext cx="76200" cy="76200"/>
            </a:xfrm>
            <a:custGeom>
              <a:avLst/>
              <a:gdLst>
                <a:gd name="T0" fmla="*/ 2147483646 w 48"/>
                <a:gd name="T1" fmla="*/ 2147483646 h 48"/>
                <a:gd name="T2" fmla="*/ 0 w 48"/>
                <a:gd name="T3" fmla="*/ 2147483646 h 48"/>
                <a:gd name="T4" fmla="*/ 2147483646 w 48"/>
                <a:gd name="T5" fmla="*/ 0 h 48"/>
                <a:gd name="T6" fmla="*/ 2147483646 w 48"/>
                <a:gd name="T7" fmla="*/ 2147483646 h 48"/>
                <a:gd name="T8" fmla="*/ 2147483646 w 48"/>
                <a:gd name="T9" fmla="*/ 2147483646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48">
                  <a:moveTo>
                    <a:pt x="6" y="48"/>
                  </a:moveTo>
                  <a:lnTo>
                    <a:pt x="0" y="42"/>
                  </a:lnTo>
                  <a:lnTo>
                    <a:pt x="42" y="0"/>
                  </a:lnTo>
                  <a:lnTo>
                    <a:pt x="48" y="6"/>
                  </a:lnTo>
                  <a:lnTo>
                    <a:pt x="6" y="48"/>
                  </a:ln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53" name="Freeform 618"/>
            <p:cNvSpPr/>
            <p:nvPr/>
          </p:nvSpPr>
          <p:spPr bwMode="auto">
            <a:xfrm>
              <a:off x="969963" y="2605089"/>
              <a:ext cx="47625" cy="47625"/>
            </a:xfrm>
            <a:custGeom>
              <a:avLst/>
              <a:gdLst>
                <a:gd name="T0" fmla="*/ 2147483646 w 30"/>
                <a:gd name="T1" fmla="*/ 2147483646 h 30"/>
                <a:gd name="T2" fmla="*/ 0 w 30"/>
                <a:gd name="T3" fmla="*/ 2147483646 h 30"/>
                <a:gd name="T4" fmla="*/ 2147483646 w 30"/>
                <a:gd name="T5" fmla="*/ 0 h 30"/>
                <a:gd name="T6" fmla="*/ 2147483646 w 30"/>
                <a:gd name="T7" fmla="*/ 2147483646 h 30"/>
                <a:gd name="T8" fmla="*/ 2147483646 w 30"/>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0">
                  <a:moveTo>
                    <a:pt x="6" y="30"/>
                  </a:moveTo>
                  <a:lnTo>
                    <a:pt x="0" y="25"/>
                  </a:lnTo>
                  <a:lnTo>
                    <a:pt x="25" y="0"/>
                  </a:lnTo>
                  <a:lnTo>
                    <a:pt x="30" y="6"/>
                  </a:lnTo>
                  <a:lnTo>
                    <a:pt x="6" y="30"/>
                  </a:ln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54" name="Freeform 619"/>
            <p:cNvSpPr/>
            <p:nvPr/>
          </p:nvSpPr>
          <p:spPr bwMode="auto">
            <a:xfrm>
              <a:off x="1052513" y="2687639"/>
              <a:ext cx="47625" cy="47625"/>
            </a:xfrm>
            <a:custGeom>
              <a:avLst/>
              <a:gdLst>
                <a:gd name="T0" fmla="*/ 2147483646 w 30"/>
                <a:gd name="T1" fmla="*/ 2147483646 h 30"/>
                <a:gd name="T2" fmla="*/ 0 w 30"/>
                <a:gd name="T3" fmla="*/ 2147483646 h 30"/>
                <a:gd name="T4" fmla="*/ 2147483646 w 30"/>
                <a:gd name="T5" fmla="*/ 0 h 30"/>
                <a:gd name="T6" fmla="*/ 2147483646 w 30"/>
                <a:gd name="T7" fmla="*/ 2147483646 h 30"/>
                <a:gd name="T8" fmla="*/ 2147483646 w 30"/>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0">
                  <a:moveTo>
                    <a:pt x="5" y="30"/>
                  </a:moveTo>
                  <a:lnTo>
                    <a:pt x="0" y="24"/>
                  </a:lnTo>
                  <a:lnTo>
                    <a:pt x="24" y="0"/>
                  </a:lnTo>
                  <a:lnTo>
                    <a:pt x="30" y="5"/>
                  </a:lnTo>
                  <a:lnTo>
                    <a:pt x="5" y="30"/>
                  </a:ln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55" name="Freeform 620"/>
            <p:cNvSpPr>
              <a:spLocks noEditPoints="1"/>
            </p:cNvSpPr>
            <p:nvPr/>
          </p:nvSpPr>
          <p:spPr bwMode="auto">
            <a:xfrm>
              <a:off x="1169988" y="2344739"/>
              <a:ext cx="236538" cy="142875"/>
            </a:xfrm>
            <a:custGeom>
              <a:avLst/>
              <a:gdLst>
                <a:gd name="T0" fmla="*/ 2147483646 w 150"/>
                <a:gd name="T1" fmla="*/ 2147483646 h 91"/>
                <a:gd name="T2" fmla="*/ 2147483646 w 150"/>
                <a:gd name="T3" fmla="*/ 2147483646 h 91"/>
                <a:gd name="T4" fmla="*/ 2147483646 w 150"/>
                <a:gd name="T5" fmla="*/ 2147483646 h 91"/>
                <a:gd name="T6" fmla="*/ 2147483646 w 150"/>
                <a:gd name="T7" fmla="*/ 2147483646 h 91"/>
                <a:gd name="T8" fmla="*/ 2147483646 w 150"/>
                <a:gd name="T9" fmla="*/ 2147483646 h 91"/>
                <a:gd name="T10" fmla="*/ 2147483646 w 150"/>
                <a:gd name="T11" fmla="*/ 2147483646 h 91"/>
                <a:gd name="T12" fmla="*/ 2147483646 w 150"/>
                <a:gd name="T13" fmla="*/ 2147483646 h 91"/>
                <a:gd name="T14" fmla="*/ 2147483646 w 150"/>
                <a:gd name="T15" fmla="*/ 2147483646 h 91"/>
                <a:gd name="T16" fmla="*/ 2147483646 w 150"/>
                <a:gd name="T17" fmla="*/ 2147483646 h 91"/>
                <a:gd name="T18" fmla="*/ 2147483646 w 150"/>
                <a:gd name="T19" fmla="*/ 2147483646 h 91"/>
                <a:gd name="T20" fmla="*/ 2147483646 w 150"/>
                <a:gd name="T21" fmla="*/ 2147483646 h 91"/>
                <a:gd name="T22" fmla="*/ 2147483646 w 150"/>
                <a:gd name="T23" fmla="*/ 2147483646 h 91"/>
                <a:gd name="T24" fmla="*/ 2147483646 w 150"/>
                <a:gd name="T25" fmla="*/ 2147483646 h 91"/>
                <a:gd name="T26" fmla="*/ 2147483646 w 150"/>
                <a:gd name="T27" fmla="*/ 2147483646 h 91"/>
                <a:gd name="T28" fmla="*/ 2147483646 w 150"/>
                <a:gd name="T29" fmla="*/ 2147483646 h 91"/>
                <a:gd name="T30" fmla="*/ 2147483646 w 150"/>
                <a:gd name="T31" fmla="*/ 2147483646 h 91"/>
                <a:gd name="T32" fmla="*/ 2147483646 w 150"/>
                <a:gd name="T33" fmla="*/ 2147483646 h 91"/>
                <a:gd name="T34" fmla="*/ 2147483646 w 150"/>
                <a:gd name="T35" fmla="*/ 2147483646 h 91"/>
                <a:gd name="T36" fmla="*/ 2147483646 w 150"/>
                <a:gd name="T37" fmla="*/ 2147483646 h 91"/>
                <a:gd name="T38" fmla="*/ 2147483646 w 150"/>
                <a:gd name="T39" fmla="*/ 2147483646 h 91"/>
                <a:gd name="T40" fmla="*/ 2147483646 w 150"/>
                <a:gd name="T41" fmla="*/ 2147483646 h 91"/>
                <a:gd name="T42" fmla="*/ 2147483646 w 150"/>
                <a:gd name="T43" fmla="*/ 2147483646 h 91"/>
                <a:gd name="T44" fmla="*/ 2147483646 w 150"/>
                <a:gd name="T45" fmla="*/ 2147483646 h 91"/>
                <a:gd name="T46" fmla="*/ 2147483646 w 150"/>
                <a:gd name="T47" fmla="*/ 2147483646 h 91"/>
                <a:gd name="T48" fmla="*/ 2147483646 w 150"/>
                <a:gd name="T49" fmla="*/ 2147483646 h 91"/>
                <a:gd name="T50" fmla="*/ 2147483646 w 150"/>
                <a:gd name="T51" fmla="*/ 2147483646 h 91"/>
                <a:gd name="T52" fmla="*/ 2147483646 w 150"/>
                <a:gd name="T53" fmla="*/ 2147483646 h 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50" h="91">
                  <a:moveTo>
                    <a:pt x="4" y="91"/>
                  </a:moveTo>
                  <a:cubicBezTo>
                    <a:pt x="3" y="91"/>
                    <a:pt x="1" y="90"/>
                    <a:pt x="1" y="89"/>
                  </a:cubicBezTo>
                  <a:cubicBezTo>
                    <a:pt x="0" y="87"/>
                    <a:pt x="1" y="85"/>
                    <a:pt x="2" y="84"/>
                  </a:cubicBezTo>
                  <a:cubicBezTo>
                    <a:pt x="53" y="44"/>
                    <a:pt x="53" y="44"/>
                    <a:pt x="53" y="44"/>
                  </a:cubicBezTo>
                  <a:cubicBezTo>
                    <a:pt x="32" y="23"/>
                    <a:pt x="32" y="23"/>
                    <a:pt x="32" y="23"/>
                  </a:cubicBezTo>
                  <a:cubicBezTo>
                    <a:pt x="31" y="22"/>
                    <a:pt x="30" y="20"/>
                    <a:pt x="31" y="19"/>
                  </a:cubicBezTo>
                  <a:cubicBezTo>
                    <a:pt x="31" y="18"/>
                    <a:pt x="33" y="17"/>
                    <a:pt x="34" y="16"/>
                  </a:cubicBezTo>
                  <a:cubicBezTo>
                    <a:pt x="145" y="1"/>
                    <a:pt x="145" y="1"/>
                    <a:pt x="145" y="1"/>
                  </a:cubicBezTo>
                  <a:cubicBezTo>
                    <a:pt x="147" y="0"/>
                    <a:pt x="149" y="1"/>
                    <a:pt x="150" y="3"/>
                  </a:cubicBezTo>
                  <a:cubicBezTo>
                    <a:pt x="150" y="5"/>
                    <a:pt x="150" y="7"/>
                    <a:pt x="148" y="8"/>
                  </a:cubicBezTo>
                  <a:cubicBezTo>
                    <a:pt x="98" y="48"/>
                    <a:pt x="98" y="48"/>
                    <a:pt x="98" y="48"/>
                  </a:cubicBezTo>
                  <a:cubicBezTo>
                    <a:pt x="119" y="69"/>
                    <a:pt x="119" y="69"/>
                    <a:pt x="119" y="69"/>
                  </a:cubicBezTo>
                  <a:cubicBezTo>
                    <a:pt x="120" y="70"/>
                    <a:pt x="120" y="71"/>
                    <a:pt x="120" y="73"/>
                  </a:cubicBezTo>
                  <a:cubicBezTo>
                    <a:pt x="119" y="74"/>
                    <a:pt x="118" y="75"/>
                    <a:pt x="116" y="75"/>
                  </a:cubicBezTo>
                  <a:cubicBezTo>
                    <a:pt x="5" y="91"/>
                    <a:pt x="5" y="91"/>
                    <a:pt x="5" y="91"/>
                  </a:cubicBezTo>
                  <a:cubicBezTo>
                    <a:pt x="5" y="91"/>
                    <a:pt x="5" y="91"/>
                    <a:pt x="4" y="91"/>
                  </a:cubicBezTo>
                  <a:close/>
                  <a:moveTo>
                    <a:pt x="43" y="23"/>
                  </a:moveTo>
                  <a:cubicBezTo>
                    <a:pt x="62" y="42"/>
                    <a:pt x="62" y="42"/>
                    <a:pt x="62" y="42"/>
                  </a:cubicBezTo>
                  <a:cubicBezTo>
                    <a:pt x="63" y="43"/>
                    <a:pt x="63" y="44"/>
                    <a:pt x="63" y="45"/>
                  </a:cubicBezTo>
                  <a:cubicBezTo>
                    <a:pt x="63" y="46"/>
                    <a:pt x="62" y="47"/>
                    <a:pt x="61" y="48"/>
                  </a:cubicBezTo>
                  <a:cubicBezTo>
                    <a:pt x="19" y="81"/>
                    <a:pt x="19" y="81"/>
                    <a:pt x="19" y="81"/>
                  </a:cubicBezTo>
                  <a:cubicBezTo>
                    <a:pt x="107" y="69"/>
                    <a:pt x="107" y="69"/>
                    <a:pt x="107" y="69"/>
                  </a:cubicBezTo>
                  <a:cubicBezTo>
                    <a:pt x="89" y="50"/>
                    <a:pt x="89" y="50"/>
                    <a:pt x="89" y="50"/>
                  </a:cubicBezTo>
                  <a:cubicBezTo>
                    <a:pt x="88" y="49"/>
                    <a:pt x="87" y="48"/>
                    <a:pt x="88" y="47"/>
                  </a:cubicBezTo>
                  <a:cubicBezTo>
                    <a:pt x="88" y="46"/>
                    <a:pt x="88" y="45"/>
                    <a:pt x="89" y="44"/>
                  </a:cubicBezTo>
                  <a:cubicBezTo>
                    <a:pt x="132" y="11"/>
                    <a:pt x="132" y="11"/>
                    <a:pt x="132" y="11"/>
                  </a:cubicBezTo>
                  <a:lnTo>
                    <a:pt x="43" y="23"/>
                  </a:ln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56" name="Freeform 786"/>
            <p:cNvSpPr/>
            <p:nvPr/>
          </p:nvSpPr>
          <p:spPr bwMode="auto">
            <a:xfrm>
              <a:off x="1041400" y="2562226"/>
              <a:ext cx="49213" cy="47625"/>
            </a:xfrm>
            <a:custGeom>
              <a:avLst/>
              <a:gdLst>
                <a:gd name="T0" fmla="*/ 2147483646 w 31"/>
                <a:gd name="T1" fmla="*/ 2147483646 h 30"/>
                <a:gd name="T2" fmla="*/ 2147483646 w 31"/>
                <a:gd name="T3" fmla="*/ 2147483646 h 30"/>
                <a:gd name="T4" fmla="*/ 2147483646 w 31"/>
                <a:gd name="T5" fmla="*/ 2147483646 h 30"/>
                <a:gd name="T6" fmla="*/ 2147483646 w 31"/>
                <a:gd name="T7" fmla="*/ 2147483646 h 30"/>
                <a:gd name="T8" fmla="*/ 2147483646 w 31"/>
                <a:gd name="T9" fmla="*/ 2147483646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30">
                  <a:moveTo>
                    <a:pt x="5" y="5"/>
                  </a:moveTo>
                  <a:cubicBezTo>
                    <a:pt x="0" y="10"/>
                    <a:pt x="0" y="19"/>
                    <a:pt x="5" y="25"/>
                  </a:cubicBezTo>
                  <a:cubicBezTo>
                    <a:pt x="11" y="30"/>
                    <a:pt x="20" y="30"/>
                    <a:pt x="25" y="25"/>
                  </a:cubicBezTo>
                  <a:cubicBezTo>
                    <a:pt x="31" y="19"/>
                    <a:pt x="31" y="10"/>
                    <a:pt x="25" y="5"/>
                  </a:cubicBezTo>
                  <a:cubicBezTo>
                    <a:pt x="20" y="0"/>
                    <a:pt x="11" y="0"/>
                    <a:pt x="5" y="5"/>
                  </a:cubicBez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457" name="Freeform 787"/>
            <p:cNvSpPr/>
            <p:nvPr/>
          </p:nvSpPr>
          <p:spPr bwMode="auto">
            <a:xfrm>
              <a:off x="1093788" y="2613026"/>
              <a:ext cx="47625" cy="47625"/>
            </a:xfrm>
            <a:custGeom>
              <a:avLst/>
              <a:gdLst>
                <a:gd name="T0" fmla="*/ 2147483646 w 30"/>
                <a:gd name="T1" fmla="*/ 2147483646 h 31"/>
                <a:gd name="T2" fmla="*/ 2147483646 w 30"/>
                <a:gd name="T3" fmla="*/ 2147483646 h 31"/>
                <a:gd name="T4" fmla="*/ 2147483646 w 30"/>
                <a:gd name="T5" fmla="*/ 2147483646 h 31"/>
                <a:gd name="T6" fmla="*/ 2147483646 w 30"/>
                <a:gd name="T7" fmla="*/ 2147483646 h 31"/>
                <a:gd name="T8" fmla="*/ 2147483646 w 30"/>
                <a:gd name="T9" fmla="*/ 2147483646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1">
                  <a:moveTo>
                    <a:pt x="5" y="6"/>
                  </a:moveTo>
                  <a:cubicBezTo>
                    <a:pt x="0" y="11"/>
                    <a:pt x="0" y="20"/>
                    <a:pt x="5" y="26"/>
                  </a:cubicBezTo>
                  <a:cubicBezTo>
                    <a:pt x="11" y="31"/>
                    <a:pt x="20" y="31"/>
                    <a:pt x="25" y="26"/>
                  </a:cubicBezTo>
                  <a:cubicBezTo>
                    <a:pt x="30" y="20"/>
                    <a:pt x="30" y="11"/>
                    <a:pt x="25" y="6"/>
                  </a:cubicBezTo>
                  <a:cubicBezTo>
                    <a:pt x="20" y="0"/>
                    <a:pt x="11" y="0"/>
                    <a:pt x="5" y="6"/>
                  </a:cubicBezTo>
                  <a:close/>
                </a:path>
              </a:pathLst>
            </a:custGeom>
            <a:grpFill/>
            <a:ln w="9525">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741228" y="2347984"/>
            <a:ext cx="534455" cy="533254"/>
            <a:chOff x="1094026" y="1034071"/>
            <a:chExt cx="424606" cy="423652"/>
          </a:xfrm>
          <a:solidFill>
            <a:schemeClr val="tx1"/>
          </a:solidFill>
        </p:grpSpPr>
        <p:sp>
          <p:nvSpPr>
            <p:cNvPr id="584" name="任意多边形 583"/>
            <p:cNvSpPr/>
            <p:nvPr/>
          </p:nvSpPr>
          <p:spPr>
            <a:xfrm>
              <a:off x="1188489" y="1041227"/>
              <a:ext cx="237111" cy="412679"/>
            </a:xfrm>
            <a:custGeom>
              <a:avLst/>
              <a:gdLst/>
              <a:ahLst/>
              <a:cxnLst/>
              <a:rect l="0" t="0" r="0" b="0"/>
              <a:pathLst>
                <a:path w="877" h="1525">
                  <a:moveTo>
                    <a:pt x="293" y="1524"/>
                  </a:moveTo>
                  <a:cubicBezTo>
                    <a:pt x="117" y="1417"/>
                    <a:pt x="0" y="1119"/>
                    <a:pt x="0" y="784"/>
                  </a:cubicBezTo>
                  <a:cubicBezTo>
                    <a:pt x="0" y="344"/>
                    <a:pt x="192" y="0"/>
                    <a:pt x="438" y="0"/>
                  </a:cubicBezTo>
                  <a:cubicBezTo>
                    <a:pt x="683" y="0"/>
                    <a:pt x="876" y="344"/>
                    <a:pt x="876" y="784"/>
                  </a:cubicBezTo>
                  <a:cubicBezTo>
                    <a:pt x="876" y="1119"/>
                    <a:pt x="759" y="1416"/>
                    <a:pt x="584" y="1524"/>
                  </a:cubicBezTo>
                  <a:lnTo>
                    <a:pt x="543" y="1458"/>
                  </a:lnTo>
                  <a:cubicBezTo>
                    <a:pt x="694" y="1366"/>
                    <a:pt x="799" y="1087"/>
                    <a:pt x="799" y="784"/>
                  </a:cubicBezTo>
                  <a:cubicBezTo>
                    <a:pt x="799" y="401"/>
                    <a:pt x="635" y="78"/>
                    <a:pt x="438" y="78"/>
                  </a:cubicBezTo>
                  <a:cubicBezTo>
                    <a:pt x="241" y="78"/>
                    <a:pt x="76" y="401"/>
                    <a:pt x="76" y="784"/>
                  </a:cubicBezTo>
                  <a:cubicBezTo>
                    <a:pt x="76" y="1089"/>
                    <a:pt x="182" y="1366"/>
                    <a:pt x="332" y="1458"/>
                  </a:cubicBezTo>
                  <a:lnTo>
                    <a:pt x="293" y="1524"/>
                  </a:lnTo>
                </a:path>
              </a:pathLst>
            </a:custGeom>
            <a:grpFill/>
            <a:ln w="9525">
              <a:solidFill>
                <a:schemeClr val="bg2"/>
              </a:solidFill>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585" name="任意多边形 584"/>
            <p:cNvSpPr/>
            <p:nvPr/>
          </p:nvSpPr>
          <p:spPr>
            <a:xfrm>
              <a:off x="1100228" y="1181013"/>
              <a:ext cx="411247" cy="133584"/>
            </a:xfrm>
            <a:custGeom>
              <a:avLst/>
              <a:gdLst/>
              <a:ahLst/>
              <a:cxnLst/>
              <a:rect l="0" t="0" r="0" b="0"/>
              <a:pathLst>
                <a:path w="1521" h="494">
                  <a:moveTo>
                    <a:pt x="785" y="493"/>
                  </a:moveTo>
                  <a:cubicBezTo>
                    <a:pt x="395" y="493"/>
                    <a:pt x="0" y="408"/>
                    <a:pt x="0" y="246"/>
                  </a:cubicBezTo>
                  <a:cubicBezTo>
                    <a:pt x="0" y="83"/>
                    <a:pt x="395" y="0"/>
                    <a:pt x="785" y="0"/>
                  </a:cubicBezTo>
                  <a:cubicBezTo>
                    <a:pt x="1122" y="0"/>
                    <a:pt x="1410" y="59"/>
                    <a:pt x="1519" y="151"/>
                  </a:cubicBezTo>
                  <a:lnTo>
                    <a:pt x="1469" y="211"/>
                  </a:lnTo>
                  <a:cubicBezTo>
                    <a:pt x="1392" y="146"/>
                    <a:pt x="1146" y="77"/>
                    <a:pt x="785" y="77"/>
                  </a:cubicBezTo>
                  <a:cubicBezTo>
                    <a:pt x="321" y="77"/>
                    <a:pt x="77" y="188"/>
                    <a:pt x="77" y="248"/>
                  </a:cubicBezTo>
                  <a:cubicBezTo>
                    <a:pt x="77" y="307"/>
                    <a:pt x="320" y="418"/>
                    <a:pt x="785" y="418"/>
                  </a:cubicBezTo>
                  <a:cubicBezTo>
                    <a:pt x="1147" y="418"/>
                    <a:pt x="1394" y="348"/>
                    <a:pt x="1470" y="283"/>
                  </a:cubicBezTo>
                  <a:lnTo>
                    <a:pt x="1520" y="343"/>
                  </a:lnTo>
                  <a:cubicBezTo>
                    <a:pt x="1411" y="434"/>
                    <a:pt x="1122" y="493"/>
                    <a:pt x="785" y="493"/>
                  </a:cubicBezTo>
                </a:path>
              </a:pathLst>
            </a:custGeom>
            <a:grpFill/>
            <a:ln w="9525">
              <a:solidFill>
                <a:schemeClr val="bg2"/>
              </a:solidFill>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586" name="任意多边形 585"/>
            <p:cNvSpPr/>
            <p:nvPr/>
          </p:nvSpPr>
          <p:spPr>
            <a:xfrm>
              <a:off x="1295833" y="1042659"/>
              <a:ext cx="21469" cy="404091"/>
            </a:xfrm>
            <a:custGeom>
              <a:avLst/>
              <a:gdLst/>
              <a:ahLst/>
              <a:cxnLst/>
              <a:rect l="0" t="0" r="0" b="0"/>
              <a:pathLst>
                <a:path w="79" h="1494">
                  <a:moveTo>
                    <a:pt x="39" y="1493"/>
                  </a:moveTo>
                  <a:lnTo>
                    <a:pt x="0" y="1493"/>
                  </a:lnTo>
                  <a:lnTo>
                    <a:pt x="0" y="0"/>
                  </a:lnTo>
                  <a:lnTo>
                    <a:pt x="78" y="0"/>
                  </a:lnTo>
                  <a:lnTo>
                    <a:pt x="78" y="1493"/>
                  </a:lnTo>
                  <a:lnTo>
                    <a:pt x="39" y="1493"/>
                  </a:lnTo>
                </a:path>
              </a:pathLst>
            </a:custGeom>
            <a:grpFill/>
            <a:ln w="9525">
              <a:solidFill>
                <a:schemeClr val="bg2"/>
              </a:solidFill>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587" name="任意多边形 586"/>
            <p:cNvSpPr/>
            <p:nvPr/>
          </p:nvSpPr>
          <p:spPr>
            <a:xfrm>
              <a:off x="1094026" y="1034071"/>
              <a:ext cx="424606" cy="423652"/>
            </a:xfrm>
            <a:custGeom>
              <a:avLst/>
              <a:gdLst/>
              <a:ahLst/>
              <a:cxnLst/>
              <a:rect l="0" t="0" r="0" b="0"/>
              <a:pathLst>
                <a:path w="1571" h="1566">
                  <a:moveTo>
                    <a:pt x="785" y="1565"/>
                  </a:moveTo>
                  <a:cubicBezTo>
                    <a:pt x="352" y="1565"/>
                    <a:pt x="0" y="1213"/>
                    <a:pt x="0" y="782"/>
                  </a:cubicBezTo>
                  <a:cubicBezTo>
                    <a:pt x="0" y="350"/>
                    <a:pt x="352" y="0"/>
                    <a:pt x="785" y="0"/>
                  </a:cubicBezTo>
                  <a:cubicBezTo>
                    <a:pt x="1218" y="0"/>
                    <a:pt x="1570" y="350"/>
                    <a:pt x="1570" y="782"/>
                  </a:cubicBezTo>
                  <a:cubicBezTo>
                    <a:pt x="1570" y="1213"/>
                    <a:pt x="1218" y="1565"/>
                    <a:pt x="785" y="1565"/>
                  </a:cubicBezTo>
                  <a:close/>
                  <a:moveTo>
                    <a:pt x="785" y="76"/>
                  </a:moveTo>
                  <a:cubicBezTo>
                    <a:pt x="394" y="76"/>
                    <a:pt x="78" y="393"/>
                    <a:pt x="78" y="782"/>
                  </a:cubicBezTo>
                  <a:cubicBezTo>
                    <a:pt x="78" y="1171"/>
                    <a:pt x="396" y="1488"/>
                    <a:pt x="785" y="1488"/>
                  </a:cubicBezTo>
                  <a:cubicBezTo>
                    <a:pt x="1176" y="1488"/>
                    <a:pt x="1492" y="1171"/>
                    <a:pt x="1492" y="782"/>
                  </a:cubicBezTo>
                  <a:cubicBezTo>
                    <a:pt x="1494" y="393"/>
                    <a:pt x="1176" y="76"/>
                    <a:pt x="785" y="76"/>
                  </a:cubicBezTo>
                  <a:close/>
                </a:path>
              </a:pathLst>
            </a:custGeom>
            <a:grpFill/>
            <a:ln w="9525">
              <a:solidFill>
                <a:schemeClr val="bg2"/>
              </a:solidFill>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3105904" y="1680998"/>
            <a:ext cx="8290471" cy="4759949"/>
            <a:chOff x="3035388" y="944563"/>
            <a:chExt cx="8290471" cy="4759949"/>
          </a:xfrm>
          <a:solidFill>
            <a:schemeClr val="tx1"/>
          </a:solidFill>
        </p:grpSpPr>
        <p:sp>
          <p:nvSpPr>
            <p:cNvPr id="231" name="圆角矩形 230"/>
            <p:cNvSpPr/>
            <p:nvPr/>
          </p:nvSpPr>
          <p:spPr>
            <a:xfrm>
              <a:off x="3035388" y="964904"/>
              <a:ext cx="8290471" cy="4739608"/>
            </a:xfrm>
            <a:prstGeom prst="roundRect">
              <a:avLst>
                <a:gd name="adj" fmla="val 8824"/>
              </a:avLst>
            </a:prstGeom>
            <a:grpFill/>
            <a:ln w="2857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buClr>
                  <a:srgbClr val="CC9900"/>
                </a:buClr>
              </a:pPr>
              <a:endParaRPr lang="zh-CN" altLang="en-US" spc="350" dirty="0">
                <a:solidFill>
                  <a:schemeClr val="bg1"/>
                </a:solidFill>
                <a:latin typeface="微软雅黑" panose="020B0503020204020204" pitchFamily="34" charset="-122"/>
                <a:ea typeface="微软雅黑" panose="020B0503020204020204" pitchFamily="34" charset="-122"/>
              </a:endParaRPr>
            </a:p>
          </p:txBody>
        </p:sp>
        <p:sp>
          <p:nvSpPr>
            <p:cNvPr id="232" name="矩形 231"/>
            <p:cNvSpPr/>
            <p:nvPr/>
          </p:nvSpPr>
          <p:spPr>
            <a:xfrm>
              <a:off x="3836690" y="3112560"/>
              <a:ext cx="6395225" cy="159658"/>
            </a:xfrm>
            <a:prstGeom prst="rect">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33" name="矩形 232"/>
            <p:cNvSpPr/>
            <p:nvPr/>
          </p:nvSpPr>
          <p:spPr>
            <a:xfrm>
              <a:off x="3836690" y="3512916"/>
              <a:ext cx="6395225" cy="159658"/>
            </a:xfrm>
            <a:prstGeom prst="rect">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34" name="文本框 233"/>
            <p:cNvSpPr txBox="1"/>
            <p:nvPr/>
          </p:nvSpPr>
          <p:spPr>
            <a:xfrm>
              <a:off x="10187214" y="2979610"/>
              <a:ext cx="1076203" cy="421268"/>
            </a:xfrm>
            <a:prstGeom prst="rect">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kumimoji="0" lang="zh-CN" altLang="en-US"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rPr>
                <a:t>任务总线</a:t>
              </a:r>
              <a:endParaRPr kumimoji="0" lang="zh-CN" altLang="en-US"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35" name="文本框 234"/>
            <p:cNvSpPr txBox="1"/>
            <p:nvPr/>
          </p:nvSpPr>
          <p:spPr>
            <a:xfrm>
              <a:off x="10189008" y="3383502"/>
              <a:ext cx="1072614" cy="421268"/>
            </a:xfrm>
            <a:prstGeom prst="rect">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r>
                <a:rPr lang="zh-CN" altLang="en-US" dirty="0">
                  <a:solidFill>
                    <a:schemeClr val="bg1"/>
                  </a:solidFill>
                  <a:latin typeface="微软雅黑" panose="020B0503020204020204" pitchFamily="34" charset="-122"/>
                  <a:ea typeface="微软雅黑" panose="020B0503020204020204" pitchFamily="34" charset="-122"/>
                </a:rPr>
                <a:t>数据总线</a:t>
              </a:r>
              <a:endParaRPr kumimoji="0" lang="zh-CN" altLang="en-US"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37" name="文本框 236"/>
            <p:cNvSpPr txBox="1"/>
            <p:nvPr/>
          </p:nvSpPr>
          <p:spPr>
            <a:xfrm>
              <a:off x="4231579" y="4492785"/>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传感器</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38" name="文本框 237"/>
            <p:cNvSpPr txBox="1"/>
            <p:nvPr/>
          </p:nvSpPr>
          <p:spPr>
            <a:xfrm>
              <a:off x="5564043" y="4492785"/>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手写笔</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39" name="文本框 238"/>
            <p:cNvSpPr txBox="1"/>
            <p:nvPr/>
          </p:nvSpPr>
          <p:spPr>
            <a:xfrm>
              <a:off x="5564043" y="2252128"/>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大屏</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40" name="文本框 239"/>
            <p:cNvSpPr txBox="1"/>
            <p:nvPr/>
          </p:nvSpPr>
          <p:spPr>
            <a:xfrm>
              <a:off x="4231579" y="2252128"/>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摄像头</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41" name="右箭头 240"/>
            <p:cNvSpPr/>
            <p:nvPr/>
          </p:nvSpPr>
          <p:spPr>
            <a:xfrm rot="16200000">
              <a:off x="4296154" y="2798419"/>
              <a:ext cx="493414" cy="317154"/>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2" name="右箭头 241"/>
            <p:cNvSpPr/>
            <p:nvPr/>
          </p:nvSpPr>
          <p:spPr>
            <a:xfrm rot="5400000">
              <a:off x="3980547" y="3602985"/>
              <a:ext cx="1142642" cy="317154"/>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3" name="左右箭头 242"/>
            <p:cNvSpPr/>
            <p:nvPr/>
          </p:nvSpPr>
          <p:spPr>
            <a:xfrm rot="5400000">
              <a:off x="4441339" y="2974411"/>
              <a:ext cx="822168" cy="317154"/>
            </a:xfrm>
            <a:prstGeom prst="lef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4" name="左右箭头 243"/>
            <p:cNvSpPr/>
            <p:nvPr/>
          </p:nvSpPr>
          <p:spPr>
            <a:xfrm rot="5400000">
              <a:off x="4493636" y="3815447"/>
              <a:ext cx="717717" cy="317154"/>
            </a:xfrm>
            <a:prstGeom prst="lef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5" name="右箭头 244"/>
            <p:cNvSpPr/>
            <p:nvPr/>
          </p:nvSpPr>
          <p:spPr>
            <a:xfrm rot="16200000">
              <a:off x="5641221" y="2809241"/>
              <a:ext cx="493414" cy="317154"/>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6" name="右箭头 245"/>
            <p:cNvSpPr/>
            <p:nvPr/>
          </p:nvSpPr>
          <p:spPr>
            <a:xfrm rot="5400000">
              <a:off x="5325614" y="3613807"/>
              <a:ext cx="1142642" cy="317154"/>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7" name="左右箭头 246"/>
            <p:cNvSpPr/>
            <p:nvPr/>
          </p:nvSpPr>
          <p:spPr>
            <a:xfrm rot="5400000">
              <a:off x="5806539" y="2965101"/>
              <a:ext cx="781904"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8" name="左右箭头 247"/>
            <p:cNvSpPr/>
            <p:nvPr/>
          </p:nvSpPr>
          <p:spPr>
            <a:xfrm rot="5400000">
              <a:off x="5838704" y="3826269"/>
              <a:ext cx="717717" cy="317154"/>
            </a:xfrm>
            <a:prstGeom prst="lef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49" name="文本框 248"/>
            <p:cNvSpPr txBox="1"/>
            <p:nvPr/>
          </p:nvSpPr>
          <p:spPr>
            <a:xfrm>
              <a:off x="6993194" y="4492785"/>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键鼠</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50" name="文本框 249"/>
            <p:cNvSpPr txBox="1"/>
            <p:nvPr/>
          </p:nvSpPr>
          <p:spPr>
            <a:xfrm>
              <a:off x="6993194" y="2252128"/>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存储</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51" name="右箭头 250"/>
            <p:cNvSpPr/>
            <p:nvPr/>
          </p:nvSpPr>
          <p:spPr>
            <a:xfrm rot="16200000">
              <a:off x="7071003" y="2821938"/>
              <a:ext cx="493414" cy="317154"/>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52" name="右箭头 251"/>
            <p:cNvSpPr/>
            <p:nvPr/>
          </p:nvSpPr>
          <p:spPr>
            <a:xfrm rot="5400000">
              <a:off x="6755396" y="3595936"/>
              <a:ext cx="1142642" cy="378293"/>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3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53" name="左右箭头 252"/>
            <p:cNvSpPr/>
            <p:nvPr/>
          </p:nvSpPr>
          <p:spPr>
            <a:xfrm rot="5400000">
              <a:off x="7216188" y="2972551"/>
              <a:ext cx="822168"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54" name="左右箭头 253"/>
            <p:cNvSpPr/>
            <p:nvPr/>
          </p:nvSpPr>
          <p:spPr>
            <a:xfrm rot="5400000">
              <a:off x="7268485" y="3823682"/>
              <a:ext cx="717717" cy="34772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2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55" name="文本框 254"/>
            <p:cNvSpPr txBox="1"/>
            <p:nvPr/>
          </p:nvSpPr>
          <p:spPr>
            <a:xfrm>
              <a:off x="8438023" y="4492785"/>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zh-CN" altLang="en-US" sz="1800" spc="0" dirty="0">
                  <a:solidFill>
                    <a:schemeClr val="bg1"/>
                  </a:solidFill>
                  <a:latin typeface="微软雅黑" panose="020B0503020204020204" pitchFamily="34" charset="-122"/>
                  <a:ea typeface="微软雅黑" panose="020B0503020204020204" pitchFamily="34" charset="-122"/>
                </a:rPr>
                <a:t>扬声器</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56" name="文本框 255"/>
            <p:cNvSpPr txBox="1"/>
            <p:nvPr/>
          </p:nvSpPr>
          <p:spPr>
            <a:xfrm>
              <a:off x="8438023" y="2252128"/>
              <a:ext cx="1039851" cy="370696"/>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buClr>
                  <a:srgbClr val="CC9900"/>
                </a:buClr>
                <a:defRPr sz="2400" spc="350">
                  <a:solidFill>
                    <a:schemeClr val="tx1"/>
                  </a:solidFill>
                  <a:latin typeface="微软雅黑" panose="020B0503020204020204" pitchFamily="34" charset="-122"/>
                  <a:ea typeface="微软雅黑" panose="020B0503020204020204" pitchFamily="34" charset="-122"/>
                </a:defRPr>
              </a:lvl1pPr>
            </a:lstStyle>
            <a:p>
              <a:pPr algn="ctr"/>
              <a:r>
                <a:rPr lang="en-US" altLang="zh-CN" sz="1800" spc="0" dirty="0">
                  <a:solidFill>
                    <a:schemeClr val="bg1"/>
                  </a:solidFill>
                  <a:latin typeface="微软雅黑" panose="020B0503020204020204" pitchFamily="34" charset="-122"/>
                  <a:ea typeface="微软雅黑" panose="020B0503020204020204" pitchFamily="34" charset="-122"/>
                </a:rPr>
                <a:t>MIC</a:t>
              </a:r>
              <a:endParaRPr lang="zh-CN" altLang="en-US" sz="1800" spc="0" dirty="0">
                <a:solidFill>
                  <a:schemeClr val="bg1"/>
                </a:solidFill>
                <a:latin typeface="微软雅黑" panose="020B0503020204020204" pitchFamily="34" charset="-122"/>
                <a:ea typeface="微软雅黑" panose="020B0503020204020204" pitchFamily="34" charset="-122"/>
              </a:endParaRPr>
            </a:p>
          </p:txBody>
        </p:sp>
        <p:sp>
          <p:nvSpPr>
            <p:cNvPr id="257" name="右箭头 256"/>
            <p:cNvSpPr/>
            <p:nvPr/>
          </p:nvSpPr>
          <p:spPr>
            <a:xfrm rot="16200000">
              <a:off x="8513087" y="2837465"/>
              <a:ext cx="493414" cy="317154"/>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58" name="右箭头 257"/>
            <p:cNvSpPr/>
            <p:nvPr/>
          </p:nvSpPr>
          <p:spPr>
            <a:xfrm rot="5400000">
              <a:off x="8197481" y="3611463"/>
              <a:ext cx="1142642" cy="378293"/>
            </a:xfrm>
            <a:prstGeom prst="rightArrow">
              <a:avLst/>
            </a:prstGeom>
            <a:grpFill/>
            <a:ln w="12700"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3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59" name="左右箭头 258"/>
            <p:cNvSpPr/>
            <p:nvPr/>
          </p:nvSpPr>
          <p:spPr>
            <a:xfrm rot="5400000">
              <a:off x="8666347" y="2965620"/>
              <a:ext cx="822168"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260" name="左右箭头 259"/>
            <p:cNvSpPr/>
            <p:nvPr/>
          </p:nvSpPr>
          <p:spPr>
            <a:xfrm rot="5400000">
              <a:off x="8710570" y="3854495"/>
              <a:ext cx="717717"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grpSp>
          <p:nvGrpSpPr>
            <p:cNvPr id="282" name="组合 659"/>
            <p:cNvGrpSpPr/>
            <p:nvPr/>
          </p:nvGrpSpPr>
          <p:grpSpPr bwMode="auto">
            <a:xfrm>
              <a:off x="7321336" y="1676176"/>
              <a:ext cx="432953" cy="417073"/>
              <a:chOff x="8577264" y="962026"/>
              <a:chExt cx="825500" cy="538163"/>
            </a:xfrm>
            <a:grpFill/>
          </p:grpSpPr>
          <p:sp>
            <p:nvSpPr>
              <p:cNvPr id="283" name="Freeform 143"/>
              <p:cNvSpPr/>
              <p:nvPr/>
            </p:nvSpPr>
            <p:spPr bwMode="auto">
              <a:xfrm>
                <a:off x="8577264" y="962026"/>
                <a:ext cx="825500" cy="522288"/>
              </a:xfrm>
              <a:custGeom>
                <a:avLst/>
                <a:gdLst>
                  <a:gd name="T0" fmla="*/ 2147483646 w 532"/>
                  <a:gd name="T1" fmla="*/ 2147483646 h 336"/>
                  <a:gd name="T2" fmla="*/ 2147483646 w 532"/>
                  <a:gd name="T3" fmla="*/ 2147483646 h 336"/>
                  <a:gd name="T4" fmla="*/ 2147483646 w 532"/>
                  <a:gd name="T5" fmla="*/ 2147483646 h 336"/>
                  <a:gd name="T6" fmla="*/ 2147483646 w 532"/>
                  <a:gd name="T7" fmla="*/ 2147483646 h 336"/>
                  <a:gd name="T8" fmla="*/ 2147483646 w 532"/>
                  <a:gd name="T9" fmla="*/ 2147483646 h 336"/>
                  <a:gd name="T10" fmla="*/ 2147483646 w 532"/>
                  <a:gd name="T11" fmla="*/ 2147483646 h 336"/>
                  <a:gd name="T12" fmla="*/ 2147483646 w 532"/>
                  <a:gd name="T13" fmla="*/ 2147483646 h 336"/>
                  <a:gd name="T14" fmla="*/ 2147483646 w 532"/>
                  <a:gd name="T15" fmla="*/ 2147483646 h 336"/>
                  <a:gd name="T16" fmla="*/ 2147483646 w 532"/>
                  <a:gd name="T17" fmla="*/ 2147483646 h 336"/>
                  <a:gd name="T18" fmla="*/ 2147483646 w 532"/>
                  <a:gd name="T19" fmla="*/ 2147483646 h 336"/>
                  <a:gd name="T20" fmla="*/ 2147483646 w 532"/>
                  <a:gd name="T21" fmla="*/ 2147483646 h 336"/>
                  <a:gd name="T22" fmla="*/ 2147483646 w 532"/>
                  <a:gd name="T23" fmla="*/ 2147483646 h 336"/>
                  <a:gd name="T24" fmla="*/ 2147483646 w 532"/>
                  <a:gd name="T25" fmla="*/ 2147483646 h 336"/>
                  <a:gd name="T26" fmla="*/ 2147483646 w 532"/>
                  <a:gd name="T27" fmla="*/ 2147483646 h 336"/>
                  <a:gd name="T28" fmla="*/ 0 w 532"/>
                  <a:gd name="T29" fmla="*/ 2147483646 h 336"/>
                  <a:gd name="T30" fmla="*/ 0 w 532"/>
                  <a:gd name="T31" fmla="*/ 2147483646 h 336"/>
                  <a:gd name="T32" fmla="*/ 2147483646 w 532"/>
                  <a:gd name="T33" fmla="*/ 0 h 336"/>
                  <a:gd name="T34" fmla="*/ 2147483646 w 532"/>
                  <a:gd name="T35" fmla="*/ 0 h 336"/>
                  <a:gd name="T36" fmla="*/ 2147483646 w 532"/>
                  <a:gd name="T37" fmla="*/ 2147483646 h 336"/>
                  <a:gd name="T38" fmla="*/ 2147483646 w 532"/>
                  <a:gd name="T39" fmla="*/ 2147483646 h 336"/>
                  <a:gd name="T40" fmla="*/ 2147483646 w 532"/>
                  <a:gd name="T41" fmla="*/ 2147483646 h 3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2" h="336">
                    <a:moveTo>
                      <a:pt x="490" y="336"/>
                    </a:moveTo>
                    <a:cubicBezTo>
                      <a:pt x="425" y="336"/>
                      <a:pt x="425" y="336"/>
                      <a:pt x="425" y="336"/>
                    </a:cubicBezTo>
                    <a:cubicBezTo>
                      <a:pt x="425" y="328"/>
                      <a:pt x="425" y="328"/>
                      <a:pt x="425" y="328"/>
                    </a:cubicBezTo>
                    <a:cubicBezTo>
                      <a:pt x="490" y="328"/>
                      <a:pt x="490" y="328"/>
                      <a:pt x="490" y="328"/>
                    </a:cubicBezTo>
                    <a:cubicBezTo>
                      <a:pt x="509" y="328"/>
                      <a:pt x="524" y="312"/>
                      <a:pt x="524" y="294"/>
                    </a:cubicBezTo>
                    <a:cubicBezTo>
                      <a:pt x="524" y="42"/>
                      <a:pt x="524" y="42"/>
                      <a:pt x="524" y="42"/>
                    </a:cubicBezTo>
                    <a:cubicBezTo>
                      <a:pt x="524" y="23"/>
                      <a:pt x="509" y="8"/>
                      <a:pt x="490" y="8"/>
                    </a:cubicBezTo>
                    <a:cubicBezTo>
                      <a:pt x="42" y="8"/>
                      <a:pt x="42" y="8"/>
                      <a:pt x="42" y="8"/>
                    </a:cubicBezTo>
                    <a:cubicBezTo>
                      <a:pt x="23" y="8"/>
                      <a:pt x="8" y="23"/>
                      <a:pt x="8" y="42"/>
                    </a:cubicBezTo>
                    <a:cubicBezTo>
                      <a:pt x="8" y="294"/>
                      <a:pt x="8" y="294"/>
                      <a:pt x="8" y="294"/>
                    </a:cubicBezTo>
                    <a:cubicBezTo>
                      <a:pt x="8" y="312"/>
                      <a:pt x="23" y="328"/>
                      <a:pt x="42" y="328"/>
                    </a:cubicBezTo>
                    <a:cubicBezTo>
                      <a:pt x="360" y="328"/>
                      <a:pt x="360" y="328"/>
                      <a:pt x="360" y="328"/>
                    </a:cubicBezTo>
                    <a:cubicBezTo>
                      <a:pt x="360" y="336"/>
                      <a:pt x="360" y="336"/>
                      <a:pt x="360" y="336"/>
                    </a:cubicBezTo>
                    <a:cubicBezTo>
                      <a:pt x="42" y="336"/>
                      <a:pt x="42" y="336"/>
                      <a:pt x="42" y="336"/>
                    </a:cubicBezTo>
                    <a:cubicBezTo>
                      <a:pt x="18" y="336"/>
                      <a:pt x="0" y="317"/>
                      <a:pt x="0" y="294"/>
                    </a:cubicBezTo>
                    <a:cubicBezTo>
                      <a:pt x="0" y="42"/>
                      <a:pt x="0" y="42"/>
                      <a:pt x="0" y="42"/>
                    </a:cubicBezTo>
                    <a:cubicBezTo>
                      <a:pt x="0" y="19"/>
                      <a:pt x="18" y="0"/>
                      <a:pt x="42" y="0"/>
                    </a:cubicBezTo>
                    <a:cubicBezTo>
                      <a:pt x="490" y="0"/>
                      <a:pt x="490" y="0"/>
                      <a:pt x="490" y="0"/>
                    </a:cubicBezTo>
                    <a:cubicBezTo>
                      <a:pt x="513" y="0"/>
                      <a:pt x="532" y="19"/>
                      <a:pt x="532" y="42"/>
                    </a:cubicBezTo>
                    <a:cubicBezTo>
                      <a:pt x="532" y="294"/>
                      <a:pt x="532" y="294"/>
                      <a:pt x="532" y="294"/>
                    </a:cubicBezTo>
                    <a:cubicBezTo>
                      <a:pt x="532" y="317"/>
                      <a:pt x="513" y="336"/>
                      <a:pt x="490" y="336"/>
                    </a:cubicBez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4" name="Freeform 144"/>
              <p:cNvSpPr/>
              <p:nvPr/>
            </p:nvSpPr>
            <p:spPr bwMode="auto">
              <a:xfrm>
                <a:off x="8956676" y="1330326"/>
                <a:ext cx="14288" cy="15875"/>
              </a:xfrm>
              <a:custGeom>
                <a:avLst/>
                <a:gdLst>
                  <a:gd name="T0" fmla="*/ 2147483646 w 9"/>
                  <a:gd name="T1" fmla="*/ 2147483646 h 10"/>
                  <a:gd name="T2" fmla="*/ 2147483646 w 9"/>
                  <a:gd name="T3" fmla="*/ 2147483646 h 10"/>
                  <a:gd name="T4" fmla="*/ 2147483646 w 9"/>
                  <a:gd name="T5" fmla="*/ 0 h 10"/>
                  <a:gd name="T6" fmla="*/ 0 w 9"/>
                  <a:gd name="T7" fmla="*/ 0 h 10"/>
                  <a:gd name="T8" fmla="*/ 0 w 9"/>
                  <a:gd name="T9" fmla="*/ 2147483646 h 10"/>
                  <a:gd name="T10" fmla="*/ 2147483646 w 9"/>
                  <a:gd name="T11" fmla="*/ 2147483646 h 10"/>
                  <a:gd name="T12" fmla="*/ 2147483646 w 9"/>
                  <a:gd name="T13" fmla="*/ 2147483646 h 10"/>
                  <a:gd name="T14" fmla="*/ 2147483646 w 9"/>
                  <a:gd name="T15" fmla="*/ 2147483646 h 10"/>
                  <a:gd name="T16" fmla="*/ 2147483646 w 9"/>
                  <a:gd name="T17" fmla="*/ 2147483646 h 10"/>
                  <a:gd name="T18" fmla="*/ 2147483646 w 9"/>
                  <a:gd name="T19" fmla="*/ 2147483646 h 10"/>
                  <a:gd name="T20" fmla="*/ 2147483646 w 9"/>
                  <a:gd name="T21" fmla="*/ 0 h 10"/>
                  <a:gd name="T22" fmla="*/ 2147483646 w 9"/>
                  <a:gd name="T23" fmla="*/ 0 h 10"/>
                  <a:gd name="T24" fmla="*/ 2147483646 w 9"/>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10">
                    <a:moveTo>
                      <a:pt x="7" y="4"/>
                    </a:moveTo>
                    <a:lnTo>
                      <a:pt x="2" y="4"/>
                    </a:lnTo>
                    <a:lnTo>
                      <a:pt x="2" y="0"/>
                    </a:lnTo>
                    <a:lnTo>
                      <a:pt x="0" y="0"/>
                    </a:lnTo>
                    <a:lnTo>
                      <a:pt x="0" y="10"/>
                    </a:lnTo>
                    <a:lnTo>
                      <a:pt x="2" y="10"/>
                    </a:lnTo>
                    <a:lnTo>
                      <a:pt x="2" y="6"/>
                    </a:lnTo>
                    <a:lnTo>
                      <a:pt x="7" y="6"/>
                    </a:lnTo>
                    <a:lnTo>
                      <a:pt x="7" y="10"/>
                    </a:lnTo>
                    <a:lnTo>
                      <a:pt x="9" y="10"/>
                    </a:lnTo>
                    <a:lnTo>
                      <a:pt x="9" y="0"/>
                    </a:lnTo>
                    <a:lnTo>
                      <a:pt x="7" y="0"/>
                    </a:lnTo>
                    <a:lnTo>
                      <a:pt x="7" y="4"/>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5" name="Freeform 145"/>
              <p:cNvSpPr/>
              <p:nvPr/>
            </p:nvSpPr>
            <p:spPr bwMode="auto">
              <a:xfrm>
                <a:off x="8975726" y="1330326"/>
                <a:ext cx="14288" cy="15875"/>
              </a:xfrm>
              <a:custGeom>
                <a:avLst/>
                <a:gdLst>
                  <a:gd name="T0" fmla="*/ 2147483646 w 9"/>
                  <a:gd name="T1" fmla="*/ 2147483646 h 10"/>
                  <a:gd name="T2" fmla="*/ 2147483646 w 9"/>
                  <a:gd name="T3" fmla="*/ 2147483646 h 10"/>
                  <a:gd name="T4" fmla="*/ 2147483646 w 9"/>
                  <a:gd name="T5" fmla="*/ 2147483646 h 10"/>
                  <a:gd name="T6" fmla="*/ 2147483646 w 9"/>
                  <a:gd name="T7" fmla="*/ 0 h 10"/>
                  <a:gd name="T8" fmla="*/ 0 w 9"/>
                  <a:gd name="T9" fmla="*/ 0 h 10"/>
                  <a:gd name="T10" fmla="*/ 0 w 9"/>
                  <a:gd name="T11" fmla="*/ 2147483646 h 10"/>
                  <a:gd name="T12" fmla="*/ 2147483646 w 9"/>
                  <a:gd name="T13" fmla="*/ 2147483646 h 10"/>
                  <a:gd name="T14" fmla="*/ 2147483646 w 9"/>
                  <a:gd name="T15" fmla="*/ 2147483646 h 10"/>
                  <a:gd name="T16" fmla="*/ 2147483646 w 9"/>
                  <a:gd name="T17" fmla="*/ 0 h 10"/>
                  <a:gd name="T18" fmla="*/ 2147483646 w 9"/>
                  <a:gd name="T19" fmla="*/ 0 h 10"/>
                  <a:gd name="T20" fmla="*/ 2147483646 w 9"/>
                  <a:gd name="T21" fmla="*/ 2147483646 h 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 h="10">
                    <a:moveTo>
                      <a:pt x="6" y="5"/>
                    </a:moveTo>
                    <a:cubicBezTo>
                      <a:pt x="6" y="7"/>
                      <a:pt x="6" y="8"/>
                      <a:pt x="4" y="8"/>
                    </a:cubicBezTo>
                    <a:cubicBezTo>
                      <a:pt x="3" y="8"/>
                      <a:pt x="2" y="7"/>
                      <a:pt x="2" y="5"/>
                    </a:cubicBezTo>
                    <a:cubicBezTo>
                      <a:pt x="2" y="0"/>
                      <a:pt x="2" y="0"/>
                      <a:pt x="2" y="0"/>
                    </a:cubicBezTo>
                    <a:cubicBezTo>
                      <a:pt x="0" y="0"/>
                      <a:pt x="0" y="0"/>
                      <a:pt x="0" y="0"/>
                    </a:cubicBezTo>
                    <a:cubicBezTo>
                      <a:pt x="0" y="5"/>
                      <a:pt x="0" y="5"/>
                      <a:pt x="0" y="5"/>
                    </a:cubicBezTo>
                    <a:cubicBezTo>
                      <a:pt x="0" y="8"/>
                      <a:pt x="1" y="10"/>
                      <a:pt x="4" y="10"/>
                    </a:cubicBezTo>
                    <a:cubicBezTo>
                      <a:pt x="7" y="10"/>
                      <a:pt x="9" y="8"/>
                      <a:pt x="9" y="5"/>
                    </a:cubicBezTo>
                    <a:cubicBezTo>
                      <a:pt x="9" y="0"/>
                      <a:pt x="9" y="0"/>
                      <a:pt x="9" y="0"/>
                    </a:cubicBezTo>
                    <a:cubicBezTo>
                      <a:pt x="6" y="0"/>
                      <a:pt x="6" y="0"/>
                      <a:pt x="6" y="0"/>
                    </a:cubicBezTo>
                    <a:lnTo>
                      <a:pt x="6" y="5"/>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6" name="Freeform 146"/>
              <p:cNvSpPr/>
              <p:nvPr/>
            </p:nvSpPr>
            <p:spPr bwMode="auto">
              <a:xfrm>
                <a:off x="9005889" y="1330326"/>
                <a:ext cx="22225" cy="15875"/>
              </a:xfrm>
              <a:custGeom>
                <a:avLst/>
                <a:gdLst>
                  <a:gd name="T0" fmla="*/ 2147483646 w 14"/>
                  <a:gd name="T1" fmla="*/ 2147483646 h 10"/>
                  <a:gd name="T2" fmla="*/ 2147483646 w 14"/>
                  <a:gd name="T3" fmla="*/ 0 h 10"/>
                  <a:gd name="T4" fmla="*/ 2147483646 w 14"/>
                  <a:gd name="T5" fmla="*/ 0 h 10"/>
                  <a:gd name="T6" fmla="*/ 2147483646 w 14"/>
                  <a:gd name="T7" fmla="*/ 2147483646 h 10"/>
                  <a:gd name="T8" fmla="*/ 2147483646 w 14"/>
                  <a:gd name="T9" fmla="*/ 0 h 10"/>
                  <a:gd name="T10" fmla="*/ 0 w 14"/>
                  <a:gd name="T11" fmla="*/ 0 h 10"/>
                  <a:gd name="T12" fmla="*/ 2147483646 w 14"/>
                  <a:gd name="T13" fmla="*/ 2147483646 h 10"/>
                  <a:gd name="T14" fmla="*/ 2147483646 w 14"/>
                  <a:gd name="T15" fmla="*/ 2147483646 h 10"/>
                  <a:gd name="T16" fmla="*/ 2147483646 w 14"/>
                  <a:gd name="T17" fmla="*/ 2147483646 h 10"/>
                  <a:gd name="T18" fmla="*/ 2147483646 w 14"/>
                  <a:gd name="T19" fmla="*/ 2147483646 h 10"/>
                  <a:gd name="T20" fmla="*/ 2147483646 w 14"/>
                  <a:gd name="T21" fmla="*/ 2147483646 h 10"/>
                  <a:gd name="T22" fmla="*/ 2147483646 w 14"/>
                  <a:gd name="T23" fmla="*/ 0 h 10"/>
                  <a:gd name="T24" fmla="*/ 2147483646 w 14"/>
                  <a:gd name="T25" fmla="*/ 0 h 10"/>
                  <a:gd name="T26" fmla="*/ 2147483646 w 14"/>
                  <a:gd name="T27" fmla="*/ 2147483646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0">
                    <a:moveTo>
                      <a:pt x="11" y="7"/>
                    </a:moveTo>
                    <a:lnTo>
                      <a:pt x="9" y="0"/>
                    </a:lnTo>
                    <a:lnTo>
                      <a:pt x="7" y="0"/>
                    </a:lnTo>
                    <a:lnTo>
                      <a:pt x="5" y="7"/>
                    </a:lnTo>
                    <a:lnTo>
                      <a:pt x="3" y="0"/>
                    </a:lnTo>
                    <a:lnTo>
                      <a:pt x="0" y="0"/>
                    </a:lnTo>
                    <a:lnTo>
                      <a:pt x="4" y="10"/>
                    </a:lnTo>
                    <a:lnTo>
                      <a:pt x="6" y="10"/>
                    </a:lnTo>
                    <a:lnTo>
                      <a:pt x="8" y="3"/>
                    </a:lnTo>
                    <a:lnTo>
                      <a:pt x="10" y="10"/>
                    </a:lnTo>
                    <a:lnTo>
                      <a:pt x="11" y="10"/>
                    </a:lnTo>
                    <a:lnTo>
                      <a:pt x="14" y="0"/>
                    </a:lnTo>
                    <a:lnTo>
                      <a:pt x="12" y="0"/>
                    </a:lnTo>
                    <a:lnTo>
                      <a:pt x="11" y="7"/>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7" name="Freeform 147"/>
              <p:cNvSpPr/>
              <p:nvPr/>
            </p:nvSpPr>
            <p:spPr bwMode="auto">
              <a:xfrm>
                <a:off x="9031289" y="1330326"/>
                <a:ext cx="12700" cy="15875"/>
              </a:xfrm>
              <a:custGeom>
                <a:avLst/>
                <a:gdLst>
                  <a:gd name="T0" fmla="*/ 2147483646 w 8"/>
                  <a:gd name="T1" fmla="*/ 2147483646 h 10"/>
                  <a:gd name="T2" fmla="*/ 2147483646 w 8"/>
                  <a:gd name="T3" fmla="*/ 2147483646 h 10"/>
                  <a:gd name="T4" fmla="*/ 2147483646 w 8"/>
                  <a:gd name="T5" fmla="*/ 2147483646 h 10"/>
                  <a:gd name="T6" fmla="*/ 2147483646 w 8"/>
                  <a:gd name="T7" fmla="*/ 2147483646 h 10"/>
                  <a:gd name="T8" fmla="*/ 2147483646 w 8"/>
                  <a:gd name="T9" fmla="*/ 2147483646 h 10"/>
                  <a:gd name="T10" fmla="*/ 2147483646 w 8"/>
                  <a:gd name="T11" fmla="*/ 2147483646 h 10"/>
                  <a:gd name="T12" fmla="*/ 2147483646 w 8"/>
                  <a:gd name="T13" fmla="*/ 0 h 10"/>
                  <a:gd name="T14" fmla="*/ 0 w 8"/>
                  <a:gd name="T15" fmla="*/ 0 h 10"/>
                  <a:gd name="T16" fmla="*/ 0 w 8"/>
                  <a:gd name="T17" fmla="*/ 2147483646 h 10"/>
                  <a:gd name="T18" fmla="*/ 2147483646 w 8"/>
                  <a:gd name="T19" fmla="*/ 2147483646 h 10"/>
                  <a:gd name="T20" fmla="*/ 2147483646 w 8"/>
                  <a:gd name="T21" fmla="*/ 2147483646 h 10"/>
                  <a:gd name="T22" fmla="*/ 2147483646 w 8"/>
                  <a:gd name="T23" fmla="*/ 2147483646 h 10"/>
                  <a:gd name="T24" fmla="*/ 2147483646 w 8"/>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 h="10">
                    <a:moveTo>
                      <a:pt x="2" y="5"/>
                    </a:moveTo>
                    <a:lnTo>
                      <a:pt x="6" y="5"/>
                    </a:lnTo>
                    <a:lnTo>
                      <a:pt x="6" y="4"/>
                    </a:lnTo>
                    <a:lnTo>
                      <a:pt x="2" y="4"/>
                    </a:lnTo>
                    <a:lnTo>
                      <a:pt x="2" y="2"/>
                    </a:lnTo>
                    <a:lnTo>
                      <a:pt x="7" y="2"/>
                    </a:lnTo>
                    <a:lnTo>
                      <a:pt x="7" y="0"/>
                    </a:lnTo>
                    <a:lnTo>
                      <a:pt x="0" y="0"/>
                    </a:lnTo>
                    <a:lnTo>
                      <a:pt x="0" y="10"/>
                    </a:lnTo>
                    <a:lnTo>
                      <a:pt x="8" y="10"/>
                    </a:lnTo>
                    <a:lnTo>
                      <a:pt x="8" y="8"/>
                    </a:lnTo>
                    <a:lnTo>
                      <a:pt x="2" y="8"/>
                    </a:lnTo>
                    <a:lnTo>
                      <a:pt x="2" y="5"/>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8" name="Rectangle 148"/>
              <p:cNvSpPr>
                <a:spLocks noChangeArrowheads="1"/>
              </p:cNvSpPr>
              <p:nvPr/>
            </p:nvSpPr>
            <p:spPr bwMode="auto">
              <a:xfrm>
                <a:off x="9047164" y="1330326"/>
                <a:ext cx="3175" cy="15875"/>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89" name="Freeform 149"/>
              <p:cNvSpPr>
                <a:spLocks noEditPoints="1"/>
              </p:cNvSpPr>
              <p:nvPr/>
            </p:nvSpPr>
            <p:spPr bwMode="auto">
              <a:xfrm>
                <a:off x="8991601" y="1330326"/>
                <a:ext cx="15875" cy="15875"/>
              </a:xfrm>
              <a:custGeom>
                <a:avLst/>
                <a:gdLst>
                  <a:gd name="T0" fmla="*/ 2147483646 w 10"/>
                  <a:gd name="T1" fmla="*/ 2147483646 h 10"/>
                  <a:gd name="T2" fmla="*/ 2147483646 w 10"/>
                  <a:gd name="T3" fmla="*/ 2147483646 h 10"/>
                  <a:gd name="T4" fmla="*/ 2147483646 w 10"/>
                  <a:gd name="T5" fmla="*/ 2147483646 h 10"/>
                  <a:gd name="T6" fmla="*/ 2147483646 w 10"/>
                  <a:gd name="T7" fmla="*/ 0 h 10"/>
                  <a:gd name="T8" fmla="*/ 2147483646 w 10"/>
                  <a:gd name="T9" fmla="*/ 0 h 10"/>
                  <a:gd name="T10" fmla="*/ 2147483646 w 10"/>
                  <a:gd name="T11" fmla="*/ 0 h 10"/>
                  <a:gd name="T12" fmla="*/ 0 w 10"/>
                  <a:gd name="T13" fmla="*/ 2147483646 h 10"/>
                  <a:gd name="T14" fmla="*/ 2147483646 w 10"/>
                  <a:gd name="T15" fmla="*/ 2147483646 h 10"/>
                  <a:gd name="T16" fmla="*/ 2147483646 w 10"/>
                  <a:gd name="T17" fmla="*/ 2147483646 h 10"/>
                  <a:gd name="T18" fmla="*/ 2147483646 w 10"/>
                  <a:gd name="T19" fmla="*/ 2147483646 h 10"/>
                  <a:gd name="T20" fmla="*/ 2147483646 w 10"/>
                  <a:gd name="T21" fmla="*/ 2147483646 h 10"/>
                  <a:gd name="T22" fmla="*/ 2147483646 w 10"/>
                  <a:gd name="T23" fmla="*/ 2147483646 h 10"/>
                  <a:gd name="T24" fmla="*/ 2147483646 w 10"/>
                  <a:gd name="T25" fmla="*/ 2147483646 h 10"/>
                  <a:gd name="T26" fmla="*/ 2147483646 w 10"/>
                  <a:gd name="T27" fmla="*/ 2147483646 h 10"/>
                  <a:gd name="T28" fmla="*/ 2147483646 w 10"/>
                  <a:gd name="T29" fmla="*/ 2147483646 h 10"/>
                  <a:gd name="T30" fmla="*/ 2147483646 w 10"/>
                  <a:gd name="T31" fmla="*/ 2147483646 h 10"/>
                  <a:gd name="T32" fmla="*/ 2147483646 w 10"/>
                  <a:gd name="T33" fmla="*/ 2147483646 h 10"/>
                  <a:gd name="T34" fmla="*/ 2147483646 w 10"/>
                  <a:gd name="T35" fmla="*/ 2147483646 h 10"/>
                  <a:gd name="T36" fmla="*/ 2147483646 w 10"/>
                  <a:gd name="T37" fmla="*/ 2147483646 h 10"/>
                  <a:gd name="T38" fmla="*/ 2147483646 w 10"/>
                  <a:gd name="T39" fmla="*/ 2147483646 h 1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 h="10">
                    <a:moveTo>
                      <a:pt x="7" y="8"/>
                    </a:moveTo>
                    <a:lnTo>
                      <a:pt x="8" y="10"/>
                    </a:lnTo>
                    <a:lnTo>
                      <a:pt x="10" y="10"/>
                    </a:lnTo>
                    <a:lnTo>
                      <a:pt x="6" y="0"/>
                    </a:lnTo>
                    <a:lnTo>
                      <a:pt x="4" y="0"/>
                    </a:lnTo>
                    <a:lnTo>
                      <a:pt x="0" y="10"/>
                    </a:lnTo>
                    <a:lnTo>
                      <a:pt x="2" y="10"/>
                    </a:lnTo>
                    <a:lnTo>
                      <a:pt x="2" y="8"/>
                    </a:lnTo>
                    <a:lnTo>
                      <a:pt x="3" y="8"/>
                    </a:lnTo>
                    <a:lnTo>
                      <a:pt x="7" y="8"/>
                    </a:lnTo>
                    <a:close/>
                    <a:moveTo>
                      <a:pt x="5" y="2"/>
                    </a:moveTo>
                    <a:lnTo>
                      <a:pt x="6" y="6"/>
                    </a:lnTo>
                    <a:lnTo>
                      <a:pt x="3" y="6"/>
                    </a:lnTo>
                    <a:lnTo>
                      <a:pt x="5" y="2"/>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0" name="Rectangle 150"/>
              <p:cNvSpPr>
                <a:spLocks noChangeArrowheads="1"/>
              </p:cNvSpPr>
              <p:nvPr/>
            </p:nvSpPr>
            <p:spPr bwMode="auto">
              <a:xfrm>
                <a:off x="9040814" y="1092201"/>
                <a:ext cx="76200"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1" name="Rectangle 151"/>
              <p:cNvSpPr>
                <a:spLocks noChangeArrowheads="1"/>
              </p:cNvSpPr>
              <p:nvPr/>
            </p:nvSpPr>
            <p:spPr bwMode="auto">
              <a:xfrm>
                <a:off x="8953501" y="1092201"/>
                <a:ext cx="74613"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2" name="Rectangle 152"/>
              <p:cNvSpPr>
                <a:spLocks noChangeArrowheads="1"/>
              </p:cNvSpPr>
              <p:nvPr/>
            </p:nvSpPr>
            <p:spPr bwMode="auto">
              <a:xfrm>
                <a:off x="8778876" y="1092201"/>
                <a:ext cx="76200"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3" name="Rectangle 153"/>
              <p:cNvSpPr>
                <a:spLocks noChangeArrowheads="1"/>
              </p:cNvSpPr>
              <p:nvPr/>
            </p:nvSpPr>
            <p:spPr bwMode="auto">
              <a:xfrm>
                <a:off x="8867776" y="1092201"/>
                <a:ext cx="74613"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4" name="Rectangle 154"/>
              <p:cNvSpPr>
                <a:spLocks noChangeArrowheads="1"/>
              </p:cNvSpPr>
              <p:nvPr/>
            </p:nvSpPr>
            <p:spPr bwMode="auto">
              <a:xfrm>
                <a:off x="9129714" y="1092201"/>
                <a:ext cx="12700"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5" name="Rectangle 155"/>
              <p:cNvSpPr>
                <a:spLocks noChangeArrowheads="1"/>
              </p:cNvSpPr>
              <p:nvPr/>
            </p:nvSpPr>
            <p:spPr bwMode="auto">
              <a:xfrm>
                <a:off x="9178926" y="1092201"/>
                <a:ext cx="12700"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6" name="Freeform 156"/>
              <p:cNvSpPr/>
              <p:nvPr/>
            </p:nvSpPr>
            <p:spPr bwMode="auto">
              <a:xfrm>
                <a:off x="8718551" y="1092201"/>
                <a:ext cx="47625" cy="12700"/>
              </a:xfrm>
              <a:custGeom>
                <a:avLst/>
                <a:gdLst>
                  <a:gd name="T0" fmla="*/ 2147483646 w 31"/>
                  <a:gd name="T1" fmla="*/ 0 h 8"/>
                  <a:gd name="T2" fmla="*/ 2147483646 w 31"/>
                  <a:gd name="T3" fmla="*/ 0 h 8"/>
                  <a:gd name="T4" fmla="*/ 0 w 31"/>
                  <a:gd name="T5" fmla="*/ 2147483646 h 8"/>
                  <a:gd name="T6" fmla="*/ 0 w 31"/>
                  <a:gd name="T7" fmla="*/ 2147483646 h 8"/>
                  <a:gd name="T8" fmla="*/ 2147483646 w 31"/>
                  <a:gd name="T9" fmla="*/ 2147483646 h 8"/>
                  <a:gd name="T10" fmla="*/ 2147483646 w 31"/>
                  <a:gd name="T11" fmla="*/ 2147483646 h 8"/>
                  <a:gd name="T12" fmla="*/ 2147483646 w 31"/>
                  <a:gd name="T13" fmla="*/ 0 h 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 h="8">
                    <a:moveTo>
                      <a:pt x="31" y="0"/>
                    </a:moveTo>
                    <a:cubicBezTo>
                      <a:pt x="4" y="0"/>
                      <a:pt x="4" y="0"/>
                      <a:pt x="4" y="0"/>
                    </a:cubicBezTo>
                    <a:cubicBezTo>
                      <a:pt x="2" y="0"/>
                      <a:pt x="0" y="1"/>
                      <a:pt x="0" y="4"/>
                    </a:cubicBezTo>
                    <a:cubicBezTo>
                      <a:pt x="0" y="4"/>
                      <a:pt x="0" y="4"/>
                      <a:pt x="0" y="4"/>
                    </a:cubicBezTo>
                    <a:cubicBezTo>
                      <a:pt x="0" y="6"/>
                      <a:pt x="2" y="8"/>
                      <a:pt x="4" y="8"/>
                    </a:cubicBezTo>
                    <a:cubicBezTo>
                      <a:pt x="31" y="8"/>
                      <a:pt x="31" y="8"/>
                      <a:pt x="31" y="8"/>
                    </a:cubicBezTo>
                    <a:lnTo>
                      <a:pt x="31" y="0"/>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7" name="Rectangle 157"/>
              <p:cNvSpPr>
                <a:spLocks noChangeArrowheads="1"/>
              </p:cNvSpPr>
              <p:nvPr/>
            </p:nvSpPr>
            <p:spPr bwMode="auto">
              <a:xfrm>
                <a:off x="9155114" y="1092201"/>
                <a:ext cx="11113"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8" name="Freeform 158"/>
              <p:cNvSpPr/>
              <p:nvPr/>
            </p:nvSpPr>
            <p:spPr bwMode="auto">
              <a:xfrm>
                <a:off x="9229726" y="1092201"/>
                <a:ext cx="53975" cy="12700"/>
              </a:xfrm>
              <a:custGeom>
                <a:avLst/>
                <a:gdLst>
                  <a:gd name="T0" fmla="*/ 0 w 35"/>
                  <a:gd name="T1" fmla="*/ 0 h 8"/>
                  <a:gd name="T2" fmla="*/ 0 w 35"/>
                  <a:gd name="T3" fmla="*/ 2147483646 h 8"/>
                  <a:gd name="T4" fmla="*/ 2147483646 w 35"/>
                  <a:gd name="T5" fmla="*/ 2147483646 h 8"/>
                  <a:gd name="T6" fmla="*/ 2147483646 w 35"/>
                  <a:gd name="T7" fmla="*/ 2147483646 h 8"/>
                  <a:gd name="T8" fmla="*/ 2147483646 w 35"/>
                  <a:gd name="T9" fmla="*/ 2147483646 h 8"/>
                  <a:gd name="T10" fmla="*/ 2147483646 w 35"/>
                  <a:gd name="T11" fmla="*/ 0 h 8"/>
                  <a:gd name="T12" fmla="*/ 0 w 35"/>
                  <a:gd name="T13" fmla="*/ 0 h 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8">
                    <a:moveTo>
                      <a:pt x="0" y="0"/>
                    </a:moveTo>
                    <a:cubicBezTo>
                      <a:pt x="0" y="8"/>
                      <a:pt x="0" y="8"/>
                      <a:pt x="0" y="8"/>
                    </a:cubicBezTo>
                    <a:cubicBezTo>
                      <a:pt x="31" y="8"/>
                      <a:pt x="31" y="8"/>
                      <a:pt x="31" y="8"/>
                    </a:cubicBezTo>
                    <a:cubicBezTo>
                      <a:pt x="33" y="8"/>
                      <a:pt x="35" y="6"/>
                      <a:pt x="35" y="4"/>
                    </a:cubicBezTo>
                    <a:cubicBezTo>
                      <a:pt x="35" y="4"/>
                      <a:pt x="35" y="4"/>
                      <a:pt x="35" y="4"/>
                    </a:cubicBezTo>
                    <a:cubicBezTo>
                      <a:pt x="35" y="1"/>
                      <a:pt x="33" y="0"/>
                      <a:pt x="31" y="0"/>
                    </a:cubicBezTo>
                    <a:lnTo>
                      <a:pt x="0" y="0"/>
                    </a:lnTo>
                    <a:close/>
                  </a:path>
                </a:pathLst>
              </a:cu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99" name="Rectangle 159"/>
              <p:cNvSpPr>
                <a:spLocks noChangeArrowheads="1"/>
              </p:cNvSpPr>
              <p:nvPr/>
            </p:nvSpPr>
            <p:spPr bwMode="auto">
              <a:xfrm>
                <a:off x="9204326" y="1092201"/>
                <a:ext cx="12700" cy="12700"/>
              </a:xfrm>
              <a:prstGeom prst="rect">
                <a:avLst/>
              </a:prstGeom>
              <a:grpFill/>
              <a:ln w="6350">
                <a:solidFill>
                  <a:schemeClr val="bg2"/>
                </a:solidFill>
                <a:miter lim="800000"/>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00" name="Oval 160"/>
              <p:cNvSpPr>
                <a:spLocks noChangeArrowheads="1"/>
              </p:cNvSpPr>
              <p:nvPr/>
            </p:nvSpPr>
            <p:spPr bwMode="auto">
              <a:xfrm>
                <a:off x="9129714" y="1455739"/>
                <a:ext cx="42863" cy="44450"/>
              </a:xfrm>
              <a:prstGeom prst="ellipse">
                <a:avLst/>
              </a:pr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01" name="Oval 161"/>
              <p:cNvSpPr>
                <a:spLocks noChangeArrowheads="1"/>
              </p:cNvSpPr>
              <p:nvPr/>
            </p:nvSpPr>
            <p:spPr bwMode="auto">
              <a:xfrm>
                <a:off x="9201151" y="1455739"/>
                <a:ext cx="44450" cy="44450"/>
              </a:xfrm>
              <a:prstGeom prst="ellipse">
                <a:avLst/>
              </a:prstGeom>
              <a:grpFill/>
              <a:ln w="6350">
                <a:solidFill>
                  <a:schemeClr val="bg2"/>
                </a:solidFill>
                <a:round/>
              </a:ln>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grpSp>
        <p:sp>
          <p:nvSpPr>
            <p:cNvPr id="437" name="矩形 436"/>
            <p:cNvSpPr/>
            <p:nvPr/>
          </p:nvSpPr>
          <p:spPr>
            <a:xfrm>
              <a:off x="3068318" y="944563"/>
              <a:ext cx="8257541" cy="523220"/>
            </a:xfrm>
            <a:prstGeom prst="rect">
              <a:avLst/>
            </a:prstGeom>
            <a:grpFill/>
            <a:ln>
              <a:solidFill>
                <a:schemeClr val="bg2"/>
              </a:solidFill>
            </a:ln>
          </p:spPr>
          <p:txBody>
            <a:bodyPr wrap="squar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rPr>
                <a:t>超级终端</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459" name="左右箭头 458"/>
            <p:cNvSpPr/>
            <p:nvPr/>
          </p:nvSpPr>
          <p:spPr>
            <a:xfrm rot="5400000">
              <a:off x="4441339" y="2944969"/>
              <a:ext cx="822168"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460" name="左右箭头 459"/>
            <p:cNvSpPr/>
            <p:nvPr/>
          </p:nvSpPr>
          <p:spPr>
            <a:xfrm rot="5400000">
              <a:off x="4493636" y="3824441"/>
              <a:ext cx="717717"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sp>
          <p:nvSpPr>
            <p:cNvPr id="461" name="左右箭头 460"/>
            <p:cNvSpPr/>
            <p:nvPr/>
          </p:nvSpPr>
          <p:spPr>
            <a:xfrm rot="5400000">
              <a:off x="5838704" y="3815448"/>
              <a:ext cx="717717" cy="317154"/>
            </a:xfrm>
            <a:prstGeom prst="leftRightArrow">
              <a:avLst/>
            </a:prstGeom>
            <a:grpFill/>
            <a:ln w="28575" cap="flat">
              <a:solidFill>
                <a:schemeClr val="bg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055" rtl="0" fontAlgn="auto" latinLnBrk="0" hangingPunct="0">
                <a:lnSpc>
                  <a:spcPct val="100000"/>
                </a:lnSpc>
                <a:spcBef>
                  <a:spcPts val="0"/>
                </a:spcBef>
                <a:spcAft>
                  <a:spcPts val="0"/>
                </a:spcAft>
                <a:buClrTx/>
                <a:buSzTx/>
                <a:buFontTx/>
                <a:buNone/>
              </a:pPr>
              <a:endParaRPr kumimoji="0" lang="zh-CN" altLang="en-US" sz="100" b="0" i="0" u="none" strike="noStrike" cap="none" spc="0" normalizeH="0" baseline="0">
                <a:ln>
                  <a:noFill/>
                </a:ln>
                <a:solidFill>
                  <a:schemeClr val="bg1"/>
                </a:solidFill>
                <a:effectLst/>
                <a:uFillTx/>
                <a:latin typeface="微软雅黑" panose="020B0503020204020204" pitchFamily="34" charset="-122"/>
                <a:ea typeface="微软雅黑" panose="020B0503020204020204" pitchFamily="34" charset="-122"/>
                <a:sym typeface="Huawei Sans" panose="020C0503030203020204" pitchFamily="34" charset="0"/>
              </a:endParaRPr>
            </a:p>
          </p:txBody>
        </p:sp>
        <p:grpSp>
          <p:nvGrpSpPr>
            <p:cNvPr id="479" name="组合 228"/>
            <p:cNvGrpSpPr/>
            <p:nvPr/>
          </p:nvGrpSpPr>
          <p:grpSpPr bwMode="auto">
            <a:xfrm rot="2220000">
              <a:off x="6066564" y="4858704"/>
              <a:ext cx="71655" cy="809547"/>
              <a:chOff x="5851524" y="2259013"/>
              <a:chExt cx="74612" cy="842963"/>
            </a:xfrm>
            <a:grpFill/>
          </p:grpSpPr>
          <p:sp>
            <p:nvSpPr>
              <p:cNvPr id="480" name="Rectangle 1168"/>
              <p:cNvSpPr>
                <a:spLocks noChangeArrowheads="1"/>
              </p:cNvSpPr>
              <p:nvPr/>
            </p:nvSpPr>
            <p:spPr bwMode="auto">
              <a:xfrm>
                <a:off x="5857874" y="2289176"/>
                <a:ext cx="55562" cy="6350"/>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1" name="Freeform 1169"/>
              <p:cNvSpPr/>
              <p:nvPr/>
            </p:nvSpPr>
            <p:spPr bwMode="auto">
              <a:xfrm>
                <a:off x="5851524" y="2259013"/>
                <a:ext cx="68262" cy="842963"/>
              </a:xfrm>
              <a:custGeom>
                <a:avLst/>
                <a:gdLst>
                  <a:gd name="T0" fmla="*/ 2147483646 w 44"/>
                  <a:gd name="T1" fmla="*/ 2147483646 h 544"/>
                  <a:gd name="T2" fmla="*/ 2147483646 w 44"/>
                  <a:gd name="T3" fmla="*/ 2147483646 h 544"/>
                  <a:gd name="T4" fmla="*/ 2147483646 w 44"/>
                  <a:gd name="T5" fmla="*/ 2147483646 h 544"/>
                  <a:gd name="T6" fmla="*/ 0 w 44"/>
                  <a:gd name="T7" fmla="*/ 2147483646 h 544"/>
                  <a:gd name="T8" fmla="*/ 0 w 44"/>
                  <a:gd name="T9" fmla="*/ 2147483646 h 544"/>
                  <a:gd name="T10" fmla="*/ 2147483646 w 44"/>
                  <a:gd name="T11" fmla="*/ 0 h 544"/>
                  <a:gd name="T12" fmla="*/ 2147483646 w 44"/>
                  <a:gd name="T13" fmla="*/ 2147483646 h 544"/>
                  <a:gd name="T14" fmla="*/ 2147483646 w 44"/>
                  <a:gd name="T15" fmla="*/ 2147483646 h 544"/>
                  <a:gd name="T16" fmla="*/ 2147483646 w 44"/>
                  <a:gd name="T17" fmla="*/ 2147483646 h 544"/>
                  <a:gd name="T18" fmla="*/ 2147483646 w 44"/>
                  <a:gd name="T19" fmla="*/ 2147483646 h 544"/>
                  <a:gd name="T20" fmla="*/ 2147483646 w 44"/>
                  <a:gd name="T21" fmla="*/ 2147483646 h 544"/>
                  <a:gd name="T22" fmla="*/ 2147483646 w 44"/>
                  <a:gd name="T23" fmla="*/ 2147483646 h 544"/>
                  <a:gd name="T24" fmla="*/ 2147483646 w 44"/>
                  <a:gd name="T25" fmla="*/ 2147483646 h 544"/>
                  <a:gd name="T26" fmla="*/ 2147483646 w 44"/>
                  <a:gd name="T27" fmla="*/ 2147483646 h 544"/>
                  <a:gd name="T28" fmla="*/ 2147483646 w 44"/>
                  <a:gd name="T29" fmla="*/ 2147483646 h 544"/>
                  <a:gd name="T30" fmla="*/ 2147483646 w 44"/>
                  <a:gd name="T31" fmla="*/ 2147483646 h 544"/>
                  <a:gd name="T32" fmla="*/ 2147483646 w 44"/>
                  <a:gd name="T33" fmla="*/ 2147483646 h 544"/>
                  <a:gd name="T34" fmla="*/ 2147483646 w 44"/>
                  <a:gd name="T35" fmla="*/ 2147483646 h 544"/>
                  <a:gd name="T36" fmla="*/ 2147483646 w 44"/>
                  <a:gd name="T37" fmla="*/ 2147483646 h 544"/>
                  <a:gd name="T38" fmla="*/ 2147483646 w 44"/>
                  <a:gd name="T39" fmla="*/ 2147483646 h 544"/>
                  <a:gd name="T40" fmla="*/ 2147483646 w 44"/>
                  <a:gd name="T41" fmla="*/ 2147483646 h 544"/>
                  <a:gd name="T42" fmla="*/ 2147483646 w 44"/>
                  <a:gd name="T43" fmla="*/ 2147483646 h 544"/>
                  <a:gd name="T44" fmla="*/ 2147483646 w 44"/>
                  <a:gd name="T45" fmla="*/ 2147483646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4" h="544">
                    <a:moveTo>
                      <a:pt x="22" y="544"/>
                    </a:moveTo>
                    <a:cubicBezTo>
                      <a:pt x="18" y="544"/>
                      <a:pt x="15" y="542"/>
                      <a:pt x="14" y="538"/>
                    </a:cubicBezTo>
                    <a:cubicBezTo>
                      <a:pt x="7" y="504"/>
                      <a:pt x="7" y="504"/>
                      <a:pt x="7" y="504"/>
                    </a:cubicBezTo>
                    <a:cubicBezTo>
                      <a:pt x="2" y="485"/>
                      <a:pt x="0" y="465"/>
                      <a:pt x="0" y="446"/>
                    </a:cubicBezTo>
                    <a:cubicBezTo>
                      <a:pt x="0" y="22"/>
                      <a:pt x="0" y="22"/>
                      <a:pt x="0" y="22"/>
                    </a:cubicBezTo>
                    <a:cubicBezTo>
                      <a:pt x="0" y="10"/>
                      <a:pt x="10" y="0"/>
                      <a:pt x="22" y="0"/>
                    </a:cubicBezTo>
                    <a:cubicBezTo>
                      <a:pt x="34" y="0"/>
                      <a:pt x="44" y="10"/>
                      <a:pt x="44" y="22"/>
                    </a:cubicBezTo>
                    <a:cubicBezTo>
                      <a:pt x="44" y="410"/>
                      <a:pt x="44" y="410"/>
                      <a:pt x="44" y="410"/>
                    </a:cubicBezTo>
                    <a:cubicBezTo>
                      <a:pt x="36" y="410"/>
                      <a:pt x="36" y="410"/>
                      <a:pt x="36" y="410"/>
                    </a:cubicBezTo>
                    <a:cubicBezTo>
                      <a:pt x="36" y="22"/>
                      <a:pt x="36" y="22"/>
                      <a:pt x="36" y="22"/>
                    </a:cubicBezTo>
                    <a:cubicBezTo>
                      <a:pt x="36" y="14"/>
                      <a:pt x="29" y="8"/>
                      <a:pt x="22" y="8"/>
                    </a:cubicBezTo>
                    <a:cubicBezTo>
                      <a:pt x="14" y="8"/>
                      <a:pt x="8" y="14"/>
                      <a:pt x="8" y="22"/>
                    </a:cubicBezTo>
                    <a:cubicBezTo>
                      <a:pt x="8" y="446"/>
                      <a:pt x="8" y="446"/>
                      <a:pt x="8" y="446"/>
                    </a:cubicBezTo>
                    <a:cubicBezTo>
                      <a:pt x="8" y="465"/>
                      <a:pt x="10" y="484"/>
                      <a:pt x="14" y="502"/>
                    </a:cubicBezTo>
                    <a:cubicBezTo>
                      <a:pt x="22" y="536"/>
                      <a:pt x="22" y="536"/>
                      <a:pt x="22" y="536"/>
                    </a:cubicBezTo>
                    <a:cubicBezTo>
                      <a:pt x="30" y="502"/>
                      <a:pt x="30" y="502"/>
                      <a:pt x="30" y="502"/>
                    </a:cubicBezTo>
                    <a:cubicBezTo>
                      <a:pt x="34" y="484"/>
                      <a:pt x="36" y="465"/>
                      <a:pt x="36" y="446"/>
                    </a:cubicBezTo>
                    <a:cubicBezTo>
                      <a:pt x="36" y="435"/>
                      <a:pt x="36" y="435"/>
                      <a:pt x="36" y="435"/>
                    </a:cubicBezTo>
                    <a:cubicBezTo>
                      <a:pt x="44" y="435"/>
                      <a:pt x="44" y="435"/>
                      <a:pt x="44" y="435"/>
                    </a:cubicBezTo>
                    <a:cubicBezTo>
                      <a:pt x="44" y="446"/>
                      <a:pt x="44" y="446"/>
                      <a:pt x="44" y="446"/>
                    </a:cubicBezTo>
                    <a:cubicBezTo>
                      <a:pt x="44" y="465"/>
                      <a:pt x="41" y="485"/>
                      <a:pt x="37" y="504"/>
                    </a:cubicBezTo>
                    <a:cubicBezTo>
                      <a:pt x="30" y="538"/>
                      <a:pt x="30" y="538"/>
                      <a:pt x="30" y="538"/>
                    </a:cubicBezTo>
                    <a:cubicBezTo>
                      <a:pt x="29" y="542"/>
                      <a:pt x="26" y="544"/>
                      <a:pt x="22" y="54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2" name="Rectangle 1170"/>
              <p:cNvSpPr>
                <a:spLocks noChangeArrowheads="1"/>
              </p:cNvSpPr>
              <p:nvPr/>
            </p:nvSpPr>
            <p:spPr bwMode="auto">
              <a:xfrm>
                <a:off x="5873749" y="3059114"/>
                <a:ext cx="23812" cy="6350"/>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3" name="Freeform 1171"/>
              <p:cNvSpPr>
                <a:spLocks noEditPoints="1"/>
              </p:cNvSpPr>
              <p:nvPr/>
            </p:nvSpPr>
            <p:spPr bwMode="auto">
              <a:xfrm>
                <a:off x="5872162" y="2789239"/>
                <a:ext cx="26987" cy="82550"/>
              </a:xfrm>
              <a:custGeom>
                <a:avLst/>
                <a:gdLst>
                  <a:gd name="T0" fmla="*/ 2147483646 w 18"/>
                  <a:gd name="T1" fmla="*/ 2147483646 h 53"/>
                  <a:gd name="T2" fmla="*/ 0 w 18"/>
                  <a:gd name="T3" fmla="*/ 2147483646 h 53"/>
                  <a:gd name="T4" fmla="*/ 0 w 18"/>
                  <a:gd name="T5" fmla="*/ 2147483646 h 53"/>
                  <a:gd name="T6" fmla="*/ 2147483646 w 18"/>
                  <a:gd name="T7" fmla="*/ 0 h 53"/>
                  <a:gd name="T8" fmla="*/ 2147483646 w 18"/>
                  <a:gd name="T9" fmla="*/ 2147483646 h 53"/>
                  <a:gd name="T10" fmla="*/ 2147483646 w 18"/>
                  <a:gd name="T11" fmla="*/ 2147483646 h 53"/>
                  <a:gd name="T12" fmla="*/ 2147483646 w 18"/>
                  <a:gd name="T13" fmla="*/ 2147483646 h 53"/>
                  <a:gd name="T14" fmla="*/ 2147483646 w 18"/>
                  <a:gd name="T15" fmla="*/ 2147483646 h 53"/>
                  <a:gd name="T16" fmla="*/ 2147483646 w 18"/>
                  <a:gd name="T17" fmla="*/ 2147483646 h 53"/>
                  <a:gd name="T18" fmla="*/ 2147483646 w 18"/>
                  <a:gd name="T19" fmla="*/ 2147483646 h 53"/>
                  <a:gd name="T20" fmla="*/ 2147483646 w 18"/>
                  <a:gd name="T21" fmla="*/ 2147483646 h 53"/>
                  <a:gd name="T22" fmla="*/ 2147483646 w 18"/>
                  <a:gd name="T23" fmla="*/ 2147483646 h 53"/>
                  <a:gd name="T24" fmla="*/ 2147483646 w 18"/>
                  <a:gd name="T25" fmla="*/ 2147483646 h 53"/>
                  <a:gd name="T26" fmla="*/ 2147483646 w 18"/>
                  <a:gd name="T27" fmla="*/ 2147483646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 h="53">
                    <a:moveTo>
                      <a:pt x="9" y="53"/>
                    </a:moveTo>
                    <a:cubicBezTo>
                      <a:pt x="4" y="53"/>
                      <a:pt x="0" y="49"/>
                      <a:pt x="0" y="44"/>
                    </a:cubicBezTo>
                    <a:cubicBezTo>
                      <a:pt x="0" y="8"/>
                      <a:pt x="0" y="8"/>
                      <a:pt x="0" y="8"/>
                    </a:cubicBezTo>
                    <a:cubicBezTo>
                      <a:pt x="0" y="4"/>
                      <a:pt x="4" y="0"/>
                      <a:pt x="9" y="0"/>
                    </a:cubicBezTo>
                    <a:cubicBezTo>
                      <a:pt x="14" y="0"/>
                      <a:pt x="18" y="4"/>
                      <a:pt x="18" y="8"/>
                    </a:cubicBezTo>
                    <a:cubicBezTo>
                      <a:pt x="18" y="44"/>
                      <a:pt x="18" y="44"/>
                      <a:pt x="18" y="44"/>
                    </a:cubicBezTo>
                    <a:cubicBezTo>
                      <a:pt x="18" y="49"/>
                      <a:pt x="14" y="53"/>
                      <a:pt x="9" y="53"/>
                    </a:cubicBezTo>
                    <a:close/>
                    <a:moveTo>
                      <a:pt x="9" y="4"/>
                    </a:moveTo>
                    <a:cubicBezTo>
                      <a:pt x="6" y="4"/>
                      <a:pt x="4" y="6"/>
                      <a:pt x="4" y="8"/>
                    </a:cubicBezTo>
                    <a:cubicBezTo>
                      <a:pt x="4" y="44"/>
                      <a:pt x="4" y="44"/>
                      <a:pt x="4" y="44"/>
                    </a:cubicBezTo>
                    <a:cubicBezTo>
                      <a:pt x="4" y="47"/>
                      <a:pt x="6" y="49"/>
                      <a:pt x="9" y="49"/>
                    </a:cubicBezTo>
                    <a:cubicBezTo>
                      <a:pt x="12" y="49"/>
                      <a:pt x="14" y="47"/>
                      <a:pt x="14" y="44"/>
                    </a:cubicBezTo>
                    <a:cubicBezTo>
                      <a:pt x="14" y="8"/>
                      <a:pt x="14" y="8"/>
                      <a:pt x="14" y="8"/>
                    </a:cubicBezTo>
                    <a:cubicBezTo>
                      <a:pt x="14" y="6"/>
                      <a:pt x="12" y="4"/>
                      <a:pt x="9"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4" name="Freeform 1172"/>
              <p:cNvSpPr/>
              <p:nvPr/>
            </p:nvSpPr>
            <p:spPr bwMode="auto">
              <a:xfrm>
                <a:off x="5872162" y="2301876"/>
                <a:ext cx="26987" cy="192088"/>
              </a:xfrm>
              <a:custGeom>
                <a:avLst/>
                <a:gdLst>
                  <a:gd name="T0" fmla="*/ 2147483646 w 18"/>
                  <a:gd name="T1" fmla="*/ 2147483646 h 124"/>
                  <a:gd name="T2" fmla="*/ 0 w 18"/>
                  <a:gd name="T3" fmla="*/ 2147483646 h 124"/>
                  <a:gd name="T4" fmla="*/ 0 w 18"/>
                  <a:gd name="T5" fmla="*/ 2147483646 h 124"/>
                  <a:gd name="T6" fmla="*/ 2147483646 w 18"/>
                  <a:gd name="T7" fmla="*/ 0 h 124"/>
                  <a:gd name="T8" fmla="*/ 2147483646 w 18"/>
                  <a:gd name="T9" fmla="*/ 2147483646 h 124"/>
                  <a:gd name="T10" fmla="*/ 2147483646 w 18"/>
                  <a:gd name="T11" fmla="*/ 2147483646 h 124"/>
                  <a:gd name="T12" fmla="*/ 2147483646 w 18"/>
                  <a:gd name="T13" fmla="*/ 2147483646 h 124"/>
                  <a:gd name="T14" fmla="*/ 2147483646 w 18"/>
                  <a:gd name="T15" fmla="*/ 2147483646 h 124"/>
                  <a:gd name="T16" fmla="*/ 2147483646 w 18"/>
                  <a:gd name="T17" fmla="*/ 2147483646 h 124"/>
                  <a:gd name="T18" fmla="*/ 2147483646 w 18"/>
                  <a:gd name="T19" fmla="*/ 0 h 124"/>
                  <a:gd name="T20" fmla="*/ 2147483646 w 18"/>
                  <a:gd name="T21" fmla="*/ 2147483646 h 124"/>
                  <a:gd name="T22" fmla="*/ 2147483646 w 18"/>
                  <a:gd name="T23" fmla="*/ 2147483646 h 124"/>
                  <a:gd name="T24" fmla="*/ 2147483646 w 18"/>
                  <a:gd name="T25" fmla="*/ 2147483646 h 1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124">
                    <a:moveTo>
                      <a:pt x="9" y="124"/>
                    </a:moveTo>
                    <a:cubicBezTo>
                      <a:pt x="4" y="124"/>
                      <a:pt x="0" y="119"/>
                      <a:pt x="0" y="112"/>
                    </a:cubicBezTo>
                    <a:cubicBezTo>
                      <a:pt x="0" y="2"/>
                      <a:pt x="0" y="2"/>
                      <a:pt x="0" y="2"/>
                    </a:cubicBezTo>
                    <a:cubicBezTo>
                      <a:pt x="0" y="1"/>
                      <a:pt x="1" y="0"/>
                      <a:pt x="2" y="0"/>
                    </a:cubicBezTo>
                    <a:cubicBezTo>
                      <a:pt x="3" y="0"/>
                      <a:pt x="4" y="1"/>
                      <a:pt x="4" y="2"/>
                    </a:cubicBezTo>
                    <a:cubicBezTo>
                      <a:pt x="4" y="112"/>
                      <a:pt x="4" y="112"/>
                      <a:pt x="4" y="112"/>
                    </a:cubicBezTo>
                    <a:cubicBezTo>
                      <a:pt x="4" y="116"/>
                      <a:pt x="6" y="120"/>
                      <a:pt x="9" y="120"/>
                    </a:cubicBezTo>
                    <a:cubicBezTo>
                      <a:pt x="12" y="120"/>
                      <a:pt x="14" y="116"/>
                      <a:pt x="14" y="112"/>
                    </a:cubicBezTo>
                    <a:cubicBezTo>
                      <a:pt x="14" y="2"/>
                      <a:pt x="14" y="2"/>
                      <a:pt x="14" y="2"/>
                    </a:cubicBezTo>
                    <a:cubicBezTo>
                      <a:pt x="14" y="1"/>
                      <a:pt x="15" y="0"/>
                      <a:pt x="16" y="0"/>
                    </a:cubicBezTo>
                    <a:cubicBezTo>
                      <a:pt x="17" y="0"/>
                      <a:pt x="18" y="1"/>
                      <a:pt x="18" y="2"/>
                    </a:cubicBezTo>
                    <a:cubicBezTo>
                      <a:pt x="18" y="112"/>
                      <a:pt x="18" y="112"/>
                      <a:pt x="18" y="112"/>
                    </a:cubicBezTo>
                    <a:cubicBezTo>
                      <a:pt x="18" y="119"/>
                      <a:pt x="14" y="124"/>
                      <a:pt x="9" y="12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5" name="Freeform 1173"/>
              <p:cNvSpPr/>
              <p:nvPr/>
            </p:nvSpPr>
            <p:spPr bwMode="auto">
              <a:xfrm>
                <a:off x="5878512" y="2593976"/>
                <a:ext cx="14287" cy="12700"/>
              </a:xfrm>
              <a:custGeom>
                <a:avLst/>
                <a:gdLst>
                  <a:gd name="T0" fmla="*/ 2147483646 w 9"/>
                  <a:gd name="T1" fmla="*/ 2147483646 h 8"/>
                  <a:gd name="T2" fmla="*/ 2147483646 w 9"/>
                  <a:gd name="T3" fmla="*/ 2147483646 h 8"/>
                  <a:gd name="T4" fmla="*/ 0 w 9"/>
                  <a:gd name="T5" fmla="*/ 2147483646 h 8"/>
                  <a:gd name="T6" fmla="*/ 0 w 9"/>
                  <a:gd name="T7" fmla="*/ 2147483646 h 8"/>
                  <a:gd name="T8" fmla="*/ 2147483646 w 9"/>
                  <a:gd name="T9" fmla="*/ 2147483646 h 8"/>
                  <a:gd name="T10" fmla="*/ 2147483646 w 9"/>
                  <a:gd name="T11" fmla="*/ 2147483646 h 8"/>
                  <a:gd name="T12" fmla="*/ 2147483646 w 9"/>
                  <a:gd name="T13" fmla="*/ 2147483646 h 8"/>
                  <a:gd name="T14" fmla="*/ 2147483646 w 9"/>
                  <a:gd name="T15" fmla="*/ 2147483646 h 8"/>
                  <a:gd name="T16" fmla="*/ 2147483646 w 9"/>
                  <a:gd name="T17" fmla="*/ 2147483646 h 8"/>
                  <a:gd name="T18" fmla="*/ 2147483646 w 9"/>
                  <a:gd name="T19" fmla="*/ 0 h 8"/>
                  <a:gd name="T20" fmla="*/ 0 w 9"/>
                  <a:gd name="T21" fmla="*/ 0 h 8"/>
                  <a:gd name="T22" fmla="*/ 0 w 9"/>
                  <a:gd name="T23" fmla="*/ 2147483646 h 8"/>
                  <a:gd name="T24" fmla="*/ 2147483646 w 9"/>
                  <a:gd name="T25" fmla="*/ 2147483646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8">
                    <a:moveTo>
                      <a:pt x="4" y="2"/>
                    </a:moveTo>
                    <a:lnTo>
                      <a:pt x="4" y="6"/>
                    </a:lnTo>
                    <a:lnTo>
                      <a:pt x="0" y="6"/>
                    </a:lnTo>
                    <a:lnTo>
                      <a:pt x="0" y="8"/>
                    </a:lnTo>
                    <a:lnTo>
                      <a:pt x="9" y="8"/>
                    </a:lnTo>
                    <a:lnTo>
                      <a:pt x="9" y="6"/>
                    </a:lnTo>
                    <a:lnTo>
                      <a:pt x="6" y="6"/>
                    </a:lnTo>
                    <a:lnTo>
                      <a:pt x="6" y="2"/>
                    </a:lnTo>
                    <a:lnTo>
                      <a:pt x="9" y="2"/>
                    </a:lnTo>
                    <a:lnTo>
                      <a:pt x="9" y="0"/>
                    </a:lnTo>
                    <a:lnTo>
                      <a:pt x="0" y="0"/>
                    </a:lnTo>
                    <a:lnTo>
                      <a:pt x="0" y="2"/>
                    </a:lnTo>
                    <a:lnTo>
                      <a:pt x="4" y="2"/>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6" name="Freeform 1174"/>
              <p:cNvSpPr/>
              <p:nvPr/>
            </p:nvSpPr>
            <p:spPr bwMode="auto">
              <a:xfrm>
                <a:off x="5878512" y="2576513"/>
                <a:ext cx="14287" cy="12700"/>
              </a:xfrm>
              <a:custGeom>
                <a:avLst/>
                <a:gdLst>
                  <a:gd name="T0" fmla="*/ 2147483646 w 10"/>
                  <a:gd name="T1" fmla="*/ 2147483646 h 8"/>
                  <a:gd name="T2" fmla="*/ 2147483646 w 10"/>
                  <a:gd name="T3" fmla="*/ 2147483646 h 8"/>
                  <a:gd name="T4" fmla="*/ 2147483646 w 10"/>
                  <a:gd name="T5" fmla="*/ 2147483646 h 8"/>
                  <a:gd name="T6" fmla="*/ 0 w 10"/>
                  <a:gd name="T7" fmla="*/ 2147483646 h 8"/>
                  <a:gd name="T8" fmla="*/ 0 w 10"/>
                  <a:gd name="T9" fmla="*/ 2147483646 h 8"/>
                  <a:gd name="T10" fmla="*/ 2147483646 w 10"/>
                  <a:gd name="T11" fmla="*/ 2147483646 h 8"/>
                  <a:gd name="T12" fmla="*/ 2147483646 w 10"/>
                  <a:gd name="T13" fmla="*/ 2147483646 h 8"/>
                  <a:gd name="T14" fmla="*/ 2147483646 w 10"/>
                  <a:gd name="T15" fmla="*/ 0 h 8"/>
                  <a:gd name="T16" fmla="*/ 0 w 10"/>
                  <a:gd name="T17" fmla="*/ 0 h 8"/>
                  <a:gd name="T18" fmla="*/ 0 w 10"/>
                  <a:gd name="T19" fmla="*/ 2147483646 h 8"/>
                  <a:gd name="T20" fmla="*/ 2147483646 w 10"/>
                  <a:gd name="T21" fmla="*/ 2147483646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 h="8">
                    <a:moveTo>
                      <a:pt x="6" y="2"/>
                    </a:moveTo>
                    <a:cubicBezTo>
                      <a:pt x="7" y="2"/>
                      <a:pt x="8" y="3"/>
                      <a:pt x="8" y="4"/>
                    </a:cubicBezTo>
                    <a:cubicBezTo>
                      <a:pt x="8" y="6"/>
                      <a:pt x="7" y="6"/>
                      <a:pt x="6" y="6"/>
                    </a:cubicBezTo>
                    <a:cubicBezTo>
                      <a:pt x="0" y="6"/>
                      <a:pt x="0" y="6"/>
                      <a:pt x="0" y="6"/>
                    </a:cubicBezTo>
                    <a:cubicBezTo>
                      <a:pt x="0" y="8"/>
                      <a:pt x="0" y="8"/>
                      <a:pt x="0" y="8"/>
                    </a:cubicBezTo>
                    <a:cubicBezTo>
                      <a:pt x="6" y="8"/>
                      <a:pt x="6" y="8"/>
                      <a:pt x="6" y="8"/>
                    </a:cubicBezTo>
                    <a:cubicBezTo>
                      <a:pt x="8" y="8"/>
                      <a:pt x="10" y="7"/>
                      <a:pt x="10" y="4"/>
                    </a:cubicBezTo>
                    <a:cubicBezTo>
                      <a:pt x="10" y="2"/>
                      <a:pt x="8" y="0"/>
                      <a:pt x="5" y="0"/>
                    </a:cubicBezTo>
                    <a:cubicBezTo>
                      <a:pt x="0" y="0"/>
                      <a:pt x="0" y="0"/>
                      <a:pt x="0" y="0"/>
                    </a:cubicBezTo>
                    <a:cubicBezTo>
                      <a:pt x="0" y="2"/>
                      <a:pt x="0" y="2"/>
                      <a:pt x="0" y="2"/>
                    </a:cubicBezTo>
                    <a:lnTo>
                      <a:pt x="6" y="2"/>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7" name="Freeform 1175"/>
              <p:cNvSpPr/>
              <p:nvPr/>
            </p:nvSpPr>
            <p:spPr bwMode="auto">
              <a:xfrm>
                <a:off x="5878512" y="2540001"/>
                <a:ext cx="14287" cy="20638"/>
              </a:xfrm>
              <a:custGeom>
                <a:avLst/>
                <a:gdLst>
                  <a:gd name="T0" fmla="*/ 2147483646 w 9"/>
                  <a:gd name="T1" fmla="*/ 2147483646 h 13"/>
                  <a:gd name="T2" fmla="*/ 0 w 9"/>
                  <a:gd name="T3" fmla="*/ 2147483646 h 13"/>
                  <a:gd name="T4" fmla="*/ 0 w 9"/>
                  <a:gd name="T5" fmla="*/ 2147483646 h 13"/>
                  <a:gd name="T6" fmla="*/ 2147483646 w 9"/>
                  <a:gd name="T7" fmla="*/ 2147483646 h 13"/>
                  <a:gd name="T8" fmla="*/ 0 w 9"/>
                  <a:gd name="T9" fmla="*/ 2147483646 h 13"/>
                  <a:gd name="T10" fmla="*/ 0 w 9"/>
                  <a:gd name="T11" fmla="*/ 2147483646 h 13"/>
                  <a:gd name="T12" fmla="*/ 2147483646 w 9"/>
                  <a:gd name="T13" fmla="*/ 2147483646 h 13"/>
                  <a:gd name="T14" fmla="*/ 2147483646 w 9"/>
                  <a:gd name="T15" fmla="*/ 2147483646 h 13"/>
                  <a:gd name="T16" fmla="*/ 2147483646 w 9"/>
                  <a:gd name="T17" fmla="*/ 2147483646 h 13"/>
                  <a:gd name="T18" fmla="*/ 2147483646 w 9"/>
                  <a:gd name="T19" fmla="*/ 2147483646 h 13"/>
                  <a:gd name="T20" fmla="*/ 2147483646 w 9"/>
                  <a:gd name="T21" fmla="*/ 2147483646 h 13"/>
                  <a:gd name="T22" fmla="*/ 0 w 9"/>
                  <a:gd name="T23" fmla="*/ 0 h 13"/>
                  <a:gd name="T24" fmla="*/ 0 w 9"/>
                  <a:gd name="T25" fmla="*/ 2147483646 h 13"/>
                  <a:gd name="T26" fmla="*/ 2147483646 w 9"/>
                  <a:gd name="T27" fmla="*/ 2147483646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3">
                    <a:moveTo>
                      <a:pt x="7" y="4"/>
                    </a:moveTo>
                    <a:lnTo>
                      <a:pt x="0" y="6"/>
                    </a:lnTo>
                    <a:lnTo>
                      <a:pt x="0" y="7"/>
                    </a:lnTo>
                    <a:lnTo>
                      <a:pt x="7" y="9"/>
                    </a:lnTo>
                    <a:lnTo>
                      <a:pt x="0" y="11"/>
                    </a:lnTo>
                    <a:lnTo>
                      <a:pt x="0" y="13"/>
                    </a:lnTo>
                    <a:lnTo>
                      <a:pt x="9" y="10"/>
                    </a:lnTo>
                    <a:lnTo>
                      <a:pt x="9" y="9"/>
                    </a:lnTo>
                    <a:lnTo>
                      <a:pt x="3" y="7"/>
                    </a:lnTo>
                    <a:lnTo>
                      <a:pt x="9" y="5"/>
                    </a:lnTo>
                    <a:lnTo>
                      <a:pt x="9" y="3"/>
                    </a:lnTo>
                    <a:lnTo>
                      <a:pt x="0" y="0"/>
                    </a:lnTo>
                    <a:lnTo>
                      <a:pt x="0" y="2"/>
                    </a:lnTo>
                    <a:lnTo>
                      <a:pt x="7" y="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8" name="Freeform 1176"/>
              <p:cNvSpPr/>
              <p:nvPr/>
            </p:nvSpPr>
            <p:spPr bwMode="auto">
              <a:xfrm>
                <a:off x="5878512" y="2528888"/>
                <a:ext cx="14287" cy="9525"/>
              </a:xfrm>
              <a:custGeom>
                <a:avLst/>
                <a:gdLst>
                  <a:gd name="T0" fmla="*/ 2147483646 w 9"/>
                  <a:gd name="T1" fmla="*/ 2147483646 h 6"/>
                  <a:gd name="T2" fmla="*/ 2147483646 w 9"/>
                  <a:gd name="T3" fmla="*/ 2147483646 h 6"/>
                  <a:gd name="T4" fmla="*/ 2147483646 w 9"/>
                  <a:gd name="T5" fmla="*/ 2147483646 h 6"/>
                  <a:gd name="T6" fmla="*/ 2147483646 w 9"/>
                  <a:gd name="T7" fmla="*/ 2147483646 h 6"/>
                  <a:gd name="T8" fmla="*/ 2147483646 w 9"/>
                  <a:gd name="T9" fmla="*/ 2147483646 h 6"/>
                  <a:gd name="T10" fmla="*/ 2147483646 w 9"/>
                  <a:gd name="T11" fmla="*/ 0 h 6"/>
                  <a:gd name="T12" fmla="*/ 0 w 9"/>
                  <a:gd name="T13" fmla="*/ 0 h 6"/>
                  <a:gd name="T14" fmla="*/ 0 w 9"/>
                  <a:gd name="T15" fmla="*/ 2147483646 h 6"/>
                  <a:gd name="T16" fmla="*/ 2147483646 w 9"/>
                  <a:gd name="T17" fmla="*/ 2147483646 h 6"/>
                  <a:gd name="T18" fmla="*/ 2147483646 w 9"/>
                  <a:gd name="T19" fmla="*/ 0 h 6"/>
                  <a:gd name="T20" fmla="*/ 2147483646 w 9"/>
                  <a:gd name="T21" fmla="*/ 0 h 6"/>
                  <a:gd name="T22" fmla="*/ 2147483646 w 9"/>
                  <a:gd name="T23" fmla="*/ 2147483646 h 6"/>
                  <a:gd name="T24" fmla="*/ 2147483646 w 9"/>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6">
                    <a:moveTo>
                      <a:pt x="6" y="5"/>
                    </a:moveTo>
                    <a:lnTo>
                      <a:pt x="6" y="1"/>
                    </a:lnTo>
                    <a:lnTo>
                      <a:pt x="4" y="1"/>
                    </a:lnTo>
                    <a:lnTo>
                      <a:pt x="4" y="5"/>
                    </a:lnTo>
                    <a:lnTo>
                      <a:pt x="2" y="5"/>
                    </a:lnTo>
                    <a:lnTo>
                      <a:pt x="2" y="0"/>
                    </a:lnTo>
                    <a:lnTo>
                      <a:pt x="0" y="0"/>
                    </a:lnTo>
                    <a:lnTo>
                      <a:pt x="0" y="6"/>
                    </a:lnTo>
                    <a:lnTo>
                      <a:pt x="9" y="6"/>
                    </a:lnTo>
                    <a:lnTo>
                      <a:pt x="9" y="0"/>
                    </a:lnTo>
                    <a:lnTo>
                      <a:pt x="8" y="0"/>
                    </a:lnTo>
                    <a:lnTo>
                      <a:pt x="8" y="5"/>
                    </a:lnTo>
                    <a:lnTo>
                      <a:pt x="6" y="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9" name="Rectangle 1177"/>
              <p:cNvSpPr>
                <a:spLocks noChangeArrowheads="1"/>
              </p:cNvSpPr>
              <p:nvPr/>
            </p:nvSpPr>
            <p:spPr bwMode="auto">
              <a:xfrm>
                <a:off x="5878512" y="2522538"/>
                <a:ext cx="14287" cy="1588"/>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0" name="Freeform 1178"/>
              <p:cNvSpPr>
                <a:spLocks noEditPoints="1"/>
              </p:cNvSpPr>
              <p:nvPr/>
            </p:nvSpPr>
            <p:spPr bwMode="auto">
              <a:xfrm>
                <a:off x="5878512" y="2560638"/>
                <a:ext cx="14287" cy="14288"/>
              </a:xfrm>
              <a:custGeom>
                <a:avLst/>
                <a:gdLst>
                  <a:gd name="T0" fmla="*/ 2147483646 w 9"/>
                  <a:gd name="T1" fmla="*/ 2147483646 h 9"/>
                  <a:gd name="T2" fmla="*/ 2147483646 w 9"/>
                  <a:gd name="T3" fmla="*/ 2147483646 h 9"/>
                  <a:gd name="T4" fmla="*/ 2147483646 w 9"/>
                  <a:gd name="T5" fmla="*/ 0 h 9"/>
                  <a:gd name="T6" fmla="*/ 0 w 9"/>
                  <a:gd name="T7" fmla="*/ 2147483646 h 9"/>
                  <a:gd name="T8" fmla="*/ 0 w 9"/>
                  <a:gd name="T9" fmla="*/ 2147483646 h 9"/>
                  <a:gd name="T10" fmla="*/ 0 w 9"/>
                  <a:gd name="T11" fmla="*/ 2147483646 h 9"/>
                  <a:gd name="T12" fmla="*/ 2147483646 w 9"/>
                  <a:gd name="T13" fmla="*/ 2147483646 h 9"/>
                  <a:gd name="T14" fmla="*/ 2147483646 w 9"/>
                  <a:gd name="T15" fmla="*/ 2147483646 h 9"/>
                  <a:gd name="T16" fmla="*/ 2147483646 w 9"/>
                  <a:gd name="T17" fmla="*/ 2147483646 h 9"/>
                  <a:gd name="T18" fmla="*/ 2147483646 w 9"/>
                  <a:gd name="T19" fmla="*/ 2147483646 h 9"/>
                  <a:gd name="T20" fmla="*/ 2147483646 w 9"/>
                  <a:gd name="T21" fmla="*/ 2147483646 h 9"/>
                  <a:gd name="T22" fmla="*/ 2147483646 w 9"/>
                  <a:gd name="T23" fmla="*/ 2147483646 h 9"/>
                  <a:gd name="T24" fmla="*/ 2147483646 w 9"/>
                  <a:gd name="T25" fmla="*/ 2147483646 h 9"/>
                  <a:gd name="T26" fmla="*/ 2147483646 w 9"/>
                  <a:gd name="T27" fmla="*/ 2147483646 h 9"/>
                  <a:gd name="T28" fmla="*/ 2147483646 w 9"/>
                  <a:gd name="T29" fmla="*/ 2147483646 h 9"/>
                  <a:gd name="T30" fmla="*/ 2147483646 w 9"/>
                  <a:gd name="T31" fmla="*/ 2147483646 h 9"/>
                  <a:gd name="T32" fmla="*/ 2147483646 w 9"/>
                  <a:gd name="T33" fmla="*/ 2147483646 h 9"/>
                  <a:gd name="T34" fmla="*/ 2147483646 w 9"/>
                  <a:gd name="T35" fmla="*/ 2147483646 h 9"/>
                  <a:gd name="T36" fmla="*/ 2147483646 w 9"/>
                  <a:gd name="T37" fmla="*/ 2147483646 h 9"/>
                  <a:gd name="T38" fmla="*/ 2147483646 w 9"/>
                  <a:gd name="T39" fmla="*/ 2147483646 h 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9" h="9">
                    <a:moveTo>
                      <a:pt x="8" y="3"/>
                    </a:moveTo>
                    <a:lnTo>
                      <a:pt x="9" y="2"/>
                    </a:lnTo>
                    <a:lnTo>
                      <a:pt x="9" y="0"/>
                    </a:lnTo>
                    <a:lnTo>
                      <a:pt x="0" y="4"/>
                    </a:lnTo>
                    <a:lnTo>
                      <a:pt x="0" y="5"/>
                    </a:lnTo>
                    <a:lnTo>
                      <a:pt x="9" y="9"/>
                    </a:lnTo>
                    <a:lnTo>
                      <a:pt x="9" y="8"/>
                    </a:lnTo>
                    <a:lnTo>
                      <a:pt x="8" y="7"/>
                    </a:lnTo>
                    <a:lnTo>
                      <a:pt x="8" y="3"/>
                    </a:lnTo>
                    <a:close/>
                    <a:moveTo>
                      <a:pt x="3" y="5"/>
                    </a:moveTo>
                    <a:lnTo>
                      <a:pt x="6" y="3"/>
                    </a:lnTo>
                    <a:lnTo>
                      <a:pt x="6" y="6"/>
                    </a:lnTo>
                    <a:lnTo>
                      <a:pt x="3" y="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1" name="Oval 1179"/>
              <p:cNvSpPr>
                <a:spLocks noChangeArrowheads="1"/>
              </p:cNvSpPr>
              <p:nvPr/>
            </p:nvSpPr>
            <p:spPr bwMode="auto">
              <a:xfrm>
                <a:off x="5899149" y="2921001"/>
                <a:ext cx="26987" cy="26988"/>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2" name="Oval 1180"/>
              <p:cNvSpPr>
                <a:spLocks noChangeArrowheads="1"/>
              </p:cNvSpPr>
              <p:nvPr/>
            </p:nvSpPr>
            <p:spPr bwMode="auto">
              <a:xfrm>
                <a:off x="5899149" y="2882901"/>
                <a:ext cx="26987" cy="2381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493" name="组合 266"/>
            <p:cNvGrpSpPr/>
            <p:nvPr/>
          </p:nvGrpSpPr>
          <p:grpSpPr bwMode="auto">
            <a:xfrm>
              <a:off x="7365197" y="4963452"/>
              <a:ext cx="338837" cy="622694"/>
              <a:chOff x="2595562" y="3727451"/>
              <a:chExt cx="420687" cy="773113"/>
            </a:xfrm>
            <a:grpFill/>
          </p:grpSpPr>
          <p:sp>
            <p:nvSpPr>
              <p:cNvPr id="494" name="Freeform 1192"/>
              <p:cNvSpPr/>
              <p:nvPr/>
            </p:nvSpPr>
            <p:spPr bwMode="auto">
              <a:xfrm>
                <a:off x="2595562" y="3727451"/>
                <a:ext cx="420687" cy="755650"/>
              </a:xfrm>
              <a:custGeom>
                <a:avLst/>
                <a:gdLst>
                  <a:gd name="T0" fmla="*/ 2147483646 w 271"/>
                  <a:gd name="T1" fmla="*/ 2147483646 h 487"/>
                  <a:gd name="T2" fmla="*/ 2147483646 w 271"/>
                  <a:gd name="T3" fmla="*/ 2147483646 h 487"/>
                  <a:gd name="T4" fmla="*/ 2147483646 w 271"/>
                  <a:gd name="T5" fmla="*/ 2147483646 h 487"/>
                  <a:gd name="T6" fmla="*/ 2147483646 w 271"/>
                  <a:gd name="T7" fmla="*/ 2147483646 h 487"/>
                  <a:gd name="T8" fmla="*/ 2147483646 w 271"/>
                  <a:gd name="T9" fmla="*/ 2147483646 h 487"/>
                  <a:gd name="T10" fmla="*/ 2147483646 w 271"/>
                  <a:gd name="T11" fmla="*/ 2147483646 h 487"/>
                  <a:gd name="T12" fmla="*/ 2147483646 w 271"/>
                  <a:gd name="T13" fmla="*/ 2147483646 h 487"/>
                  <a:gd name="T14" fmla="*/ 2147483646 w 271"/>
                  <a:gd name="T15" fmla="*/ 2147483646 h 487"/>
                  <a:gd name="T16" fmla="*/ 2147483646 w 271"/>
                  <a:gd name="T17" fmla="*/ 2147483646 h 487"/>
                  <a:gd name="T18" fmla="*/ 2147483646 w 271"/>
                  <a:gd name="T19" fmla="*/ 2147483646 h 487"/>
                  <a:gd name="T20" fmla="*/ 2147483646 w 271"/>
                  <a:gd name="T21" fmla="*/ 2147483646 h 487"/>
                  <a:gd name="T22" fmla="*/ 2147483646 w 271"/>
                  <a:gd name="T23" fmla="*/ 2147483646 h 487"/>
                  <a:gd name="T24" fmla="*/ 2147483646 w 271"/>
                  <a:gd name="T25" fmla="*/ 2147483646 h 487"/>
                  <a:gd name="T26" fmla="*/ 2147483646 w 271"/>
                  <a:gd name="T27" fmla="*/ 2147483646 h 487"/>
                  <a:gd name="T28" fmla="*/ 0 w 271"/>
                  <a:gd name="T29" fmla="*/ 2147483646 h 487"/>
                  <a:gd name="T30" fmla="*/ 0 w 271"/>
                  <a:gd name="T31" fmla="*/ 2147483646 h 487"/>
                  <a:gd name="T32" fmla="*/ 2147483646 w 271"/>
                  <a:gd name="T33" fmla="*/ 2147483646 h 487"/>
                  <a:gd name="T34" fmla="*/ 2147483646 w 271"/>
                  <a:gd name="T35" fmla="*/ 0 h 487"/>
                  <a:gd name="T36" fmla="*/ 2147483646 w 271"/>
                  <a:gd name="T37" fmla="*/ 2147483646 h 487"/>
                  <a:gd name="T38" fmla="*/ 2147483646 w 271"/>
                  <a:gd name="T39" fmla="*/ 2147483646 h 487"/>
                  <a:gd name="T40" fmla="*/ 2147483646 w 271"/>
                  <a:gd name="T41" fmla="*/ 2147483646 h 487"/>
                  <a:gd name="T42" fmla="*/ 2147483646 w 271"/>
                  <a:gd name="T43" fmla="*/ 2147483646 h 487"/>
                  <a:gd name="T44" fmla="*/ 2147483646 w 271"/>
                  <a:gd name="T45" fmla="*/ 2147483646 h 4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71" h="487">
                    <a:moveTo>
                      <a:pt x="170" y="487"/>
                    </a:moveTo>
                    <a:cubicBezTo>
                      <a:pt x="168" y="479"/>
                      <a:pt x="168" y="479"/>
                      <a:pt x="168" y="479"/>
                    </a:cubicBezTo>
                    <a:cubicBezTo>
                      <a:pt x="202" y="474"/>
                      <a:pt x="228" y="460"/>
                      <a:pt x="243" y="439"/>
                    </a:cubicBezTo>
                    <a:cubicBezTo>
                      <a:pt x="261" y="415"/>
                      <a:pt x="263" y="376"/>
                      <a:pt x="263" y="349"/>
                    </a:cubicBezTo>
                    <a:cubicBezTo>
                      <a:pt x="263" y="113"/>
                      <a:pt x="263" y="113"/>
                      <a:pt x="263" y="113"/>
                    </a:cubicBezTo>
                    <a:cubicBezTo>
                      <a:pt x="263" y="75"/>
                      <a:pt x="254" y="48"/>
                      <a:pt x="237" y="33"/>
                    </a:cubicBezTo>
                    <a:cubicBezTo>
                      <a:pt x="219" y="17"/>
                      <a:pt x="183" y="8"/>
                      <a:pt x="135" y="8"/>
                    </a:cubicBezTo>
                    <a:cubicBezTo>
                      <a:pt x="87" y="8"/>
                      <a:pt x="52" y="17"/>
                      <a:pt x="33" y="33"/>
                    </a:cubicBezTo>
                    <a:cubicBezTo>
                      <a:pt x="16" y="48"/>
                      <a:pt x="8" y="75"/>
                      <a:pt x="8" y="113"/>
                    </a:cubicBezTo>
                    <a:cubicBezTo>
                      <a:pt x="8" y="349"/>
                      <a:pt x="8" y="349"/>
                      <a:pt x="8" y="349"/>
                    </a:cubicBezTo>
                    <a:cubicBezTo>
                      <a:pt x="8" y="376"/>
                      <a:pt x="10" y="415"/>
                      <a:pt x="28" y="439"/>
                    </a:cubicBezTo>
                    <a:cubicBezTo>
                      <a:pt x="43" y="460"/>
                      <a:pt x="68" y="474"/>
                      <a:pt x="102" y="479"/>
                    </a:cubicBezTo>
                    <a:cubicBezTo>
                      <a:pt x="101" y="487"/>
                      <a:pt x="101" y="487"/>
                      <a:pt x="101" y="487"/>
                    </a:cubicBezTo>
                    <a:cubicBezTo>
                      <a:pt x="65" y="481"/>
                      <a:pt x="37" y="466"/>
                      <a:pt x="21" y="444"/>
                    </a:cubicBezTo>
                    <a:cubicBezTo>
                      <a:pt x="2" y="418"/>
                      <a:pt x="0" y="378"/>
                      <a:pt x="0" y="349"/>
                    </a:cubicBezTo>
                    <a:cubicBezTo>
                      <a:pt x="0" y="113"/>
                      <a:pt x="0" y="113"/>
                      <a:pt x="0" y="113"/>
                    </a:cubicBezTo>
                    <a:cubicBezTo>
                      <a:pt x="0" y="72"/>
                      <a:pt x="9" y="43"/>
                      <a:pt x="28" y="27"/>
                    </a:cubicBezTo>
                    <a:cubicBezTo>
                      <a:pt x="48" y="9"/>
                      <a:pt x="84" y="0"/>
                      <a:pt x="135" y="0"/>
                    </a:cubicBezTo>
                    <a:cubicBezTo>
                      <a:pt x="186" y="0"/>
                      <a:pt x="222" y="9"/>
                      <a:pt x="243" y="27"/>
                    </a:cubicBezTo>
                    <a:cubicBezTo>
                      <a:pt x="261" y="43"/>
                      <a:pt x="271" y="72"/>
                      <a:pt x="271" y="113"/>
                    </a:cubicBezTo>
                    <a:cubicBezTo>
                      <a:pt x="271" y="349"/>
                      <a:pt x="271" y="349"/>
                      <a:pt x="271" y="349"/>
                    </a:cubicBezTo>
                    <a:cubicBezTo>
                      <a:pt x="271" y="378"/>
                      <a:pt x="269" y="418"/>
                      <a:pt x="249" y="444"/>
                    </a:cubicBezTo>
                    <a:cubicBezTo>
                      <a:pt x="233" y="467"/>
                      <a:pt x="205" y="481"/>
                      <a:pt x="170" y="487"/>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5" name="Rectangle 1193"/>
              <p:cNvSpPr>
                <a:spLocks noChangeArrowheads="1"/>
              </p:cNvSpPr>
              <p:nvPr/>
            </p:nvSpPr>
            <p:spPr bwMode="auto">
              <a:xfrm>
                <a:off x="2801937" y="3732214"/>
                <a:ext cx="6350" cy="69850"/>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6" name="Rectangle 1194"/>
              <p:cNvSpPr>
                <a:spLocks noChangeArrowheads="1"/>
              </p:cNvSpPr>
              <p:nvPr/>
            </p:nvSpPr>
            <p:spPr bwMode="auto">
              <a:xfrm>
                <a:off x="2801937" y="3908426"/>
                <a:ext cx="6350" cy="147638"/>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7" name="Rectangle 1195"/>
              <p:cNvSpPr>
                <a:spLocks noChangeArrowheads="1"/>
              </p:cNvSpPr>
              <p:nvPr/>
            </p:nvSpPr>
            <p:spPr bwMode="auto">
              <a:xfrm>
                <a:off x="2801937" y="4062414"/>
                <a:ext cx="6350" cy="17463"/>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8" name="Freeform 1196"/>
              <p:cNvSpPr>
                <a:spLocks noEditPoints="1"/>
              </p:cNvSpPr>
              <p:nvPr/>
            </p:nvSpPr>
            <p:spPr bwMode="auto">
              <a:xfrm>
                <a:off x="2781300" y="3800476"/>
                <a:ext cx="50800" cy="111125"/>
              </a:xfrm>
              <a:custGeom>
                <a:avLst/>
                <a:gdLst>
                  <a:gd name="T0" fmla="*/ 2147483646 w 33"/>
                  <a:gd name="T1" fmla="*/ 2147483646 h 72"/>
                  <a:gd name="T2" fmla="*/ 2147483646 w 33"/>
                  <a:gd name="T3" fmla="*/ 2147483646 h 72"/>
                  <a:gd name="T4" fmla="*/ 0 w 33"/>
                  <a:gd name="T5" fmla="*/ 2147483646 h 72"/>
                  <a:gd name="T6" fmla="*/ 0 w 33"/>
                  <a:gd name="T7" fmla="*/ 2147483646 h 72"/>
                  <a:gd name="T8" fmla="*/ 2147483646 w 33"/>
                  <a:gd name="T9" fmla="*/ 0 h 72"/>
                  <a:gd name="T10" fmla="*/ 2147483646 w 33"/>
                  <a:gd name="T11" fmla="*/ 0 h 72"/>
                  <a:gd name="T12" fmla="*/ 2147483646 w 33"/>
                  <a:gd name="T13" fmla="*/ 2147483646 h 72"/>
                  <a:gd name="T14" fmla="*/ 2147483646 w 33"/>
                  <a:gd name="T15" fmla="*/ 2147483646 h 72"/>
                  <a:gd name="T16" fmla="*/ 2147483646 w 33"/>
                  <a:gd name="T17" fmla="*/ 2147483646 h 72"/>
                  <a:gd name="T18" fmla="*/ 2147483646 w 33"/>
                  <a:gd name="T19" fmla="*/ 2147483646 h 72"/>
                  <a:gd name="T20" fmla="*/ 2147483646 w 33"/>
                  <a:gd name="T21" fmla="*/ 2147483646 h 72"/>
                  <a:gd name="T22" fmla="*/ 2147483646 w 33"/>
                  <a:gd name="T23" fmla="*/ 2147483646 h 72"/>
                  <a:gd name="T24" fmla="*/ 2147483646 w 33"/>
                  <a:gd name="T25" fmla="*/ 2147483646 h 72"/>
                  <a:gd name="T26" fmla="*/ 2147483646 w 33"/>
                  <a:gd name="T27" fmla="*/ 2147483646 h 72"/>
                  <a:gd name="T28" fmla="*/ 2147483646 w 33"/>
                  <a:gd name="T29" fmla="*/ 2147483646 h 72"/>
                  <a:gd name="T30" fmla="*/ 2147483646 w 33"/>
                  <a:gd name="T31" fmla="*/ 2147483646 h 72"/>
                  <a:gd name="T32" fmla="*/ 2147483646 w 33"/>
                  <a:gd name="T33" fmla="*/ 2147483646 h 72"/>
                  <a:gd name="T34" fmla="*/ 2147483646 w 33"/>
                  <a:gd name="T35" fmla="*/ 2147483646 h 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3" h="72">
                    <a:moveTo>
                      <a:pt x="26" y="72"/>
                    </a:moveTo>
                    <a:cubicBezTo>
                      <a:pt x="6" y="72"/>
                      <a:pt x="6" y="72"/>
                      <a:pt x="6" y="72"/>
                    </a:cubicBezTo>
                    <a:cubicBezTo>
                      <a:pt x="3" y="72"/>
                      <a:pt x="0" y="69"/>
                      <a:pt x="0" y="66"/>
                    </a:cubicBezTo>
                    <a:cubicBezTo>
                      <a:pt x="0" y="6"/>
                      <a:pt x="0" y="6"/>
                      <a:pt x="0" y="6"/>
                    </a:cubicBezTo>
                    <a:cubicBezTo>
                      <a:pt x="0" y="3"/>
                      <a:pt x="3" y="0"/>
                      <a:pt x="6" y="0"/>
                    </a:cubicBezTo>
                    <a:cubicBezTo>
                      <a:pt x="26" y="0"/>
                      <a:pt x="26" y="0"/>
                      <a:pt x="26" y="0"/>
                    </a:cubicBezTo>
                    <a:cubicBezTo>
                      <a:pt x="30" y="0"/>
                      <a:pt x="33" y="3"/>
                      <a:pt x="33" y="6"/>
                    </a:cubicBezTo>
                    <a:cubicBezTo>
                      <a:pt x="33" y="66"/>
                      <a:pt x="33" y="66"/>
                      <a:pt x="33" y="66"/>
                    </a:cubicBezTo>
                    <a:cubicBezTo>
                      <a:pt x="33" y="69"/>
                      <a:pt x="30" y="72"/>
                      <a:pt x="26" y="72"/>
                    </a:cubicBezTo>
                    <a:close/>
                    <a:moveTo>
                      <a:pt x="6" y="4"/>
                    </a:moveTo>
                    <a:cubicBezTo>
                      <a:pt x="5" y="4"/>
                      <a:pt x="4" y="5"/>
                      <a:pt x="4" y="6"/>
                    </a:cubicBezTo>
                    <a:cubicBezTo>
                      <a:pt x="4" y="66"/>
                      <a:pt x="4" y="66"/>
                      <a:pt x="4" y="66"/>
                    </a:cubicBezTo>
                    <a:cubicBezTo>
                      <a:pt x="4" y="67"/>
                      <a:pt x="5" y="68"/>
                      <a:pt x="6" y="68"/>
                    </a:cubicBezTo>
                    <a:cubicBezTo>
                      <a:pt x="26" y="68"/>
                      <a:pt x="26" y="68"/>
                      <a:pt x="26" y="68"/>
                    </a:cubicBezTo>
                    <a:cubicBezTo>
                      <a:pt x="28" y="68"/>
                      <a:pt x="29" y="67"/>
                      <a:pt x="29" y="66"/>
                    </a:cubicBezTo>
                    <a:cubicBezTo>
                      <a:pt x="29" y="6"/>
                      <a:pt x="29" y="6"/>
                      <a:pt x="29" y="6"/>
                    </a:cubicBezTo>
                    <a:cubicBezTo>
                      <a:pt x="29" y="5"/>
                      <a:pt x="28" y="4"/>
                      <a:pt x="26" y="4"/>
                    </a:cubicBezTo>
                    <a:lnTo>
                      <a:pt x="6" y="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9" name="Rectangle 1197"/>
              <p:cNvSpPr>
                <a:spLocks noChangeArrowheads="1"/>
              </p:cNvSpPr>
              <p:nvPr/>
            </p:nvSpPr>
            <p:spPr bwMode="auto">
              <a:xfrm>
                <a:off x="2794000" y="3810001"/>
                <a:ext cx="23812" cy="90488"/>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0" name="Freeform 1198"/>
              <p:cNvSpPr/>
              <p:nvPr/>
            </p:nvSpPr>
            <p:spPr bwMode="auto">
              <a:xfrm>
                <a:off x="2751137" y="4418014"/>
                <a:ext cx="17462" cy="15875"/>
              </a:xfrm>
              <a:custGeom>
                <a:avLst/>
                <a:gdLst>
                  <a:gd name="T0" fmla="*/ 2147483646 w 11"/>
                  <a:gd name="T1" fmla="*/ 2147483646 h 10"/>
                  <a:gd name="T2" fmla="*/ 2147483646 w 11"/>
                  <a:gd name="T3" fmla="*/ 2147483646 h 10"/>
                  <a:gd name="T4" fmla="*/ 2147483646 w 11"/>
                  <a:gd name="T5" fmla="*/ 0 h 10"/>
                  <a:gd name="T6" fmla="*/ 0 w 11"/>
                  <a:gd name="T7" fmla="*/ 0 h 10"/>
                  <a:gd name="T8" fmla="*/ 0 w 11"/>
                  <a:gd name="T9" fmla="*/ 2147483646 h 10"/>
                  <a:gd name="T10" fmla="*/ 2147483646 w 11"/>
                  <a:gd name="T11" fmla="*/ 2147483646 h 10"/>
                  <a:gd name="T12" fmla="*/ 2147483646 w 11"/>
                  <a:gd name="T13" fmla="*/ 2147483646 h 10"/>
                  <a:gd name="T14" fmla="*/ 2147483646 w 11"/>
                  <a:gd name="T15" fmla="*/ 2147483646 h 10"/>
                  <a:gd name="T16" fmla="*/ 2147483646 w 11"/>
                  <a:gd name="T17" fmla="*/ 2147483646 h 10"/>
                  <a:gd name="T18" fmla="*/ 2147483646 w 11"/>
                  <a:gd name="T19" fmla="*/ 2147483646 h 10"/>
                  <a:gd name="T20" fmla="*/ 2147483646 w 11"/>
                  <a:gd name="T21" fmla="*/ 0 h 10"/>
                  <a:gd name="T22" fmla="*/ 2147483646 w 11"/>
                  <a:gd name="T23" fmla="*/ 0 h 10"/>
                  <a:gd name="T24" fmla="*/ 2147483646 w 11"/>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 h="10">
                    <a:moveTo>
                      <a:pt x="8" y="4"/>
                    </a:moveTo>
                    <a:lnTo>
                      <a:pt x="3" y="4"/>
                    </a:lnTo>
                    <a:lnTo>
                      <a:pt x="3" y="0"/>
                    </a:lnTo>
                    <a:lnTo>
                      <a:pt x="0" y="0"/>
                    </a:lnTo>
                    <a:lnTo>
                      <a:pt x="0" y="10"/>
                    </a:lnTo>
                    <a:lnTo>
                      <a:pt x="3" y="10"/>
                    </a:lnTo>
                    <a:lnTo>
                      <a:pt x="3" y="7"/>
                    </a:lnTo>
                    <a:lnTo>
                      <a:pt x="8" y="7"/>
                    </a:lnTo>
                    <a:lnTo>
                      <a:pt x="8" y="10"/>
                    </a:lnTo>
                    <a:lnTo>
                      <a:pt x="11" y="10"/>
                    </a:lnTo>
                    <a:lnTo>
                      <a:pt x="11" y="0"/>
                    </a:lnTo>
                    <a:lnTo>
                      <a:pt x="8" y="0"/>
                    </a:lnTo>
                    <a:lnTo>
                      <a:pt x="8" y="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1" name="Freeform 1199"/>
              <p:cNvSpPr/>
              <p:nvPr/>
            </p:nvSpPr>
            <p:spPr bwMode="auto">
              <a:xfrm>
                <a:off x="2773362" y="4418014"/>
                <a:ext cx="15875" cy="17463"/>
              </a:xfrm>
              <a:custGeom>
                <a:avLst/>
                <a:gdLst>
                  <a:gd name="T0" fmla="*/ 2147483646 w 10"/>
                  <a:gd name="T1" fmla="*/ 2147483646 h 12"/>
                  <a:gd name="T2" fmla="*/ 2147483646 w 10"/>
                  <a:gd name="T3" fmla="*/ 2147483646 h 12"/>
                  <a:gd name="T4" fmla="*/ 2147483646 w 10"/>
                  <a:gd name="T5" fmla="*/ 2147483646 h 12"/>
                  <a:gd name="T6" fmla="*/ 2147483646 w 10"/>
                  <a:gd name="T7" fmla="*/ 0 h 12"/>
                  <a:gd name="T8" fmla="*/ 0 w 10"/>
                  <a:gd name="T9" fmla="*/ 0 h 12"/>
                  <a:gd name="T10" fmla="*/ 0 w 10"/>
                  <a:gd name="T11" fmla="*/ 2147483646 h 12"/>
                  <a:gd name="T12" fmla="*/ 2147483646 w 10"/>
                  <a:gd name="T13" fmla="*/ 2147483646 h 12"/>
                  <a:gd name="T14" fmla="*/ 2147483646 w 10"/>
                  <a:gd name="T15" fmla="*/ 2147483646 h 12"/>
                  <a:gd name="T16" fmla="*/ 2147483646 w 10"/>
                  <a:gd name="T17" fmla="*/ 0 h 12"/>
                  <a:gd name="T18" fmla="*/ 2147483646 w 10"/>
                  <a:gd name="T19" fmla="*/ 0 h 12"/>
                  <a:gd name="T20" fmla="*/ 2147483646 w 10"/>
                  <a:gd name="T21" fmla="*/ 2147483646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 h="12">
                    <a:moveTo>
                      <a:pt x="8" y="6"/>
                    </a:moveTo>
                    <a:cubicBezTo>
                      <a:pt x="8" y="8"/>
                      <a:pt x="7" y="9"/>
                      <a:pt x="5" y="9"/>
                    </a:cubicBezTo>
                    <a:cubicBezTo>
                      <a:pt x="3" y="9"/>
                      <a:pt x="2" y="8"/>
                      <a:pt x="2" y="6"/>
                    </a:cubicBezTo>
                    <a:cubicBezTo>
                      <a:pt x="2" y="0"/>
                      <a:pt x="2" y="0"/>
                      <a:pt x="2" y="0"/>
                    </a:cubicBezTo>
                    <a:cubicBezTo>
                      <a:pt x="0" y="0"/>
                      <a:pt x="0" y="0"/>
                      <a:pt x="0" y="0"/>
                    </a:cubicBezTo>
                    <a:cubicBezTo>
                      <a:pt x="0" y="6"/>
                      <a:pt x="0" y="6"/>
                      <a:pt x="0" y="6"/>
                    </a:cubicBezTo>
                    <a:cubicBezTo>
                      <a:pt x="0" y="10"/>
                      <a:pt x="2" y="12"/>
                      <a:pt x="5" y="12"/>
                    </a:cubicBezTo>
                    <a:cubicBezTo>
                      <a:pt x="8" y="12"/>
                      <a:pt x="10" y="10"/>
                      <a:pt x="10" y="6"/>
                    </a:cubicBezTo>
                    <a:cubicBezTo>
                      <a:pt x="10" y="0"/>
                      <a:pt x="10" y="0"/>
                      <a:pt x="10" y="0"/>
                    </a:cubicBezTo>
                    <a:cubicBezTo>
                      <a:pt x="8" y="0"/>
                      <a:pt x="8" y="0"/>
                      <a:pt x="8" y="0"/>
                    </a:cubicBezTo>
                    <a:lnTo>
                      <a:pt x="8" y="6"/>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2" name="Freeform 1200"/>
              <p:cNvSpPr/>
              <p:nvPr/>
            </p:nvSpPr>
            <p:spPr bwMode="auto">
              <a:xfrm>
                <a:off x="2808287" y="4418014"/>
                <a:ext cx="26987" cy="15875"/>
              </a:xfrm>
              <a:custGeom>
                <a:avLst/>
                <a:gdLst>
                  <a:gd name="T0" fmla="*/ 2147483646 w 17"/>
                  <a:gd name="T1" fmla="*/ 2147483646 h 10"/>
                  <a:gd name="T2" fmla="*/ 2147483646 w 17"/>
                  <a:gd name="T3" fmla="*/ 0 h 10"/>
                  <a:gd name="T4" fmla="*/ 2147483646 w 17"/>
                  <a:gd name="T5" fmla="*/ 0 h 10"/>
                  <a:gd name="T6" fmla="*/ 2147483646 w 17"/>
                  <a:gd name="T7" fmla="*/ 2147483646 h 10"/>
                  <a:gd name="T8" fmla="*/ 2147483646 w 17"/>
                  <a:gd name="T9" fmla="*/ 0 h 10"/>
                  <a:gd name="T10" fmla="*/ 0 w 17"/>
                  <a:gd name="T11" fmla="*/ 0 h 10"/>
                  <a:gd name="T12" fmla="*/ 2147483646 w 17"/>
                  <a:gd name="T13" fmla="*/ 2147483646 h 10"/>
                  <a:gd name="T14" fmla="*/ 2147483646 w 17"/>
                  <a:gd name="T15" fmla="*/ 2147483646 h 10"/>
                  <a:gd name="T16" fmla="*/ 2147483646 w 17"/>
                  <a:gd name="T17" fmla="*/ 2147483646 h 10"/>
                  <a:gd name="T18" fmla="*/ 2147483646 w 17"/>
                  <a:gd name="T19" fmla="*/ 2147483646 h 10"/>
                  <a:gd name="T20" fmla="*/ 2147483646 w 17"/>
                  <a:gd name="T21" fmla="*/ 2147483646 h 10"/>
                  <a:gd name="T22" fmla="*/ 2147483646 w 17"/>
                  <a:gd name="T23" fmla="*/ 0 h 10"/>
                  <a:gd name="T24" fmla="*/ 2147483646 w 17"/>
                  <a:gd name="T25" fmla="*/ 0 h 10"/>
                  <a:gd name="T26" fmla="*/ 2147483646 w 17"/>
                  <a:gd name="T27" fmla="*/ 2147483646 h 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7" h="10">
                    <a:moveTo>
                      <a:pt x="12" y="8"/>
                    </a:moveTo>
                    <a:lnTo>
                      <a:pt x="9" y="0"/>
                    </a:lnTo>
                    <a:lnTo>
                      <a:pt x="7" y="0"/>
                    </a:lnTo>
                    <a:lnTo>
                      <a:pt x="5" y="8"/>
                    </a:lnTo>
                    <a:lnTo>
                      <a:pt x="2" y="0"/>
                    </a:lnTo>
                    <a:lnTo>
                      <a:pt x="0" y="0"/>
                    </a:lnTo>
                    <a:lnTo>
                      <a:pt x="4" y="10"/>
                    </a:lnTo>
                    <a:lnTo>
                      <a:pt x="6" y="10"/>
                    </a:lnTo>
                    <a:lnTo>
                      <a:pt x="8" y="4"/>
                    </a:lnTo>
                    <a:lnTo>
                      <a:pt x="11" y="10"/>
                    </a:lnTo>
                    <a:lnTo>
                      <a:pt x="13" y="10"/>
                    </a:lnTo>
                    <a:lnTo>
                      <a:pt x="17" y="0"/>
                    </a:lnTo>
                    <a:lnTo>
                      <a:pt x="15" y="0"/>
                    </a:lnTo>
                    <a:lnTo>
                      <a:pt x="12" y="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3" name="Freeform 1201"/>
              <p:cNvSpPr/>
              <p:nvPr/>
            </p:nvSpPr>
            <p:spPr bwMode="auto">
              <a:xfrm>
                <a:off x="2838450" y="4418014"/>
                <a:ext cx="14287" cy="15875"/>
              </a:xfrm>
              <a:custGeom>
                <a:avLst/>
                <a:gdLst>
                  <a:gd name="T0" fmla="*/ 2147483646 w 9"/>
                  <a:gd name="T1" fmla="*/ 2147483646 h 10"/>
                  <a:gd name="T2" fmla="*/ 2147483646 w 9"/>
                  <a:gd name="T3" fmla="*/ 2147483646 h 10"/>
                  <a:gd name="T4" fmla="*/ 2147483646 w 9"/>
                  <a:gd name="T5" fmla="*/ 2147483646 h 10"/>
                  <a:gd name="T6" fmla="*/ 2147483646 w 9"/>
                  <a:gd name="T7" fmla="*/ 2147483646 h 10"/>
                  <a:gd name="T8" fmla="*/ 2147483646 w 9"/>
                  <a:gd name="T9" fmla="*/ 2147483646 h 10"/>
                  <a:gd name="T10" fmla="*/ 2147483646 w 9"/>
                  <a:gd name="T11" fmla="*/ 2147483646 h 10"/>
                  <a:gd name="T12" fmla="*/ 2147483646 w 9"/>
                  <a:gd name="T13" fmla="*/ 0 h 10"/>
                  <a:gd name="T14" fmla="*/ 0 w 9"/>
                  <a:gd name="T15" fmla="*/ 0 h 10"/>
                  <a:gd name="T16" fmla="*/ 0 w 9"/>
                  <a:gd name="T17" fmla="*/ 2147483646 h 10"/>
                  <a:gd name="T18" fmla="*/ 2147483646 w 9"/>
                  <a:gd name="T19" fmla="*/ 2147483646 h 10"/>
                  <a:gd name="T20" fmla="*/ 2147483646 w 9"/>
                  <a:gd name="T21" fmla="*/ 2147483646 h 10"/>
                  <a:gd name="T22" fmla="*/ 2147483646 w 9"/>
                  <a:gd name="T23" fmla="*/ 2147483646 h 10"/>
                  <a:gd name="T24" fmla="*/ 2147483646 w 9"/>
                  <a:gd name="T25" fmla="*/ 2147483646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10">
                    <a:moveTo>
                      <a:pt x="2" y="6"/>
                    </a:moveTo>
                    <a:lnTo>
                      <a:pt x="7" y="6"/>
                    </a:lnTo>
                    <a:lnTo>
                      <a:pt x="7" y="4"/>
                    </a:lnTo>
                    <a:lnTo>
                      <a:pt x="2" y="4"/>
                    </a:lnTo>
                    <a:lnTo>
                      <a:pt x="2" y="2"/>
                    </a:lnTo>
                    <a:lnTo>
                      <a:pt x="9" y="2"/>
                    </a:lnTo>
                    <a:lnTo>
                      <a:pt x="9" y="0"/>
                    </a:lnTo>
                    <a:lnTo>
                      <a:pt x="0" y="0"/>
                    </a:lnTo>
                    <a:lnTo>
                      <a:pt x="0" y="10"/>
                    </a:lnTo>
                    <a:lnTo>
                      <a:pt x="9" y="10"/>
                    </a:lnTo>
                    <a:lnTo>
                      <a:pt x="9" y="9"/>
                    </a:lnTo>
                    <a:lnTo>
                      <a:pt x="2" y="9"/>
                    </a:lnTo>
                    <a:lnTo>
                      <a:pt x="2" y="6"/>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4" name="Rectangle 1202"/>
              <p:cNvSpPr>
                <a:spLocks noChangeArrowheads="1"/>
              </p:cNvSpPr>
              <p:nvPr/>
            </p:nvSpPr>
            <p:spPr bwMode="auto">
              <a:xfrm>
                <a:off x="2857500" y="4418014"/>
                <a:ext cx="3175" cy="15875"/>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5" name="Freeform 1203"/>
              <p:cNvSpPr>
                <a:spLocks noEditPoints="1"/>
              </p:cNvSpPr>
              <p:nvPr/>
            </p:nvSpPr>
            <p:spPr bwMode="auto">
              <a:xfrm>
                <a:off x="2790825" y="4418014"/>
                <a:ext cx="19050" cy="15875"/>
              </a:xfrm>
              <a:custGeom>
                <a:avLst/>
                <a:gdLst>
                  <a:gd name="T0" fmla="*/ 2147483646 w 12"/>
                  <a:gd name="T1" fmla="*/ 2147483646 h 10"/>
                  <a:gd name="T2" fmla="*/ 2147483646 w 12"/>
                  <a:gd name="T3" fmla="*/ 2147483646 h 10"/>
                  <a:gd name="T4" fmla="*/ 2147483646 w 12"/>
                  <a:gd name="T5" fmla="*/ 2147483646 h 10"/>
                  <a:gd name="T6" fmla="*/ 2147483646 w 12"/>
                  <a:gd name="T7" fmla="*/ 0 h 10"/>
                  <a:gd name="T8" fmla="*/ 2147483646 w 12"/>
                  <a:gd name="T9" fmla="*/ 0 h 10"/>
                  <a:gd name="T10" fmla="*/ 2147483646 w 12"/>
                  <a:gd name="T11" fmla="*/ 0 h 10"/>
                  <a:gd name="T12" fmla="*/ 0 w 12"/>
                  <a:gd name="T13" fmla="*/ 2147483646 h 10"/>
                  <a:gd name="T14" fmla="*/ 2147483646 w 12"/>
                  <a:gd name="T15" fmla="*/ 2147483646 h 10"/>
                  <a:gd name="T16" fmla="*/ 2147483646 w 12"/>
                  <a:gd name="T17" fmla="*/ 2147483646 h 10"/>
                  <a:gd name="T18" fmla="*/ 2147483646 w 12"/>
                  <a:gd name="T19" fmla="*/ 2147483646 h 10"/>
                  <a:gd name="T20" fmla="*/ 2147483646 w 12"/>
                  <a:gd name="T21" fmla="*/ 2147483646 h 10"/>
                  <a:gd name="T22" fmla="*/ 2147483646 w 12"/>
                  <a:gd name="T23" fmla="*/ 2147483646 h 10"/>
                  <a:gd name="T24" fmla="*/ 2147483646 w 12"/>
                  <a:gd name="T25" fmla="*/ 2147483646 h 10"/>
                  <a:gd name="T26" fmla="*/ 2147483646 w 12"/>
                  <a:gd name="T27" fmla="*/ 2147483646 h 10"/>
                  <a:gd name="T28" fmla="*/ 2147483646 w 12"/>
                  <a:gd name="T29" fmla="*/ 2147483646 h 10"/>
                  <a:gd name="T30" fmla="*/ 2147483646 w 12"/>
                  <a:gd name="T31" fmla="*/ 2147483646 h 10"/>
                  <a:gd name="T32" fmla="*/ 2147483646 w 12"/>
                  <a:gd name="T33" fmla="*/ 2147483646 h 10"/>
                  <a:gd name="T34" fmla="*/ 2147483646 w 12"/>
                  <a:gd name="T35" fmla="*/ 2147483646 h 10"/>
                  <a:gd name="T36" fmla="*/ 2147483646 w 12"/>
                  <a:gd name="T37" fmla="*/ 2147483646 h 10"/>
                  <a:gd name="T38" fmla="*/ 2147483646 w 12"/>
                  <a:gd name="T39" fmla="*/ 2147483646 h 1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 h="10">
                    <a:moveTo>
                      <a:pt x="8" y="9"/>
                    </a:moveTo>
                    <a:lnTo>
                      <a:pt x="9" y="10"/>
                    </a:lnTo>
                    <a:lnTo>
                      <a:pt x="12" y="10"/>
                    </a:lnTo>
                    <a:lnTo>
                      <a:pt x="6" y="0"/>
                    </a:lnTo>
                    <a:lnTo>
                      <a:pt x="4" y="0"/>
                    </a:lnTo>
                    <a:lnTo>
                      <a:pt x="0" y="10"/>
                    </a:lnTo>
                    <a:lnTo>
                      <a:pt x="3" y="10"/>
                    </a:lnTo>
                    <a:lnTo>
                      <a:pt x="4" y="9"/>
                    </a:lnTo>
                    <a:lnTo>
                      <a:pt x="8" y="9"/>
                    </a:lnTo>
                    <a:close/>
                    <a:moveTo>
                      <a:pt x="5" y="3"/>
                    </a:moveTo>
                    <a:lnTo>
                      <a:pt x="7" y="7"/>
                    </a:lnTo>
                    <a:lnTo>
                      <a:pt x="4" y="7"/>
                    </a:lnTo>
                    <a:lnTo>
                      <a:pt x="5" y="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6" name="Oval 1204"/>
              <p:cNvSpPr>
                <a:spLocks noChangeArrowheads="1"/>
              </p:cNvSpPr>
              <p:nvPr/>
            </p:nvSpPr>
            <p:spPr bwMode="auto">
              <a:xfrm>
                <a:off x="2747962" y="4456114"/>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7" name="Oval 1205"/>
              <p:cNvSpPr>
                <a:spLocks noChangeArrowheads="1"/>
              </p:cNvSpPr>
              <p:nvPr/>
            </p:nvSpPr>
            <p:spPr bwMode="auto">
              <a:xfrm>
                <a:off x="2820987" y="4456114"/>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508" name="组合 61"/>
            <p:cNvGrpSpPr/>
            <p:nvPr/>
          </p:nvGrpSpPr>
          <p:grpSpPr bwMode="auto">
            <a:xfrm>
              <a:off x="8741487" y="4967288"/>
              <a:ext cx="486519" cy="632200"/>
              <a:chOff x="6973888" y="1003301"/>
              <a:chExt cx="561975" cy="730250"/>
            </a:xfrm>
            <a:grpFill/>
          </p:grpSpPr>
          <p:sp>
            <p:nvSpPr>
              <p:cNvPr id="509" name="Freeform 792"/>
              <p:cNvSpPr>
                <a:spLocks noEditPoints="1"/>
              </p:cNvSpPr>
              <p:nvPr/>
            </p:nvSpPr>
            <p:spPr bwMode="auto">
              <a:xfrm>
                <a:off x="6973888" y="1003301"/>
                <a:ext cx="561975" cy="111125"/>
              </a:xfrm>
              <a:custGeom>
                <a:avLst/>
                <a:gdLst>
                  <a:gd name="T0" fmla="*/ 2147483646 w 362"/>
                  <a:gd name="T1" fmla="*/ 2147483646 h 71"/>
                  <a:gd name="T2" fmla="*/ 0 w 362"/>
                  <a:gd name="T3" fmla="*/ 2147483646 h 71"/>
                  <a:gd name="T4" fmla="*/ 2147483646 w 362"/>
                  <a:gd name="T5" fmla="*/ 0 h 71"/>
                  <a:gd name="T6" fmla="*/ 2147483646 w 362"/>
                  <a:gd name="T7" fmla="*/ 2147483646 h 71"/>
                  <a:gd name="T8" fmla="*/ 2147483646 w 362"/>
                  <a:gd name="T9" fmla="*/ 2147483646 h 71"/>
                  <a:gd name="T10" fmla="*/ 2147483646 w 362"/>
                  <a:gd name="T11" fmla="*/ 2147483646 h 71"/>
                  <a:gd name="T12" fmla="*/ 2147483646 w 362"/>
                  <a:gd name="T13" fmla="*/ 2147483646 h 71"/>
                  <a:gd name="T14" fmla="*/ 2147483646 w 362"/>
                  <a:gd name="T15" fmla="*/ 2147483646 h 71"/>
                  <a:gd name="T16" fmla="*/ 2147483646 w 362"/>
                  <a:gd name="T17" fmla="*/ 2147483646 h 71"/>
                  <a:gd name="T18" fmla="*/ 2147483646 w 362"/>
                  <a:gd name="T19" fmla="*/ 2147483646 h 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2" h="71">
                    <a:moveTo>
                      <a:pt x="181" y="71"/>
                    </a:moveTo>
                    <a:cubicBezTo>
                      <a:pt x="108" y="71"/>
                      <a:pt x="0" y="62"/>
                      <a:pt x="0" y="36"/>
                    </a:cubicBezTo>
                    <a:cubicBezTo>
                      <a:pt x="0" y="10"/>
                      <a:pt x="108" y="0"/>
                      <a:pt x="181" y="0"/>
                    </a:cubicBezTo>
                    <a:cubicBezTo>
                      <a:pt x="254" y="0"/>
                      <a:pt x="362" y="10"/>
                      <a:pt x="362" y="36"/>
                    </a:cubicBezTo>
                    <a:cubicBezTo>
                      <a:pt x="362" y="62"/>
                      <a:pt x="254" y="71"/>
                      <a:pt x="181" y="71"/>
                    </a:cubicBezTo>
                    <a:close/>
                    <a:moveTo>
                      <a:pt x="181" y="8"/>
                    </a:moveTo>
                    <a:cubicBezTo>
                      <a:pt x="75" y="8"/>
                      <a:pt x="8" y="24"/>
                      <a:pt x="8" y="36"/>
                    </a:cubicBezTo>
                    <a:cubicBezTo>
                      <a:pt x="8" y="47"/>
                      <a:pt x="75" y="63"/>
                      <a:pt x="181" y="63"/>
                    </a:cubicBezTo>
                    <a:cubicBezTo>
                      <a:pt x="287" y="63"/>
                      <a:pt x="354" y="47"/>
                      <a:pt x="354" y="36"/>
                    </a:cubicBezTo>
                    <a:cubicBezTo>
                      <a:pt x="354" y="24"/>
                      <a:pt x="287" y="8"/>
                      <a:pt x="181"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0" name="Freeform 793"/>
              <p:cNvSpPr/>
              <p:nvPr/>
            </p:nvSpPr>
            <p:spPr bwMode="auto">
              <a:xfrm>
                <a:off x="6977063" y="1465263"/>
                <a:ext cx="555625" cy="69850"/>
              </a:xfrm>
              <a:custGeom>
                <a:avLst/>
                <a:gdLst>
                  <a:gd name="T0" fmla="*/ 2147483646 w 358"/>
                  <a:gd name="T1" fmla="*/ 2147483646 h 45"/>
                  <a:gd name="T2" fmla="*/ 0 w 358"/>
                  <a:gd name="T3" fmla="*/ 0 h 45"/>
                  <a:gd name="T4" fmla="*/ 2147483646 w 358"/>
                  <a:gd name="T5" fmla="*/ 0 h 45"/>
                  <a:gd name="T6" fmla="*/ 2147483646 w 358"/>
                  <a:gd name="T7" fmla="*/ 2147483646 h 45"/>
                  <a:gd name="T8" fmla="*/ 2147483646 w 358"/>
                  <a:gd name="T9" fmla="*/ 0 h 45"/>
                  <a:gd name="T10" fmla="*/ 2147483646 w 358"/>
                  <a:gd name="T11" fmla="*/ 0 h 45"/>
                  <a:gd name="T12" fmla="*/ 2147483646 w 358"/>
                  <a:gd name="T13" fmla="*/ 2147483646 h 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8" h="45">
                    <a:moveTo>
                      <a:pt x="179" y="45"/>
                    </a:moveTo>
                    <a:cubicBezTo>
                      <a:pt x="91" y="45"/>
                      <a:pt x="0" y="28"/>
                      <a:pt x="0" y="0"/>
                    </a:cubicBezTo>
                    <a:cubicBezTo>
                      <a:pt x="4" y="0"/>
                      <a:pt x="4" y="0"/>
                      <a:pt x="4" y="0"/>
                    </a:cubicBezTo>
                    <a:cubicBezTo>
                      <a:pt x="4" y="20"/>
                      <a:pt x="74" y="41"/>
                      <a:pt x="179" y="41"/>
                    </a:cubicBezTo>
                    <a:cubicBezTo>
                      <a:pt x="284" y="41"/>
                      <a:pt x="354" y="20"/>
                      <a:pt x="354" y="0"/>
                    </a:cubicBezTo>
                    <a:cubicBezTo>
                      <a:pt x="358" y="0"/>
                      <a:pt x="358" y="0"/>
                      <a:pt x="358" y="0"/>
                    </a:cubicBezTo>
                    <a:cubicBezTo>
                      <a:pt x="358" y="28"/>
                      <a:pt x="267" y="45"/>
                      <a:pt x="179" y="45"/>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1" name="Freeform 794"/>
              <p:cNvSpPr/>
              <p:nvPr/>
            </p:nvSpPr>
            <p:spPr bwMode="auto">
              <a:xfrm>
                <a:off x="6973888" y="1058863"/>
                <a:ext cx="233363" cy="657225"/>
              </a:xfrm>
              <a:custGeom>
                <a:avLst/>
                <a:gdLst>
                  <a:gd name="T0" fmla="*/ 2147483646 w 150"/>
                  <a:gd name="T1" fmla="*/ 2147483646 h 423"/>
                  <a:gd name="T2" fmla="*/ 0 w 150"/>
                  <a:gd name="T3" fmla="*/ 2147483646 h 423"/>
                  <a:gd name="T4" fmla="*/ 0 w 150"/>
                  <a:gd name="T5" fmla="*/ 0 h 423"/>
                  <a:gd name="T6" fmla="*/ 2147483646 w 150"/>
                  <a:gd name="T7" fmla="*/ 0 h 423"/>
                  <a:gd name="T8" fmla="*/ 2147483646 w 150"/>
                  <a:gd name="T9" fmla="*/ 2147483646 h 423"/>
                  <a:gd name="T10" fmla="*/ 2147483646 w 150"/>
                  <a:gd name="T11" fmla="*/ 2147483646 h 423"/>
                  <a:gd name="T12" fmla="*/ 2147483646 w 150"/>
                  <a:gd name="T13" fmla="*/ 2147483646 h 4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0" h="423">
                    <a:moveTo>
                      <a:pt x="150" y="423"/>
                    </a:moveTo>
                    <a:cubicBezTo>
                      <a:pt x="77" y="420"/>
                      <a:pt x="0" y="401"/>
                      <a:pt x="0" y="369"/>
                    </a:cubicBezTo>
                    <a:cubicBezTo>
                      <a:pt x="0" y="0"/>
                      <a:pt x="0" y="0"/>
                      <a:pt x="0" y="0"/>
                    </a:cubicBezTo>
                    <a:cubicBezTo>
                      <a:pt x="8" y="0"/>
                      <a:pt x="8" y="0"/>
                      <a:pt x="8" y="0"/>
                    </a:cubicBezTo>
                    <a:cubicBezTo>
                      <a:pt x="8" y="369"/>
                      <a:pt x="8" y="369"/>
                      <a:pt x="8" y="369"/>
                    </a:cubicBezTo>
                    <a:cubicBezTo>
                      <a:pt x="8" y="388"/>
                      <a:pt x="61" y="411"/>
                      <a:pt x="150" y="415"/>
                    </a:cubicBezTo>
                    <a:lnTo>
                      <a:pt x="150" y="42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2" name="Freeform 795"/>
              <p:cNvSpPr/>
              <p:nvPr/>
            </p:nvSpPr>
            <p:spPr bwMode="auto">
              <a:xfrm>
                <a:off x="7310438" y="1058863"/>
                <a:ext cx="225425" cy="657225"/>
              </a:xfrm>
              <a:custGeom>
                <a:avLst/>
                <a:gdLst>
                  <a:gd name="T0" fmla="*/ 0 w 146"/>
                  <a:gd name="T1" fmla="*/ 2147483646 h 423"/>
                  <a:gd name="T2" fmla="*/ 0 w 146"/>
                  <a:gd name="T3" fmla="*/ 2147483646 h 423"/>
                  <a:gd name="T4" fmla="*/ 2147483646 w 146"/>
                  <a:gd name="T5" fmla="*/ 2147483646 h 423"/>
                  <a:gd name="T6" fmla="*/ 2147483646 w 146"/>
                  <a:gd name="T7" fmla="*/ 0 h 423"/>
                  <a:gd name="T8" fmla="*/ 2147483646 w 146"/>
                  <a:gd name="T9" fmla="*/ 0 h 423"/>
                  <a:gd name="T10" fmla="*/ 2147483646 w 146"/>
                  <a:gd name="T11" fmla="*/ 2147483646 h 423"/>
                  <a:gd name="T12" fmla="*/ 0 w 146"/>
                  <a:gd name="T13" fmla="*/ 2147483646 h 42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6" h="423">
                    <a:moveTo>
                      <a:pt x="0" y="423"/>
                    </a:moveTo>
                    <a:cubicBezTo>
                      <a:pt x="0" y="415"/>
                      <a:pt x="0" y="415"/>
                      <a:pt x="0" y="415"/>
                    </a:cubicBezTo>
                    <a:cubicBezTo>
                      <a:pt x="87" y="410"/>
                      <a:pt x="138" y="388"/>
                      <a:pt x="138" y="369"/>
                    </a:cubicBezTo>
                    <a:cubicBezTo>
                      <a:pt x="138" y="0"/>
                      <a:pt x="138" y="0"/>
                      <a:pt x="138" y="0"/>
                    </a:cubicBezTo>
                    <a:cubicBezTo>
                      <a:pt x="146" y="0"/>
                      <a:pt x="146" y="0"/>
                      <a:pt x="146" y="0"/>
                    </a:cubicBezTo>
                    <a:cubicBezTo>
                      <a:pt x="146" y="369"/>
                      <a:pt x="146" y="369"/>
                      <a:pt x="146" y="369"/>
                    </a:cubicBezTo>
                    <a:cubicBezTo>
                      <a:pt x="146" y="401"/>
                      <a:pt x="73" y="419"/>
                      <a:pt x="0" y="42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3" name="Freeform 796"/>
              <p:cNvSpPr>
                <a:spLocks noEditPoints="1"/>
              </p:cNvSpPr>
              <p:nvPr/>
            </p:nvSpPr>
            <p:spPr bwMode="auto">
              <a:xfrm>
                <a:off x="7205663" y="1557338"/>
                <a:ext cx="100013" cy="98425"/>
              </a:xfrm>
              <a:custGeom>
                <a:avLst/>
                <a:gdLst>
                  <a:gd name="T0" fmla="*/ 2147483646 w 64"/>
                  <a:gd name="T1" fmla="*/ 2147483646 h 64"/>
                  <a:gd name="T2" fmla="*/ 0 w 64"/>
                  <a:gd name="T3" fmla="*/ 2147483646 h 64"/>
                  <a:gd name="T4" fmla="*/ 2147483646 w 64"/>
                  <a:gd name="T5" fmla="*/ 0 h 64"/>
                  <a:gd name="T6" fmla="*/ 2147483646 w 64"/>
                  <a:gd name="T7" fmla="*/ 2147483646 h 64"/>
                  <a:gd name="T8" fmla="*/ 2147483646 w 64"/>
                  <a:gd name="T9" fmla="*/ 2147483646 h 64"/>
                  <a:gd name="T10" fmla="*/ 2147483646 w 64"/>
                  <a:gd name="T11" fmla="*/ 2147483646 h 64"/>
                  <a:gd name="T12" fmla="*/ 2147483646 w 64"/>
                  <a:gd name="T13" fmla="*/ 2147483646 h 64"/>
                  <a:gd name="T14" fmla="*/ 2147483646 w 64"/>
                  <a:gd name="T15" fmla="*/ 2147483646 h 64"/>
                  <a:gd name="T16" fmla="*/ 2147483646 w 64"/>
                  <a:gd name="T17" fmla="*/ 2147483646 h 64"/>
                  <a:gd name="T18" fmla="*/ 2147483646 w 64"/>
                  <a:gd name="T19" fmla="*/ 2147483646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 h="64">
                    <a:moveTo>
                      <a:pt x="32" y="64"/>
                    </a:moveTo>
                    <a:cubicBezTo>
                      <a:pt x="14" y="64"/>
                      <a:pt x="0" y="50"/>
                      <a:pt x="0" y="32"/>
                    </a:cubicBezTo>
                    <a:cubicBezTo>
                      <a:pt x="0" y="15"/>
                      <a:pt x="14" y="0"/>
                      <a:pt x="32" y="0"/>
                    </a:cubicBezTo>
                    <a:cubicBezTo>
                      <a:pt x="50" y="0"/>
                      <a:pt x="64" y="15"/>
                      <a:pt x="64" y="32"/>
                    </a:cubicBezTo>
                    <a:cubicBezTo>
                      <a:pt x="64" y="50"/>
                      <a:pt x="50" y="64"/>
                      <a:pt x="32" y="64"/>
                    </a:cubicBezTo>
                    <a:close/>
                    <a:moveTo>
                      <a:pt x="32" y="4"/>
                    </a:moveTo>
                    <a:cubicBezTo>
                      <a:pt x="17" y="4"/>
                      <a:pt x="4" y="17"/>
                      <a:pt x="4" y="32"/>
                    </a:cubicBezTo>
                    <a:cubicBezTo>
                      <a:pt x="4" y="47"/>
                      <a:pt x="17" y="60"/>
                      <a:pt x="32" y="60"/>
                    </a:cubicBezTo>
                    <a:cubicBezTo>
                      <a:pt x="47" y="60"/>
                      <a:pt x="60" y="47"/>
                      <a:pt x="60" y="32"/>
                    </a:cubicBezTo>
                    <a:cubicBezTo>
                      <a:pt x="60" y="17"/>
                      <a:pt x="47" y="4"/>
                      <a:pt x="32"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4" name="Freeform 797"/>
              <p:cNvSpPr>
                <a:spLocks noEditPoints="1"/>
              </p:cNvSpPr>
              <p:nvPr/>
            </p:nvSpPr>
            <p:spPr bwMode="auto">
              <a:xfrm>
                <a:off x="7223126" y="1573213"/>
                <a:ext cx="65088" cy="66675"/>
              </a:xfrm>
              <a:custGeom>
                <a:avLst/>
                <a:gdLst>
                  <a:gd name="T0" fmla="*/ 2147483646 w 42"/>
                  <a:gd name="T1" fmla="*/ 2147483646 h 43"/>
                  <a:gd name="T2" fmla="*/ 0 w 42"/>
                  <a:gd name="T3" fmla="*/ 2147483646 h 43"/>
                  <a:gd name="T4" fmla="*/ 2147483646 w 42"/>
                  <a:gd name="T5" fmla="*/ 0 h 43"/>
                  <a:gd name="T6" fmla="*/ 2147483646 w 42"/>
                  <a:gd name="T7" fmla="*/ 2147483646 h 43"/>
                  <a:gd name="T8" fmla="*/ 2147483646 w 42"/>
                  <a:gd name="T9" fmla="*/ 2147483646 h 43"/>
                  <a:gd name="T10" fmla="*/ 2147483646 w 42"/>
                  <a:gd name="T11" fmla="*/ 2147483646 h 43"/>
                  <a:gd name="T12" fmla="*/ 2147483646 w 42"/>
                  <a:gd name="T13" fmla="*/ 2147483646 h 43"/>
                  <a:gd name="T14" fmla="*/ 2147483646 w 42"/>
                  <a:gd name="T15" fmla="*/ 2147483646 h 43"/>
                  <a:gd name="T16" fmla="*/ 2147483646 w 42"/>
                  <a:gd name="T17" fmla="*/ 2147483646 h 43"/>
                  <a:gd name="T18" fmla="*/ 2147483646 w 42"/>
                  <a:gd name="T19" fmla="*/ 2147483646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43">
                    <a:moveTo>
                      <a:pt x="21" y="43"/>
                    </a:moveTo>
                    <a:cubicBezTo>
                      <a:pt x="9" y="43"/>
                      <a:pt x="0" y="33"/>
                      <a:pt x="0" y="21"/>
                    </a:cubicBezTo>
                    <a:cubicBezTo>
                      <a:pt x="0" y="9"/>
                      <a:pt x="9" y="0"/>
                      <a:pt x="21" y="0"/>
                    </a:cubicBezTo>
                    <a:cubicBezTo>
                      <a:pt x="33" y="0"/>
                      <a:pt x="42" y="9"/>
                      <a:pt x="42" y="21"/>
                    </a:cubicBezTo>
                    <a:cubicBezTo>
                      <a:pt x="42" y="33"/>
                      <a:pt x="33" y="43"/>
                      <a:pt x="21" y="43"/>
                    </a:cubicBezTo>
                    <a:close/>
                    <a:moveTo>
                      <a:pt x="21" y="4"/>
                    </a:moveTo>
                    <a:cubicBezTo>
                      <a:pt x="11" y="4"/>
                      <a:pt x="4" y="11"/>
                      <a:pt x="4" y="21"/>
                    </a:cubicBezTo>
                    <a:cubicBezTo>
                      <a:pt x="4" y="31"/>
                      <a:pt x="11" y="39"/>
                      <a:pt x="21" y="39"/>
                    </a:cubicBezTo>
                    <a:cubicBezTo>
                      <a:pt x="31" y="39"/>
                      <a:pt x="38" y="31"/>
                      <a:pt x="38" y="21"/>
                    </a:cubicBezTo>
                    <a:cubicBezTo>
                      <a:pt x="38" y="11"/>
                      <a:pt x="31" y="4"/>
                      <a:pt x="21"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5" name="Freeform 798"/>
              <p:cNvSpPr/>
              <p:nvPr/>
            </p:nvSpPr>
            <p:spPr bwMode="auto">
              <a:xfrm>
                <a:off x="7121526" y="1577976"/>
                <a:ext cx="12700" cy="38100"/>
              </a:xfrm>
              <a:custGeom>
                <a:avLst/>
                <a:gdLst>
                  <a:gd name="T0" fmla="*/ 2147483646 w 8"/>
                  <a:gd name="T1" fmla="*/ 2147483646 h 24"/>
                  <a:gd name="T2" fmla="*/ 0 w 8"/>
                  <a:gd name="T3" fmla="*/ 2147483646 h 24"/>
                  <a:gd name="T4" fmla="*/ 0 w 8"/>
                  <a:gd name="T5" fmla="*/ 2147483646 h 24"/>
                  <a:gd name="T6" fmla="*/ 2147483646 w 8"/>
                  <a:gd name="T7" fmla="*/ 0 h 24"/>
                  <a:gd name="T8" fmla="*/ 2147483646 w 8"/>
                  <a:gd name="T9" fmla="*/ 2147483646 h 24"/>
                  <a:gd name="T10" fmla="*/ 2147483646 w 8"/>
                  <a:gd name="T11" fmla="*/ 2147483646 h 24"/>
                  <a:gd name="T12" fmla="*/ 2147483646 w 8"/>
                  <a:gd name="T13" fmla="*/ 2147483646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24">
                    <a:moveTo>
                      <a:pt x="4" y="24"/>
                    </a:moveTo>
                    <a:cubicBezTo>
                      <a:pt x="2" y="24"/>
                      <a:pt x="0" y="22"/>
                      <a:pt x="0" y="20"/>
                    </a:cubicBezTo>
                    <a:cubicBezTo>
                      <a:pt x="0" y="4"/>
                      <a:pt x="0" y="4"/>
                      <a:pt x="0" y="4"/>
                    </a:cubicBezTo>
                    <a:cubicBezTo>
                      <a:pt x="0" y="2"/>
                      <a:pt x="2" y="0"/>
                      <a:pt x="4" y="0"/>
                    </a:cubicBezTo>
                    <a:cubicBezTo>
                      <a:pt x="6" y="0"/>
                      <a:pt x="8" y="2"/>
                      <a:pt x="8" y="4"/>
                    </a:cubicBezTo>
                    <a:cubicBezTo>
                      <a:pt x="8" y="20"/>
                      <a:pt x="8" y="20"/>
                      <a:pt x="8" y="20"/>
                    </a:cubicBezTo>
                    <a:cubicBezTo>
                      <a:pt x="8" y="22"/>
                      <a:pt x="6" y="24"/>
                      <a:pt x="4" y="2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6" name="Oval 799"/>
              <p:cNvSpPr>
                <a:spLocks noChangeArrowheads="1"/>
              </p:cNvSpPr>
              <p:nvPr/>
            </p:nvSpPr>
            <p:spPr bwMode="auto">
              <a:xfrm>
                <a:off x="7197726" y="1690688"/>
                <a:ext cx="44450"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7" name="Oval 800"/>
              <p:cNvSpPr>
                <a:spLocks noChangeArrowheads="1"/>
              </p:cNvSpPr>
              <p:nvPr/>
            </p:nvSpPr>
            <p:spPr bwMode="auto">
              <a:xfrm>
                <a:off x="7269163" y="1690688"/>
                <a:ext cx="44450"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8" name="Rectangle 851"/>
              <p:cNvSpPr>
                <a:spLocks noChangeArrowheads="1"/>
              </p:cNvSpPr>
              <p:nvPr/>
            </p:nvSpPr>
            <p:spPr bwMode="auto">
              <a:xfrm>
                <a:off x="7050287" y="1213839"/>
                <a:ext cx="432168" cy="213306"/>
              </a:xfrm>
              <a:prstGeom prst="rect">
                <a:avLst/>
              </a:prstGeom>
              <a:grpFill/>
              <a:ln w="9525">
                <a:solidFill>
                  <a:srgbClr val="000000"/>
                </a:solidFill>
                <a:miter lim="800000"/>
              </a:ln>
            </p:spPr>
            <p:txBody>
              <a:bodyPr wrap="none" lIns="0" tIns="0" rIns="0" bIns="0">
                <a:spAutoFit/>
              </a:bodyPr>
              <a:lstStyle>
                <a:lvl1pPr>
                  <a:defRPr>
                    <a:solidFill>
                      <a:schemeClr val="tx1"/>
                    </a:solidFill>
                    <a:latin typeface="Calibri" panose="020F0502020204030204" charset="0"/>
                    <a:ea typeface="宋体" panose="02010600030101010101" pitchFamily="2" charset="-122"/>
                  </a:defRPr>
                </a:lvl1pPr>
                <a:lvl2pPr>
                  <a:defRPr>
                    <a:solidFill>
                      <a:schemeClr val="tx1"/>
                    </a:solidFill>
                    <a:latin typeface="Calibri" panose="020F0502020204030204" charset="0"/>
                    <a:ea typeface="宋体" panose="02010600030101010101" pitchFamily="2" charset="-122"/>
                  </a:defRPr>
                </a:lvl2pPr>
                <a:lvl3pPr>
                  <a:defRPr>
                    <a:solidFill>
                      <a:schemeClr val="tx1"/>
                    </a:solidFill>
                    <a:latin typeface="Calibri" panose="020F0502020204030204" charset="0"/>
                    <a:ea typeface="宋体" panose="02010600030101010101" pitchFamily="2" charset="-122"/>
                  </a:defRPr>
                </a:lvl3pPr>
                <a:lvl4pPr>
                  <a:defRPr>
                    <a:solidFill>
                      <a:schemeClr val="tx1"/>
                    </a:solidFill>
                    <a:latin typeface="Calibri" panose="020F0502020204030204" charset="0"/>
                    <a:ea typeface="宋体" panose="02010600030101010101" pitchFamily="2" charset="-122"/>
                  </a:defRPr>
                </a:lvl4pPr>
                <a:lvl5pPr>
                  <a:defRPr>
                    <a:solidFill>
                      <a:schemeClr val="tx1"/>
                    </a:solidFill>
                    <a:latin typeface="Calibri" panose="020F0502020204030204" charset="0"/>
                    <a:ea typeface="宋体" panose="02010600030101010101" pitchFamily="2" charset="-122"/>
                  </a:defRPr>
                </a:lvl5pPr>
                <a:lvl6pPr marL="22815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7387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1959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653155" indent="1905"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defTabSz="1086485"/>
                <a:r>
                  <a:rPr lang="zh-CN" altLang="zh-CN" sz="1200" b="1" dirty="0">
                    <a:solidFill>
                      <a:schemeClr val="bg1"/>
                    </a:solidFill>
                    <a:latin typeface="微软雅黑" panose="020B0503020204020204" pitchFamily="34" charset="-122"/>
                    <a:ea typeface="微软雅黑" panose="020B0503020204020204" pitchFamily="34" charset="-122"/>
                  </a:rPr>
                  <a:t>nova</a:t>
                </a:r>
                <a:endParaRPr lang="zh-CN" altLang="zh-CN" sz="1200" dirty="0">
                  <a:solidFill>
                    <a:schemeClr val="bg1"/>
                  </a:solidFill>
                  <a:latin typeface="微软雅黑" panose="020B0503020204020204" pitchFamily="34" charset="-122"/>
                  <a:ea typeface="微软雅黑" panose="020B0503020204020204" pitchFamily="34" charset="-122"/>
                </a:endParaRPr>
              </a:p>
            </p:txBody>
          </p:sp>
        </p:grpSp>
        <p:grpSp>
          <p:nvGrpSpPr>
            <p:cNvPr id="519" name="组合 517"/>
            <p:cNvGrpSpPr/>
            <p:nvPr/>
          </p:nvGrpSpPr>
          <p:grpSpPr bwMode="auto">
            <a:xfrm>
              <a:off x="5643908" y="1583778"/>
              <a:ext cx="885523" cy="613182"/>
              <a:chOff x="882651" y="931864"/>
              <a:chExt cx="841375" cy="582612"/>
            </a:xfrm>
            <a:grpFill/>
          </p:grpSpPr>
          <p:sp>
            <p:nvSpPr>
              <p:cNvPr id="520" name="Freeform 5"/>
              <p:cNvSpPr>
                <a:spLocks noEditPoints="1"/>
              </p:cNvSpPr>
              <p:nvPr/>
            </p:nvSpPr>
            <p:spPr bwMode="auto">
              <a:xfrm>
                <a:off x="968376" y="1425576"/>
                <a:ext cx="304800" cy="44450"/>
              </a:xfrm>
              <a:custGeom>
                <a:avLst/>
                <a:gdLst>
                  <a:gd name="T0" fmla="*/ 2147483646 w 197"/>
                  <a:gd name="T1" fmla="*/ 2147483646 h 29"/>
                  <a:gd name="T2" fmla="*/ 2147483646 w 197"/>
                  <a:gd name="T3" fmla="*/ 2147483646 h 29"/>
                  <a:gd name="T4" fmla="*/ 0 w 197"/>
                  <a:gd name="T5" fmla="*/ 2147483646 h 29"/>
                  <a:gd name="T6" fmla="*/ 0 w 197"/>
                  <a:gd name="T7" fmla="*/ 2147483646 h 29"/>
                  <a:gd name="T8" fmla="*/ 2147483646 w 197"/>
                  <a:gd name="T9" fmla="*/ 0 h 29"/>
                  <a:gd name="T10" fmla="*/ 2147483646 w 197"/>
                  <a:gd name="T11" fmla="*/ 0 h 29"/>
                  <a:gd name="T12" fmla="*/ 2147483646 w 197"/>
                  <a:gd name="T13" fmla="*/ 2147483646 h 29"/>
                  <a:gd name="T14" fmla="*/ 2147483646 w 197"/>
                  <a:gd name="T15" fmla="*/ 2147483646 h 29"/>
                  <a:gd name="T16" fmla="*/ 2147483646 w 197"/>
                  <a:gd name="T17" fmla="*/ 2147483646 h 29"/>
                  <a:gd name="T18" fmla="*/ 2147483646 w 197"/>
                  <a:gd name="T19" fmla="*/ 2147483646 h 29"/>
                  <a:gd name="T20" fmla="*/ 2147483646 w 197"/>
                  <a:gd name="T21" fmla="*/ 2147483646 h 29"/>
                  <a:gd name="T22" fmla="*/ 2147483646 w 197"/>
                  <a:gd name="T23" fmla="*/ 2147483646 h 29"/>
                  <a:gd name="T24" fmla="*/ 2147483646 w 197"/>
                  <a:gd name="T25" fmla="*/ 2147483646 h 29"/>
                  <a:gd name="T26" fmla="*/ 2147483646 w 197"/>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7" h="29">
                    <a:moveTo>
                      <a:pt x="195" y="29"/>
                    </a:moveTo>
                    <a:cubicBezTo>
                      <a:pt x="2" y="29"/>
                      <a:pt x="2" y="29"/>
                      <a:pt x="2" y="29"/>
                    </a:cubicBezTo>
                    <a:cubicBezTo>
                      <a:pt x="1" y="29"/>
                      <a:pt x="0" y="28"/>
                      <a:pt x="0" y="27"/>
                    </a:cubicBezTo>
                    <a:cubicBezTo>
                      <a:pt x="0" y="2"/>
                      <a:pt x="0" y="2"/>
                      <a:pt x="0" y="2"/>
                    </a:cubicBezTo>
                    <a:cubicBezTo>
                      <a:pt x="0" y="1"/>
                      <a:pt x="1" y="0"/>
                      <a:pt x="2" y="0"/>
                    </a:cubicBezTo>
                    <a:cubicBezTo>
                      <a:pt x="195" y="0"/>
                      <a:pt x="195" y="0"/>
                      <a:pt x="195" y="0"/>
                    </a:cubicBezTo>
                    <a:cubicBezTo>
                      <a:pt x="197" y="0"/>
                      <a:pt x="197" y="1"/>
                      <a:pt x="197" y="2"/>
                    </a:cubicBezTo>
                    <a:cubicBezTo>
                      <a:pt x="197" y="27"/>
                      <a:pt x="197" y="27"/>
                      <a:pt x="197" y="27"/>
                    </a:cubicBezTo>
                    <a:cubicBezTo>
                      <a:pt x="197" y="28"/>
                      <a:pt x="197" y="29"/>
                      <a:pt x="195" y="29"/>
                    </a:cubicBezTo>
                    <a:close/>
                    <a:moveTo>
                      <a:pt x="4" y="25"/>
                    </a:moveTo>
                    <a:cubicBezTo>
                      <a:pt x="193" y="25"/>
                      <a:pt x="193" y="25"/>
                      <a:pt x="193" y="25"/>
                    </a:cubicBezTo>
                    <a:cubicBezTo>
                      <a:pt x="193" y="4"/>
                      <a:pt x="193" y="4"/>
                      <a:pt x="193" y="4"/>
                    </a:cubicBezTo>
                    <a:cubicBezTo>
                      <a:pt x="4" y="4"/>
                      <a:pt x="4" y="4"/>
                      <a:pt x="4" y="4"/>
                    </a:cubicBezTo>
                    <a:lnTo>
                      <a:pt x="4" y="2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1" name="Freeform 6"/>
              <p:cNvSpPr>
                <a:spLocks noEditPoints="1"/>
              </p:cNvSpPr>
              <p:nvPr/>
            </p:nvSpPr>
            <p:spPr bwMode="auto">
              <a:xfrm>
                <a:off x="1316039" y="1425576"/>
                <a:ext cx="306388" cy="44450"/>
              </a:xfrm>
              <a:custGeom>
                <a:avLst/>
                <a:gdLst>
                  <a:gd name="T0" fmla="*/ 2147483646 w 198"/>
                  <a:gd name="T1" fmla="*/ 2147483646 h 29"/>
                  <a:gd name="T2" fmla="*/ 2147483646 w 198"/>
                  <a:gd name="T3" fmla="*/ 2147483646 h 29"/>
                  <a:gd name="T4" fmla="*/ 0 w 198"/>
                  <a:gd name="T5" fmla="*/ 2147483646 h 29"/>
                  <a:gd name="T6" fmla="*/ 0 w 198"/>
                  <a:gd name="T7" fmla="*/ 2147483646 h 29"/>
                  <a:gd name="T8" fmla="*/ 2147483646 w 198"/>
                  <a:gd name="T9" fmla="*/ 0 h 29"/>
                  <a:gd name="T10" fmla="*/ 2147483646 w 198"/>
                  <a:gd name="T11" fmla="*/ 0 h 29"/>
                  <a:gd name="T12" fmla="*/ 2147483646 w 198"/>
                  <a:gd name="T13" fmla="*/ 2147483646 h 29"/>
                  <a:gd name="T14" fmla="*/ 2147483646 w 198"/>
                  <a:gd name="T15" fmla="*/ 2147483646 h 29"/>
                  <a:gd name="T16" fmla="*/ 2147483646 w 198"/>
                  <a:gd name="T17" fmla="*/ 2147483646 h 29"/>
                  <a:gd name="T18" fmla="*/ 2147483646 w 198"/>
                  <a:gd name="T19" fmla="*/ 2147483646 h 29"/>
                  <a:gd name="T20" fmla="*/ 2147483646 w 198"/>
                  <a:gd name="T21" fmla="*/ 2147483646 h 29"/>
                  <a:gd name="T22" fmla="*/ 2147483646 w 198"/>
                  <a:gd name="T23" fmla="*/ 2147483646 h 29"/>
                  <a:gd name="T24" fmla="*/ 2147483646 w 198"/>
                  <a:gd name="T25" fmla="*/ 2147483646 h 29"/>
                  <a:gd name="T26" fmla="*/ 2147483646 w 198"/>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 h="29">
                    <a:moveTo>
                      <a:pt x="196" y="29"/>
                    </a:moveTo>
                    <a:cubicBezTo>
                      <a:pt x="2" y="29"/>
                      <a:pt x="2" y="29"/>
                      <a:pt x="2" y="29"/>
                    </a:cubicBezTo>
                    <a:cubicBezTo>
                      <a:pt x="1" y="29"/>
                      <a:pt x="0" y="28"/>
                      <a:pt x="0" y="27"/>
                    </a:cubicBezTo>
                    <a:cubicBezTo>
                      <a:pt x="0" y="2"/>
                      <a:pt x="0" y="2"/>
                      <a:pt x="0" y="2"/>
                    </a:cubicBezTo>
                    <a:cubicBezTo>
                      <a:pt x="0" y="1"/>
                      <a:pt x="1" y="0"/>
                      <a:pt x="2" y="0"/>
                    </a:cubicBezTo>
                    <a:cubicBezTo>
                      <a:pt x="196" y="0"/>
                      <a:pt x="196" y="0"/>
                      <a:pt x="196" y="0"/>
                    </a:cubicBezTo>
                    <a:cubicBezTo>
                      <a:pt x="197" y="0"/>
                      <a:pt x="198" y="1"/>
                      <a:pt x="198" y="2"/>
                    </a:cubicBezTo>
                    <a:cubicBezTo>
                      <a:pt x="198" y="27"/>
                      <a:pt x="198" y="27"/>
                      <a:pt x="198" y="27"/>
                    </a:cubicBezTo>
                    <a:cubicBezTo>
                      <a:pt x="198" y="28"/>
                      <a:pt x="197" y="29"/>
                      <a:pt x="196" y="29"/>
                    </a:cubicBezTo>
                    <a:close/>
                    <a:moveTo>
                      <a:pt x="4" y="25"/>
                    </a:moveTo>
                    <a:cubicBezTo>
                      <a:pt x="194" y="25"/>
                      <a:pt x="194" y="25"/>
                      <a:pt x="194" y="25"/>
                    </a:cubicBezTo>
                    <a:cubicBezTo>
                      <a:pt x="194" y="4"/>
                      <a:pt x="194" y="4"/>
                      <a:pt x="194" y="4"/>
                    </a:cubicBezTo>
                    <a:cubicBezTo>
                      <a:pt x="4" y="4"/>
                      <a:pt x="4" y="4"/>
                      <a:pt x="4" y="4"/>
                    </a:cubicBezTo>
                    <a:lnTo>
                      <a:pt x="4" y="2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2" name="Freeform 7"/>
              <p:cNvSpPr/>
              <p:nvPr/>
            </p:nvSpPr>
            <p:spPr bwMode="auto">
              <a:xfrm>
                <a:off x="1135064" y="1463676"/>
                <a:ext cx="320675" cy="50800"/>
              </a:xfrm>
              <a:custGeom>
                <a:avLst/>
                <a:gdLst>
                  <a:gd name="T0" fmla="*/ 2147483646 w 206"/>
                  <a:gd name="T1" fmla="*/ 2147483646 h 33"/>
                  <a:gd name="T2" fmla="*/ 2147483646 w 206"/>
                  <a:gd name="T3" fmla="*/ 2147483646 h 33"/>
                  <a:gd name="T4" fmla="*/ 2147483646 w 206"/>
                  <a:gd name="T5" fmla="*/ 2147483646 h 33"/>
                  <a:gd name="T6" fmla="*/ 0 w 206"/>
                  <a:gd name="T7" fmla="*/ 2147483646 h 33"/>
                  <a:gd name="T8" fmla="*/ 2147483646 w 206"/>
                  <a:gd name="T9" fmla="*/ 0 h 33"/>
                  <a:gd name="T10" fmla="*/ 2147483646 w 206"/>
                  <a:gd name="T11" fmla="*/ 2147483646 h 33"/>
                  <a:gd name="T12" fmla="*/ 2147483646 w 206"/>
                  <a:gd name="T13" fmla="*/ 2147483646 h 33"/>
                  <a:gd name="T14" fmla="*/ 2147483646 w 206"/>
                  <a:gd name="T15" fmla="*/ 2147483646 h 33"/>
                  <a:gd name="T16" fmla="*/ 2147483646 w 206"/>
                  <a:gd name="T17" fmla="*/ 2147483646 h 33"/>
                  <a:gd name="T18" fmla="*/ 2147483646 w 206"/>
                  <a:gd name="T19" fmla="*/ 0 h 33"/>
                  <a:gd name="T20" fmla="*/ 2147483646 w 206"/>
                  <a:gd name="T21" fmla="*/ 2147483646 h 33"/>
                  <a:gd name="T22" fmla="*/ 2147483646 w 206"/>
                  <a:gd name="T23" fmla="*/ 2147483646 h 33"/>
                  <a:gd name="T24" fmla="*/ 2147483646 w 206"/>
                  <a:gd name="T25" fmla="*/ 2147483646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6" h="33">
                    <a:moveTo>
                      <a:pt x="202" y="33"/>
                    </a:moveTo>
                    <a:cubicBezTo>
                      <a:pt x="4" y="33"/>
                      <a:pt x="4" y="33"/>
                      <a:pt x="4" y="33"/>
                    </a:cubicBezTo>
                    <a:cubicBezTo>
                      <a:pt x="3" y="33"/>
                      <a:pt x="2" y="32"/>
                      <a:pt x="1" y="31"/>
                    </a:cubicBezTo>
                    <a:cubicBezTo>
                      <a:pt x="0" y="30"/>
                      <a:pt x="0" y="29"/>
                      <a:pt x="0" y="28"/>
                    </a:cubicBezTo>
                    <a:cubicBezTo>
                      <a:pt x="8" y="0"/>
                      <a:pt x="8" y="0"/>
                      <a:pt x="8" y="0"/>
                    </a:cubicBezTo>
                    <a:cubicBezTo>
                      <a:pt x="16" y="3"/>
                      <a:pt x="16" y="3"/>
                      <a:pt x="16" y="3"/>
                    </a:cubicBezTo>
                    <a:cubicBezTo>
                      <a:pt x="10" y="25"/>
                      <a:pt x="10" y="25"/>
                      <a:pt x="10" y="25"/>
                    </a:cubicBezTo>
                    <a:cubicBezTo>
                      <a:pt x="197" y="25"/>
                      <a:pt x="197" y="25"/>
                      <a:pt x="197" y="25"/>
                    </a:cubicBezTo>
                    <a:cubicBezTo>
                      <a:pt x="190" y="3"/>
                      <a:pt x="190" y="3"/>
                      <a:pt x="190" y="3"/>
                    </a:cubicBezTo>
                    <a:cubicBezTo>
                      <a:pt x="198" y="0"/>
                      <a:pt x="198" y="0"/>
                      <a:pt x="198" y="0"/>
                    </a:cubicBezTo>
                    <a:cubicBezTo>
                      <a:pt x="206" y="28"/>
                      <a:pt x="206" y="28"/>
                      <a:pt x="206" y="28"/>
                    </a:cubicBezTo>
                    <a:cubicBezTo>
                      <a:pt x="206" y="29"/>
                      <a:pt x="206" y="30"/>
                      <a:pt x="205" y="31"/>
                    </a:cubicBezTo>
                    <a:cubicBezTo>
                      <a:pt x="204" y="32"/>
                      <a:pt x="203" y="33"/>
                      <a:pt x="202" y="3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3" name="Freeform 8"/>
              <p:cNvSpPr/>
              <p:nvPr/>
            </p:nvSpPr>
            <p:spPr bwMode="auto">
              <a:xfrm>
                <a:off x="882651" y="950914"/>
                <a:ext cx="825500" cy="482600"/>
              </a:xfrm>
              <a:custGeom>
                <a:avLst/>
                <a:gdLst>
                  <a:gd name="T0" fmla="*/ 2147483646 w 532"/>
                  <a:gd name="T1" fmla="*/ 2147483646 h 311"/>
                  <a:gd name="T2" fmla="*/ 2147483646 w 532"/>
                  <a:gd name="T3" fmla="*/ 2147483646 h 311"/>
                  <a:gd name="T4" fmla="*/ 0 w 532"/>
                  <a:gd name="T5" fmla="*/ 2147483646 h 311"/>
                  <a:gd name="T6" fmla="*/ 0 w 532"/>
                  <a:gd name="T7" fmla="*/ 2147483646 h 311"/>
                  <a:gd name="T8" fmla="*/ 2147483646 w 532"/>
                  <a:gd name="T9" fmla="*/ 0 h 311"/>
                  <a:gd name="T10" fmla="*/ 2147483646 w 532"/>
                  <a:gd name="T11" fmla="*/ 0 h 311"/>
                  <a:gd name="T12" fmla="*/ 2147483646 w 532"/>
                  <a:gd name="T13" fmla="*/ 2147483646 h 311"/>
                  <a:gd name="T14" fmla="*/ 2147483646 w 532"/>
                  <a:gd name="T15" fmla="*/ 2147483646 h 311"/>
                  <a:gd name="T16" fmla="*/ 2147483646 w 532"/>
                  <a:gd name="T17" fmla="*/ 2147483646 h 311"/>
                  <a:gd name="T18" fmla="*/ 2147483646 w 532"/>
                  <a:gd name="T19" fmla="*/ 2147483646 h 311"/>
                  <a:gd name="T20" fmla="*/ 2147483646 w 532"/>
                  <a:gd name="T21" fmla="*/ 2147483646 h 311"/>
                  <a:gd name="T22" fmla="*/ 2147483646 w 532"/>
                  <a:gd name="T23" fmla="*/ 2147483646 h 311"/>
                  <a:gd name="T24" fmla="*/ 2147483646 w 532"/>
                  <a:gd name="T25" fmla="*/ 2147483646 h 311"/>
                  <a:gd name="T26" fmla="*/ 2147483646 w 532"/>
                  <a:gd name="T27" fmla="*/ 2147483646 h 311"/>
                  <a:gd name="T28" fmla="*/ 2147483646 w 532"/>
                  <a:gd name="T29" fmla="*/ 2147483646 h 311"/>
                  <a:gd name="T30" fmla="*/ 2147483646 w 532"/>
                  <a:gd name="T31" fmla="*/ 2147483646 h 311"/>
                  <a:gd name="T32" fmla="*/ 2147483646 w 532"/>
                  <a:gd name="T33" fmla="*/ 2147483646 h 3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2" h="311">
                    <a:moveTo>
                      <a:pt x="528" y="311"/>
                    </a:moveTo>
                    <a:cubicBezTo>
                      <a:pt x="4" y="311"/>
                      <a:pt x="4" y="311"/>
                      <a:pt x="4" y="311"/>
                    </a:cubicBezTo>
                    <a:cubicBezTo>
                      <a:pt x="2" y="311"/>
                      <a:pt x="0" y="310"/>
                      <a:pt x="0" y="307"/>
                    </a:cubicBezTo>
                    <a:cubicBezTo>
                      <a:pt x="0" y="4"/>
                      <a:pt x="0" y="4"/>
                      <a:pt x="0" y="4"/>
                    </a:cubicBezTo>
                    <a:cubicBezTo>
                      <a:pt x="0" y="2"/>
                      <a:pt x="2" y="0"/>
                      <a:pt x="4" y="0"/>
                    </a:cubicBezTo>
                    <a:cubicBezTo>
                      <a:pt x="528" y="0"/>
                      <a:pt x="528" y="0"/>
                      <a:pt x="528" y="0"/>
                    </a:cubicBezTo>
                    <a:cubicBezTo>
                      <a:pt x="531" y="0"/>
                      <a:pt x="532" y="2"/>
                      <a:pt x="532" y="4"/>
                    </a:cubicBezTo>
                    <a:cubicBezTo>
                      <a:pt x="532" y="182"/>
                      <a:pt x="532" y="182"/>
                      <a:pt x="532" y="182"/>
                    </a:cubicBezTo>
                    <a:cubicBezTo>
                      <a:pt x="524" y="182"/>
                      <a:pt x="524" y="182"/>
                      <a:pt x="524" y="182"/>
                    </a:cubicBezTo>
                    <a:cubicBezTo>
                      <a:pt x="524" y="8"/>
                      <a:pt x="524" y="8"/>
                      <a:pt x="524" y="8"/>
                    </a:cubicBezTo>
                    <a:cubicBezTo>
                      <a:pt x="8" y="8"/>
                      <a:pt x="8" y="8"/>
                      <a:pt x="8" y="8"/>
                    </a:cubicBezTo>
                    <a:cubicBezTo>
                      <a:pt x="8" y="303"/>
                      <a:pt x="8" y="303"/>
                      <a:pt x="8" y="303"/>
                    </a:cubicBezTo>
                    <a:cubicBezTo>
                      <a:pt x="524" y="303"/>
                      <a:pt x="524" y="303"/>
                      <a:pt x="524" y="303"/>
                    </a:cubicBezTo>
                    <a:cubicBezTo>
                      <a:pt x="524" y="246"/>
                      <a:pt x="524" y="246"/>
                      <a:pt x="524" y="246"/>
                    </a:cubicBezTo>
                    <a:cubicBezTo>
                      <a:pt x="532" y="246"/>
                      <a:pt x="532" y="246"/>
                      <a:pt x="532" y="246"/>
                    </a:cubicBezTo>
                    <a:cubicBezTo>
                      <a:pt x="532" y="307"/>
                      <a:pt x="532" y="307"/>
                      <a:pt x="532" y="307"/>
                    </a:cubicBezTo>
                    <a:cubicBezTo>
                      <a:pt x="532" y="310"/>
                      <a:pt x="531" y="311"/>
                      <a:pt x="528" y="31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4" name="Rectangle 9"/>
              <p:cNvSpPr>
                <a:spLocks noChangeArrowheads="1"/>
              </p:cNvSpPr>
              <p:nvPr/>
            </p:nvSpPr>
            <p:spPr bwMode="auto">
              <a:xfrm>
                <a:off x="889001" y="1390651"/>
                <a:ext cx="812800" cy="4763"/>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5" name="Rectangle 10"/>
              <p:cNvSpPr>
                <a:spLocks noChangeArrowheads="1"/>
              </p:cNvSpPr>
              <p:nvPr/>
            </p:nvSpPr>
            <p:spPr bwMode="auto">
              <a:xfrm>
                <a:off x="1285876" y="931864"/>
                <a:ext cx="19050" cy="30163"/>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6" name="Oval 11"/>
              <p:cNvSpPr>
                <a:spLocks noChangeArrowheads="1"/>
              </p:cNvSpPr>
              <p:nvPr/>
            </p:nvSpPr>
            <p:spPr bwMode="auto">
              <a:xfrm>
                <a:off x="1679576" y="1225551"/>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7" name="Oval 12"/>
              <p:cNvSpPr>
                <a:spLocks noChangeArrowheads="1"/>
              </p:cNvSpPr>
              <p:nvPr/>
            </p:nvSpPr>
            <p:spPr bwMode="auto">
              <a:xfrm>
                <a:off x="1679576" y="1296989"/>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528" name="组合 749"/>
            <p:cNvGrpSpPr/>
            <p:nvPr/>
          </p:nvGrpSpPr>
          <p:grpSpPr bwMode="auto">
            <a:xfrm>
              <a:off x="4518933" y="1523916"/>
              <a:ext cx="450090" cy="677752"/>
              <a:chOff x="8718551" y="2254251"/>
              <a:chExt cx="546100" cy="822326"/>
            </a:xfrm>
            <a:grpFill/>
          </p:grpSpPr>
          <p:sp>
            <p:nvSpPr>
              <p:cNvPr id="529" name="Freeform 208"/>
              <p:cNvSpPr/>
              <p:nvPr/>
            </p:nvSpPr>
            <p:spPr bwMode="auto">
              <a:xfrm>
                <a:off x="8718551" y="2254251"/>
                <a:ext cx="546100" cy="808038"/>
              </a:xfrm>
              <a:custGeom>
                <a:avLst/>
                <a:gdLst>
                  <a:gd name="T0" fmla="*/ 2147483646 w 352"/>
                  <a:gd name="T1" fmla="*/ 2147483646 h 520"/>
                  <a:gd name="T2" fmla="*/ 2147483646 w 352"/>
                  <a:gd name="T3" fmla="*/ 2147483646 h 520"/>
                  <a:gd name="T4" fmla="*/ 2147483646 w 352"/>
                  <a:gd name="T5" fmla="*/ 2147483646 h 520"/>
                  <a:gd name="T6" fmla="*/ 2147483646 w 352"/>
                  <a:gd name="T7" fmla="*/ 2147483646 h 520"/>
                  <a:gd name="T8" fmla="*/ 2147483646 w 352"/>
                  <a:gd name="T9" fmla="*/ 2147483646 h 520"/>
                  <a:gd name="T10" fmla="*/ 2147483646 w 352"/>
                  <a:gd name="T11" fmla="*/ 2147483646 h 520"/>
                  <a:gd name="T12" fmla="*/ 2147483646 w 352"/>
                  <a:gd name="T13" fmla="*/ 2147483646 h 520"/>
                  <a:gd name="T14" fmla="*/ 2147483646 w 352"/>
                  <a:gd name="T15" fmla="*/ 2147483646 h 520"/>
                  <a:gd name="T16" fmla="*/ 2147483646 w 352"/>
                  <a:gd name="T17" fmla="*/ 2147483646 h 520"/>
                  <a:gd name="T18" fmla="*/ 2147483646 w 352"/>
                  <a:gd name="T19" fmla="*/ 2147483646 h 520"/>
                  <a:gd name="T20" fmla="*/ 2147483646 w 352"/>
                  <a:gd name="T21" fmla="*/ 2147483646 h 520"/>
                  <a:gd name="T22" fmla="*/ 2147483646 w 352"/>
                  <a:gd name="T23" fmla="*/ 2147483646 h 520"/>
                  <a:gd name="T24" fmla="*/ 0 w 352"/>
                  <a:gd name="T25" fmla="*/ 2147483646 h 520"/>
                  <a:gd name="T26" fmla="*/ 2147483646 w 352"/>
                  <a:gd name="T27" fmla="*/ 2147483646 h 520"/>
                  <a:gd name="T28" fmla="*/ 2147483646 w 352"/>
                  <a:gd name="T29" fmla="*/ 0 h 520"/>
                  <a:gd name="T30" fmla="*/ 2147483646 w 352"/>
                  <a:gd name="T31" fmla="*/ 2147483646 h 520"/>
                  <a:gd name="T32" fmla="*/ 2147483646 w 352"/>
                  <a:gd name="T33" fmla="*/ 2147483646 h 520"/>
                  <a:gd name="T34" fmla="*/ 2147483646 w 352"/>
                  <a:gd name="T35" fmla="*/ 2147483646 h 520"/>
                  <a:gd name="T36" fmla="*/ 2147483646 w 352"/>
                  <a:gd name="T37" fmla="*/ 2147483646 h 5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52" h="520">
                    <a:moveTo>
                      <a:pt x="348" y="520"/>
                    </a:moveTo>
                    <a:cubicBezTo>
                      <a:pt x="275" y="520"/>
                      <a:pt x="275" y="520"/>
                      <a:pt x="275" y="520"/>
                    </a:cubicBezTo>
                    <a:cubicBezTo>
                      <a:pt x="275" y="512"/>
                      <a:pt x="275" y="512"/>
                      <a:pt x="275" y="512"/>
                    </a:cubicBezTo>
                    <a:cubicBezTo>
                      <a:pt x="344" y="512"/>
                      <a:pt x="344" y="512"/>
                      <a:pt x="344" y="512"/>
                    </a:cubicBezTo>
                    <a:cubicBezTo>
                      <a:pt x="327" y="129"/>
                      <a:pt x="327" y="129"/>
                      <a:pt x="327" y="129"/>
                    </a:cubicBezTo>
                    <a:cubicBezTo>
                      <a:pt x="323" y="60"/>
                      <a:pt x="258" y="8"/>
                      <a:pt x="176" y="8"/>
                    </a:cubicBezTo>
                    <a:cubicBezTo>
                      <a:pt x="94" y="8"/>
                      <a:pt x="30" y="60"/>
                      <a:pt x="25" y="129"/>
                    </a:cubicBezTo>
                    <a:cubicBezTo>
                      <a:pt x="8" y="512"/>
                      <a:pt x="8" y="512"/>
                      <a:pt x="8" y="512"/>
                    </a:cubicBezTo>
                    <a:cubicBezTo>
                      <a:pt x="214" y="512"/>
                      <a:pt x="214" y="512"/>
                      <a:pt x="214" y="512"/>
                    </a:cubicBezTo>
                    <a:cubicBezTo>
                      <a:pt x="214" y="520"/>
                      <a:pt x="214" y="520"/>
                      <a:pt x="214" y="520"/>
                    </a:cubicBezTo>
                    <a:cubicBezTo>
                      <a:pt x="4" y="520"/>
                      <a:pt x="4" y="520"/>
                      <a:pt x="4" y="520"/>
                    </a:cubicBezTo>
                    <a:cubicBezTo>
                      <a:pt x="3" y="520"/>
                      <a:pt x="2" y="519"/>
                      <a:pt x="1" y="518"/>
                    </a:cubicBezTo>
                    <a:cubicBezTo>
                      <a:pt x="0" y="518"/>
                      <a:pt x="0" y="517"/>
                      <a:pt x="0" y="516"/>
                    </a:cubicBezTo>
                    <a:cubicBezTo>
                      <a:pt x="17" y="128"/>
                      <a:pt x="17" y="128"/>
                      <a:pt x="17" y="128"/>
                    </a:cubicBezTo>
                    <a:cubicBezTo>
                      <a:pt x="22" y="55"/>
                      <a:pt x="90" y="0"/>
                      <a:pt x="176" y="0"/>
                    </a:cubicBezTo>
                    <a:cubicBezTo>
                      <a:pt x="262" y="0"/>
                      <a:pt x="330" y="55"/>
                      <a:pt x="335" y="128"/>
                    </a:cubicBezTo>
                    <a:cubicBezTo>
                      <a:pt x="352" y="516"/>
                      <a:pt x="352" y="516"/>
                      <a:pt x="352" y="516"/>
                    </a:cubicBezTo>
                    <a:cubicBezTo>
                      <a:pt x="352" y="517"/>
                      <a:pt x="352" y="518"/>
                      <a:pt x="351" y="518"/>
                    </a:cubicBezTo>
                    <a:cubicBezTo>
                      <a:pt x="350" y="519"/>
                      <a:pt x="349" y="520"/>
                      <a:pt x="348" y="52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0" name="Freeform 209"/>
              <p:cNvSpPr>
                <a:spLocks noEditPoints="1"/>
              </p:cNvSpPr>
              <p:nvPr/>
            </p:nvSpPr>
            <p:spPr bwMode="auto">
              <a:xfrm>
                <a:off x="8950326" y="2782889"/>
                <a:ext cx="84138" cy="84138"/>
              </a:xfrm>
              <a:custGeom>
                <a:avLst/>
                <a:gdLst>
                  <a:gd name="T0" fmla="*/ 2147483646 w 55"/>
                  <a:gd name="T1" fmla="*/ 2147483646 h 55"/>
                  <a:gd name="T2" fmla="*/ 0 w 55"/>
                  <a:gd name="T3" fmla="*/ 2147483646 h 55"/>
                  <a:gd name="T4" fmla="*/ 2147483646 w 55"/>
                  <a:gd name="T5" fmla="*/ 0 h 55"/>
                  <a:gd name="T6" fmla="*/ 2147483646 w 55"/>
                  <a:gd name="T7" fmla="*/ 2147483646 h 55"/>
                  <a:gd name="T8" fmla="*/ 2147483646 w 55"/>
                  <a:gd name="T9" fmla="*/ 2147483646 h 55"/>
                  <a:gd name="T10" fmla="*/ 2147483646 w 55"/>
                  <a:gd name="T11" fmla="*/ 2147483646 h 55"/>
                  <a:gd name="T12" fmla="*/ 2147483646 w 55"/>
                  <a:gd name="T13" fmla="*/ 2147483646 h 55"/>
                  <a:gd name="T14" fmla="*/ 2147483646 w 55"/>
                  <a:gd name="T15" fmla="*/ 2147483646 h 55"/>
                  <a:gd name="T16" fmla="*/ 2147483646 w 55"/>
                  <a:gd name="T17" fmla="*/ 2147483646 h 55"/>
                  <a:gd name="T18" fmla="*/ 2147483646 w 55"/>
                  <a:gd name="T19" fmla="*/ 2147483646 h 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55">
                    <a:moveTo>
                      <a:pt x="27" y="55"/>
                    </a:moveTo>
                    <a:cubicBezTo>
                      <a:pt x="12" y="55"/>
                      <a:pt x="0" y="43"/>
                      <a:pt x="0" y="28"/>
                    </a:cubicBezTo>
                    <a:cubicBezTo>
                      <a:pt x="0" y="12"/>
                      <a:pt x="12" y="0"/>
                      <a:pt x="27" y="0"/>
                    </a:cubicBezTo>
                    <a:cubicBezTo>
                      <a:pt x="42" y="0"/>
                      <a:pt x="55" y="12"/>
                      <a:pt x="55" y="28"/>
                    </a:cubicBezTo>
                    <a:cubicBezTo>
                      <a:pt x="55" y="43"/>
                      <a:pt x="42" y="55"/>
                      <a:pt x="27" y="55"/>
                    </a:cubicBezTo>
                    <a:close/>
                    <a:moveTo>
                      <a:pt x="27" y="4"/>
                    </a:moveTo>
                    <a:cubicBezTo>
                      <a:pt x="14" y="4"/>
                      <a:pt x="4" y="15"/>
                      <a:pt x="4" y="28"/>
                    </a:cubicBezTo>
                    <a:cubicBezTo>
                      <a:pt x="4" y="40"/>
                      <a:pt x="14" y="51"/>
                      <a:pt x="27" y="51"/>
                    </a:cubicBezTo>
                    <a:cubicBezTo>
                      <a:pt x="40" y="51"/>
                      <a:pt x="51" y="40"/>
                      <a:pt x="51" y="28"/>
                    </a:cubicBezTo>
                    <a:cubicBezTo>
                      <a:pt x="51" y="15"/>
                      <a:pt x="40" y="4"/>
                      <a:pt x="27"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1" name="Rectangle 210"/>
              <p:cNvSpPr>
                <a:spLocks noChangeArrowheads="1"/>
              </p:cNvSpPr>
              <p:nvPr/>
            </p:nvSpPr>
            <p:spPr bwMode="auto">
              <a:xfrm>
                <a:off x="8731251" y="2981326"/>
                <a:ext cx="520700" cy="6350"/>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2" name="Freeform 211"/>
              <p:cNvSpPr>
                <a:spLocks noEditPoints="1"/>
              </p:cNvSpPr>
              <p:nvPr/>
            </p:nvSpPr>
            <p:spPr bwMode="auto">
              <a:xfrm>
                <a:off x="8766176" y="2262189"/>
                <a:ext cx="450850" cy="346075"/>
              </a:xfrm>
              <a:custGeom>
                <a:avLst/>
                <a:gdLst>
                  <a:gd name="T0" fmla="*/ 2147483646 w 290"/>
                  <a:gd name="T1" fmla="*/ 2147483646 h 223"/>
                  <a:gd name="T2" fmla="*/ 0 w 290"/>
                  <a:gd name="T3" fmla="*/ 2147483646 h 223"/>
                  <a:gd name="T4" fmla="*/ 2147483646 w 290"/>
                  <a:gd name="T5" fmla="*/ 0 h 223"/>
                  <a:gd name="T6" fmla="*/ 2147483646 w 290"/>
                  <a:gd name="T7" fmla="*/ 2147483646 h 223"/>
                  <a:gd name="T8" fmla="*/ 2147483646 w 290"/>
                  <a:gd name="T9" fmla="*/ 2147483646 h 223"/>
                  <a:gd name="T10" fmla="*/ 2147483646 w 290"/>
                  <a:gd name="T11" fmla="*/ 2147483646 h 223"/>
                  <a:gd name="T12" fmla="*/ 2147483646 w 290"/>
                  <a:gd name="T13" fmla="*/ 2147483646 h 223"/>
                  <a:gd name="T14" fmla="*/ 2147483646 w 290"/>
                  <a:gd name="T15" fmla="*/ 2147483646 h 223"/>
                  <a:gd name="T16" fmla="*/ 2147483646 w 290"/>
                  <a:gd name="T17" fmla="*/ 2147483646 h 223"/>
                  <a:gd name="T18" fmla="*/ 2147483646 w 290"/>
                  <a:gd name="T19" fmla="*/ 2147483646 h 2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0" h="223">
                    <a:moveTo>
                      <a:pt x="145" y="223"/>
                    </a:moveTo>
                    <a:cubicBezTo>
                      <a:pt x="65" y="223"/>
                      <a:pt x="0" y="173"/>
                      <a:pt x="0" y="111"/>
                    </a:cubicBezTo>
                    <a:cubicBezTo>
                      <a:pt x="0" y="50"/>
                      <a:pt x="65" y="0"/>
                      <a:pt x="145" y="0"/>
                    </a:cubicBezTo>
                    <a:cubicBezTo>
                      <a:pt x="225" y="0"/>
                      <a:pt x="290" y="50"/>
                      <a:pt x="290" y="111"/>
                    </a:cubicBezTo>
                    <a:cubicBezTo>
                      <a:pt x="290" y="173"/>
                      <a:pt x="225" y="223"/>
                      <a:pt x="145" y="223"/>
                    </a:cubicBezTo>
                    <a:close/>
                    <a:moveTo>
                      <a:pt x="145" y="4"/>
                    </a:moveTo>
                    <a:cubicBezTo>
                      <a:pt x="67" y="4"/>
                      <a:pt x="4" y="52"/>
                      <a:pt x="4" y="111"/>
                    </a:cubicBezTo>
                    <a:cubicBezTo>
                      <a:pt x="4" y="170"/>
                      <a:pt x="67" y="219"/>
                      <a:pt x="145" y="219"/>
                    </a:cubicBezTo>
                    <a:cubicBezTo>
                      <a:pt x="223" y="219"/>
                      <a:pt x="286" y="170"/>
                      <a:pt x="286" y="111"/>
                    </a:cubicBezTo>
                    <a:cubicBezTo>
                      <a:pt x="286" y="52"/>
                      <a:pt x="223" y="4"/>
                      <a:pt x="145"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3" name="Freeform 212"/>
              <p:cNvSpPr/>
              <p:nvPr/>
            </p:nvSpPr>
            <p:spPr bwMode="auto">
              <a:xfrm>
                <a:off x="8805864" y="2266951"/>
                <a:ext cx="371475" cy="236538"/>
              </a:xfrm>
              <a:custGeom>
                <a:avLst/>
                <a:gdLst>
                  <a:gd name="T0" fmla="*/ 2147483646 w 240"/>
                  <a:gd name="T1" fmla="*/ 2147483646 h 153"/>
                  <a:gd name="T2" fmla="*/ 0 w 240"/>
                  <a:gd name="T3" fmla="*/ 2147483646 h 153"/>
                  <a:gd name="T4" fmla="*/ 2147483646 w 240"/>
                  <a:gd name="T5" fmla="*/ 0 h 153"/>
                  <a:gd name="T6" fmla="*/ 2147483646 w 240"/>
                  <a:gd name="T7" fmla="*/ 2147483646 h 153"/>
                  <a:gd name="T8" fmla="*/ 2147483646 w 240"/>
                  <a:gd name="T9" fmla="*/ 2147483646 h 153"/>
                  <a:gd name="T10" fmla="*/ 2147483646 w 240"/>
                  <a:gd name="T11" fmla="*/ 2147483646 h 153"/>
                  <a:gd name="T12" fmla="*/ 2147483646 w 240"/>
                  <a:gd name="T13" fmla="*/ 2147483646 h 153"/>
                  <a:gd name="T14" fmla="*/ 2147483646 w 240"/>
                  <a:gd name="T15" fmla="*/ 2147483646 h 153"/>
                  <a:gd name="T16" fmla="*/ 2147483646 w 240"/>
                  <a:gd name="T17" fmla="*/ 2147483646 h 153"/>
                  <a:gd name="T18" fmla="*/ 2147483646 w 240"/>
                  <a:gd name="T19" fmla="*/ 2147483646 h 153"/>
                  <a:gd name="T20" fmla="*/ 2147483646 w 240"/>
                  <a:gd name="T21" fmla="*/ 2147483646 h 1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40" h="153">
                    <a:moveTo>
                      <a:pt x="5" y="153"/>
                    </a:moveTo>
                    <a:cubicBezTo>
                      <a:pt x="2" y="143"/>
                      <a:pt x="0" y="132"/>
                      <a:pt x="0" y="120"/>
                    </a:cubicBezTo>
                    <a:cubicBezTo>
                      <a:pt x="0" y="54"/>
                      <a:pt x="54" y="0"/>
                      <a:pt x="120" y="0"/>
                    </a:cubicBezTo>
                    <a:cubicBezTo>
                      <a:pt x="186" y="0"/>
                      <a:pt x="240" y="54"/>
                      <a:pt x="240" y="120"/>
                    </a:cubicBezTo>
                    <a:cubicBezTo>
                      <a:pt x="240" y="132"/>
                      <a:pt x="239" y="143"/>
                      <a:pt x="235" y="153"/>
                    </a:cubicBezTo>
                    <a:cubicBezTo>
                      <a:pt x="232" y="152"/>
                      <a:pt x="232" y="152"/>
                      <a:pt x="232" y="152"/>
                    </a:cubicBezTo>
                    <a:cubicBezTo>
                      <a:pt x="235" y="142"/>
                      <a:pt x="236" y="131"/>
                      <a:pt x="236" y="120"/>
                    </a:cubicBezTo>
                    <a:cubicBezTo>
                      <a:pt x="236" y="56"/>
                      <a:pt x="184" y="4"/>
                      <a:pt x="120" y="4"/>
                    </a:cubicBezTo>
                    <a:cubicBezTo>
                      <a:pt x="56" y="4"/>
                      <a:pt x="4" y="56"/>
                      <a:pt x="4" y="120"/>
                    </a:cubicBezTo>
                    <a:cubicBezTo>
                      <a:pt x="4" y="131"/>
                      <a:pt x="6" y="142"/>
                      <a:pt x="9" y="152"/>
                    </a:cubicBezTo>
                    <a:lnTo>
                      <a:pt x="5" y="15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4" name="Freeform 213"/>
              <p:cNvSpPr/>
              <p:nvPr/>
            </p:nvSpPr>
            <p:spPr bwMode="auto">
              <a:xfrm>
                <a:off x="8789989" y="2320926"/>
                <a:ext cx="403225" cy="265113"/>
              </a:xfrm>
              <a:custGeom>
                <a:avLst/>
                <a:gdLst>
                  <a:gd name="T0" fmla="*/ 2147483646 w 260"/>
                  <a:gd name="T1" fmla="*/ 2147483646 h 171"/>
                  <a:gd name="T2" fmla="*/ 0 w 260"/>
                  <a:gd name="T3" fmla="*/ 2147483646 h 171"/>
                  <a:gd name="T4" fmla="*/ 2147483646 w 260"/>
                  <a:gd name="T5" fmla="*/ 0 h 171"/>
                  <a:gd name="T6" fmla="*/ 2147483646 w 260"/>
                  <a:gd name="T7" fmla="*/ 2147483646 h 171"/>
                  <a:gd name="T8" fmla="*/ 2147483646 w 260"/>
                  <a:gd name="T9" fmla="*/ 2147483646 h 171"/>
                  <a:gd name="T10" fmla="*/ 2147483646 w 260"/>
                  <a:gd name="T11" fmla="*/ 2147483646 h 171"/>
                  <a:gd name="T12" fmla="*/ 2147483646 w 260"/>
                  <a:gd name="T13" fmla="*/ 2147483646 h 171"/>
                  <a:gd name="T14" fmla="*/ 2147483646 w 260"/>
                  <a:gd name="T15" fmla="*/ 2147483646 h 171"/>
                  <a:gd name="T16" fmla="*/ 2147483646 w 260"/>
                  <a:gd name="T17" fmla="*/ 0 h 171"/>
                  <a:gd name="T18" fmla="*/ 2147483646 w 260"/>
                  <a:gd name="T19" fmla="*/ 2147483646 h 171"/>
                  <a:gd name="T20" fmla="*/ 2147483646 w 260"/>
                  <a:gd name="T21" fmla="*/ 2147483646 h 1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0" h="171">
                    <a:moveTo>
                      <a:pt x="130" y="171"/>
                    </a:moveTo>
                    <a:cubicBezTo>
                      <a:pt x="58" y="171"/>
                      <a:pt x="0" y="127"/>
                      <a:pt x="0" y="74"/>
                    </a:cubicBezTo>
                    <a:cubicBezTo>
                      <a:pt x="0" y="45"/>
                      <a:pt x="17" y="19"/>
                      <a:pt x="46" y="0"/>
                    </a:cubicBezTo>
                    <a:cubicBezTo>
                      <a:pt x="48" y="4"/>
                      <a:pt x="48" y="4"/>
                      <a:pt x="48" y="4"/>
                    </a:cubicBezTo>
                    <a:cubicBezTo>
                      <a:pt x="20" y="21"/>
                      <a:pt x="4" y="47"/>
                      <a:pt x="4" y="74"/>
                    </a:cubicBezTo>
                    <a:cubicBezTo>
                      <a:pt x="4" y="125"/>
                      <a:pt x="61" y="167"/>
                      <a:pt x="130" y="167"/>
                    </a:cubicBezTo>
                    <a:cubicBezTo>
                      <a:pt x="200" y="167"/>
                      <a:pt x="256" y="125"/>
                      <a:pt x="256" y="74"/>
                    </a:cubicBezTo>
                    <a:cubicBezTo>
                      <a:pt x="256" y="47"/>
                      <a:pt x="240" y="21"/>
                      <a:pt x="213" y="4"/>
                    </a:cubicBezTo>
                    <a:cubicBezTo>
                      <a:pt x="215" y="0"/>
                      <a:pt x="215" y="0"/>
                      <a:pt x="215" y="0"/>
                    </a:cubicBezTo>
                    <a:cubicBezTo>
                      <a:pt x="244" y="19"/>
                      <a:pt x="260" y="45"/>
                      <a:pt x="260" y="74"/>
                    </a:cubicBezTo>
                    <a:cubicBezTo>
                      <a:pt x="260" y="127"/>
                      <a:pt x="202" y="171"/>
                      <a:pt x="130" y="17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5" name="Freeform 214"/>
              <p:cNvSpPr>
                <a:spLocks noEditPoints="1"/>
              </p:cNvSpPr>
              <p:nvPr/>
            </p:nvSpPr>
            <p:spPr bwMode="auto">
              <a:xfrm>
                <a:off x="8926514" y="2417764"/>
                <a:ext cx="131763" cy="130175"/>
              </a:xfrm>
              <a:custGeom>
                <a:avLst/>
                <a:gdLst>
                  <a:gd name="T0" fmla="*/ 2147483646 w 85"/>
                  <a:gd name="T1" fmla="*/ 2147483646 h 84"/>
                  <a:gd name="T2" fmla="*/ 0 w 85"/>
                  <a:gd name="T3" fmla="*/ 2147483646 h 84"/>
                  <a:gd name="T4" fmla="*/ 2147483646 w 85"/>
                  <a:gd name="T5" fmla="*/ 0 h 84"/>
                  <a:gd name="T6" fmla="*/ 2147483646 w 85"/>
                  <a:gd name="T7" fmla="*/ 2147483646 h 84"/>
                  <a:gd name="T8" fmla="*/ 2147483646 w 85"/>
                  <a:gd name="T9" fmla="*/ 2147483646 h 84"/>
                  <a:gd name="T10" fmla="*/ 2147483646 w 85"/>
                  <a:gd name="T11" fmla="*/ 2147483646 h 84"/>
                  <a:gd name="T12" fmla="*/ 2147483646 w 85"/>
                  <a:gd name="T13" fmla="*/ 2147483646 h 84"/>
                  <a:gd name="T14" fmla="*/ 2147483646 w 85"/>
                  <a:gd name="T15" fmla="*/ 2147483646 h 84"/>
                  <a:gd name="T16" fmla="*/ 2147483646 w 85"/>
                  <a:gd name="T17" fmla="*/ 2147483646 h 84"/>
                  <a:gd name="T18" fmla="*/ 2147483646 w 85"/>
                  <a:gd name="T19" fmla="*/ 2147483646 h 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5" h="84">
                    <a:moveTo>
                      <a:pt x="42" y="84"/>
                    </a:moveTo>
                    <a:cubicBezTo>
                      <a:pt x="19" y="84"/>
                      <a:pt x="0" y="65"/>
                      <a:pt x="0" y="42"/>
                    </a:cubicBezTo>
                    <a:cubicBezTo>
                      <a:pt x="0" y="19"/>
                      <a:pt x="19" y="0"/>
                      <a:pt x="42" y="0"/>
                    </a:cubicBezTo>
                    <a:cubicBezTo>
                      <a:pt x="66" y="0"/>
                      <a:pt x="85" y="19"/>
                      <a:pt x="85" y="42"/>
                    </a:cubicBezTo>
                    <a:cubicBezTo>
                      <a:pt x="85" y="65"/>
                      <a:pt x="66" y="84"/>
                      <a:pt x="42" y="84"/>
                    </a:cubicBezTo>
                    <a:close/>
                    <a:moveTo>
                      <a:pt x="42" y="4"/>
                    </a:moveTo>
                    <a:cubicBezTo>
                      <a:pt x="21" y="4"/>
                      <a:pt x="4" y="21"/>
                      <a:pt x="4" y="42"/>
                    </a:cubicBezTo>
                    <a:cubicBezTo>
                      <a:pt x="4" y="63"/>
                      <a:pt x="21" y="80"/>
                      <a:pt x="42" y="80"/>
                    </a:cubicBezTo>
                    <a:cubicBezTo>
                      <a:pt x="64" y="80"/>
                      <a:pt x="81" y="63"/>
                      <a:pt x="81" y="42"/>
                    </a:cubicBezTo>
                    <a:cubicBezTo>
                      <a:pt x="81" y="21"/>
                      <a:pt x="64" y="4"/>
                      <a:pt x="42"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6" name="Oval 215"/>
              <p:cNvSpPr>
                <a:spLocks noChangeArrowheads="1"/>
              </p:cNvSpPr>
              <p:nvPr/>
            </p:nvSpPr>
            <p:spPr bwMode="auto">
              <a:xfrm>
                <a:off x="8977314" y="2371726"/>
                <a:ext cx="30163" cy="301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7" name="Freeform 216"/>
              <p:cNvSpPr>
                <a:spLocks noEditPoints="1"/>
              </p:cNvSpPr>
              <p:nvPr/>
            </p:nvSpPr>
            <p:spPr bwMode="auto">
              <a:xfrm>
                <a:off x="8950326" y="2439989"/>
                <a:ext cx="84138" cy="84138"/>
              </a:xfrm>
              <a:custGeom>
                <a:avLst/>
                <a:gdLst>
                  <a:gd name="T0" fmla="*/ 2147483646 w 55"/>
                  <a:gd name="T1" fmla="*/ 2147483646 h 54"/>
                  <a:gd name="T2" fmla="*/ 0 w 55"/>
                  <a:gd name="T3" fmla="*/ 2147483646 h 54"/>
                  <a:gd name="T4" fmla="*/ 2147483646 w 55"/>
                  <a:gd name="T5" fmla="*/ 0 h 54"/>
                  <a:gd name="T6" fmla="*/ 2147483646 w 55"/>
                  <a:gd name="T7" fmla="*/ 2147483646 h 54"/>
                  <a:gd name="T8" fmla="*/ 2147483646 w 55"/>
                  <a:gd name="T9" fmla="*/ 2147483646 h 54"/>
                  <a:gd name="T10" fmla="*/ 2147483646 w 55"/>
                  <a:gd name="T11" fmla="*/ 2147483646 h 54"/>
                  <a:gd name="T12" fmla="*/ 2147483646 w 55"/>
                  <a:gd name="T13" fmla="*/ 2147483646 h 54"/>
                  <a:gd name="T14" fmla="*/ 2147483646 w 55"/>
                  <a:gd name="T15" fmla="*/ 2147483646 h 54"/>
                  <a:gd name="T16" fmla="*/ 2147483646 w 55"/>
                  <a:gd name="T17" fmla="*/ 2147483646 h 54"/>
                  <a:gd name="T18" fmla="*/ 2147483646 w 55"/>
                  <a:gd name="T19" fmla="*/ 2147483646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5" h="54">
                    <a:moveTo>
                      <a:pt x="27" y="54"/>
                    </a:moveTo>
                    <a:cubicBezTo>
                      <a:pt x="12" y="54"/>
                      <a:pt x="0" y="42"/>
                      <a:pt x="0" y="27"/>
                    </a:cubicBezTo>
                    <a:cubicBezTo>
                      <a:pt x="0" y="12"/>
                      <a:pt x="12" y="0"/>
                      <a:pt x="27" y="0"/>
                    </a:cubicBezTo>
                    <a:cubicBezTo>
                      <a:pt x="42" y="0"/>
                      <a:pt x="55" y="12"/>
                      <a:pt x="55" y="27"/>
                    </a:cubicBezTo>
                    <a:cubicBezTo>
                      <a:pt x="55" y="42"/>
                      <a:pt x="42" y="54"/>
                      <a:pt x="27" y="54"/>
                    </a:cubicBezTo>
                    <a:close/>
                    <a:moveTo>
                      <a:pt x="27" y="8"/>
                    </a:moveTo>
                    <a:cubicBezTo>
                      <a:pt x="17" y="8"/>
                      <a:pt x="8" y="16"/>
                      <a:pt x="8" y="27"/>
                    </a:cubicBezTo>
                    <a:cubicBezTo>
                      <a:pt x="8" y="38"/>
                      <a:pt x="17" y="46"/>
                      <a:pt x="27" y="46"/>
                    </a:cubicBezTo>
                    <a:cubicBezTo>
                      <a:pt x="38" y="46"/>
                      <a:pt x="47" y="38"/>
                      <a:pt x="47" y="27"/>
                    </a:cubicBezTo>
                    <a:cubicBezTo>
                      <a:pt x="47" y="16"/>
                      <a:pt x="38" y="8"/>
                      <a:pt x="27"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8" name="Oval 217"/>
              <p:cNvSpPr>
                <a:spLocks noChangeArrowheads="1"/>
              </p:cNvSpPr>
              <p:nvPr/>
            </p:nvSpPr>
            <p:spPr bwMode="auto">
              <a:xfrm>
                <a:off x="9037639" y="3033714"/>
                <a:ext cx="44450"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9" name="Oval 218"/>
              <p:cNvSpPr>
                <a:spLocks noChangeArrowheads="1"/>
              </p:cNvSpPr>
              <p:nvPr/>
            </p:nvSpPr>
            <p:spPr bwMode="auto">
              <a:xfrm>
                <a:off x="9109076" y="3033714"/>
                <a:ext cx="46038"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540" name="组合 29"/>
            <p:cNvGrpSpPr/>
            <p:nvPr/>
          </p:nvGrpSpPr>
          <p:grpSpPr bwMode="auto">
            <a:xfrm>
              <a:off x="8702779" y="1578956"/>
              <a:ext cx="556715" cy="596575"/>
              <a:chOff x="2306638" y="1001713"/>
              <a:chExt cx="665163" cy="712788"/>
            </a:xfrm>
            <a:grpFill/>
          </p:grpSpPr>
          <p:sp>
            <p:nvSpPr>
              <p:cNvPr id="541" name="Freeform 821"/>
              <p:cNvSpPr>
                <a:spLocks noEditPoints="1"/>
              </p:cNvSpPr>
              <p:nvPr/>
            </p:nvSpPr>
            <p:spPr bwMode="auto">
              <a:xfrm>
                <a:off x="2654301" y="1001713"/>
                <a:ext cx="317500" cy="285750"/>
              </a:xfrm>
              <a:custGeom>
                <a:avLst/>
                <a:gdLst>
                  <a:gd name="T0" fmla="*/ 2147483646 w 205"/>
                  <a:gd name="T1" fmla="*/ 2147483646 h 184"/>
                  <a:gd name="T2" fmla="*/ 0 w 205"/>
                  <a:gd name="T3" fmla="*/ 2147483646 h 184"/>
                  <a:gd name="T4" fmla="*/ 2147483646 w 205"/>
                  <a:gd name="T5" fmla="*/ 0 h 184"/>
                  <a:gd name="T6" fmla="*/ 2147483646 w 205"/>
                  <a:gd name="T7" fmla="*/ 2147483646 h 184"/>
                  <a:gd name="T8" fmla="*/ 2147483646 w 205"/>
                  <a:gd name="T9" fmla="*/ 2147483646 h 184"/>
                  <a:gd name="T10" fmla="*/ 2147483646 w 205"/>
                  <a:gd name="T11" fmla="*/ 2147483646 h 184"/>
                  <a:gd name="T12" fmla="*/ 2147483646 w 205"/>
                  <a:gd name="T13" fmla="*/ 2147483646 h 184"/>
                  <a:gd name="T14" fmla="*/ 2147483646 w 205"/>
                  <a:gd name="T15" fmla="*/ 2147483646 h 184"/>
                  <a:gd name="T16" fmla="*/ 2147483646 w 205"/>
                  <a:gd name="T17" fmla="*/ 2147483646 h 184"/>
                  <a:gd name="T18" fmla="*/ 2147483646 w 205"/>
                  <a:gd name="T19" fmla="*/ 2147483646 h 184"/>
                  <a:gd name="T20" fmla="*/ 2147483646 w 205"/>
                  <a:gd name="T21" fmla="*/ 2147483646 h 184"/>
                  <a:gd name="T22" fmla="*/ 2147483646 w 205"/>
                  <a:gd name="T23" fmla="*/ 2147483646 h 184"/>
                  <a:gd name="T24" fmla="*/ 2147483646 w 205"/>
                  <a:gd name="T25" fmla="*/ 2147483646 h 184"/>
                  <a:gd name="T26" fmla="*/ 2147483646 w 205"/>
                  <a:gd name="T27" fmla="*/ 2147483646 h 1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184">
                    <a:moveTo>
                      <a:pt x="90" y="184"/>
                    </a:moveTo>
                    <a:cubicBezTo>
                      <a:pt x="40" y="184"/>
                      <a:pt x="0" y="143"/>
                      <a:pt x="0" y="92"/>
                    </a:cubicBezTo>
                    <a:cubicBezTo>
                      <a:pt x="0" y="41"/>
                      <a:pt x="40" y="0"/>
                      <a:pt x="90" y="0"/>
                    </a:cubicBezTo>
                    <a:cubicBezTo>
                      <a:pt x="127" y="0"/>
                      <a:pt x="178" y="21"/>
                      <a:pt x="198" y="57"/>
                    </a:cubicBezTo>
                    <a:cubicBezTo>
                      <a:pt x="203" y="65"/>
                      <a:pt x="205" y="75"/>
                      <a:pt x="205" y="88"/>
                    </a:cubicBezTo>
                    <a:cubicBezTo>
                      <a:pt x="205" y="98"/>
                      <a:pt x="203" y="113"/>
                      <a:pt x="197" y="124"/>
                    </a:cubicBezTo>
                    <a:cubicBezTo>
                      <a:pt x="178" y="156"/>
                      <a:pt x="127" y="184"/>
                      <a:pt x="90" y="184"/>
                    </a:cubicBezTo>
                    <a:close/>
                    <a:moveTo>
                      <a:pt x="90" y="8"/>
                    </a:moveTo>
                    <a:cubicBezTo>
                      <a:pt x="45" y="8"/>
                      <a:pt x="8" y="45"/>
                      <a:pt x="8" y="92"/>
                    </a:cubicBezTo>
                    <a:cubicBezTo>
                      <a:pt x="8" y="138"/>
                      <a:pt x="45" y="176"/>
                      <a:pt x="90" y="176"/>
                    </a:cubicBezTo>
                    <a:cubicBezTo>
                      <a:pt x="125" y="176"/>
                      <a:pt x="172" y="150"/>
                      <a:pt x="190" y="120"/>
                    </a:cubicBezTo>
                    <a:cubicBezTo>
                      <a:pt x="196" y="110"/>
                      <a:pt x="197" y="95"/>
                      <a:pt x="197" y="88"/>
                    </a:cubicBezTo>
                    <a:cubicBezTo>
                      <a:pt x="197" y="76"/>
                      <a:pt x="195" y="68"/>
                      <a:pt x="191" y="61"/>
                    </a:cubicBezTo>
                    <a:cubicBezTo>
                      <a:pt x="173" y="28"/>
                      <a:pt x="124" y="8"/>
                      <a:pt x="90"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2" name="Freeform 822"/>
              <p:cNvSpPr>
                <a:spLocks noEditPoints="1"/>
              </p:cNvSpPr>
              <p:nvPr/>
            </p:nvSpPr>
            <p:spPr bwMode="auto">
              <a:xfrm>
                <a:off x="2714626" y="1106488"/>
                <a:ext cx="58738" cy="60325"/>
              </a:xfrm>
              <a:custGeom>
                <a:avLst/>
                <a:gdLst>
                  <a:gd name="T0" fmla="*/ 2147483646 w 38"/>
                  <a:gd name="T1" fmla="*/ 2147483646 h 39"/>
                  <a:gd name="T2" fmla="*/ 0 w 38"/>
                  <a:gd name="T3" fmla="*/ 2147483646 h 39"/>
                  <a:gd name="T4" fmla="*/ 2147483646 w 38"/>
                  <a:gd name="T5" fmla="*/ 0 h 39"/>
                  <a:gd name="T6" fmla="*/ 2147483646 w 38"/>
                  <a:gd name="T7" fmla="*/ 2147483646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2147483646 w 38"/>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39">
                    <a:moveTo>
                      <a:pt x="19" y="39"/>
                    </a:moveTo>
                    <a:cubicBezTo>
                      <a:pt x="9" y="39"/>
                      <a:pt x="0" y="30"/>
                      <a:pt x="0" y="19"/>
                    </a:cubicBezTo>
                    <a:cubicBezTo>
                      <a:pt x="0" y="9"/>
                      <a:pt x="9" y="0"/>
                      <a:pt x="19" y="0"/>
                    </a:cubicBezTo>
                    <a:cubicBezTo>
                      <a:pt x="30" y="0"/>
                      <a:pt x="38" y="9"/>
                      <a:pt x="38" y="19"/>
                    </a:cubicBezTo>
                    <a:cubicBezTo>
                      <a:pt x="38" y="30"/>
                      <a:pt x="30" y="39"/>
                      <a:pt x="19" y="39"/>
                    </a:cubicBezTo>
                    <a:close/>
                    <a:moveTo>
                      <a:pt x="19" y="4"/>
                    </a:moveTo>
                    <a:cubicBezTo>
                      <a:pt x="11" y="4"/>
                      <a:pt x="4" y="11"/>
                      <a:pt x="4" y="19"/>
                    </a:cubicBezTo>
                    <a:cubicBezTo>
                      <a:pt x="4" y="28"/>
                      <a:pt x="11" y="35"/>
                      <a:pt x="19" y="35"/>
                    </a:cubicBezTo>
                    <a:cubicBezTo>
                      <a:pt x="28" y="35"/>
                      <a:pt x="34" y="28"/>
                      <a:pt x="34" y="19"/>
                    </a:cubicBezTo>
                    <a:cubicBezTo>
                      <a:pt x="34" y="11"/>
                      <a:pt x="28" y="4"/>
                      <a:pt x="19"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3" name="Freeform 823"/>
              <p:cNvSpPr>
                <a:spLocks noEditPoints="1"/>
              </p:cNvSpPr>
              <p:nvPr/>
            </p:nvSpPr>
            <p:spPr bwMode="auto">
              <a:xfrm>
                <a:off x="2803526" y="1106488"/>
                <a:ext cx="58738" cy="60325"/>
              </a:xfrm>
              <a:custGeom>
                <a:avLst/>
                <a:gdLst>
                  <a:gd name="T0" fmla="*/ 2147483646 w 38"/>
                  <a:gd name="T1" fmla="*/ 2147483646 h 39"/>
                  <a:gd name="T2" fmla="*/ 0 w 38"/>
                  <a:gd name="T3" fmla="*/ 2147483646 h 39"/>
                  <a:gd name="T4" fmla="*/ 2147483646 w 38"/>
                  <a:gd name="T5" fmla="*/ 0 h 39"/>
                  <a:gd name="T6" fmla="*/ 2147483646 w 38"/>
                  <a:gd name="T7" fmla="*/ 2147483646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2147483646 w 38"/>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39">
                    <a:moveTo>
                      <a:pt x="19" y="39"/>
                    </a:moveTo>
                    <a:cubicBezTo>
                      <a:pt x="8" y="39"/>
                      <a:pt x="0" y="30"/>
                      <a:pt x="0" y="19"/>
                    </a:cubicBezTo>
                    <a:cubicBezTo>
                      <a:pt x="0" y="9"/>
                      <a:pt x="8" y="0"/>
                      <a:pt x="19" y="0"/>
                    </a:cubicBezTo>
                    <a:cubicBezTo>
                      <a:pt x="30" y="0"/>
                      <a:pt x="38" y="9"/>
                      <a:pt x="38" y="19"/>
                    </a:cubicBezTo>
                    <a:cubicBezTo>
                      <a:pt x="38" y="30"/>
                      <a:pt x="30" y="39"/>
                      <a:pt x="19" y="39"/>
                    </a:cubicBezTo>
                    <a:close/>
                    <a:moveTo>
                      <a:pt x="19" y="4"/>
                    </a:moveTo>
                    <a:cubicBezTo>
                      <a:pt x="11" y="4"/>
                      <a:pt x="4" y="11"/>
                      <a:pt x="4" y="19"/>
                    </a:cubicBezTo>
                    <a:cubicBezTo>
                      <a:pt x="4" y="28"/>
                      <a:pt x="11" y="35"/>
                      <a:pt x="19" y="35"/>
                    </a:cubicBezTo>
                    <a:cubicBezTo>
                      <a:pt x="27" y="35"/>
                      <a:pt x="34" y="28"/>
                      <a:pt x="34" y="19"/>
                    </a:cubicBezTo>
                    <a:cubicBezTo>
                      <a:pt x="34" y="11"/>
                      <a:pt x="27" y="4"/>
                      <a:pt x="19"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4" name="Freeform 824"/>
              <p:cNvSpPr>
                <a:spLocks noEditPoints="1"/>
              </p:cNvSpPr>
              <p:nvPr/>
            </p:nvSpPr>
            <p:spPr bwMode="auto">
              <a:xfrm>
                <a:off x="2894013" y="1066801"/>
                <a:ext cx="76200" cy="147638"/>
              </a:xfrm>
              <a:custGeom>
                <a:avLst/>
                <a:gdLst>
                  <a:gd name="T0" fmla="*/ 2147483646 w 49"/>
                  <a:gd name="T1" fmla="*/ 2147483646 h 95"/>
                  <a:gd name="T2" fmla="*/ 0 w 49"/>
                  <a:gd name="T3" fmla="*/ 2147483646 h 95"/>
                  <a:gd name="T4" fmla="*/ 2147483646 w 49"/>
                  <a:gd name="T5" fmla="*/ 0 h 95"/>
                  <a:gd name="T6" fmla="*/ 2147483646 w 49"/>
                  <a:gd name="T7" fmla="*/ 2147483646 h 95"/>
                  <a:gd name="T8" fmla="*/ 2147483646 w 49"/>
                  <a:gd name="T9" fmla="*/ 2147483646 h 95"/>
                  <a:gd name="T10" fmla="*/ 2147483646 w 49"/>
                  <a:gd name="T11" fmla="*/ 2147483646 h 95"/>
                  <a:gd name="T12" fmla="*/ 2147483646 w 49"/>
                  <a:gd name="T13" fmla="*/ 2147483646 h 95"/>
                  <a:gd name="T14" fmla="*/ 2147483646 w 49"/>
                  <a:gd name="T15" fmla="*/ 2147483646 h 95"/>
                  <a:gd name="T16" fmla="*/ 2147483646 w 49"/>
                  <a:gd name="T17" fmla="*/ 2147483646 h 95"/>
                  <a:gd name="T18" fmla="*/ 2147483646 w 49"/>
                  <a:gd name="T19" fmla="*/ 2147483646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 h="95">
                    <a:moveTo>
                      <a:pt x="24" y="95"/>
                    </a:moveTo>
                    <a:cubicBezTo>
                      <a:pt x="10" y="95"/>
                      <a:pt x="0" y="75"/>
                      <a:pt x="0" y="48"/>
                    </a:cubicBezTo>
                    <a:cubicBezTo>
                      <a:pt x="0" y="20"/>
                      <a:pt x="10" y="0"/>
                      <a:pt x="24" y="0"/>
                    </a:cubicBezTo>
                    <a:cubicBezTo>
                      <a:pt x="38" y="0"/>
                      <a:pt x="49" y="20"/>
                      <a:pt x="49" y="48"/>
                    </a:cubicBezTo>
                    <a:cubicBezTo>
                      <a:pt x="49" y="75"/>
                      <a:pt x="38" y="95"/>
                      <a:pt x="24" y="95"/>
                    </a:cubicBezTo>
                    <a:close/>
                    <a:moveTo>
                      <a:pt x="24" y="8"/>
                    </a:moveTo>
                    <a:cubicBezTo>
                      <a:pt x="16" y="8"/>
                      <a:pt x="8" y="24"/>
                      <a:pt x="8" y="48"/>
                    </a:cubicBezTo>
                    <a:cubicBezTo>
                      <a:pt x="8" y="71"/>
                      <a:pt x="16" y="87"/>
                      <a:pt x="24" y="87"/>
                    </a:cubicBezTo>
                    <a:cubicBezTo>
                      <a:pt x="32" y="87"/>
                      <a:pt x="41" y="71"/>
                      <a:pt x="41" y="48"/>
                    </a:cubicBezTo>
                    <a:cubicBezTo>
                      <a:pt x="41" y="24"/>
                      <a:pt x="32" y="8"/>
                      <a:pt x="24"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5" name="Freeform 825"/>
              <p:cNvSpPr>
                <a:spLocks noEditPoints="1"/>
              </p:cNvSpPr>
              <p:nvPr/>
            </p:nvSpPr>
            <p:spPr bwMode="auto">
              <a:xfrm>
                <a:off x="2897188" y="1092201"/>
                <a:ext cx="49213" cy="98425"/>
              </a:xfrm>
              <a:custGeom>
                <a:avLst/>
                <a:gdLst>
                  <a:gd name="T0" fmla="*/ 2147483646 w 32"/>
                  <a:gd name="T1" fmla="*/ 2147483646 h 63"/>
                  <a:gd name="T2" fmla="*/ 0 w 32"/>
                  <a:gd name="T3" fmla="*/ 2147483646 h 63"/>
                  <a:gd name="T4" fmla="*/ 2147483646 w 32"/>
                  <a:gd name="T5" fmla="*/ 0 h 63"/>
                  <a:gd name="T6" fmla="*/ 2147483646 w 32"/>
                  <a:gd name="T7" fmla="*/ 2147483646 h 63"/>
                  <a:gd name="T8" fmla="*/ 2147483646 w 32"/>
                  <a:gd name="T9" fmla="*/ 2147483646 h 63"/>
                  <a:gd name="T10" fmla="*/ 2147483646 w 32"/>
                  <a:gd name="T11" fmla="*/ 2147483646 h 63"/>
                  <a:gd name="T12" fmla="*/ 2147483646 w 32"/>
                  <a:gd name="T13" fmla="*/ 2147483646 h 63"/>
                  <a:gd name="T14" fmla="*/ 2147483646 w 32"/>
                  <a:gd name="T15" fmla="*/ 2147483646 h 63"/>
                  <a:gd name="T16" fmla="*/ 2147483646 w 32"/>
                  <a:gd name="T17" fmla="*/ 2147483646 h 63"/>
                  <a:gd name="T18" fmla="*/ 2147483646 w 32"/>
                  <a:gd name="T19" fmla="*/ 2147483646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 h="63">
                    <a:moveTo>
                      <a:pt x="16" y="63"/>
                    </a:moveTo>
                    <a:cubicBezTo>
                      <a:pt x="7" y="63"/>
                      <a:pt x="0" y="49"/>
                      <a:pt x="0" y="32"/>
                    </a:cubicBezTo>
                    <a:cubicBezTo>
                      <a:pt x="0" y="14"/>
                      <a:pt x="7" y="0"/>
                      <a:pt x="16" y="0"/>
                    </a:cubicBezTo>
                    <a:cubicBezTo>
                      <a:pt x="25" y="0"/>
                      <a:pt x="32" y="14"/>
                      <a:pt x="32" y="32"/>
                    </a:cubicBezTo>
                    <a:cubicBezTo>
                      <a:pt x="32" y="49"/>
                      <a:pt x="25" y="63"/>
                      <a:pt x="16" y="63"/>
                    </a:cubicBezTo>
                    <a:close/>
                    <a:moveTo>
                      <a:pt x="16" y="4"/>
                    </a:moveTo>
                    <a:cubicBezTo>
                      <a:pt x="10" y="4"/>
                      <a:pt x="4" y="15"/>
                      <a:pt x="4" y="32"/>
                    </a:cubicBezTo>
                    <a:cubicBezTo>
                      <a:pt x="4" y="48"/>
                      <a:pt x="10" y="59"/>
                      <a:pt x="16" y="59"/>
                    </a:cubicBezTo>
                    <a:cubicBezTo>
                      <a:pt x="22" y="59"/>
                      <a:pt x="28" y="48"/>
                      <a:pt x="28" y="32"/>
                    </a:cubicBezTo>
                    <a:cubicBezTo>
                      <a:pt x="28" y="15"/>
                      <a:pt x="22" y="4"/>
                      <a:pt x="16"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6" name="Freeform 826"/>
              <p:cNvSpPr/>
              <p:nvPr/>
            </p:nvSpPr>
            <p:spPr bwMode="auto">
              <a:xfrm>
                <a:off x="2725738" y="1274763"/>
                <a:ext cx="112713" cy="439738"/>
              </a:xfrm>
              <a:custGeom>
                <a:avLst/>
                <a:gdLst>
                  <a:gd name="T0" fmla="*/ 2147483646 w 73"/>
                  <a:gd name="T1" fmla="*/ 2147483646 h 283"/>
                  <a:gd name="T2" fmla="*/ 0 w 73"/>
                  <a:gd name="T3" fmla="*/ 2147483646 h 283"/>
                  <a:gd name="T4" fmla="*/ 0 w 73"/>
                  <a:gd name="T5" fmla="*/ 2147483646 h 283"/>
                  <a:gd name="T6" fmla="*/ 2147483646 w 73"/>
                  <a:gd name="T7" fmla="*/ 2147483646 h 283"/>
                  <a:gd name="T8" fmla="*/ 2147483646 w 73"/>
                  <a:gd name="T9" fmla="*/ 2147483646 h 283"/>
                  <a:gd name="T10" fmla="*/ 2147483646 w 73"/>
                  <a:gd name="T11" fmla="*/ 2147483646 h 283"/>
                  <a:gd name="T12" fmla="*/ 2147483646 w 73"/>
                  <a:gd name="T13" fmla="*/ 2147483646 h 283"/>
                  <a:gd name="T14" fmla="*/ 2147483646 w 73"/>
                  <a:gd name="T15" fmla="*/ 0 h 283"/>
                  <a:gd name="T16" fmla="*/ 2147483646 w 73"/>
                  <a:gd name="T17" fmla="*/ 0 h 283"/>
                  <a:gd name="T18" fmla="*/ 2147483646 w 73"/>
                  <a:gd name="T19" fmla="*/ 2147483646 h 283"/>
                  <a:gd name="T20" fmla="*/ 2147483646 w 73"/>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3" h="283">
                    <a:moveTo>
                      <a:pt x="37" y="283"/>
                    </a:moveTo>
                    <a:cubicBezTo>
                      <a:pt x="16" y="283"/>
                      <a:pt x="0" y="266"/>
                      <a:pt x="0" y="246"/>
                    </a:cubicBezTo>
                    <a:cubicBezTo>
                      <a:pt x="0" y="26"/>
                      <a:pt x="0" y="26"/>
                      <a:pt x="0" y="26"/>
                    </a:cubicBezTo>
                    <a:cubicBezTo>
                      <a:pt x="8" y="26"/>
                      <a:pt x="8" y="26"/>
                      <a:pt x="8" y="26"/>
                    </a:cubicBezTo>
                    <a:cubicBezTo>
                      <a:pt x="8" y="246"/>
                      <a:pt x="8" y="246"/>
                      <a:pt x="8" y="246"/>
                    </a:cubicBezTo>
                    <a:cubicBezTo>
                      <a:pt x="8" y="262"/>
                      <a:pt x="21" y="275"/>
                      <a:pt x="37" y="275"/>
                    </a:cubicBezTo>
                    <a:cubicBezTo>
                      <a:pt x="52" y="275"/>
                      <a:pt x="65" y="262"/>
                      <a:pt x="65" y="246"/>
                    </a:cubicBezTo>
                    <a:cubicBezTo>
                      <a:pt x="65" y="0"/>
                      <a:pt x="65" y="0"/>
                      <a:pt x="65" y="0"/>
                    </a:cubicBezTo>
                    <a:cubicBezTo>
                      <a:pt x="73" y="0"/>
                      <a:pt x="73" y="0"/>
                      <a:pt x="73" y="0"/>
                    </a:cubicBezTo>
                    <a:cubicBezTo>
                      <a:pt x="73" y="246"/>
                      <a:pt x="73" y="246"/>
                      <a:pt x="73" y="246"/>
                    </a:cubicBezTo>
                    <a:cubicBezTo>
                      <a:pt x="73" y="266"/>
                      <a:pt x="57" y="283"/>
                      <a:pt x="37" y="28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7" name="Rectangle 827"/>
              <p:cNvSpPr>
                <a:spLocks noChangeArrowheads="1"/>
              </p:cNvSpPr>
              <p:nvPr/>
            </p:nvSpPr>
            <p:spPr bwMode="auto">
              <a:xfrm>
                <a:off x="2732088" y="1654176"/>
                <a:ext cx="100013" cy="6350"/>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8" name="Freeform 828"/>
              <p:cNvSpPr>
                <a:spLocks noEditPoints="1"/>
              </p:cNvSpPr>
              <p:nvPr/>
            </p:nvSpPr>
            <p:spPr bwMode="auto">
              <a:xfrm>
                <a:off x="2306638" y="1001713"/>
                <a:ext cx="317500" cy="285750"/>
              </a:xfrm>
              <a:custGeom>
                <a:avLst/>
                <a:gdLst>
                  <a:gd name="T0" fmla="*/ 2147483646 w 205"/>
                  <a:gd name="T1" fmla="*/ 2147483646 h 184"/>
                  <a:gd name="T2" fmla="*/ 2147483646 w 205"/>
                  <a:gd name="T3" fmla="*/ 2147483646 h 184"/>
                  <a:gd name="T4" fmla="*/ 0 w 205"/>
                  <a:gd name="T5" fmla="*/ 2147483646 h 184"/>
                  <a:gd name="T6" fmla="*/ 2147483646 w 205"/>
                  <a:gd name="T7" fmla="*/ 2147483646 h 184"/>
                  <a:gd name="T8" fmla="*/ 2147483646 w 205"/>
                  <a:gd name="T9" fmla="*/ 0 h 184"/>
                  <a:gd name="T10" fmla="*/ 2147483646 w 205"/>
                  <a:gd name="T11" fmla="*/ 2147483646 h 184"/>
                  <a:gd name="T12" fmla="*/ 2147483646 w 205"/>
                  <a:gd name="T13" fmla="*/ 2147483646 h 184"/>
                  <a:gd name="T14" fmla="*/ 2147483646 w 205"/>
                  <a:gd name="T15" fmla="*/ 2147483646 h 184"/>
                  <a:gd name="T16" fmla="*/ 2147483646 w 205"/>
                  <a:gd name="T17" fmla="*/ 2147483646 h 184"/>
                  <a:gd name="T18" fmla="*/ 2147483646 w 205"/>
                  <a:gd name="T19" fmla="*/ 2147483646 h 184"/>
                  <a:gd name="T20" fmla="*/ 2147483646 w 205"/>
                  <a:gd name="T21" fmla="*/ 2147483646 h 184"/>
                  <a:gd name="T22" fmla="*/ 2147483646 w 205"/>
                  <a:gd name="T23" fmla="*/ 2147483646 h 184"/>
                  <a:gd name="T24" fmla="*/ 2147483646 w 205"/>
                  <a:gd name="T25" fmla="*/ 2147483646 h 184"/>
                  <a:gd name="T26" fmla="*/ 2147483646 w 205"/>
                  <a:gd name="T27" fmla="*/ 2147483646 h 1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184">
                    <a:moveTo>
                      <a:pt x="115" y="184"/>
                    </a:moveTo>
                    <a:cubicBezTo>
                      <a:pt x="77" y="184"/>
                      <a:pt x="27" y="156"/>
                      <a:pt x="8" y="124"/>
                    </a:cubicBezTo>
                    <a:cubicBezTo>
                      <a:pt x="1" y="113"/>
                      <a:pt x="0" y="98"/>
                      <a:pt x="0" y="88"/>
                    </a:cubicBezTo>
                    <a:cubicBezTo>
                      <a:pt x="0" y="75"/>
                      <a:pt x="2" y="65"/>
                      <a:pt x="7" y="57"/>
                    </a:cubicBezTo>
                    <a:cubicBezTo>
                      <a:pt x="27" y="21"/>
                      <a:pt x="77" y="0"/>
                      <a:pt x="115" y="0"/>
                    </a:cubicBezTo>
                    <a:cubicBezTo>
                      <a:pt x="164" y="0"/>
                      <a:pt x="205" y="41"/>
                      <a:pt x="205" y="92"/>
                    </a:cubicBezTo>
                    <a:cubicBezTo>
                      <a:pt x="205" y="143"/>
                      <a:pt x="164" y="184"/>
                      <a:pt x="115" y="184"/>
                    </a:cubicBezTo>
                    <a:close/>
                    <a:moveTo>
                      <a:pt x="115" y="8"/>
                    </a:moveTo>
                    <a:cubicBezTo>
                      <a:pt x="80" y="8"/>
                      <a:pt x="32" y="28"/>
                      <a:pt x="14" y="61"/>
                    </a:cubicBezTo>
                    <a:cubicBezTo>
                      <a:pt x="10" y="68"/>
                      <a:pt x="8" y="76"/>
                      <a:pt x="8" y="88"/>
                    </a:cubicBezTo>
                    <a:cubicBezTo>
                      <a:pt x="8" y="95"/>
                      <a:pt x="9" y="110"/>
                      <a:pt x="15" y="120"/>
                    </a:cubicBezTo>
                    <a:cubicBezTo>
                      <a:pt x="33" y="150"/>
                      <a:pt x="80" y="176"/>
                      <a:pt x="115" y="176"/>
                    </a:cubicBezTo>
                    <a:cubicBezTo>
                      <a:pt x="160" y="176"/>
                      <a:pt x="197" y="138"/>
                      <a:pt x="197" y="92"/>
                    </a:cubicBezTo>
                    <a:cubicBezTo>
                      <a:pt x="197" y="45"/>
                      <a:pt x="160" y="8"/>
                      <a:pt x="115"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9" name="Freeform 829"/>
              <p:cNvSpPr>
                <a:spLocks noEditPoints="1"/>
              </p:cNvSpPr>
              <p:nvPr/>
            </p:nvSpPr>
            <p:spPr bwMode="auto">
              <a:xfrm>
                <a:off x="2503488" y="1106488"/>
                <a:ext cx="60325" cy="60325"/>
              </a:xfrm>
              <a:custGeom>
                <a:avLst/>
                <a:gdLst>
                  <a:gd name="T0" fmla="*/ 2147483646 w 39"/>
                  <a:gd name="T1" fmla="*/ 2147483646 h 39"/>
                  <a:gd name="T2" fmla="*/ 0 w 39"/>
                  <a:gd name="T3" fmla="*/ 2147483646 h 39"/>
                  <a:gd name="T4" fmla="*/ 2147483646 w 39"/>
                  <a:gd name="T5" fmla="*/ 0 h 39"/>
                  <a:gd name="T6" fmla="*/ 2147483646 w 39"/>
                  <a:gd name="T7" fmla="*/ 2147483646 h 39"/>
                  <a:gd name="T8" fmla="*/ 2147483646 w 39"/>
                  <a:gd name="T9" fmla="*/ 2147483646 h 39"/>
                  <a:gd name="T10" fmla="*/ 2147483646 w 39"/>
                  <a:gd name="T11" fmla="*/ 2147483646 h 39"/>
                  <a:gd name="T12" fmla="*/ 2147483646 w 39"/>
                  <a:gd name="T13" fmla="*/ 2147483646 h 39"/>
                  <a:gd name="T14" fmla="*/ 2147483646 w 39"/>
                  <a:gd name="T15" fmla="*/ 2147483646 h 39"/>
                  <a:gd name="T16" fmla="*/ 2147483646 w 39"/>
                  <a:gd name="T17" fmla="*/ 2147483646 h 39"/>
                  <a:gd name="T18" fmla="*/ 2147483646 w 39"/>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0" name="Freeform 830"/>
              <p:cNvSpPr>
                <a:spLocks noEditPoints="1"/>
              </p:cNvSpPr>
              <p:nvPr/>
            </p:nvSpPr>
            <p:spPr bwMode="auto">
              <a:xfrm>
                <a:off x="2417763" y="1106488"/>
                <a:ext cx="58738" cy="60325"/>
              </a:xfrm>
              <a:custGeom>
                <a:avLst/>
                <a:gdLst>
                  <a:gd name="T0" fmla="*/ 2147483646 w 38"/>
                  <a:gd name="T1" fmla="*/ 2147483646 h 39"/>
                  <a:gd name="T2" fmla="*/ 0 w 38"/>
                  <a:gd name="T3" fmla="*/ 2147483646 h 39"/>
                  <a:gd name="T4" fmla="*/ 2147483646 w 38"/>
                  <a:gd name="T5" fmla="*/ 0 h 39"/>
                  <a:gd name="T6" fmla="*/ 2147483646 w 38"/>
                  <a:gd name="T7" fmla="*/ 2147483646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2147483646 w 38"/>
                  <a:gd name="T19" fmla="*/ 2147483646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8" h="39">
                    <a:moveTo>
                      <a:pt x="19" y="39"/>
                    </a:moveTo>
                    <a:cubicBezTo>
                      <a:pt x="8" y="39"/>
                      <a:pt x="0" y="30"/>
                      <a:pt x="0" y="19"/>
                    </a:cubicBezTo>
                    <a:cubicBezTo>
                      <a:pt x="0" y="9"/>
                      <a:pt x="8" y="0"/>
                      <a:pt x="19" y="0"/>
                    </a:cubicBezTo>
                    <a:cubicBezTo>
                      <a:pt x="29" y="0"/>
                      <a:pt x="38" y="9"/>
                      <a:pt x="38" y="19"/>
                    </a:cubicBezTo>
                    <a:cubicBezTo>
                      <a:pt x="38" y="30"/>
                      <a:pt x="29" y="39"/>
                      <a:pt x="19" y="39"/>
                    </a:cubicBezTo>
                    <a:close/>
                    <a:moveTo>
                      <a:pt x="19" y="4"/>
                    </a:moveTo>
                    <a:cubicBezTo>
                      <a:pt x="10" y="4"/>
                      <a:pt x="4" y="11"/>
                      <a:pt x="4" y="19"/>
                    </a:cubicBezTo>
                    <a:cubicBezTo>
                      <a:pt x="4" y="28"/>
                      <a:pt x="10" y="35"/>
                      <a:pt x="19" y="35"/>
                    </a:cubicBezTo>
                    <a:cubicBezTo>
                      <a:pt x="27" y="35"/>
                      <a:pt x="34" y="28"/>
                      <a:pt x="34" y="19"/>
                    </a:cubicBezTo>
                    <a:cubicBezTo>
                      <a:pt x="34" y="11"/>
                      <a:pt x="27" y="4"/>
                      <a:pt x="19"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1" name="Freeform 831"/>
              <p:cNvSpPr>
                <a:spLocks noEditPoints="1"/>
              </p:cNvSpPr>
              <p:nvPr/>
            </p:nvSpPr>
            <p:spPr bwMode="auto">
              <a:xfrm>
                <a:off x="2309813" y="1066801"/>
                <a:ext cx="76200" cy="147638"/>
              </a:xfrm>
              <a:custGeom>
                <a:avLst/>
                <a:gdLst>
                  <a:gd name="T0" fmla="*/ 2147483646 w 49"/>
                  <a:gd name="T1" fmla="*/ 2147483646 h 95"/>
                  <a:gd name="T2" fmla="*/ 0 w 49"/>
                  <a:gd name="T3" fmla="*/ 2147483646 h 95"/>
                  <a:gd name="T4" fmla="*/ 2147483646 w 49"/>
                  <a:gd name="T5" fmla="*/ 0 h 95"/>
                  <a:gd name="T6" fmla="*/ 2147483646 w 49"/>
                  <a:gd name="T7" fmla="*/ 2147483646 h 95"/>
                  <a:gd name="T8" fmla="*/ 2147483646 w 49"/>
                  <a:gd name="T9" fmla="*/ 2147483646 h 95"/>
                  <a:gd name="T10" fmla="*/ 2147483646 w 49"/>
                  <a:gd name="T11" fmla="*/ 2147483646 h 95"/>
                  <a:gd name="T12" fmla="*/ 2147483646 w 49"/>
                  <a:gd name="T13" fmla="*/ 2147483646 h 95"/>
                  <a:gd name="T14" fmla="*/ 2147483646 w 49"/>
                  <a:gd name="T15" fmla="*/ 2147483646 h 95"/>
                  <a:gd name="T16" fmla="*/ 2147483646 w 49"/>
                  <a:gd name="T17" fmla="*/ 2147483646 h 95"/>
                  <a:gd name="T18" fmla="*/ 2147483646 w 49"/>
                  <a:gd name="T19" fmla="*/ 2147483646 h 9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9" h="95">
                    <a:moveTo>
                      <a:pt x="25" y="95"/>
                    </a:moveTo>
                    <a:cubicBezTo>
                      <a:pt x="11" y="95"/>
                      <a:pt x="0" y="75"/>
                      <a:pt x="0" y="48"/>
                    </a:cubicBezTo>
                    <a:cubicBezTo>
                      <a:pt x="0" y="20"/>
                      <a:pt x="11" y="0"/>
                      <a:pt x="25" y="0"/>
                    </a:cubicBezTo>
                    <a:cubicBezTo>
                      <a:pt x="38" y="0"/>
                      <a:pt x="49" y="20"/>
                      <a:pt x="49" y="48"/>
                    </a:cubicBezTo>
                    <a:cubicBezTo>
                      <a:pt x="49" y="75"/>
                      <a:pt x="38" y="95"/>
                      <a:pt x="25" y="95"/>
                    </a:cubicBezTo>
                    <a:close/>
                    <a:moveTo>
                      <a:pt x="25" y="8"/>
                    </a:moveTo>
                    <a:cubicBezTo>
                      <a:pt x="17" y="8"/>
                      <a:pt x="8" y="24"/>
                      <a:pt x="8" y="48"/>
                    </a:cubicBezTo>
                    <a:cubicBezTo>
                      <a:pt x="8" y="71"/>
                      <a:pt x="17" y="87"/>
                      <a:pt x="25" y="87"/>
                    </a:cubicBezTo>
                    <a:cubicBezTo>
                      <a:pt x="32" y="87"/>
                      <a:pt x="41" y="71"/>
                      <a:pt x="41" y="48"/>
                    </a:cubicBezTo>
                    <a:cubicBezTo>
                      <a:pt x="41" y="24"/>
                      <a:pt x="32" y="8"/>
                      <a:pt x="25"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2" name="Freeform 832"/>
              <p:cNvSpPr>
                <a:spLocks noEditPoints="1"/>
              </p:cNvSpPr>
              <p:nvPr/>
            </p:nvSpPr>
            <p:spPr bwMode="auto">
              <a:xfrm>
                <a:off x="2333626" y="1092201"/>
                <a:ext cx="49213" cy="98425"/>
              </a:xfrm>
              <a:custGeom>
                <a:avLst/>
                <a:gdLst>
                  <a:gd name="T0" fmla="*/ 2147483646 w 32"/>
                  <a:gd name="T1" fmla="*/ 2147483646 h 63"/>
                  <a:gd name="T2" fmla="*/ 0 w 32"/>
                  <a:gd name="T3" fmla="*/ 2147483646 h 63"/>
                  <a:gd name="T4" fmla="*/ 2147483646 w 32"/>
                  <a:gd name="T5" fmla="*/ 0 h 63"/>
                  <a:gd name="T6" fmla="*/ 2147483646 w 32"/>
                  <a:gd name="T7" fmla="*/ 2147483646 h 63"/>
                  <a:gd name="T8" fmla="*/ 2147483646 w 32"/>
                  <a:gd name="T9" fmla="*/ 2147483646 h 63"/>
                  <a:gd name="T10" fmla="*/ 2147483646 w 32"/>
                  <a:gd name="T11" fmla="*/ 2147483646 h 63"/>
                  <a:gd name="T12" fmla="*/ 2147483646 w 32"/>
                  <a:gd name="T13" fmla="*/ 2147483646 h 63"/>
                  <a:gd name="T14" fmla="*/ 2147483646 w 32"/>
                  <a:gd name="T15" fmla="*/ 2147483646 h 63"/>
                  <a:gd name="T16" fmla="*/ 2147483646 w 32"/>
                  <a:gd name="T17" fmla="*/ 2147483646 h 63"/>
                  <a:gd name="T18" fmla="*/ 2147483646 w 32"/>
                  <a:gd name="T19" fmla="*/ 2147483646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2" h="63">
                    <a:moveTo>
                      <a:pt x="16" y="63"/>
                    </a:moveTo>
                    <a:cubicBezTo>
                      <a:pt x="7" y="63"/>
                      <a:pt x="0" y="49"/>
                      <a:pt x="0" y="32"/>
                    </a:cubicBezTo>
                    <a:cubicBezTo>
                      <a:pt x="0" y="14"/>
                      <a:pt x="7" y="0"/>
                      <a:pt x="16" y="0"/>
                    </a:cubicBezTo>
                    <a:cubicBezTo>
                      <a:pt x="25" y="0"/>
                      <a:pt x="32" y="14"/>
                      <a:pt x="32" y="32"/>
                    </a:cubicBezTo>
                    <a:cubicBezTo>
                      <a:pt x="32" y="49"/>
                      <a:pt x="25" y="63"/>
                      <a:pt x="16" y="63"/>
                    </a:cubicBezTo>
                    <a:close/>
                    <a:moveTo>
                      <a:pt x="16" y="4"/>
                    </a:moveTo>
                    <a:cubicBezTo>
                      <a:pt x="10" y="4"/>
                      <a:pt x="4" y="15"/>
                      <a:pt x="4" y="32"/>
                    </a:cubicBezTo>
                    <a:cubicBezTo>
                      <a:pt x="4" y="48"/>
                      <a:pt x="10" y="59"/>
                      <a:pt x="16" y="59"/>
                    </a:cubicBezTo>
                    <a:cubicBezTo>
                      <a:pt x="22" y="59"/>
                      <a:pt x="28" y="48"/>
                      <a:pt x="28" y="32"/>
                    </a:cubicBezTo>
                    <a:cubicBezTo>
                      <a:pt x="28" y="15"/>
                      <a:pt x="22" y="4"/>
                      <a:pt x="16"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3" name="Freeform 833"/>
              <p:cNvSpPr/>
              <p:nvPr/>
            </p:nvSpPr>
            <p:spPr bwMode="auto">
              <a:xfrm>
                <a:off x="2439988" y="1274763"/>
                <a:ext cx="114300" cy="439738"/>
              </a:xfrm>
              <a:custGeom>
                <a:avLst/>
                <a:gdLst>
                  <a:gd name="T0" fmla="*/ 2147483646 w 73"/>
                  <a:gd name="T1" fmla="*/ 2147483646 h 283"/>
                  <a:gd name="T2" fmla="*/ 0 w 73"/>
                  <a:gd name="T3" fmla="*/ 2147483646 h 283"/>
                  <a:gd name="T4" fmla="*/ 0 w 73"/>
                  <a:gd name="T5" fmla="*/ 0 h 283"/>
                  <a:gd name="T6" fmla="*/ 2147483646 w 73"/>
                  <a:gd name="T7" fmla="*/ 0 h 283"/>
                  <a:gd name="T8" fmla="*/ 2147483646 w 73"/>
                  <a:gd name="T9" fmla="*/ 2147483646 h 283"/>
                  <a:gd name="T10" fmla="*/ 2147483646 w 73"/>
                  <a:gd name="T11" fmla="*/ 2147483646 h 283"/>
                  <a:gd name="T12" fmla="*/ 2147483646 w 73"/>
                  <a:gd name="T13" fmla="*/ 2147483646 h 283"/>
                  <a:gd name="T14" fmla="*/ 2147483646 w 73"/>
                  <a:gd name="T15" fmla="*/ 2147483646 h 283"/>
                  <a:gd name="T16" fmla="*/ 2147483646 w 73"/>
                  <a:gd name="T17" fmla="*/ 2147483646 h 283"/>
                  <a:gd name="T18" fmla="*/ 2147483646 w 73"/>
                  <a:gd name="T19" fmla="*/ 2147483646 h 283"/>
                  <a:gd name="T20" fmla="*/ 2147483646 w 73"/>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3" h="283">
                    <a:moveTo>
                      <a:pt x="36" y="283"/>
                    </a:moveTo>
                    <a:cubicBezTo>
                      <a:pt x="16" y="283"/>
                      <a:pt x="0" y="266"/>
                      <a:pt x="0" y="246"/>
                    </a:cubicBezTo>
                    <a:cubicBezTo>
                      <a:pt x="0" y="0"/>
                      <a:pt x="0" y="0"/>
                      <a:pt x="0" y="0"/>
                    </a:cubicBezTo>
                    <a:cubicBezTo>
                      <a:pt x="8" y="0"/>
                      <a:pt x="8" y="0"/>
                      <a:pt x="8" y="0"/>
                    </a:cubicBezTo>
                    <a:cubicBezTo>
                      <a:pt x="8" y="246"/>
                      <a:pt x="8" y="246"/>
                      <a:pt x="8" y="246"/>
                    </a:cubicBezTo>
                    <a:cubicBezTo>
                      <a:pt x="8" y="262"/>
                      <a:pt x="21" y="275"/>
                      <a:pt x="36" y="275"/>
                    </a:cubicBezTo>
                    <a:cubicBezTo>
                      <a:pt x="52" y="275"/>
                      <a:pt x="65" y="262"/>
                      <a:pt x="65" y="246"/>
                    </a:cubicBezTo>
                    <a:cubicBezTo>
                      <a:pt x="65" y="26"/>
                      <a:pt x="65" y="26"/>
                      <a:pt x="65" y="26"/>
                    </a:cubicBezTo>
                    <a:cubicBezTo>
                      <a:pt x="73" y="26"/>
                      <a:pt x="73" y="26"/>
                      <a:pt x="73" y="26"/>
                    </a:cubicBezTo>
                    <a:cubicBezTo>
                      <a:pt x="73" y="246"/>
                      <a:pt x="73" y="246"/>
                      <a:pt x="73" y="246"/>
                    </a:cubicBezTo>
                    <a:cubicBezTo>
                      <a:pt x="73" y="266"/>
                      <a:pt x="56" y="283"/>
                      <a:pt x="36" y="28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4" name="Rectangle 834"/>
              <p:cNvSpPr>
                <a:spLocks noChangeArrowheads="1"/>
              </p:cNvSpPr>
              <p:nvPr/>
            </p:nvSpPr>
            <p:spPr bwMode="auto">
              <a:xfrm>
                <a:off x="2446338" y="1654176"/>
                <a:ext cx="101600" cy="6350"/>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5" name="Oval 835"/>
              <p:cNvSpPr>
                <a:spLocks noChangeArrowheads="1"/>
              </p:cNvSpPr>
              <p:nvPr/>
            </p:nvSpPr>
            <p:spPr bwMode="auto">
              <a:xfrm>
                <a:off x="2525713" y="1295401"/>
                <a:ext cx="42863"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6" name="Oval 836"/>
              <p:cNvSpPr>
                <a:spLocks noChangeArrowheads="1"/>
              </p:cNvSpPr>
              <p:nvPr/>
            </p:nvSpPr>
            <p:spPr bwMode="auto">
              <a:xfrm>
                <a:off x="2709863" y="1295401"/>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557" name="组合 34"/>
            <p:cNvGrpSpPr/>
            <p:nvPr/>
          </p:nvGrpSpPr>
          <p:grpSpPr bwMode="auto">
            <a:xfrm>
              <a:off x="4369249" y="4964368"/>
              <a:ext cx="754903" cy="588423"/>
              <a:chOff x="874712" y="925513"/>
              <a:chExt cx="835025" cy="650876"/>
            </a:xfrm>
            <a:grpFill/>
          </p:grpSpPr>
          <p:sp>
            <p:nvSpPr>
              <p:cNvPr id="558" name="Freeform 1081"/>
              <p:cNvSpPr/>
              <p:nvPr/>
            </p:nvSpPr>
            <p:spPr bwMode="auto">
              <a:xfrm>
                <a:off x="950912" y="990601"/>
                <a:ext cx="609600" cy="409575"/>
              </a:xfrm>
              <a:custGeom>
                <a:avLst/>
                <a:gdLst>
                  <a:gd name="T0" fmla="*/ 2147483646 w 392"/>
                  <a:gd name="T1" fmla="*/ 2147483646 h 264"/>
                  <a:gd name="T2" fmla="*/ 2147483646 w 392"/>
                  <a:gd name="T3" fmla="*/ 2147483646 h 264"/>
                  <a:gd name="T4" fmla="*/ 0 w 392"/>
                  <a:gd name="T5" fmla="*/ 2147483646 h 264"/>
                  <a:gd name="T6" fmla="*/ 0 w 392"/>
                  <a:gd name="T7" fmla="*/ 2147483646 h 264"/>
                  <a:gd name="T8" fmla="*/ 2147483646 w 392"/>
                  <a:gd name="T9" fmla="*/ 0 h 264"/>
                  <a:gd name="T10" fmla="*/ 2147483646 w 392"/>
                  <a:gd name="T11" fmla="*/ 0 h 264"/>
                  <a:gd name="T12" fmla="*/ 2147483646 w 392"/>
                  <a:gd name="T13" fmla="*/ 2147483646 h 264"/>
                  <a:gd name="T14" fmla="*/ 2147483646 w 392"/>
                  <a:gd name="T15" fmla="*/ 2147483646 h 264"/>
                  <a:gd name="T16" fmla="*/ 2147483646 w 392"/>
                  <a:gd name="T17" fmla="*/ 2147483646 h 264"/>
                  <a:gd name="T18" fmla="*/ 2147483646 w 392"/>
                  <a:gd name="T19" fmla="*/ 2147483646 h 264"/>
                  <a:gd name="T20" fmla="*/ 2147483646 w 392"/>
                  <a:gd name="T21" fmla="*/ 2147483646 h 264"/>
                  <a:gd name="T22" fmla="*/ 2147483646 w 392"/>
                  <a:gd name="T23" fmla="*/ 2147483646 h 264"/>
                  <a:gd name="T24" fmla="*/ 2147483646 w 392"/>
                  <a:gd name="T25" fmla="*/ 2147483646 h 264"/>
                  <a:gd name="T26" fmla="*/ 2147483646 w 392"/>
                  <a:gd name="T27" fmla="*/ 2147483646 h 264"/>
                  <a:gd name="T28" fmla="*/ 2147483646 w 392"/>
                  <a:gd name="T29" fmla="*/ 2147483646 h 264"/>
                  <a:gd name="T30" fmla="*/ 2147483646 w 392"/>
                  <a:gd name="T31" fmla="*/ 2147483646 h 264"/>
                  <a:gd name="T32" fmla="*/ 2147483646 w 392"/>
                  <a:gd name="T33" fmla="*/ 2147483646 h 2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2" h="264">
                    <a:moveTo>
                      <a:pt x="306" y="264"/>
                    </a:moveTo>
                    <a:cubicBezTo>
                      <a:pt x="12" y="264"/>
                      <a:pt x="12" y="264"/>
                      <a:pt x="12" y="264"/>
                    </a:cubicBezTo>
                    <a:cubicBezTo>
                      <a:pt x="5" y="264"/>
                      <a:pt x="0" y="259"/>
                      <a:pt x="0" y="252"/>
                    </a:cubicBezTo>
                    <a:cubicBezTo>
                      <a:pt x="0" y="12"/>
                      <a:pt x="0" y="12"/>
                      <a:pt x="0" y="12"/>
                    </a:cubicBezTo>
                    <a:cubicBezTo>
                      <a:pt x="0" y="5"/>
                      <a:pt x="5" y="0"/>
                      <a:pt x="12" y="0"/>
                    </a:cubicBezTo>
                    <a:cubicBezTo>
                      <a:pt x="380" y="0"/>
                      <a:pt x="380" y="0"/>
                      <a:pt x="380" y="0"/>
                    </a:cubicBezTo>
                    <a:cubicBezTo>
                      <a:pt x="387" y="0"/>
                      <a:pt x="392" y="5"/>
                      <a:pt x="392" y="12"/>
                    </a:cubicBezTo>
                    <a:cubicBezTo>
                      <a:pt x="392" y="70"/>
                      <a:pt x="392" y="70"/>
                      <a:pt x="392" y="70"/>
                    </a:cubicBezTo>
                    <a:cubicBezTo>
                      <a:pt x="384" y="70"/>
                      <a:pt x="384" y="70"/>
                      <a:pt x="384" y="70"/>
                    </a:cubicBezTo>
                    <a:cubicBezTo>
                      <a:pt x="384" y="12"/>
                      <a:pt x="384" y="12"/>
                      <a:pt x="384" y="12"/>
                    </a:cubicBezTo>
                    <a:cubicBezTo>
                      <a:pt x="384" y="10"/>
                      <a:pt x="382" y="8"/>
                      <a:pt x="380" y="8"/>
                    </a:cubicBezTo>
                    <a:cubicBezTo>
                      <a:pt x="12" y="8"/>
                      <a:pt x="12" y="8"/>
                      <a:pt x="12" y="8"/>
                    </a:cubicBezTo>
                    <a:cubicBezTo>
                      <a:pt x="10" y="8"/>
                      <a:pt x="8" y="10"/>
                      <a:pt x="8" y="12"/>
                    </a:cubicBezTo>
                    <a:cubicBezTo>
                      <a:pt x="8" y="252"/>
                      <a:pt x="8" y="252"/>
                      <a:pt x="8" y="252"/>
                    </a:cubicBezTo>
                    <a:cubicBezTo>
                      <a:pt x="8" y="254"/>
                      <a:pt x="10" y="256"/>
                      <a:pt x="12" y="256"/>
                    </a:cubicBezTo>
                    <a:cubicBezTo>
                      <a:pt x="306" y="256"/>
                      <a:pt x="306" y="256"/>
                      <a:pt x="306" y="256"/>
                    </a:cubicBezTo>
                    <a:lnTo>
                      <a:pt x="306" y="26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9" name="Freeform 1082"/>
              <p:cNvSpPr/>
              <p:nvPr/>
            </p:nvSpPr>
            <p:spPr bwMode="auto">
              <a:xfrm>
                <a:off x="1300162" y="1468438"/>
                <a:ext cx="358775" cy="92075"/>
              </a:xfrm>
              <a:custGeom>
                <a:avLst/>
                <a:gdLst>
                  <a:gd name="T0" fmla="*/ 2147483646 w 231"/>
                  <a:gd name="T1" fmla="*/ 2147483646 h 60"/>
                  <a:gd name="T2" fmla="*/ 0 w 231"/>
                  <a:gd name="T3" fmla="*/ 2147483646 h 60"/>
                  <a:gd name="T4" fmla="*/ 0 w 231"/>
                  <a:gd name="T5" fmla="*/ 2147483646 h 60"/>
                  <a:gd name="T6" fmla="*/ 2147483646 w 231"/>
                  <a:gd name="T7" fmla="*/ 2147483646 h 60"/>
                  <a:gd name="T8" fmla="*/ 2147483646 w 231"/>
                  <a:gd name="T9" fmla="*/ 2147483646 h 60"/>
                  <a:gd name="T10" fmla="*/ 2147483646 w 231"/>
                  <a:gd name="T11" fmla="*/ 0 h 60"/>
                  <a:gd name="T12" fmla="*/ 2147483646 w 231"/>
                  <a:gd name="T13" fmla="*/ 2147483646 h 60"/>
                  <a:gd name="T14" fmla="*/ 2147483646 w 231"/>
                  <a:gd name="T15" fmla="*/ 2147483646 h 60"/>
                  <a:gd name="T16" fmla="*/ 2147483646 w 231"/>
                  <a:gd name="T17" fmla="*/ 2147483646 h 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1" h="60">
                    <a:moveTo>
                      <a:pt x="223" y="60"/>
                    </a:moveTo>
                    <a:cubicBezTo>
                      <a:pt x="0" y="60"/>
                      <a:pt x="0" y="60"/>
                      <a:pt x="0" y="60"/>
                    </a:cubicBezTo>
                    <a:cubicBezTo>
                      <a:pt x="0" y="52"/>
                      <a:pt x="0" y="52"/>
                      <a:pt x="0" y="52"/>
                    </a:cubicBezTo>
                    <a:cubicBezTo>
                      <a:pt x="223" y="52"/>
                      <a:pt x="223" y="52"/>
                      <a:pt x="223" y="52"/>
                    </a:cubicBezTo>
                    <a:cubicBezTo>
                      <a:pt x="185" y="5"/>
                      <a:pt x="185" y="5"/>
                      <a:pt x="185" y="5"/>
                    </a:cubicBezTo>
                    <a:cubicBezTo>
                      <a:pt x="191" y="0"/>
                      <a:pt x="191" y="0"/>
                      <a:pt x="191" y="0"/>
                    </a:cubicBezTo>
                    <a:cubicBezTo>
                      <a:pt x="229" y="47"/>
                      <a:pt x="229" y="47"/>
                      <a:pt x="229" y="47"/>
                    </a:cubicBezTo>
                    <a:cubicBezTo>
                      <a:pt x="231" y="49"/>
                      <a:pt x="231" y="53"/>
                      <a:pt x="230" y="56"/>
                    </a:cubicBezTo>
                    <a:cubicBezTo>
                      <a:pt x="229" y="58"/>
                      <a:pt x="226" y="60"/>
                      <a:pt x="223" y="6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0" name="Freeform 1083"/>
              <p:cNvSpPr/>
              <p:nvPr/>
            </p:nvSpPr>
            <p:spPr bwMode="auto">
              <a:xfrm>
                <a:off x="874712" y="1423988"/>
                <a:ext cx="550862" cy="136525"/>
              </a:xfrm>
              <a:custGeom>
                <a:avLst/>
                <a:gdLst>
                  <a:gd name="T0" fmla="*/ 2147483646 w 355"/>
                  <a:gd name="T1" fmla="*/ 2147483646 h 88"/>
                  <a:gd name="T2" fmla="*/ 2147483646 w 355"/>
                  <a:gd name="T3" fmla="*/ 2147483646 h 88"/>
                  <a:gd name="T4" fmla="*/ 2147483646 w 355"/>
                  <a:gd name="T5" fmla="*/ 2147483646 h 88"/>
                  <a:gd name="T6" fmla="*/ 2147483646 w 355"/>
                  <a:gd name="T7" fmla="*/ 2147483646 h 88"/>
                  <a:gd name="T8" fmla="*/ 2147483646 w 355"/>
                  <a:gd name="T9" fmla="*/ 2147483646 h 88"/>
                  <a:gd name="T10" fmla="*/ 2147483646 w 355"/>
                  <a:gd name="T11" fmla="*/ 0 h 88"/>
                  <a:gd name="T12" fmla="*/ 2147483646 w 355"/>
                  <a:gd name="T13" fmla="*/ 0 h 88"/>
                  <a:gd name="T14" fmla="*/ 2147483646 w 355"/>
                  <a:gd name="T15" fmla="*/ 2147483646 h 88"/>
                  <a:gd name="T16" fmla="*/ 2147483646 w 355"/>
                  <a:gd name="T17" fmla="*/ 2147483646 h 88"/>
                  <a:gd name="T18" fmla="*/ 2147483646 w 355"/>
                  <a:gd name="T19" fmla="*/ 2147483646 h 88"/>
                  <a:gd name="T20" fmla="*/ 2147483646 w 355"/>
                  <a:gd name="T21" fmla="*/ 2147483646 h 88"/>
                  <a:gd name="T22" fmla="*/ 2147483646 w 355"/>
                  <a:gd name="T23" fmla="*/ 2147483646 h 88"/>
                  <a:gd name="T24" fmla="*/ 2147483646 w 355"/>
                  <a:gd name="T25" fmla="*/ 2147483646 h 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55" h="88">
                    <a:moveTo>
                      <a:pt x="232" y="88"/>
                    </a:moveTo>
                    <a:cubicBezTo>
                      <a:pt x="8" y="88"/>
                      <a:pt x="8" y="88"/>
                      <a:pt x="8" y="88"/>
                    </a:cubicBezTo>
                    <a:cubicBezTo>
                      <a:pt x="5" y="88"/>
                      <a:pt x="3" y="87"/>
                      <a:pt x="1" y="84"/>
                    </a:cubicBezTo>
                    <a:cubicBezTo>
                      <a:pt x="0" y="81"/>
                      <a:pt x="0" y="78"/>
                      <a:pt x="1" y="76"/>
                    </a:cubicBezTo>
                    <a:cubicBezTo>
                      <a:pt x="42" y="8"/>
                      <a:pt x="42" y="8"/>
                      <a:pt x="42" y="8"/>
                    </a:cubicBezTo>
                    <a:cubicBezTo>
                      <a:pt x="45" y="3"/>
                      <a:pt x="50" y="0"/>
                      <a:pt x="56" y="0"/>
                    </a:cubicBezTo>
                    <a:cubicBezTo>
                      <a:pt x="355" y="0"/>
                      <a:pt x="355" y="0"/>
                      <a:pt x="355" y="0"/>
                    </a:cubicBezTo>
                    <a:cubicBezTo>
                      <a:pt x="355" y="8"/>
                      <a:pt x="355" y="8"/>
                      <a:pt x="355" y="8"/>
                    </a:cubicBezTo>
                    <a:cubicBezTo>
                      <a:pt x="56" y="8"/>
                      <a:pt x="56" y="8"/>
                      <a:pt x="56" y="8"/>
                    </a:cubicBezTo>
                    <a:cubicBezTo>
                      <a:pt x="53" y="8"/>
                      <a:pt x="50" y="10"/>
                      <a:pt x="49" y="12"/>
                    </a:cubicBezTo>
                    <a:cubicBezTo>
                      <a:pt x="8" y="80"/>
                      <a:pt x="8" y="80"/>
                      <a:pt x="8" y="80"/>
                    </a:cubicBezTo>
                    <a:cubicBezTo>
                      <a:pt x="232" y="80"/>
                      <a:pt x="232" y="80"/>
                      <a:pt x="232" y="80"/>
                    </a:cubicBezTo>
                    <a:lnTo>
                      <a:pt x="232" y="8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1" name="Freeform 1084"/>
              <p:cNvSpPr>
                <a:spLocks noEditPoints="1"/>
              </p:cNvSpPr>
              <p:nvPr/>
            </p:nvSpPr>
            <p:spPr bwMode="auto">
              <a:xfrm>
                <a:off x="1417637" y="1089026"/>
                <a:ext cx="222250" cy="385763"/>
              </a:xfrm>
              <a:custGeom>
                <a:avLst/>
                <a:gdLst>
                  <a:gd name="T0" fmla="*/ 2147483646 w 144"/>
                  <a:gd name="T1" fmla="*/ 2147483646 h 248"/>
                  <a:gd name="T2" fmla="*/ 2147483646 w 144"/>
                  <a:gd name="T3" fmla="*/ 2147483646 h 248"/>
                  <a:gd name="T4" fmla="*/ 0 w 144"/>
                  <a:gd name="T5" fmla="*/ 2147483646 h 248"/>
                  <a:gd name="T6" fmla="*/ 0 w 144"/>
                  <a:gd name="T7" fmla="*/ 2147483646 h 248"/>
                  <a:gd name="T8" fmla="*/ 2147483646 w 144"/>
                  <a:gd name="T9" fmla="*/ 0 h 248"/>
                  <a:gd name="T10" fmla="*/ 2147483646 w 144"/>
                  <a:gd name="T11" fmla="*/ 0 h 248"/>
                  <a:gd name="T12" fmla="*/ 2147483646 w 144"/>
                  <a:gd name="T13" fmla="*/ 2147483646 h 248"/>
                  <a:gd name="T14" fmla="*/ 2147483646 w 144"/>
                  <a:gd name="T15" fmla="*/ 2147483646 h 248"/>
                  <a:gd name="T16" fmla="*/ 2147483646 w 144"/>
                  <a:gd name="T17" fmla="*/ 2147483646 h 248"/>
                  <a:gd name="T18" fmla="*/ 2147483646 w 144"/>
                  <a:gd name="T19" fmla="*/ 2147483646 h 248"/>
                  <a:gd name="T20" fmla="*/ 2147483646 w 144"/>
                  <a:gd name="T21" fmla="*/ 2147483646 h 248"/>
                  <a:gd name="T22" fmla="*/ 2147483646 w 144"/>
                  <a:gd name="T23" fmla="*/ 2147483646 h 248"/>
                  <a:gd name="T24" fmla="*/ 2147483646 w 144"/>
                  <a:gd name="T25" fmla="*/ 2147483646 h 248"/>
                  <a:gd name="T26" fmla="*/ 2147483646 w 144"/>
                  <a:gd name="T27" fmla="*/ 2147483646 h 248"/>
                  <a:gd name="T28" fmla="*/ 2147483646 w 144"/>
                  <a:gd name="T29" fmla="*/ 2147483646 h 248"/>
                  <a:gd name="T30" fmla="*/ 2147483646 w 144"/>
                  <a:gd name="T31" fmla="*/ 2147483646 h 248"/>
                  <a:gd name="T32" fmla="*/ 2147483646 w 144"/>
                  <a:gd name="T33" fmla="*/ 2147483646 h 248"/>
                  <a:gd name="T34" fmla="*/ 2147483646 w 144"/>
                  <a:gd name="T35" fmla="*/ 2147483646 h 2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4" h="248">
                    <a:moveTo>
                      <a:pt x="128" y="248"/>
                    </a:moveTo>
                    <a:cubicBezTo>
                      <a:pt x="16" y="248"/>
                      <a:pt x="16" y="248"/>
                      <a:pt x="16" y="248"/>
                    </a:cubicBezTo>
                    <a:cubicBezTo>
                      <a:pt x="7" y="248"/>
                      <a:pt x="0" y="241"/>
                      <a:pt x="0" y="232"/>
                    </a:cubicBezTo>
                    <a:cubicBezTo>
                      <a:pt x="0" y="16"/>
                      <a:pt x="0" y="16"/>
                      <a:pt x="0" y="16"/>
                    </a:cubicBezTo>
                    <a:cubicBezTo>
                      <a:pt x="0" y="7"/>
                      <a:pt x="7" y="0"/>
                      <a:pt x="16" y="0"/>
                    </a:cubicBezTo>
                    <a:cubicBezTo>
                      <a:pt x="128" y="0"/>
                      <a:pt x="128" y="0"/>
                      <a:pt x="128" y="0"/>
                    </a:cubicBezTo>
                    <a:cubicBezTo>
                      <a:pt x="137" y="0"/>
                      <a:pt x="144" y="7"/>
                      <a:pt x="144" y="16"/>
                    </a:cubicBezTo>
                    <a:cubicBezTo>
                      <a:pt x="144" y="232"/>
                      <a:pt x="144" y="232"/>
                      <a:pt x="144" y="232"/>
                    </a:cubicBezTo>
                    <a:cubicBezTo>
                      <a:pt x="144" y="241"/>
                      <a:pt x="137" y="248"/>
                      <a:pt x="128" y="248"/>
                    </a:cubicBezTo>
                    <a:close/>
                    <a:moveTo>
                      <a:pt x="16" y="8"/>
                    </a:moveTo>
                    <a:cubicBezTo>
                      <a:pt x="12" y="8"/>
                      <a:pt x="8" y="12"/>
                      <a:pt x="8" y="16"/>
                    </a:cubicBezTo>
                    <a:cubicBezTo>
                      <a:pt x="8" y="232"/>
                      <a:pt x="8" y="232"/>
                      <a:pt x="8" y="232"/>
                    </a:cubicBezTo>
                    <a:cubicBezTo>
                      <a:pt x="8" y="236"/>
                      <a:pt x="12" y="240"/>
                      <a:pt x="16" y="240"/>
                    </a:cubicBezTo>
                    <a:cubicBezTo>
                      <a:pt x="128" y="240"/>
                      <a:pt x="128" y="240"/>
                      <a:pt x="128" y="240"/>
                    </a:cubicBezTo>
                    <a:cubicBezTo>
                      <a:pt x="132" y="240"/>
                      <a:pt x="136" y="236"/>
                      <a:pt x="136" y="232"/>
                    </a:cubicBezTo>
                    <a:cubicBezTo>
                      <a:pt x="136" y="16"/>
                      <a:pt x="136" y="16"/>
                      <a:pt x="136" y="16"/>
                    </a:cubicBezTo>
                    <a:cubicBezTo>
                      <a:pt x="136" y="12"/>
                      <a:pt x="132" y="8"/>
                      <a:pt x="128" y="8"/>
                    </a:cubicBezTo>
                    <a:lnTo>
                      <a:pt x="16" y="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2" name="Freeform 1085"/>
              <p:cNvSpPr>
                <a:spLocks noEditPoints="1"/>
              </p:cNvSpPr>
              <p:nvPr/>
            </p:nvSpPr>
            <p:spPr bwMode="auto">
              <a:xfrm>
                <a:off x="1216025" y="1160463"/>
                <a:ext cx="79375" cy="77788"/>
              </a:xfrm>
              <a:custGeom>
                <a:avLst/>
                <a:gdLst>
                  <a:gd name="T0" fmla="*/ 2147483646 w 52"/>
                  <a:gd name="T1" fmla="*/ 2147483646 h 50"/>
                  <a:gd name="T2" fmla="*/ 2147483646 w 52"/>
                  <a:gd name="T3" fmla="*/ 2147483646 h 50"/>
                  <a:gd name="T4" fmla="*/ 2147483646 w 52"/>
                  <a:gd name="T5" fmla="*/ 2147483646 h 50"/>
                  <a:gd name="T6" fmla="*/ 2147483646 w 52"/>
                  <a:gd name="T7" fmla="*/ 2147483646 h 50"/>
                  <a:gd name="T8" fmla="*/ 2147483646 w 52"/>
                  <a:gd name="T9" fmla="*/ 2147483646 h 50"/>
                  <a:gd name="T10" fmla="*/ 2147483646 w 52"/>
                  <a:gd name="T11" fmla="*/ 2147483646 h 50"/>
                  <a:gd name="T12" fmla="*/ 2147483646 w 52"/>
                  <a:gd name="T13" fmla="*/ 2147483646 h 50"/>
                  <a:gd name="T14" fmla="*/ 2147483646 w 52"/>
                  <a:gd name="T15" fmla="*/ 2147483646 h 50"/>
                  <a:gd name="T16" fmla="*/ 2147483646 w 52"/>
                  <a:gd name="T17" fmla="*/ 2147483646 h 50"/>
                  <a:gd name="T18" fmla="*/ 2147483646 w 52"/>
                  <a:gd name="T19" fmla="*/ 2147483646 h 50"/>
                  <a:gd name="T20" fmla="*/ 2147483646 w 52"/>
                  <a:gd name="T21" fmla="*/ 2147483646 h 50"/>
                  <a:gd name="T22" fmla="*/ 2147483646 w 52"/>
                  <a:gd name="T23" fmla="*/ 2147483646 h 50"/>
                  <a:gd name="T24" fmla="*/ 2147483646 w 52"/>
                  <a:gd name="T25" fmla="*/ 2147483646 h 50"/>
                  <a:gd name="T26" fmla="*/ 2147483646 w 52"/>
                  <a:gd name="T27" fmla="*/ 2147483646 h 5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2" h="50">
                    <a:moveTo>
                      <a:pt x="26" y="50"/>
                    </a:moveTo>
                    <a:cubicBezTo>
                      <a:pt x="20" y="50"/>
                      <a:pt x="14" y="48"/>
                      <a:pt x="9" y="43"/>
                    </a:cubicBezTo>
                    <a:cubicBezTo>
                      <a:pt x="0" y="34"/>
                      <a:pt x="0" y="18"/>
                      <a:pt x="9" y="9"/>
                    </a:cubicBezTo>
                    <a:cubicBezTo>
                      <a:pt x="18" y="0"/>
                      <a:pt x="34" y="0"/>
                      <a:pt x="43" y="9"/>
                    </a:cubicBezTo>
                    <a:cubicBezTo>
                      <a:pt x="43" y="9"/>
                      <a:pt x="43" y="9"/>
                      <a:pt x="43" y="9"/>
                    </a:cubicBezTo>
                    <a:cubicBezTo>
                      <a:pt x="52" y="18"/>
                      <a:pt x="52" y="34"/>
                      <a:pt x="43" y="43"/>
                    </a:cubicBezTo>
                    <a:cubicBezTo>
                      <a:pt x="38" y="48"/>
                      <a:pt x="32" y="50"/>
                      <a:pt x="26" y="50"/>
                    </a:cubicBezTo>
                    <a:close/>
                    <a:moveTo>
                      <a:pt x="26" y="10"/>
                    </a:moveTo>
                    <a:cubicBezTo>
                      <a:pt x="22" y="10"/>
                      <a:pt x="18" y="11"/>
                      <a:pt x="15" y="15"/>
                    </a:cubicBezTo>
                    <a:cubicBezTo>
                      <a:pt x="9" y="21"/>
                      <a:pt x="9" y="31"/>
                      <a:pt x="15" y="37"/>
                    </a:cubicBezTo>
                    <a:cubicBezTo>
                      <a:pt x="21" y="43"/>
                      <a:pt x="31" y="43"/>
                      <a:pt x="37" y="37"/>
                    </a:cubicBezTo>
                    <a:cubicBezTo>
                      <a:pt x="44" y="31"/>
                      <a:pt x="44" y="21"/>
                      <a:pt x="37" y="15"/>
                    </a:cubicBezTo>
                    <a:cubicBezTo>
                      <a:pt x="37" y="15"/>
                      <a:pt x="37" y="15"/>
                      <a:pt x="37" y="15"/>
                    </a:cubicBezTo>
                    <a:cubicBezTo>
                      <a:pt x="34" y="11"/>
                      <a:pt x="30" y="10"/>
                      <a:pt x="26" y="1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3" name="Freeform 1086"/>
              <p:cNvSpPr/>
              <p:nvPr/>
            </p:nvSpPr>
            <p:spPr bwMode="auto">
              <a:xfrm>
                <a:off x="1303337" y="1143001"/>
                <a:ext cx="41275" cy="115888"/>
              </a:xfrm>
              <a:custGeom>
                <a:avLst/>
                <a:gdLst>
                  <a:gd name="T0" fmla="*/ 2147483646 w 26"/>
                  <a:gd name="T1" fmla="*/ 2147483646 h 74"/>
                  <a:gd name="T2" fmla="*/ 0 w 26"/>
                  <a:gd name="T3" fmla="*/ 2147483646 h 74"/>
                  <a:gd name="T4" fmla="*/ 0 w 26"/>
                  <a:gd name="T5" fmla="*/ 2147483646 h 74"/>
                  <a:gd name="T6" fmla="*/ 2147483646 w 26"/>
                  <a:gd name="T7" fmla="*/ 0 h 74"/>
                  <a:gd name="T8" fmla="*/ 2147483646 w 26"/>
                  <a:gd name="T9" fmla="*/ 2147483646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74">
                    <a:moveTo>
                      <a:pt x="6" y="74"/>
                    </a:moveTo>
                    <a:cubicBezTo>
                      <a:pt x="0" y="68"/>
                      <a:pt x="0" y="68"/>
                      <a:pt x="0" y="68"/>
                    </a:cubicBezTo>
                    <a:cubicBezTo>
                      <a:pt x="17" y="51"/>
                      <a:pt x="17" y="23"/>
                      <a:pt x="0" y="6"/>
                    </a:cubicBezTo>
                    <a:cubicBezTo>
                      <a:pt x="6" y="0"/>
                      <a:pt x="6" y="0"/>
                      <a:pt x="6" y="0"/>
                    </a:cubicBezTo>
                    <a:cubicBezTo>
                      <a:pt x="26" y="20"/>
                      <a:pt x="26" y="53"/>
                      <a:pt x="6" y="7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4" name="Freeform 1087"/>
              <p:cNvSpPr/>
              <p:nvPr/>
            </p:nvSpPr>
            <p:spPr bwMode="auto">
              <a:xfrm>
                <a:off x="1166812" y="1143001"/>
                <a:ext cx="41275" cy="115888"/>
              </a:xfrm>
              <a:custGeom>
                <a:avLst/>
                <a:gdLst>
                  <a:gd name="T0" fmla="*/ 2147483646 w 26"/>
                  <a:gd name="T1" fmla="*/ 2147483646 h 74"/>
                  <a:gd name="T2" fmla="*/ 2147483646 w 26"/>
                  <a:gd name="T3" fmla="*/ 0 h 74"/>
                  <a:gd name="T4" fmla="*/ 2147483646 w 26"/>
                  <a:gd name="T5" fmla="*/ 2147483646 h 74"/>
                  <a:gd name="T6" fmla="*/ 2147483646 w 26"/>
                  <a:gd name="T7" fmla="*/ 2147483646 h 74"/>
                  <a:gd name="T8" fmla="*/ 2147483646 w 26"/>
                  <a:gd name="T9" fmla="*/ 2147483646 h 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74">
                    <a:moveTo>
                      <a:pt x="20" y="74"/>
                    </a:moveTo>
                    <a:cubicBezTo>
                      <a:pt x="0" y="53"/>
                      <a:pt x="0" y="20"/>
                      <a:pt x="20" y="0"/>
                    </a:cubicBezTo>
                    <a:cubicBezTo>
                      <a:pt x="26" y="6"/>
                      <a:pt x="26" y="6"/>
                      <a:pt x="26" y="6"/>
                    </a:cubicBezTo>
                    <a:cubicBezTo>
                      <a:pt x="9" y="23"/>
                      <a:pt x="9" y="51"/>
                      <a:pt x="26" y="68"/>
                    </a:cubicBezTo>
                    <a:lnTo>
                      <a:pt x="20" y="7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5" name="Freeform 1088"/>
              <p:cNvSpPr/>
              <p:nvPr/>
            </p:nvSpPr>
            <p:spPr bwMode="auto">
              <a:xfrm>
                <a:off x="1112837" y="1109663"/>
                <a:ext cx="58737" cy="182563"/>
              </a:xfrm>
              <a:custGeom>
                <a:avLst/>
                <a:gdLst>
                  <a:gd name="T0" fmla="*/ 2147483646 w 38"/>
                  <a:gd name="T1" fmla="*/ 2147483646 h 118"/>
                  <a:gd name="T2" fmla="*/ 2147483646 w 38"/>
                  <a:gd name="T3" fmla="*/ 0 h 118"/>
                  <a:gd name="T4" fmla="*/ 2147483646 w 38"/>
                  <a:gd name="T5" fmla="*/ 2147483646 h 118"/>
                  <a:gd name="T6" fmla="*/ 2147483646 w 38"/>
                  <a:gd name="T7" fmla="*/ 2147483646 h 118"/>
                  <a:gd name="T8" fmla="*/ 2147483646 w 38"/>
                  <a:gd name="T9" fmla="*/ 2147483646 h 118"/>
                  <a:gd name="T10" fmla="*/ 2147483646 w 38"/>
                  <a:gd name="T11" fmla="*/ 2147483646 h 1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 h="118">
                    <a:moveTo>
                      <a:pt x="33" y="118"/>
                    </a:moveTo>
                    <a:cubicBezTo>
                      <a:pt x="0" y="86"/>
                      <a:pt x="0" y="32"/>
                      <a:pt x="33" y="0"/>
                    </a:cubicBezTo>
                    <a:cubicBezTo>
                      <a:pt x="38" y="5"/>
                      <a:pt x="38" y="5"/>
                      <a:pt x="38" y="5"/>
                    </a:cubicBezTo>
                    <a:cubicBezTo>
                      <a:pt x="24" y="20"/>
                      <a:pt x="16" y="39"/>
                      <a:pt x="16" y="59"/>
                    </a:cubicBezTo>
                    <a:cubicBezTo>
                      <a:pt x="16" y="79"/>
                      <a:pt x="24" y="98"/>
                      <a:pt x="38" y="113"/>
                    </a:cubicBezTo>
                    <a:lnTo>
                      <a:pt x="33" y="11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6" name="Freeform 1089"/>
              <p:cNvSpPr/>
              <p:nvPr/>
            </p:nvSpPr>
            <p:spPr bwMode="auto">
              <a:xfrm>
                <a:off x="1339850" y="1109663"/>
                <a:ext cx="58737" cy="182563"/>
              </a:xfrm>
              <a:custGeom>
                <a:avLst/>
                <a:gdLst>
                  <a:gd name="T0" fmla="*/ 2147483646 w 38"/>
                  <a:gd name="T1" fmla="*/ 2147483646 h 118"/>
                  <a:gd name="T2" fmla="*/ 0 w 38"/>
                  <a:gd name="T3" fmla="*/ 2147483646 h 118"/>
                  <a:gd name="T4" fmla="*/ 2147483646 w 38"/>
                  <a:gd name="T5" fmla="*/ 2147483646 h 118"/>
                  <a:gd name="T6" fmla="*/ 0 w 38"/>
                  <a:gd name="T7" fmla="*/ 2147483646 h 118"/>
                  <a:gd name="T8" fmla="*/ 2147483646 w 38"/>
                  <a:gd name="T9" fmla="*/ 0 h 118"/>
                  <a:gd name="T10" fmla="*/ 2147483646 w 38"/>
                  <a:gd name="T11" fmla="*/ 2147483646 h 1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 h="118">
                    <a:moveTo>
                      <a:pt x="5" y="118"/>
                    </a:moveTo>
                    <a:cubicBezTo>
                      <a:pt x="0" y="113"/>
                      <a:pt x="0" y="113"/>
                      <a:pt x="0" y="113"/>
                    </a:cubicBezTo>
                    <a:cubicBezTo>
                      <a:pt x="14" y="98"/>
                      <a:pt x="22" y="79"/>
                      <a:pt x="22" y="59"/>
                    </a:cubicBezTo>
                    <a:cubicBezTo>
                      <a:pt x="22" y="39"/>
                      <a:pt x="14" y="20"/>
                      <a:pt x="0" y="5"/>
                    </a:cubicBezTo>
                    <a:cubicBezTo>
                      <a:pt x="5" y="0"/>
                      <a:pt x="5" y="0"/>
                      <a:pt x="5" y="0"/>
                    </a:cubicBezTo>
                    <a:cubicBezTo>
                      <a:pt x="38" y="32"/>
                      <a:pt x="38" y="86"/>
                      <a:pt x="5" y="11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7" name="Freeform 1090"/>
              <p:cNvSpPr/>
              <p:nvPr/>
            </p:nvSpPr>
            <p:spPr bwMode="auto">
              <a:xfrm>
                <a:off x="1616075" y="1052513"/>
                <a:ext cx="61912" cy="61913"/>
              </a:xfrm>
              <a:custGeom>
                <a:avLst/>
                <a:gdLst>
                  <a:gd name="T0" fmla="*/ 2147483646 w 40"/>
                  <a:gd name="T1" fmla="*/ 2147483646 h 40"/>
                  <a:gd name="T2" fmla="*/ 2147483646 w 40"/>
                  <a:gd name="T3" fmla="*/ 2147483646 h 40"/>
                  <a:gd name="T4" fmla="*/ 0 w 40"/>
                  <a:gd name="T5" fmla="*/ 2147483646 h 40"/>
                  <a:gd name="T6" fmla="*/ 0 w 40"/>
                  <a:gd name="T7" fmla="*/ 0 h 40"/>
                  <a:gd name="T8" fmla="*/ 2147483646 w 40"/>
                  <a:gd name="T9" fmla="*/ 2147483646 h 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40">
                    <a:moveTo>
                      <a:pt x="40" y="40"/>
                    </a:moveTo>
                    <a:cubicBezTo>
                      <a:pt x="32" y="40"/>
                      <a:pt x="32" y="40"/>
                      <a:pt x="32" y="40"/>
                    </a:cubicBezTo>
                    <a:cubicBezTo>
                      <a:pt x="32" y="22"/>
                      <a:pt x="18" y="8"/>
                      <a:pt x="0" y="8"/>
                    </a:cubicBezTo>
                    <a:cubicBezTo>
                      <a:pt x="0" y="0"/>
                      <a:pt x="0" y="0"/>
                      <a:pt x="0" y="0"/>
                    </a:cubicBezTo>
                    <a:cubicBezTo>
                      <a:pt x="22" y="0"/>
                      <a:pt x="40" y="18"/>
                      <a:pt x="40" y="40"/>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8" name="Freeform 1091"/>
              <p:cNvSpPr/>
              <p:nvPr/>
            </p:nvSpPr>
            <p:spPr bwMode="auto">
              <a:xfrm>
                <a:off x="1616075" y="1019176"/>
                <a:ext cx="93662" cy="95250"/>
              </a:xfrm>
              <a:custGeom>
                <a:avLst/>
                <a:gdLst>
                  <a:gd name="T0" fmla="*/ 2147483646 w 61"/>
                  <a:gd name="T1" fmla="*/ 2147483646 h 61"/>
                  <a:gd name="T2" fmla="*/ 2147483646 w 61"/>
                  <a:gd name="T3" fmla="*/ 2147483646 h 61"/>
                  <a:gd name="T4" fmla="*/ 0 w 61"/>
                  <a:gd name="T5" fmla="*/ 2147483646 h 61"/>
                  <a:gd name="T6" fmla="*/ 0 w 61"/>
                  <a:gd name="T7" fmla="*/ 0 h 61"/>
                  <a:gd name="T8" fmla="*/ 2147483646 w 61"/>
                  <a:gd name="T9" fmla="*/ 2147483646 h 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61">
                    <a:moveTo>
                      <a:pt x="61" y="61"/>
                    </a:moveTo>
                    <a:cubicBezTo>
                      <a:pt x="53" y="61"/>
                      <a:pt x="53" y="61"/>
                      <a:pt x="53" y="61"/>
                    </a:cubicBezTo>
                    <a:cubicBezTo>
                      <a:pt x="53" y="32"/>
                      <a:pt x="29" y="8"/>
                      <a:pt x="0" y="8"/>
                    </a:cubicBezTo>
                    <a:cubicBezTo>
                      <a:pt x="0" y="0"/>
                      <a:pt x="0" y="0"/>
                      <a:pt x="0" y="0"/>
                    </a:cubicBezTo>
                    <a:cubicBezTo>
                      <a:pt x="34" y="0"/>
                      <a:pt x="61" y="28"/>
                      <a:pt x="61" y="6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9" name="Freeform 1092"/>
              <p:cNvSpPr/>
              <p:nvPr/>
            </p:nvSpPr>
            <p:spPr bwMode="auto">
              <a:xfrm>
                <a:off x="919162" y="955676"/>
                <a:ext cx="50800" cy="50800"/>
              </a:xfrm>
              <a:custGeom>
                <a:avLst/>
                <a:gdLst>
                  <a:gd name="T0" fmla="*/ 2147483646 w 33"/>
                  <a:gd name="T1" fmla="*/ 2147483646 h 33"/>
                  <a:gd name="T2" fmla="*/ 0 w 33"/>
                  <a:gd name="T3" fmla="*/ 2147483646 h 33"/>
                  <a:gd name="T4" fmla="*/ 2147483646 w 33"/>
                  <a:gd name="T5" fmla="*/ 0 h 33"/>
                  <a:gd name="T6" fmla="*/ 2147483646 w 33"/>
                  <a:gd name="T7" fmla="*/ 2147483646 h 33"/>
                  <a:gd name="T8" fmla="*/ 2147483646 w 33"/>
                  <a:gd name="T9" fmla="*/ 2147483646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33">
                    <a:moveTo>
                      <a:pt x="8" y="33"/>
                    </a:moveTo>
                    <a:cubicBezTo>
                      <a:pt x="0" y="33"/>
                      <a:pt x="0" y="33"/>
                      <a:pt x="0" y="33"/>
                    </a:cubicBezTo>
                    <a:cubicBezTo>
                      <a:pt x="0" y="15"/>
                      <a:pt x="15" y="0"/>
                      <a:pt x="33" y="0"/>
                    </a:cubicBezTo>
                    <a:cubicBezTo>
                      <a:pt x="33" y="8"/>
                      <a:pt x="33" y="8"/>
                      <a:pt x="33" y="8"/>
                    </a:cubicBezTo>
                    <a:cubicBezTo>
                      <a:pt x="19" y="8"/>
                      <a:pt x="8" y="20"/>
                      <a:pt x="8" y="3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70" name="Freeform 1093"/>
              <p:cNvSpPr/>
              <p:nvPr/>
            </p:nvSpPr>
            <p:spPr bwMode="auto">
              <a:xfrm>
                <a:off x="887412" y="925513"/>
                <a:ext cx="82550" cy="80963"/>
              </a:xfrm>
              <a:custGeom>
                <a:avLst/>
                <a:gdLst>
                  <a:gd name="T0" fmla="*/ 2147483646 w 53"/>
                  <a:gd name="T1" fmla="*/ 2147483646 h 53"/>
                  <a:gd name="T2" fmla="*/ 0 w 53"/>
                  <a:gd name="T3" fmla="*/ 2147483646 h 53"/>
                  <a:gd name="T4" fmla="*/ 2147483646 w 53"/>
                  <a:gd name="T5" fmla="*/ 0 h 53"/>
                  <a:gd name="T6" fmla="*/ 2147483646 w 53"/>
                  <a:gd name="T7" fmla="*/ 2147483646 h 53"/>
                  <a:gd name="T8" fmla="*/ 2147483646 w 53"/>
                  <a:gd name="T9" fmla="*/ 2147483646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53">
                    <a:moveTo>
                      <a:pt x="8" y="53"/>
                    </a:moveTo>
                    <a:cubicBezTo>
                      <a:pt x="0" y="53"/>
                      <a:pt x="0" y="53"/>
                      <a:pt x="0" y="53"/>
                    </a:cubicBezTo>
                    <a:cubicBezTo>
                      <a:pt x="0" y="24"/>
                      <a:pt x="24" y="0"/>
                      <a:pt x="53" y="0"/>
                    </a:cubicBezTo>
                    <a:cubicBezTo>
                      <a:pt x="53" y="8"/>
                      <a:pt x="53" y="8"/>
                      <a:pt x="53" y="8"/>
                    </a:cubicBezTo>
                    <a:cubicBezTo>
                      <a:pt x="28" y="8"/>
                      <a:pt x="8" y="29"/>
                      <a:pt x="8" y="5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71" name="Oval 1094"/>
              <p:cNvSpPr>
                <a:spLocks noChangeArrowheads="1"/>
              </p:cNvSpPr>
              <p:nvPr/>
            </p:nvSpPr>
            <p:spPr bwMode="auto">
              <a:xfrm>
                <a:off x="1211262" y="1533526"/>
                <a:ext cx="42862"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72" name="Oval 1095"/>
              <p:cNvSpPr>
                <a:spLocks noChangeArrowheads="1"/>
              </p:cNvSpPr>
              <p:nvPr/>
            </p:nvSpPr>
            <p:spPr bwMode="auto">
              <a:xfrm>
                <a:off x="1282700" y="1533526"/>
                <a:ext cx="42862"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3227844" y="2717507"/>
              <a:ext cx="625268" cy="1445931"/>
              <a:chOff x="3277790" y="2717507"/>
              <a:chExt cx="625268" cy="1445931"/>
            </a:xfrm>
            <a:grpFill/>
          </p:grpSpPr>
          <p:sp>
            <p:nvSpPr>
              <p:cNvPr id="236" name="矩形 235"/>
              <p:cNvSpPr/>
              <p:nvPr/>
            </p:nvSpPr>
            <p:spPr>
              <a:xfrm>
                <a:off x="3289981" y="2717507"/>
                <a:ext cx="600886" cy="1445931"/>
              </a:xfrm>
              <a:prstGeom prst="rect">
                <a:avLst/>
              </a:prstGeom>
              <a:grpFill/>
              <a:ln w="12700"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lstStyle/>
              <a:p>
                <a:pPr algn="ctr">
                  <a:buClr>
                    <a:srgbClr val="CC9900"/>
                  </a:buClr>
                </a:pPr>
                <a:r>
                  <a:rPr lang="zh-CN" altLang="en-US" sz="2400" b="1" spc="350"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rPr>
                  <a:t>手</a:t>
                </a:r>
                <a:endParaRPr lang="en-US" altLang="zh-CN" sz="2400" b="1" spc="350"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endParaRPr>
              </a:p>
              <a:p>
                <a:pPr algn="ctr">
                  <a:buClr>
                    <a:srgbClr val="CC9900"/>
                  </a:buClr>
                </a:pPr>
                <a:r>
                  <a:rPr lang="zh-CN" altLang="en-US" sz="2400" b="1" spc="350"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rPr>
                  <a:t>机</a:t>
                </a:r>
                <a:endParaRPr lang="en-US" altLang="zh-CN" sz="2400" b="1" spc="350" dirty="0">
                  <a:solidFill>
                    <a:schemeClr val="bg1"/>
                  </a:solidFill>
                  <a:latin typeface="微软雅黑" panose="020B0503020204020204" pitchFamily="34" charset="-122"/>
                  <a:ea typeface="微软雅黑" panose="020B0503020204020204" pitchFamily="34" charset="-122"/>
                  <a:sym typeface="Huawei Sans" panose="020C0503030203020204" pitchFamily="34" charset="0"/>
                </a:endParaRPr>
              </a:p>
            </p:txBody>
          </p:sp>
          <p:grpSp>
            <p:nvGrpSpPr>
              <p:cNvPr id="594" name="组合 111"/>
              <p:cNvGrpSpPr/>
              <p:nvPr/>
            </p:nvGrpSpPr>
            <p:grpSpPr bwMode="auto">
              <a:xfrm>
                <a:off x="3277790" y="2812024"/>
                <a:ext cx="625268" cy="1344200"/>
                <a:chOff x="8974138" y="3460752"/>
                <a:chExt cx="392113" cy="842964"/>
              </a:xfrm>
              <a:grpFill/>
            </p:grpSpPr>
            <p:sp>
              <p:nvSpPr>
                <p:cNvPr id="595" name="Freeform 1442"/>
                <p:cNvSpPr/>
                <p:nvPr/>
              </p:nvSpPr>
              <p:spPr bwMode="auto">
                <a:xfrm>
                  <a:off x="8974138" y="3460752"/>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6" name="Freeform 1443"/>
                <p:cNvSpPr>
                  <a:spLocks noEditPoints="1"/>
                </p:cNvSpPr>
                <p:nvPr/>
              </p:nvSpPr>
              <p:spPr bwMode="auto">
                <a:xfrm>
                  <a:off x="8999538"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7" name="Oval 1444"/>
                <p:cNvSpPr>
                  <a:spLocks noChangeArrowheads="1"/>
                </p:cNvSpPr>
                <p:nvPr/>
              </p:nvSpPr>
              <p:spPr bwMode="auto">
                <a:xfrm>
                  <a:off x="9161463" y="3481390"/>
                  <a:ext cx="17463" cy="190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8" name="Oval 1445"/>
                <p:cNvSpPr>
                  <a:spLocks noChangeArrowheads="1"/>
                </p:cNvSpPr>
                <p:nvPr/>
              </p:nvSpPr>
              <p:spPr bwMode="auto">
                <a:xfrm>
                  <a:off x="9191626" y="4260853"/>
                  <a:ext cx="42863"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9" name="Oval 1446"/>
                <p:cNvSpPr>
                  <a:spLocks noChangeArrowheads="1"/>
                </p:cNvSpPr>
                <p:nvPr/>
              </p:nvSpPr>
              <p:spPr bwMode="auto">
                <a:xfrm>
                  <a:off x="9263063" y="4260853"/>
                  <a:ext cx="42863" cy="42863"/>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grpSp>
      <p:sp>
        <p:nvSpPr>
          <p:cNvPr id="182" name="标题 1"/>
          <p:cNvSpPr txBox="1"/>
          <p:nvPr/>
        </p:nvSpPr>
        <p:spPr>
          <a:xfrm>
            <a:off x="455613" y="234950"/>
            <a:ext cx="11293474" cy="698500"/>
          </a:xfrm>
          <a:prstGeom prst="rect">
            <a:avLst/>
          </a:prstGeom>
          <a:effectLst/>
        </p:spPr>
        <p:txBody>
          <a:bodyPr vert="horz" lIns="0" tIns="0" rIns="0" bIns="0" rtlCol="0" anchor="t">
            <a:normAutofit/>
          </a:bodyPr>
          <a:lstStyle>
            <a:lvl1pPr algn="l" defTabSz="457200" rtl="0" eaLnBrk="1" latinLnBrk="0" hangingPunct="1">
              <a:spcBef>
                <a:spcPct val="0"/>
              </a:spcBef>
              <a:buNone/>
              <a:defRPr lang="zh-CN" altLang="en-US" sz="3200" u="none" strike="noStrike" kern="1200" cap="none" spc="0" normalizeH="0" baseline="0" dirty="0">
                <a:ln w="3175" cmpd="sng">
                  <a:noFill/>
                </a:ln>
                <a:solidFill>
                  <a:schemeClr val="bg1"/>
                </a:solidFill>
                <a:effectLst/>
                <a:uFillTx/>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a:t>分布式软总线</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分布式软总线 </a:t>
            </a:r>
            <a:r>
              <a:rPr lang="en-US" altLang="zh-CN" dirty="0"/>
              <a:t>- </a:t>
            </a:r>
            <a:r>
              <a:rPr lang="zh-CN" altLang="en-US" dirty="0"/>
              <a:t>自发现</a:t>
            </a:r>
            <a:r>
              <a:rPr lang="en-US" altLang="zh-CN" dirty="0"/>
              <a:t>&amp;</a:t>
            </a:r>
            <a:r>
              <a:rPr lang="zh-CN" altLang="en-US" dirty="0"/>
              <a:t>连接</a:t>
            </a:r>
            <a:endParaRPr lang="zh-CN" altLang="en-US" dirty="0"/>
          </a:p>
        </p:txBody>
      </p:sp>
      <p:sp>
        <p:nvSpPr>
          <p:cNvPr id="3" name="文本占位符 2"/>
          <p:cNvSpPr>
            <a:spLocks noGrp="1"/>
          </p:cNvSpPr>
          <p:nvPr>
            <p:ph type="body" sz="quarter" idx="10"/>
          </p:nvPr>
        </p:nvSpPr>
        <p:spPr/>
        <p:txBody>
          <a:bodyPr/>
          <a:lstStyle/>
          <a:p>
            <a:r>
              <a:rPr lang="zh-CN" altLang="en-US" dirty="0"/>
              <a:t>分布式软总线提出自动发现设备，实现用户零等待的自发现体验，附近同账号的设备自动发现无需等待，自动安全连接。</a:t>
            </a:r>
            <a:endParaRPr lang="zh-CN" altLang="en-US" dirty="0"/>
          </a:p>
        </p:txBody>
      </p:sp>
      <p:pic>
        <p:nvPicPr>
          <p:cNvPr id="5" name="图片 4"/>
          <p:cNvPicPr>
            <a:picLocks noChangeAspect="1"/>
          </p:cNvPicPr>
          <p:nvPr/>
        </p:nvPicPr>
        <p:blipFill>
          <a:blip r:embed="rId1"/>
          <a:stretch>
            <a:fillRect/>
          </a:stretch>
        </p:blipFill>
        <p:spPr>
          <a:xfrm>
            <a:off x="1947849" y="2134337"/>
            <a:ext cx="8444377" cy="4066438"/>
          </a:xfrm>
          <a:prstGeom prst="rect">
            <a:avLst/>
          </a:prstGeom>
          <a:solidFill>
            <a:schemeClr val="tx1"/>
          </a:solidFill>
          <a:ln>
            <a:solidFill>
              <a:schemeClr val="bg2"/>
            </a:solidFill>
          </a:ln>
        </p:spPr>
      </p:pic>
      <p:sp>
        <p:nvSpPr>
          <p:cNvPr id="6" name="矩形 5"/>
          <p:cNvSpPr/>
          <p:nvPr/>
        </p:nvSpPr>
        <p:spPr>
          <a:xfrm>
            <a:off x="2743199" y="2641600"/>
            <a:ext cx="986971" cy="464457"/>
          </a:xfrm>
          <a:prstGeom prst="rect">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发现端</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7903027" y="3106057"/>
            <a:ext cx="1197430" cy="464457"/>
          </a:xfrm>
          <a:prstGeom prst="rect">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被发现端</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9336342" y="3933372"/>
            <a:ext cx="1128458" cy="609600"/>
          </a:xfrm>
          <a:prstGeom prst="roundRect">
            <a:avLst>
              <a:gd name="adj" fmla="val 35715"/>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创建</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zh-CN" altLang="en-US" sz="1400" dirty="0">
                <a:solidFill>
                  <a:schemeClr val="bg1"/>
                </a:solidFill>
                <a:latin typeface="微软雅黑" panose="020B0503020204020204" pitchFamily="34" charset="-122"/>
                <a:ea typeface="微软雅黑" panose="020B0503020204020204" pitchFamily="34" charset="-122"/>
              </a:rPr>
              <a:t>会话服务</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3" name="圆角矩形 12"/>
          <p:cNvSpPr/>
          <p:nvPr/>
        </p:nvSpPr>
        <p:spPr>
          <a:xfrm>
            <a:off x="8316740" y="4321629"/>
            <a:ext cx="1128458" cy="442686"/>
          </a:xfrm>
          <a:prstGeom prst="roundRect">
            <a:avLst>
              <a:gd name="adj" fmla="val 35715"/>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发布服务</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4" name="圆角矩形 13"/>
          <p:cNvSpPr/>
          <p:nvPr/>
        </p:nvSpPr>
        <p:spPr>
          <a:xfrm>
            <a:off x="9033368" y="4931229"/>
            <a:ext cx="1242745" cy="442686"/>
          </a:xfrm>
          <a:prstGeom prst="roundRect">
            <a:avLst>
              <a:gd name="adj" fmla="val 35715"/>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启动软总线</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2165370" y="3706415"/>
            <a:ext cx="1448686" cy="442686"/>
          </a:xfrm>
          <a:prstGeom prst="roundRect">
            <a:avLst>
              <a:gd name="adj" fmla="val 35715"/>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自发现</a:t>
            </a:r>
            <a:r>
              <a:rPr lang="en-US" altLang="zh-CN" sz="1400" dirty="0">
                <a:solidFill>
                  <a:schemeClr val="bg1"/>
                </a:solidFill>
                <a:latin typeface="微软雅黑" panose="020B0503020204020204" pitchFamily="34" charset="-122"/>
                <a:ea typeface="微软雅黑" panose="020B0503020204020204" pitchFamily="34" charset="-122"/>
              </a:rPr>
              <a:t>&amp;</a:t>
            </a:r>
            <a:r>
              <a:rPr lang="zh-CN" altLang="en-US" sz="1400" dirty="0">
                <a:solidFill>
                  <a:schemeClr val="bg1"/>
                </a:solidFill>
                <a:latin typeface="微软雅黑" panose="020B0503020204020204" pitchFamily="34" charset="-122"/>
                <a:ea typeface="微软雅黑" panose="020B0503020204020204" pitchFamily="34" charset="-122"/>
              </a:rPr>
              <a:t>连接</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6563200" y="4629716"/>
            <a:ext cx="1437882" cy="442686"/>
          </a:xfrm>
          <a:prstGeom prst="roundRect">
            <a:avLst>
              <a:gd name="adj" fmla="val 35715"/>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bg1"/>
                </a:solidFill>
                <a:latin typeface="微软雅黑" panose="020B0503020204020204" pitchFamily="34" charset="-122"/>
                <a:ea typeface="微软雅黑" panose="020B0503020204020204" pitchFamily="34" charset="-122"/>
              </a:rPr>
              <a:t>CoAP</a:t>
            </a:r>
            <a:r>
              <a:rPr lang="zh-CN" altLang="en-US" sz="1400" dirty="0">
                <a:solidFill>
                  <a:schemeClr val="bg1"/>
                </a:solidFill>
                <a:latin typeface="微软雅黑" panose="020B0503020204020204" pitchFamily="34" charset="-122"/>
                <a:ea typeface="微软雅黑" panose="020B0503020204020204" pitchFamily="34" charset="-122"/>
              </a:rPr>
              <a:t>协议响应</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2734174" y="4770890"/>
            <a:ext cx="1437882" cy="442686"/>
          </a:xfrm>
          <a:prstGeom prst="roundRect">
            <a:avLst>
              <a:gd name="adj" fmla="val 35715"/>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a:solidFill>
                  <a:schemeClr val="bg1"/>
                </a:solidFill>
                <a:latin typeface="微软雅黑" panose="020B0503020204020204" pitchFamily="34" charset="-122"/>
                <a:ea typeface="微软雅黑" panose="020B0503020204020204" pitchFamily="34" charset="-122"/>
              </a:rPr>
              <a:t>CoAP</a:t>
            </a:r>
            <a:r>
              <a:rPr lang="zh-CN" altLang="en-US" sz="1400" dirty="0">
                <a:solidFill>
                  <a:schemeClr val="bg1"/>
                </a:solidFill>
                <a:latin typeface="微软雅黑" panose="020B0503020204020204" pitchFamily="34" charset="-122"/>
                <a:ea typeface="微软雅黑" panose="020B0503020204020204" pitchFamily="34" charset="-122"/>
              </a:rPr>
              <a:t>协议广播</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3914717" y="3712029"/>
            <a:ext cx="1437882" cy="442686"/>
          </a:xfrm>
          <a:prstGeom prst="roundRect">
            <a:avLst>
              <a:gd name="adj" fmla="val 50000"/>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收到响应</a:t>
            </a:r>
            <a:endParaRPr lang="en-US" altLang="zh-CN" sz="1400" dirty="0">
              <a:solidFill>
                <a:schemeClr val="bg1"/>
              </a:solidFill>
              <a:latin typeface="微软雅黑" panose="020B0503020204020204" pitchFamily="34" charset="-122"/>
              <a:ea typeface="微软雅黑" panose="020B0503020204020204" pitchFamily="34" charset="-122"/>
            </a:endParaRPr>
          </a:p>
          <a:p>
            <a:pPr algn="ctr"/>
            <a:r>
              <a:rPr lang="zh-CN" altLang="en-US" sz="1400" dirty="0">
                <a:solidFill>
                  <a:schemeClr val="bg1"/>
                </a:solidFill>
                <a:latin typeface="微软雅黑" panose="020B0503020204020204" pitchFamily="34" charset="-122"/>
                <a:ea typeface="微软雅黑" panose="020B0503020204020204" pitchFamily="34" charset="-122"/>
              </a:rPr>
              <a:t>更新设备信息</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9" name="圆角矩形 18"/>
          <p:cNvSpPr/>
          <p:nvPr/>
        </p:nvSpPr>
        <p:spPr bwMode="white">
          <a:xfrm>
            <a:off x="4168045" y="3289952"/>
            <a:ext cx="1437882" cy="442686"/>
          </a:xfrm>
          <a:prstGeom prst="roundRect">
            <a:avLst>
              <a:gd name="adj" fmla="val 13934"/>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0" name="圆角矩形 19"/>
          <p:cNvSpPr/>
          <p:nvPr/>
        </p:nvSpPr>
        <p:spPr>
          <a:xfrm>
            <a:off x="4704912" y="5072401"/>
            <a:ext cx="2287876" cy="237929"/>
          </a:xfrm>
          <a:prstGeom prst="roundRect">
            <a:avLst>
              <a:gd name="adj" fmla="val 50000"/>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安全通信（文件、信息、流）</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1" name="圆角矩形 20"/>
          <p:cNvSpPr/>
          <p:nvPr/>
        </p:nvSpPr>
        <p:spPr>
          <a:xfrm>
            <a:off x="4623534" y="5564230"/>
            <a:ext cx="2450631" cy="336353"/>
          </a:xfrm>
          <a:prstGeom prst="roundRect">
            <a:avLst>
              <a:gd name="adj" fmla="val 50000"/>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bg1"/>
                </a:solidFill>
                <a:latin typeface="微软雅黑" panose="020B0503020204020204" pitchFamily="34" charset="-122"/>
                <a:ea typeface="微软雅黑" panose="020B0503020204020204" pitchFamily="34" charset="-122"/>
              </a:rPr>
              <a:t>HarmonyOS</a:t>
            </a: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分布式软总线</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2" name="圆角矩形 21"/>
          <p:cNvSpPr/>
          <p:nvPr/>
        </p:nvSpPr>
        <p:spPr>
          <a:xfrm>
            <a:off x="2184452" y="5645757"/>
            <a:ext cx="2450631" cy="336353"/>
          </a:xfrm>
          <a:prstGeom prst="roundRect">
            <a:avLst>
              <a:gd name="adj" fmla="val 50000"/>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微软雅黑" panose="020B0503020204020204" pitchFamily="34" charset="-122"/>
                <a:ea typeface="微软雅黑" panose="020B0503020204020204" pitchFamily="34" charset="-122"/>
              </a:rPr>
              <a:t>Wi-Fi</a:t>
            </a:r>
            <a:r>
              <a:rPr lang="zh-CN" altLang="en-US" sz="1200">
                <a:solidFill>
                  <a:schemeClr val="bg1"/>
                </a:solidFill>
                <a:latin typeface="微软雅黑" panose="020B0503020204020204" pitchFamily="34" charset="-122"/>
                <a:ea typeface="微软雅黑" panose="020B0503020204020204" pitchFamily="34" charset="-122"/>
              </a:rPr>
              <a:t>、</a:t>
            </a:r>
            <a:r>
              <a:rPr lang="en-US" altLang="zh-CN" sz="1200">
                <a:solidFill>
                  <a:schemeClr val="bg1"/>
                </a:solidFill>
                <a:latin typeface="微软雅黑" panose="020B0503020204020204" pitchFamily="34" charset="-122"/>
                <a:ea typeface="微软雅黑" panose="020B0503020204020204" pitchFamily="34" charset="-122"/>
              </a:rPr>
              <a:t>Bluetooth</a:t>
            </a:r>
            <a:r>
              <a:rPr lang="zh-CN" altLang="en-US" sz="1200">
                <a:solidFill>
                  <a:schemeClr val="bg1"/>
                </a:solidFill>
                <a:latin typeface="微软雅黑" panose="020B0503020204020204" pitchFamily="34" charset="-122"/>
                <a:ea typeface="微软雅黑" panose="020B0503020204020204" pitchFamily="34" charset="-122"/>
              </a:rPr>
              <a:t>、</a:t>
            </a:r>
            <a:r>
              <a:rPr lang="en-US" altLang="zh-CN" sz="1200" dirty="0">
                <a:solidFill>
                  <a:schemeClr val="bg1"/>
                </a:solidFill>
                <a:latin typeface="微软雅黑" panose="020B0503020204020204" pitchFamily="34" charset="-122"/>
                <a:ea typeface="微软雅黑" panose="020B0503020204020204" pitchFamily="34" charset="-122"/>
              </a:rPr>
              <a:t>NFC</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分布式软总线 </a:t>
            </a:r>
            <a:r>
              <a:rPr lang="en-US" altLang="zh-CN" dirty="0"/>
              <a:t>- </a:t>
            </a:r>
            <a:r>
              <a:rPr lang="zh-CN" altLang="en-US" dirty="0"/>
              <a:t>多设备互联、组网</a:t>
            </a:r>
            <a:endParaRPr lang="zh-CN" altLang="en-US" dirty="0"/>
          </a:p>
        </p:txBody>
      </p:sp>
      <p:sp>
        <p:nvSpPr>
          <p:cNvPr id="3" name="文本占位符 2"/>
          <p:cNvSpPr>
            <a:spLocks noGrp="1"/>
          </p:cNvSpPr>
          <p:nvPr>
            <p:ph type="body" sz="quarter" idx="10"/>
          </p:nvPr>
        </p:nvSpPr>
        <p:spPr/>
        <p:txBody>
          <a:bodyPr/>
          <a:lstStyle/>
          <a:p>
            <a:r>
              <a:rPr lang="zh-CN" altLang="en-US" dirty="0"/>
              <a:t>分布式软总线提出了异构网络组网，自动构建一个逻辑全连接网络，以解决设备间不同协议交互的问题。</a:t>
            </a:r>
            <a:endParaRPr lang="zh-CN" altLang="en-US" dirty="0"/>
          </a:p>
        </p:txBody>
      </p:sp>
      <p:grpSp>
        <p:nvGrpSpPr>
          <p:cNvPr id="532" name="组合 531"/>
          <p:cNvGrpSpPr/>
          <p:nvPr/>
        </p:nvGrpSpPr>
        <p:grpSpPr>
          <a:xfrm>
            <a:off x="2156311" y="2054630"/>
            <a:ext cx="7892077" cy="3705512"/>
            <a:chOff x="3195023" y="1933288"/>
            <a:chExt cx="7892077" cy="3705512"/>
          </a:xfrm>
          <a:solidFill>
            <a:schemeClr val="tx1"/>
          </a:solidFill>
        </p:grpSpPr>
        <p:sp>
          <p:nvSpPr>
            <p:cNvPr id="17" name="Freeform 375"/>
            <p:cNvSpPr>
              <a:spLocks noEditPoints="1"/>
            </p:cNvSpPr>
            <p:nvPr/>
          </p:nvSpPr>
          <p:spPr bwMode="auto">
            <a:xfrm>
              <a:off x="3294421" y="2198271"/>
              <a:ext cx="410190" cy="547436"/>
            </a:xfrm>
            <a:custGeom>
              <a:avLst/>
              <a:gdLst>
                <a:gd name="T0" fmla="*/ 2147483646 w 190"/>
                <a:gd name="T1" fmla="*/ 0 h 242"/>
                <a:gd name="T2" fmla="*/ 0 w 190"/>
                <a:gd name="T3" fmla="*/ 2147483646 h 242"/>
                <a:gd name="T4" fmla="*/ 0 w 190"/>
                <a:gd name="T5" fmla="*/ 2147483646 h 242"/>
                <a:gd name="T6" fmla="*/ 0 w 190"/>
                <a:gd name="T7" fmla="*/ 2147483646 h 242"/>
                <a:gd name="T8" fmla="*/ 2147483646 w 190"/>
                <a:gd name="T9" fmla="*/ 2147483646 h 242"/>
                <a:gd name="T10" fmla="*/ 2147483646 w 190"/>
                <a:gd name="T11" fmla="*/ 2147483646 h 242"/>
                <a:gd name="T12" fmla="*/ 2147483646 w 190"/>
                <a:gd name="T13" fmla="*/ 2147483646 h 242"/>
                <a:gd name="T14" fmla="*/ 2147483646 w 190"/>
                <a:gd name="T15" fmla="*/ 2147483646 h 242"/>
                <a:gd name="T16" fmla="*/ 2147483646 w 190"/>
                <a:gd name="T17" fmla="*/ 2147483646 h 242"/>
                <a:gd name="T18" fmla="*/ 2147483646 w 190"/>
                <a:gd name="T19" fmla="*/ 2147483646 h 242"/>
                <a:gd name="T20" fmla="*/ 2147483646 w 190"/>
                <a:gd name="T21" fmla="*/ 2147483646 h 242"/>
                <a:gd name="T22" fmla="*/ 2147483646 w 190"/>
                <a:gd name="T23" fmla="*/ 2147483646 h 242"/>
                <a:gd name="T24" fmla="*/ 2147483646 w 190"/>
                <a:gd name="T25" fmla="*/ 2147483646 h 242"/>
                <a:gd name="T26" fmla="*/ 2147483646 w 190"/>
                <a:gd name="T27" fmla="*/ 2147483646 h 242"/>
                <a:gd name="T28" fmla="*/ 2147483646 w 190"/>
                <a:gd name="T29" fmla="*/ 2147483646 h 242"/>
                <a:gd name="T30" fmla="*/ 2147483646 w 190"/>
                <a:gd name="T31" fmla="*/ 2147483646 h 242"/>
                <a:gd name="T32" fmla="*/ 2147483646 w 190"/>
                <a:gd name="T33" fmla="*/ 2147483646 h 242"/>
                <a:gd name="T34" fmla="*/ 2147483646 w 190"/>
                <a:gd name="T35" fmla="*/ 2147483646 h 242"/>
                <a:gd name="T36" fmla="*/ 2147483646 w 190"/>
                <a:gd name="T37" fmla="*/ 2147483646 h 242"/>
                <a:gd name="T38" fmla="*/ 2147483646 w 190"/>
                <a:gd name="T39" fmla="*/ 2147483646 h 242"/>
                <a:gd name="T40" fmla="*/ 2147483646 w 190"/>
                <a:gd name="T41" fmla="*/ 2147483646 h 242"/>
                <a:gd name="T42" fmla="*/ 2147483646 w 190"/>
                <a:gd name="T43" fmla="*/ 2147483646 h 242"/>
                <a:gd name="T44" fmla="*/ 2147483646 w 190"/>
                <a:gd name="T45" fmla="*/ 0 h 242"/>
                <a:gd name="T46" fmla="*/ 2147483646 w 190"/>
                <a:gd name="T47" fmla="*/ 2147483646 h 242"/>
                <a:gd name="T48" fmla="*/ 2147483646 w 190"/>
                <a:gd name="T49" fmla="*/ 2147483646 h 242"/>
                <a:gd name="T50" fmla="*/ 2147483646 w 190"/>
                <a:gd name="T51" fmla="*/ 2147483646 h 242"/>
                <a:gd name="T52" fmla="*/ 2147483646 w 190"/>
                <a:gd name="T53" fmla="*/ 2147483646 h 242"/>
                <a:gd name="T54" fmla="*/ 2147483646 w 190"/>
                <a:gd name="T55" fmla="*/ 2147483646 h 242"/>
                <a:gd name="T56" fmla="*/ 2147483646 w 190"/>
                <a:gd name="T57" fmla="*/ 2147483646 h 242"/>
                <a:gd name="T58" fmla="*/ 2147483646 w 190"/>
                <a:gd name="T59" fmla="*/ 2147483646 h 242"/>
                <a:gd name="T60" fmla="*/ 2147483646 w 190"/>
                <a:gd name="T61" fmla="*/ 2147483646 h 242"/>
                <a:gd name="T62" fmla="*/ 2147483646 w 190"/>
                <a:gd name="T63" fmla="*/ 2147483646 h 242"/>
                <a:gd name="T64" fmla="*/ 2147483646 w 190"/>
                <a:gd name="T65" fmla="*/ 2147483646 h 242"/>
                <a:gd name="T66" fmla="*/ 2147483646 w 190"/>
                <a:gd name="T67" fmla="*/ 2147483646 h 242"/>
                <a:gd name="T68" fmla="*/ 2147483646 w 190"/>
                <a:gd name="T69" fmla="*/ 2147483646 h 242"/>
                <a:gd name="T70" fmla="*/ 2147483646 w 190"/>
                <a:gd name="T71" fmla="*/ 2147483646 h 242"/>
                <a:gd name="T72" fmla="*/ 2147483646 w 190"/>
                <a:gd name="T73" fmla="*/ 2147483646 h 242"/>
                <a:gd name="T74" fmla="*/ 2147483646 w 190"/>
                <a:gd name="T75" fmla="*/ 2147483646 h 242"/>
                <a:gd name="T76" fmla="*/ 2147483646 w 190"/>
                <a:gd name="T77" fmla="*/ 2147483646 h 242"/>
                <a:gd name="T78" fmla="*/ 2147483646 w 190"/>
                <a:gd name="T79" fmla="*/ 2147483646 h 242"/>
                <a:gd name="T80" fmla="*/ 2147483646 w 190"/>
                <a:gd name="T81" fmla="*/ 2147483646 h 242"/>
                <a:gd name="T82" fmla="*/ 2147483646 w 190"/>
                <a:gd name="T83" fmla="*/ 2147483646 h 24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90"/>
                <a:gd name="T127" fmla="*/ 0 h 242"/>
                <a:gd name="T128" fmla="*/ 190 w 190"/>
                <a:gd name="T129" fmla="*/ 242 h 24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90" h="242">
                  <a:moveTo>
                    <a:pt x="95" y="0"/>
                  </a:moveTo>
                  <a:cubicBezTo>
                    <a:pt x="42" y="0"/>
                    <a:pt x="0" y="21"/>
                    <a:pt x="0" y="47"/>
                  </a:cubicBezTo>
                  <a:cubicBezTo>
                    <a:pt x="0" y="190"/>
                    <a:pt x="0" y="190"/>
                    <a:pt x="0" y="190"/>
                  </a:cubicBezTo>
                  <a:cubicBezTo>
                    <a:pt x="0" y="190"/>
                    <a:pt x="0" y="190"/>
                    <a:pt x="0" y="190"/>
                  </a:cubicBezTo>
                  <a:cubicBezTo>
                    <a:pt x="2" y="210"/>
                    <a:pt x="27" y="227"/>
                    <a:pt x="64" y="233"/>
                  </a:cubicBezTo>
                  <a:cubicBezTo>
                    <a:pt x="66" y="238"/>
                    <a:pt x="71" y="242"/>
                    <a:pt x="76" y="242"/>
                  </a:cubicBezTo>
                  <a:cubicBezTo>
                    <a:pt x="83" y="242"/>
                    <a:pt x="89" y="236"/>
                    <a:pt x="89" y="229"/>
                  </a:cubicBezTo>
                  <a:cubicBezTo>
                    <a:pt x="89" y="222"/>
                    <a:pt x="83" y="217"/>
                    <a:pt x="76" y="217"/>
                  </a:cubicBezTo>
                  <a:cubicBezTo>
                    <a:pt x="72" y="217"/>
                    <a:pt x="68" y="219"/>
                    <a:pt x="66" y="222"/>
                  </a:cubicBezTo>
                  <a:cubicBezTo>
                    <a:pt x="34" y="217"/>
                    <a:pt x="11" y="203"/>
                    <a:pt x="11" y="188"/>
                  </a:cubicBezTo>
                  <a:cubicBezTo>
                    <a:pt x="11" y="164"/>
                    <a:pt x="11" y="164"/>
                    <a:pt x="11" y="164"/>
                  </a:cubicBezTo>
                  <a:cubicBezTo>
                    <a:pt x="27" y="179"/>
                    <a:pt x="58" y="189"/>
                    <a:pt x="95" y="189"/>
                  </a:cubicBezTo>
                  <a:cubicBezTo>
                    <a:pt x="132" y="189"/>
                    <a:pt x="163" y="179"/>
                    <a:pt x="179" y="164"/>
                  </a:cubicBezTo>
                  <a:cubicBezTo>
                    <a:pt x="179" y="188"/>
                    <a:pt x="179" y="188"/>
                    <a:pt x="179" y="188"/>
                  </a:cubicBezTo>
                  <a:cubicBezTo>
                    <a:pt x="179" y="203"/>
                    <a:pt x="156" y="217"/>
                    <a:pt x="124" y="222"/>
                  </a:cubicBezTo>
                  <a:cubicBezTo>
                    <a:pt x="122" y="219"/>
                    <a:pt x="118" y="217"/>
                    <a:pt x="114" y="217"/>
                  </a:cubicBezTo>
                  <a:cubicBezTo>
                    <a:pt x="107" y="217"/>
                    <a:pt x="101" y="222"/>
                    <a:pt x="101" y="229"/>
                  </a:cubicBezTo>
                  <a:cubicBezTo>
                    <a:pt x="101" y="236"/>
                    <a:pt x="107" y="242"/>
                    <a:pt x="114" y="242"/>
                  </a:cubicBezTo>
                  <a:cubicBezTo>
                    <a:pt x="119" y="242"/>
                    <a:pt x="124" y="238"/>
                    <a:pt x="126" y="233"/>
                  </a:cubicBezTo>
                  <a:cubicBezTo>
                    <a:pt x="163" y="227"/>
                    <a:pt x="188" y="210"/>
                    <a:pt x="190" y="190"/>
                  </a:cubicBezTo>
                  <a:cubicBezTo>
                    <a:pt x="190" y="190"/>
                    <a:pt x="190" y="190"/>
                    <a:pt x="190" y="190"/>
                  </a:cubicBezTo>
                  <a:cubicBezTo>
                    <a:pt x="190" y="47"/>
                    <a:pt x="190" y="47"/>
                    <a:pt x="190" y="47"/>
                  </a:cubicBezTo>
                  <a:cubicBezTo>
                    <a:pt x="190" y="21"/>
                    <a:pt x="148" y="0"/>
                    <a:pt x="95" y="0"/>
                  </a:cubicBezTo>
                  <a:close/>
                  <a:moveTo>
                    <a:pt x="95" y="11"/>
                  </a:moveTo>
                  <a:cubicBezTo>
                    <a:pt x="145" y="11"/>
                    <a:pt x="179" y="30"/>
                    <a:pt x="179" y="47"/>
                  </a:cubicBezTo>
                  <a:cubicBezTo>
                    <a:pt x="179" y="65"/>
                    <a:pt x="145" y="84"/>
                    <a:pt x="95" y="84"/>
                  </a:cubicBezTo>
                  <a:cubicBezTo>
                    <a:pt x="45" y="84"/>
                    <a:pt x="11" y="65"/>
                    <a:pt x="11" y="47"/>
                  </a:cubicBezTo>
                  <a:cubicBezTo>
                    <a:pt x="11" y="30"/>
                    <a:pt x="45" y="11"/>
                    <a:pt x="95" y="11"/>
                  </a:cubicBezTo>
                  <a:close/>
                  <a:moveTo>
                    <a:pt x="95" y="178"/>
                  </a:moveTo>
                  <a:cubicBezTo>
                    <a:pt x="45" y="178"/>
                    <a:pt x="11" y="159"/>
                    <a:pt x="11" y="141"/>
                  </a:cubicBezTo>
                  <a:cubicBezTo>
                    <a:pt x="11" y="117"/>
                    <a:pt x="11" y="117"/>
                    <a:pt x="11" y="117"/>
                  </a:cubicBezTo>
                  <a:cubicBezTo>
                    <a:pt x="27" y="132"/>
                    <a:pt x="58" y="142"/>
                    <a:pt x="95" y="142"/>
                  </a:cubicBezTo>
                  <a:cubicBezTo>
                    <a:pt x="132" y="142"/>
                    <a:pt x="163" y="132"/>
                    <a:pt x="179" y="117"/>
                  </a:cubicBezTo>
                  <a:cubicBezTo>
                    <a:pt x="179" y="141"/>
                    <a:pt x="179" y="141"/>
                    <a:pt x="179" y="141"/>
                  </a:cubicBezTo>
                  <a:cubicBezTo>
                    <a:pt x="179" y="159"/>
                    <a:pt x="145" y="178"/>
                    <a:pt x="95" y="178"/>
                  </a:cubicBezTo>
                  <a:close/>
                  <a:moveTo>
                    <a:pt x="95" y="131"/>
                  </a:moveTo>
                  <a:cubicBezTo>
                    <a:pt x="45" y="131"/>
                    <a:pt x="11" y="112"/>
                    <a:pt x="11" y="94"/>
                  </a:cubicBezTo>
                  <a:cubicBezTo>
                    <a:pt x="11" y="70"/>
                    <a:pt x="11" y="70"/>
                    <a:pt x="11" y="70"/>
                  </a:cubicBezTo>
                  <a:cubicBezTo>
                    <a:pt x="27" y="85"/>
                    <a:pt x="58" y="95"/>
                    <a:pt x="95" y="95"/>
                  </a:cubicBezTo>
                  <a:cubicBezTo>
                    <a:pt x="132" y="95"/>
                    <a:pt x="163" y="85"/>
                    <a:pt x="179" y="70"/>
                  </a:cubicBezTo>
                  <a:cubicBezTo>
                    <a:pt x="179" y="94"/>
                    <a:pt x="179" y="94"/>
                    <a:pt x="179" y="94"/>
                  </a:cubicBezTo>
                  <a:cubicBezTo>
                    <a:pt x="179" y="112"/>
                    <a:pt x="145" y="131"/>
                    <a:pt x="95" y="131"/>
                  </a:cubicBez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9" name="云形 18"/>
            <p:cNvSpPr/>
            <p:nvPr/>
          </p:nvSpPr>
          <p:spPr>
            <a:xfrm>
              <a:off x="3195023" y="2971800"/>
              <a:ext cx="628036" cy="319088"/>
            </a:xfrm>
            <a:prstGeom prst="cloud">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0" name="组合 18"/>
            <p:cNvGrpSpPr/>
            <p:nvPr/>
          </p:nvGrpSpPr>
          <p:grpSpPr>
            <a:xfrm>
              <a:off x="3255182" y="3593921"/>
              <a:ext cx="529068" cy="447349"/>
              <a:chOff x="4193" y="6830"/>
              <a:chExt cx="1284" cy="1308"/>
            </a:xfrm>
            <a:grpFill/>
          </p:grpSpPr>
          <p:sp>
            <p:nvSpPr>
              <p:cNvPr id="21" name="任意多边形 3549"/>
              <p:cNvSpPr/>
              <p:nvPr/>
            </p:nvSpPr>
            <p:spPr>
              <a:xfrm>
                <a:off x="5230" y="7570"/>
                <a:ext cx="45" cy="528"/>
              </a:xfrm>
              <a:custGeom>
                <a:avLst/>
                <a:gdLst/>
                <a:ahLst/>
                <a:cxnLst>
                  <a:cxn ang="0">
                    <a:pos x="22" y="527"/>
                  </a:cxn>
                  <a:cxn ang="0">
                    <a:pos x="0" y="505"/>
                  </a:cxn>
                  <a:cxn ang="0">
                    <a:pos x="0" y="22"/>
                  </a:cxn>
                  <a:cxn ang="0">
                    <a:pos x="22" y="0"/>
                  </a:cxn>
                  <a:cxn ang="0">
                    <a:pos x="44" y="22"/>
                  </a:cxn>
                  <a:cxn ang="0">
                    <a:pos x="44" y="505"/>
                  </a:cxn>
                  <a:cxn ang="0">
                    <a:pos x="22" y="527"/>
                  </a:cxn>
                </a:cxnLst>
                <a:rect l="0" t="0" r="0" b="0"/>
                <a:pathLst>
                  <a:path w="79" h="932">
                    <a:moveTo>
                      <a:pt x="39" y="931"/>
                    </a:moveTo>
                    <a:cubicBezTo>
                      <a:pt x="17" y="931"/>
                      <a:pt x="0" y="914"/>
                      <a:pt x="0" y="892"/>
                    </a:cubicBezTo>
                    <a:lnTo>
                      <a:pt x="0" y="39"/>
                    </a:lnTo>
                    <a:cubicBezTo>
                      <a:pt x="0" y="17"/>
                      <a:pt x="17" y="0"/>
                      <a:pt x="39" y="0"/>
                    </a:cubicBezTo>
                    <a:cubicBezTo>
                      <a:pt x="61" y="0"/>
                      <a:pt x="78" y="17"/>
                      <a:pt x="78" y="39"/>
                    </a:cubicBezTo>
                    <a:lnTo>
                      <a:pt x="78" y="892"/>
                    </a:lnTo>
                    <a:cubicBezTo>
                      <a:pt x="78" y="914"/>
                      <a:pt x="61" y="931"/>
                      <a:pt x="39" y="931"/>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2" name="任意多边形 3550"/>
              <p:cNvSpPr/>
              <p:nvPr/>
            </p:nvSpPr>
            <p:spPr>
              <a:xfrm>
                <a:off x="4193" y="6830"/>
                <a:ext cx="837" cy="1270"/>
              </a:xfrm>
              <a:custGeom>
                <a:avLst/>
                <a:gdLst/>
                <a:ahLst/>
                <a:cxnLst>
                  <a:cxn ang="0">
                    <a:pos x="813" y="1269"/>
                  </a:cxn>
                  <a:cxn ang="0">
                    <a:pos x="213" y="1269"/>
                  </a:cxn>
                  <a:cxn ang="0">
                    <a:pos x="191" y="1247"/>
                  </a:cxn>
                  <a:cxn ang="0">
                    <a:pos x="191" y="911"/>
                  </a:cxn>
                  <a:cxn ang="0">
                    <a:pos x="7" y="830"/>
                  </a:cxn>
                  <a:cxn ang="0">
                    <a:pos x="75" y="643"/>
                  </a:cxn>
                  <a:cxn ang="0">
                    <a:pos x="147" y="537"/>
                  </a:cxn>
                  <a:cxn ang="0">
                    <a:pos x="651" y="1"/>
                  </a:cxn>
                  <a:cxn ang="0">
                    <a:pos x="676" y="22"/>
                  </a:cxn>
                  <a:cxn ang="0">
                    <a:pos x="656" y="46"/>
                  </a:cxn>
                  <a:cxn ang="0">
                    <a:pos x="192" y="546"/>
                  </a:cxn>
                  <a:cxn ang="0">
                    <a:pos x="187" y="559"/>
                  </a:cxn>
                  <a:cxn ang="0">
                    <a:pos x="51" y="822"/>
                  </a:cxn>
                  <a:cxn ang="0">
                    <a:pos x="212" y="865"/>
                  </a:cxn>
                  <a:cxn ang="0">
                    <a:pos x="229" y="871"/>
                  </a:cxn>
                  <a:cxn ang="0">
                    <a:pos x="237" y="888"/>
                  </a:cxn>
                  <a:cxn ang="0">
                    <a:pos x="237" y="1226"/>
                  </a:cxn>
                  <a:cxn ang="0">
                    <a:pos x="814" y="1226"/>
                  </a:cxn>
                  <a:cxn ang="0">
                    <a:pos x="836" y="1247"/>
                  </a:cxn>
                  <a:cxn ang="0">
                    <a:pos x="813" y="1269"/>
                  </a:cxn>
                </a:cxnLst>
                <a:rect l="0" t="0" r="0" b="0"/>
                <a:pathLst>
                  <a:path w="1479" h="2238">
                    <a:moveTo>
                      <a:pt x="1436" y="2237"/>
                    </a:moveTo>
                    <a:lnTo>
                      <a:pt x="376" y="2237"/>
                    </a:lnTo>
                    <a:cubicBezTo>
                      <a:pt x="354" y="2237"/>
                      <a:pt x="337" y="2220"/>
                      <a:pt x="337" y="2198"/>
                    </a:cubicBezTo>
                    <a:lnTo>
                      <a:pt x="337" y="1606"/>
                    </a:lnTo>
                    <a:cubicBezTo>
                      <a:pt x="242" y="1611"/>
                      <a:pt x="35" y="1602"/>
                      <a:pt x="12" y="1462"/>
                    </a:cubicBezTo>
                    <a:cubicBezTo>
                      <a:pt x="0" y="1392"/>
                      <a:pt x="40" y="1283"/>
                      <a:pt x="132" y="1133"/>
                    </a:cubicBezTo>
                    <a:cubicBezTo>
                      <a:pt x="185" y="1048"/>
                      <a:pt x="239" y="975"/>
                      <a:pt x="260" y="947"/>
                    </a:cubicBezTo>
                    <a:cubicBezTo>
                      <a:pt x="267" y="836"/>
                      <a:pt x="351" y="69"/>
                      <a:pt x="1151" y="2"/>
                    </a:cubicBezTo>
                    <a:cubicBezTo>
                      <a:pt x="1173" y="0"/>
                      <a:pt x="1192" y="16"/>
                      <a:pt x="1195" y="38"/>
                    </a:cubicBezTo>
                    <a:cubicBezTo>
                      <a:pt x="1197" y="59"/>
                      <a:pt x="1181" y="78"/>
                      <a:pt x="1159" y="81"/>
                    </a:cubicBezTo>
                    <a:cubicBezTo>
                      <a:pt x="375" y="148"/>
                      <a:pt x="340" y="929"/>
                      <a:pt x="339" y="962"/>
                    </a:cubicBezTo>
                    <a:cubicBezTo>
                      <a:pt x="339" y="970"/>
                      <a:pt x="334" y="978"/>
                      <a:pt x="331" y="985"/>
                    </a:cubicBezTo>
                    <a:cubicBezTo>
                      <a:pt x="232" y="1115"/>
                      <a:pt x="77" y="1354"/>
                      <a:pt x="91" y="1449"/>
                    </a:cubicBezTo>
                    <a:cubicBezTo>
                      <a:pt x="105" y="1527"/>
                      <a:pt x="288" y="1535"/>
                      <a:pt x="375" y="1525"/>
                    </a:cubicBezTo>
                    <a:cubicBezTo>
                      <a:pt x="387" y="1524"/>
                      <a:pt x="396" y="1527"/>
                      <a:pt x="404" y="1535"/>
                    </a:cubicBezTo>
                    <a:cubicBezTo>
                      <a:pt x="411" y="1543"/>
                      <a:pt x="418" y="1552"/>
                      <a:pt x="418" y="1564"/>
                    </a:cubicBezTo>
                    <a:lnTo>
                      <a:pt x="418" y="2160"/>
                    </a:lnTo>
                    <a:lnTo>
                      <a:pt x="1439" y="2160"/>
                    </a:lnTo>
                    <a:cubicBezTo>
                      <a:pt x="1461" y="2160"/>
                      <a:pt x="1478" y="2177"/>
                      <a:pt x="1478" y="2198"/>
                    </a:cubicBezTo>
                    <a:cubicBezTo>
                      <a:pt x="1478" y="2220"/>
                      <a:pt x="1456" y="2237"/>
                      <a:pt x="1436" y="2237"/>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3" name="任意多边形 3551"/>
              <p:cNvSpPr/>
              <p:nvPr/>
            </p:nvSpPr>
            <p:spPr>
              <a:xfrm>
                <a:off x="4930" y="7188"/>
                <a:ext cx="128" cy="267"/>
              </a:xfrm>
              <a:custGeom>
                <a:avLst/>
                <a:gdLst/>
                <a:ahLst/>
                <a:cxnLst>
                  <a:cxn ang="0">
                    <a:pos x="17" y="266"/>
                  </a:cxn>
                  <a:cxn ang="0">
                    <a:pos x="11" y="265"/>
                  </a:cxn>
                  <a:cxn ang="0">
                    <a:pos x="3" y="248"/>
                  </a:cxn>
                  <a:cxn ang="0">
                    <a:pos x="98" y="11"/>
                  </a:cxn>
                  <a:cxn ang="0">
                    <a:pos x="116" y="3"/>
                  </a:cxn>
                  <a:cxn ang="0">
                    <a:pos x="124" y="21"/>
                  </a:cxn>
                  <a:cxn ang="0">
                    <a:pos x="29" y="257"/>
                  </a:cxn>
                  <a:cxn ang="0">
                    <a:pos x="17" y="266"/>
                  </a:cxn>
                </a:cxnLst>
                <a:rect l="0" t="0" r="0" b="0"/>
                <a:pathLst>
                  <a:path w="223" h="474">
                    <a:moveTo>
                      <a:pt x="29" y="473"/>
                    </a:moveTo>
                    <a:cubicBezTo>
                      <a:pt x="25" y="473"/>
                      <a:pt x="23" y="473"/>
                      <a:pt x="20" y="471"/>
                    </a:cubicBezTo>
                    <a:cubicBezTo>
                      <a:pt x="7" y="465"/>
                      <a:pt x="0" y="451"/>
                      <a:pt x="6" y="440"/>
                    </a:cubicBezTo>
                    <a:lnTo>
                      <a:pt x="171" y="20"/>
                    </a:lnTo>
                    <a:cubicBezTo>
                      <a:pt x="177" y="7"/>
                      <a:pt x="191" y="0"/>
                      <a:pt x="202" y="6"/>
                    </a:cubicBezTo>
                    <a:cubicBezTo>
                      <a:pt x="214" y="12"/>
                      <a:pt x="222" y="26"/>
                      <a:pt x="216" y="37"/>
                    </a:cubicBezTo>
                    <a:lnTo>
                      <a:pt x="51" y="457"/>
                    </a:lnTo>
                    <a:cubicBezTo>
                      <a:pt x="49" y="468"/>
                      <a:pt x="39" y="473"/>
                      <a:pt x="29" y="473"/>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4" name="任意多边形 3552"/>
              <p:cNvSpPr/>
              <p:nvPr/>
            </p:nvSpPr>
            <p:spPr>
              <a:xfrm>
                <a:off x="5023" y="7188"/>
                <a:ext cx="127" cy="267"/>
              </a:xfrm>
              <a:custGeom>
                <a:avLst/>
                <a:gdLst/>
                <a:ahLst/>
                <a:cxnLst>
                  <a:cxn ang="0">
                    <a:pos x="111" y="266"/>
                  </a:cxn>
                  <a:cxn ang="0">
                    <a:pos x="97" y="257"/>
                  </a:cxn>
                  <a:cxn ang="0">
                    <a:pos x="3" y="21"/>
                  </a:cxn>
                  <a:cxn ang="0">
                    <a:pos x="11" y="3"/>
                  </a:cxn>
                  <a:cxn ang="0">
                    <a:pos x="29" y="11"/>
                  </a:cxn>
                  <a:cxn ang="0">
                    <a:pos x="123" y="248"/>
                  </a:cxn>
                  <a:cxn ang="0">
                    <a:pos x="115" y="265"/>
                  </a:cxn>
                  <a:cxn ang="0">
                    <a:pos x="111" y="266"/>
                  </a:cxn>
                </a:cxnLst>
                <a:rect l="0" t="0" r="0" b="0"/>
                <a:pathLst>
                  <a:path w="224" h="474">
                    <a:moveTo>
                      <a:pt x="195" y="473"/>
                    </a:moveTo>
                    <a:cubicBezTo>
                      <a:pt x="185" y="473"/>
                      <a:pt x="175" y="466"/>
                      <a:pt x="171" y="457"/>
                    </a:cubicBezTo>
                    <a:lnTo>
                      <a:pt x="6" y="37"/>
                    </a:lnTo>
                    <a:cubicBezTo>
                      <a:pt x="0" y="24"/>
                      <a:pt x="8" y="9"/>
                      <a:pt x="20" y="6"/>
                    </a:cubicBezTo>
                    <a:cubicBezTo>
                      <a:pt x="33" y="0"/>
                      <a:pt x="48" y="7"/>
                      <a:pt x="52" y="20"/>
                    </a:cubicBezTo>
                    <a:lnTo>
                      <a:pt x="217" y="440"/>
                    </a:lnTo>
                    <a:cubicBezTo>
                      <a:pt x="223" y="452"/>
                      <a:pt x="215" y="468"/>
                      <a:pt x="203" y="471"/>
                    </a:cubicBezTo>
                    <a:cubicBezTo>
                      <a:pt x="203" y="473"/>
                      <a:pt x="199" y="473"/>
                      <a:pt x="195" y="473"/>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5" name="任意多边形 3553"/>
              <p:cNvSpPr/>
              <p:nvPr/>
            </p:nvSpPr>
            <p:spPr>
              <a:xfrm>
                <a:off x="5208" y="7193"/>
                <a:ext cx="27" cy="265"/>
              </a:xfrm>
              <a:custGeom>
                <a:avLst/>
                <a:gdLst/>
                <a:ahLst/>
                <a:cxnLst>
                  <a:cxn ang="0">
                    <a:pos x="13" y="264"/>
                  </a:cxn>
                  <a:cxn ang="0">
                    <a:pos x="0" y="251"/>
                  </a:cxn>
                  <a:cxn ang="0">
                    <a:pos x="0" y="13"/>
                  </a:cxn>
                  <a:cxn ang="0">
                    <a:pos x="13" y="0"/>
                  </a:cxn>
                  <a:cxn ang="0">
                    <a:pos x="26" y="13"/>
                  </a:cxn>
                  <a:cxn ang="0">
                    <a:pos x="26" y="251"/>
                  </a:cxn>
                  <a:cxn ang="0">
                    <a:pos x="13" y="264"/>
                  </a:cxn>
                </a:cxnLst>
                <a:rect l="0" t="0" r="0" b="0"/>
                <a:pathLst>
                  <a:path w="49" h="468">
                    <a:moveTo>
                      <a:pt x="23" y="467"/>
                    </a:moveTo>
                    <a:cubicBezTo>
                      <a:pt x="9" y="467"/>
                      <a:pt x="0" y="454"/>
                      <a:pt x="0" y="443"/>
                    </a:cubicBezTo>
                    <a:lnTo>
                      <a:pt x="0" y="23"/>
                    </a:lnTo>
                    <a:cubicBezTo>
                      <a:pt x="0" y="9"/>
                      <a:pt x="13" y="0"/>
                      <a:pt x="23" y="0"/>
                    </a:cubicBezTo>
                    <a:cubicBezTo>
                      <a:pt x="36" y="0"/>
                      <a:pt x="47" y="12"/>
                      <a:pt x="47" y="23"/>
                    </a:cubicBezTo>
                    <a:lnTo>
                      <a:pt x="47" y="443"/>
                    </a:lnTo>
                    <a:cubicBezTo>
                      <a:pt x="48" y="457"/>
                      <a:pt x="37" y="467"/>
                      <a:pt x="23" y="467"/>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6" name="任意多边形 3554"/>
              <p:cNvSpPr/>
              <p:nvPr/>
            </p:nvSpPr>
            <p:spPr>
              <a:xfrm>
                <a:off x="4968" y="7340"/>
                <a:ext cx="147" cy="28"/>
              </a:xfrm>
              <a:custGeom>
                <a:avLst/>
                <a:gdLst/>
                <a:ahLst/>
                <a:cxnLst>
                  <a:cxn ang="0">
                    <a:pos x="132" y="27"/>
                  </a:cxn>
                  <a:cxn ang="0">
                    <a:pos x="13" y="27"/>
                  </a:cxn>
                  <a:cxn ang="0">
                    <a:pos x="0" y="13"/>
                  </a:cxn>
                  <a:cxn ang="0">
                    <a:pos x="13" y="0"/>
                  </a:cxn>
                  <a:cxn ang="0">
                    <a:pos x="133" y="0"/>
                  </a:cxn>
                  <a:cxn ang="0">
                    <a:pos x="146" y="13"/>
                  </a:cxn>
                  <a:cxn ang="0">
                    <a:pos x="132" y="27"/>
                  </a:cxn>
                </a:cxnLst>
                <a:rect l="0" t="0" r="0" b="0"/>
                <a:pathLst>
                  <a:path w="258" h="48">
                    <a:moveTo>
                      <a:pt x="232" y="47"/>
                    </a:moveTo>
                    <a:lnTo>
                      <a:pt x="23" y="47"/>
                    </a:lnTo>
                    <a:cubicBezTo>
                      <a:pt x="9" y="47"/>
                      <a:pt x="0" y="34"/>
                      <a:pt x="0" y="23"/>
                    </a:cubicBezTo>
                    <a:cubicBezTo>
                      <a:pt x="0" y="12"/>
                      <a:pt x="12" y="0"/>
                      <a:pt x="23" y="0"/>
                    </a:cubicBezTo>
                    <a:lnTo>
                      <a:pt x="233" y="0"/>
                    </a:lnTo>
                    <a:cubicBezTo>
                      <a:pt x="247" y="0"/>
                      <a:pt x="257" y="12"/>
                      <a:pt x="257" y="23"/>
                    </a:cubicBezTo>
                    <a:cubicBezTo>
                      <a:pt x="257" y="34"/>
                      <a:pt x="244" y="47"/>
                      <a:pt x="232" y="47"/>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7" name="任意多边形 3555"/>
              <p:cNvSpPr/>
              <p:nvPr/>
            </p:nvSpPr>
            <p:spPr>
              <a:xfrm>
                <a:off x="4833" y="7510"/>
                <a:ext cx="532" cy="105"/>
              </a:xfrm>
              <a:custGeom>
                <a:avLst/>
                <a:gdLst/>
                <a:ahLst/>
                <a:cxnLst>
                  <a:cxn ang="0">
                    <a:pos x="427" y="104"/>
                  </a:cxn>
                  <a:cxn ang="0">
                    <a:pos x="105" y="104"/>
                  </a:cxn>
                  <a:cxn ang="0">
                    <a:pos x="0" y="0"/>
                  </a:cxn>
                  <a:cxn ang="0">
                    <a:pos x="44" y="0"/>
                  </a:cxn>
                  <a:cxn ang="0">
                    <a:pos x="104" y="60"/>
                  </a:cxn>
                  <a:cxn ang="0">
                    <a:pos x="426" y="60"/>
                  </a:cxn>
                  <a:cxn ang="0">
                    <a:pos x="486" y="0"/>
                  </a:cxn>
                  <a:cxn ang="0">
                    <a:pos x="530" y="0"/>
                  </a:cxn>
                  <a:cxn ang="0">
                    <a:pos x="427" y="104"/>
                  </a:cxn>
                </a:cxnLst>
                <a:rect l="0" t="0" r="0" b="0"/>
                <a:pathLst>
                  <a:path w="941" h="186">
                    <a:moveTo>
                      <a:pt x="755" y="185"/>
                    </a:moveTo>
                    <a:lnTo>
                      <a:pt x="185" y="185"/>
                    </a:lnTo>
                    <a:cubicBezTo>
                      <a:pt x="83" y="185"/>
                      <a:pt x="0" y="103"/>
                      <a:pt x="0" y="0"/>
                    </a:cubicBezTo>
                    <a:lnTo>
                      <a:pt x="78" y="0"/>
                    </a:lnTo>
                    <a:cubicBezTo>
                      <a:pt x="78" y="59"/>
                      <a:pt x="125" y="106"/>
                      <a:pt x="184" y="106"/>
                    </a:cubicBezTo>
                    <a:lnTo>
                      <a:pt x="753" y="106"/>
                    </a:lnTo>
                    <a:cubicBezTo>
                      <a:pt x="812" y="106"/>
                      <a:pt x="859" y="59"/>
                      <a:pt x="859" y="0"/>
                    </a:cubicBezTo>
                    <a:lnTo>
                      <a:pt x="937" y="0"/>
                    </a:lnTo>
                    <a:cubicBezTo>
                      <a:pt x="940" y="103"/>
                      <a:pt x="858" y="185"/>
                      <a:pt x="755" y="185"/>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8" name="任意多边形 3556"/>
              <p:cNvSpPr/>
              <p:nvPr/>
            </p:nvSpPr>
            <p:spPr>
              <a:xfrm>
                <a:off x="4833" y="7050"/>
                <a:ext cx="532" cy="105"/>
              </a:xfrm>
              <a:custGeom>
                <a:avLst/>
                <a:gdLst/>
                <a:ahLst/>
                <a:cxnLst>
                  <a:cxn ang="0">
                    <a:pos x="531" y="104"/>
                  </a:cxn>
                  <a:cxn ang="0">
                    <a:pos x="487" y="104"/>
                  </a:cxn>
                  <a:cxn ang="0">
                    <a:pos x="427" y="45"/>
                  </a:cxn>
                  <a:cxn ang="0">
                    <a:pos x="104" y="45"/>
                  </a:cxn>
                  <a:cxn ang="0">
                    <a:pos x="44" y="104"/>
                  </a:cxn>
                  <a:cxn ang="0">
                    <a:pos x="0" y="104"/>
                  </a:cxn>
                  <a:cxn ang="0">
                    <a:pos x="105" y="0"/>
                  </a:cxn>
                  <a:cxn ang="0">
                    <a:pos x="427" y="0"/>
                  </a:cxn>
                  <a:cxn ang="0">
                    <a:pos x="531" y="104"/>
                  </a:cxn>
                </a:cxnLst>
                <a:rect l="0" t="0" r="0" b="0"/>
                <a:pathLst>
                  <a:path w="939" h="186">
                    <a:moveTo>
                      <a:pt x="938" y="185"/>
                    </a:moveTo>
                    <a:lnTo>
                      <a:pt x="860" y="185"/>
                    </a:lnTo>
                    <a:cubicBezTo>
                      <a:pt x="860" y="126"/>
                      <a:pt x="814" y="79"/>
                      <a:pt x="754" y="79"/>
                    </a:cubicBezTo>
                    <a:lnTo>
                      <a:pt x="183" y="79"/>
                    </a:lnTo>
                    <a:cubicBezTo>
                      <a:pt x="124" y="79"/>
                      <a:pt x="77" y="126"/>
                      <a:pt x="77" y="185"/>
                    </a:cubicBezTo>
                    <a:lnTo>
                      <a:pt x="0" y="185"/>
                    </a:lnTo>
                    <a:cubicBezTo>
                      <a:pt x="0" y="82"/>
                      <a:pt x="82" y="0"/>
                      <a:pt x="185" y="0"/>
                    </a:cubicBezTo>
                    <a:lnTo>
                      <a:pt x="754" y="0"/>
                    </a:lnTo>
                    <a:cubicBezTo>
                      <a:pt x="856" y="0"/>
                      <a:pt x="938" y="82"/>
                      <a:pt x="938" y="185"/>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29" name="任意多边形 3557"/>
              <p:cNvSpPr/>
              <p:nvPr/>
            </p:nvSpPr>
            <p:spPr>
              <a:xfrm>
                <a:off x="4913" y="6923"/>
                <a:ext cx="35" cy="152"/>
              </a:xfrm>
              <a:custGeom>
                <a:avLst/>
                <a:gdLst/>
                <a:ahLst/>
                <a:cxnLst>
                  <a:cxn ang="0">
                    <a:pos x="18" y="151"/>
                  </a:cxn>
                  <a:cxn ang="0">
                    <a:pos x="0" y="151"/>
                  </a:cxn>
                  <a:cxn ang="0">
                    <a:pos x="0" y="0"/>
                  </a:cxn>
                  <a:cxn ang="0">
                    <a:pos x="34" y="0"/>
                  </a:cxn>
                  <a:cxn ang="0">
                    <a:pos x="34" y="151"/>
                  </a:cxn>
                  <a:cxn ang="0">
                    <a:pos x="18" y="151"/>
                  </a:cxn>
                </a:cxnLst>
                <a:rect l="0" t="0" r="0" b="0"/>
                <a:pathLst>
                  <a:path w="60" h="268">
                    <a:moveTo>
                      <a:pt x="30" y="267"/>
                    </a:moveTo>
                    <a:lnTo>
                      <a:pt x="0" y="267"/>
                    </a:lnTo>
                    <a:lnTo>
                      <a:pt x="0" y="0"/>
                    </a:lnTo>
                    <a:lnTo>
                      <a:pt x="59" y="0"/>
                    </a:lnTo>
                    <a:lnTo>
                      <a:pt x="59" y="267"/>
                    </a:lnTo>
                    <a:lnTo>
                      <a:pt x="30" y="267"/>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0" name="任意多边形 3558"/>
              <p:cNvSpPr/>
              <p:nvPr/>
            </p:nvSpPr>
            <p:spPr>
              <a:xfrm>
                <a:off x="5235" y="6923"/>
                <a:ext cx="35" cy="152"/>
              </a:xfrm>
              <a:custGeom>
                <a:avLst/>
                <a:gdLst/>
                <a:ahLst/>
                <a:cxnLst>
                  <a:cxn ang="0">
                    <a:pos x="18" y="151"/>
                  </a:cxn>
                  <a:cxn ang="0">
                    <a:pos x="0" y="151"/>
                  </a:cxn>
                  <a:cxn ang="0">
                    <a:pos x="0" y="0"/>
                  </a:cxn>
                  <a:cxn ang="0">
                    <a:pos x="34" y="0"/>
                  </a:cxn>
                  <a:cxn ang="0">
                    <a:pos x="34" y="151"/>
                  </a:cxn>
                  <a:cxn ang="0">
                    <a:pos x="18" y="151"/>
                  </a:cxn>
                </a:cxnLst>
                <a:rect l="0" t="0" r="0" b="0"/>
                <a:pathLst>
                  <a:path w="60" h="268">
                    <a:moveTo>
                      <a:pt x="30" y="267"/>
                    </a:moveTo>
                    <a:lnTo>
                      <a:pt x="0" y="267"/>
                    </a:lnTo>
                    <a:lnTo>
                      <a:pt x="0" y="0"/>
                    </a:lnTo>
                    <a:lnTo>
                      <a:pt x="59" y="0"/>
                    </a:lnTo>
                    <a:lnTo>
                      <a:pt x="59" y="267"/>
                    </a:lnTo>
                    <a:lnTo>
                      <a:pt x="30" y="267"/>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1" name="任意多边形 3559"/>
              <p:cNvSpPr/>
              <p:nvPr/>
            </p:nvSpPr>
            <p:spPr>
              <a:xfrm>
                <a:off x="5083" y="6923"/>
                <a:ext cx="35" cy="152"/>
              </a:xfrm>
              <a:custGeom>
                <a:avLst/>
                <a:gdLst/>
                <a:ahLst/>
                <a:cxnLst>
                  <a:cxn ang="0">
                    <a:pos x="17" y="151"/>
                  </a:cxn>
                  <a:cxn ang="0">
                    <a:pos x="0" y="151"/>
                  </a:cxn>
                  <a:cxn ang="0">
                    <a:pos x="0" y="0"/>
                  </a:cxn>
                  <a:cxn ang="0">
                    <a:pos x="34" y="0"/>
                  </a:cxn>
                  <a:cxn ang="0">
                    <a:pos x="34" y="151"/>
                  </a:cxn>
                  <a:cxn ang="0">
                    <a:pos x="17" y="151"/>
                  </a:cxn>
                </a:cxnLst>
                <a:rect l="0" t="0" r="0" b="0"/>
                <a:pathLst>
                  <a:path w="60" h="268">
                    <a:moveTo>
                      <a:pt x="29" y="267"/>
                    </a:moveTo>
                    <a:lnTo>
                      <a:pt x="0" y="267"/>
                    </a:lnTo>
                    <a:lnTo>
                      <a:pt x="0" y="0"/>
                    </a:lnTo>
                    <a:lnTo>
                      <a:pt x="59" y="0"/>
                    </a:lnTo>
                    <a:lnTo>
                      <a:pt x="59" y="267"/>
                    </a:lnTo>
                    <a:lnTo>
                      <a:pt x="29" y="267"/>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2" name="任意多边形 3560"/>
              <p:cNvSpPr/>
              <p:nvPr/>
            </p:nvSpPr>
            <p:spPr>
              <a:xfrm>
                <a:off x="4913" y="7600"/>
                <a:ext cx="35" cy="153"/>
              </a:xfrm>
              <a:custGeom>
                <a:avLst/>
                <a:gdLst/>
                <a:ahLst/>
                <a:cxnLst>
                  <a:cxn ang="0">
                    <a:pos x="18" y="152"/>
                  </a:cxn>
                  <a:cxn ang="0">
                    <a:pos x="0" y="152"/>
                  </a:cxn>
                  <a:cxn ang="0">
                    <a:pos x="0" y="0"/>
                  </a:cxn>
                  <a:cxn ang="0">
                    <a:pos x="34" y="0"/>
                  </a:cxn>
                  <a:cxn ang="0">
                    <a:pos x="34" y="152"/>
                  </a:cxn>
                  <a:cxn ang="0">
                    <a:pos x="18" y="152"/>
                  </a:cxn>
                </a:cxnLst>
                <a:rect l="0" t="0" r="0" b="0"/>
                <a:pathLst>
                  <a:path w="60" h="269">
                    <a:moveTo>
                      <a:pt x="30" y="268"/>
                    </a:moveTo>
                    <a:lnTo>
                      <a:pt x="0" y="268"/>
                    </a:lnTo>
                    <a:lnTo>
                      <a:pt x="0" y="0"/>
                    </a:lnTo>
                    <a:lnTo>
                      <a:pt x="59" y="0"/>
                    </a:lnTo>
                    <a:lnTo>
                      <a:pt x="59" y="268"/>
                    </a:lnTo>
                    <a:lnTo>
                      <a:pt x="30" y="268"/>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3" name="任意多边形 3561"/>
              <p:cNvSpPr/>
              <p:nvPr/>
            </p:nvSpPr>
            <p:spPr>
              <a:xfrm>
                <a:off x="5083" y="7600"/>
                <a:ext cx="35" cy="153"/>
              </a:xfrm>
              <a:custGeom>
                <a:avLst/>
                <a:gdLst/>
                <a:ahLst/>
                <a:cxnLst>
                  <a:cxn ang="0">
                    <a:pos x="17" y="152"/>
                  </a:cxn>
                  <a:cxn ang="0">
                    <a:pos x="0" y="152"/>
                  </a:cxn>
                  <a:cxn ang="0">
                    <a:pos x="0" y="0"/>
                  </a:cxn>
                  <a:cxn ang="0">
                    <a:pos x="34" y="0"/>
                  </a:cxn>
                  <a:cxn ang="0">
                    <a:pos x="34" y="152"/>
                  </a:cxn>
                  <a:cxn ang="0">
                    <a:pos x="17" y="152"/>
                  </a:cxn>
                </a:cxnLst>
                <a:rect l="0" t="0" r="0" b="0"/>
                <a:pathLst>
                  <a:path w="60" h="269">
                    <a:moveTo>
                      <a:pt x="29" y="268"/>
                    </a:moveTo>
                    <a:lnTo>
                      <a:pt x="0" y="268"/>
                    </a:lnTo>
                    <a:lnTo>
                      <a:pt x="0" y="0"/>
                    </a:lnTo>
                    <a:lnTo>
                      <a:pt x="59" y="0"/>
                    </a:lnTo>
                    <a:lnTo>
                      <a:pt x="59" y="268"/>
                    </a:lnTo>
                    <a:lnTo>
                      <a:pt x="29" y="268"/>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4" name="任意多边形 3562"/>
              <p:cNvSpPr/>
              <p:nvPr/>
            </p:nvSpPr>
            <p:spPr>
              <a:xfrm>
                <a:off x="5325" y="7205"/>
                <a:ext cx="153" cy="35"/>
              </a:xfrm>
              <a:custGeom>
                <a:avLst/>
                <a:gdLst/>
                <a:ahLst/>
                <a:cxnLst>
                  <a:cxn ang="0">
                    <a:pos x="76" y="34"/>
                  </a:cxn>
                  <a:cxn ang="0">
                    <a:pos x="0" y="34"/>
                  </a:cxn>
                  <a:cxn ang="0">
                    <a:pos x="0" y="0"/>
                  </a:cxn>
                  <a:cxn ang="0">
                    <a:pos x="152" y="0"/>
                  </a:cxn>
                  <a:cxn ang="0">
                    <a:pos x="152" y="34"/>
                  </a:cxn>
                  <a:cxn ang="0">
                    <a:pos x="76" y="34"/>
                  </a:cxn>
                </a:cxnLst>
                <a:rect l="0" t="0" r="0" b="0"/>
                <a:pathLst>
                  <a:path w="268" h="60">
                    <a:moveTo>
                      <a:pt x="133" y="59"/>
                    </a:moveTo>
                    <a:lnTo>
                      <a:pt x="0" y="59"/>
                    </a:lnTo>
                    <a:lnTo>
                      <a:pt x="0" y="0"/>
                    </a:lnTo>
                    <a:lnTo>
                      <a:pt x="267" y="0"/>
                    </a:lnTo>
                    <a:lnTo>
                      <a:pt x="267" y="59"/>
                    </a:lnTo>
                    <a:lnTo>
                      <a:pt x="133" y="59"/>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5" name="任意多边形 3563"/>
              <p:cNvSpPr/>
              <p:nvPr/>
            </p:nvSpPr>
            <p:spPr>
              <a:xfrm>
                <a:off x="5325" y="7425"/>
                <a:ext cx="153" cy="35"/>
              </a:xfrm>
              <a:custGeom>
                <a:avLst/>
                <a:gdLst/>
                <a:ahLst/>
                <a:cxnLst>
                  <a:cxn ang="0">
                    <a:pos x="76" y="34"/>
                  </a:cxn>
                  <a:cxn ang="0">
                    <a:pos x="0" y="34"/>
                  </a:cxn>
                  <a:cxn ang="0">
                    <a:pos x="0" y="0"/>
                  </a:cxn>
                  <a:cxn ang="0">
                    <a:pos x="152" y="0"/>
                  </a:cxn>
                  <a:cxn ang="0">
                    <a:pos x="152" y="34"/>
                  </a:cxn>
                  <a:cxn ang="0">
                    <a:pos x="76" y="34"/>
                  </a:cxn>
                </a:cxnLst>
                <a:rect l="0" t="0" r="0" b="0"/>
                <a:pathLst>
                  <a:path w="268" h="60">
                    <a:moveTo>
                      <a:pt x="133" y="59"/>
                    </a:moveTo>
                    <a:lnTo>
                      <a:pt x="0" y="59"/>
                    </a:lnTo>
                    <a:lnTo>
                      <a:pt x="0" y="0"/>
                    </a:lnTo>
                    <a:lnTo>
                      <a:pt x="267" y="0"/>
                    </a:lnTo>
                    <a:lnTo>
                      <a:pt x="267" y="59"/>
                    </a:lnTo>
                    <a:lnTo>
                      <a:pt x="133" y="59"/>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6" name="任意多边形 3564"/>
              <p:cNvSpPr/>
              <p:nvPr/>
            </p:nvSpPr>
            <p:spPr>
              <a:xfrm>
                <a:off x="5325" y="7315"/>
                <a:ext cx="153" cy="35"/>
              </a:xfrm>
              <a:custGeom>
                <a:avLst/>
                <a:gdLst/>
                <a:ahLst/>
                <a:cxnLst>
                  <a:cxn ang="0">
                    <a:pos x="76" y="34"/>
                  </a:cxn>
                  <a:cxn ang="0">
                    <a:pos x="0" y="34"/>
                  </a:cxn>
                  <a:cxn ang="0">
                    <a:pos x="0" y="0"/>
                  </a:cxn>
                  <a:cxn ang="0">
                    <a:pos x="152" y="0"/>
                  </a:cxn>
                  <a:cxn ang="0">
                    <a:pos x="152" y="34"/>
                  </a:cxn>
                  <a:cxn ang="0">
                    <a:pos x="76" y="34"/>
                  </a:cxn>
                </a:cxnLst>
                <a:rect l="0" t="0" r="0" b="0"/>
                <a:pathLst>
                  <a:path w="268" h="60">
                    <a:moveTo>
                      <a:pt x="133" y="59"/>
                    </a:moveTo>
                    <a:lnTo>
                      <a:pt x="0" y="59"/>
                    </a:lnTo>
                    <a:lnTo>
                      <a:pt x="0" y="0"/>
                    </a:lnTo>
                    <a:lnTo>
                      <a:pt x="267" y="0"/>
                    </a:lnTo>
                    <a:lnTo>
                      <a:pt x="267" y="59"/>
                    </a:lnTo>
                    <a:lnTo>
                      <a:pt x="133" y="59"/>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7" name="任意多边形 3565"/>
              <p:cNvSpPr/>
              <p:nvPr/>
            </p:nvSpPr>
            <p:spPr>
              <a:xfrm>
                <a:off x="4703" y="7205"/>
                <a:ext cx="152" cy="35"/>
              </a:xfrm>
              <a:custGeom>
                <a:avLst/>
                <a:gdLst/>
                <a:ahLst/>
                <a:cxnLst>
                  <a:cxn ang="0">
                    <a:pos x="76" y="34"/>
                  </a:cxn>
                  <a:cxn ang="0">
                    <a:pos x="0" y="34"/>
                  </a:cxn>
                  <a:cxn ang="0">
                    <a:pos x="0" y="0"/>
                  </a:cxn>
                  <a:cxn ang="0">
                    <a:pos x="151" y="0"/>
                  </a:cxn>
                  <a:cxn ang="0">
                    <a:pos x="151" y="34"/>
                  </a:cxn>
                  <a:cxn ang="0">
                    <a:pos x="76" y="34"/>
                  </a:cxn>
                </a:cxnLst>
                <a:rect l="0" t="0" r="0" b="0"/>
                <a:pathLst>
                  <a:path w="269" h="60">
                    <a:moveTo>
                      <a:pt x="134" y="59"/>
                    </a:moveTo>
                    <a:lnTo>
                      <a:pt x="0" y="59"/>
                    </a:lnTo>
                    <a:lnTo>
                      <a:pt x="0" y="0"/>
                    </a:lnTo>
                    <a:lnTo>
                      <a:pt x="268" y="0"/>
                    </a:lnTo>
                    <a:lnTo>
                      <a:pt x="268" y="59"/>
                    </a:lnTo>
                    <a:lnTo>
                      <a:pt x="134" y="59"/>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8" name="任意多边形 3566"/>
              <p:cNvSpPr/>
              <p:nvPr/>
            </p:nvSpPr>
            <p:spPr>
              <a:xfrm>
                <a:off x="4703" y="7425"/>
                <a:ext cx="152" cy="35"/>
              </a:xfrm>
              <a:custGeom>
                <a:avLst/>
                <a:gdLst/>
                <a:ahLst/>
                <a:cxnLst>
                  <a:cxn ang="0">
                    <a:pos x="76" y="34"/>
                  </a:cxn>
                  <a:cxn ang="0">
                    <a:pos x="0" y="34"/>
                  </a:cxn>
                  <a:cxn ang="0">
                    <a:pos x="0" y="0"/>
                  </a:cxn>
                  <a:cxn ang="0">
                    <a:pos x="151" y="0"/>
                  </a:cxn>
                  <a:cxn ang="0">
                    <a:pos x="151" y="34"/>
                  </a:cxn>
                  <a:cxn ang="0">
                    <a:pos x="76" y="34"/>
                  </a:cxn>
                </a:cxnLst>
                <a:rect l="0" t="0" r="0" b="0"/>
                <a:pathLst>
                  <a:path w="269" h="60">
                    <a:moveTo>
                      <a:pt x="134" y="59"/>
                    </a:moveTo>
                    <a:lnTo>
                      <a:pt x="0" y="59"/>
                    </a:lnTo>
                    <a:lnTo>
                      <a:pt x="0" y="0"/>
                    </a:lnTo>
                    <a:lnTo>
                      <a:pt x="268" y="0"/>
                    </a:lnTo>
                    <a:lnTo>
                      <a:pt x="268" y="59"/>
                    </a:lnTo>
                    <a:lnTo>
                      <a:pt x="134" y="59"/>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39" name="任意多边形 3567"/>
              <p:cNvSpPr/>
              <p:nvPr/>
            </p:nvSpPr>
            <p:spPr>
              <a:xfrm>
                <a:off x="4703" y="7315"/>
                <a:ext cx="152" cy="35"/>
              </a:xfrm>
              <a:custGeom>
                <a:avLst/>
                <a:gdLst/>
                <a:ahLst/>
                <a:cxnLst>
                  <a:cxn ang="0">
                    <a:pos x="76" y="34"/>
                  </a:cxn>
                  <a:cxn ang="0">
                    <a:pos x="0" y="34"/>
                  </a:cxn>
                  <a:cxn ang="0">
                    <a:pos x="0" y="0"/>
                  </a:cxn>
                  <a:cxn ang="0">
                    <a:pos x="151" y="0"/>
                  </a:cxn>
                  <a:cxn ang="0">
                    <a:pos x="151" y="34"/>
                  </a:cxn>
                  <a:cxn ang="0">
                    <a:pos x="76" y="34"/>
                  </a:cxn>
                </a:cxnLst>
                <a:rect l="0" t="0" r="0" b="0"/>
                <a:pathLst>
                  <a:path w="269" h="60">
                    <a:moveTo>
                      <a:pt x="134" y="59"/>
                    </a:moveTo>
                    <a:lnTo>
                      <a:pt x="0" y="59"/>
                    </a:lnTo>
                    <a:lnTo>
                      <a:pt x="0" y="0"/>
                    </a:lnTo>
                    <a:lnTo>
                      <a:pt x="268" y="0"/>
                    </a:lnTo>
                    <a:lnTo>
                      <a:pt x="268" y="59"/>
                    </a:lnTo>
                    <a:lnTo>
                      <a:pt x="134" y="59"/>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0" name="任意多边形 3568"/>
              <p:cNvSpPr/>
              <p:nvPr/>
            </p:nvSpPr>
            <p:spPr>
              <a:xfrm>
                <a:off x="5198" y="8018"/>
                <a:ext cx="120" cy="120"/>
              </a:xfrm>
              <a:custGeom>
                <a:avLst/>
                <a:gdLst/>
                <a:ahLst/>
                <a:cxnLst>
                  <a:cxn ang="0">
                    <a:pos x="60" y="119"/>
                  </a:cxn>
                  <a:cxn ang="0">
                    <a:pos x="0" y="59"/>
                  </a:cxn>
                  <a:cxn ang="0">
                    <a:pos x="60" y="0"/>
                  </a:cxn>
                  <a:cxn ang="0">
                    <a:pos x="119" y="59"/>
                  </a:cxn>
                  <a:cxn ang="0">
                    <a:pos x="60" y="119"/>
                  </a:cxn>
                </a:cxnLst>
                <a:rect l="0" t="0" r="0" b="0"/>
                <a:pathLst>
                  <a:path w="213" h="211">
                    <a:moveTo>
                      <a:pt x="106" y="210"/>
                    </a:moveTo>
                    <a:cubicBezTo>
                      <a:pt x="47" y="210"/>
                      <a:pt x="0" y="163"/>
                      <a:pt x="0" y="104"/>
                    </a:cubicBezTo>
                    <a:cubicBezTo>
                      <a:pt x="0" y="46"/>
                      <a:pt x="47" y="0"/>
                      <a:pt x="106" y="0"/>
                    </a:cubicBezTo>
                    <a:cubicBezTo>
                      <a:pt x="165" y="0"/>
                      <a:pt x="212" y="46"/>
                      <a:pt x="212" y="104"/>
                    </a:cubicBezTo>
                    <a:cubicBezTo>
                      <a:pt x="212" y="163"/>
                      <a:pt x="163" y="210"/>
                      <a:pt x="106" y="210"/>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1" name="任意多边形 3569"/>
              <p:cNvSpPr/>
              <p:nvPr/>
            </p:nvSpPr>
            <p:spPr>
              <a:xfrm>
                <a:off x="4983" y="8018"/>
                <a:ext cx="120" cy="120"/>
              </a:xfrm>
              <a:custGeom>
                <a:avLst/>
                <a:gdLst/>
                <a:ahLst/>
                <a:cxnLst>
                  <a:cxn ang="0">
                    <a:pos x="60" y="119"/>
                  </a:cxn>
                  <a:cxn ang="0">
                    <a:pos x="0" y="59"/>
                  </a:cxn>
                  <a:cxn ang="0">
                    <a:pos x="60" y="0"/>
                  </a:cxn>
                  <a:cxn ang="0">
                    <a:pos x="119" y="59"/>
                  </a:cxn>
                  <a:cxn ang="0">
                    <a:pos x="60" y="119"/>
                  </a:cxn>
                </a:cxnLst>
                <a:rect l="0" t="0" r="0" b="0"/>
                <a:pathLst>
                  <a:path w="213" h="211">
                    <a:moveTo>
                      <a:pt x="106" y="210"/>
                    </a:moveTo>
                    <a:cubicBezTo>
                      <a:pt x="47" y="210"/>
                      <a:pt x="0" y="163"/>
                      <a:pt x="0" y="104"/>
                    </a:cubicBezTo>
                    <a:cubicBezTo>
                      <a:pt x="0" y="46"/>
                      <a:pt x="47" y="0"/>
                      <a:pt x="106" y="0"/>
                    </a:cubicBezTo>
                    <a:cubicBezTo>
                      <a:pt x="165" y="0"/>
                      <a:pt x="212" y="46"/>
                      <a:pt x="212" y="104"/>
                    </a:cubicBezTo>
                    <a:cubicBezTo>
                      <a:pt x="212" y="163"/>
                      <a:pt x="163" y="210"/>
                      <a:pt x="106" y="210"/>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42" name="组合 230"/>
            <p:cNvGrpSpPr/>
            <p:nvPr/>
          </p:nvGrpSpPr>
          <p:grpSpPr bwMode="auto">
            <a:xfrm>
              <a:off x="3303946" y="4312051"/>
              <a:ext cx="471595" cy="506245"/>
              <a:chOff x="933450" y="908051"/>
              <a:chExt cx="603251" cy="608013"/>
            </a:xfrm>
            <a:grpFill/>
          </p:grpSpPr>
          <p:sp>
            <p:nvSpPr>
              <p:cNvPr id="44" name="Freeform 278"/>
              <p:cNvSpPr/>
              <p:nvPr/>
            </p:nvSpPr>
            <p:spPr bwMode="auto">
              <a:xfrm>
                <a:off x="1004888" y="977901"/>
                <a:ext cx="461963" cy="466725"/>
              </a:xfrm>
              <a:custGeom>
                <a:avLst/>
                <a:gdLst>
                  <a:gd name="T0" fmla="*/ 2147483646 w 294"/>
                  <a:gd name="T1" fmla="*/ 2147483646 h 294"/>
                  <a:gd name="T2" fmla="*/ 2147483646 w 294"/>
                  <a:gd name="T3" fmla="*/ 2147483646 h 294"/>
                  <a:gd name="T4" fmla="*/ 2147483646 w 294"/>
                  <a:gd name="T5" fmla="*/ 2147483646 h 294"/>
                  <a:gd name="T6" fmla="*/ 2147483646 w 294"/>
                  <a:gd name="T7" fmla="*/ 2147483646 h 294"/>
                  <a:gd name="T8" fmla="*/ 2147483646 w 294"/>
                  <a:gd name="T9" fmla="*/ 2147483646 h 294"/>
                  <a:gd name="T10" fmla="*/ 2147483646 w 294"/>
                  <a:gd name="T11" fmla="*/ 2147483646 h 294"/>
                  <a:gd name="T12" fmla="*/ 2147483646 w 294"/>
                  <a:gd name="T13" fmla="*/ 2147483646 h 294"/>
                  <a:gd name="T14" fmla="*/ 2147483646 w 294"/>
                  <a:gd name="T15" fmla="*/ 2147483646 h 294"/>
                  <a:gd name="T16" fmla="*/ 2147483646 w 294"/>
                  <a:gd name="T17" fmla="*/ 2147483646 h 294"/>
                  <a:gd name="T18" fmla="*/ 2147483646 w 294"/>
                  <a:gd name="T19" fmla="*/ 2147483646 h 294"/>
                  <a:gd name="T20" fmla="*/ 0 w 294"/>
                  <a:gd name="T21" fmla="*/ 2147483646 h 294"/>
                  <a:gd name="T22" fmla="*/ 0 w 294"/>
                  <a:gd name="T23" fmla="*/ 2147483646 h 294"/>
                  <a:gd name="T24" fmla="*/ 2147483646 w 294"/>
                  <a:gd name="T25" fmla="*/ 0 h 294"/>
                  <a:gd name="T26" fmla="*/ 2147483646 w 294"/>
                  <a:gd name="T27" fmla="*/ 0 h 294"/>
                  <a:gd name="T28" fmla="*/ 2147483646 w 294"/>
                  <a:gd name="T29" fmla="*/ 2147483646 h 294"/>
                  <a:gd name="T30" fmla="*/ 2147483646 w 294"/>
                  <a:gd name="T31" fmla="*/ 2147483646 h 294"/>
                  <a:gd name="T32" fmla="*/ 2147483646 w 294"/>
                  <a:gd name="T33" fmla="*/ 2147483646 h 29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4" h="294">
                    <a:moveTo>
                      <a:pt x="290" y="294"/>
                    </a:moveTo>
                    <a:cubicBezTo>
                      <a:pt x="232" y="294"/>
                      <a:pt x="232" y="294"/>
                      <a:pt x="232" y="294"/>
                    </a:cubicBezTo>
                    <a:cubicBezTo>
                      <a:pt x="232" y="286"/>
                      <a:pt x="232" y="286"/>
                      <a:pt x="232" y="286"/>
                    </a:cubicBezTo>
                    <a:cubicBezTo>
                      <a:pt x="286" y="286"/>
                      <a:pt x="286" y="286"/>
                      <a:pt x="286" y="286"/>
                    </a:cubicBezTo>
                    <a:cubicBezTo>
                      <a:pt x="286" y="8"/>
                      <a:pt x="286" y="8"/>
                      <a:pt x="286" y="8"/>
                    </a:cubicBezTo>
                    <a:cubicBezTo>
                      <a:pt x="8" y="8"/>
                      <a:pt x="8" y="8"/>
                      <a:pt x="8" y="8"/>
                    </a:cubicBezTo>
                    <a:cubicBezTo>
                      <a:pt x="8" y="286"/>
                      <a:pt x="8" y="286"/>
                      <a:pt x="8" y="286"/>
                    </a:cubicBezTo>
                    <a:cubicBezTo>
                      <a:pt x="168" y="286"/>
                      <a:pt x="168" y="286"/>
                      <a:pt x="168" y="286"/>
                    </a:cubicBezTo>
                    <a:cubicBezTo>
                      <a:pt x="168" y="294"/>
                      <a:pt x="168" y="294"/>
                      <a:pt x="168" y="294"/>
                    </a:cubicBezTo>
                    <a:cubicBezTo>
                      <a:pt x="4" y="294"/>
                      <a:pt x="4" y="294"/>
                      <a:pt x="4" y="294"/>
                    </a:cubicBezTo>
                    <a:cubicBezTo>
                      <a:pt x="2" y="294"/>
                      <a:pt x="0" y="292"/>
                      <a:pt x="0" y="290"/>
                    </a:cubicBezTo>
                    <a:cubicBezTo>
                      <a:pt x="0" y="4"/>
                      <a:pt x="0" y="4"/>
                      <a:pt x="0" y="4"/>
                    </a:cubicBezTo>
                    <a:cubicBezTo>
                      <a:pt x="0" y="2"/>
                      <a:pt x="2" y="0"/>
                      <a:pt x="4" y="0"/>
                    </a:cubicBezTo>
                    <a:cubicBezTo>
                      <a:pt x="290" y="0"/>
                      <a:pt x="290" y="0"/>
                      <a:pt x="290" y="0"/>
                    </a:cubicBezTo>
                    <a:cubicBezTo>
                      <a:pt x="292" y="0"/>
                      <a:pt x="294" y="2"/>
                      <a:pt x="294" y="4"/>
                    </a:cubicBezTo>
                    <a:cubicBezTo>
                      <a:pt x="294" y="290"/>
                      <a:pt x="294" y="290"/>
                      <a:pt x="294" y="290"/>
                    </a:cubicBezTo>
                    <a:cubicBezTo>
                      <a:pt x="294" y="292"/>
                      <a:pt x="292" y="294"/>
                      <a:pt x="290" y="294"/>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 name="Rectangle 279"/>
              <p:cNvSpPr>
                <a:spLocks noChangeArrowheads="1"/>
              </p:cNvSpPr>
              <p:nvPr/>
            </p:nvSpPr>
            <p:spPr bwMode="auto">
              <a:xfrm>
                <a:off x="933450" y="1381126"/>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6" name="Rectangle 280"/>
              <p:cNvSpPr>
                <a:spLocks noChangeArrowheads="1"/>
              </p:cNvSpPr>
              <p:nvPr/>
            </p:nvSpPr>
            <p:spPr bwMode="auto">
              <a:xfrm>
                <a:off x="933450" y="1311276"/>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7" name="Rectangle 281"/>
              <p:cNvSpPr>
                <a:spLocks noChangeArrowheads="1"/>
              </p:cNvSpPr>
              <p:nvPr/>
            </p:nvSpPr>
            <p:spPr bwMode="auto">
              <a:xfrm>
                <a:off x="933450" y="1239838"/>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 name="Rectangle 282"/>
              <p:cNvSpPr>
                <a:spLocks noChangeArrowheads="1"/>
              </p:cNvSpPr>
              <p:nvPr/>
            </p:nvSpPr>
            <p:spPr bwMode="auto">
              <a:xfrm>
                <a:off x="933450" y="1168401"/>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 name="Rectangle 283"/>
              <p:cNvSpPr>
                <a:spLocks noChangeArrowheads="1"/>
              </p:cNvSpPr>
              <p:nvPr/>
            </p:nvSpPr>
            <p:spPr bwMode="auto">
              <a:xfrm>
                <a:off x="933450" y="1096963"/>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 name="Rectangle 284"/>
              <p:cNvSpPr>
                <a:spLocks noChangeArrowheads="1"/>
              </p:cNvSpPr>
              <p:nvPr/>
            </p:nvSpPr>
            <p:spPr bwMode="auto">
              <a:xfrm>
                <a:off x="933450" y="1025526"/>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 name="Rectangle 285"/>
              <p:cNvSpPr>
                <a:spLocks noChangeArrowheads="1"/>
              </p:cNvSpPr>
              <p:nvPr/>
            </p:nvSpPr>
            <p:spPr bwMode="auto">
              <a:xfrm>
                <a:off x="1404938" y="147320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 name="Rectangle 286"/>
              <p:cNvSpPr>
                <a:spLocks noChangeArrowheads="1"/>
              </p:cNvSpPr>
              <p:nvPr/>
            </p:nvSpPr>
            <p:spPr bwMode="auto">
              <a:xfrm>
                <a:off x="1333500" y="147320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3" name="Rectangle 287"/>
              <p:cNvSpPr>
                <a:spLocks noChangeArrowheads="1"/>
              </p:cNvSpPr>
              <p:nvPr/>
            </p:nvSpPr>
            <p:spPr bwMode="auto">
              <a:xfrm>
                <a:off x="1262063" y="147320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 name="Rectangle 288"/>
              <p:cNvSpPr>
                <a:spLocks noChangeArrowheads="1"/>
              </p:cNvSpPr>
              <p:nvPr/>
            </p:nvSpPr>
            <p:spPr bwMode="auto">
              <a:xfrm>
                <a:off x="1192213" y="147320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 name="Rectangle 289"/>
              <p:cNvSpPr>
                <a:spLocks noChangeArrowheads="1"/>
              </p:cNvSpPr>
              <p:nvPr/>
            </p:nvSpPr>
            <p:spPr bwMode="auto">
              <a:xfrm>
                <a:off x="1120775" y="147320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 name="Rectangle 290"/>
              <p:cNvSpPr>
                <a:spLocks noChangeArrowheads="1"/>
              </p:cNvSpPr>
              <p:nvPr/>
            </p:nvSpPr>
            <p:spPr bwMode="auto">
              <a:xfrm>
                <a:off x="1050925" y="147320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7" name="Rectangle 291"/>
              <p:cNvSpPr>
                <a:spLocks noChangeArrowheads="1"/>
              </p:cNvSpPr>
              <p:nvPr/>
            </p:nvSpPr>
            <p:spPr bwMode="auto">
              <a:xfrm>
                <a:off x="1493838" y="1022351"/>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8" name="Rectangle 292"/>
              <p:cNvSpPr>
                <a:spLocks noChangeArrowheads="1"/>
              </p:cNvSpPr>
              <p:nvPr/>
            </p:nvSpPr>
            <p:spPr bwMode="auto">
              <a:xfrm>
                <a:off x="1493838" y="1093788"/>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 name="Rectangle 293"/>
              <p:cNvSpPr>
                <a:spLocks noChangeArrowheads="1"/>
              </p:cNvSpPr>
              <p:nvPr/>
            </p:nvSpPr>
            <p:spPr bwMode="auto">
              <a:xfrm>
                <a:off x="1493838" y="1165226"/>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0" name="Rectangle 294"/>
              <p:cNvSpPr>
                <a:spLocks noChangeArrowheads="1"/>
              </p:cNvSpPr>
              <p:nvPr/>
            </p:nvSpPr>
            <p:spPr bwMode="auto">
              <a:xfrm>
                <a:off x="1493838" y="1236663"/>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1" name="Rectangle 295"/>
              <p:cNvSpPr>
                <a:spLocks noChangeArrowheads="1"/>
              </p:cNvSpPr>
              <p:nvPr/>
            </p:nvSpPr>
            <p:spPr bwMode="auto">
              <a:xfrm>
                <a:off x="1493838" y="1308101"/>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2" name="Rectangle 296"/>
              <p:cNvSpPr>
                <a:spLocks noChangeArrowheads="1"/>
              </p:cNvSpPr>
              <p:nvPr/>
            </p:nvSpPr>
            <p:spPr bwMode="auto">
              <a:xfrm>
                <a:off x="1493838" y="1379538"/>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3" name="Rectangle 297"/>
              <p:cNvSpPr>
                <a:spLocks noChangeArrowheads="1"/>
              </p:cNvSpPr>
              <p:nvPr/>
            </p:nvSpPr>
            <p:spPr bwMode="auto">
              <a:xfrm>
                <a:off x="1047750" y="90805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4" name="Rectangle 298"/>
              <p:cNvSpPr>
                <a:spLocks noChangeArrowheads="1"/>
              </p:cNvSpPr>
              <p:nvPr/>
            </p:nvSpPr>
            <p:spPr bwMode="auto">
              <a:xfrm>
                <a:off x="1119188" y="90805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5" name="Rectangle 299"/>
              <p:cNvSpPr>
                <a:spLocks noChangeArrowheads="1"/>
              </p:cNvSpPr>
              <p:nvPr/>
            </p:nvSpPr>
            <p:spPr bwMode="auto">
              <a:xfrm>
                <a:off x="1189038" y="90805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6" name="Rectangle 300"/>
              <p:cNvSpPr>
                <a:spLocks noChangeArrowheads="1"/>
              </p:cNvSpPr>
              <p:nvPr/>
            </p:nvSpPr>
            <p:spPr bwMode="auto">
              <a:xfrm>
                <a:off x="1258888" y="90805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7" name="Rectangle 301"/>
              <p:cNvSpPr>
                <a:spLocks noChangeArrowheads="1"/>
              </p:cNvSpPr>
              <p:nvPr/>
            </p:nvSpPr>
            <p:spPr bwMode="auto">
              <a:xfrm>
                <a:off x="1330325" y="90805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8" name="Rectangle 302"/>
              <p:cNvSpPr>
                <a:spLocks noChangeArrowheads="1"/>
              </p:cNvSpPr>
              <p:nvPr/>
            </p:nvSpPr>
            <p:spPr bwMode="auto">
              <a:xfrm>
                <a:off x="1401763" y="908051"/>
                <a:ext cx="19050" cy="428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9" name="Oval 303"/>
              <p:cNvSpPr>
                <a:spLocks noChangeArrowheads="1"/>
              </p:cNvSpPr>
              <p:nvPr/>
            </p:nvSpPr>
            <p:spPr bwMode="auto">
              <a:xfrm>
                <a:off x="1260475" y="1416051"/>
                <a:ext cx="44450" cy="444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0" name="Oval 304"/>
              <p:cNvSpPr>
                <a:spLocks noChangeArrowheads="1"/>
              </p:cNvSpPr>
              <p:nvPr/>
            </p:nvSpPr>
            <p:spPr bwMode="auto">
              <a:xfrm>
                <a:off x="1335088" y="1416051"/>
                <a:ext cx="44450" cy="444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sp>
          <p:nvSpPr>
            <p:cNvPr id="71" name="文本框 70"/>
            <p:cNvSpPr txBox="1"/>
            <p:nvPr/>
          </p:nvSpPr>
          <p:spPr>
            <a:xfrm>
              <a:off x="3305044" y="4418486"/>
              <a:ext cx="497252" cy="276999"/>
            </a:xfrm>
            <a:prstGeom prst="rect">
              <a:avLst/>
            </a:prstGeom>
            <a:grpFill/>
            <a:ln>
              <a:solidFill>
                <a:schemeClr val="bg2"/>
              </a:solidFill>
            </a:ln>
          </p:spPr>
          <p:txBody>
            <a:bodyPr wrap="none" rtlCol="0">
              <a:spAutoFit/>
            </a:bodyPr>
            <a:lstStyle/>
            <a:p>
              <a:r>
                <a:rPr lang="en-US" altLang="zh-CN" sz="1200" dirty="0">
                  <a:solidFill>
                    <a:schemeClr val="bg1"/>
                  </a:solidFill>
                  <a:latin typeface="微软雅黑" panose="020B0503020204020204" pitchFamily="34" charset="-122"/>
                  <a:ea typeface="微软雅黑" panose="020B0503020204020204" pitchFamily="34" charset="-122"/>
                </a:rPr>
                <a:t>CPU</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nvGrpSpPr>
            <p:cNvPr id="72" name="组合 31938"/>
            <p:cNvGrpSpPr/>
            <p:nvPr/>
          </p:nvGrpSpPr>
          <p:grpSpPr bwMode="auto">
            <a:xfrm>
              <a:off x="3305044" y="5048018"/>
              <a:ext cx="498758" cy="395177"/>
              <a:chOff x="2447925" y="3624263"/>
              <a:chExt cx="404813" cy="373063"/>
            </a:xfrm>
            <a:grpFill/>
          </p:grpSpPr>
          <p:sp>
            <p:nvSpPr>
              <p:cNvPr id="74" name="Freeform 196"/>
              <p:cNvSpPr>
                <a:spLocks noEditPoints="1" noChangeArrowheads="1"/>
              </p:cNvSpPr>
              <p:nvPr/>
            </p:nvSpPr>
            <p:spPr bwMode="auto">
              <a:xfrm>
                <a:off x="2570163" y="3624263"/>
                <a:ext cx="158750" cy="166688"/>
              </a:xfrm>
              <a:custGeom>
                <a:avLst/>
                <a:gdLst>
                  <a:gd name="T0" fmla="*/ 2147483646 w 379"/>
                  <a:gd name="T1" fmla="*/ 2147483646 h 396"/>
                  <a:gd name="T2" fmla="*/ 2147483646 w 379"/>
                  <a:gd name="T3" fmla="*/ 2147483646 h 396"/>
                  <a:gd name="T4" fmla="*/ 2147483646 w 379"/>
                  <a:gd name="T5" fmla="*/ 2147483646 h 396"/>
                  <a:gd name="T6" fmla="*/ 2147483646 w 379"/>
                  <a:gd name="T7" fmla="*/ 2147483646 h 396"/>
                  <a:gd name="T8" fmla="*/ 2147483646 w 379"/>
                  <a:gd name="T9" fmla="*/ 2147483646 h 396"/>
                  <a:gd name="T10" fmla="*/ 2147483646 w 379"/>
                  <a:gd name="T11" fmla="*/ 2147483646 h 396"/>
                  <a:gd name="T12" fmla="*/ 2147483646 w 379"/>
                  <a:gd name="T13" fmla="*/ 2147483646 h 396"/>
                  <a:gd name="T14" fmla="*/ 2147483646 w 379"/>
                  <a:gd name="T15" fmla="*/ 2147483646 h 396"/>
                  <a:gd name="T16" fmla="*/ 2147483646 w 379"/>
                  <a:gd name="T17" fmla="*/ 2147483646 h 396"/>
                  <a:gd name="T18" fmla="*/ 2147483646 w 379"/>
                  <a:gd name="T19" fmla="*/ 2147483646 h 396"/>
                  <a:gd name="T20" fmla="*/ 2147483646 w 379"/>
                  <a:gd name="T21" fmla="*/ 2147483646 h 396"/>
                  <a:gd name="T22" fmla="*/ 0 w 379"/>
                  <a:gd name="T23" fmla="*/ 2147483646 h 396"/>
                  <a:gd name="T24" fmla="*/ 0 w 379"/>
                  <a:gd name="T25" fmla="*/ 2147483646 h 396"/>
                  <a:gd name="T26" fmla="*/ 0 w 379"/>
                  <a:gd name="T27" fmla="*/ 2147483646 h 396"/>
                  <a:gd name="T28" fmla="*/ 2147483646 w 379"/>
                  <a:gd name="T29" fmla="*/ 2147483646 h 396"/>
                  <a:gd name="T30" fmla="*/ 2147483646 w 379"/>
                  <a:gd name="T31" fmla="*/ 2147483646 h 396"/>
                  <a:gd name="T32" fmla="*/ 2147483646 w 379"/>
                  <a:gd name="T33" fmla="*/ 2147483646 h 396"/>
                  <a:gd name="T34" fmla="*/ 2147483646 w 379"/>
                  <a:gd name="T35" fmla="*/ 2147483646 h 396"/>
                  <a:gd name="T36" fmla="*/ 2147483646 w 379"/>
                  <a:gd name="T37" fmla="*/ 0 h 396"/>
                  <a:gd name="T38" fmla="*/ 2147483646 w 379"/>
                  <a:gd name="T39" fmla="*/ 2147483646 h 396"/>
                  <a:gd name="T40" fmla="*/ 2147483646 w 379"/>
                  <a:gd name="T41" fmla="*/ 2147483646 h 396"/>
                  <a:gd name="T42" fmla="*/ 0 w 379"/>
                  <a:gd name="T43" fmla="*/ 2147483646 h 3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79" h="396">
                    <a:moveTo>
                      <a:pt x="189" y="233"/>
                    </a:moveTo>
                    <a:lnTo>
                      <a:pt x="189" y="233"/>
                    </a:lnTo>
                    <a:cubicBezTo>
                      <a:pt x="255" y="233"/>
                      <a:pt x="310" y="280"/>
                      <a:pt x="323" y="342"/>
                    </a:cubicBezTo>
                    <a:lnTo>
                      <a:pt x="56" y="342"/>
                    </a:lnTo>
                    <a:cubicBezTo>
                      <a:pt x="68" y="280"/>
                      <a:pt x="123" y="233"/>
                      <a:pt x="189" y="233"/>
                    </a:cubicBezTo>
                    <a:close/>
                    <a:moveTo>
                      <a:pt x="126" y="116"/>
                    </a:moveTo>
                    <a:lnTo>
                      <a:pt x="126" y="116"/>
                    </a:lnTo>
                    <a:cubicBezTo>
                      <a:pt x="126" y="81"/>
                      <a:pt x="154" y="53"/>
                      <a:pt x="189" y="53"/>
                    </a:cubicBezTo>
                    <a:cubicBezTo>
                      <a:pt x="224" y="53"/>
                      <a:pt x="253" y="81"/>
                      <a:pt x="253" y="116"/>
                    </a:cubicBezTo>
                    <a:cubicBezTo>
                      <a:pt x="253" y="151"/>
                      <a:pt x="224" y="180"/>
                      <a:pt x="189" y="180"/>
                    </a:cubicBezTo>
                    <a:cubicBezTo>
                      <a:pt x="154" y="180"/>
                      <a:pt x="126" y="151"/>
                      <a:pt x="126" y="116"/>
                    </a:cubicBezTo>
                    <a:close/>
                    <a:moveTo>
                      <a:pt x="0" y="369"/>
                    </a:moveTo>
                    <a:lnTo>
                      <a:pt x="0" y="369"/>
                    </a:lnTo>
                    <a:lnTo>
                      <a:pt x="0" y="396"/>
                    </a:lnTo>
                    <a:lnTo>
                      <a:pt x="379" y="396"/>
                    </a:lnTo>
                    <a:lnTo>
                      <a:pt x="379" y="369"/>
                    </a:lnTo>
                    <a:cubicBezTo>
                      <a:pt x="379" y="294"/>
                      <a:pt x="335" y="230"/>
                      <a:pt x="272" y="199"/>
                    </a:cubicBezTo>
                    <a:cubicBezTo>
                      <a:pt x="293" y="178"/>
                      <a:pt x="306" y="149"/>
                      <a:pt x="306" y="116"/>
                    </a:cubicBezTo>
                    <a:cubicBezTo>
                      <a:pt x="306" y="52"/>
                      <a:pt x="254" y="0"/>
                      <a:pt x="189" y="0"/>
                    </a:cubicBezTo>
                    <a:cubicBezTo>
                      <a:pt x="125" y="0"/>
                      <a:pt x="72" y="52"/>
                      <a:pt x="72" y="116"/>
                    </a:cubicBezTo>
                    <a:cubicBezTo>
                      <a:pt x="72" y="149"/>
                      <a:pt x="86" y="178"/>
                      <a:pt x="107" y="199"/>
                    </a:cubicBezTo>
                    <a:cubicBezTo>
                      <a:pt x="44" y="230"/>
                      <a:pt x="0" y="294"/>
                      <a:pt x="0" y="36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5" name="Freeform 197"/>
              <p:cNvSpPr>
                <a:spLocks noEditPoints="1" noChangeArrowheads="1"/>
              </p:cNvSpPr>
              <p:nvPr/>
            </p:nvSpPr>
            <p:spPr bwMode="auto">
              <a:xfrm>
                <a:off x="2447925" y="3830638"/>
                <a:ext cx="160338" cy="166688"/>
              </a:xfrm>
              <a:custGeom>
                <a:avLst/>
                <a:gdLst>
                  <a:gd name="T0" fmla="*/ 2147483646 w 379"/>
                  <a:gd name="T1" fmla="*/ 2147483646 h 396"/>
                  <a:gd name="T2" fmla="*/ 2147483646 w 379"/>
                  <a:gd name="T3" fmla="*/ 2147483646 h 396"/>
                  <a:gd name="T4" fmla="*/ 2147483646 w 379"/>
                  <a:gd name="T5" fmla="*/ 2147483646 h 396"/>
                  <a:gd name="T6" fmla="*/ 2147483646 w 379"/>
                  <a:gd name="T7" fmla="*/ 2147483646 h 396"/>
                  <a:gd name="T8" fmla="*/ 2147483646 w 379"/>
                  <a:gd name="T9" fmla="*/ 2147483646 h 396"/>
                  <a:gd name="T10" fmla="*/ 2147483646 w 379"/>
                  <a:gd name="T11" fmla="*/ 2147483646 h 396"/>
                  <a:gd name="T12" fmla="*/ 2147483646 w 379"/>
                  <a:gd name="T13" fmla="*/ 2147483646 h 396"/>
                  <a:gd name="T14" fmla="*/ 2147483646 w 379"/>
                  <a:gd name="T15" fmla="*/ 2147483646 h 396"/>
                  <a:gd name="T16" fmla="*/ 2147483646 w 379"/>
                  <a:gd name="T17" fmla="*/ 2147483646 h 396"/>
                  <a:gd name="T18" fmla="*/ 2147483646 w 379"/>
                  <a:gd name="T19" fmla="*/ 2147483646 h 396"/>
                  <a:gd name="T20" fmla="*/ 2147483646 w 379"/>
                  <a:gd name="T21" fmla="*/ 2147483646 h 396"/>
                  <a:gd name="T22" fmla="*/ 0 w 379"/>
                  <a:gd name="T23" fmla="*/ 2147483646 h 396"/>
                  <a:gd name="T24" fmla="*/ 0 w 379"/>
                  <a:gd name="T25" fmla="*/ 2147483646 h 396"/>
                  <a:gd name="T26" fmla="*/ 0 w 379"/>
                  <a:gd name="T27" fmla="*/ 2147483646 h 396"/>
                  <a:gd name="T28" fmla="*/ 2147483646 w 379"/>
                  <a:gd name="T29" fmla="*/ 2147483646 h 396"/>
                  <a:gd name="T30" fmla="*/ 2147483646 w 379"/>
                  <a:gd name="T31" fmla="*/ 2147483646 h 396"/>
                  <a:gd name="T32" fmla="*/ 2147483646 w 379"/>
                  <a:gd name="T33" fmla="*/ 2147483646 h 396"/>
                  <a:gd name="T34" fmla="*/ 2147483646 w 379"/>
                  <a:gd name="T35" fmla="*/ 2147483646 h 396"/>
                  <a:gd name="T36" fmla="*/ 2147483646 w 379"/>
                  <a:gd name="T37" fmla="*/ 0 h 396"/>
                  <a:gd name="T38" fmla="*/ 2147483646 w 379"/>
                  <a:gd name="T39" fmla="*/ 2147483646 h 396"/>
                  <a:gd name="T40" fmla="*/ 2147483646 w 379"/>
                  <a:gd name="T41" fmla="*/ 2147483646 h 396"/>
                  <a:gd name="T42" fmla="*/ 0 w 379"/>
                  <a:gd name="T43" fmla="*/ 2147483646 h 3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79" h="396">
                    <a:moveTo>
                      <a:pt x="189" y="233"/>
                    </a:moveTo>
                    <a:lnTo>
                      <a:pt x="189" y="233"/>
                    </a:lnTo>
                    <a:cubicBezTo>
                      <a:pt x="255" y="233"/>
                      <a:pt x="310" y="280"/>
                      <a:pt x="323" y="343"/>
                    </a:cubicBezTo>
                    <a:lnTo>
                      <a:pt x="56" y="343"/>
                    </a:lnTo>
                    <a:cubicBezTo>
                      <a:pt x="69" y="280"/>
                      <a:pt x="124" y="233"/>
                      <a:pt x="189" y="233"/>
                    </a:cubicBezTo>
                    <a:close/>
                    <a:moveTo>
                      <a:pt x="126" y="116"/>
                    </a:moveTo>
                    <a:lnTo>
                      <a:pt x="126" y="116"/>
                    </a:lnTo>
                    <a:cubicBezTo>
                      <a:pt x="126" y="81"/>
                      <a:pt x="154" y="53"/>
                      <a:pt x="189" y="53"/>
                    </a:cubicBezTo>
                    <a:cubicBezTo>
                      <a:pt x="224" y="53"/>
                      <a:pt x="253" y="81"/>
                      <a:pt x="253" y="116"/>
                    </a:cubicBezTo>
                    <a:cubicBezTo>
                      <a:pt x="253" y="151"/>
                      <a:pt x="224" y="180"/>
                      <a:pt x="189" y="180"/>
                    </a:cubicBezTo>
                    <a:cubicBezTo>
                      <a:pt x="154" y="180"/>
                      <a:pt x="126" y="151"/>
                      <a:pt x="126" y="116"/>
                    </a:cubicBezTo>
                    <a:close/>
                    <a:moveTo>
                      <a:pt x="0" y="369"/>
                    </a:moveTo>
                    <a:lnTo>
                      <a:pt x="0" y="369"/>
                    </a:lnTo>
                    <a:lnTo>
                      <a:pt x="0" y="396"/>
                    </a:lnTo>
                    <a:lnTo>
                      <a:pt x="379" y="396"/>
                    </a:lnTo>
                    <a:lnTo>
                      <a:pt x="379" y="369"/>
                    </a:lnTo>
                    <a:cubicBezTo>
                      <a:pt x="379" y="294"/>
                      <a:pt x="335" y="230"/>
                      <a:pt x="272" y="199"/>
                    </a:cubicBezTo>
                    <a:cubicBezTo>
                      <a:pt x="293" y="178"/>
                      <a:pt x="306" y="149"/>
                      <a:pt x="306" y="116"/>
                    </a:cubicBezTo>
                    <a:cubicBezTo>
                      <a:pt x="306" y="52"/>
                      <a:pt x="254" y="0"/>
                      <a:pt x="189" y="0"/>
                    </a:cubicBezTo>
                    <a:cubicBezTo>
                      <a:pt x="125" y="0"/>
                      <a:pt x="73" y="52"/>
                      <a:pt x="73" y="116"/>
                    </a:cubicBezTo>
                    <a:cubicBezTo>
                      <a:pt x="73" y="149"/>
                      <a:pt x="86" y="178"/>
                      <a:pt x="107" y="199"/>
                    </a:cubicBezTo>
                    <a:cubicBezTo>
                      <a:pt x="44" y="230"/>
                      <a:pt x="0" y="294"/>
                      <a:pt x="0" y="36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6" name="Freeform 198"/>
              <p:cNvSpPr>
                <a:spLocks noEditPoints="1" noChangeArrowheads="1"/>
              </p:cNvSpPr>
              <p:nvPr/>
            </p:nvSpPr>
            <p:spPr bwMode="auto">
              <a:xfrm>
                <a:off x="2693988" y="3830638"/>
                <a:ext cx="158750" cy="166688"/>
              </a:xfrm>
              <a:custGeom>
                <a:avLst/>
                <a:gdLst>
                  <a:gd name="T0" fmla="*/ 2147483646 w 379"/>
                  <a:gd name="T1" fmla="*/ 2147483646 h 396"/>
                  <a:gd name="T2" fmla="*/ 2147483646 w 379"/>
                  <a:gd name="T3" fmla="*/ 2147483646 h 396"/>
                  <a:gd name="T4" fmla="*/ 2147483646 w 379"/>
                  <a:gd name="T5" fmla="*/ 2147483646 h 396"/>
                  <a:gd name="T6" fmla="*/ 2147483646 w 379"/>
                  <a:gd name="T7" fmla="*/ 2147483646 h 396"/>
                  <a:gd name="T8" fmla="*/ 2147483646 w 379"/>
                  <a:gd name="T9" fmla="*/ 2147483646 h 396"/>
                  <a:gd name="T10" fmla="*/ 2147483646 w 379"/>
                  <a:gd name="T11" fmla="*/ 2147483646 h 396"/>
                  <a:gd name="T12" fmla="*/ 2147483646 w 379"/>
                  <a:gd name="T13" fmla="*/ 2147483646 h 396"/>
                  <a:gd name="T14" fmla="*/ 2147483646 w 379"/>
                  <a:gd name="T15" fmla="*/ 2147483646 h 396"/>
                  <a:gd name="T16" fmla="*/ 2147483646 w 379"/>
                  <a:gd name="T17" fmla="*/ 2147483646 h 396"/>
                  <a:gd name="T18" fmla="*/ 2147483646 w 379"/>
                  <a:gd name="T19" fmla="*/ 2147483646 h 396"/>
                  <a:gd name="T20" fmla="*/ 2147483646 w 379"/>
                  <a:gd name="T21" fmla="*/ 2147483646 h 396"/>
                  <a:gd name="T22" fmla="*/ 2147483646 w 379"/>
                  <a:gd name="T23" fmla="*/ 2147483646 h 396"/>
                  <a:gd name="T24" fmla="*/ 2147483646 w 379"/>
                  <a:gd name="T25" fmla="*/ 2147483646 h 396"/>
                  <a:gd name="T26" fmla="*/ 2147483646 w 379"/>
                  <a:gd name="T27" fmla="*/ 2147483646 h 396"/>
                  <a:gd name="T28" fmla="*/ 2147483646 w 379"/>
                  <a:gd name="T29" fmla="*/ 2147483646 h 396"/>
                  <a:gd name="T30" fmla="*/ 2147483646 w 379"/>
                  <a:gd name="T31" fmla="*/ 0 h 396"/>
                  <a:gd name="T32" fmla="*/ 2147483646 w 379"/>
                  <a:gd name="T33" fmla="*/ 2147483646 h 396"/>
                  <a:gd name="T34" fmla="*/ 2147483646 w 379"/>
                  <a:gd name="T35" fmla="*/ 2147483646 h 396"/>
                  <a:gd name="T36" fmla="*/ 0 w 379"/>
                  <a:gd name="T37" fmla="*/ 2147483646 h 396"/>
                  <a:gd name="T38" fmla="*/ 0 w 379"/>
                  <a:gd name="T39" fmla="*/ 2147483646 h 396"/>
                  <a:gd name="T40" fmla="*/ 2147483646 w 379"/>
                  <a:gd name="T41" fmla="*/ 2147483646 h 396"/>
                  <a:gd name="T42" fmla="*/ 2147483646 w 379"/>
                  <a:gd name="T43" fmla="*/ 2147483646 h 3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79" h="396">
                    <a:moveTo>
                      <a:pt x="56" y="343"/>
                    </a:moveTo>
                    <a:lnTo>
                      <a:pt x="56" y="343"/>
                    </a:lnTo>
                    <a:cubicBezTo>
                      <a:pt x="69" y="280"/>
                      <a:pt x="124" y="233"/>
                      <a:pt x="190" y="233"/>
                    </a:cubicBezTo>
                    <a:cubicBezTo>
                      <a:pt x="256" y="233"/>
                      <a:pt x="311" y="280"/>
                      <a:pt x="323" y="343"/>
                    </a:cubicBezTo>
                    <a:lnTo>
                      <a:pt x="56" y="343"/>
                    </a:lnTo>
                    <a:close/>
                    <a:moveTo>
                      <a:pt x="126" y="116"/>
                    </a:moveTo>
                    <a:lnTo>
                      <a:pt x="126" y="116"/>
                    </a:lnTo>
                    <a:cubicBezTo>
                      <a:pt x="126" y="81"/>
                      <a:pt x="155" y="53"/>
                      <a:pt x="190" y="53"/>
                    </a:cubicBezTo>
                    <a:cubicBezTo>
                      <a:pt x="225" y="53"/>
                      <a:pt x="253" y="81"/>
                      <a:pt x="253" y="116"/>
                    </a:cubicBezTo>
                    <a:cubicBezTo>
                      <a:pt x="253" y="151"/>
                      <a:pt x="225" y="180"/>
                      <a:pt x="190" y="180"/>
                    </a:cubicBezTo>
                    <a:cubicBezTo>
                      <a:pt x="155" y="180"/>
                      <a:pt x="126" y="151"/>
                      <a:pt x="126" y="116"/>
                    </a:cubicBezTo>
                    <a:close/>
                    <a:moveTo>
                      <a:pt x="379" y="369"/>
                    </a:moveTo>
                    <a:lnTo>
                      <a:pt x="379" y="369"/>
                    </a:lnTo>
                    <a:cubicBezTo>
                      <a:pt x="379" y="294"/>
                      <a:pt x="335" y="230"/>
                      <a:pt x="272" y="199"/>
                    </a:cubicBezTo>
                    <a:cubicBezTo>
                      <a:pt x="293" y="178"/>
                      <a:pt x="307" y="149"/>
                      <a:pt x="307" y="116"/>
                    </a:cubicBezTo>
                    <a:cubicBezTo>
                      <a:pt x="307" y="52"/>
                      <a:pt x="254" y="0"/>
                      <a:pt x="190" y="0"/>
                    </a:cubicBezTo>
                    <a:cubicBezTo>
                      <a:pt x="125" y="0"/>
                      <a:pt x="73" y="52"/>
                      <a:pt x="73" y="116"/>
                    </a:cubicBezTo>
                    <a:cubicBezTo>
                      <a:pt x="73" y="149"/>
                      <a:pt x="86" y="178"/>
                      <a:pt x="107" y="199"/>
                    </a:cubicBezTo>
                    <a:cubicBezTo>
                      <a:pt x="44" y="230"/>
                      <a:pt x="0" y="294"/>
                      <a:pt x="0" y="369"/>
                    </a:cubicBezTo>
                    <a:lnTo>
                      <a:pt x="0" y="396"/>
                    </a:lnTo>
                    <a:lnTo>
                      <a:pt x="379" y="396"/>
                    </a:lnTo>
                    <a:lnTo>
                      <a:pt x="379" y="36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77" name="Freeform 199"/>
              <p:cNvSpPr>
                <a:spLocks noChangeArrowheads="1"/>
              </p:cNvSpPr>
              <p:nvPr/>
            </p:nvSpPr>
            <p:spPr bwMode="auto">
              <a:xfrm>
                <a:off x="2582863" y="3800475"/>
                <a:ext cx="134938" cy="120650"/>
              </a:xfrm>
              <a:custGeom>
                <a:avLst/>
                <a:gdLst>
                  <a:gd name="T0" fmla="*/ 2147483646 w 323"/>
                  <a:gd name="T1" fmla="*/ 2147483646 h 288"/>
                  <a:gd name="T2" fmla="*/ 2147483646 w 323"/>
                  <a:gd name="T3" fmla="*/ 2147483646 h 288"/>
                  <a:gd name="T4" fmla="*/ 2147483646 w 323"/>
                  <a:gd name="T5" fmla="*/ 2147483646 h 288"/>
                  <a:gd name="T6" fmla="*/ 2147483646 w 323"/>
                  <a:gd name="T7" fmla="*/ 2147483646 h 288"/>
                  <a:gd name="T8" fmla="*/ 2147483646 w 323"/>
                  <a:gd name="T9" fmla="*/ 2147483646 h 288"/>
                  <a:gd name="T10" fmla="*/ 2147483646 w 323"/>
                  <a:gd name="T11" fmla="*/ 2147483646 h 288"/>
                  <a:gd name="T12" fmla="*/ 2147483646 w 323"/>
                  <a:gd name="T13" fmla="*/ 2147483646 h 288"/>
                  <a:gd name="T14" fmla="*/ 2147483646 w 323"/>
                  <a:gd name="T15" fmla="*/ 0 h 288"/>
                  <a:gd name="T16" fmla="*/ 2147483646 w 323"/>
                  <a:gd name="T17" fmla="*/ 2147483646 h 288"/>
                  <a:gd name="T18" fmla="*/ 2147483646 w 323"/>
                  <a:gd name="T19" fmla="*/ 2147483646 h 288"/>
                  <a:gd name="T20" fmla="*/ 2147483646 w 323"/>
                  <a:gd name="T21" fmla="*/ 2147483646 h 288"/>
                  <a:gd name="T22" fmla="*/ 2147483646 w 323"/>
                  <a:gd name="T23" fmla="*/ 2147483646 h 288"/>
                  <a:gd name="T24" fmla="*/ 2147483646 w 323"/>
                  <a:gd name="T25" fmla="*/ 2147483646 h 288"/>
                  <a:gd name="T26" fmla="*/ 0 w 323"/>
                  <a:gd name="T27" fmla="*/ 2147483646 h 288"/>
                  <a:gd name="T28" fmla="*/ 2147483646 w 323"/>
                  <a:gd name="T29" fmla="*/ 2147483646 h 288"/>
                  <a:gd name="T30" fmla="*/ 2147483646 w 323"/>
                  <a:gd name="T31" fmla="*/ 2147483646 h 288"/>
                  <a:gd name="T32" fmla="*/ 2147483646 w 323"/>
                  <a:gd name="T33" fmla="*/ 2147483646 h 288"/>
                  <a:gd name="T34" fmla="*/ 2147483646 w 323"/>
                  <a:gd name="T35" fmla="*/ 2147483646 h 288"/>
                  <a:gd name="T36" fmla="*/ 2147483646 w 323"/>
                  <a:gd name="T37" fmla="*/ 2147483646 h 288"/>
                  <a:gd name="T38" fmla="*/ 2147483646 w 323"/>
                  <a:gd name="T39" fmla="*/ 2147483646 h 2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23" h="288">
                    <a:moveTo>
                      <a:pt x="323" y="268"/>
                    </a:moveTo>
                    <a:lnTo>
                      <a:pt x="323" y="268"/>
                    </a:lnTo>
                    <a:lnTo>
                      <a:pt x="290" y="169"/>
                    </a:lnTo>
                    <a:lnTo>
                      <a:pt x="269" y="206"/>
                    </a:lnTo>
                    <a:lnTo>
                      <a:pt x="188" y="159"/>
                    </a:lnTo>
                    <a:lnTo>
                      <a:pt x="188" y="78"/>
                    </a:lnTo>
                    <a:lnTo>
                      <a:pt x="230" y="78"/>
                    </a:lnTo>
                    <a:lnTo>
                      <a:pt x="161" y="0"/>
                    </a:lnTo>
                    <a:lnTo>
                      <a:pt x="92" y="78"/>
                    </a:lnTo>
                    <a:lnTo>
                      <a:pt x="135" y="78"/>
                    </a:lnTo>
                    <a:lnTo>
                      <a:pt x="135" y="159"/>
                    </a:lnTo>
                    <a:lnTo>
                      <a:pt x="54" y="206"/>
                    </a:lnTo>
                    <a:lnTo>
                      <a:pt x="33" y="169"/>
                    </a:lnTo>
                    <a:lnTo>
                      <a:pt x="0" y="268"/>
                    </a:lnTo>
                    <a:lnTo>
                      <a:pt x="102" y="288"/>
                    </a:lnTo>
                    <a:lnTo>
                      <a:pt x="80" y="252"/>
                    </a:lnTo>
                    <a:lnTo>
                      <a:pt x="161" y="205"/>
                    </a:lnTo>
                    <a:lnTo>
                      <a:pt x="242" y="252"/>
                    </a:lnTo>
                    <a:lnTo>
                      <a:pt x="221" y="288"/>
                    </a:lnTo>
                    <a:lnTo>
                      <a:pt x="323" y="26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sp>
          <p:nvSpPr>
            <p:cNvPr id="80" name="右箭头 79"/>
            <p:cNvSpPr/>
            <p:nvPr/>
          </p:nvSpPr>
          <p:spPr>
            <a:xfrm>
              <a:off x="3978730" y="3390900"/>
              <a:ext cx="304800" cy="1094304"/>
            </a:xfrm>
            <a:prstGeom prst="rightArrow">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81" name="圆角矩形 80"/>
            <p:cNvSpPr/>
            <p:nvPr/>
          </p:nvSpPr>
          <p:spPr>
            <a:xfrm>
              <a:off x="4533900" y="4705944"/>
              <a:ext cx="6553200" cy="932856"/>
            </a:xfrm>
            <a:prstGeom prst="roundRect">
              <a:avLst/>
            </a:prstGeom>
            <a:grpFill/>
            <a:ln>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82" name="椭圆 81"/>
            <p:cNvSpPr/>
            <p:nvPr/>
          </p:nvSpPr>
          <p:spPr>
            <a:xfrm>
              <a:off x="4241542" y="4850779"/>
              <a:ext cx="698500" cy="711200"/>
            </a:xfrm>
            <a:prstGeom prst="ellipse">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4238779" y="5068086"/>
              <a:ext cx="723275" cy="307777"/>
            </a:xfrm>
            <a:prstGeom prst="rect">
              <a:avLst/>
            </a:prstGeom>
            <a:grpFill/>
            <a:ln>
              <a:solidFill>
                <a:schemeClr val="bg2"/>
              </a:solidFill>
            </a:ln>
          </p:spPr>
          <p:txBody>
            <a:bodyPr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数字化</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10132993" y="4782607"/>
              <a:ext cx="954107" cy="276999"/>
            </a:xfrm>
            <a:prstGeom prst="rect">
              <a:avLst/>
            </a:prstGeom>
            <a:grpFill/>
            <a:ln>
              <a:solidFill>
                <a:schemeClr val="bg2"/>
              </a:solidFill>
            </a:ln>
          </p:spPr>
          <p:txBody>
            <a:bodyPr wrap="none"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感知、连接</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nvGrpSpPr>
            <p:cNvPr id="85" name="组合 116"/>
            <p:cNvGrpSpPr/>
            <p:nvPr/>
          </p:nvGrpSpPr>
          <p:grpSpPr bwMode="auto">
            <a:xfrm>
              <a:off x="5358086" y="4850779"/>
              <a:ext cx="532240" cy="643524"/>
              <a:chOff x="862013" y="1049338"/>
              <a:chExt cx="546100" cy="838199"/>
            </a:xfrm>
            <a:grpFill/>
          </p:grpSpPr>
          <p:sp>
            <p:nvSpPr>
              <p:cNvPr id="86"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7"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8"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89"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0"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1" name="Line 1021"/>
              <p:cNvSpPr>
                <a:spLocks noChangeShapeType="1"/>
              </p:cNvSpPr>
              <p:nvPr/>
            </p:nvSpPr>
            <p:spPr bwMode="auto">
              <a:xfrm>
                <a:off x="1074738" y="1166813"/>
                <a:ext cx="0" cy="0"/>
              </a:xfrm>
              <a:prstGeom prst="line">
                <a:avLst/>
              </a:prstGeom>
              <a:grpFill/>
              <a:ln w="23813">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2" name="Rectangle 1022"/>
              <p:cNvSpPr>
                <a:spLocks noChangeArrowheads="1"/>
              </p:cNvSpPr>
              <p:nvPr/>
            </p:nvSpPr>
            <p:spPr bwMode="auto">
              <a:xfrm>
                <a:off x="1068388" y="1065213"/>
                <a:ext cx="6350" cy="9842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3"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4" name="Rectangle 1024"/>
              <p:cNvSpPr>
                <a:spLocks noChangeArrowheads="1"/>
              </p:cNvSpPr>
              <p:nvPr/>
            </p:nvSpPr>
            <p:spPr bwMode="auto">
              <a:xfrm>
                <a:off x="1184275" y="1065213"/>
                <a:ext cx="6350" cy="9842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5"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6"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7"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8" name="Line 1028"/>
              <p:cNvSpPr>
                <a:spLocks noChangeShapeType="1"/>
              </p:cNvSpPr>
              <p:nvPr/>
            </p:nvSpPr>
            <p:spPr bwMode="auto">
              <a:xfrm>
                <a:off x="1074738" y="1760538"/>
                <a:ext cx="0" cy="0"/>
              </a:xfrm>
              <a:prstGeom prst="line">
                <a:avLst/>
              </a:prstGeom>
              <a:grpFill/>
              <a:ln w="6350">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99" name="Rectangle 1029"/>
              <p:cNvSpPr>
                <a:spLocks noChangeArrowheads="1"/>
              </p:cNvSpPr>
              <p:nvPr/>
            </p:nvSpPr>
            <p:spPr bwMode="auto">
              <a:xfrm>
                <a:off x="1068388" y="1760538"/>
                <a:ext cx="6350" cy="100012"/>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0"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1"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2" name="Rectangle 1032"/>
              <p:cNvSpPr>
                <a:spLocks noChangeArrowheads="1"/>
              </p:cNvSpPr>
              <p:nvPr/>
            </p:nvSpPr>
            <p:spPr bwMode="auto">
              <a:xfrm>
                <a:off x="1184275" y="1760538"/>
                <a:ext cx="6350" cy="100012"/>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3" name="Oval 1033"/>
              <p:cNvSpPr>
                <a:spLocks noChangeArrowheads="1"/>
              </p:cNvSpPr>
              <p:nvPr/>
            </p:nvSpPr>
            <p:spPr bwMode="auto">
              <a:xfrm>
                <a:off x="1049338" y="1844675"/>
                <a:ext cx="44450" cy="42862"/>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4" name="Oval 1034"/>
              <p:cNvSpPr>
                <a:spLocks noChangeArrowheads="1"/>
              </p:cNvSpPr>
              <p:nvPr/>
            </p:nvSpPr>
            <p:spPr bwMode="auto">
              <a:xfrm>
                <a:off x="1166813" y="1844675"/>
                <a:ext cx="42863" cy="42862"/>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05" name="组合 64"/>
            <p:cNvGrpSpPr/>
            <p:nvPr/>
          </p:nvGrpSpPr>
          <p:grpSpPr bwMode="auto">
            <a:xfrm>
              <a:off x="6834548" y="4864579"/>
              <a:ext cx="630172" cy="656760"/>
              <a:chOff x="5659438" y="865187"/>
              <a:chExt cx="600075" cy="661988"/>
            </a:xfrm>
            <a:grpFill/>
          </p:grpSpPr>
          <p:sp>
            <p:nvSpPr>
              <p:cNvPr id="106" name="Oval 724"/>
              <p:cNvSpPr>
                <a:spLocks noChangeArrowheads="1"/>
              </p:cNvSpPr>
              <p:nvPr/>
            </p:nvSpPr>
            <p:spPr bwMode="auto">
              <a:xfrm>
                <a:off x="5872163" y="1460500"/>
                <a:ext cx="66675" cy="66675"/>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7" name="Oval 725"/>
              <p:cNvSpPr>
                <a:spLocks noChangeArrowheads="1"/>
              </p:cNvSpPr>
              <p:nvPr/>
            </p:nvSpPr>
            <p:spPr bwMode="auto">
              <a:xfrm>
                <a:off x="5972175" y="1460500"/>
                <a:ext cx="66675" cy="66675"/>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8" name="Freeform 732"/>
              <p:cNvSpPr/>
              <p:nvPr/>
            </p:nvSpPr>
            <p:spPr bwMode="auto">
              <a:xfrm>
                <a:off x="5694363" y="1208087"/>
                <a:ext cx="565150" cy="300037"/>
              </a:xfrm>
              <a:custGeom>
                <a:avLst/>
                <a:gdLst>
                  <a:gd name="T0" fmla="*/ 334559355 w 359"/>
                  <a:gd name="T1" fmla="*/ 443876317 h 190"/>
                  <a:gd name="T2" fmla="*/ 123911105 w 359"/>
                  <a:gd name="T3" fmla="*/ 349116737 h 190"/>
                  <a:gd name="T4" fmla="*/ 123911105 w 359"/>
                  <a:gd name="T5" fmla="*/ 349116737 h 190"/>
                  <a:gd name="T6" fmla="*/ 0 w 359"/>
                  <a:gd name="T7" fmla="*/ 473801060 h 190"/>
                  <a:gd name="T8" fmla="*/ 0 w 359"/>
                  <a:gd name="T9" fmla="*/ 122190858 h 190"/>
                  <a:gd name="T10" fmla="*/ 349427995 w 359"/>
                  <a:gd name="T11" fmla="*/ 122190858 h 190"/>
                  <a:gd name="T12" fmla="*/ 255255743 w 359"/>
                  <a:gd name="T13" fmla="*/ 216950438 h 190"/>
                  <a:gd name="T14" fmla="*/ 255255743 w 359"/>
                  <a:gd name="T15" fmla="*/ 216950438 h 190"/>
                  <a:gd name="T16" fmla="*/ 535294653 w 359"/>
                  <a:gd name="T17" fmla="*/ 354103667 h 190"/>
                  <a:gd name="T18" fmla="*/ 852504374 w 359"/>
                  <a:gd name="T19" fmla="*/ 154609066 h 190"/>
                  <a:gd name="T20" fmla="*/ 889678336 w 359"/>
                  <a:gd name="T21" fmla="*/ 0 h 1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59" h="190">
                    <a:moveTo>
                      <a:pt x="135" y="178"/>
                    </a:moveTo>
                    <a:cubicBezTo>
                      <a:pt x="104" y="173"/>
                      <a:pt x="74" y="159"/>
                      <a:pt x="50" y="140"/>
                    </a:cubicBezTo>
                    <a:cubicBezTo>
                      <a:pt x="50" y="140"/>
                      <a:pt x="50" y="140"/>
                      <a:pt x="50" y="140"/>
                    </a:cubicBezTo>
                    <a:cubicBezTo>
                      <a:pt x="0" y="190"/>
                      <a:pt x="0" y="190"/>
                      <a:pt x="0" y="190"/>
                    </a:cubicBezTo>
                    <a:cubicBezTo>
                      <a:pt x="0" y="49"/>
                      <a:pt x="0" y="49"/>
                      <a:pt x="0" y="49"/>
                    </a:cubicBezTo>
                    <a:cubicBezTo>
                      <a:pt x="141" y="49"/>
                      <a:pt x="141" y="49"/>
                      <a:pt x="141" y="49"/>
                    </a:cubicBezTo>
                    <a:cubicBezTo>
                      <a:pt x="103" y="87"/>
                      <a:pt x="103" y="87"/>
                      <a:pt x="103" y="87"/>
                    </a:cubicBezTo>
                    <a:cubicBezTo>
                      <a:pt x="103" y="87"/>
                      <a:pt x="103" y="87"/>
                      <a:pt x="103" y="87"/>
                    </a:cubicBezTo>
                    <a:cubicBezTo>
                      <a:pt x="129" y="121"/>
                      <a:pt x="170" y="142"/>
                      <a:pt x="216" y="142"/>
                    </a:cubicBezTo>
                    <a:cubicBezTo>
                      <a:pt x="273" y="142"/>
                      <a:pt x="321" y="110"/>
                      <a:pt x="344" y="62"/>
                    </a:cubicBezTo>
                    <a:cubicBezTo>
                      <a:pt x="354" y="43"/>
                      <a:pt x="359" y="22"/>
                      <a:pt x="359" y="0"/>
                    </a:cubicBez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09" name="Freeform 733"/>
              <p:cNvSpPr/>
              <p:nvPr/>
            </p:nvSpPr>
            <p:spPr bwMode="auto">
              <a:xfrm>
                <a:off x="6002338" y="1046162"/>
                <a:ext cx="257175" cy="442912"/>
              </a:xfrm>
              <a:custGeom>
                <a:avLst/>
                <a:gdLst>
                  <a:gd name="T0" fmla="*/ 121976683 w 163"/>
                  <a:gd name="T1" fmla="*/ 515449913 h 280"/>
                  <a:gd name="T2" fmla="*/ 121976683 w 163"/>
                  <a:gd name="T3" fmla="*/ 0 h 280"/>
                  <a:gd name="T4" fmla="*/ 405760617 w 163"/>
                  <a:gd name="T5" fmla="*/ 0 h 280"/>
                  <a:gd name="T6" fmla="*/ 405760617 w 163"/>
                  <a:gd name="T7" fmla="*/ 227697896 h 280"/>
                  <a:gd name="T8" fmla="*/ 0 w 163"/>
                  <a:gd name="T9" fmla="*/ 700610856 h 2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3" h="280">
                    <a:moveTo>
                      <a:pt x="49" y="206"/>
                    </a:moveTo>
                    <a:cubicBezTo>
                      <a:pt x="49" y="0"/>
                      <a:pt x="49" y="0"/>
                      <a:pt x="49" y="0"/>
                    </a:cubicBezTo>
                    <a:cubicBezTo>
                      <a:pt x="163" y="0"/>
                      <a:pt x="163" y="0"/>
                      <a:pt x="163" y="0"/>
                    </a:cubicBezTo>
                    <a:cubicBezTo>
                      <a:pt x="163" y="91"/>
                      <a:pt x="163" y="91"/>
                      <a:pt x="163" y="91"/>
                    </a:cubicBezTo>
                    <a:cubicBezTo>
                      <a:pt x="163" y="187"/>
                      <a:pt x="92" y="267"/>
                      <a:pt x="0" y="280"/>
                    </a:cubicBez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0" name="Freeform 734"/>
              <p:cNvSpPr/>
              <p:nvPr/>
            </p:nvSpPr>
            <p:spPr bwMode="auto">
              <a:xfrm>
                <a:off x="5659438" y="1073150"/>
                <a:ext cx="171450" cy="149225"/>
              </a:xfrm>
              <a:custGeom>
                <a:avLst/>
                <a:gdLst>
                  <a:gd name="T0" fmla="*/ 0 w 108"/>
                  <a:gd name="T1" fmla="*/ 236894688 h 94"/>
                  <a:gd name="T2" fmla="*/ 0 w 108"/>
                  <a:gd name="T3" fmla="*/ 57964388 h 94"/>
                  <a:gd name="T4" fmla="*/ 181451250 w 108"/>
                  <a:gd name="T5" fmla="*/ 0 h 94"/>
                  <a:gd name="T6" fmla="*/ 181451250 w 108"/>
                  <a:gd name="T7" fmla="*/ 57964388 h 94"/>
                  <a:gd name="T8" fmla="*/ 272176875 w 108"/>
                  <a:gd name="T9" fmla="*/ 57964388 h 94"/>
                  <a:gd name="T10" fmla="*/ 272176875 w 108"/>
                  <a:gd name="T11" fmla="*/ 236894688 h 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94">
                    <a:moveTo>
                      <a:pt x="0" y="94"/>
                    </a:moveTo>
                    <a:lnTo>
                      <a:pt x="0" y="23"/>
                    </a:lnTo>
                    <a:lnTo>
                      <a:pt x="72" y="0"/>
                    </a:lnTo>
                    <a:lnTo>
                      <a:pt x="72" y="23"/>
                    </a:lnTo>
                    <a:lnTo>
                      <a:pt x="108" y="23"/>
                    </a:lnTo>
                    <a:lnTo>
                      <a:pt x="108" y="94"/>
                    </a:ln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1" name="Freeform 735"/>
              <p:cNvSpPr/>
              <p:nvPr/>
            </p:nvSpPr>
            <p:spPr bwMode="auto">
              <a:xfrm>
                <a:off x="5830888" y="865187"/>
                <a:ext cx="249237" cy="506412"/>
              </a:xfrm>
              <a:custGeom>
                <a:avLst/>
                <a:gdLst>
                  <a:gd name="T0" fmla="*/ 0 w 157"/>
                  <a:gd name="T1" fmla="*/ 567033803 h 319"/>
                  <a:gd name="T2" fmla="*/ 0 w 157"/>
                  <a:gd name="T3" fmla="*/ 133567356 h 319"/>
                  <a:gd name="T4" fmla="*/ 108365708 w 157"/>
                  <a:gd name="T5" fmla="*/ 133567356 h 319"/>
                  <a:gd name="T6" fmla="*/ 108365708 w 157"/>
                  <a:gd name="T7" fmla="*/ 83164280 h 319"/>
                  <a:gd name="T8" fmla="*/ 297377841 w 157"/>
                  <a:gd name="T9" fmla="*/ 0 h 319"/>
                  <a:gd name="T10" fmla="*/ 297377841 w 157"/>
                  <a:gd name="T11" fmla="*/ 133567356 h 319"/>
                  <a:gd name="T12" fmla="*/ 395662944 w 157"/>
                  <a:gd name="T13" fmla="*/ 133567356 h 319"/>
                  <a:gd name="T14" fmla="*/ 395662944 w 157"/>
                  <a:gd name="T15" fmla="*/ 803928256 h 3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7" h="319">
                    <a:moveTo>
                      <a:pt x="0" y="225"/>
                    </a:moveTo>
                    <a:lnTo>
                      <a:pt x="0" y="53"/>
                    </a:lnTo>
                    <a:lnTo>
                      <a:pt x="43" y="53"/>
                    </a:lnTo>
                    <a:lnTo>
                      <a:pt x="43" y="33"/>
                    </a:lnTo>
                    <a:lnTo>
                      <a:pt x="118" y="0"/>
                    </a:lnTo>
                    <a:lnTo>
                      <a:pt x="118" y="53"/>
                    </a:lnTo>
                    <a:lnTo>
                      <a:pt x="157" y="53"/>
                    </a:lnTo>
                    <a:lnTo>
                      <a:pt x="157" y="319"/>
                    </a:ln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2" name="Rectangle 736"/>
              <p:cNvSpPr>
                <a:spLocks noChangeArrowheads="1"/>
              </p:cNvSpPr>
              <p:nvPr/>
            </p:nvSpPr>
            <p:spPr bwMode="auto">
              <a:xfrm>
                <a:off x="5883275" y="1030287"/>
                <a:ext cx="60325" cy="317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3" name="Rectangle 737"/>
              <p:cNvSpPr>
                <a:spLocks noChangeArrowheads="1"/>
              </p:cNvSpPr>
              <p:nvPr/>
            </p:nvSpPr>
            <p:spPr bwMode="auto">
              <a:xfrm>
                <a:off x="5970588" y="1030287"/>
                <a:ext cx="58737" cy="317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4" name="Rectangle 738"/>
              <p:cNvSpPr>
                <a:spLocks noChangeArrowheads="1"/>
              </p:cNvSpPr>
              <p:nvPr/>
            </p:nvSpPr>
            <p:spPr bwMode="auto">
              <a:xfrm>
                <a:off x="5883275" y="1103312"/>
                <a:ext cx="60325" cy="317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5" name="Rectangle 739"/>
              <p:cNvSpPr>
                <a:spLocks noChangeArrowheads="1"/>
              </p:cNvSpPr>
              <p:nvPr/>
            </p:nvSpPr>
            <p:spPr bwMode="auto">
              <a:xfrm>
                <a:off x="5970588" y="1103312"/>
                <a:ext cx="58737" cy="317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6" name="Rectangle 740"/>
              <p:cNvSpPr>
                <a:spLocks noChangeArrowheads="1"/>
              </p:cNvSpPr>
              <p:nvPr/>
            </p:nvSpPr>
            <p:spPr bwMode="auto">
              <a:xfrm>
                <a:off x="5883275" y="1177925"/>
                <a:ext cx="60325" cy="30162"/>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7" name="Rectangle 741"/>
              <p:cNvSpPr>
                <a:spLocks noChangeArrowheads="1"/>
              </p:cNvSpPr>
              <p:nvPr/>
            </p:nvSpPr>
            <p:spPr bwMode="auto">
              <a:xfrm>
                <a:off x="5970588" y="1177925"/>
                <a:ext cx="58737" cy="30162"/>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8" name="Rectangle 742"/>
              <p:cNvSpPr>
                <a:spLocks noChangeArrowheads="1"/>
              </p:cNvSpPr>
              <p:nvPr/>
            </p:nvSpPr>
            <p:spPr bwMode="auto">
              <a:xfrm>
                <a:off x="5970588" y="1250950"/>
                <a:ext cx="58737" cy="2857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19" name="Rectangle 743"/>
              <p:cNvSpPr>
                <a:spLocks noChangeArrowheads="1"/>
              </p:cNvSpPr>
              <p:nvPr/>
            </p:nvSpPr>
            <p:spPr bwMode="auto">
              <a:xfrm>
                <a:off x="5708650" y="1162050"/>
                <a:ext cx="12700" cy="2857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0" name="Rectangle 744"/>
              <p:cNvSpPr>
                <a:spLocks noChangeArrowheads="1"/>
              </p:cNvSpPr>
              <p:nvPr/>
            </p:nvSpPr>
            <p:spPr bwMode="auto">
              <a:xfrm>
                <a:off x="5775325" y="1162050"/>
                <a:ext cx="12700" cy="2857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1" name="Rectangle 745"/>
              <p:cNvSpPr>
                <a:spLocks noChangeArrowheads="1"/>
              </p:cNvSpPr>
              <p:nvPr/>
            </p:nvSpPr>
            <p:spPr bwMode="auto">
              <a:xfrm>
                <a:off x="5737225" y="1162050"/>
                <a:ext cx="22225" cy="2857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2" name="Line 746"/>
              <p:cNvSpPr>
                <a:spLocks noChangeShapeType="1"/>
              </p:cNvSpPr>
              <p:nvPr/>
            </p:nvSpPr>
            <p:spPr bwMode="auto">
              <a:xfrm>
                <a:off x="6140450" y="1096962"/>
                <a:ext cx="0" cy="223837"/>
              </a:xfrm>
              <a:prstGeom prst="line">
                <a:avLst/>
              </a:prstGeom>
              <a:grpFill/>
              <a:ln w="1905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3" name="Line 747"/>
              <p:cNvSpPr>
                <a:spLocks noChangeShapeType="1"/>
              </p:cNvSpPr>
              <p:nvPr/>
            </p:nvSpPr>
            <p:spPr bwMode="auto">
              <a:xfrm>
                <a:off x="6197600" y="1096962"/>
                <a:ext cx="0" cy="150812"/>
              </a:xfrm>
              <a:prstGeom prst="line">
                <a:avLst/>
              </a:prstGeom>
              <a:grpFill/>
              <a:ln w="1905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24" name="组合 25752"/>
            <p:cNvGrpSpPr/>
            <p:nvPr/>
          </p:nvGrpSpPr>
          <p:grpSpPr bwMode="auto">
            <a:xfrm>
              <a:off x="6193123" y="4797650"/>
              <a:ext cx="393169" cy="702735"/>
              <a:chOff x="2192338" y="654050"/>
              <a:chExt cx="446088" cy="652463"/>
            </a:xfrm>
            <a:grpFill/>
          </p:grpSpPr>
          <p:sp>
            <p:nvSpPr>
              <p:cNvPr id="125" name="Freeform 85"/>
              <p:cNvSpPr/>
              <p:nvPr/>
            </p:nvSpPr>
            <p:spPr bwMode="auto">
              <a:xfrm>
                <a:off x="2192338" y="771525"/>
                <a:ext cx="339725" cy="534988"/>
              </a:xfrm>
              <a:custGeom>
                <a:avLst/>
                <a:gdLst>
                  <a:gd name="T0" fmla="*/ 2147483646 w 807"/>
                  <a:gd name="T1" fmla="*/ 0 h 1277"/>
                  <a:gd name="T2" fmla="*/ 2147483646 w 807"/>
                  <a:gd name="T3" fmla="*/ 0 h 1277"/>
                  <a:gd name="T4" fmla="*/ 2147483646 w 807"/>
                  <a:gd name="T5" fmla="*/ 0 h 1277"/>
                  <a:gd name="T6" fmla="*/ 0 w 807"/>
                  <a:gd name="T7" fmla="*/ 2147483646 h 1277"/>
                  <a:gd name="T8" fmla="*/ 0 w 807"/>
                  <a:gd name="T9" fmla="*/ 2147483646 h 1277"/>
                  <a:gd name="T10" fmla="*/ 2147483646 w 807"/>
                  <a:gd name="T11" fmla="*/ 2147483646 h 1277"/>
                  <a:gd name="T12" fmla="*/ 2147483646 w 807"/>
                  <a:gd name="T13" fmla="*/ 2147483646 h 1277"/>
                  <a:gd name="T14" fmla="*/ 2147483646 w 807"/>
                  <a:gd name="T15" fmla="*/ 2147483646 h 1277"/>
                  <a:gd name="T16" fmla="*/ 2147483646 w 807"/>
                  <a:gd name="T17" fmla="*/ 2147483646 h 1277"/>
                  <a:gd name="T18" fmla="*/ 2147483646 w 807"/>
                  <a:gd name="T19" fmla="*/ 2147483646 h 1277"/>
                  <a:gd name="T20" fmla="*/ 2147483646 w 807"/>
                  <a:gd name="T21" fmla="*/ 2147483646 h 1277"/>
                  <a:gd name="T22" fmla="*/ 2147483646 w 807"/>
                  <a:gd name="T23" fmla="*/ 2147483646 h 1277"/>
                  <a:gd name="T24" fmla="*/ 2147483646 w 807"/>
                  <a:gd name="T25" fmla="*/ 2147483646 h 1277"/>
                  <a:gd name="T26" fmla="*/ 2147483646 w 807"/>
                  <a:gd name="T27" fmla="*/ 2147483646 h 1277"/>
                  <a:gd name="T28" fmla="*/ 2147483646 w 807"/>
                  <a:gd name="T29" fmla="*/ 2147483646 h 1277"/>
                  <a:gd name="T30" fmla="*/ 2147483646 w 807"/>
                  <a:gd name="T31" fmla="*/ 2147483646 h 1277"/>
                  <a:gd name="T32" fmla="*/ 2147483646 w 807"/>
                  <a:gd name="T33" fmla="*/ 2147483646 h 1277"/>
                  <a:gd name="T34" fmla="*/ 2147483646 w 807"/>
                  <a:gd name="T35" fmla="*/ 2147483646 h 1277"/>
                  <a:gd name="T36" fmla="*/ 2147483646 w 807"/>
                  <a:gd name="T37" fmla="*/ 2147483646 h 1277"/>
                  <a:gd name="T38" fmla="*/ 2147483646 w 807"/>
                  <a:gd name="T39" fmla="*/ 2147483646 h 1277"/>
                  <a:gd name="T40" fmla="*/ 2147483646 w 807"/>
                  <a:gd name="T41" fmla="*/ 2147483646 h 1277"/>
                  <a:gd name="T42" fmla="*/ 2147483646 w 807"/>
                  <a:gd name="T43" fmla="*/ 2147483646 h 1277"/>
                  <a:gd name="T44" fmla="*/ 2147483646 w 807"/>
                  <a:gd name="T45" fmla="*/ 2147483646 h 1277"/>
                  <a:gd name="T46" fmla="*/ 2147483646 w 807"/>
                  <a:gd name="T47" fmla="*/ 2147483646 h 1277"/>
                  <a:gd name="T48" fmla="*/ 2147483646 w 807"/>
                  <a:gd name="T49" fmla="*/ 2147483646 h 1277"/>
                  <a:gd name="T50" fmla="*/ 2147483646 w 807"/>
                  <a:gd name="T51" fmla="*/ 2147483646 h 1277"/>
                  <a:gd name="T52" fmla="*/ 2147483646 w 807"/>
                  <a:gd name="T53" fmla="*/ 2147483646 h 1277"/>
                  <a:gd name="T54" fmla="*/ 2147483646 w 807"/>
                  <a:gd name="T55" fmla="*/ 0 h 12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07"/>
                  <a:gd name="T85" fmla="*/ 0 h 1277"/>
                  <a:gd name="T86" fmla="*/ 807 w 807"/>
                  <a:gd name="T87" fmla="*/ 1277 h 12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07" h="1277">
                    <a:moveTo>
                      <a:pt x="710" y="0"/>
                    </a:moveTo>
                    <a:lnTo>
                      <a:pt x="710" y="0"/>
                    </a:lnTo>
                    <a:lnTo>
                      <a:pt x="97" y="0"/>
                    </a:lnTo>
                    <a:cubicBezTo>
                      <a:pt x="43" y="0"/>
                      <a:pt x="0" y="43"/>
                      <a:pt x="0" y="97"/>
                    </a:cubicBezTo>
                    <a:lnTo>
                      <a:pt x="0" y="1147"/>
                    </a:lnTo>
                    <a:cubicBezTo>
                      <a:pt x="0" y="1200"/>
                      <a:pt x="43" y="1244"/>
                      <a:pt x="97" y="1244"/>
                    </a:cubicBezTo>
                    <a:lnTo>
                      <a:pt x="401" y="1244"/>
                    </a:lnTo>
                    <a:cubicBezTo>
                      <a:pt x="409" y="1263"/>
                      <a:pt x="428" y="1277"/>
                      <a:pt x="450" y="1277"/>
                    </a:cubicBezTo>
                    <a:cubicBezTo>
                      <a:pt x="480" y="1277"/>
                      <a:pt x="504" y="1253"/>
                      <a:pt x="504" y="1224"/>
                    </a:cubicBezTo>
                    <a:cubicBezTo>
                      <a:pt x="504" y="1194"/>
                      <a:pt x="480" y="1170"/>
                      <a:pt x="450" y="1170"/>
                    </a:cubicBezTo>
                    <a:cubicBezTo>
                      <a:pt x="428" y="1170"/>
                      <a:pt x="409" y="1184"/>
                      <a:pt x="401" y="1204"/>
                    </a:cubicBezTo>
                    <a:lnTo>
                      <a:pt x="97" y="1204"/>
                    </a:lnTo>
                    <a:cubicBezTo>
                      <a:pt x="65" y="1204"/>
                      <a:pt x="40" y="1178"/>
                      <a:pt x="40" y="1147"/>
                    </a:cubicBezTo>
                    <a:lnTo>
                      <a:pt x="40" y="97"/>
                    </a:lnTo>
                    <a:cubicBezTo>
                      <a:pt x="40" y="65"/>
                      <a:pt x="65" y="40"/>
                      <a:pt x="97" y="40"/>
                    </a:cubicBezTo>
                    <a:lnTo>
                      <a:pt x="710" y="40"/>
                    </a:lnTo>
                    <a:cubicBezTo>
                      <a:pt x="741" y="40"/>
                      <a:pt x="767" y="65"/>
                      <a:pt x="767" y="97"/>
                    </a:cubicBezTo>
                    <a:lnTo>
                      <a:pt x="767" y="1147"/>
                    </a:lnTo>
                    <a:cubicBezTo>
                      <a:pt x="767" y="1178"/>
                      <a:pt x="741" y="1204"/>
                      <a:pt x="710" y="1204"/>
                    </a:cubicBezTo>
                    <a:lnTo>
                      <a:pt x="662" y="1204"/>
                    </a:lnTo>
                    <a:cubicBezTo>
                      <a:pt x="654" y="1184"/>
                      <a:pt x="635" y="1170"/>
                      <a:pt x="612" y="1170"/>
                    </a:cubicBezTo>
                    <a:cubicBezTo>
                      <a:pt x="583" y="1170"/>
                      <a:pt x="559" y="1194"/>
                      <a:pt x="559" y="1224"/>
                    </a:cubicBezTo>
                    <a:cubicBezTo>
                      <a:pt x="559" y="1253"/>
                      <a:pt x="583" y="1277"/>
                      <a:pt x="612" y="1277"/>
                    </a:cubicBezTo>
                    <a:cubicBezTo>
                      <a:pt x="635" y="1277"/>
                      <a:pt x="654" y="1263"/>
                      <a:pt x="662" y="1244"/>
                    </a:cubicBezTo>
                    <a:lnTo>
                      <a:pt x="710" y="1244"/>
                    </a:lnTo>
                    <a:cubicBezTo>
                      <a:pt x="763" y="1244"/>
                      <a:pt x="807" y="1200"/>
                      <a:pt x="807" y="1147"/>
                    </a:cubicBezTo>
                    <a:lnTo>
                      <a:pt x="807" y="97"/>
                    </a:lnTo>
                    <a:cubicBezTo>
                      <a:pt x="807" y="43"/>
                      <a:pt x="763" y="0"/>
                      <a:pt x="710" y="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6" name="Freeform 86"/>
              <p:cNvSpPr/>
              <p:nvPr/>
            </p:nvSpPr>
            <p:spPr bwMode="auto">
              <a:xfrm>
                <a:off x="2343150" y="1195388"/>
                <a:ext cx="38100" cy="36513"/>
              </a:xfrm>
              <a:custGeom>
                <a:avLst/>
                <a:gdLst>
                  <a:gd name="T0" fmla="*/ 0 w 91"/>
                  <a:gd name="T1" fmla="*/ 2147483646 h 90"/>
                  <a:gd name="T2" fmla="*/ 0 w 91"/>
                  <a:gd name="T3" fmla="*/ 2147483646 h 90"/>
                  <a:gd name="T4" fmla="*/ 2147483646 w 91"/>
                  <a:gd name="T5" fmla="*/ 2147483646 h 90"/>
                  <a:gd name="T6" fmla="*/ 2147483646 w 91"/>
                  <a:gd name="T7" fmla="*/ 2147483646 h 90"/>
                  <a:gd name="T8" fmla="*/ 2147483646 w 91"/>
                  <a:gd name="T9" fmla="*/ 0 h 90"/>
                  <a:gd name="T10" fmla="*/ 0 w 91"/>
                  <a:gd name="T11" fmla="*/ 2147483646 h 90"/>
                  <a:gd name="T12" fmla="*/ 0 60000 65536"/>
                  <a:gd name="T13" fmla="*/ 0 60000 65536"/>
                  <a:gd name="T14" fmla="*/ 0 60000 65536"/>
                  <a:gd name="T15" fmla="*/ 0 60000 65536"/>
                  <a:gd name="T16" fmla="*/ 0 60000 65536"/>
                  <a:gd name="T17" fmla="*/ 0 60000 65536"/>
                  <a:gd name="T18" fmla="*/ 0 w 91"/>
                  <a:gd name="T19" fmla="*/ 0 h 90"/>
                  <a:gd name="T20" fmla="*/ 91 w 91"/>
                  <a:gd name="T21" fmla="*/ 90 h 90"/>
                </a:gdLst>
                <a:ahLst/>
                <a:cxnLst>
                  <a:cxn ang="T12">
                    <a:pos x="T0" y="T1"/>
                  </a:cxn>
                  <a:cxn ang="T13">
                    <a:pos x="T2" y="T3"/>
                  </a:cxn>
                  <a:cxn ang="T14">
                    <a:pos x="T4" y="T5"/>
                  </a:cxn>
                  <a:cxn ang="T15">
                    <a:pos x="T6" y="T7"/>
                  </a:cxn>
                  <a:cxn ang="T16">
                    <a:pos x="T8" y="T9"/>
                  </a:cxn>
                  <a:cxn ang="T17">
                    <a:pos x="T10" y="T11"/>
                  </a:cxn>
                </a:cxnLst>
                <a:rect l="T18" t="T19" r="T20" b="T21"/>
                <a:pathLst>
                  <a:path w="91" h="90">
                    <a:moveTo>
                      <a:pt x="0" y="45"/>
                    </a:moveTo>
                    <a:lnTo>
                      <a:pt x="0" y="45"/>
                    </a:lnTo>
                    <a:cubicBezTo>
                      <a:pt x="0" y="70"/>
                      <a:pt x="20" y="90"/>
                      <a:pt x="45" y="90"/>
                    </a:cubicBezTo>
                    <a:cubicBezTo>
                      <a:pt x="70" y="90"/>
                      <a:pt x="91" y="70"/>
                      <a:pt x="91" y="45"/>
                    </a:cubicBezTo>
                    <a:cubicBezTo>
                      <a:pt x="91" y="20"/>
                      <a:pt x="70" y="0"/>
                      <a:pt x="45" y="0"/>
                    </a:cubicBezTo>
                    <a:cubicBezTo>
                      <a:pt x="20" y="0"/>
                      <a:pt x="0" y="20"/>
                      <a:pt x="0" y="45"/>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7" name="Freeform 87"/>
              <p:cNvSpPr>
                <a:spLocks noEditPoints="1"/>
              </p:cNvSpPr>
              <p:nvPr/>
            </p:nvSpPr>
            <p:spPr bwMode="auto">
              <a:xfrm>
                <a:off x="2243138" y="827088"/>
                <a:ext cx="244475" cy="342900"/>
              </a:xfrm>
              <a:custGeom>
                <a:avLst/>
                <a:gdLst>
                  <a:gd name="T0" fmla="*/ 2147483646 w 580"/>
                  <a:gd name="T1" fmla="*/ 2147483646 h 818"/>
                  <a:gd name="T2" fmla="*/ 2147483646 w 580"/>
                  <a:gd name="T3" fmla="*/ 2147483646 h 818"/>
                  <a:gd name="T4" fmla="*/ 2147483646 w 580"/>
                  <a:gd name="T5" fmla="*/ 2147483646 h 818"/>
                  <a:gd name="T6" fmla="*/ 2147483646 w 580"/>
                  <a:gd name="T7" fmla="*/ 2147483646 h 818"/>
                  <a:gd name="T8" fmla="*/ 2147483646 w 580"/>
                  <a:gd name="T9" fmla="*/ 2147483646 h 818"/>
                  <a:gd name="T10" fmla="*/ 2147483646 w 580"/>
                  <a:gd name="T11" fmla="*/ 2147483646 h 818"/>
                  <a:gd name="T12" fmla="*/ 2147483646 w 580"/>
                  <a:gd name="T13" fmla="*/ 2147483646 h 818"/>
                  <a:gd name="T14" fmla="*/ 2147483646 w 580"/>
                  <a:gd name="T15" fmla="*/ 2147483646 h 818"/>
                  <a:gd name="T16" fmla="*/ 2147483646 w 580"/>
                  <a:gd name="T17" fmla="*/ 2147483646 h 818"/>
                  <a:gd name="T18" fmla="*/ 2147483646 w 580"/>
                  <a:gd name="T19" fmla="*/ 2147483646 h 818"/>
                  <a:gd name="T20" fmla="*/ 2147483646 w 580"/>
                  <a:gd name="T21" fmla="*/ 2147483646 h 818"/>
                  <a:gd name="T22" fmla="*/ 2147483646 w 580"/>
                  <a:gd name="T23" fmla="*/ 2147483646 h 818"/>
                  <a:gd name="T24" fmla="*/ 2147483646 w 580"/>
                  <a:gd name="T25" fmla="*/ 2147483646 h 818"/>
                  <a:gd name="T26" fmla="*/ 2147483646 w 580"/>
                  <a:gd name="T27" fmla="*/ 0 h 818"/>
                  <a:gd name="T28" fmla="*/ 2147483646 w 580"/>
                  <a:gd name="T29" fmla="*/ 0 h 818"/>
                  <a:gd name="T30" fmla="*/ 0 w 580"/>
                  <a:gd name="T31" fmla="*/ 2147483646 h 818"/>
                  <a:gd name="T32" fmla="*/ 0 w 580"/>
                  <a:gd name="T33" fmla="*/ 2147483646 h 818"/>
                  <a:gd name="T34" fmla="*/ 2147483646 w 580"/>
                  <a:gd name="T35" fmla="*/ 2147483646 h 818"/>
                  <a:gd name="T36" fmla="*/ 2147483646 w 580"/>
                  <a:gd name="T37" fmla="*/ 2147483646 h 818"/>
                  <a:gd name="T38" fmla="*/ 2147483646 w 580"/>
                  <a:gd name="T39" fmla="*/ 2147483646 h 81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80"/>
                  <a:gd name="T61" fmla="*/ 0 h 818"/>
                  <a:gd name="T62" fmla="*/ 580 w 580"/>
                  <a:gd name="T63" fmla="*/ 818 h 81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80" h="818">
                    <a:moveTo>
                      <a:pt x="26" y="751"/>
                    </a:moveTo>
                    <a:lnTo>
                      <a:pt x="26" y="751"/>
                    </a:lnTo>
                    <a:lnTo>
                      <a:pt x="26" y="67"/>
                    </a:lnTo>
                    <a:cubicBezTo>
                      <a:pt x="26" y="45"/>
                      <a:pt x="44" y="27"/>
                      <a:pt x="66" y="27"/>
                    </a:cubicBezTo>
                    <a:lnTo>
                      <a:pt x="513" y="27"/>
                    </a:lnTo>
                    <a:cubicBezTo>
                      <a:pt x="535" y="27"/>
                      <a:pt x="553" y="45"/>
                      <a:pt x="553" y="67"/>
                    </a:cubicBezTo>
                    <a:lnTo>
                      <a:pt x="553" y="751"/>
                    </a:lnTo>
                    <a:cubicBezTo>
                      <a:pt x="553" y="773"/>
                      <a:pt x="535" y="791"/>
                      <a:pt x="513" y="791"/>
                    </a:cubicBezTo>
                    <a:lnTo>
                      <a:pt x="66" y="791"/>
                    </a:lnTo>
                    <a:cubicBezTo>
                      <a:pt x="44" y="791"/>
                      <a:pt x="26" y="773"/>
                      <a:pt x="26" y="751"/>
                    </a:cubicBezTo>
                    <a:close/>
                    <a:moveTo>
                      <a:pt x="580" y="751"/>
                    </a:moveTo>
                    <a:lnTo>
                      <a:pt x="580" y="751"/>
                    </a:lnTo>
                    <a:lnTo>
                      <a:pt x="580" y="67"/>
                    </a:lnTo>
                    <a:cubicBezTo>
                      <a:pt x="580" y="30"/>
                      <a:pt x="550" y="0"/>
                      <a:pt x="513" y="0"/>
                    </a:cubicBezTo>
                    <a:lnTo>
                      <a:pt x="66" y="0"/>
                    </a:lnTo>
                    <a:cubicBezTo>
                      <a:pt x="30" y="0"/>
                      <a:pt x="0" y="30"/>
                      <a:pt x="0" y="67"/>
                    </a:cubicBezTo>
                    <a:lnTo>
                      <a:pt x="0" y="751"/>
                    </a:lnTo>
                    <a:cubicBezTo>
                      <a:pt x="0" y="788"/>
                      <a:pt x="30" y="818"/>
                      <a:pt x="66" y="818"/>
                    </a:cubicBezTo>
                    <a:lnTo>
                      <a:pt x="513" y="818"/>
                    </a:lnTo>
                    <a:cubicBezTo>
                      <a:pt x="550" y="818"/>
                      <a:pt x="580" y="788"/>
                      <a:pt x="580" y="751"/>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8" name="Freeform 88"/>
              <p:cNvSpPr/>
              <p:nvPr/>
            </p:nvSpPr>
            <p:spPr bwMode="auto">
              <a:xfrm>
                <a:off x="2501900" y="711200"/>
                <a:ext cx="79375" cy="79375"/>
              </a:xfrm>
              <a:custGeom>
                <a:avLst/>
                <a:gdLst>
                  <a:gd name="T0" fmla="*/ 2147483646 w 189"/>
                  <a:gd name="T1" fmla="*/ 0 h 188"/>
                  <a:gd name="T2" fmla="*/ 2147483646 w 189"/>
                  <a:gd name="T3" fmla="*/ 0 h 188"/>
                  <a:gd name="T4" fmla="*/ 0 w 189"/>
                  <a:gd name="T5" fmla="*/ 2147483646 h 188"/>
                  <a:gd name="T6" fmla="*/ 2147483646 w 189"/>
                  <a:gd name="T7" fmla="*/ 2147483646 h 188"/>
                  <a:gd name="T8" fmla="*/ 2147483646 w 189"/>
                  <a:gd name="T9" fmla="*/ 2147483646 h 188"/>
                  <a:gd name="T10" fmla="*/ 2147483646 w 189"/>
                  <a:gd name="T11" fmla="*/ 2147483646 h 188"/>
                  <a:gd name="T12" fmla="*/ 2147483646 w 189"/>
                  <a:gd name="T13" fmla="*/ 2147483646 h 188"/>
                  <a:gd name="T14" fmla="*/ 2147483646 w 189"/>
                  <a:gd name="T15" fmla="*/ 2147483646 h 188"/>
                  <a:gd name="T16" fmla="*/ 2147483646 w 189"/>
                  <a:gd name="T17" fmla="*/ 2147483646 h 188"/>
                  <a:gd name="T18" fmla="*/ 2147483646 w 189"/>
                  <a:gd name="T19" fmla="*/ 2147483646 h 188"/>
                  <a:gd name="T20" fmla="*/ 2147483646 w 189"/>
                  <a:gd name="T21" fmla="*/ 0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9"/>
                  <a:gd name="T34" fmla="*/ 0 h 188"/>
                  <a:gd name="T35" fmla="*/ 189 w 189"/>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9" h="188">
                    <a:moveTo>
                      <a:pt x="21" y="0"/>
                    </a:moveTo>
                    <a:lnTo>
                      <a:pt x="21" y="0"/>
                    </a:lnTo>
                    <a:cubicBezTo>
                      <a:pt x="10" y="0"/>
                      <a:pt x="1" y="8"/>
                      <a:pt x="0" y="19"/>
                    </a:cubicBezTo>
                    <a:cubicBezTo>
                      <a:pt x="0" y="30"/>
                      <a:pt x="8" y="40"/>
                      <a:pt x="19" y="40"/>
                    </a:cubicBezTo>
                    <a:cubicBezTo>
                      <a:pt x="50" y="42"/>
                      <a:pt x="82" y="57"/>
                      <a:pt x="107" y="82"/>
                    </a:cubicBezTo>
                    <a:cubicBezTo>
                      <a:pt x="131" y="106"/>
                      <a:pt x="146" y="138"/>
                      <a:pt x="148" y="169"/>
                    </a:cubicBezTo>
                    <a:cubicBezTo>
                      <a:pt x="149" y="180"/>
                      <a:pt x="158" y="188"/>
                      <a:pt x="168" y="188"/>
                    </a:cubicBezTo>
                    <a:cubicBezTo>
                      <a:pt x="169" y="188"/>
                      <a:pt x="169" y="188"/>
                      <a:pt x="170" y="188"/>
                    </a:cubicBezTo>
                    <a:cubicBezTo>
                      <a:pt x="181" y="187"/>
                      <a:pt x="189" y="177"/>
                      <a:pt x="188" y="166"/>
                    </a:cubicBezTo>
                    <a:cubicBezTo>
                      <a:pt x="186" y="125"/>
                      <a:pt x="167" y="85"/>
                      <a:pt x="135" y="53"/>
                    </a:cubicBezTo>
                    <a:cubicBezTo>
                      <a:pt x="103" y="22"/>
                      <a:pt x="63" y="3"/>
                      <a:pt x="21" y="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29" name="Freeform 89"/>
              <p:cNvSpPr/>
              <p:nvPr/>
            </p:nvSpPr>
            <p:spPr bwMode="auto">
              <a:xfrm>
                <a:off x="2506663" y="654050"/>
                <a:ext cx="131763" cy="131763"/>
              </a:xfrm>
              <a:custGeom>
                <a:avLst/>
                <a:gdLst>
                  <a:gd name="T0" fmla="*/ 2147483646 w 315"/>
                  <a:gd name="T1" fmla="*/ 2147483646 h 313"/>
                  <a:gd name="T2" fmla="*/ 2147483646 w 315"/>
                  <a:gd name="T3" fmla="*/ 2147483646 h 313"/>
                  <a:gd name="T4" fmla="*/ 2147483646 w 315"/>
                  <a:gd name="T5" fmla="*/ 2147483646 h 313"/>
                  <a:gd name="T6" fmla="*/ 2147483646 w 315"/>
                  <a:gd name="T7" fmla="*/ 2147483646 h 313"/>
                  <a:gd name="T8" fmla="*/ 2147483646 w 315"/>
                  <a:gd name="T9" fmla="*/ 2147483646 h 313"/>
                  <a:gd name="T10" fmla="*/ 2147483646 w 315"/>
                  <a:gd name="T11" fmla="*/ 2147483646 h 313"/>
                  <a:gd name="T12" fmla="*/ 2147483646 w 315"/>
                  <a:gd name="T13" fmla="*/ 2147483646 h 313"/>
                  <a:gd name="T14" fmla="*/ 2147483646 w 315"/>
                  <a:gd name="T15" fmla="*/ 2147483646 h 313"/>
                  <a:gd name="T16" fmla="*/ 2147483646 w 315"/>
                  <a:gd name="T17" fmla="*/ 2147483646 h 313"/>
                  <a:gd name="T18" fmla="*/ 2147483646 w 315"/>
                  <a:gd name="T19" fmla="*/ 2147483646 h 313"/>
                  <a:gd name="T20" fmla="*/ 2147483646 w 315"/>
                  <a:gd name="T21" fmla="*/ 2147483646 h 313"/>
                  <a:gd name="T22" fmla="*/ 2147483646 w 315"/>
                  <a:gd name="T23" fmla="*/ 2147483646 h 3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5"/>
                  <a:gd name="T37" fmla="*/ 0 h 313"/>
                  <a:gd name="T38" fmla="*/ 315 w 315"/>
                  <a:gd name="T39" fmla="*/ 313 h 3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5" h="313">
                    <a:moveTo>
                      <a:pt x="227" y="87"/>
                    </a:moveTo>
                    <a:lnTo>
                      <a:pt x="227" y="87"/>
                    </a:lnTo>
                    <a:cubicBezTo>
                      <a:pt x="172" y="31"/>
                      <a:pt x="97" y="0"/>
                      <a:pt x="20" y="1"/>
                    </a:cubicBezTo>
                    <a:cubicBezTo>
                      <a:pt x="9" y="1"/>
                      <a:pt x="0" y="10"/>
                      <a:pt x="1" y="21"/>
                    </a:cubicBezTo>
                    <a:cubicBezTo>
                      <a:pt x="1" y="32"/>
                      <a:pt x="10" y="41"/>
                      <a:pt x="21" y="41"/>
                    </a:cubicBezTo>
                    <a:cubicBezTo>
                      <a:pt x="21" y="41"/>
                      <a:pt x="22" y="41"/>
                      <a:pt x="23" y="41"/>
                    </a:cubicBezTo>
                    <a:cubicBezTo>
                      <a:pt x="87" y="41"/>
                      <a:pt x="152" y="68"/>
                      <a:pt x="199" y="115"/>
                    </a:cubicBezTo>
                    <a:cubicBezTo>
                      <a:pt x="247" y="163"/>
                      <a:pt x="275" y="228"/>
                      <a:pt x="275" y="293"/>
                    </a:cubicBezTo>
                    <a:cubicBezTo>
                      <a:pt x="274" y="304"/>
                      <a:pt x="283" y="313"/>
                      <a:pt x="294" y="313"/>
                    </a:cubicBezTo>
                    <a:lnTo>
                      <a:pt x="295" y="313"/>
                    </a:lnTo>
                    <a:cubicBezTo>
                      <a:pt x="306" y="313"/>
                      <a:pt x="314" y="304"/>
                      <a:pt x="315" y="293"/>
                    </a:cubicBezTo>
                    <a:cubicBezTo>
                      <a:pt x="315" y="217"/>
                      <a:pt x="283" y="142"/>
                      <a:pt x="227" y="87"/>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30" name="组合 562"/>
            <p:cNvGrpSpPr/>
            <p:nvPr/>
          </p:nvGrpSpPr>
          <p:grpSpPr bwMode="auto">
            <a:xfrm>
              <a:off x="7747970" y="4890627"/>
              <a:ext cx="625860" cy="631955"/>
              <a:chOff x="2519364" y="2255839"/>
              <a:chExt cx="628650" cy="606425"/>
            </a:xfrm>
            <a:grpFill/>
          </p:grpSpPr>
          <p:sp>
            <p:nvSpPr>
              <p:cNvPr id="131" name="Freeform 90"/>
              <p:cNvSpPr/>
              <p:nvPr/>
            </p:nvSpPr>
            <p:spPr bwMode="auto">
              <a:xfrm>
                <a:off x="2519364" y="2579689"/>
                <a:ext cx="361950" cy="261938"/>
              </a:xfrm>
              <a:custGeom>
                <a:avLst/>
                <a:gdLst>
                  <a:gd name="T0" fmla="*/ 569599141 w 230"/>
                  <a:gd name="T1" fmla="*/ 413322385 h 166"/>
                  <a:gd name="T2" fmla="*/ 185738577 w 230"/>
                  <a:gd name="T3" fmla="*/ 413322385 h 166"/>
                  <a:gd name="T4" fmla="*/ 0 w 230"/>
                  <a:gd name="T5" fmla="*/ 226581104 h 166"/>
                  <a:gd name="T6" fmla="*/ 0 w 230"/>
                  <a:gd name="T7" fmla="*/ 0 h 166"/>
                  <a:gd name="T8" fmla="*/ 39624083 w 230"/>
                  <a:gd name="T9" fmla="*/ 0 h 166"/>
                  <a:gd name="T10" fmla="*/ 39624083 w 230"/>
                  <a:gd name="T11" fmla="*/ 226581104 h 166"/>
                  <a:gd name="T12" fmla="*/ 185738577 w 230"/>
                  <a:gd name="T13" fmla="*/ 373484140 h 166"/>
                  <a:gd name="T14" fmla="*/ 569599141 w 230"/>
                  <a:gd name="T15" fmla="*/ 373484140 h 166"/>
                  <a:gd name="T16" fmla="*/ 569599141 w 230"/>
                  <a:gd name="T17" fmla="*/ 413322385 h 1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166">
                    <a:moveTo>
                      <a:pt x="230" y="166"/>
                    </a:moveTo>
                    <a:cubicBezTo>
                      <a:pt x="75" y="166"/>
                      <a:pt x="75" y="166"/>
                      <a:pt x="75" y="166"/>
                    </a:cubicBezTo>
                    <a:cubicBezTo>
                      <a:pt x="34" y="166"/>
                      <a:pt x="0" y="133"/>
                      <a:pt x="0" y="91"/>
                    </a:cubicBezTo>
                    <a:cubicBezTo>
                      <a:pt x="0" y="0"/>
                      <a:pt x="0" y="0"/>
                      <a:pt x="0" y="0"/>
                    </a:cubicBezTo>
                    <a:cubicBezTo>
                      <a:pt x="16" y="0"/>
                      <a:pt x="16" y="0"/>
                      <a:pt x="16" y="0"/>
                    </a:cubicBezTo>
                    <a:cubicBezTo>
                      <a:pt x="16" y="91"/>
                      <a:pt x="16" y="91"/>
                      <a:pt x="16" y="91"/>
                    </a:cubicBezTo>
                    <a:cubicBezTo>
                      <a:pt x="16" y="124"/>
                      <a:pt x="43" y="150"/>
                      <a:pt x="75" y="150"/>
                    </a:cubicBezTo>
                    <a:cubicBezTo>
                      <a:pt x="230" y="150"/>
                      <a:pt x="230" y="150"/>
                      <a:pt x="230" y="150"/>
                    </a:cubicBezTo>
                    <a:lnTo>
                      <a:pt x="230" y="166"/>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2" name="Freeform 91"/>
              <p:cNvSpPr/>
              <p:nvPr/>
            </p:nvSpPr>
            <p:spPr bwMode="auto">
              <a:xfrm>
                <a:off x="2954339" y="2579689"/>
                <a:ext cx="193675" cy="261938"/>
              </a:xfrm>
              <a:custGeom>
                <a:avLst/>
                <a:gdLst>
                  <a:gd name="T0" fmla="*/ 116529366 w 123"/>
                  <a:gd name="T1" fmla="*/ 413322385 h 166"/>
                  <a:gd name="T2" fmla="*/ 0 w 123"/>
                  <a:gd name="T3" fmla="*/ 413322385 h 166"/>
                  <a:gd name="T4" fmla="*/ 0 w 123"/>
                  <a:gd name="T5" fmla="*/ 373484140 h 166"/>
                  <a:gd name="T6" fmla="*/ 116529366 w 123"/>
                  <a:gd name="T7" fmla="*/ 373484140 h 166"/>
                  <a:gd name="T8" fmla="*/ 265290661 w 123"/>
                  <a:gd name="T9" fmla="*/ 226581104 h 166"/>
                  <a:gd name="T10" fmla="*/ 265290661 w 123"/>
                  <a:gd name="T11" fmla="*/ 0 h 166"/>
                  <a:gd name="T12" fmla="*/ 304959395 w 123"/>
                  <a:gd name="T13" fmla="*/ 0 h 166"/>
                  <a:gd name="T14" fmla="*/ 304959395 w 123"/>
                  <a:gd name="T15" fmla="*/ 226581104 h 166"/>
                  <a:gd name="T16" fmla="*/ 116529366 w 123"/>
                  <a:gd name="T17" fmla="*/ 413322385 h 1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3" h="166">
                    <a:moveTo>
                      <a:pt x="47" y="166"/>
                    </a:moveTo>
                    <a:cubicBezTo>
                      <a:pt x="0" y="166"/>
                      <a:pt x="0" y="166"/>
                      <a:pt x="0" y="166"/>
                    </a:cubicBezTo>
                    <a:cubicBezTo>
                      <a:pt x="0" y="150"/>
                      <a:pt x="0" y="150"/>
                      <a:pt x="0" y="150"/>
                    </a:cubicBezTo>
                    <a:cubicBezTo>
                      <a:pt x="47" y="150"/>
                      <a:pt x="47" y="150"/>
                      <a:pt x="47" y="150"/>
                    </a:cubicBezTo>
                    <a:cubicBezTo>
                      <a:pt x="80" y="150"/>
                      <a:pt x="107" y="124"/>
                      <a:pt x="107" y="91"/>
                    </a:cubicBezTo>
                    <a:cubicBezTo>
                      <a:pt x="107" y="0"/>
                      <a:pt x="107" y="0"/>
                      <a:pt x="107" y="0"/>
                    </a:cubicBezTo>
                    <a:cubicBezTo>
                      <a:pt x="123" y="0"/>
                      <a:pt x="123" y="0"/>
                      <a:pt x="123" y="0"/>
                    </a:cubicBezTo>
                    <a:cubicBezTo>
                      <a:pt x="123" y="91"/>
                      <a:pt x="123" y="91"/>
                      <a:pt x="123" y="91"/>
                    </a:cubicBezTo>
                    <a:cubicBezTo>
                      <a:pt x="123" y="133"/>
                      <a:pt x="89" y="166"/>
                      <a:pt x="47" y="166"/>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3" name="Line 92"/>
              <p:cNvSpPr>
                <a:spLocks noChangeShapeType="1"/>
              </p:cNvSpPr>
              <p:nvPr/>
            </p:nvSpPr>
            <p:spPr bwMode="auto">
              <a:xfrm>
                <a:off x="2865439" y="2630489"/>
                <a:ext cx="0" cy="0"/>
              </a:xfrm>
              <a:prstGeom prst="line">
                <a:avLst/>
              </a:prstGeom>
              <a:grpFill/>
              <a:ln w="1905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4" name="Freeform 93"/>
              <p:cNvSpPr/>
              <p:nvPr/>
            </p:nvSpPr>
            <p:spPr bwMode="auto">
              <a:xfrm>
                <a:off x="2924176" y="2603501"/>
                <a:ext cx="79375" cy="34925"/>
              </a:xfrm>
              <a:custGeom>
                <a:avLst/>
                <a:gdLst>
                  <a:gd name="T0" fmla="*/ 22682200 w 50"/>
                  <a:gd name="T1" fmla="*/ 55443438 h 22"/>
                  <a:gd name="T2" fmla="*/ 0 w 50"/>
                  <a:gd name="T3" fmla="*/ 32762825 h 22"/>
                  <a:gd name="T4" fmla="*/ 126007813 w 50"/>
                  <a:gd name="T5" fmla="*/ 32762825 h 22"/>
                  <a:gd name="T6" fmla="*/ 103327200 w 50"/>
                  <a:gd name="T7" fmla="*/ 55443438 h 22"/>
                  <a:gd name="T8" fmla="*/ 22682200 w 50"/>
                  <a:gd name="T9" fmla="*/ 55443438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 h="22">
                    <a:moveTo>
                      <a:pt x="9" y="22"/>
                    </a:moveTo>
                    <a:cubicBezTo>
                      <a:pt x="0" y="13"/>
                      <a:pt x="0" y="13"/>
                      <a:pt x="0" y="13"/>
                    </a:cubicBezTo>
                    <a:cubicBezTo>
                      <a:pt x="14" y="0"/>
                      <a:pt x="36" y="0"/>
                      <a:pt x="50" y="13"/>
                    </a:cubicBezTo>
                    <a:cubicBezTo>
                      <a:pt x="41" y="22"/>
                      <a:pt x="41" y="22"/>
                      <a:pt x="41" y="22"/>
                    </a:cubicBezTo>
                    <a:cubicBezTo>
                      <a:pt x="32" y="13"/>
                      <a:pt x="18" y="13"/>
                      <a:pt x="9" y="22"/>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5" name="Freeform 94"/>
              <p:cNvSpPr/>
              <p:nvPr/>
            </p:nvSpPr>
            <p:spPr bwMode="auto">
              <a:xfrm>
                <a:off x="2989264" y="2624139"/>
                <a:ext cx="77788" cy="30163"/>
              </a:xfrm>
              <a:custGeom>
                <a:avLst/>
                <a:gdLst>
                  <a:gd name="T0" fmla="*/ 60509729 w 50"/>
                  <a:gd name="T1" fmla="*/ 47884556 h 19"/>
                  <a:gd name="T2" fmla="*/ 0 w 50"/>
                  <a:gd name="T3" fmla="*/ 22682576 h 19"/>
                  <a:gd name="T4" fmla="*/ 21783752 w 50"/>
                  <a:gd name="T5" fmla="*/ 0 h 19"/>
                  <a:gd name="T6" fmla="*/ 60509729 w 50"/>
                  <a:gd name="T7" fmla="*/ 17642180 h 19"/>
                  <a:gd name="T8" fmla="*/ 101656470 w 50"/>
                  <a:gd name="T9" fmla="*/ 0 h 19"/>
                  <a:gd name="T10" fmla="*/ 121019459 w 50"/>
                  <a:gd name="T11" fmla="*/ 22682576 h 19"/>
                  <a:gd name="T12" fmla="*/ 60509729 w 50"/>
                  <a:gd name="T13" fmla="*/ 47884556 h 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 h="19">
                    <a:moveTo>
                      <a:pt x="25" y="19"/>
                    </a:moveTo>
                    <a:cubicBezTo>
                      <a:pt x="16" y="19"/>
                      <a:pt x="7" y="15"/>
                      <a:pt x="0" y="9"/>
                    </a:cubicBezTo>
                    <a:cubicBezTo>
                      <a:pt x="9" y="0"/>
                      <a:pt x="9" y="0"/>
                      <a:pt x="9" y="0"/>
                    </a:cubicBezTo>
                    <a:cubicBezTo>
                      <a:pt x="13" y="5"/>
                      <a:pt x="19" y="7"/>
                      <a:pt x="25" y="7"/>
                    </a:cubicBezTo>
                    <a:cubicBezTo>
                      <a:pt x="31" y="7"/>
                      <a:pt x="37" y="5"/>
                      <a:pt x="42" y="0"/>
                    </a:cubicBezTo>
                    <a:cubicBezTo>
                      <a:pt x="50" y="9"/>
                      <a:pt x="50" y="9"/>
                      <a:pt x="50" y="9"/>
                    </a:cubicBezTo>
                    <a:cubicBezTo>
                      <a:pt x="43" y="15"/>
                      <a:pt x="35" y="19"/>
                      <a:pt x="25" y="19"/>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6" name="Freeform 95"/>
              <p:cNvSpPr/>
              <p:nvPr/>
            </p:nvSpPr>
            <p:spPr bwMode="auto">
              <a:xfrm>
                <a:off x="3054351" y="2603501"/>
                <a:ext cx="77788" cy="34925"/>
              </a:xfrm>
              <a:custGeom>
                <a:avLst/>
                <a:gdLst>
                  <a:gd name="T0" fmla="*/ 103327864 w 49"/>
                  <a:gd name="T1" fmla="*/ 55443438 h 22"/>
                  <a:gd name="T2" fmla="*/ 20161380 w 49"/>
                  <a:gd name="T3" fmla="*/ 55443438 h 22"/>
                  <a:gd name="T4" fmla="*/ 0 w 49"/>
                  <a:gd name="T5" fmla="*/ 32762825 h 22"/>
                  <a:gd name="T6" fmla="*/ 123489244 w 49"/>
                  <a:gd name="T7" fmla="*/ 32762825 h 22"/>
                  <a:gd name="T8" fmla="*/ 103327864 w 49"/>
                  <a:gd name="T9" fmla="*/ 55443438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22">
                    <a:moveTo>
                      <a:pt x="41" y="22"/>
                    </a:moveTo>
                    <a:cubicBezTo>
                      <a:pt x="32" y="13"/>
                      <a:pt x="17" y="13"/>
                      <a:pt x="8" y="22"/>
                    </a:cubicBezTo>
                    <a:cubicBezTo>
                      <a:pt x="0" y="13"/>
                      <a:pt x="0" y="13"/>
                      <a:pt x="0" y="13"/>
                    </a:cubicBezTo>
                    <a:cubicBezTo>
                      <a:pt x="13" y="0"/>
                      <a:pt x="36" y="0"/>
                      <a:pt x="49" y="13"/>
                    </a:cubicBezTo>
                    <a:lnTo>
                      <a:pt x="41" y="2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7" name="Freeform 96"/>
              <p:cNvSpPr/>
              <p:nvPr/>
            </p:nvSpPr>
            <p:spPr bwMode="auto">
              <a:xfrm>
                <a:off x="2535239" y="2603501"/>
                <a:ext cx="76200" cy="34925"/>
              </a:xfrm>
              <a:custGeom>
                <a:avLst/>
                <a:gdLst>
                  <a:gd name="T0" fmla="*/ 19347024 w 49"/>
                  <a:gd name="T1" fmla="*/ 55443438 h 22"/>
                  <a:gd name="T2" fmla="*/ 0 w 49"/>
                  <a:gd name="T3" fmla="*/ 32762825 h 22"/>
                  <a:gd name="T4" fmla="*/ 118498776 w 49"/>
                  <a:gd name="T5" fmla="*/ 32762825 h 22"/>
                  <a:gd name="T6" fmla="*/ 99151751 w 49"/>
                  <a:gd name="T7" fmla="*/ 55443438 h 22"/>
                  <a:gd name="T8" fmla="*/ 19347024 w 49"/>
                  <a:gd name="T9" fmla="*/ 55443438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22">
                    <a:moveTo>
                      <a:pt x="8" y="22"/>
                    </a:moveTo>
                    <a:cubicBezTo>
                      <a:pt x="0" y="13"/>
                      <a:pt x="0" y="13"/>
                      <a:pt x="0" y="13"/>
                    </a:cubicBezTo>
                    <a:cubicBezTo>
                      <a:pt x="13" y="0"/>
                      <a:pt x="36" y="0"/>
                      <a:pt x="49" y="13"/>
                    </a:cubicBezTo>
                    <a:cubicBezTo>
                      <a:pt x="41" y="22"/>
                      <a:pt x="41" y="22"/>
                      <a:pt x="41" y="22"/>
                    </a:cubicBezTo>
                    <a:cubicBezTo>
                      <a:pt x="32" y="13"/>
                      <a:pt x="17" y="13"/>
                      <a:pt x="8" y="22"/>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8" name="Freeform 97"/>
              <p:cNvSpPr/>
              <p:nvPr/>
            </p:nvSpPr>
            <p:spPr bwMode="auto">
              <a:xfrm>
                <a:off x="2600326" y="2620964"/>
                <a:ext cx="80963" cy="33338"/>
              </a:xfrm>
              <a:custGeom>
                <a:avLst/>
                <a:gdLst>
                  <a:gd name="T0" fmla="*/ 60605476 w 52"/>
                  <a:gd name="T1" fmla="*/ 52924869 h 21"/>
                  <a:gd name="T2" fmla="*/ 0 w 52"/>
                  <a:gd name="T3" fmla="*/ 27722928 h 21"/>
                  <a:gd name="T4" fmla="*/ 19393752 w 52"/>
                  <a:gd name="T5" fmla="*/ 5040388 h 21"/>
                  <a:gd name="T6" fmla="*/ 60605476 w 52"/>
                  <a:gd name="T7" fmla="*/ 22682540 h 21"/>
                  <a:gd name="T8" fmla="*/ 99391424 w 52"/>
                  <a:gd name="T9" fmla="*/ 5040388 h 21"/>
                  <a:gd name="T10" fmla="*/ 121209396 w 52"/>
                  <a:gd name="T11" fmla="*/ 5040388 h 21"/>
                  <a:gd name="T12" fmla="*/ 121209396 w 52"/>
                  <a:gd name="T13" fmla="*/ 27722928 h 21"/>
                  <a:gd name="T14" fmla="*/ 60605476 w 52"/>
                  <a:gd name="T15" fmla="*/ 52924869 h 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 h="21">
                    <a:moveTo>
                      <a:pt x="25" y="21"/>
                    </a:moveTo>
                    <a:cubicBezTo>
                      <a:pt x="15" y="21"/>
                      <a:pt x="7" y="17"/>
                      <a:pt x="0" y="11"/>
                    </a:cubicBezTo>
                    <a:cubicBezTo>
                      <a:pt x="8" y="2"/>
                      <a:pt x="8" y="2"/>
                      <a:pt x="8" y="2"/>
                    </a:cubicBezTo>
                    <a:cubicBezTo>
                      <a:pt x="13" y="7"/>
                      <a:pt x="19" y="9"/>
                      <a:pt x="25" y="9"/>
                    </a:cubicBezTo>
                    <a:cubicBezTo>
                      <a:pt x="31" y="9"/>
                      <a:pt x="37" y="7"/>
                      <a:pt x="41" y="2"/>
                    </a:cubicBezTo>
                    <a:cubicBezTo>
                      <a:pt x="43" y="0"/>
                      <a:pt x="47" y="0"/>
                      <a:pt x="50" y="2"/>
                    </a:cubicBezTo>
                    <a:cubicBezTo>
                      <a:pt x="52" y="5"/>
                      <a:pt x="52" y="8"/>
                      <a:pt x="50" y="11"/>
                    </a:cubicBezTo>
                    <a:cubicBezTo>
                      <a:pt x="43" y="17"/>
                      <a:pt x="34" y="21"/>
                      <a:pt x="25" y="21"/>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39" name="Line 98"/>
              <p:cNvSpPr>
                <a:spLocks noChangeShapeType="1"/>
              </p:cNvSpPr>
              <p:nvPr/>
            </p:nvSpPr>
            <p:spPr bwMode="auto">
              <a:xfrm>
                <a:off x="2801939" y="2630489"/>
                <a:ext cx="0" cy="0"/>
              </a:xfrm>
              <a:prstGeom prst="line">
                <a:avLst/>
              </a:prstGeom>
              <a:grpFill/>
              <a:ln w="1905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0" name="Freeform 99"/>
              <p:cNvSpPr/>
              <p:nvPr/>
            </p:nvSpPr>
            <p:spPr bwMode="auto">
              <a:xfrm>
                <a:off x="2663826" y="2603501"/>
                <a:ext cx="79375" cy="34925"/>
              </a:xfrm>
              <a:custGeom>
                <a:avLst/>
                <a:gdLst>
                  <a:gd name="T0" fmla="*/ 103327200 w 50"/>
                  <a:gd name="T1" fmla="*/ 55443438 h 22"/>
                  <a:gd name="T2" fmla="*/ 22682200 w 50"/>
                  <a:gd name="T3" fmla="*/ 55443438 h 22"/>
                  <a:gd name="T4" fmla="*/ 0 w 50"/>
                  <a:gd name="T5" fmla="*/ 32762825 h 22"/>
                  <a:gd name="T6" fmla="*/ 126007813 w 50"/>
                  <a:gd name="T7" fmla="*/ 32762825 h 22"/>
                  <a:gd name="T8" fmla="*/ 103327200 w 50"/>
                  <a:gd name="T9" fmla="*/ 55443438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 h="22">
                    <a:moveTo>
                      <a:pt x="41" y="22"/>
                    </a:moveTo>
                    <a:cubicBezTo>
                      <a:pt x="32" y="13"/>
                      <a:pt x="18" y="13"/>
                      <a:pt x="9" y="22"/>
                    </a:cubicBezTo>
                    <a:cubicBezTo>
                      <a:pt x="0" y="13"/>
                      <a:pt x="0" y="13"/>
                      <a:pt x="0" y="13"/>
                    </a:cubicBezTo>
                    <a:cubicBezTo>
                      <a:pt x="14" y="0"/>
                      <a:pt x="36" y="0"/>
                      <a:pt x="50" y="13"/>
                    </a:cubicBezTo>
                    <a:lnTo>
                      <a:pt x="41" y="2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1" name="Oval 100"/>
              <p:cNvSpPr>
                <a:spLocks noChangeArrowheads="1"/>
              </p:cNvSpPr>
              <p:nvPr/>
            </p:nvSpPr>
            <p:spPr bwMode="auto">
              <a:xfrm>
                <a:off x="2836864" y="2797176"/>
                <a:ext cx="66675" cy="65088"/>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2" name="Oval 101"/>
              <p:cNvSpPr>
                <a:spLocks noChangeArrowheads="1"/>
              </p:cNvSpPr>
              <p:nvPr/>
            </p:nvSpPr>
            <p:spPr bwMode="auto">
              <a:xfrm>
                <a:off x="2938464" y="2797176"/>
                <a:ext cx="66675" cy="65088"/>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3" name="Freeform 149"/>
              <p:cNvSpPr>
                <a:spLocks noEditPoints="1"/>
              </p:cNvSpPr>
              <p:nvPr/>
            </p:nvSpPr>
            <p:spPr bwMode="auto">
              <a:xfrm>
                <a:off x="2730501" y="2255839"/>
                <a:ext cx="203200" cy="471488"/>
              </a:xfrm>
              <a:custGeom>
                <a:avLst/>
                <a:gdLst>
                  <a:gd name="T0" fmla="*/ 158798437 w 129"/>
                  <a:gd name="T1" fmla="*/ 743481385 h 299"/>
                  <a:gd name="T2" fmla="*/ 0 w 129"/>
                  <a:gd name="T3" fmla="*/ 581855614 h 299"/>
                  <a:gd name="T4" fmla="*/ 66992992 w 129"/>
                  <a:gd name="T5" fmla="*/ 452554367 h 299"/>
                  <a:gd name="T6" fmla="*/ 66992992 w 129"/>
                  <a:gd name="T7" fmla="*/ 92003235 h 299"/>
                  <a:gd name="T8" fmla="*/ 158798437 w 129"/>
                  <a:gd name="T9" fmla="*/ 0 h 299"/>
                  <a:gd name="T10" fmla="*/ 253086388 w 129"/>
                  <a:gd name="T11" fmla="*/ 92003235 h 299"/>
                  <a:gd name="T12" fmla="*/ 253086388 w 129"/>
                  <a:gd name="T13" fmla="*/ 452554367 h 299"/>
                  <a:gd name="T14" fmla="*/ 320079380 w 129"/>
                  <a:gd name="T15" fmla="*/ 581855614 h 299"/>
                  <a:gd name="T16" fmla="*/ 158798437 w 129"/>
                  <a:gd name="T17" fmla="*/ 743481385 h 299"/>
                  <a:gd name="T18" fmla="*/ 158798437 w 129"/>
                  <a:gd name="T19" fmla="*/ 39784757 h 299"/>
                  <a:gd name="T20" fmla="*/ 106692602 w 129"/>
                  <a:gd name="T21" fmla="*/ 92003235 h 299"/>
                  <a:gd name="T22" fmla="*/ 106692602 w 129"/>
                  <a:gd name="T23" fmla="*/ 462499767 h 299"/>
                  <a:gd name="T24" fmla="*/ 96768881 w 129"/>
                  <a:gd name="T25" fmla="*/ 479905401 h 299"/>
                  <a:gd name="T26" fmla="*/ 39699609 w 129"/>
                  <a:gd name="T27" fmla="*/ 581855614 h 299"/>
                  <a:gd name="T28" fmla="*/ 158798437 w 129"/>
                  <a:gd name="T29" fmla="*/ 703696628 h 299"/>
                  <a:gd name="T30" fmla="*/ 280379771 w 129"/>
                  <a:gd name="T31" fmla="*/ 581855614 h 299"/>
                  <a:gd name="T32" fmla="*/ 223310499 w 129"/>
                  <a:gd name="T33" fmla="*/ 479905401 h 299"/>
                  <a:gd name="T34" fmla="*/ 213386778 w 129"/>
                  <a:gd name="T35" fmla="*/ 462499767 h 299"/>
                  <a:gd name="T36" fmla="*/ 213386778 w 129"/>
                  <a:gd name="T37" fmla="*/ 92003235 h 299"/>
                  <a:gd name="T38" fmla="*/ 158798437 w 129"/>
                  <a:gd name="T39" fmla="*/ 39784757 h 29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9" h="299">
                    <a:moveTo>
                      <a:pt x="64" y="299"/>
                    </a:moveTo>
                    <a:cubicBezTo>
                      <a:pt x="29" y="299"/>
                      <a:pt x="0" y="270"/>
                      <a:pt x="0" y="234"/>
                    </a:cubicBezTo>
                    <a:cubicBezTo>
                      <a:pt x="0" y="213"/>
                      <a:pt x="10" y="194"/>
                      <a:pt x="27" y="182"/>
                    </a:cubicBezTo>
                    <a:cubicBezTo>
                      <a:pt x="27" y="37"/>
                      <a:pt x="27" y="37"/>
                      <a:pt x="27" y="37"/>
                    </a:cubicBezTo>
                    <a:cubicBezTo>
                      <a:pt x="27" y="16"/>
                      <a:pt x="44" y="0"/>
                      <a:pt x="64" y="0"/>
                    </a:cubicBezTo>
                    <a:cubicBezTo>
                      <a:pt x="85" y="0"/>
                      <a:pt x="102" y="16"/>
                      <a:pt x="102" y="37"/>
                    </a:cubicBezTo>
                    <a:cubicBezTo>
                      <a:pt x="102" y="182"/>
                      <a:pt x="102" y="182"/>
                      <a:pt x="102" y="182"/>
                    </a:cubicBezTo>
                    <a:cubicBezTo>
                      <a:pt x="119" y="194"/>
                      <a:pt x="129" y="213"/>
                      <a:pt x="129" y="234"/>
                    </a:cubicBezTo>
                    <a:cubicBezTo>
                      <a:pt x="129" y="270"/>
                      <a:pt x="100" y="299"/>
                      <a:pt x="64" y="299"/>
                    </a:cubicBezTo>
                    <a:close/>
                    <a:moveTo>
                      <a:pt x="64" y="16"/>
                    </a:moveTo>
                    <a:cubicBezTo>
                      <a:pt x="52" y="16"/>
                      <a:pt x="43" y="25"/>
                      <a:pt x="43" y="37"/>
                    </a:cubicBezTo>
                    <a:cubicBezTo>
                      <a:pt x="43" y="186"/>
                      <a:pt x="43" y="186"/>
                      <a:pt x="43" y="186"/>
                    </a:cubicBezTo>
                    <a:cubicBezTo>
                      <a:pt x="43" y="189"/>
                      <a:pt x="41" y="192"/>
                      <a:pt x="39" y="193"/>
                    </a:cubicBezTo>
                    <a:cubicBezTo>
                      <a:pt x="25" y="202"/>
                      <a:pt x="16" y="217"/>
                      <a:pt x="16" y="234"/>
                    </a:cubicBezTo>
                    <a:cubicBezTo>
                      <a:pt x="16" y="261"/>
                      <a:pt x="38" y="283"/>
                      <a:pt x="64" y="283"/>
                    </a:cubicBezTo>
                    <a:cubicBezTo>
                      <a:pt x="91" y="283"/>
                      <a:pt x="113" y="261"/>
                      <a:pt x="113" y="234"/>
                    </a:cubicBezTo>
                    <a:cubicBezTo>
                      <a:pt x="113" y="217"/>
                      <a:pt x="104" y="202"/>
                      <a:pt x="90" y="193"/>
                    </a:cubicBezTo>
                    <a:cubicBezTo>
                      <a:pt x="88" y="192"/>
                      <a:pt x="86" y="189"/>
                      <a:pt x="86" y="186"/>
                    </a:cubicBezTo>
                    <a:cubicBezTo>
                      <a:pt x="86" y="37"/>
                      <a:pt x="86" y="37"/>
                      <a:pt x="86" y="37"/>
                    </a:cubicBezTo>
                    <a:cubicBezTo>
                      <a:pt x="86" y="25"/>
                      <a:pt x="76" y="16"/>
                      <a:pt x="64" y="16"/>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4" name="Rectangle 150"/>
              <p:cNvSpPr>
                <a:spLocks noChangeArrowheads="1"/>
              </p:cNvSpPr>
              <p:nvPr/>
            </p:nvSpPr>
            <p:spPr bwMode="auto">
              <a:xfrm>
                <a:off x="2684464" y="2311401"/>
                <a:ext cx="682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5" name="Rectangle 151"/>
              <p:cNvSpPr>
                <a:spLocks noChangeArrowheads="1"/>
              </p:cNvSpPr>
              <p:nvPr/>
            </p:nvSpPr>
            <p:spPr bwMode="auto">
              <a:xfrm>
                <a:off x="2709864" y="2346326"/>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6" name="Rectangle 152"/>
              <p:cNvSpPr>
                <a:spLocks noChangeArrowheads="1"/>
              </p:cNvSpPr>
              <p:nvPr/>
            </p:nvSpPr>
            <p:spPr bwMode="auto">
              <a:xfrm>
                <a:off x="2684464" y="2382839"/>
                <a:ext cx="682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7" name="Rectangle 153"/>
              <p:cNvSpPr>
                <a:spLocks noChangeArrowheads="1"/>
              </p:cNvSpPr>
              <p:nvPr/>
            </p:nvSpPr>
            <p:spPr bwMode="auto">
              <a:xfrm>
                <a:off x="2709864" y="2417764"/>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8" name="Rectangle 154"/>
              <p:cNvSpPr>
                <a:spLocks noChangeArrowheads="1"/>
              </p:cNvSpPr>
              <p:nvPr/>
            </p:nvSpPr>
            <p:spPr bwMode="auto">
              <a:xfrm>
                <a:off x="2684464" y="2452689"/>
                <a:ext cx="682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49" name="Rectangle 155"/>
              <p:cNvSpPr>
                <a:spLocks noChangeArrowheads="1"/>
              </p:cNvSpPr>
              <p:nvPr/>
            </p:nvSpPr>
            <p:spPr bwMode="auto">
              <a:xfrm>
                <a:off x="2709864" y="2489201"/>
                <a:ext cx="42863" cy="190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0" name="Oval 156"/>
              <p:cNvSpPr>
                <a:spLocks noChangeArrowheads="1"/>
              </p:cNvSpPr>
              <p:nvPr/>
            </p:nvSpPr>
            <p:spPr bwMode="auto">
              <a:xfrm>
                <a:off x="2790826" y="2582864"/>
                <a:ext cx="80963" cy="825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1" name="Freeform 157"/>
              <p:cNvSpPr/>
              <p:nvPr/>
            </p:nvSpPr>
            <p:spPr bwMode="auto">
              <a:xfrm>
                <a:off x="2913064" y="2365376"/>
                <a:ext cx="76200" cy="141288"/>
              </a:xfrm>
              <a:custGeom>
                <a:avLst/>
                <a:gdLst>
                  <a:gd name="T0" fmla="*/ 40322500 w 48"/>
                  <a:gd name="T1" fmla="*/ 224295494 h 89"/>
                  <a:gd name="T2" fmla="*/ 0 w 48"/>
                  <a:gd name="T3" fmla="*/ 224295494 h 89"/>
                  <a:gd name="T4" fmla="*/ 0 w 48"/>
                  <a:gd name="T5" fmla="*/ 0 h 89"/>
                  <a:gd name="T6" fmla="*/ 120967500 w 48"/>
                  <a:gd name="T7" fmla="*/ 0 h 89"/>
                  <a:gd name="T8" fmla="*/ 120967500 w 48"/>
                  <a:gd name="T9" fmla="*/ 40322643 h 89"/>
                  <a:gd name="T10" fmla="*/ 40322500 w 48"/>
                  <a:gd name="T11" fmla="*/ 40322643 h 89"/>
                  <a:gd name="T12" fmla="*/ 40322500 w 48"/>
                  <a:gd name="T13" fmla="*/ 224295494 h 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89">
                    <a:moveTo>
                      <a:pt x="16" y="89"/>
                    </a:moveTo>
                    <a:lnTo>
                      <a:pt x="0" y="89"/>
                    </a:lnTo>
                    <a:lnTo>
                      <a:pt x="0" y="0"/>
                    </a:lnTo>
                    <a:lnTo>
                      <a:pt x="48" y="0"/>
                    </a:lnTo>
                    <a:lnTo>
                      <a:pt x="48" y="16"/>
                    </a:lnTo>
                    <a:lnTo>
                      <a:pt x="16" y="16"/>
                    </a:lnTo>
                    <a:lnTo>
                      <a:pt x="16" y="89"/>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2" name="Rectangle 158"/>
              <p:cNvSpPr>
                <a:spLocks noChangeArrowheads="1"/>
              </p:cNvSpPr>
              <p:nvPr/>
            </p:nvSpPr>
            <p:spPr bwMode="auto">
              <a:xfrm>
                <a:off x="2925764" y="2425701"/>
                <a:ext cx="58738" cy="2540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3" name="Freeform 159"/>
              <p:cNvSpPr>
                <a:spLocks noEditPoints="1"/>
              </p:cNvSpPr>
              <p:nvPr/>
            </p:nvSpPr>
            <p:spPr bwMode="auto">
              <a:xfrm>
                <a:off x="3008314" y="2357439"/>
                <a:ext cx="61913" cy="61913"/>
              </a:xfrm>
              <a:custGeom>
                <a:avLst/>
                <a:gdLst>
                  <a:gd name="T0" fmla="*/ 47916019 w 40"/>
                  <a:gd name="T1" fmla="*/ 98287681 h 39"/>
                  <a:gd name="T2" fmla="*/ 0 w 40"/>
                  <a:gd name="T3" fmla="*/ 50403532 h 39"/>
                  <a:gd name="T4" fmla="*/ 47916019 w 40"/>
                  <a:gd name="T5" fmla="*/ 0 h 39"/>
                  <a:gd name="T6" fmla="*/ 95830489 w 40"/>
                  <a:gd name="T7" fmla="*/ 50403532 h 39"/>
                  <a:gd name="T8" fmla="*/ 47916019 w 40"/>
                  <a:gd name="T9" fmla="*/ 98287681 h 39"/>
                  <a:gd name="T10" fmla="*/ 47916019 w 40"/>
                  <a:gd name="T11" fmla="*/ 30242119 h 39"/>
                  <a:gd name="T12" fmla="*/ 28749302 w 40"/>
                  <a:gd name="T13" fmla="*/ 50403532 h 39"/>
                  <a:gd name="T14" fmla="*/ 47916019 w 40"/>
                  <a:gd name="T15" fmla="*/ 68045562 h 39"/>
                  <a:gd name="T16" fmla="*/ 67081188 w 40"/>
                  <a:gd name="T17" fmla="*/ 50403532 h 39"/>
                  <a:gd name="T18" fmla="*/ 47916019 w 40"/>
                  <a:gd name="T19" fmla="*/ 30242119 h 3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0" h="39">
                    <a:moveTo>
                      <a:pt x="20" y="39"/>
                    </a:moveTo>
                    <a:cubicBezTo>
                      <a:pt x="9" y="39"/>
                      <a:pt x="0" y="30"/>
                      <a:pt x="0" y="20"/>
                    </a:cubicBezTo>
                    <a:cubicBezTo>
                      <a:pt x="0" y="9"/>
                      <a:pt x="9" y="0"/>
                      <a:pt x="20" y="0"/>
                    </a:cubicBezTo>
                    <a:cubicBezTo>
                      <a:pt x="31" y="0"/>
                      <a:pt x="40" y="9"/>
                      <a:pt x="40" y="20"/>
                    </a:cubicBezTo>
                    <a:cubicBezTo>
                      <a:pt x="40" y="30"/>
                      <a:pt x="31" y="39"/>
                      <a:pt x="20" y="39"/>
                    </a:cubicBezTo>
                    <a:close/>
                    <a:moveTo>
                      <a:pt x="20" y="12"/>
                    </a:moveTo>
                    <a:cubicBezTo>
                      <a:pt x="16" y="12"/>
                      <a:pt x="12" y="15"/>
                      <a:pt x="12" y="20"/>
                    </a:cubicBezTo>
                    <a:cubicBezTo>
                      <a:pt x="12" y="24"/>
                      <a:pt x="16" y="27"/>
                      <a:pt x="20" y="27"/>
                    </a:cubicBezTo>
                    <a:cubicBezTo>
                      <a:pt x="24" y="27"/>
                      <a:pt x="28" y="24"/>
                      <a:pt x="28" y="20"/>
                    </a:cubicBezTo>
                    <a:cubicBezTo>
                      <a:pt x="28" y="15"/>
                      <a:pt x="24" y="12"/>
                      <a:pt x="20" y="12"/>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4" name="Freeform 160"/>
              <p:cNvSpPr/>
              <p:nvPr/>
            </p:nvSpPr>
            <p:spPr bwMode="auto">
              <a:xfrm>
                <a:off x="2819401" y="2319339"/>
                <a:ext cx="23813" cy="317500"/>
              </a:xfrm>
              <a:custGeom>
                <a:avLst/>
                <a:gdLst>
                  <a:gd name="T0" fmla="*/ 17721337 w 16"/>
                  <a:gd name="T1" fmla="*/ 501523632 h 201"/>
                  <a:gd name="T2" fmla="*/ 0 w 16"/>
                  <a:gd name="T3" fmla="*/ 481562201 h 201"/>
                  <a:gd name="T4" fmla="*/ 0 w 16"/>
                  <a:gd name="T5" fmla="*/ 19961430 h 201"/>
                  <a:gd name="T6" fmla="*/ 17721337 w 16"/>
                  <a:gd name="T7" fmla="*/ 0 h 201"/>
                  <a:gd name="T8" fmla="*/ 35441186 w 16"/>
                  <a:gd name="T9" fmla="*/ 19961430 h 201"/>
                  <a:gd name="T10" fmla="*/ 35441186 w 16"/>
                  <a:gd name="T11" fmla="*/ 481562201 h 201"/>
                  <a:gd name="T12" fmla="*/ 17721337 w 16"/>
                  <a:gd name="T13" fmla="*/ 501523632 h 2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 h="201">
                    <a:moveTo>
                      <a:pt x="8" y="201"/>
                    </a:moveTo>
                    <a:cubicBezTo>
                      <a:pt x="4" y="201"/>
                      <a:pt x="0" y="198"/>
                      <a:pt x="0" y="193"/>
                    </a:cubicBezTo>
                    <a:cubicBezTo>
                      <a:pt x="0" y="8"/>
                      <a:pt x="0" y="8"/>
                      <a:pt x="0" y="8"/>
                    </a:cubicBezTo>
                    <a:cubicBezTo>
                      <a:pt x="0" y="3"/>
                      <a:pt x="4" y="0"/>
                      <a:pt x="8" y="0"/>
                    </a:cubicBezTo>
                    <a:cubicBezTo>
                      <a:pt x="13" y="0"/>
                      <a:pt x="16" y="3"/>
                      <a:pt x="16" y="8"/>
                    </a:cubicBezTo>
                    <a:cubicBezTo>
                      <a:pt x="16" y="193"/>
                      <a:pt x="16" y="193"/>
                      <a:pt x="16" y="193"/>
                    </a:cubicBezTo>
                    <a:cubicBezTo>
                      <a:pt x="16" y="198"/>
                      <a:pt x="13" y="201"/>
                      <a:pt x="8" y="201"/>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55" name="组合 100"/>
            <p:cNvGrpSpPr/>
            <p:nvPr/>
          </p:nvGrpSpPr>
          <p:grpSpPr bwMode="auto">
            <a:xfrm>
              <a:off x="8611210" y="4818296"/>
              <a:ext cx="694633" cy="725860"/>
              <a:chOff x="8755063" y="884237"/>
              <a:chExt cx="658812" cy="657225"/>
            </a:xfrm>
            <a:grpFill/>
          </p:grpSpPr>
          <p:sp>
            <p:nvSpPr>
              <p:cNvPr id="156" name="Oval 750"/>
              <p:cNvSpPr>
                <a:spLocks noChangeArrowheads="1"/>
              </p:cNvSpPr>
              <p:nvPr/>
            </p:nvSpPr>
            <p:spPr bwMode="auto">
              <a:xfrm>
                <a:off x="9174163" y="1481137"/>
                <a:ext cx="63500" cy="60325"/>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7" name="Oval 751"/>
              <p:cNvSpPr>
                <a:spLocks noChangeArrowheads="1"/>
              </p:cNvSpPr>
              <p:nvPr/>
            </p:nvSpPr>
            <p:spPr bwMode="auto">
              <a:xfrm>
                <a:off x="9271000" y="1481137"/>
                <a:ext cx="61912" cy="60325"/>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8" name="Freeform 766"/>
              <p:cNvSpPr/>
              <p:nvPr/>
            </p:nvSpPr>
            <p:spPr bwMode="auto">
              <a:xfrm>
                <a:off x="9094788" y="1162050"/>
                <a:ext cx="319087" cy="127000"/>
              </a:xfrm>
              <a:custGeom>
                <a:avLst/>
                <a:gdLst>
                  <a:gd name="T0" fmla="*/ 249544896 w 203"/>
                  <a:gd name="T1" fmla="*/ 174540333 h 81"/>
                  <a:gd name="T2" fmla="*/ 454615667 w 203"/>
                  <a:gd name="T3" fmla="*/ 199123457 h 81"/>
                  <a:gd name="T4" fmla="*/ 501559180 w 203"/>
                  <a:gd name="T5" fmla="*/ 105707901 h 81"/>
                  <a:gd name="T6" fmla="*/ 249544896 w 203"/>
                  <a:gd name="T7" fmla="*/ 0 h 81"/>
                  <a:gd name="T8" fmla="*/ 0 w 203"/>
                  <a:gd name="T9" fmla="*/ 105707901 h 81"/>
                  <a:gd name="T10" fmla="*/ 46943514 w 203"/>
                  <a:gd name="T11" fmla="*/ 199123457 h 81"/>
                  <a:gd name="T12" fmla="*/ 249544896 w 203"/>
                  <a:gd name="T13" fmla="*/ 174540333 h 8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3" h="81">
                    <a:moveTo>
                      <a:pt x="101" y="71"/>
                    </a:moveTo>
                    <a:cubicBezTo>
                      <a:pt x="151" y="71"/>
                      <a:pt x="184" y="81"/>
                      <a:pt x="184" y="81"/>
                    </a:cubicBezTo>
                    <a:cubicBezTo>
                      <a:pt x="203" y="43"/>
                      <a:pt x="203" y="43"/>
                      <a:pt x="203" y="43"/>
                    </a:cubicBezTo>
                    <a:cubicBezTo>
                      <a:pt x="122" y="42"/>
                      <a:pt x="134" y="0"/>
                      <a:pt x="101" y="0"/>
                    </a:cubicBezTo>
                    <a:cubicBezTo>
                      <a:pt x="69" y="0"/>
                      <a:pt x="81" y="42"/>
                      <a:pt x="0" y="43"/>
                    </a:cubicBezTo>
                    <a:cubicBezTo>
                      <a:pt x="19" y="81"/>
                      <a:pt x="19" y="81"/>
                      <a:pt x="19" y="81"/>
                    </a:cubicBezTo>
                    <a:cubicBezTo>
                      <a:pt x="19" y="81"/>
                      <a:pt x="52" y="71"/>
                      <a:pt x="101" y="71"/>
                    </a:cubicBezTo>
                    <a:close/>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59" name="Freeform 767"/>
              <p:cNvSpPr/>
              <p:nvPr/>
            </p:nvSpPr>
            <p:spPr bwMode="auto">
              <a:xfrm>
                <a:off x="9099550" y="1309687"/>
                <a:ext cx="309562" cy="193675"/>
              </a:xfrm>
              <a:custGeom>
                <a:avLst/>
                <a:gdLst>
                  <a:gd name="T0" fmla="*/ 311123952 w 197"/>
                  <a:gd name="T1" fmla="*/ 307459063 h 122"/>
                  <a:gd name="T2" fmla="*/ 404954237 w 197"/>
                  <a:gd name="T3" fmla="*/ 201612500 h 122"/>
                  <a:gd name="T4" fmla="*/ 479032267 w 197"/>
                  <a:gd name="T5" fmla="*/ 146169063 h 122"/>
                  <a:gd name="T6" fmla="*/ 444463463 w 197"/>
                  <a:gd name="T7" fmla="*/ 90725625 h 122"/>
                  <a:gd name="T8" fmla="*/ 441993252 w 197"/>
                  <a:gd name="T9" fmla="*/ 25201563 h 122"/>
                  <a:gd name="T10" fmla="*/ 241984773 w 197"/>
                  <a:gd name="T11" fmla="*/ 0 h 122"/>
                  <a:gd name="T12" fmla="*/ 44446503 w 197"/>
                  <a:gd name="T13" fmla="*/ 25201563 h 122"/>
                  <a:gd name="T14" fmla="*/ 41976293 w 197"/>
                  <a:gd name="T15" fmla="*/ 90725625 h 122"/>
                  <a:gd name="T16" fmla="*/ 7407489 w 197"/>
                  <a:gd name="T17" fmla="*/ 146169063 h 122"/>
                  <a:gd name="T18" fmla="*/ 81485518 w 197"/>
                  <a:gd name="T19" fmla="*/ 201612500 h 122"/>
                  <a:gd name="T20" fmla="*/ 172847164 w 197"/>
                  <a:gd name="T21" fmla="*/ 304939700 h 1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7" h="122">
                    <a:moveTo>
                      <a:pt x="126" y="122"/>
                    </a:moveTo>
                    <a:cubicBezTo>
                      <a:pt x="154" y="109"/>
                      <a:pt x="164" y="80"/>
                      <a:pt x="164" y="80"/>
                    </a:cubicBezTo>
                    <a:cubicBezTo>
                      <a:pt x="164" y="80"/>
                      <a:pt x="192" y="76"/>
                      <a:pt x="194" y="58"/>
                    </a:cubicBezTo>
                    <a:cubicBezTo>
                      <a:pt x="197" y="39"/>
                      <a:pt x="180" y="36"/>
                      <a:pt x="180" y="36"/>
                    </a:cubicBezTo>
                    <a:cubicBezTo>
                      <a:pt x="180" y="24"/>
                      <a:pt x="179" y="10"/>
                      <a:pt x="179" y="10"/>
                    </a:cubicBezTo>
                    <a:cubicBezTo>
                      <a:pt x="179" y="10"/>
                      <a:pt x="146" y="0"/>
                      <a:pt x="98" y="0"/>
                    </a:cubicBezTo>
                    <a:cubicBezTo>
                      <a:pt x="51" y="0"/>
                      <a:pt x="18" y="10"/>
                      <a:pt x="18" y="10"/>
                    </a:cubicBezTo>
                    <a:cubicBezTo>
                      <a:pt x="18" y="10"/>
                      <a:pt x="16" y="24"/>
                      <a:pt x="17" y="36"/>
                    </a:cubicBezTo>
                    <a:cubicBezTo>
                      <a:pt x="17" y="36"/>
                      <a:pt x="0" y="39"/>
                      <a:pt x="3" y="58"/>
                    </a:cubicBezTo>
                    <a:cubicBezTo>
                      <a:pt x="5" y="76"/>
                      <a:pt x="33" y="80"/>
                      <a:pt x="33" y="80"/>
                    </a:cubicBezTo>
                    <a:cubicBezTo>
                      <a:pt x="33" y="80"/>
                      <a:pt x="43" y="109"/>
                      <a:pt x="70" y="121"/>
                    </a:cubicBez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0" name="Freeform 768"/>
              <p:cNvSpPr/>
              <p:nvPr/>
            </p:nvSpPr>
            <p:spPr bwMode="auto">
              <a:xfrm>
                <a:off x="9126538" y="1325562"/>
                <a:ext cx="254000" cy="42862"/>
              </a:xfrm>
              <a:custGeom>
                <a:avLst/>
                <a:gdLst>
                  <a:gd name="T0" fmla="*/ 0 w 161"/>
                  <a:gd name="T1" fmla="*/ 0 h 27"/>
                  <a:gd name="T2" fmla="*/ 199115491 w 161"/>
                  <a:gd name="T3" fmla="*/ 68042631 h 27"/>
                  <a:gd name="T4" fmla="*/ 400720497 w 161"/>
                  <a:gd name="T5" fmla="*/ 0 h 27"/>
                  <a:gd name="T6" fmla="*/ 0 60000 65536"/>
                  <a:gd name="T7" fmla="*/ 0 60000 65536"/>
                  <a:gd name="T8" fmla="*/ 0 60000 65536"/>
                </a:gdLst>
                <a:ahLst/>
                <a:cxnLst>
                  <a:cxn ang="T6">
                    <a:pos x="T0" y="T1"/>
                  </a:cxn>
                  <a:cxn ang="T7">
                    <a:pos x="T2" y="T3"/>
                  </a:cxn>
                  <a:cxn ang="T8">
                    <a:pos x="T4" y="T5"/>
                  </a:cxn>
                </a:cxnLst>
                <a:rect l="0" t="0" r="r" b="b"/>
                <a:pathLst>
                  <a:path w="161" h="27">
                    <a:moveTo>
                      <a:pt x="0" y="0"/>
                    </a:moveTo>
                    <a:cubicBezTo>
                      <a:pt x="0" y="15"/>
                      <a:pt x="36" y="27"/>
                      <a:pt x="80" y="27"/>
                    </a:cubicBezTo>
                    <a:cubicBezTo>
                      <a:pt x="125" y="27"/>
                      <a:pt x="161" y="15"/>
                      <a:pt x="161" y="0"/>
                    </a:cubicBez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1" name="Oval 769"/>
              <p:cNvSpPr>
                <a:spLocks noChangeArrowheads="1"/>
              </p:cNvSpPr>
              <p:nvPr/>
            </p:nvSpPr>
            <p:spPr bwMode="auto">
              <a:xfrm>
                <a:off x="9236075" y="1198562"/>
                <a:ext cx="36512" cy="55562"/>
              </a:xfrm>
              <a:prstGeom prst="ellipse">
                <a:avLst/>
              </a:prstGeom>
              <a:grpFill/>
              <a:ln w="12700">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2" name="Freeform 770"/>
              <p:cNvSpPr/>
              <p:nvPr/>
            </p:nvSpPr>
            <p:spPr bwMode="auto">
              <a:xfrm>
                <a:off x="8977313" y="884237"/>
                <a:ext cx="282575" cy="628650"/>
              </a:xfrm>
              <a:custGeom>
                <a:avLst/>
                <a:gdLst>
                  <a:gd name="T0" fmla="*/ 448587813 w 178"/>
                  <a:gd name="T1" fmla="*/ 367942813 h 396"/>
                  <a:gd name="T2" fmla="*/ 448587813 w 178"/>
                  <a:gd name="T3" fmla="*/ 0 h 396"/>
                  <a:gd name="T4" fmla="*/ 0 w 178"/>
                  <a:gd name="T5" fmla="*/ 191531875 h 396"/>
                  <a:gd name="T6" fmla="*/ 0 w 178"/>
                  <a:gd name="T7" fmla="*/ 997981875 h 396"/>
                  <a:gd name="T8" fmla="*/ 262096250 w 178"/>
                  <a:gd name="T9" fmla="*/ 997981875 h 3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8" h="396">
                    <a:moveTo>
                      <a:pt x="178" y="146"/>
                    </a:moveTo>
                    <a:lnTo>
                      <a:pt x="178" y="0"/>
                    </a:lnTo>
                    <a:lnTo>
                      <a:pt x="0" y="76"/>
                    </a:lnTo>
                    <a:lnTo>
                      <a:pt x="0" y="396"/>
                    </a:lnTo>
                    <a:lnTo>
                      <a:pt x="104" y="396"/>
                    </a:lnTo>
                  </a:path>
                </a:pathLst>
              </a:custGeom>
              <a:grpFill/>
              <a:ln w="25400" cap="flat">
                <a:solidFill>
                  <a:schemeClr val="bg2"/>
                </a:solidFill>
                <a:prstDash val="solid"/>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3" name="Rectangle 771"/>
              <p:cNvSpPr>
                <a:spLocks noChangeArrowheads="1"/>
              </p:cNvSpPr>
              <p:nvPr/>
            </p:nvSpPr>
            <p:spPr bwMode="auto">
              <a:xfrm>
                <a:off x="8755063" y="1162050"/>
                <a:ext cx="223837" cy="350837"/>
              </a:xfrm>
              <a:prstGeom prst="rect">
                <a:avLst/>
              </a:prstGeom>
              <a:grpFill/>
              <a:ln w="254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4" name="Line 772"/>
              <p:cNvSpPr>
                <a:spLocks noChangeShapeType="1"/>
              </p:cNvSpPr>
              <p:nvPr/>
            </p:nvSpPr>
            <p:spPr bwMode="auto">
              <a:xfrm>
                <a:off x="9037638" y="1063625"/>
                <a:ext cx="155575" cy="0"/>
              </a:xfrm>
              <a:prstGeom prst="line">
                <a:avLst/>
              </a:prstGeom>
              <a:grpFill/>
              <a:ln w="254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5" name="Line 773"/>
              <p:cNvSpPr>
                <a:spLocks noChangeShapeType="1"/>
              </p:cNvSpPr>
              <p:nvPr/>
            </p:nvSpPr>
            <p:spPr bwMode="auto">
              <a:xfrm>
                <a:off x="9037638" y="1152525"/>
                <a:ext cx="155575" cy="0"/>
              </a:xfrm>
              <a:prstGeom prst="line">
                <a:avLst/>
              </a:prstGeom>
              <a:grpFill/>
              <a:ln w="254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6" name="Line 774"/>
              <p:cNvSpPr>
                <a:spLocks noChangeShapeType="1"/>
              </p:cNvSpPr>
              <p:nvPr/>
            </p:nvSpPr>
            <p:spPr bwMode="auto">
              <a:xfrm>
                <a:off x="9037638" y="1243012"/>
                <a:ext cx="31750" cy="0"/>
              </a:xfrm>
              <a:prstGeom prst="line">
                <a:avLst/>
              </a:prstGeom>
              <a:grpFill/>
              <a:ln w="254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7" name="Line 775"/>
              <p:cNvSpPr>
                <a:spLocks noChangeShapeType="1"/>
              </p:cNvSpPr>
              <p:nvPr/>
            </p:nvSpPr>
            <p:spPr bwMode="auto">
              <a:xfrm>
                <a:off x="9037638" y="1331912"/>
                <a:ext cx="57150" cy="0"/>
              </a:xfrm>
              <a:prstGeom prst="line">
                <a:avLst/>
              </a:prstGeom>
              <a:grpFill/>
              <a:ln w="254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8" name="Rectangle 776"/>
              <p:cNvSpPr>
                <a:spLocks noChangeArrowheads="1"/>
              </p:cNvSpPr>
              <p:nvPr/>
            </p:nvSpPr>
            <p:spPr bwMode="auto">
              <a:xfrm>
                <a:off x="8837613" y="1220787"/>
                <a:ext cx="57150" cy="444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69" name="Rectangle 777"/>
              <p:cNvSpPr>
                <a:spLocks noChangeArrowheads="1"/>
              </p:cNvSpPr>
              <p:nvPr/>
            </p:nvSpPr>
            <p:spPr bwMode="auto">
              <a:xfrm>
                <a:off x="8837613" y="1311275"/>
                <a:ext cx="57150" cy="444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0" name="Rectangle 778"/>
              <p:cNvSpPr>
                <a:spLocks noChangeArrowheads="1"/>
              </p:cNvSpPr>
              <p:nvPr/>
            </p:nvSpPr>
            <p:spPr bwMode="auto">
              <a:xfrm>
                <a:off x="8837613" y="1401762"/>
                <a:ext cx="57150" cy="46037"/>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171" name="组合 333"/>
            <p:cNvGrpSpPr/>
            <p:nvPr/>
          </p:nvGrpSpPr>
          <p:grpSpPr bwMode="auto">
            <a:xfrm>
              <a:off x="9494713" y="4850778"/>
              <a:ext cx="551091" cy="646043"/>
              <a:chOff x="4368800" y="3236914"/>
              <a:chExt cx="658813" cy="835025"/>
            </a:xfrm>
            <a:grpFill/>
          </p:grpSpPr>
          <p:sp>
            <p:nvSpPr>
              <p:cNvPr id="172" name="Oval 174"/>
              <p:cNvSpPr>
                <a:spLocks noChangeArrowheads="1"/>
              </p:cNvSpPr>
              <p:nvPr/>
            </p:nvSpPr>
            <p:spPr bwMode="auto">
              <a:xfrm>
                <a:off x="4394200" y="3930651"/>
                <a:ext cx="74612" cy="74613"/>
              </a:xfrm>
              <a:prstGeom prst="ellipse">
                <a:avLst/>
              </a:prstGeom>
              <a:grpFill/>
              <a:ln w="9525">
                <a:solidFill>
                  <a:schemeClr val="bg2"/>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3" name="Oval 175"/>
              <p:cNvSpPr>
                <a:spLocks noChangeArrowheads="1"/>
              </p:cNvSpPr>
              <p:nvPr/>
            </p:nvSpPr>
            <p:spPr bwMode="auto">
              <a:xfrm>
                <a:off x="4394200" y="3817939"/>
                <a:ext cx="74612" cy="74613"/>
              </a:xfrm>
              <a:prstGeom prst="ellipse">
                <a:avLst/>
              </a:prstGeom>
              <a:grpFill/>
              <a:ln w="9525">
                <a:solidFill>
                  <a:schemeClr val="bg2"/>
                </a:solidFill>
                <a:round/>
              </a:ln>
            </p:spPr>
            <p:txBody>
              <a:bodyPr/>
              <a:lstStyle>
                <a:lvl1pPr>
                  <a:defRPr kumimoji="1">
                    <a:solidFill>
                      <a:schemeClr val="tx1"/>
                    </a:solidFill>
                    <a:latin typeface="Calibri" panose="020F0502020204030204" charset="0"/>
                    <a:ea typeface="宋体" panose="02010600030101010101" pitchFamily="2" charset="-122"/>
                  </a:defRPr>
                </a:lvl1pPr>
                <a:lvl2pPr marL="742950" indent="-285750">
                  <a:defRPr kumimoji="1">
                    <a:solidFill>
                      <a:schemeClr val="tx1"/>
                    </a:solidFill>
                    <a:latin typeface="Calibri" panose="020F0502020204030204" charset="0"/>
                    <a:ea typeface="宋体" panose="02010600030101010101" pitchFamily="2" charset="-122"/>
                  </a:defRPr>
                </a:lvl2pPr>
                <a:lvl3pPr marL="1143000" indent="-228600">
                  <a:defRPr kumimoji="1">
                    <a:solidFill>
                      <a:schemeClr val="tx1"/>
                    </a:solidFill>
                    <a:latin typeface="Calibri" panose="020F0502020204030204" charset="0"/>
                    <a:ea typeface="宋体" panose="02010600030101010101" pitchFamily="2" charset="-122"/>
                  </a:defRPr>
                </a:lvl3pPr>
                <a:lvl4pPr marL="1600200" indent="-228600">
                  <a:defRPr kumimoji="1">
                    <a:solidFill>
                      <a:schemeClr val="tx1"/>
                    </a:solidFill>
                    <a:latin typeface="Calibri" panose="020F0502020204030204" charset="0"/>
                    <a:ea typeface="宋体" panose="02010600030101010101" pitchFamily="2" charset="-122"/>
                  </a:defRPr>
                </a:lvl4pPr>
                <a:lvl5pPr marL="2057400" indent="-228600">
                  <a:defRPr kumimoji="1">
                    <a:solidFill>
                      <a:schemeClr val="tx1"/>
                    </a:solidFill>
                    <a:latin typeface="Calibri" panose="020F0502020204030204" charset="0"/>
                    <a:ea typeface="宋体" panose="02010600030101010101" pitchFamily="2" charset="-122"/>
                  </a:defRPr>
                </a:lvl5pPr>
                <a:lvl6pPr marL="25146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6pPr>
                <a:lvl7pPr marL="29718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7pPr>
                <a:lvl8pPr marL="34290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8pPr>
                <a:lvl9pPr marL="3886200" indent="-228600" defTabSz="454025" eaLnBrk="0" fontAlgn="base" hangingPunct="0">
                  <a:spcBef>
                    <a:spcPct val="0"/>
                  </a:spcBef>
                  <a:spcAft>
                    <a:spcPct val="0"/>
                  </a:spcAft>
                  <a:defRPr kumimoji="1">
                    <a:solidFill>
                      <a:schemeClr val="tx1"/>
                    </a:solidFill>
                    <a:latin typeface="Calibri" panose="020F0502020204030204" charset="0"/>
                    <a:ea typeface="宋体" panose="02010600030101010101" pitchFamily="2" charset="-122"/>
                  </a:defRPr>
                </a:lvl9p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4" name="Freeform 201"/>
              <p:cNvSpPr/>
              <p:nvPr/>
            </p:nvSpPr>
            <p:spPr bwMode="auto">
              <a:xfrm>
                <a:off x="4368800" y="4040189"/>
                <a:ext cx="274637" cy="31750"/>
              </a:xfrm>
              <a:custGeom>
                <a:avLst/>
                <a:gdLst>
                  <a:gd name="T0" fmla="*/ 258048 w 149"/>
                  <a:gd name="T1" fmla="*/ 31750 h 18"/>
                  <a:gd name="T2" fmla="*/ 16589 w 149"/>
                  <a:gd name="T3" fmla="*/ 31750 h 18"/>
                  <a:gd name="T4" fmla="*/ 0 w 149"/>
                  <a:gd name="T5" fmla="*/ 15875 h 18"/>
                  <a:gd name="T6" fmla="*/ 16589 w 149"/>
                  <a:gd name="T7" fmla="*/ 0 h 18"/>
                  <a:gd name="T8" fmla="*/ 258048 w 149"/>
                  <a:gd name="T9" fmla="*/ 0 h 18"/>
                  <a:gd name="T10" fmla="*/ 274637 w 149"/>
                  <a:gd name="T11" fmla="*/ 15875 h 18"/>
                  <a:gd name="T12" fmla="*/ 258048 w 149"/>
                  <a:gd name="T13" fmla="*/ 31750 h 18"/>
                  <a:gd name="T14" fmla="*/ 0 60000 65536"/>
                  <a:gd name="T15" fmla="*/ 0 60000 65536"/>
                  <a:gd name="T16" fmla="*/ 0 60000 65536"/>
                  <a:gd name="T17" fmla="*/ 0 60000 65536"/>
                  <a:gd name="T18" fmla="*/ 0 60000 65536"/>
                  <a:gd name="T19" fmla="*/ 0 60000 65536"/>
                  <a:gd name="T20" fmla="*/ 0 60000 65536"/>
                  <a:gd name="T21" fmla="*/ 0 w 149"/>
                  <a:gd name="T22" fmla="*/ 0 h 18"/>
                  <a:gd name="T23" fmla="*/ 149 w 149"/>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9" h="18">
                    <a:moveTo>
                      <a:pt x="140" y="18"/>
                    </a:moveTo>
                    <a:cubicBezTo>
                      <a:pt x="9" y="18"/>
                      <a:pt x="9" y="18"/>
                      <a:pt x="9" y="18"/>
                    </a:cubicBezTo>
                    <a:cubicBezTo>
                      <a:pt x="4" y="18"/>
                      <a:pt x="0" y="14"/>
                      <a:pt x="0" y="9"/>
                    </a:cubicBezTo>
                    <a:cubicBezTo>
                      <a:pt x="0" y="4"/>
                      <a:pt x="4" y="0"/>
                      <a:pt x="9" y="0"/>
                    </a:cubicBezTo>
                    <a:cubicBezTo>
                      <a:pt x="140" y="0"/>
                      <a:pt x="140" y="0"/>
                      <a:pt x="140" y="0"/>
                    </a:cubicBezTo>
                    <a:cubicBezTo>
                      <a:pt x="145" y="0"/>
                      <a:pt x="149" y="4"/>
                      <a:pt x="149" y="9"/>
                    </a:cubicBezTo>
                    <a:cubicBezTo>
                      <a:pt x="149" y="14"/>
                      <a:pt x="145" y="18"/>
                      <a:pt x="140" y="18"/>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5" name="Freeform 202"/>
              <p:cNvSpPr>
                <a:spLocks noEditPoints="1"/>
              </p:cNvSpPr>
              <p:nvPr/>
            </p:nvSpPr>
            <p:spPr bwMode="auto">
              <a:xfrm>
                <a:off x="4486275" y="3236914"/>
                <a:ext cx="531812" cy="550863"/>
              </a:xfrm>
              <a:custGeom>
                <a:avLst/>
                <a:gdLst>
                  <a:gd name="T0" fmla="*/ 16562 w 289"/>
                  <a:gd name="T1" fmla="*/ 550863 h 299"/>
                  <a:gd name="T2" fmla="*/ 0 w 289"/>
                  <a:gd name="T3" fmla="*/ 534282 h 299"/>
                  <a:gd name="T4" fmla="*/ 0 w 289"/>
                  <a:gd name="T5" fmla="*/ 163969 h 299"/>
                  <a:gd name="T6" fmla="*/ 46004 w 289"/>
                  <a:gd name="T7" fmla="*/ 53428 h 299"/>
                  <a:gd name="T8" fmla="*/ 198739 w 289"/>
                  <a:gd name="T9" fmla="*/ 0 h 299"/>
                  <a:gd name="T10" fmla="*/ 437963 w 289"/>
                  <a:gd name="T11" fmla="*/ 0 h 299"/>
                  <a:gd name="T12" fmla="*/ 443483 w 289"/>
                  <a:gd name="T13" fmla="*/ 1842 h 299"/>
                  <a:gd name="T14" fmla="*/ 531812 w 289"/>
                  <a:gd name="T15" fmla="*/ 110541 h 299"/>
                  <a:gd name="T16" fmla="*/ 515250 w 289"/>
                  <a:gd name="T17" fmla="*/ 127122 h 299"/>
                  <a:gd name="T18" fmla="*/ 305470 w 289"/>
                  <a:gd name="T19" fmla="*/ 127122 h 299"/>
                  <a:gd name="T20" fmla="*/ 301790 w 289"/>
                  <a:gd name="T21" fmla="*/ 127122 h 299"/>
                  <a:gd name="T22" fmla="*/ 206100 w 289"/>
                  <a:gd name="T23" fmla="*/ 33162 h 299"/>
                  <a:gd name="T24" fmla="*/ 198739 w 289"/>
                  <a:gd name="T25" fmla="*/ 33162 h 299"/>
                  <a:gd name="T26" fmla="*/ 69927 w 289"/>
                  <a:gd name="T27" fmla="*/ 77379 h 299"/>
                  <a:gd name="T28" fmla="*/ 33123 w 289"/>
                  <a:gd name="T29" fmla="*/ 163969 h 299"/>
                  <a:gd name="T30" fmla="*/ 33123 w 289"/>
                  <a:gd name="T31" fmla="*/ 534282 h 299"/>
                  <a:gd name="T32" fmla="*/ 16562 w 289"/>
                  <a:gd name="T33" fmla="*/ 550863 h 299"/>
                  <a:gd name="T34" fmla="*/ 309150 w 289"/>
                  <a:gd name="T35" fmla="*/ 93960 h 299"/>
                  <a:gd name="T36" fmla="*/ 495008 w 289"/>
                  <a:gd name="T37" fmla="*/ 93960 h 299"/>
                  <a:gd name="T38" fmla="*/ 434282 w 289"/>
                  <a:gd name="T39" fmla="*/ 33162 h 299"/>
                  <a:gd name="T40" fmla="*/ 241064 w 289"/>
                  <a:gd name="T41" fmla="*/ 33162 h 299"/>
                  <a:gd name="T42" fmla="*/ 309150 w 289"/>
                  <a:gd name="T43" fmla="*/ 93960 h 29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9"/>
                  <a:gd name="T67" fmla="*/ 0 h 299"/>
                  <a:gd name="T68" fmla="*/ 289 w 289"/>
                  <a:gd name="T69" fmla="*/ 299 h 29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9" h="299">
                    <a:moveTo>
                      <a:pt x="9" y="299"/>
                    </a:moveTo>
                    <a:cubicBezTo>
                      <a:pt x="4" y="299"/>
                      <a:pt x="0" y="295"/>
                      <a:pt x="0" y="290"/>
                    </a:cubicBezTo>
                    <a:cubicBezTo>
                      <a:pt x="0" y="89"/>
                      <a:pt x="0" y="89"/>
                      <a:pt x="0" y="89"/>
                    </a:cubicBezTo>
                    <a:cubicBezTo>
                      <a:pt x="0" y="88"/>
                      <a:pt x="0" y="55"/>
                      <a:pt x="25" y="29"/>
                    </a:cubicBezTo>
                    <a:cubicBezTo>
                      <a:pt x="44" y="10"/>
                      <a:pt x="72" y="0"/>
                      <a:pt x="108" y="0"/>
                    </a:cubicBezTo>
                    <a:cubicBezTo>
                      <a:pt x="238" y="0"/>
                      <a:pt x="238" y="0"/>
                      <a:pt x="238" y="0"/>
                    </a:cubicBezTo>
                    <a:cubicBezTo>
                      <a:pt x="239" y="0"/>
                      <a:pt x="240" y="1"/>
                      <a:pt x="241" y="1"/>
                    </a:cubicBezTo>
                    <a:cubicBezTo>
                      <a:pt x="243" y="2"/>
                      <a:pt x="289" y="22"/>
                      <a:pt x="289" y="60"/>
                    </a:cubicBezTo>
                    <a:cubicBezTo>
                      <a:pt x="289" y="65"/>
                      <a:pt x="285" y="69"/>
                      <a:pt x="280" y="69"/>
                    </a:cubicBezTo>
                    <a:cubicBezTo>
                      <a:pt x="166" y="69"/>
                      <a:pt x="166" y="69"/>
                      <a:pt x="166" y="69"/>
                    </a:cubicBezTo>
                    <a:cubicBezTo>
                      <a:pt x="165" y="69"/>
                      <a:pt x="165" y="69"/>
                      <a:pt x="164" y="69"/>
                    </a:cubicBezTo>
                    <a:cubicBezTo>
                      <a:pt x="162" y="69"/>
                      <a:pt x="124" y="58"/>
                      <a:pt x="112" y="18"/>
                    </a:cubicBezTo>
                    <a:cubicBezTo>
                      <a:pt x="108" y="18"/>
                      <a:pt x="108" y="18"/>
                      <a:pt x="108" y="18"/>
                    </a:cubicBezTo>
                    <a:cubicBezTo>
                      <a:pt x="77" y="18"/>
                      <a:pt x="54" y="26"/>
                      <a:pt x="38" y="42"/>
                    </a:cubicBezTo>
                    <a:cubicBezTo>
                      <a:pt x="18" y="62"/>
                      <a:pt x="18" y="89"/>
                      <a:pt x="18" y="89"/>
                    </a:cubicBezTo>
                    <a:cubicBezTo>
                      <a:pt x="18" y="290"/>
                      <a:pt x="18" y="290"/>
                      <a:pt x="18" y="290"/>
                    </a:cubicBezTo>
                    <a:cubicBezTo>
                      <a:pt x="18" y="295"/>
                      <a:pt x="14" y="299"/>
                      <a:pt x="9" y="299"/>
                    </a:cubicBezTo>
                    <a:close/>
                    <a:moveTo>
                      <a:pt x="168" y="51"/>
                    </a:moveTo>
                    <a:cubicBezTo>
                      <a:pt x="269" y="51"/>
                      <a:pt x="269" y="51"/>
                      <a:pt x="269" y="51"/>
                    </a:cubicBezTo>
                    <a:cubicBezTo>
                      <a:pt x="264" y="33"/>
                      <a:pt x="242" y="21"/>
                      <a:pt x="236" y="18"/>
                    </a:cubicBezTo>
                    <a:cubicBezTo>
                      <a:pt x="131" y="18"/>
                      <a:pt x="131" y="18"/>
                      <a:pt x="131" y="18"/>
                    </a:cubicBezTo>
                    <a:cubicBezTo>
                      <a:pt x="141" y="41"/>
                      <a:pt x="162" y="50"/>
                      <a:pt x="168" y="51"/>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6" name="Freeform 203"/>
              <p:cNvSpPr/>
              <p:nvPr/>
            </p:nvSpPr>
            <p:spPr bwMode="auto">
              <a:xfrm>
                <a:off x="4414838" y="3754439"/>
                <a:ext cx="176212" cy="317500"/>
              </a:xfrm>
              <a:custGeom>
                <a:avLst/>
                <a:gdLst>
                  <a:gd name="T0" fmla="*/ 159518 w 95"/>
                  <a:gd name="T1" fmla="*/ 317500 h 173"/>
                  <a:gd name="T2" fmla="*/ 16694 w 95"/>
                  <a:gd name="T3" fmla="*/ 317500 h 173"/>
                  <a:gd name="T4" fmla="*/ 0 w 95"/>
                  <a:gd name="T5" fmla="*/ 300983 h 173"/>
                  <a:gd name="T6" fmla="*/ 0 w 95"/>
                  <a:gd name="T7" fmla="*/ 218396 h 173"/>
                  <a:gd name="T8" fmla="*/ 16694 w 95"/>
                  <a:gd name="T9" fmla="*/ 201879 h 173"/>
                  <a:gd name="T10" fmla="*/ 33388 w 95"/>
                  <a:gd name="T11" fmla="*/ 218396 h 173"/>
                  <a:gd name="T12" fmla="*/ 33388 w 95"/>
                  <a:gd name="T13" fmla="*/ 284465 h 173"/>
                  <a:gd name="T14" fmla="*/ 142824 w 95"/>
                  <a:gd name="T15" fmla="*/ 284465 h 173"/>
                  <a:gd name="T16" fmla="*/ 142824 w 95"/>
                  <a:gd name="T17" fmla="*/ 33035 h 173"/>
                  <a:gd name="T18" fmla="*/ 33388 w 95"/>
                  <a:gd name="T19" fmla="*/ 33035 h 173"/>
                  <a:gd name="T20" fmla="*/ 33388 w 95"/>
                  <a:gd name="T21" fmla="*/ 97269 h 173"/>
                  <a:gd name="T22" fmla="*/ 16694 w 95"/>
                  <a:gd name="T23" fmla="*/ 113786 h 173"/>
                  <a:gd name="T24" fmla="*/ 0 w 95"/>
                  <a:gd name="T25" fmla="*/ 97269 h 173"/>
                  <a:gd name="T26" fmla="*/ 0 w 95"/>
                  <a:gd name="T27" fmla="*/ 16517 h 173"/>
                  <a:gd name="T28" fmla="*/ 16694 w 95"/>
                  <a:gd name="T29" fmla="*/ 0 h 173"/>
                  <a:gd name="T30" fmla="*/ 159518 w 95"/>
                  <a:gd name="T31" fmla="*/ 0 h 173"/>
                  <a:gd name="T32" fmla="*/ 176212 w 95"/>
                  <a:gd name="T33" fmla="*/ 16517 h 173"/>
                  <a:gd name="T34" fmla="*/ 176212 w 95"/>
                  <a:gd name="T35" fmla="*/ 300983 h 173"/>
                  <a:gd name="T36" fmla="*/ 159518 w 95"/>
                  <a:gd name="T37" fmla="*/ 317500 h 17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5"/>
                  <a:gd name="T58" fmla="*/ 0 h 173"/>
                  <a:gd name="T59" fmla="*/ 95 w 95"/>
                  <a:gd name="T60" fmla="*/ 173 h 17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5" h="173">
                    <a:moveTo>
                      <a:pt x="86" y="173"/>
                    </a:moveTo>
                    <a:cubicBezTo>
                      <a:pt x="9" y="173"/>
                      <a:pt x="9" y="173"/>
                      <a:pt x="9" y="173"/>
                    </a:cubicBezTo>
                    <a:cubicBezTo>
                      <a:pt x="4" y="173"/>
                      <a:pt x="0" y="169"/>
                      <a:pt x="0" y="164"/>
                    </a:cubicBezTo>
                    <a:cubicBezTo>
                      <a:pt x="0" y="119"/>
                      <a:pt x="0" y="119"/>
                      <a:pt x="0" y="119"/>
                    </a:cubicBezTo>
                    <a:cubicBezTo>
                      <a:pt x="0" y="114"/>
                      <a:pt x="4" y="110"/>
                      <a:pt x="9" y="110"/>
                    </a:cubicBezTo>
                    <a:cubicBezTo>
                      <a:pt x="13" y="110"/>
                      <a:pt x="18" y="114"/>
                      <a:pt x="18" y="119"/>
                    </a:cubicBezTo>
                    <a:cubicBezTo>
                      <a:pt x="18" y="155"/>
                      <a:pt x="18" y="155"/>
                      <a:pt x="18" y="155"/>
                    </a:cubicBezTo>
                    <a:cubicBezTo>
                      <a:pt x="77" y="155"/>
                      <a:pt x="77" y="155"/>
                      <a:pt x="77" y="155"/>
                    </a:cubicBezTo>
                    <a:cubicBezTo>
                      <a:pt x="77" y="18"/>
                      <a:pt x="77" y="18"/>
                      <a:pt x="77" y="18"/>
                    </a:cubicBezTo>
                    <a:cubicBezTo>
                      <a:pt x="18" y="18"/>
                      <a:pt x="18" y="18"/>
                      <a:pt x="18" y="18"/>
                    </a:cubicBezTo>
                    <a:cubicBezTo>
                      <a:pt x="18" y="53"/>
                      <a:pt x="18" y="53"/>
                      <a:pt x="18" y="53"/>
                    </a:cubicBezTo>
                    <a:cubicBezTo>
                      <a:pt x="18" y="58"/>
                      <a:pt x="13" y="62"/>
                      <a:pt x="9" y="62"/>
                    </a:cubicBezTo>
                    <a:cubicBezTo>
                      <a:pt x="4" y="62"/>
                      <a:pt x="0" y="58"/>
                      <a:pt x="0" y="53"/>
                    </a:cubicBezTo>
                    <a:cubicBezTo>
                      <a:pt x="0" y="9"/>
                      <a:pt x="0" y="9"/>
                      <a:pt x="0" y="9"/>
                    </a:cubicBezTo>
                    <a:cubicBezTo>
                      <a:pt x="0" y="4"/>
                      <a:pt x="4" y="0"/>
                      <a:pt x="9" y="0"/>
                    </a:cubicBezTo>
                    <a:cubicBezTo>
                      <a:pt x="86" y="0"/>
                      <a:pt x="86" y="0"/>
                      <a:pt x="86" y="0"/>
                    </a:cubicBezTo>
                    <a:cubicBezTo>
                      <a:pt x="91" y="0"/>
                      <a:pt x="95" y="4"/>
                      <a:pt x="95" y="9"/>
                    </a:cubicBezTo>
                    <a:cubicBezTo>
                      <a:pt x="95" y="164"/>
                      <a:pt x="95" y="164"/>
                      <a:pt x="95" y="164"/>
                    </a:cubicBezTo>
                    <a:cubicBezTo>
                      <a:pt x="95" y="169"/>
                      <a:pt x="91" y="173"/>
                      <a:pt x="86" y="173"/>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7" name="Freeform 204"/>
              <p:cNvSpPr/>
              <p:nvPr/>
            </p:nvSpPr>
            <p:spPr bwMode="auto">
              <a:xfrm>
                <a:off x="4802188" y="3330576"/>
                <a:ext cx="161925" cy="96838"/>
              </a:xfrm>
              <a:custGeom>
                <a:avLst/>
                <a:gdLst>
                  <a:gd name="T0" fmla="*/ 80963 w 88"/>
                  <a:gd name="T1" fmla="*/ 96838 h 53"/>
                  <a:gd name="T2" fmla="*/ 0 w 88"/>
                  <a:gd name="T3" fmla="*/ 16444 h 53"/>
                  <a:gd name="T4" fmla="*/ 16561 w 88"/>
                  <a:gd name="T5" fmla="*/ 0 h 53"/>
                  <a:gd name="T6" fmla="*/ 33121 w 88"/>
                  <a:gd name="T7" fmla="*/ 16444 h 53"/>
                  <a:gd name="T8" fmla="*/ 80963 w 88"/>
                  <a:gd name="T9" fmla="*/ 63950 h 53"/>
                  <a:gd name="T10" fmla="*/ 128804 w 88"/>
                  <a:gd name="T11" fmla="*/ 16444 h 53"/>
                  <a:gd name="T12" fmla="*/ 145364 w 88"/>
                  <a:gd name="T13" fmla="*/ 0 h 53"/>
                  <a:gd name="T14" fmla="*/ 161925 w 88"/>
                  <a:gd name="T15" fmla="*/ 16444 h 53"/>
                  <a:gd name="T16" fmla="*/ 80963 w 88"/>
                  <a:gd name="T17" fmla="*/ 96838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8"/>
                  <a:gd name="T28" fmla="*/ 0 h 53"/>
                  <a:gd name="T29" fmla="*/ 88 w 88"/>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8" h="53">
                    <a:moveTo>
                      <a:pt x="44" y="53"/>
                    </a:moveTo>
                    <a:cubicBezTo>
                      <a:pt x="20" y="53"/>
                      <a:pt x="0" y="34"/>
                      <a:pt x="0" y="9"/>
                    </a:cubicBezTo>
                    <a:cubicBezTo>
                      <a:pt x="0" y="4"/>
                      <a:pt x="4" y="0"/>
                      <a:pt x="9" y="0"/>
                    </a:cubicBezTo>
                    <a:cubicBezTo>
                      <a:pt x="14" y="0"/>
                      <a:pt x="18" y="4"/>
                      <a:pt x="18" y="9"/>
                    </a:cubicBezTo>
                    <a:cubicBezTo>
                      <a:pt x="18" y="24"/>
                      <a:pt x="30" y="35"/>
                      <a:pt x="44" y="35"/>
                    </a:cubicBezTo>
                    <a:cubicBezTo>
                      <a:pt x="59" y="35"/>
                      <a:pt x="70" y="24"/>
                      <a:pt x="70" y="9"/>
                    </a:cubicBezTo>
                    <a:cubicBezTo>
                      <a:pt x="70" y="4"/>
                      <a:pt x="74" y="0"/>
                      <a:pt x="79" y="0"/>
                    </a:cubicBezTo>
                    <a:cubicBezTo>
                      <a:pt x="84" y="0"/>
                      <a:pt x="88" y="4"/>
                      <a:pt x="88" y="9"/>
                    </a:cubicBezTo>
                    <a:cubicBezTo>
                      <a:pt x="88" y="34"/>
                      <a:pt x="69" y="53"/>
                      <a:pt x="44" y="53"/>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8" name="Freeform 205"/>
              <p:cNvSpPr/>
              <p:nvPr/>
            </p:nvSpPr>
            <p:spPr bwMode="auto">
              <a:xfrm>
                <a:off x="4867275" y="3459164"/>
                <a:ext cx="33337" cy="79375"/>
              </a:xfrm>
              <a:custGeom>
                <a:avLst/>
                <a:gdLst>
                  <a:gd name="T0" fmla="*/ 16669 w 18"/>
                  <a:gd name="T1" fmla="*/ 79375 h 43"/>
                  <a:gd name="T2" fmla="*/ 0 w 18"/>
                  <a:gd name="T3" fmla="*/ 62762 h 43"/>
                  <a:gd name="T4" fmla="*/ 0 w 18"/>
                  <a:gd name="T5" fmla="*/ 16613 h 43"/>
                  <a:gd name="T6" fmla="*/ 16669 w 18"/>
                  <a:gd name="T7" fmla="*/ 0 h 43"/>
                  <a:gd name="T8" fmla="*/ 33337 w 18"/>
                  <a:gd name="T9" fmla="*/ 16613 h 43"/>
                  <a:gd name="T10" fmla="*/ 33337 w 18"/>
                  <a:gd name="T11" fmla="*/ 62762 h 43"/>
                  <a:gd name="T12" fmla="*/ 16669 w 18"/>
                  <a:gd name="T13" fmla="*/ 79375 h 43"/>
                  <a:gd name="T14" fmla="*/ 0 60000 65536"/>
                  <a:gd name="T15" fmla="*/ 0 60000 65536"/>
                  <a:gd name="T16" fmla="*/ 0 60000 65536"/>
                  <a:gd name="T17" fmla="*/ 0 60000 65536"/>
                  <a:gd name="T18" fmla="*/ 0 60000 65536"/>
                  <a:gd name="T19" fmla="*/ 0 60000 65536"/>
                  <a:gd name="T20" fmla="*/ 0 60000 65536"/>
                  <a:gd name="T21" fmla="*/ 0 w 18"/>
                  <a:gd name="T22" fmla="*/ 0 h 43"/>
                  <a:gd name="T23" fmla="*/ 18 w 18"/>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43">
                    <a:moveTo>
                      <a:pt x="9" y="43"/>
                    </a:moveTo>
                    <a:cubicBezTo>
                      <a:pt x="4" y="43"/>
                      <a:pt x="0" y="39"/>
                      <a:pt x="0" y="34"/>
                    </a:cubicBezTo>
                    <a:cubicBezTo>
                      <a:pt x="0" y="9"/>
                      <a:pt x="0" y="9"/>
                      <a:pt x="0" y="9"/>
                    </a:cubicBezTo>
                    <a:cubicBezTo>
                      <a:pt x="0" y="4"/>
                      <a:pt x="4" y="0"/>
                      <a:pt x="9" y="0"/>
                    </a:cubicBezTo>
                    <a:cubicBezTo>
                      <a:pt x="14" y="0"/>
                      <a:pt x="18" y="4"/>
                      <a:pt x="18" y="9"/>
                    </a:cubicBezTo>
                    <a:cubicBezTo>
                      <a:pt x="18" y="34"/>
                      <a:pt x="18" y="34"/>
                      <a:pt x="18" y="34"/>
                    </a:cubicBezTo>
                    <a:cubicBezTo>
                      <a:pt x="18" y="39"/>
                      <a:pt x="14" y="43"/>
                      <a:pt x="9" y="43"/>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79" name="Freeform 207"/>
              <p:cNvSpPr/>
              <p:nvPr/>
            </p:nvSpPr>
            <p:spPr bwMode="auto">
              <a:xfrm>
                <a:off x="4948238" y="3409951"/>
                <a:ext cx="79375" cy="58738"/>
              </a:xfrm>
              <a:custGeom>
                <a:avLst/>
                <a:gdLst>
                  <a:gd name="T0" fmla="*/ 59070 w 43"/>
                  <a:gd name="T1" fmla="*/ 58738 h 32"/>
                  <a:gd name="T2" fmla="*/ 51686 w 43"/>
                  <a:gd name="T3" fmla="*/ 55067 h 32"/>
                  <a:gd name="T4" fmla="*/ 11076 w 43"/>
                  <a:gd name="T5" fmla="*/ 33040 h 32"/>
                  <a:gd name="T6" fmla="*/ 5538 w 43"/>
                  <a:gd name="T7" fmla="*/ 11013 h 32"/>
                  <a:gd name="T8" fmla="*/ 27689 w 43"/>
                  <a:gd name="T9" fmla="*/ 3671 h 32"/>
                  <a:gd name="T10" fmla="*/ 68299 w 43"/>
                  <a:gd name="T11" fmla="*/ 27533 h 32"/>
                  <a:gd name="T12" fmla="*/ 73837 w 43"/>
                  <a:gd name="T13" fmla="*/ 49560 h 32"/>
                  <a:gd name="T14" fmla="*/ 59070 w 43"/>
                  <a:gd name="T15" fmla="*/ 58738 h 32"/>
                  <a:gd name="T16" fmla="*/ 0 60000 65536"/>
                  <a:gd name="T17" fmla="*/ 0 60000 65536"/>
                  <a:gd name="T18" fmla="*/ 0 60000 65536"/>
                  <a:gd name="T19" fmla="*/ 0 60000 65536"/>
                  <a:gd name="T20" fmla="*/ 0 60000 65536"/>
                  <a:gd name="T21" fmla="*/ 0 60000 65536"/>
                  <a:gd name="T22" fmla="*/ 0 60000 65536"/>
                  <a:gd name="T23" fmla="*/ 0 60000 65536"/>
                  <a:gd name="T24" fmla="*/ 0 w 43"/>
                  <a:gd name="T25" fmla="*/ 0 h 32"/>
                  <a:gd name="T26" fmla="*/ 43 w 43"/>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 h="32">
                    <a:moveTo>
                      <a:pt x="32" y="32"/>
                    </a:moveTo>
                    <a:cubicBezTo>
                      <a:pt x="31" y="32"/>
                      <a:pt x="29" y="31"/>
                      <a:pt x="28" y="30"/>
                    </a:cubicBezTo>
                    <a:cubicBezTo>
                      <a:pt x="6" y="18"/>
                      <a:pt x="6" y="18"/>
                      <a:pt x="6" y="18"/>
                    </a:cubicBezTo>
                    <a:cubicBezTo>
                      <a:pt x="2" y="15"/>
                      <a:pt x="0" y="10"/>
                      <a:pt x="3" y="6"/>
                    </a:cubicBezTo>
                    <a:cubicBezTo>
                      <a:pt x="5" y="1"/>
                      <a:pt x="11" y="0"/>
                      <a:pt x="15" y="2"/>
                    </a:cubicBezTo>
                    <a:cubicBezTo>
                      <a:pt x="37" y="15"/>
                      <a:pt x="37" y="15"/>
                      <a:pt x="37" y="15"/>
                    </a:cubicBezTo>
                    <a:cubicBezTo>
                      <a:pt x="41" y="17"/>
                      <a:pt x="43" y="23"/>
                      <a:pt x="40" y="27"/>
                    </a:cubicBezTo>
                    <a:cubicBezTo>
                      <a:pt x="38" y="30"/>
                      <a:pt x="35" y="32"/>
                      <a:pt x="32" y="32"/>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80" name="Freeform 208"/>
              <p:cNvSpPr/>
              <p:nvPr/>
            </p:nvSpPr>
            <p:spPr bwMode="auto">
              <a:xfrm>
                <a:off x="4741863" y="3409951"/>
                <a:ext cx="77787" cy="58738"/>
              </a:xfrm>
              <a:custGeom>
                <a:avLst/>
                <a:gdLst>
                  <a:gd name="T0" fmla="*/ 18521 w 42"/>
                  <a:gd name="T1" fmla="*/ 58738 h 32"/>
                  <a:gd name="T2" fmla="*/ 5556 w 42"/>
                  <a:gd name="T3" fmla="*/ 49560 h 32"/>
                  <a:gd name="T4" fmla="*/ 11112 w 42"/>
                  <a:gd name="T5" fmla="*/ 27533 h 32"/>
                  <a:gd name="T6" fmla="*/ 51858 w 42"/>
                  <a:gd name="T7" fmla="*/ 3671 h 32"/>
                  <a:gd name="T8" fmla="*/ 74083 w 42"/>
                  <a:gd name="T9" fmla="*/ 11013 h 32"/>
                  <a:gd name="T10" fmla="*/ 68527 w 42"/>
                  <a:gd name="T11" fmla="*/ 33040 h 32"/>
                  <a:gd name="T12" fmla="*/ 27781 w 42"/>
                  <a:gd name="T13" fmla="*/ 55067 h 32"/>
                  <a:gd name="T14" fmla="*/ 18521 w 42"/>
                  <a:gd name="T15" fmla="*/ 58738 h 32"/>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32"/>
                  <a:gd name="T26" fmla="*/ 42 w 42"/>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32">
                    <a:moveTo>
                      <a:pt x="10" y="32"/>
                    </a:moveTo>
                    <a:cubicBezTo>
                      <a:pt x="7" y="32"/>
                      <a:pt x="4" y="30"/>
                      <a:pt x="3" y="27"/>
                    </a:cubicBezTo>
                    <a:cubicBezTo>
                      <a:pt x="0" y="23"/>
                      <a:pt x="2" y="17"/>
                      <a:pt x="6" y="15"/>
                    </a:cubicBezTo>
                    <a:cubicBezTo>
                      <a:pt x="28" y="2"/>
                      <a:pt x="28" y="2"/>
                      <a:pt x="28" y="2"/>
                    </a:cubicBezTo>
                    <a:cubicBezTo>
                      <a:pt x="32" y="0"/>
                      <a:pt x="37" y="1"/>
                      <a:pt x="40" y="6"/>
                    </a:cubicBezTo>
                    <a:cubicBezTo>
                      <a:pt x="42" y="10"/>
                      <a:pt x="41" y="15"/>
                      <a:pt x="37" y="18"/>
                    </a:cubicBezTo>
                    <a:cubicBezTo>
                      <a:pt x="15" y="30"/>
                      <a:pt x="15" y="30"/>
                      <a:pt x="15" y="30"/>
                    </a:cubicBezTo>
                    <a:cubicBezTo>
                      <a:pt x="13" y="31"/>
                      <a:pt x="12" y="32"/>
                      <a:pt x="10" y="32"/>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81" name="Freeform 209"/>
              <p:cNvSpPr/>
              <p:nvPr/>
            </p:nvSpPr>
            <p:spPr bwMode="auto">
              <a:xfrm>
                <a:off x="4678363" y="3956051"/>
                <a:ext cx="119062" cy="115888"/>
              </a:xfrm>
              <a:custGeom>
                <a:avLst/>
                <a:gdLst>
                  <a:gd name="T0" fmla="*/ 102319 w 64"/>
                  <a:gd name="T1" fmla="*/ 115888 h 63"/>
                  <a:gd name="T2" fmla="*/ 85576 w 64"/>
                  <a:gd name="T3" fmla="*/ 99333 h 63"/>
                  <a:gd name="T4" fmla="*/ 16743 w 64"/>
                  <a:gd name="T5" fmla="*/ 33111 h 63"/>
                  <a:gd name="T6" fmla="*/ 0 w 64"/>
                  <a:gd name="T7" fmla="*/ 16555 h 63"/>
                  <a:gd name="T8" fmla="*/ 16743 w 64"/>
                  <a:gd name="T9" fmla="*/ 0 h 63"/>
                  <a:gd name="T10" fmla="*/ 119062 w 64"/>
                  <a:gd name="T11" fmla="*/ 99333 h 63"/>
                  <a:gd name="T12" fmla="*/ 102319 w 64"/>
                  <a:gd name="T13" fmla="*/ 115888 h 63"/>
                  <a:gd name="T14" fmla="*/ 0 60000 65536"/>
                  <a:gd name="T15" fmla="*/ 0 60000 65536"/>
                  <a:gd name="T16" fmla="*/ 0 60000 65536"/>
                  <a:gd name="T17" fmla="*/ 0 60000 65536"/>
                  <a:gd name="T18" fmla="*/ 0 60000 65536"/>
                  <a:gd name="T19" fmla="*/ 0 60000 65536"/>
                  <a:gd name="T20" fmla="*/ 0 60000 65536"/>
                  <a:gd name="T21" fmla="*/ 0 w 64"/>
                  <a:gd name="T22" fmla="*/ 0 h 63"/>
                  <a:gd name="T23" fmla="*/ 64 w 64"/>
                  <a:gd name="T24" fmla="*/ 63 h 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63">
                    <a:moveTo>
                      <a:pt x="55" y="63"/>
                    </a:moveTo>
                    <a:cubicBezTo>
                      <a:pt x="50" y="63"/>
                      <a:pt x="46" y="59"/>
                      <a:pt x="46" y="54"/>
                    </a:cubicBezTo>
                    <a:cubicBezTo>
                      <a:pt x="46" y="34"/>
                      <a:pt x="30" y="18"/>
                      <a:pt x="9" y="18"/>
                    </a:cubicBezTo>
                    <a:cubicBezTo>
                      <a:pt x="4" y="18"/>
                      <a:pt x="0" y="14"/>
                      <a:pt x="0" y="9"/>
                    </a:cubicBezTo>
                    <a:cubicBezTo>
                      <a:pt x="0" y="4"/>
                      <a:pt x="4" y="0"/>
                      <a:pt x="9" y="0"/>
                    </a:cubicBezTo>
                    <a:cubicBezTo>
                      <a:pt x="40" y="0"/>
                      <a:pt x="64" y="24"/>
                      <a:pt x="64" y="54"/>
                    </a:cubicBezTo>
                    <a:cubicBezTo>
                      <a:pt x="64" y="59"/>
                      <a:pt x="60" y="63"/>
                      <a:pt x="55" y="63"/>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82" name="Freeform 210"/>
              <p:cNvSpPr/>
              <p:nvPr/>
            </p:nvSpPr>
            <p:spPr bwMode="auto">
              <a:xfrm>
                <a:off x="4678363" y="3857626"/>
                <a:ext cx="217487" cy="214313"/>
              </a:xfrm>
              <a:custGeom>
                <a:avLst/>
                <a:gdLst>
                  <a:gd name="T0" fmla="*/ 200899 w 118"/>
                  <a:gd name="T1" fmla="*/ 214313 h 117"/>
                  <a:gd name="T2" fmla="*/ 184311 w 118"/>
                  <a:gd name="T3" fmla="*/ 197827 h 117"/>
                  <a:gd name="T4" fmla="*/ 16588 w 118"/>
                  <a:gd name="T5" fmla="*/ 32971 h 117"/>
                  <a:gd name="T6" fmla="*/ 0 w 118"/>
                  <a:gd name="T7" fmla="*/ 16486 h 117"/>
                  <a:gd name="T8" fmla="*/ 16588 w 118"/>
                  <a:gd name="T9" fmla="*/ 0 h 117"/>
                  <a:gd name="T10" fmla="*/ 217487 w 118"/>
                  <a:gd name="T11" fmla="*/ 197827 h 117"/>
                  <a:gd name="T12" fmla="*/ 200899 w 118"/>
                  <a:gd name="T13" fmla="*/ 214313 h 117"/>
                  <a:gd name="T14" fmla="*/ 0 60000 65536"/>
                  <a:gd name="T15" fmla="*/ 0 60000 65536"/>
                  <a:gd name="T16" fmla="*/ 0 60000 65536"/>
                  <a:gd name="T17" fmla="*/ 0 60000 65536"/>
                  <a:gd name="T18" fmla="*/ 0 60000 65536"/>
                  <a:gd name="T19" fmla="*/ 0 60000 65536"/>
                  <a:gd name="T20" fmla="*/ 0 60000 65536"/>
                  <a:gd name="T21" fmla="*/ 0 w 118"/>
                  <a:gd name="T22" fmla="*/ 0 h 117"/>
                  <a:gd name="T23" fmla="*/ 118 w 118"/>
                  <a:gd name="T24" fmla="*/ 117 h 1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8" h="117">
                    <a:moveTo>
                      <a:pt x="109" y="117"/>
                    </a:moveTo>
                    <a:cubicBezTo>
                      <a:pt x="104" y="117"/>
                      <a:pt x="100" y="113"/>
                      <a:pt x="100" y="108"/>
                    </a:cubicBezTo>
                    <a:cubicBezTo>
                      <a:pt x="100" y="58"/>
                      <a:pt x="59" y="18"/>
                      <a:pt x="9" y="18"/>
                    </a:cubicBezTo>
                    <a:cubicBezTo>
                      <a:pt x="4" y="18"/>
                      <a:pt x="0" y="14"/>
                      <a:pt x="0" y="9"/>
                    </a:cubicBezTo>
                    <a:cubicBezTo>
                      <a:pt x="0" y="4"/>
                      <a:pt x="4" y="0"/>
                      <a:pt x="9" y="0"/>
                    </a:cubicBezTo>
                    <a:cubicBezTo>
                      <a:pt x="69" y="0"/>
                      <a:pt x="118" y="48"/>
                      <a:pt x="118" y="108"/>
                    </a:cubicBezTo>
                    <a:cubicBezTo>
                      <a:pt x="118" y="113"/>
                      <a:pt x="114" y="117"/>
                      <a:pt x="109" y="117"/>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83" name="Freeform 211"/>
              <p:cNvSpPr/>
              <p:nvPr/>
            </p:nvSpPr>
            <p:spPr bwMode="auto">
              <a:xfrm>
                <a:off x="4678363" y="3754438"/>
                <a:ext cx="320675" cy="317500"/>
              </a:xfrm>
              <a:custGeom>
                <a:avLst/>
                <a:gdLst>
                  <a:gd name="T0" fmla="*/ 304088 w 174"/>
                  <a:gd name="T1" fmla="*/ 317500 h 173"/>
                  <a:gd name="T2" fmla="*/ 287502 w 174"/>
                  <a:gd name="T3" fmla="*/ 300983 h 173"/>
                  <a:gd name="T4" fmla="*/ 16587 w 174"/>
                  <a:gd name="T5" fmla="*/ 33035 h 173"/>
                  <a:gd name="T6" fmla="*/ 0 w 174"/>
                  <a:gd name="T7" fmla="*/ 16517 h 173"/>
                  <a:gd name="T8" fmla="*/ 16587 w 174"/>
                  <a:gd name="T9" fmla="*/ 0 h 173"/>
                  <a:gd name="T10" fmla="*/ 320675 w 174"/>
                  <a:gd name="T11" fmla="*/ 300983 h 173"/>
                  <a:gd name="T12" fmla="*/ 304088 w 174"/>
                  <a:gd name="T13" fmla="*/ 317500 h 173"/>
                  <a:gd name="T14" fmla="*/ 0 60000 65536"/>
                  <a:gd name="T15" fmla="*/ 0 60000 65536"/>
                  <a:gd name="T16" fmla="*/ 0 60000 65536"/>
                  <a:gd name="T17" fmla="*/ 0 60000 65536"/>
                  <a:gd name="T18" fmla="*/ 0 60000 65536"/>
                  <a:gd name="T19" fmla="*/ 0 60000 65536"/>
                  <a:gd name="T20" fmla="*/ 0 60000 65536"/>
                  <a:gd name="T21" fmla="*/ 0 w 174"/>
                  <a:gd name="T22" fmla="*/ 0 h 173"/>
                  <a:gd name="T23" fmla="*/ 174 w 174"/>
                  <a:gd name="T24" fmla="*/ 173 h 17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 h="173">
                    <a:moveTo>
                      <a:pt x="165" y="173"/>
                    </a:moveTo>
                    <a:cubicBezTo>
                      <a:pt x="160" y="173"/>
                      <a:pt x="156" y="169"/>
                      <a:pt x="156" y="164"/>
                    </a:cubicBezTo>
                    <a:cubicBezTo>
                      <a:pt x="156" y="84"/>
                      <a:pt x="90" y="18"/>
                      <a:pt x="9" y="18"/>
                    </a:cubicBezTo>
                    <a:cubicBezTo>
                      <a:pt x="4" y="18"/>
                      <a:pt x="0" y="14"/>
                      <a:pt x="0" y="9"/>
                    </a:cubicBezTo>
                    <a:cubicBezTo>
                      <a:pt x="0" y="4"/>
                      <a:pt x="4" y="0"/>
                      <a:pt x="9" y="0"/>
                    </a:cubicBezTo>
                    <a:cubicBezTo>
                      <a:pt x="100" y="0"/>
                      <a:pt x="174" y="74"/>
                      <a:pt x="174" y="164"/>
                    </a:cubicBezTo>
                    <a:cubicBezTo>
                      <a:pt x="174" y="169"/>
                      <a:pt x="170" y="173"/>
                      <a:pt x="165" y="173"/>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sp>
          <p:nvSpPr>
            <p:cNvPr id="184" name="圆角矩形 183"/>
            <p:cNvSpPr/>
            <p:nvPr/>
          </p:nvSpPr>
          <p:spPr>
            <a:xfrm>
              <a:off x="4541435" y="3121890"/>
              <a:ext cx="2092659" cy="1428546"/>
            </a:xfrm>
            <a:prstGeom prst="roundRect">
              <a:avLst/>
            </a:prstGeom>
            <a:grpFill/>
            <a:ln>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85" name="圆角矩形 184"/>
            <p:cNvSpPr/>
            <p:nvPr/>
          </p:nvSpPr>
          <p:spPr>
            <a:xfrm>
              <a:off x="4524640" y="1933288"/>
              <a:ext cx="6553200" cy="932856"/>
            </a:xfrm>
            <a:prstGeom prst="roundRect">
              <a:avLst/>
            </a:prstGeom>
            <a:grpFill/>
            <a:ln>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86" name="圆角矩形 185"/>
            <p:cNvSpPr/>
            <p:nvPr/>
          </p:nvSpPr>
          <p:spPr>
            <a:xfrm>
              <a:off x="8611211" y="3061431"/>
              <a:ext cx="2451158" cy="1428546"/>
            </a:xfrm>
            <a:prstGeom prst="roundRect">
              <a:avLst/>
            </a:prstGeom>
            <a:grpFill/>
            <a:ln>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189" name="组合 188"/>
            <p:cNvGrpSpPr/>
            <p:nvPr/>
          </p:nvGrpSpPr>
          <p:grpSpPr>
            <a:xfrm>
              <a:off x="4227819" y="2978150"/>
              <a:ext cx="723275" cy="711200"/>
              <a:chOff x="4227819" y="2978150"/>
              <a:chExt cx="723275" cy="711200"/>
            </a:xfrm>
            <a:grpFill/>
          </p:grpSpPr>
          <p:sp>
            <p:nvSpPr>
              <p:cNvPr id="187" name="椭圆 186"/>
              <p:cNvSpPr/>
              <p:nvPr/>
            </p:nvSpPr>
            <p:spPr>
              <a:xfrm>
                <a:off x="4230582" y="2978150"/>
                <a:ext cx="698500" cy="711200"/>
              </a:xfrm>
              <a:prstGeom prst="ellipse">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88" name="文本框 187"/>
              <p:cNvSpPr txBox="1"/>
              <p:nvPr/>
            </p:nvSpPr>
            <p:spPr>
              <a:xfrm>
                <a:off x="4227819" y="3195457"/>
                <a:ext cx="723275" cy="307777"/>
              </a:xfrm>
              <a:prstGeom prst="rect">
                <a:avLst/>
              </a:prstGeom>
              <a:grpFill/>
              <a:ln>
                <a:solidFill>
                  <a:schemeClr val="bg2"/>
                </a:solidFill>
              </a:ln>
            </p:spPr>
            <p:txBody>
              <a:bodyPr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智能化</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90" name="组合 189"/>
            <p:cNvGrpSpPr/>
            <p:nvPr/>
          </p:nvGrpSpPr>
          <p:grpSpPr>
            <a:xfrm>
              <a:off x="8333938" y="2955685"/>
              <a:ext cx="723275" cy="711200"/>
              <a:chOff x="4227819" y="2978150"/>
              <a:chExt cx="723275" cy="711200"/>
            </a:xfrm>
            <a:grpFill/>
          </p:grpSpPr>
          <p:sp>
            <p:nvSpPr>
              <p:cNvPr id="191" name="椭圆 190"/>
              <p:cNvSpPr/>
              <p:nvPr/>
            </p:nvSpPr>
            <p:spPr>
              <a:xfrm>
                <a:off x="4230582" y="2978150"/>
                <a:ext cx="698500" cy="711200"/>
              </a:xfrm>
              <a:prstGeom prst="ellipse">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92" name="文本框 191"/>
              <p:cNvSpPr txBox="1"/>
              <p:nvPr/>
            </p:nvSpPr>
            <p:spPr>
              <a:xfrm>
                <a:off x="4227819" y="3195457"/>
                <a:ext cx="723275" cy="307777"/>
              </a:xfrm>
              <a:prstGeom prst="rect">
                <a:avLst/>
              </a:prstGeom>
              <a:grpFill/>
              <a:ln>
                <a:solidFill>
                  <a:schemeClr val="bg2"/>
                </a:solidFill>
              </a:ln>
            </p:spPr>
            <p:txBody>
              <a:bodyPr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移动化</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93" name="组合 192"/>
            <p:cNvGrpSpPr/>
            <p:nvPr/>
          </p:nvGrpSpPr>
          <p:grpSpPr>
            <a:xfrm>
              <a:off x="4238778" y="2043456"/>
              <a:ext cx="723275" cy="711200"/>
              <a:chOff x="4227819" y="2978150"/>
              <a:chExt cx="723275" cy="711200"/>
            </a:xfrm>
            <a:grpFill/>
          </p:grpSpPr>
          <p:sp>
            <p:nvSpPr>
              <p:cNvPr id="194" name="椭圆 193"/>
              <p:cNvSpPr/>
              <p:nvPr/>
            </p:nvSpPr>
            <p:spPr>
              <a:xfrm>
                <a:off x="4230582" y="2978150"/>
                <a:ext cx="698500" cy="711200"/>
              </a:xfrm>
              <a:prstGeom prst="ellipse">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95" name="文本框 194"/>
              <p:cNvSpPr txBox="1"/>
              <p:nvPr/>
            </p:nvSpPr>
            <p:spPr>
              <a:xfrm>
                <a:off x="4227819" y="3097483"/>
                <a:ext cx="723275" cy="307777"/>
              </a:xfrm>
              <a:prstGeom prst="rect">
                <a:avLst/>
              </a:prstGeom>
              <a:grpFill/>
              <a:ln>
                <a:solidFill>
                  <a:schemeClr val="bg2"/>
                </a:solidFill>
              </a:ln>
            </p:spPr>
            <p:txBody>
              <a:bodyPr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社会化</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196" name="文本框 195"/>
            <p:cNvSpPr txBox="1"/>
            <p:nvPr/>
          </p:nvSpPr>
          <p:spPr>
            <a:xfrm>
              <a:off x="4233455" y="2394907"/>
              <a:ext cx="723275" cy="307777"/>
            </a:xfrm>
            <a:prstGeom prst="rect">
              <a:avLst/>
            </a:prstGeom>
            <a:grpFill/>
            <a:ln>
              <a:solidFill>
                <a:schemeClr val="bg2"/>
              </a:solidFill>
            </a:ln>
          </p:spPr>
          <p:txBody>
            <a:bodyPr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智慧化</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97" name="组合 624"/>
            <p:cNvGrpSpPr/>
            <p:nvPr/>
          </p:nvGrpSpPr>
          <p:grpSpPr bwMode="auto">
            <a:xfrm>
              <a:off x="5005797" y="3206801"/>
              <a:ext cx="370794" cy="482670"/>
              <a:chOff x="1558925" y="568325"/>
              <a:chExt cx="338138" cy="561975"/>
            </a:xfrm>
            <a:grpFill/>
          </p:grpSpPr>
          <p:sp>
            <p:nvSpPr>
              <p:cNvPr id="198" name="Freeform 341"/>
              <p:cNvSpPr/>
              <p:nvPr/>
            </p:nvSpPr>
            <p:spPr bwMode="auto">
              <a:xfrm>
                <a:off x="1558925" y="568325"/>
                <a:ext cx="338138" cy="561975"/>
              </a:xfrm>
              <a:custGeom>
                <a:avLst/>
                <a:gdLst>
                  <a:gd name="T0" fmla="*/ 2147483646 w 156"/>
                  <a:gd name="T1" fmla="*/ 0 h 259"/>
                  <a:gd name="T2" fmla="*/ 2147483646 w 156"/>
                  <a:gd name="T3" fmla="*/ 0 h 259"/>
                  <a:gd name="T4" fmla="*/ 0 w 156"/>
                  <a:gd name="T5" fmla="*/ 2147483646 h 259"/>
                  <a:gd name="T6" fmla="*/ 0 w 156"/>
                  <a:gd name="T7" fmla="*/ 2147483646 h 259"/>
                  <a:gd name="T8" fmla="*/ 2147483646 w 156"/>
                  <a:gd name="T9" fmla="*/ 2147483646 h 259"/>
                  <a:gd name="T10" fmla="*/ 2147483646 w 156"/>
                  <a:gd name="T11" fmla="*/ 2147483646 h 259"/>
                  <a:gd name="T12" fmla="*/ 2147483646 w 156"/>
                  <a:gd name="T13" fmla="*/ 2147483646 h 259"/>
                  <a:gd name="T14" fmla="*/ 2147483646 w 156"/>
                  <a:gd name="T15" fmla="*/ 2147483646 h 259"/>
                  <a:gd name="T16" fmla="*/ 2147483646 w 156"/>
                  <a:gd name="T17" fmla="*/ 2147483646 h 259"/>
                  <a:gd name="T18" fmla="*/ 2147483646 w 156"/>
                  <a:gd name="T19" fmla="*/ 2147483646 h 259"/>
                  <a:gd name="T20" fmla="*/ 2147483646 w 156"/>
                  <a:gd name="T21" fmla="*/ 2147483646 h 259"/>
                  <a:gd name="T22" fmla="*/ 2147483646 w 156"/>
                  <a:gd name="T23" fmla="*/ 2147483646 h 259"/>
                  <a:gd name="T24" fmla="*/ 2147483646 w 156"/>
                  <a:gd name="T25" fmla="*/ 2147483646 h 259"/>
                  <a:gd name="T26" fmla="*/ 2147483646 w 156"/>
                  <a:gd name="T27" fmla="*/ 2147483646 h 259"/>
                  <a:gd name="T28" fmla="*/ 2147483646 w 156"/>
                  <a:gd name="T29" fmla="*/ 2147483646 h 259"/>
                  <a:gd name="T30" fmla="*/ 2147483646 w 156"/>
                  <a:gd name="T31" fmla="*/ 2147483646 h 259"/>
                  <a:gd name="T32" fmla="*/ 2147483646 w 156"/>
                  <a:gd name="T33" fmla="*/ 2147483646 h 259"/>
                  <a:gd name="T34" fmla="*/ 2147483646 w 156"/>
                  <a:gd name="T35" fmla="*/ 2147483646 h 259"/>
                  <a:gd name="T36" fmla="*/ 2147483646 w 156"/>
                  <a:gd name="T37" fmla="*/ 2147483646 h 259"/>
                  <a:gd name="T38" fmla="*/ 2147483646 w 156"/>
                  <a:gd name="T39" fmla="*/ 2147483646 h 259"/>
                  <a:gd name="T40" fmla="*/ 2147483646 w 156"/>
                  <a:gd name="T41" fmla="*/ 2147483646 h 259"/>
                  <a:gd name="T42" fmla="*/ 2147483646 w 156"/>
                  <a:gd name="T43" fmla="*/ 2147483646 h 259"/>
                  <a:gd name="T44" fmla="*/ 2147483646 w 156"/>
                  <a:gd name="T45" fmla="*/ 2147483646 h 259"/>
                  <a:gd name="T46" fmla="*/ 2147483646 w 156"/>
                  <a:gd name="T47" fmla="*/ 2147483646 h 259"/>
                  <a:gd name="T48" fmla="*/ 2147483646 w 156"/>
                  <a:gd name="T49" fmla="*/ 2147483646 h 259"/>
                  <a:gd name="T50" fmla="*/ 2147483646 w 156"/>
                  <a:gd name="T51" fmla="*/ 2147483646 h 259"/>
                  <a:gd name="T52" fmla="*/ 2147483646 w 156"/>
                  <a:gd name="T53" fmla="*/ 0 h 25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6"/>
                  <a:gd name="T82" fmla="*/ 0 h 259"/>
                  <a:gd name="T83" fmla="*/ 156 w 156"/>
                  <a:gd name="T84" fmla="*/ 259 h 25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6" h="259">
                    <a:moveTo>
                      <a:pt x="140" y="0"/>
                    </a:moveTo>
                    <a:cubicBezTo>
                      <a:pt x="16" y="0"/>
                      <a:pt x="16" y="0"/>
                      <a:pt x="16" y="0"/>
                    </a:cubicBezTo>
                    <a:cubicBezTo>
                      <a:pt x="7" y="0"/>
                      <a:pt x="0" y="7"/>
                      <a:pt x="0" y="16"/>
                    </a:cubicBezTo>
                    <a:cubicBezTo>
                      <a:pt x="0" y="235"/>
                      <a:pt x="0" y="235"/>
                      <a:pt x="0" y="235"/>
                    </a:cubicBezTo>
                    <a:cubicBezTo>
                      <a:pt x="0" y="244"/>
                      <a:pt x="7" y="252"/>
                      <a:pt x="16" y="252"/>
                    </a:cubicBezTo>
                    <a:cubicBezTo>
                      <a:pt x="69" y="252"/>
                      <a:pt x="69" y="252"/>
                      <a:pt x="69" y="252"/>
                    </a:cubicBezTo>
                    <a:cubicBezTo>
                      <a:pt x="71" y="256"/>
                      <a:pt x="76" y="259"/>
                      <a:pt x="80" y="259"/>
                    </a:cubicBezTo>
                    <a:cubicBezTo>
                      <a:pt x="87" y="259"/>
                      <a:pt x="93" y="253"/>
                      <a:pt x="93" y="246"/>
                    </a:cubicBezTo>
                    <a:cubicBezTo>
                      <a:pt x="93" y="239"/>
                      <a:pt x="87" y="234"/>
                      <a:pt x="80" y="234"/>
                    </a:cubicBezTo>
                    <a:cubicBezTo>
                      <a:pt x="76" y="234"/>
                      <a:pt x="71" y="236"/>
                      <a:pt x="69" y="241"/>
                    </a:cubicBezTo>
                    <a:cubicBezTo>
                      <a:pt x="16" y="241"/>
                      <a:pt x="16" y="241"/>
                      <a:pt x="16" y="241"/>
                    </a:cubicBezTo>
                    <a:cubicBezTo>
                      <a:pt x="13" y="241"/>
                      <a:pt x="11" y="238"/>
                      <a:pt x="11" y="235"/>
                    </a:cubicBezTo>
                    <a:cubicBezTo>
                      <a:pt x="11" y="16"/>
                      <a:pt x="11" y="16"/>
                      <a:pt x="11" y="16"/>
                    </a:cubicBezTo>
                    <a:cubicBezTo>
                      <a:pt x="11" y="13"/>
                      <a:pt x="13" y="11"/>
                      <a:pt x="16" y="11"/>
                    </a:cubicBezTo>
                    <a:cubicBezTo>
                      <a:pt x="140" y="11"/>
                      <a:pt x="140" y="11"/>
                      <a:pt x="140" y="11"/>
                    </a:cubicBezTo>
                    <a:cubicBezTo>
                      <a:pt x="142" y="11"/>
                      <a:pt x="145" y="13"/>
                      <a:pt x="145" y="16"/>
                    </a:cubicBezTo>
                    <a:cubicBezTo>
                      <a:pt x="145" y="235"/>
                      <a:pt x="145" y="235"/>
                      <a:pt x="145" y="235"/>
                    </a:cubicBezTo>
                    <a:cubicBezTo>
                      <a:pt x="145" y="238"/>
                      <a:pt x="142" y="241"/>
                      <a:pt x="140" y="241"/>
                    </a:cubicBezTo>
                    <a:cubicBezTo>
                      <a:pt x="129" y="241"/>
                      <a:pt x="129" y="241"/>
                      <a:pt x="129" y="241"/>
                    </a:cubicBezTo>
                    <a:cubicBezTo>
                      <a:pt x="127" y="236"/>
                      <a:pt x="123" y="234"/>
                      <a:pt x="118" y="234"/>
                    </a:cubicBezTo>
                    <a:cubicBezTo>
                      <a:pt x="111" y="234"/>
                      <a:pt x="106" y="239"/>
                      <a:pt x="106" y="246"/>
                    </a:cubicBezTo>
                    <a:cubicBezTo>
                      <a:pt x="106" y="253"/>
                      <a:pt x="111" y="259"/>
                      <a:pt x="118" y="259"/>
                    </a:cubicBezTo>
                    <a:cubicBezTo>
                      <a:pt x="123" y="259"/>
                      <a:pt x="127" y="256"/>
                      <a:pt x="129" y="252"/>
                    </a:cubicBezTo>
                    <a:cubicBezTo>
                      <a:pt x="140" y="252"/>
                      <a:pt x="140" y="252"/>
                      <a:pt x="140" y="252"/>
                    </a:cubicBezTo>
                    <a:cubicBezTo>
                      <a:pt x="149" y="252"/>
                      <a:pt x="156" y="244"/>
                      <a:pt x="156" y="235"/>
                    </a:cubicBezTo>
                    <a:cubicBezTo>
                      <a:pt x="156" y="16"/>
                      <a:pt x="156" y="16"/>
                      <a:pt x="156" y="16"/>
                    </a:cubicBezTo>
                    <a:cubicBezTo>
                      <a:pt x="156" y="7"/>
                      <a:pt x="149" y="0"/>
                      <a:pt x="140" y="0"/>
                    </a:cubicBez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199" name="Freeform 342"/>
              <p:cNvSpPr>
                <a:spLocks noEditPoints="1"/>
              </p:cNvSpPr>
              <p:nvPr/>
            </p:nvSpPr>
            <p:spPr bwMode="auto">
              <a:xfrm>
                <a:off x="1746250" y="949325"/>
                <a:ext cx="65088" cy="65088"/>
              </a:xfrm>
              <a:custGeom>
                <a:avLst/>
                <a:gdLst>
                  <a:gd name="T0" fmla="*/ 2147483646 w 30"/>
                  <a:gd name="T1" fmla="*/ 0 h 30"/>
                  <a:gd name="T2" fmla="*/ 0 w 30"/>
                  <a:gd name="T3" fmla="*/ 2147483646 h 30"/>
                  <a:gd name="T4" fmla="*/ 2147483646 w 30"/>
                  <a:gd name="T5" fmla="*/ 2147483646 h 30"/>
                  <a:gd name="T6" fmla="*/ 2147483646 w 30"/>
                  <a:gd name="T7" fmla="*/ 2147483646 h 30"/>
                  <a:gd name="T8" fmla="*/ 2147483646 w 30"/>
                  <a:gd name="T9" fmla="*/ 0 h 30"/>
                  <a:gd name="T10" fmla="*/ 2147483646 w 30"/>
                  <a:gd name="T11" fmla="*/ 2147483646 h 30"/>
                  <a:gd name="T12" fmla="*/ 2147483646 w 30"/>
                  <a:gd name="T13" fmla="*/ 2147483646 h 30"/>
                  <a:gd name="T14" fmla="*/ 2147483646 w 30"/>
                  <a:gd name="T15" fmla="*/ 2147483646 h 30"/>
                  <a:gd name="T16" fmla="*/ 2147483646 w 30"/>
                  <a:gd name="T17" fmla="*/ 2147483646 h 30"/>
                  <a:gd name="T18" fmla="*/ 2147483646 w 30"/>
                  <a:gd name="T19" fmla="*/ 2147483646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15" y="0"/>
                    </a:moveTo>
                    <a:cubicBezTo>
                      <a:pt x="7" y="0"/>
                      <a:pt x="0" y="6"/>
                      <a:pt x="0" y="15"/>
                    </a:cubicBezTo>
                    <a:cubicBezTo>
                      <a:pt x="0" y="23"/>
                      <a:pt x="7" y="30"/>
                      <a:pt x="15" y="30"/>
                    </a:cubicBezTo>
                    <a:cubicBezTo>
                      <a:pt x="23" y="30"/>
                      <a:pt x="30" y="23"/>
                      <a:pt x="30" y="15"/>
                    </a:cubicBezTo>
                    <a:cubicBezTo>
                      <a:pt x="30" y="6"/>
                      <a:pt x="23" y="0"/>
                      <a:pt x="15" y="0"/>
                    </a:cubicBezTo>
                    <a:close/>
                    <a:moveTo>
                      <a:pt x="15" y="22"/>
                    </a:moveTo>
                    <a:cubicBezTo>
                      <a:pt x="11" y="22"/>
                      <a:pt x="7" y="19"/>
                      <a:pt x="7" y="15"/>
                    </a:cubicBezTo>
                    <a:cubicBezTo>
                      <a:pt x="7" y="10"/>
                      <a:pt x="11" y="7"/>
                      <a:pt x="15" y="7"/>
                    </a:cubicBezTo>
                    <a:cubicBezTo>
                      <a:pt x="19" y="7"/>
                      <a:pt x="23" y="10"/>
                      <a:pt x="23" y="15"/>
                    </a:cubicBezTo>
                    <a:cubicBezTo>
                      <a:pt x="23" y="19"/>
                      <a:pt x="19" y="22"/>
                      <a:pt x="15" y="22"/>
                    </a:cubicBez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0" name="Freeform 343"/>
              <p:cNvSpPr>
                <a:spLocks noEditPoints="1"/>
              </p:cNvSpPr>
              <p:nvPr/>
            </p:nvSpPr>
            <p:spPr bwMode="auto">
              <a:xfrm>
                <a:off x="1611313" y="925513"/>
                <a:ext cx="231775" cy="111125"/>
              </a:xfrm>
              <a:custGeom>
                <a:avLst/>
                <a:gdLst>
                  <a:gd name="T0" fmla="*/ 0 w 107"/>
                  <a:gd name="T1" fmla="*/ 2147483646 h 51"/>
                  <a:gd name="T2" fmla="*/ 2147483646 w 107"/>
                  <a:gd name="T3" fmla="*/ 2147483646 h 51"/>
                  <a:gd name="T4" fmla="*/ 2147483646 w 107"/>
                  <a:gd name="T5" fmla="*/ 2147483646 h 51"/>
                  <a:gd name="T6" fmla="*/ 2147483646 w 107"/>
                  <a:gd name="T7" fmla="*/ 2147483646 h 51"/>
                  <a:gd name="T8" fmla="*/ 2147483646 w 107"/>
                  <a:gd name="T9" fmla="*/ 2147483646 h 51"/>
                  <a:gd name="T10" fmla="*/ 2147483646 w 107"/>
                  <a:gd name="T11" fmla="*/ 0 h 51"/>
                  <a:gd name="T12" fmla="*/ 2147483646 w 107"/>
                  <a:gd name="T13" fmla="*/ 0 h 51"/>
                  <a:gd name="T14" fmla="*/ 0 w 107"/>
                  <a:gd name="T15" fmla="*/ 2147483646 h 51"/>
                  <a:gd name="T16" fmla="*/ 0 w 107"/>
                  <a:gd name="T17" fmla="*/ 2147483646 h 51"/>
                  <a:gd name="T18" fmla="*/ 2147483646 w 107"/>
                  <a:gd name="T19" fmla="*/ 2147483646 h 51"/>
                  <a:gd name="T20" fmla="*/ 2147483646 w 107"/>
                  <a:gd name="T21" fmla="*/ 2147483646 h 51"/>
                  <a:gd name="T22" fmla="*/ 2147483646 w 107"/>
                  <a:gd name="T23" fmla="*/ 2147483646 h 51"/>
                  <a:gd name="T24" fmla="*/ 2147483646 w 107"/>
                  <a:gd name="T25" fmla="*/ 2147483646 h 51"/>
                  <a:gd name="T26" fmla="*/ 2147483646 w 107"/>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7"/>
                  <a:gd name="T43" fmla="*/ 0 h 51"/>
                  <a:gd name="T44" fmla="*/ 107 w 107"/>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7" h="51">
                    <a:moveTo>
                      <a:pt x="0" y="47"/>
                    </a:moveTo>
                    <a:cubicBezTo>
                      <a:pt x="0" y="49"/>
                      <a:pt x="2" y="51"/>
                      <a:pt x="4" y="51"/>
                    </a:cubicBezTo>
                    <a:cubicBezTo>
                      <a:pt x="103" y="51"/>
                      <a:pt x="103" y="51"/>
                      <a:pt x="103" y="51"/>
                    </a:cubicBezTo>
                    <a:cubicBezTo>
                      <a:pt x="106" y="51"/>
                      <a:pt x="107" y="49"/>
                      <a:pt x="107" y="47"/>
                    </a:cubicBezTo>
                    <a:cubicBezTo>
                      <a:pt x="107" y="4"/>
                      <a:pt x="107" y="4"/>
                      <a:pt x="107" y="4"/>
                    </a:cubicBezTo>
                    <a:cubicBezTo>
                      <a:pt x="107" y="2"/>
                      <a:pt x="106" y="0"/>
                      <a:pt x="103" y="0"/>
                    </a:cubicBezTo>
                    <a:cubicBezTo>
                      <a:pt x="4" y="0"/>
                      <a:pt x="4" y="0"/>
                      <a:pt x="4" y="0"/>
                    </a:cubicBezTo>
                    <a:cubicBezTo>
                      <a:pt x="2" y="0"/>
                      <a:pt x="0" y="2"/>
                      <a:pt x="0" y="4"/>
                    </a:cubicBezTo>
                    <a:lnTo>
                      <a:pt x="0" y="47"/>
                    </a:lnTo>
                    <a:close/>
                    <a:moveTo>
                      <a:pt x="8" y="7"/>
                    </a:moveTo>
                    <a:cubicBezTo>
                      <a:pt x="100" y="7"/>
                      <a:pt x="100" y="7"/>
                      <a:pt x="100" y="7"/>
                    </a:cubicBezTo>
                    <a:cubicBezTo>
                      <a:pt x="100" y="44"/>
                      <a:pt x="100" y="44"/>
                      <a:pt x="100" y="44"/>
                    </a:cubicBezTo>
                    <a:cubicBezTo>
                      <a:pt x="8" y="44"/>
                      <a:pt x="8" y="44"/>
                      <a:pt x="8" y="44"/>
                    </a:cubicBezTo>
                    <a:lnTo>
                      <a:pt x="8" y="7"/>
                    </a:ln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1" name="Freeform 344"/>
              <p:cNvSpPr>
                <a:spLocks noEditPoints="1"/>
              </p:cNvSpPr>
              <p:nvPr/>
            </p:nvSpPr>
            <p:spPr bwMode="auto">
              <a:xfrm>
                <a:off x="1746250" y="804863"/>
                <a:ext cx="65088" cy="65088"/>
              </a:xfrm>
              <a:custGeom>
                <a:avLst/>
                <a:gdLst>
                  <a:gd name="T0" fmla="*/ 2147483646 w 30"/>
                  <a:gd name="T1" fmla="*/ 0 h 30"/>
                  <a:gd name="T2" fmla="*/ 0 w 30"/>
                  <a:gd name="T3" fmla="*/ 2147483646 h 30"/>
                  <a:gd name="T4" fmla="*/ 2147483646 w 30"/>
                  <a:gd name="T5" fmla="*/ 2147483646 h 30"/>
                  <a:gd name="T6" fmla="*/ 2147483646 w 30"/>
                  <a:gd name="T7" fmla="*/ 2147483646 h 30"/>
                  <a:gd name="T8" fmla="*/ 2147483646 w 30"/>
                  <a:gd name="T9" fmla="*/ 0 h 30"/>
                  <a:gd name="T10" fmla="*/ 2147483646 w 30"/>
                  <a:gd name="T11" fmla="*/ 2147483646 h 30"/>
                  <a:gd name="T12" fmla="*/ 2147483646 w 30"/>
                  <a:gd name="T13" fmla="*/ 2147483646 h 30"/>
                  <a:gd name="T14" fmla="*/ 2147483646 w 30"/>
                  <a:gd name="T15" fmla="*/ 2147483646 h 30"/>
                  <a:gd name="T16" fmla="*/ 2147483646 w 30"/>
                  <a:gd name="T17" fmla="*/ 2147483646 h 30"/>
                  <a:gd name="T18" fmla="*/ 2147483646 w 30"/>
                  <a:gd name="T19" fmla="*/ 2147483646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15" y="0"/>
                    </a:moveTo>
                    <a:cubicBezTo>
                      <a:pt x="7" y="0"/>
                      <a:pt x="0" y="7"/>
                      <a:pt x="0" y="15"/>
                    </a:cubicBezTo>
                    <a:cubicBezTo>
                      <a:pt x="0" y="23"/>
                      <a:pt x="7" y="30"/>
                      <a:pt x="15" y="30"/>
                    </a:cubicBezTo>
                    <a:cubicBezTo>
                      <a:pt x="23" y="30"/>
                      <a:pt x="30" y="23"/>
                      <a:pt x="30" y="15"/>
                    </a:cubicBezTo>
                    <a:cubicBezTo>
                      <a:pt x="30" y="7"/>
                      <a:pt x="23" y="0"/>
                      <a:pt x="15" y="0"/>
                    </a:cubicBezTo>
                    <a:close/>
                    <a:moveTo>
                      <a:pt x="15" y="22"/>
                    </a:moveTo>
                    <a:cubicBezTo>
                      <a:pt x="11" y="22"/>
                      <a:pt x="7" y="19"/>
                      <a:pt x="7" y="15"/>
                    </a:cubicBezTo>
                    <a:cubicBezTo>
                      <a:pt x="7" y="11"/>
                      <a:pt x="11" y="7"/>
                      <a:pt x="15" y="7"/>
                    </a:cubicBezTo>
                    <a:cubicBezTo>
                      <a:pt x="19" y="7"/>
                      <a:pt x="23" y="11"/>
                      <a:pt x="23" y="15"/>
                    </a:cubicBezTo>
                    <a:cubicBezTo>
                      <a:pt x="23" y="19"/>
                      <a:pt x="19" y="22"/>
                      <a:pt x="15" y="22"/>
                    </a:cubicBez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2" name="Freeform 345"/>
              <p:cNvSpPr>
                <a:spLocks noEditPoints="1"/>
              </p:cNvSpPr>
              <p:nvPr/>
            </p:nvSpPr>
            <p:spPr bwMode="auto">
              <a:xfrm>
                <a:off x="1611313" y="781050"/>
                <a:ext cx="231775" cy="111125"/>
              </a:xfrm>
              <a:custGeom>
                <a:avLst/>
                <a:gdLst>
                  <a:gd name="T0" fmla="*/ 0 w 107"/>
                  <a:gd name="T1" fmla="*/ 2147483646 h 51"/>
                  <a:gd name="T2" fmla="*/ 2147483646 w 107"/>
                  <a:gd name="T3" fmla="*/ 2147483646 h 51"/>
                  <a:gd name="T4" fmla="*/ 2147483646 w 107"/>
                  <a:gd name="T5" fmla="*/ 2147483646 h 51"/>
                  <a:gd name="T6" fmla="*/ 2147483646 w 107"/>
                  <a:gd name="T7" fmla="*/ 2147483646 h 51"/>
                  <a:gd name="T8" fmla="*/ 2147483646 w 107"/>
                  <a:gd name="T9" fmla="*/ 2147483646 h 51"/>
                  <a:gd name="T10" fmla="*/ 2147483646 w 107"/>
                  <a:gd name="T11" fmla="*/ 0 h 51"/>
                  <a:gd name="T12" fmla="*/ 2147483646 w 107"/>
                  <a:gd name="T13" fmla="*/ 0 h 51"/>
                  <a:gd name="T14" fmla="*/ 0 w 107"/>
                  <a:gd name="T15" fmla="*/ 2147483646 h 51"/>
                  <a:gd name="T16" fmla="*/ 0 w 107"/>
                  <a:gd name="T17" fmla="*/ 2147483646 h 51"/>
                  <a:gd name="T18" fmla="*/ 2147483646 w 107"/>
                  <a:gd name="T19" fmla="*/ 2147483646 h 51"/>
                  <a:gd name="T20" fmla="*/ 2147483646 w 107"/>
                  <a:gd name="T21" fmla="*/ 2147483646 h 51"/>
                  <a:gd name="T22" fmla="*/ 2147483646 w 107"/>
                  <a:gd name="T23" fmla="*/ 2147483646 h 51"/>
                  <a:gd name="T24" fmla="*/ 2147483646 w 107"/>
                  <a:gd name="T25" fmla="*/ 2147483646 h 51"/>
                  <a:gd name="T26" fmla="*/ 2147483646 w 107"/>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7"/>
                  <a:gd name="T43" fmla="*/ 0 h 51"/>
                  <a:gd name="T44" fmla="*/ 107 w 107"/>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7" h="51">
                    <a:moveTo>
                      <a:pt x="0" y="48"/>
                    </a:moveTo>
                    <a:cubicBezTo>
                      <a:pt x="0" y="50"/>
                      <a:pt x="2" y="51"/>
                      <a:pt x="4" y="51"/>
                    </a:cubicBezTo>
                    <a:cubicBezTo>
                      <a:pt x="103" y="51"/>
                      <a:pt x="103" y="51"/>
                      <a:pt x="103" y="51"/>
                    </a:cubicBezTo>
                    <a:cubicBezTo>
                      <a:pt x="106" y="51"/>
                      <a:pt x="107" y="50"/>
                      <a:pt x="107" y="48"/>
                    </a:cubicBezTo>
                    <a:cubicBezTo>
                      <a:pt x="107" y="4"/>
                      <a:pt x="107" y="4"/>
                      <a:pt x="107" y="4"/>
                    </a:cubicBezTo>
                    <a:cubicBezTo>
                      <a:pt x="107" y="2"/>
                      <a:pt x="106" y="0"/>
                      <a:pt x="103" y="0"/>
                    </a:cubicBezTo>
                    <a:cubicBezTo>
                      <a:pt x="4" y="0"/>
                      <a:pt x="4" y="0"/>
                      <a:pt x="4" y="0"/>
                    </a:cubicBezTo>
                    <a:cubicBezTo>
                      <a:pt x="2" y="0"/>
                      <a:pt x="0" y="2"/>
                      <a:pt x="0" y="4"/>
                    </a:cubicBezTo>
                    <a:lnTo>
                      <a:pt x="0" y="48"/>
                    </a:lnTo>
                    <a:close/>
                    <a:moveTo>
                      <a:pt x="8" y="8"/>
                    </a:moveTo>
                    <a:cubicBezTo>
                      <a:pt x="100" y="8"/>
                      <a:pt x="100" y="8"/>
                      <a:pt x="100" y="8"/>
                    </a:cubicBezTo>
                    <a:cubicBezTo>
                      <a:pt x="100" y="44"/>
                      <a:pt x="100" y="44"/>
                      <a:pt x="100" y="44"/>
                    </a:cubicBezTo>
                    <a:cubicBezTo>
                      <a:pt x="8" y="44"/>
                      <a:pt x="8" y="44"/>
                      <a:pt x="8" y="44"/>
                    </a:cubicBezTo>
                    <a:lnTo>
                      <a:pt x="8" y="8"/>
                    </a:ln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3" name="Freeform 346"/>
              <p:cNvSpPr>
                <a:spLocks noEditPoints="1"/>
              </p:cNvSpPr>
              <p:nvPr/>
            </p:nvSpPr>
            <p:spPr bwMode="auto">
              <a:xfrm>
                <a:off x="1746250" y="660400"/>
                <a:ext cx="65088" cy="65088"/>
              </a:xfrm>
              <a:custGeom>
                <a:avLst/>
                <a:gdLst>
                  <a:gd name="T0" fmla="*/ 2147483646 w 30"/>
                  <a:gd name="T1" fmla="*/ 0 h 30"/>
                  <a:gd name="T2" fmla="*/ 0 w 30"/>
                  <a:gd name="T3" fmla="*/ 2147483646 h 30"/>
                  <a:gd name="T4" fmla="*/ 2147483646 w 30"/>
                  <a:gd name="T5" fmla="*/ 2147483646 h 30"/>
                  <a:gd name="T6" fmla="*/ 2147483646 w 30"/>
                  <a:gd name="T7" fmla="*/ 2147483646 h 30"/>
                  <a:gd name="T8" fmla="*/ 2147483646 w 30"/>
                  <a:gd name="T9" fmla="*/ 0 h 30"/>
                  <a:gd name="T10" fmla="*/ 2147483646 w 30"/>
                  <a:gd name="T11" fmla="*/ 2147483646 h 30"/>
                  <a:gd name="T12" fmla="*/ 2147483646 w 30"/>
                  <a:gd name="T13" fmla="*/ 2147483646 h 30"/>
                  <a:gd name="T14" fmla="*/ 2147483646 w 30"/>
                  <a:gd name="T15" fmla="*/ 2147483646 h 30"/>
                  <a:gd name="T16" fmla="*/ 2147483646 w 30"/>
                  <a:gd name="T17" fmla="*/ 2147483646 h 30"/>
                  <a:gd name="T18" fmla="*/ 2147483646 w 30"/>
                  <a:gd name="T19" fmla="*/ 2147483646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15" y="0"/>
                    </a:moveTo>
                    <a:cubicBezTo>
                      <a:pt x="7" y="0"/>
                      <a:pt x="0" y="7"/>
                      <a:pt x="0" y="15"/>
                    </a:cubicBezTo>
                    <a:cubicBezTo>
                      <a:pt x="0" y="23"/>
                      <a:pt x="7" y="30"/>
                      <a:pt x="15" y="30"/>
                    </a:cubicBezTo>
                    <a:cubicBezTo>
                      <a:pt x="23" y="30"/>
                      <a:pt x="30" y="23"/>
                      <a:pt x="30" y="15"/>
                    </a:cubicBezTo>
                    <a:cubicBezTo>
                      <a:pt x="30" y="7"/>
                      <a:pt x="23" y="0"/>
                      <a:pt x="15" y="0"/>
                    </a:cubicBezTo>
                    <a:close/>
                    <a:moveTo>
                      <a:pt x="15" y="23"/>
                    </a:moveTo>
                    <a:cubicBezTo>
                      <a:pt x="11" y="23"/>
                      <a:pt x="7" y="19"/>
                      <a:pt x="7" y="15"/>
                    </a:cubicBezTo>
                    <a:cubicBezTo>
                      <a:pt x="7" y="11"/>
                      <a:pt x="11" y="7"/>
                      <a:pt x="15" y="7"/>
                    </a:cubicBezTo>
                    <a:cubicBezTo>
                      <a:pt x="19" y="7"/>
                      <a:pt x="23" y="11"/>
                      <a:pt x="23" y="15"/>
                    </a:cubicBezTo>
                    <a:cubicBezTo>
                      <a:pt x="23" y="19"/>
                      <a:pt x="19" y="23"/>
                      <a:pt x="15" y="23"/>
                    </a:cubicBez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4" name="Freeform 347"/>
              <p:cNvSpPr>
                <a:spLocks noEditPoints="1"/>
              </p:cNvSpPr>
              <p:nvPr/>
            </p:nvSpPr>
            <p:spPr bwMode="auto">
              <a:xfrm>
                <a:off x="1611313" y="638175"/>
                <a:ext cx="231775" cy="111125"/>
              </a:xfrm>
              <a:custGeom>
                <a:avLst/>
                <a:gdLst>
                  <a:gd name="T0" fmla="*/ 2147483646 w 107"/>
                  <a:gd name="T1" fmla="*/ 2147483646 h 51"/>
                  <a:gd name="T2" fmla="*/ 2147483646 w 107"/>
                  <a:gd name="T3" fmla="*/ 2147483646 h 51"/>
                  <a:gd name="T4" fmla="*/ 2147483646 w 107"/>
                  <a:gd name="T5" fmla="*/ 2147483646 h 51"/>
                  <a:gd name="T6" fmla="*/ 2147483646 w 107"/>
                  <a:gd name="T7" fmla="*/ 2147483646 h 51"/>
                  <a:gd name="T8" fmla="*/ 2147483646 w 107"/>
                  <a:gd name="T9" fmla="*/ 0 h 51"/>
                  <a:gd name="T10" fmla="*/ 2147483646 w 107"/>
                  <a:gd name="T11" fmla="*/ 0 h 51"/>
                  <a:gd name="T12" fmla="*/ 0 w 107"/>
                  <a:gd name="T13" fmla="*/ 2147483646 h 51"/>
                  <a:gd name="T14" fmla="*/ 0 w 107"/>
                  <a:gd name="T15" fmla="*/ 2147483646 h 51"/>
                  <a:gd name="T16" fmla="*/ 2147483646 w 107"/>
                  <a:gd name="T17" fmla="*/ 2147483646 h 51"/>
                  <a:gd name="T18" fmla="*/ 2147483646 w 107"/>
                  <a:gd name="T19" fmla="*/ 2147483646 h 51"/>
                  <a:gd name="T20" fmla="*/ 2147483646 w 107"/>
                  <a:gd name="T21" fmla="*/ 2147483646 h 51"/>
                  <a:gd name="T22" fmla="*/ 2147483646 w 107"/>
                  <a:gd name="T23" fmla="*/ 2147483646 h 51"/>
                  <a:gd name="T24" fmla="*/ 2147483646 w 107"/>
                  <a:gd name="T25" fmla="*/ 2147483646 h 51"/>
                  <a:gd name="T26" fmla="*/ 2147483646 w 107"/>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7"/>
                  <a:gd name="T43" fmla="*/ 0 h 51"/>
                  <a:gd name="T44" fmla="*/ 107 w 107"/>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7" h="51">
                    <a:moveTo>
                      <a:pt x="4" y="51"/>
                    </a:moveTo>
                    <a:cubicBezTo>
                      <a:pt x="103" y="51"/>
                      <a:pt x="103" y="51"/>
                      <a:pt x="103" y="51"/>
                    </a:cubicBezTo>
                    <a:cubicBezTo>
                      <a:pt x="106" y="51"/>
                      <a:pt x="107" y="49"/>
                      <a:pt x="107" y="47"/>
                    </a:cubicBezTo>
                    <a:cubicBezTo>
                      <a:pt x="107" y="3"/>
                      <a:pt x="107" y="3"/>
                      <a:pt x="107" y="3"/>
                    </a:cubicBezTo>
                    <a:cubicBezTo>
                      <a:pt x="107" y="1"/>
                      <a:pt x="106" y="0"/>
                      <a:pt x="103" y="0"/>
                    </a:cubicBezTo>
                    <a:cubicBezTo>
                      <a:pt x="4" y="0"/>
                      <a:pt x="4" y="0"/>
                      <a:pt x="4" y="0"/>
                    </a:cubicBezTo>
                    <a:cubicBezTo>
                      <a:pt x="2" y="0"/>
                      <a:pt x="0" y="1"/>
                      <a:pt x="0" y="3"/>
                    </a:cubicBezTo>
                    <a:cubicBezTo>
                      <a:pt x="0" y="47"/>
                      <a:pt x="0" y="47"/>
                      <a:pt x="0" y="47"/>
                    </a:cubicBezTo>
                    <a:cubicBezTo>
                      <a:pt x="0" y="49"/>
                      <a:pt x="2" y="51"/>
                      <a:pt x="4" y="51"/>
                    </a:cubicBezTo>
                    <a:close/>
                    <a:moveTo>
                      <a:pt x="8" y="7"/>
                    </a:moveTo>
                    <a:cubicBezTo>
                      <a:pt x="100" y="7"/>
                      <a:pt x="100" y="7"/>
                      <a:pt x="100" y="7"/>
                    </a:cubicBezTo>
                    <a:cubicBezTo>
                      <a:pt x="100" y="43"/>
                      <a:pt x="100" y="43"/>
                      <a:pt x="100" y="43"/>
                    </a:cubicBezTo>
                    <a:cubicBezTo>
                      <a:pt x="8" y="43"/>
                      <a:pt x="8" y="43"/>
                      <a:pt x="8" y="43"/>
                    </a:cubicBezTo>
                    <a:lnTo>
                      <a:pt x="8" y="7"/>
                    </a:ln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206" name="组 457"/>
            <p:cNvGrpSpPr/>
            <p:nvPr/>
          </p:nvGrpSpPr>
          <p:grpSpPr bwMode="auto">
            <a:xfrm>
              <a:off x="5434214" y="3276756"/>
              <a:ext cx="439711" cy="258541"/>
              <a:chOff x="3121025" y="4819650"/>
              <a:chExt cx="460375" cy="269875"/>
            </a:xfrm>
            <a:grpFill/>
          </p:grpSpPr>
          <p:sp>
            <p:nvSpPr>
              <p:cNvPr id="207" name="Freeform 171"/>
              <p:cNvSpPr>
                <a:spLocks noChangeArrowheads="1"/>
              </p:cNvSpPr>
              <p:nvPr/>
            </p:nvSpPr>
            <p:spPr bwMode="auto">
              <a:xfrm>
                <a:off x="3482607" y="5052098"/>
                <a:ext cx="39517" cy="37427"/>
              </a:xfrm>
              <a:custGeom>
                <a:avLst/>
                <a:gdLst>
                  <a:gd name="T0" fmla="*/ 2147483646 w 108"/>
                  <a:gd name="T1" fmla="*/ 2147483646 h 108"/>
                  <a:gd name="T2" fmla="*/ 0 w 108"/>
                  <a:gd name="T3" fmla="*/ 2147483646 h 108"/>
                  <a:gd name="T4" fmla="*/ 2147483646 w 108"/>
                  <a:gd name="T5" fmla="*/ 0 h 108"/>
                  <a:gd name="T6" fmla="*/ 2147483646 w 108"/>
                  <a:gd name="T7" fmla="*/ 2147483646 h 108"/>
                  <a:gd name="T8" fmla="*/ 2147483646 w 108"/>
                  <a:gd name="T9" fmla="*/ 2147483646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08">
                    <a:moveTo>
                      <a:pt x="53" y="107"/>
                    </a:moveTo>
                    <a:cubicBezTo>
                      <a:pt x="23" y="107"/>
                      <a:pt x="0" y="83"/>
                      <a:pt x="0" y="53"/>
                    </a:cubicBezTo>
                    <a:cubicBezTo>
                      <a:pt x="0" y="24"/>
                      <a:pt x="23" y="0"/>
                      <a:pt x="53" y="0"/>
                    </a:cubicBezTo>
                    <a:cubicBezTo>
                      <a:pt x="83" y="0"/>
                      <a:pt x="107" y="24"/>
                      <a:pt x="107" y="53"/>
                    </a:cubicBezTo>
                    <a:cubicBezTo>
                      <a:pt x="107" y="82"/>
                      <a:pt x="83" y="107"/>
                      <a:pt x="53" y="107"/>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8" name="Freeform 172"/>
              <p:cNvSpPr>
                <a:spLocks noChangeArrowheads="1"/>
              </p:cNvSpPr>
              <p:nvPr/>
            </p:nvSpPr>
            <p:spPr bwMode="auto">
              <a:xfrm>
                <a:off x="3413452" y="5052098"/>
                <a:ext cx="37542" cy="37427"/>
              </a:xfrm>
              <a:custGeom>
                <a:avLst/>
                <a:gdLst>
                  <a:gd name="T0" fmla="*/ 2147483646 w 108"/>
                  <a:gd name="T1" fmla="*/ 2147483646 h 108"/>
                  <a:gd name="T2" fmla="*/ 0 w 108"/>
                  <a:gd name="T3" fmla="*/ 2147483646 h 108"/>
                  <a:gd name="T4" fmla="*/ 2147483646 w 108"/>
                  <a:gd name="T5" fmla="*/ 0 h 108"/>
                  <a:gd name="T6" fmla="*/ 2147483646 w 108"/>
                  <a:gd name="T7" fmla="*/ 2147483646 h 108"/>
                  <a:gd name="T8" fmla="*/ 2147483646 w 108"/>
                  <a:gd name="T9" fmla="*/ 2147483646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08">
                    <a:moveTo>
                      <a:pt x="54" y="107"/>
                    </a:moveTo>
                    <a:cubicBezTo>
                      <a:pt x="24" y="107"/>
                      <a:pt x="0" y="83"/>
                      <a:pt x="0" y="53"/>
                    </a:cubicBezTo>
                    <a:cubicBezTo>
                      <a:pt x="0" y="24"/>
                      <a:pt x="24" y="0"/>
                      <a:pt x="54" y="0"/>
                    </a:cubicBezTo>
                    <a:cubicBezTo>
                      <a:pt x="84" y="0"/>
                      <a:pt x="107" y="24"/>
                      <a:pt x="107" y="53"/>
                    </a:cubicBezTo>
                    <a:cubicBezTo>
                      <a:pt x="107" y="82"/>
                      <a:pt x="84" y="107"/>
                      <a:pt x="54" y="107"/>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09" name="Freeform 173"/>
              <p:cNvSpPr>
                <a:spLocks noChangeArrowheads="1"/>
              </p:cNvSpPr>
              <p:nvPr/>
            </p:nvSpPr>
            <p:spPr bwMode="auto">
              <a:xfrm>
                <a:off x="3121025" y="4890566"/>
                <a:ext cx="460375" cy="187139"/>
              </a:xfrm>
              <a:custGeom>
                <a:avLst/>
                <a:gdLst>
                  <a:gd name="T0" fmla="*/ 2147483646 w 1279"/>
                  <a:gd name="T1" fmla="*/ 2147483646 h 521"/>
                  <a:gd name="T2" fmla="*/ 2147483646 w 1279"/>
                  <a:gd name="T3" fmla="*/ 2147483646 h 521"/>
                  <a:gd name="T4" fmla="*/ 2147483646 w 1279"/>
                  <a:gd name="T5" fmla="*/ 2147483646 h 521"/>
                  <a:gd name="T6" fmla="*/ 2147483646 w 1279"/>
                  <a:gd name="T7" fmla="*/ 2147483646 h 521"/>
                  <a:gd name="T8" fmla="*/ 2147483646 w 1279"/>
                  <a:gd name="T9" fmla="*/ 2147483646 h 521"/>
                  <a:gd name="T10" fmla="*/ 2147483646 w 1279"/>
                  <a:gd name="T11" fmla="*/ 2147483646 h 521"/>
                  <a:gd name="T12" fmla="*/ 2147483646 w 1279"/>
                  <a:gd name="T13" fmla="*/ 2147483646 h 521"/>
                  <a:gd name="T14" fmla="*/ 2147483646 w 1279"/>
                  <a:gd name="T15" fmla="*/ 2147483646 h 521"/>
                  <a:gd name="T16" fmla="*/ 2147483646 w 1279"/>
                  <a:gd name="T17" fmla="*/ 2147483646 h 521"/>
                  <a:gd name="T18" fmla="*/ 0 w 1279"/>
                  <a:gd name="T19" fmla="*/ 2147483646 h 521"/>
                  <a:gd name="T20" fmla="*/ 0 w 1279"/>
                  <a:gd name="T21" fmla="*/ 0 h 521"/>
                  <a:gd name="T22" fmla="*/ 2147483646 w 1279"/>
                  <a:gd name="T23" fmla="*/ 0 h 521"/>
                  <a:gd name="T24" fmla="*/ 2147483646 w 1279"/>
                  <a:gd name="T25" fmla="*/ 2147483646 h 5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79" h="521">
                    <a:moveTo>
                      <a:pt x="1278" y="520"/>
                    </a:moveTo>
                    <a:lnTo>
                      <a:pt x="1051" y="520"/>
                    </a:lnTo>
                    <a:lnTo>
                      <a:pt x="1051" y="477"/>
                    </a:lnTo>
                    <a:lnTo>
                      <a:pt x="1235" y="477"/>
                    </a:lnTo>
                    <a:lnTo>
                      <a:pt x="1235" y="43"/>
                    </a:lnTo>
                    <a:lnTo>
                      <a:pt x="43" y="43"/>
                    </a:lnTo>
                    <a:lnTo>
                      <a:pt x="43" y="477"/>
                    </a:lnTo>
                    <a:lnTo>
                      <a:pt x="846" y="477"/>
                    </a:lnTo>
                    <a:lnTo>
                      <a:pt x="846" y="520"/>
                    </a:lnTo>
                    <a:lnTo>
                      <a:pt x="0" y="520"/>
                    </a:lnTo>
                    <a:lnTo>
                      <a:pt x="0" y="0"/>
                    </a:lnTo>
                    <a:lnTo>
                      <a:pt x="1278" y="0"/>
                    </a:lnTo>
                    <a:lnTo>
                      <a:pt x="1278" y="520"/>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0" name="Freeform 174"/>
              <p:cNvSpPr>
                <a:spLocks noChangeArrowheads="1"/>
              </p:cNvSpPr>
              <p:nvPr/>
            </p:nvSpPr>
            <p:spPr bwMode="auto">
              <a:xfrm>
                <a:off x="3126953" y="4920114"/>
                <a:ext cx="442592" cy="25609"/>
              </a:xfrm>
              <a:custGeom>
                <a:avLst/>
                <a:gdLst>
                  <a:gd name="T0" fmla="*/ 2147483646 w 1232"/>
                  <a:gd name="T1" fmla="*/ 2147483646 h 75"/>
                  <a:gd name="T2" fmla="*/ 2147483646 w 1232"/>
                  <a:gd name="T3" fmla="*/ 2147483646 h 75"/>
                  <a:gd name="T4" fmla="*/ 2147483646 w 1232"/>
                  <a:gd name="T5" fmla="*/ 2147483646 h 75"/>
                  <a:gd name="T6" fmla="*/ 2147483646 w 1232"/>
                  <a:gd name="T7" fmla="*/ 2147483646 h 75"/>
                  <a:gd name="T8" fmla="*/ 0 w 1232"/>
                  <a:gd name="T9" fmla="*/ 2147483646 h 75"/>
                  <a:gd name="T10" fmla="*/ 2147483646 w 1232"/>
                  <a:gd name="T11" fmla="*/ 2147483646 h 75"/>
                  <a:gd name="T12" fmla="*/ 2147483646 w 1232"/>
                  <a:gd name="T13" fmla="*/ 2147483646 h 75"/>
                  <a:gd name="T14" fmla="*/ 2147483646 w 1232"/>
                  <a:gd name="T15" fmla="*/ 2147483646 h 75"/>
                  <a:gd name="T16" fmla="*/ 2147483646 w 1232"/>
                  <a:gd name="T17" fmla="*/ 2147483646 h 75"/>
                  <a:gd name="T18" fmla="*/ 2147483646 w 1232"/>
                  <a:gd name="T19" fmla="*/ 0 h 75"/>
                  <a:gd name="T20" fmla="*/ 2147483646 w 1232"/>
                  <a:gd name="T21" fmla="*/ 0 h 75"/>
                  <a:gd name="T22" fmla="*/ 2147483646 w 1232"/>
                  <a:gd name="T23" fmla="*/ 2147483646 h 75"/>
                  <a:gd name="T24" fmla="*/ 2147483646 w 1232"/>
                  <a:gd name="T25" fmla="*/ 2147483646 h 75"/>
                  <a:gd name="T26" fmla="*/ 2147483646 w 1232"/>
                  <a:gd name="T27" fmla="*/ 2147483646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32" h="75">
                    <a:moveTo>
                      <a:pt x="905" y="74"/>
                    </a:moveTo>
                    <a:lnTo>
                      <a:pt x="327" y="74"/>
                    </a:lnTo>
                    <a:lnTo>
                      <a:pt x="231" y="37"/>
                    </a:lnTo>
                    <a:cubicBezTo>
                      <a:pt x="149" y="36"/>
                      <a:pt x="18" y="35"/>
                      <a:pt x="6" y="36"/>
                    </a:cubicBezTo>
                    <a:lnTo>
                      <a:pt x="0" y="4"/>
                    </a:lnTo>
                    <a:cubicBezTo>
                      <a:pt x="13" y="1"/>
                      <a:pt x="168" y="4"/>
                      <a:pt x="234" y="4"/>
                    </a:cubicBezTo>
                    <a:lnTo>
                      <a:pt x="238" y="4"/>
                    </a:lnTo>
                    <a:lnTo>
                      <a:pt x="334" y="41"/>
                    </a:lnTo>
                    <a:lnTo>
                      <a:pt x="898" y="41"/>
                    </a:lnTo>
                    <a:lnTo>
                      <a:pt x="987" y="0"/>
                    </a:lnTo>
                    <a:lnTo>
                      <a:pt x="1231" y="0"/>
                    </a:lnTo>
                    <a:lnTo>
                      <a:pt x="1231" y="32"/>
                    </a:lnTo>
                    <a:lnTo>
                      <a:pt x="994" y="32"/>
                    </a:lnTo>
                    <a:lnTo>
                      <a:pt x="905" y="7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1" name="Freeform 175"/>
              <p:cNvSpPr>
                <a:spLocks noChangeArrowheads="1"/>
              </p:cNvSpPr>
              <p:nvPr/>
            </p:nvSpPr>
            <p:spPr bwMode="auto">
              <a:xfrm>
                <a:off x="3130905" y="5022549"/>
                <a:ext cx="440615" cy="27579"/>
              </a:xfrm>
              <a:custGeom>
                <a:avLst/>
                <a:gdLst>
                  <a:gd name="T0" fmla="*/ 2147483646 w 1228"/>
                  <a:gd name="T1" fmla="*/ 2147483646 h 74"/>
                  <a:gd name="T2" fmla="*/ 0 w 1228"/>
                  <a:gd name="T3" fmla="*/ 2147483646 h 74"/>
                  <a:gd name="T4" fmla="*/ 0 w 1228"/>
                  <a:gd name="T5" fmla="*/ 2147483646 h 74"/>
                  <a:gd name="T6" fmla="*/ 2147483646 w 1228"/>
                  <a:gd name="T7" fmla="*/ 2147483646 h 74"/>
                  <a:gd name="T8" fmla="*/ 2147483646 w 1228"/>
                  <a:gd name="T9" fmla="*/ 0 h 74"/>
                  <a:gd name="T10" fmla="*/ 2147483646 w 1228"/>
                  <a:gd name="T11" fmla="*/ 0 h 74"/>
                  <a:gd name="T12" fmla="*/ 2147483646 w 1228"/>
                  <a:gd name="T13" fmla="*/ 2147483646 h 74"/>
                  <a:gd name="T14" fmla="*/ 2147483646 w 1228"/>
                  <a:gd name="T15" fmla="*/ 2147483646 h 74"/>
                  <a:gd name="T16" fmla="*/ 2147483646 w 1228"/>
                  <a:gd name="T17" fmla="*/ 2147483646 h 74"/>
                  <a:gd name="T18" fmla="*/ 2147483646 w 1228"/>
                  <a:gd name="T19" fmla="*/ 2147483646 h 74"/>
                  <a:gd name="T20" fmla="*/ 2147483646 w 1228"/>
                  <a:gd name="T21" fmla="*/ 2147483646 h 74"/>
                  <a:gd name="T22" fmla="*/ 2147483646 w 1228"/>
                  <a:gd name="T23" fmla="*/ 2147483646 h 74"/>
                  <a:gd name="T24" fmla="*/ 2147483646 w 1228"/>
                  <a:gd name="T25" fmla="*/ 2147483646 h 74"/>
                  <a:gd name="T26" fmla="*/ 2147483646 w 1228"/>
                  <a:gd name="T27" fmla="*/ 2147483646 h 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228" h="74">
                    <a:moveTo>
                      <a:pt x="254" y="73"/>
                    </a:moveTo>
                    <a:lnTo>
                      <a:pt x="0" y="73"/>
                    </a:lnTo>
                    <a:lnTo>
                      <a:pt x="0" y="41"/>
                    </a:lnTo>
                    <a:lnTo>
                      <a:pt x="246" y="41"/>
                    </a:lnTo>
                    <a:lnTo>
                      <a:pt x="320" y="0"/>
                    </a:lnTo>
                    <a:lnTo>
                      <a:pt x="898" y="0"/>
                    </a:lnTo>
                    <a:lnTo>
                      <a:pt x="995" y="34"/>
                    </a:lnTo>
                    <a:cubicBezTo>
                      <a:pt x="1077" y="34"/>
                      <a:pt x="1210" y="33"/>
                      <a:pt x="1222" y="32"/>
                    </a:cubicBezTo>
                    <a:lnTo>
                      <a:pt x="1227" y="64"/>
                    </a:lnTo>
                    <a:cubicBezTo>
                      <a:pt x="1214" y="66"/>
                      <a:pt x="1044" y="67"/>
                      <a:pt x="992" y="67"/>
                    </a:cubicBezTo>
                    <a:lnTo>
                      <a:pt x="989" y="67"/>
                    </a:lnTo>
                    <a:lnTo>
                      <a:pt x="891" y="33"/>
                    </a:lnTo>
                    <a:lnTo>
                      <a:pt x="328" y="33"/>
                    </a:lnTo>
                    <a:lnTo>
                      <a:pt x="254" y="73"/>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2" name="Freeform 176"/>
              <p:cNvSpPr>
                <a:spLocks noChangeArrowheads="1"/>
              </p:cNvSpPr>
              <p:nvPr/>
            </p:nvSpPr>
            <p:spPr bwMode="auto">
              <a:xfrm>
                <a:off x="3156590" y="4819650"/>
                <a:ext cx="395171" cy="86675"/>
              </a:xfrm>
              <a:custGeom>
                <a:avLst/>
                <a:gdLst>
                  <a:gd name="T0" fmla="*/ 2147483646 w 1103"/>
                  <a:gd name="T1" fmla="*/ 2147483646 h 237"/>
                  <a:gd name="T2" fmla="*/ 2147483646 w 1103"/>
                  <a:gd name="T3" fmla="*/ 2147483646 h 237"/>
                  <a:gd name="T4" fmla="*/ 2147483646 w 1103"/>
                  <a:gd name="T5" fmla="*/ 2147483646 h 237"/>
                  <a:gd name="T6" fmla="*/ 2147483646 w 1103"/>
                  <a:gd name="T7" fmla="*/ 2147483646 h 237"/>
                  <a:gd name="T8" fmla="*/ 0 w 1103"/>
                  <a:gd name="T9" fmla="*/ 2147483646 h 237"/>
                  <a:gd name="T10" fmla="*/ 2147483646 w 1103"/>
                  <a:gd name="T11" fmla="*/ 0 h 237"/>
                  <a:gd name="T12" fmla="*/ 2147483646 w 1103"/>
                  <a:gd name="T13" fmla="*/ 0 h 237"/>
                  <a:gd name="T14" fmla="*/ 2147483646 w 1103"/>
                  <a:gd name="T15" fmla="*/ 2147483646 h 237"/>
                  <a:gd name="T16" fmla="*/ 2147483646 w 1103"/>
                  <a:gd name="T17" fmla="*/ 2147483646 h 2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3" h="237">
                    <a:moveTo>
                      <a:pt x="1078" y="236"/>
                    </a:moveTo>
                    <a:lnTo>
                      <a:pt x="804" y="42"/>
                    </a:lnTo>
                    <a:lnTo>
                      <a:pt x="297" y="42"/>
                    </a:lnTo>
                    <a:lnTo>
                      <a:pt x="25" y="236"/>
                    </a:lnTo>
                    <a:lnTo>
                      <a:pt x="0" y="202"/>
                    </a:lnTo>
                    <a:lnTo>
                      <a:pt x="283" y="0"/>
                    </a:lnTo>
                    <a:lnTo>
                      <a:pt x="817" y="0"/>
                    </a:lnTo>
                    <a:lnTo>
                      <a:pt x="1102" y="202"/>
                    </a:lnTo>
                    <a:lnTo>
                      <a:pt x="1078" y="236"/>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3" name="Freeform 177"/>
              <p:cNvSpPr>
                <a:spLocks noChangeArrowheads="1"/>
              </p:cNvSpPr>
              <p:nvPr/>
            </p:nvSpPr>
            <p:spPr bwMode="auto">
              <a:xfrm>
                <a:off x="3154615" y="4947693"/>
                <a:ext cx="7903" cy="76827"/>
              </a:xfrm>
              <a:custGeom>
                <a:avLst/>
                <a:gdLst>
                  <a:gd name="T0" fmla="*/ 2147483646 w 28"/>
                  <a:gd name="T1" fmla="*/ 2147483646 h 210"/>
                  <a:gd name="T2" fmla="*/ 0 w 28"/>
                  <a:gd name="T3" fmla="*/ 2147483646 h 210"/>
                  <a:gd name="T4" fmla="*/ 0 w 28"/>
                  <a:gd name="T5" fmla="*/ 0 h 210"/>
                  <a:gd name="T6" fmla="*/ 2147483646 w 28"/>
                  <a:gd name="T7" fmla="*/ 0 h 210"/>
                  <a:gd name="T8" fmla="*/ 2147483646 w 28"/>
                  <a:gd name="T9" fmla="*/ 2147483646 h 210"/>
                  <a:gd name="T10" fmla="*/ 2147483646 w 28"/>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210">
                    <a:moveTo>
                      <a:pt x="13" y="209"/>
                    </a:moveTo>
                    <a:lnTo>
                      <a:pt x="0" y="209"/>
                    </a:lnTo>
                    <a:lnTo>
                      <a:pt x="0" y="0"/>
                    </a:lnTo>
                    <a:lnTo>
                      <a:pt x="27" y="0"/>
                    </a:lnTo>
                    <a:lnTo>
                      <a:pt x="27" y="209"/>
                    </a:lnTo>
                    <a:lnTo>
                      <a:pt x="13" y="209"/>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4" name="Freeform 178"/>
              <p:cNvSpPr>
                <a:spLocks noChangeArrowheads="1"/>
              </p:cNvSpPr>
              <p:nvPr/>
            </p:nvSpPr>
            <p:spPr bwMode="auto">
              <a:xfrm>
                <a:off x="3190181" y="4947693"/>
                <a:ext cx="7903" cy="76827"/>
              </a:xfrm>
              <a:custGeom>
                <a:avLst/>
                <a:gdLst>
                  <a:gd name="T0" fmla="*/ 2147483646 w 28"/>
                  <a:gd name="T1" fmla="*/ 2147483646 h 210"/>
                  <a:gd name="T2" fmla="*/ 0 w 28"/>
                  <a:gd name="T3" fmla="*/ 2147483646 h 210"/>
                  <a:gd name="T4" fmla="*/ 0 w 28"/>
                  <a:gd name="T5" fmla="*/ 0 h 210"/>
                  <a:gd name="T6" fmla="*/ 2147483646 w 28"/>
                  <a:gd name="T7" fmla="*/ 0 h 210"/>
                  <a:gd name="T8" fmla="*/ 2147483646 w 28"/>
                  <a:gd name="T9" fmla="*/ 2147483646 h 210"/>
                  <a:gd name="T10" fmla="*/ 2147483646 w 28"/>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210">
                    <a:moveTo>
                      <a:pt x="13" y="209"/>
                    </a:moveTo>
                    <a:lnTo>
                      <a:pt x="0" y="209"/>
                    </a:lnTo>
                    <a:lnTo>
                      <a:pt x="0" y="0"/>
                    </a:lnTo>
                    <a:lnTo>
                      <a:pt x="27" y="0"/>
                    </a:lnTo>
                    <a:lnTo>
                      <a:pt x="27" y="209"/>
                    </a:lnTo>
                    <a:lnTo>
                      <a:pt x="13" y="209"/>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5" name="Freeform 179"/>
              <p:cNvSpPr>
                <a:spLocks noChangeArrowheads="1"/>
              </p:cNvSpPr>
              <p:nvPr/>
            </p:nvSpPr>
            <p:spPr bwMode="auto">
              <a:xfrm>
                <a:off x="3221794" y="4947693"/>
                <a:ext cx="9879" cy="76827"/>
              </a:xfrm>
              <a:custGeom>
                <a:avLst/>
                <a:gdLst>
                  <a:gd name="T0" fmla="*/ 2147483646 w 28"/>
                  <a:gd name="T1" fmla="*/ 2147483646 h 210"/>
                  <a:gd name="T2" fmla="*/ 0 w 28"/>
                  <a:gd name="T3" fmla="*/ 2147483646 h 210"/>
                  <a:gd name="T4" fmla="*/ 0 w 28"/>
                  <a:gd name="T5" fmla="*/ 0 h 210"/>
                  <a:gd name="T6" fmla="*/ 2147483646 w 28"/>
                  <a:gd name="T7" fmla="*/ 0 h 210"/>
                  <a:gd name="T8" fmla="*/ 2147483646 w 28"/>
                  <a:gd name="T9" fmla="*/ 2147483646 h 210"/>
                  <a:gd name="T10" fmla="*/ 2147483646 w 28"/>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210">
                    <a:moveTo>
                      <a:pt x="14" y="209"/>
                    </a:moveTo>
                    <a:lnTo>
                      <a:pt x="0" y="209"/>
                    </a:lnTo>
                    <a:lnTo>
                      <a:pt x="0" y="0"/>
                    </a:lnTo>
                    <a:lnTo>
                      <a:pt x="27" y="0"/>
                    </a:lnTo>
                    <a:lnTo>
                      <a:pt x="27" y="209"/>
                    </a:lnTo>
                    <a:lnTo>
                      <a:pt x="14" y="209"/>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6" name="Freeform 180"/>
              <p:cNvSpPr>
                <a:spLocks noChangeArrowheads="1"/>
              </p:cNvSpPr>
              <p:nvPr/>
            </p:nvSpPr>
            <p:spPr bwMode="auto">
              <a:xfrm>
                <a:off x="3476679" y="4947693"/>
                <a:ext cx="9880" cy="76827"/>
              </a:xfrm>
              <a:custGeom>
                <a:avLst/>
                <a:gdLst>
                  <a:gd name="T0" fmla="*/ 2147483646 w 28"/>
                  <a:gd name="T1" fmla="*/ 2147483646 h 210"/>
                  <a:gd name="T2" fmla="*/ 0 w 28"/>
                  <a:gd name="T3" fmla="*/ 2147483646 h 210"/>
                  <a:gd name="T4" fmla="*/ 0 w 28"/>
                  <a:gd name="T5" fmla="*/ 0 h 210"/>
                  <a:gd name="T6" fmla="*/ 2147483646 w 28"/>
                  <a:gd name="T7" fmla="*/ 0 h 210"/>
                  <a:gd name="T8" fmla="*/ 2147483646 w 28"/>
                  <a:gd name="T9" fmla="*/ 2147483646 h 210"/>
                  <a:gd name="T10" fmla="*/ 2147483646 w 28"/>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210">
                    <a:moveTo>
                      <a:pt x="13" y="209"/>
                    </a:moveTo>
                    <a:lnTo>
                      <a:pt x="0" y="209"/>
                    </a:lnTo>
                    <a:lnTo>
                      <a:pt x="0" y="0"/>
                    </a:lnTo>
                    <a:lnTo>
                      <a:pt x="27" y="0"/>
                    </a:lnTo>
                    <a:lnTo>
                      <a:pt x="27" y="209"/>
                    </a:lnTo>
                    <a:lnTo>
                      <a:pt x="13" y="209"/>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7" name="Freeform 181"/>
              <p:cNvSpPr>
                <a:spLocks noChangeArrowheads="1"/>
              </p:cNvSpPr>
              <p:nvPr/>
            </p:nvSpPr>
            <p:spPr bwMode="auto">
              <a:xfrm>
                <a:off x="3512244" y="4947693"/>
                <a:ext cx="9880" cy="76827"/>
              </a:xfrm>
              <a:custGeom>
                <a:avLst/>
                <a:gdLst>
                  <a:gd name="T0" fmla="*/ 2147483646 w 28"/>
                  <a:gd name="T1" fmla="*/ 2147483646 h 210"/>
                  <a:gd name="T2" fmla="*/ 0 w 28"/>
                  <a:gd name="T3" fmla="*/ 2147483646 h 210"/>
                  <a:gd name="T4" fmla="*/ 0 w 28"/>
                  <a:gd name="T5" fmla="*/ 0 h 210"/>
                  <a:gd name="T6" fmla="*/ 2147483646 w 28"/>
                  <a:gd name="T7" fmla="*/ 0 h 210"/>
                  <a:gd name="T8" fmla="*/ 2147483646 w 28"/>
                  <a:gd name="T9" fmla="*/ 2147483646 h 210"/>
                  <a:gd name="T10" fmla="*/ 2147483646 w 28"/>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210">
                    <a:moveTo>
                      <a:pt x="14" y="209"/>
                    </a:moveTo>
                    <a:lnTo>
                      <a:pt x="0" y="209"/>
                    </a:lnTo>
                    <a:lnTo>
                      <a:pt x="0" y="0"/>
                    </a:lnTo>
                    <a:lnTo>
                      <a:pt x="27" y="0"/>
                    </a:lnTo>
                    <a:lnTo>
                      <a:pt x="27" y="209"/>
                    </a:lnTo>
                    <a:lnTo>
                      <a:pt x="14" y="209"/>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8" name="Freeform 182"/>
              <p:cNvSpPr>
                <a:spLocks noChangeArrowheads="1"/>
              </p:cNvSpPr>
              <p:nvPr/>
            </p:nvSpPr>
            <p:spPr bwMode="auto">
              <a:xfrm>
                <a:off x="3545835" y="4947693"/>
                <a:ext cx="9879" cy="76827"/>
              </a:xfrm>
              <a:custGeom>
                <a:avLst/>
                <a:gdLst>
                  <a:gd name="T0" fmla="*/ 2147483646 w 28"/>
                  <a:gd name="T1" fmla="*/ 2147483646 h 210"/>
                  <a:gd name="T2" fmla="*/ 0 w 28"/>
                  <a:gd name="T3" fmla="*/ 2147483646 h 210"/>
                  <a:gd name="T4" fmla="*/ 0 w 28"/>
                  <a:gd name="T5" fmla="*/ 0 h 210"/>
                  <a:gd name="T6" fmla="*/ 2147483646 w 28"/>
                  <a:gd name="T7" fmla="*/ 0 h 210"/>
                  <a:gd name="T8" fmla="*/ 2147483646 w 28"/>
                  <a:gd name="T9" fmla="*/ 2147483646 h 210"/>
                  <a:gd name="T10" fmla="*/ 2147483646 w 28"/>
                  <a:gd name="T11" fmla="*/ 2147483646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210">
                    <a:moveTo>
                      <a:pt x="14" y="209"/>
                    </a:moveTo>
                    <a:lnTo>
                      <a:pt x="0" y="209"/>
                    </a:lnTo>
                    <a:lnTo>
                      <a:pt x="0" y="0"/>
                    </a:lnTo>
                    <a:lnTo>
                      <a:pt x="27" y="0"/>
                    </a:lnTo>
                    <a:lnTo>
                      <a:pt x="27" y="209"/>
                    </a:lnTo>
                    <a:lnTo>
                      <a:pt x="14" y="209"/>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19" name="Freeform 183"/>
              <p:cNvSpPr>
                <a:spLocks noChangeArrowheads="1"/>
              </p:cNvSpPr>
              <p:nvPr/>
            </p:nvSpPr>
            <p:spPr bwMode="auto">
              <a:xfrm>
                <a:off x="3255383" y="4965422"/>
                <a:ext cx="9880" cy="45307"/>
              </a:xfrm>
              <a:custGeom>
                <a:avLst/>
                <a:gdLst>
                  <a:gd name="T0" fmla="*/ 2147483646 w 28"/>
                  <a:gd name="T1" fmla="*/ 2147483646 h 125"/>
                  <a:gd name="T2" fmla="*/ 0 w 28"/>
                  <a:gd name="T3" fmla="*/ 2147483646 h 125"/>
                  <a:gd name="T4" fmla="*/ 0 w 28"/>
                  <a:gd name="T5" fmla="*/ 0 h 125"/>
                  <a:gd name="T6" fmla="*/ 2147483646 w 28"/>
                  <a:gd name="T7" fmla="*/ 0 h 125"/>
                  <a:gd name="T8" fmla="*/ 2147483646 w 28"/>
                  <a:gd name="T9" fmla="*/ 2147483646 h 125"/>
                  <a:gd name="T10" fmla="*/ 2147483646 w 28"/>
                  <a:gd name="T11" fmla="*/ 2147483646 h 1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25">
                    <a:moveTo>
                      <a:pt x="14" y="124"/>
                    </a:moveTo>
                    <a:lnTo>
                      <a:pt x="0" y="124"/>
                    </a:lnTo>
                    <a:lnTo>
                      <a:pt x="0" y="0"/>
                    </a:lnTo>
                    <a:lnTo>
                      <a:pt x="27" y="0"/>
                    </a:lnTo>
                    <a:lnTo>
                      <a:pt x="27" y="124"/>
                    </a:lnTo>
                    <a:lnTo>
                      <a:pt x="14" y="12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0" name="Freeform 184"/>
              <p:cNvSpPr>
                <a:spLocks noChangeArrowheads="1"/>
              </p:cNvSpPr>
              <p:nvPr/>
            </p:nvSpPr>
            <p:spPr bwMode="auto">
              <a:xfrm>
                <a:off x="3294900" y="4965422"/>
                <a:ext cx="9880" cy="45307"/>
              </a:xfrm>
              <a:custGeom>
                <a:avLst/>
                <a:gdLst>
                  <a:gd name="T0" fmla="*/ 2147483646 w 28"/>
                  <a:gd name="T1" fmla="*/ 2147483646 h 125"/>
                  <a:gd name="T2" fmla="*/ 0 w 28"/>
                  <a:gd name="T3" fmla="*/ 2147483646 h 125"/>
                  <a:gd name="T4" fmla="*/ 0 w 28"/>
                  <a:gd name="T5" fmla="*/ 0 h 125"/>
                  <a:gd name="T6" fmla="*/ 2147483646 w 28"/>
                  <a:gd name="T7" fmla="*/ 0 h 125"/>
                  <a:gd name="T8" fmla="*/ 2147483646 w 28"/>
                  <a:gd name="T9" fmla="*/ 2147483646 h 125"/>
                  <a:gd name="T10" fmla="*/ 2147483646 w 28"/>
                  <a:gd name="T11" fmla="*/ 2147483646 h 1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25">
                    <a:moveTo>
                      <a:pt x="13" y="124"/>
                    </a:moveTo>
                    <a:lnTo>
                      <a:pt x="0" y="124"/>
                    </a:lnTo>
                    <a:lnTo>
                      <a:pt x="0" y="0"/>
                    </a:lnTo>
                    <a:lnTo>
                      <a:pt x="27" y="0"/>
                    </a:lnTo>
                    <a:lnTo>
                      <a:pt x="27" y="124"/>
                    </a:lnTo>
                    <a:lnTo>
                      <a:pt x="13" y="12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1" name="Freeform 185"/>
              <p:cNvSpPr>
                <a:spLocks noChangeArrowheads="1"/>
              </p:cNvSpPr>
              <p:nvPr/>
            </p:nvSpPr>
            <p:spPr bwMode="auto">
              <a:xfrm>
                <a:off x="3332442" y="4965422"/>
                <a:ext cx="9879" cy="45307"/>
              </a:xfrm>
              <a:custGeom>
                <a:avLst/>
                <a:gdLst>
                  <a:gd name="T0" fmla="*/ 2147483646 w 27"/>
                  <a:gd name="T1" fmla="*/ 2147483646 h 125"/>
                  <a:gd name="T2" fmla="*/ 0 w 27"/>
                  <a:gd name="T3" fmla="*/ 2147483646 h 125"/>
                  <a:gd name="T4" fmla="*/ 0 w 27"/>
                  <a:gd name="T5" fmla="*/ 0 h 125"/>
                  <a:gd name="T6" fmla="*/ 2147483646 w 27"/>
                  <a:gd name="T7" fmla="*/ 0 h 125"/>
                  <a:gd name="T8" fmla="*/ 2147483646 w 27"/>
                  <a:gd name="T9" fmla="*/ 2147483646 h 125"/>
                  <a:gd name="T10" fmla="*/ 2147483646 w 27"/>
                  <a:gd name="T11" fmla="*/ 2147483646 h 1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 h="125">
                    <a:moveTo>
                      <a:pt x="13" y="124"/>
                    </a:moveTo>
                    <a:lnTo>
                      <a:pt x="0" y="124"/>
                    </a:lnTo>
                    <a:lnTo>
                      <a:pt x="0" y="0"/>
                    </a:lnTo>
                    <a:lnTo>
                      <a:pt x="26" y="0"/>
                    </a:lnTo>
                    <a:lnTo>
                      <a:pt x="26" y="124"/>
                    </a:lnTo>
                    <a:lnTo>
                      <a:pt x="13" y="12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2" name="Freeform 186"/>
              <p:cNvSpPr>
                <a:spLocks noChangeArrowheads="1"/>
              </p:cNvSpPr>
              <p:nvPr/>
            </p:nvSpPr>
            <p:spPr bwMode="auto">
              <a:xfrm>
                <a:off x="3369983" y="4965422"/>
                <a:ext cx="9880" cy="45307"/>
              </a:xfrm>
              <a:custGeom>
                <a:avLst/>
                <a:gdLst>
                  <a:gd name="T0" fmla="*/ 2147483646 w 27"/>
                  <a:gd name="T1" fmla="*/ 2147483646 h 125"/>
                  <a:gd name="T2" fmla="*/ 0 w 27"/>
                  <a:gd name="T3" fmla="*/ 2147483646 h 125"/>
                  <a:gd name="T4" fmla="*/ 0 w 27"/>
                  <a:gd name="T5" fmla="*/ 0 h 125"/>
                  <a:gd name="T6" fmla="*/ 2147483646 w 27"/>
                  <a:gd name="T7" fmla="*/ 0 h 125"/>
                  <a:gd name="T8" fmla="*/ 2147483646 w 27"/>
                  <a:gd name="T9" fmla="*/ 2147483646 h 125"/>
                  <a:gd name="T10" fmla="*/ 2147483646 w 27"/>
                  <a:gd name="T11" fmla="*/ 2147483646 h 1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 h="125">
                    <a:moveTo>
                      <a:pt x="13" y="124"/>
                    </a:moveTo>
                    <a:lnTo>
                      <a:pt x="0" y="124"/>
                    </a:lnTo>
                    <a:lnTo>
                      <a:pt x="0" y="0"/>
                    </a:lnTo>
                    <a:lnTo>
                      <a:pt x="26" y="0"/>
                    </a:lnTo>
                    <a:lnTo>
                      <a:pt x="26" y="124"/>
                    </a:lnTo>
                    <a:lnTo>
                      <a:pt x="13" y="12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3" name="Freeform 187"/>
              <p:cNvSpPr>
                <a:spLocks noChangeArrowheads="1"/>
              </p:cNvSpPr>
              <p:nvPr/>
            </p:nvSpPr>
            <p:spPr bwMode="auto">
              <a:xfrm>
                <a:off x="3407525" y="4965422"/>
                <a:ext cx="7903" cy="45307"/>
              </a:xfrm>
              <a:custGeom>
                <a:avLst/>
                <a:gdLst>
                  <a:gd name="T0" fmla="*/ 2147483646 w 28"/>
                  <a:gd name="T1" fmla="*/ 2147483646 h 125"/>
                  <a:gd name="T2" fmla="*/ 0 w 28"/>
                  <a:gd name="T3" fmla="*/ 2147483646 h 125"/>
                  <a:gd name="T4" fmla="*/ 0 w 28"/>
                  <a:gd name="T5" fmla="*/ 0 h 125"/>
                  <a:gd name="T6" fmla="*/ 2147483646 w 28"/>
                  <a:gd name="T7" fmla="*/ 0 h 125"/>
                  <a:gd name="T8" fmla="*/ 2147483646 w 28"/>
                  <a:gd name="T9" fmla="*/ 2147483646 h 125"/>
                  <a:gd name="T10" fmla="*/ 2147483646 w 28"/>
                  <a:gd name="T11" fmla="*/ 2147483646 h 1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25">
                    <a:moveTo>
                      <a:pt x="14" y="124"/>
                    </a:moveTo>
                    <a:lnTo>
                      <a:pt x="0" y="124"/>
                    </a:lnTo>
                    <a:lnTo>
                      <a:pt x="0" y="0"/>
                    </a:lnTo>
                    <a:lnTo>
                      <a:pt x="27" y="0"/>
                    </a:lnTo>
                    <a:lnTo>
                      <a:pt x="27" y="124"/>
                    </a:lnTo>
                    <a:lnTo>
                      <a:pt x="14" y="12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4" name="Freeform 188"/>
              <p:cNvSpPr>
                <a:spLocks noChangeArrowheads="1"/>
              </p:cNvSpPr>
              <p:nvPr/>
            </p:nvSpPr>
            <p:spPr bwMode="auto">
              <a:xfrm>
                <a:off x="3445065" y="4965422"/>
                <a:ext cx="9880" cy="45307"/>
              </a:xfrm>
              <a:custGeom>
                <a:avLst/>
                <a:gdLst>
                  <a:gd name="T0" fmla="*/ 2147483646 w 28"/>
                  <a:gd name="T1" fmla="*/ 2147483646 h 125"/>
                  <a:gd name="T2" fmla="*/ 0 w 28"/>
                  <a:gd name="T3" fmla="*/ 2147483646 h 125"/>
                  <a:gd name="T4" fmla="*/ 0 w 28"/>
                  <a:gd name="T5" fmla="*/ 0 h 125"/>
                  <a:gd name="T6" fmla="*/ 2147483646 w 28"/>
                  <a:gd name="T7" fmla="*/ 0 h 125"/>
                  <a:gd name="T8" fmla="*/ 2147483646 w 28"/>
                  <a:gd name="T9" fmla="*/ 2147483646 h 125"/>
                  <a:gd name="T10" fmla="*/ 2147483646 w 28"/>
                  <a:gd name="T11" fmla="*/ 2147483646 h 12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25">
                    <a:moveTo>
                      <a:pt x="13" y="124"/>
                    </a:moveTo>
                    <a:lnTo>
                      <a:pt x="0" y="124"/>
                    </a:lnTo>
                    <a:lnTo>
                      <a:pt x="0" y="0"/>
                    </a:lnTo>
                    <a:lnTo>
                      <a:pt x="27" y="0"/>
                    </a:lnTo>
                    <a:lnTo>
                      <a:pt x="27" y="124"/>
                    </a:lnTo>
                    <a:lnTo>
                      <a:pt x="13" y="12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225" name="组合 1006"/>
            <p:cNvGrpSpPr/>
            <p:nvPr/>
          </p:nvGrpSpPr>
          <p:grpSpPr bwMode="auto">
            <a:xfrm>
              <a:off x="4902861" y="3764687"/>
              <a:ext cx="1275725" cy="262316"/>
              <a:chOff x="5461001" y="4281488"/>
              <a:chExt cx="1073150" cy="220663"/>
            </a:xfrm>
            <a:grpFill/>
          </p:grpSpPr>
          <p:sp>
            <p:nvSpPr>
              <p:cNvPr id="226" name="Freeform 432"/>
              <p:cNvSpPr/>
              <p:nvPr/>
            </p:nvSpPr>
            <p:spPr bwMode="auto">
              <a:xfrm>
                <a:off x="5461001" y="4281488"/>
                <a:ext cx="1073150" cy="200025"/>
              </a:xfrm>
              <a:custGeom>
                <a:avLst/>
                <a:gdLst>
                  <a:gd name="T0" fmla="*/ 2147483646 w 2281"/>
                  <a:gd name="T1" fmla="*/ 2147483646 h 425"/>
                  <a:gd name="T2" fmla="*/ 2147483646 w 2281"/>
                  <a:gd name="T3" fmla="*/ 2147483646 h 425"/>
                  <a:gd name="T4" fmla="*/ 2147483646 w 2281"/>
                  <a:gd name="T5" fmla="*/ 2147483646 h 425"/>
                  <a:gd name="T6" fmla="*/ 2147483646 w 2281"/>
                  <a:gd name="T7" fmla="*/ 2147483646 h 425"/>
                  <a:gd name="T8" fmla="*/ 2147483646 w 2281"/>
                  <a:gd name="T9" fmla="*/ 2147483646 h 425"/>
                  <a:gd name="T10" fmla="*/ 2147483646 w 2281"/>
                  <a:gd name="T11" fmla="*/ 2147483646 h 425"/>
                  <a:gd name="T12" fmla="*/ 2147483646 w 2281"/>
                  <a:gd name="T13" fmla="*/ 2147483646 h 425"/>
                  <a:gd name="T14" fmla="*/ 2147483646 w 2281"/>
                  <a:gd name="T15" fmla="*/ 2147483646 h 425"/>
                  <a:gd name="T16" fmla="*/ 2147483646 w 2281"/>
                  <a:gd name="T17" fmla="*/ 2147483646 h 425"/>
                  <a:gd name="T18" fmla="*/ 2147483646 w 2281"/>
                  <a:gd name="T19" fmla="*/ 2147483646 h 425"/>
                  <a:gd name="T20" fmla="*/ 2147483646 w 2281"/>
                  <a:gd name="T21" fmla="*/ 2147483646 h 425"/>
                  <a:gd name="T22" fmla="*/ 2147483646 w 2281"/>
                  <a:gd name="T23" fmla="*/ 2147483646 h 425"/>
                  <a:gd name="T24" fmla="*/ 0 w 2281"/>
                  <a:gd name="T25" fmla="*/ 2147483646 h 425"/>
                  <a:gd name="T26" fmla="*/ 0 w 2281"/>
                  <a:gd name="T27" fmla="*/ 0 h 425"/>
                  <a:gd name="T28" fmla="*/ 2147483646 w 2281"/>
                  <a:gd name="T29" fmla="*/ 0 h 425"/>
                  <a:gd name="T30" fmla="*/ 2147483646 w 2281"/>
                  <a:gd name="T31" fmla="*/ 2147483646 h 42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1"/>
                  <a:gd name="T49" fmla="*/ 0 h 425"/>
                  <a:gd name="T50" fmla="*/ 2281 w 2281"/>
                  <a:gd name="T51" fmla="*/ 425 h 42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1" h="425">
                    <a:moveTo>
                      <a:pt x="2281" y="425"/>
                    </a:moveTo>
                    <a:lnTo>
                      <a:pt x="2281" y="425"/>
                    </a:lnTo>
                    <a:lnTo>
                      <a:pt x="1578" y="425"/>
                    </a:lnTo>
                    <a:cubicBezTo>
                      <a:pt x="1563" y="425"/>
                      <a:pt x="1551" y="413"/>
                      <a:pt x="1551" y="399"/>
                    </a:cubicBezTo>
                    <a:cubicBezTo>
                      <a:pt x="1551" y="384"/>
                      <a:pt x="1563" y="372"/>
                      <a:pt x="1578" y="372"/>
                    </a:cubicBezTo>
                    <a:lnTo>
                      <a:pt x="2228" y="372"/>
                    </a:lnTo>
                    <a:lnTo>
                      <a:pt x="2228" y="53"/>
                    </a:lnTo>
                    <a:lnTo>
                      <a:pt x="54" y="53"/>
                    </a:lnTo>
                    <a:lnTo>
                      <a:pt x="54" y="372"/>
                    </a:lnTo>
                    <a:lnTo>
                      <a:pt x="1366" y="372"/>
                    </a:lnTo>
                    <a:cubicBezTo>
                      <a:pt x="1381" y="372"/>
                      <a:pt x="1393" y="384"/>
                      <a:pt x="1393" y="399"/>
                    </a:cubicBezTo>
                    <a:cubicBezTo>
                      <a:pt x="1393" y="413"/>
                      <a:pt x="1381" y="425"/>
                      <a:pt x="1366" y="425"/>
                    </a:cubicBezTo>
                    <a:lnTo>
                      <a:pt x="0" y="425"/>
                    </a:lnTo>
                    <a:lnTo>
                      <a:pt x="0" y="0"/>
                    </a:lnTo>
                    <a:lnTo>
                      <a:pt x="2281" y="0"/>
                    </a:lnTo>
                    <a:lnTo>
                      <a:pt x="2281" y="425"/>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7" name="Freeform 433"/>
              <p:cNvSpPr/>
              <p:nvPr/>
            </p:nvSpPr>
            <p:spPr bwMode="auto">
              <a:xfrm>
                <a:off x="5507038" y="4287838"/>
                <a:ext cx="12700" cy="187325"/>
              </a:xfrm>
              <a:custGeom>
                <a:avLst/>
                <a:gdLst>
                  <a:gd name="T0" fmla="*/ 2147483646 w 27"/>
                  <a:gd name="T1" fmla="*/ 2147483646 h 399"/>
                  <a:gd name="T2" fmla="*/ 2147483646 w 27"/>
                  <a:gd name="T3" fmla="*/ 2147483646 h 399"/>
                  <a:gd name="T4" fmla="*/ 0 w 27"/>
                  <a:gd name="T5" fmla="*/ 2147483646 h 399"/>
                  <a:gd name="T6" fmla="*/ 0 w 27"/>
                  <a:gd name="T7" fmla="*/ 2147483646 h 399"/>
                  <a:gd name="T8" fmla="*/ 2147483646 w 27"/>
                  <a:gd name="T9" fmla="*/ 0 h 399"/>
                  <a:gd name="T10" fmla="*/ 2147483646 w 27"/>
                  <a:gd name="T11" fmla="*/ 2147483646 h 399"/>
                  <a:gd name="T12" fmla="*/ 2147483646 w 27"/>
                  <a:gd name="T13" fmla="*/ 2147483646 h 399"/>
                  <a:gd name="T14" fmla="*/ 2147483646 w 27"/>
                  <a:gd name="T15" fmla="*/ 2147483646 h 399"/>
                  <a:gd name="T16" fmla="*/ 0 60000 65536"/>
                  <a:gd name="T17" fmla="*/ 0 60000 65536"/>
                  <a:gd name="T18" fmla="*/ 0 60000 65536"/>
                  <a:gd name="T19" fmla="*/ 0 60000 65536"/>
                  <a:gd name="T20" fmla="*/ 0 60000 65536"/>
                  <a:gd name="T21" fmla="*/ 0 60000 65536"/>
                  <a:gd name="T22" fmla="*/ 0 60000 65536"/>
                  <a:gd name="T23" fmla="*/ 0 60000 65536"/>
                  <a:gd name="T24" fmla="*/ 0 w 27"/>
                  <a:gd name="T25" fmla="*/ 0 h 399"/>
                  <a:gd name="T26" fmla="*/ 27 w 27"/>
                  <a:gd name="T27" fmla="*/ 399 h 39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 h="399">
                    <a:moveTo>
                      <a:pt x="13" y="399"/>
                    </a:moveTo>
                    <a:lnTo>
                      <a:pt x="13" y="399"/>
                    </a:lnTo>
                    <a:cubicBezTo>
                      <a:pt x="6" y="399"/>
                      <a:pt x="0" y="393"/>
                      <a:pt x="0" y="386"/>
                    </a:cubicBezTo>
                    <a:lnTo>
                      <a:pt x="0" y="13"/>
                    </a:lnTo>
                    <a:cubicBezTo>
                      <a:pt x="0" y="6"/>
                      <a:pt x="6" y="0"/>
                      <a:pt x="13" y="0"/>
                    </a:cubicBezTo>
                    <a:cubicBezTo>
                      <a:pt x="21" y="0"/>
                      <a:pt x="27" y="6"/>
                      <a:pt x="27" y="13"/>
                    </a:cubicBezTo>
                    <a:lnTo>
                      <a:pt x="27" y="386"/>
                    </a:lnTo>
                    <a:cubicBezTo>
                      <a:pt x="27" y="393"/>
                      <a:pt x="21" y="399"/>
                      <a:pt x="13" y="39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8" name="Freeform 434"/>
              <p:cNvSpPr/>
              <p:nvPr/>
            </p:nvSpPr>
            <p:spPr bwMode="auto">
              <a:xfrm>
                <a:off x="6475413" y="4287838"/>
                <a:ext cx="12700" cy="187325"/>
              </a:xfrm>
              <a:custGeom>
                <a:avLst/>
                <a:gdLst>
                  <a:gd name="T0" fmla="*/ 2147483646 w 27"/>
                  <a:gd name="T1" fmla="*/ 2147483646 h 399"/>
                  <a:gd name="T2" fmla="*/ 2147483646 w 27"/>
                  <a:gd name="T3" fmla="*/ 2147483646 h 399"/>
                  <a:gd name="T4" fmla="*/ 0 w 27"/>
                  <a:gd name="T5" fmla="*/ 2147483646 h 399"/>
                  <a:gd name="T6" fmla="*/ 0 w 27"/>
                  <a:gd name="T7" fmla="*/ 2147483646 h 399"/>
                  <a:gd name="T8" fmla="*/ 2147483646 w 27"/>
                  <a:gd name="T9" fmla="*/ 0 h 399"/>
                  <a:gd name="T10" fmla="*/ 2147483646 w 27"/>
                  <a:gd name="T11" fmla="*/ 2147483646 h 399"/>
                  <a:gd name="T12" fmla="*/ 2147483646 w 27"/>
                  <a:gd name="T13" fmla="*/ 2147483646 h 399"/>
                  <a:gd name="T14" fmla="*/ 2147483646 w 27"/>
                  <a:gd name="T15" fmla="*/ 2147483646 h 399"/>
                  <a:gd name="T16" fmla="*/ 0 60000 65536"/>
                  <a:gd name="T17" fmla="*/ 0 60000 65536"/>
                  <a:gd name="T18" fmla="*/ 0 60000 65536"/>
                  <a:gd name="T19" fmla="*/ 0 60000 65536"/>
                  <a:gd name="T20" fmla="*/ 0 60000 65536"/>
                  <a:gd name="T21" fmla="*/ 0 60000 65536"/>
                  <a:gd name="T22" fmla="*/ 0 60000 65536"/>
                  <a:gd name="T23" fmla="*/ 0 60000 65536"/>
                  <a:gd name="T24" fmla="*/ 0 w 27"/>
                  <a:gd name="T25" fmla="*/ 0 h 399"/>
                  <a:gd name="T26" fmla="*/ 27 w 27"/>
                  <a:gd name="T27" fmla="*/ 399 h 39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7" h="399">
                    <a:moveTo>
                      <a:pt x="13" y="399"/>
                    </a:moveTo>
                    <a:lnTo>
                      <a:pt x="13" y="399"/>
                    </a:lnTo>
                    <a:cubicBezTo>
                      <a:pt x="6" y="399"/>
                      <a:pt x="0" y="393"/>
                      <a:pt x="0" y="386"/>
                    </a:cubicBezTo>
                    <a:lnTo>
                      <a:pt x="0" y="13"/>
                    </a:lnTo>
                    <a:cubicBezTo>
                      <a:pt x="0" y="6"/>
                      <a:pt x="6" y="0"/>
                      <a:pt x="13" y="0"/>
                    </a:cubicBezTo>
                    <a:cubicBezTo>
                      <a:pt x="21" y="0"/>
                      <a:pt x="27" y="6"/>
                      <a:pt x="27" y="13"/>
                    </a:cubicBezTo>
                    <a:lnTo>
                      <a:pt x="27" y="386"/>
                    </a:lnTo>
                    <a:cubicBezTo>
                      <a:pt x="27" y="393"/>
                      <a:pt x="21" y="399"/>
                      <a:pt x="13" y="39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29" name="Freeform 435"/>
              <p:cNvSpPr/>
              <p:nvPr/>
            </p:nvSpPr>
            <p:spPr bwMode="auto">
              <a:xfrm>
                <a:off x="6070601" y="4437063"/>
                <a:ext cx="65088" cy="6508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70" y="139"/>
                    </a:moveTo>
                    <a:lnTo>
                      <a:pt x="70" y="139"/>
                    </a:lnTo>
                    <a:cubicBezTo>
                      <a:pt x="31" y="139"/>
                      <a:pt x="0" y="108"/>
                      <a:pt x="0" y="70"/>
                    </a:cubicBezTo>
                    <a:cubicBezTo>
                      <a:pt x="0" y="31"/>
                      <a:pt x="31" y="0"/>
                      <a:pt x="70" y="0"/>
                    </a:cubicBezTo>
                    <a:cubicBezTo>
                      <a:pt x="108" y="0"/>
                      <a:pt x="139" y="31"/>
                      <a:pt x="139" y="70"/>
                    </a:cubicBezTo>
                    <a:cubicBezTo>
                      <a:pt x="139" y="108"/>
                      <a:pt x="108" y="139"/>
                      <a:pt x="70" y="13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0" name="Freeform 436"/>
              <p:cNvSpPr/>
              <p:nvPr/>
            </p:nvSpPr>
            <p:spPr bwMode="auto">
              <a:xfrm>
                <a:off x="6170613" y="4437063"/>
                <a:ext cx="66675" cy="6508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70" y="139"/>
                    </a:moveTo>
                    <a:lnTo>
                      <a:pt x="70" y="139"/>
                    </a:lnTo>
                    <a:cubicBezTo>
                      <a:pt x="31" y="139"/>
                      <a:pt x="0" y="108"/>
                      <a:pt x="0" y="70"/>
                    </a:cubicBezTo>
                    <a:cubicBezTo>
                      <a:pt x="0" y="31"/>
                      <a:pt x="31" y="0"/>
                      <a:pt x="70" y="0"/>
                    </a:cubicBezTo>
                    <a:cubicBezTo>
                      <a:pt x="108" y="0"/>
                      <a:pt x="139" y="31"/>
                      <a:pt x="139" y="70"/>
                    </a:cubicBezTo>
                    <a:cubicBezTo>
                      <a:pt x="139" y="108"/>
                      <a:pt x="108" y="139"/>
                      <a:pt x="70" y="13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1" name="Freeform 437"/>
              <p:cNvSpPr/>
              <p:nvPr/>
            </p:nvSpPr>
            <p:spPr bwMode="auto">
              <a:xfrm>
                <a:off x="5545138"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2" name="Freeform 438"/>
              <p:cNvSpPr/>
              <p:nvPr/>
            </p:nvSpPr>
            <p:spPr bwMode="auto">
              <a:xfrm>
                <a:off x="5545138"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3" name="Freeform 439"/>
              <p:cNvSpPr/>
              <p:nvPr/>
            </p:nvSpPr>
            <p:spPr bwMode="auto">
              <a:xfrm>
                <a:off x="5545138"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4" name="Freeform 440"/>
              <p:cNvSpPr/>
              <p:nvPr/>
            </p:nvSpPr>
            <p:spPr bwMode="auto">
              <a:xfrm>
                <a:off x="5586413" y="4400551"/>
                <a:ext cx="23813"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5" name="Freeform 441"/>
              <p:cNvSpPr/>
              <p:nvPr/>
            </p:nvSpPr>
            <p:spPr bwMode="auto">
              <a:xfrm>
                <a:off x="5586413"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6" name="Freeform 442"/>
              <p:cNvSpPr/>
              <p:nvPr/>
            </p:nvSpPr>
            <p:spPr bwMode="auto">
              <a:xfrm>
                <a:off x="5586413"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7" name="Freeform 443"/>
              <p:cNvSpPr/>
              <p:nvPr/>
            </p:nvSpPr>
            <p:spPr bwMode="auto">
              <a:xfrm>
                <a:off x="5626101"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8" name="Freeform 444"/>
              <p:cNvSpPr/>
              <p:nvPr/>
            </p:nvSpPr>
            <p:spPr bwMode="auto">
              <a:xfrm>
                <a:off x="5626101"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39" name="Freeform 445"/>
              <p:cNvSpPr/>
              <p:nvPr/>
            </p:nvSpPr>
            <p:spPr bwMode="auto">
              <a:xfrm>
                <a:off x="5626101"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0" name="Freeform 446"/>
              <p:cNvSpPr/>
              <p:nvPr/>
            </p:nvSpPr>
            <p:spPr bwMode="auto">
              <a:xfrm>
                <a:off x="5665788" y="4400551"/>
                <a:ext cx="25400" cy="22225"/>
              </a:xfrm>
              <a:custGeom>
                <a:avLst/>
                <a:gdLst>
                  <a:gd name="T0" fmla="*/ 0 w 52"/>
                  <a:gd name="T1" fmla="*/ 2147483646 h 49"/>
                  <a:gd name="T2" fmla="*/ 0 w 52"/>
                  <a:gd name="T3" fmla="*/ 2147483646 h 49"/>
                  <a:gd name="T4" fmla="*/ 2147483646 w 52"/>
                  <a:gd name="T5" fmla="*/ 2147483646 h 49"/>
                  <a:gd name="T6" fmla="*/ 2147483646 w 52"/>
                  <a:gd name="T7" fmla="*/ 0 h 49"/>
                  <a:gd name="T8" fmla="*/ 0 w 52"/>
                  <a:gd name="T9" fmla="*/ 0 h 49"/>
                  <a:gd name="T10" fmla="*/ 0 w 52"/>
                  <a:gd name="T11" fmla="*/ 2147483646 h 49"/>
                  <a:gd name="T12" fmla="*/ 0 60000 65536"/>
                  <a:gd name="T13" fmla="*/ 0 60000 65536"/>
                  <a:gd name="T14" fmla="*/ 0 60000 65536"/>
                  <a:gd name="T15" fmla="*/ 0 60000 65536"/>
                  <a:gd name="T16" fmla="*/ 0 60000 65536"/>
                  <a:gd name="T17" fmla="*/ 0 60000 65536"/>
                  <a:gd name="T18" fmla="*/ 0 w 52"/>
                  <a:gd name="T19" fmla="*/ 0 h 49"/>
                  <a:gd name="T20" fmla="*/ 52 w 52"/>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2" h="49">
                    <a:moveTo>
                      <a:pt x="0" y="49"/>
                    </a:moveTo>
                    <a:lnTo>
                      <a:pt x="0" y="49"/>
                    </a:lnTo>
                    <a:lnTo>
                      <a:pt x="52" y="49"/>
                    </a:lnTo>
                    <a:lnTo>
                      <a:pt x="52"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1" name="Freeform 447"/>
              <p:cNvSpPr/>
              <p:nvPr/>
            </p:nvSpPr>
            <p:spPr bwMode="auto">
              <a:xfrm>
                <a:off x="5665788" y="4340226"/>
                <a:ext cx="25400" cy="53975"/>
              </a:xfrm>
              <a:custGeom>
                <a:avLst/>
                <a:gdLst>
                  <a:gd name="T0" fmla="*/ 0 w 52"/>
                  <a:gd name="T1" fmla="*/ 2147483646 h 112"/>
                  <a:gd name="T2" fmla="*/ 0 w 52"/>
                  <a:gd name="T3" fmla="*/ 2147483646 h 112"/>
                  <a:gd name="T4" fmla="*/ 0 w 52"/>
                  <a:gd name="T5" fmla="*/ 2147483646 h 112"/>
                  <a:gd name="T6" fmla="*/ 2147483646 w 52"/>
                  <a:gd name="T7" fmla="*/ 2147483646 h 112"/>
                  <a:gd name="T8" fmla="*/ 2147483646 w 52"/>
                  <a:gd name="T9" fmla="*/ 0 h 112"/>
                  <a:gd name="T10" fmla="*/ 0 w 52"/>
                  <a:gd name="T11" fmla="*/ 2147483646 h 112"/>
                  <a:gd name="T12" fmla="*/ 0 60000 65536"/>
                  <a:gd name="T13" fmla="*/ 0 60000 65536"/>
                  <a:gd name="T14" fmla="*/ 0 60000 65536"/>
                  <a:gd name="T15" fmla="*/ 0 60000 65536"/>
                  <a:gd name="T16" fmla="*/ 0 60000 65536"/>
                  <a:gd name="T17" fmla="*/ 0 60000 65536"/>
                  <a:gd name="T18" fmla="*/ 0 w 52"/>
                  <a:gd name="T19" fmla="*/ 0 h 112"/>
                  <a:gd name="T20" fmla="*/ 52 w 52"/>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2" h="112">
                    <a:moveTo>
                      <a:pt x="0" y="21"/>
                    </a:moveTo>
                    <a:lnTo>
                      <a:pt x="0" y="21"/>
                    </a:lnTo>
                    <a:lnTo>
                      <a:pt x="0" y="112"/>
                    </a:lnTo>
                    <a:lnTo>
                      <a:pt x="52" y="112"/>
                    </a:lnTo>
                    <a:lnTo>
                      <a:pt x="52"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2" name="Freeform 448"/>
              <p:cNvSpPr/>
              <p:nvPr/>
            </p:nvSpPr>
            <p:spPr bwMode="auto">
              <a:xfrm>
                <a:off x="5665788" y="4321176"/>
                <a:ext cx="25400" cy="22225"/>
              </a:xfrm>
              <a:custGeom>
                <a:avLst/>
                <a:gdLst>
                  <a:gd name="T0" fmla="*/ 0 w 52"/>
                  <a:gd name="T1" fmla="*/ 2147483646 h 44"/>
                  <a:gd name="T2" fmla="*/ 0 w 52"/>
                  <a:gd name="T3" fmla="*/ 2147483646 h 44"/>
                  <a:gd name="T4" fmla="*/ 0 w 52"/>
                  <a:gd name="T5" fmla="*/ 0 h 44"/>
                  <a:gd name="T6" fmla="*/ 2147483646 w 52"/>
                  <a:gd name="T7" fmla="*/ 0 h 44"/>
                  <a:gd name="T8" fmla="*/ 2147483646 w 52"/>
                  <a:gd name="T9" fmla="*/ 2147483646 h 44"/>
                  <a:gd name="T10" fmla="*/ 0 w 52"/>
                  <a:gd name="T11" fmla="*/ 2147483646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0" y="44"/>
                    </a:moveTo>
                    <a:lnTo>
                      <a:pt x="0" y="44"/>
                    </a:lnTo>
                    <a:lnTo>
                      <a:pt x="0" y="0"/>
                    </a:lnTo>
                    <a:lnTo>
                      <a:pt x="52" y="0"/>
                    </a:lnTo>
                    <a:lnTo>
                      <a:pt x="52"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3" name="Freeform 449"/>
              <p:cNvSpPr/>
              <p:nvPr/>
            </p:nvSpPr>
            <p:spPr bwMode="auto">
              <a:xfrm>
                <a:off x="5707063" y="4400551"/>
                <a:ext cx="23813" cy="22225"/>
              </a:xfrm>
              <a:custGeom>
                <a:avLst/>
                <a:gdLst>
                  <a:gd name="T0" fmla="*/ 0 w 52"/>
                  <a:gd name="T1" fmla="*/ 2147483646 h 49"/>
                  <a:gd name="T2" fmla="*/ 0 w 52"/>
                  <a:gd name="T3" fmla="*/ 2147483646 h 49"/>
                  <a:gd name="T4" fmla="*/ 2147483646 w 52"/>
                  <a:gd name="T5" fmla="*/ 2147483646 h 49"/>
                  <a:gd name="T6" fmla="*/ 2147483646 w 52"/>
                  <a:gd name="T7" fmla="*/ 0 h 49"/>
                  <a:gd name="T8" fmla="*/ 0 w 52"/>
                  <a:gd name="T9" fmla="*/ 0 h 49"/>
                  <a:gd name="T10" fmla="*/ 0 w 52"/>
                  <a:gd name="T11" fmla="*/ 2147483646 h 49"/>
                  <a:gd name="T12" fmla="*/ 0 60000 65536"/>
                  <a:gd name="T13" fmla="*/ 0 60000 65536"/>
                  <a:gd name="T14" fmla="*/ 0 60000 65536"/>
                  <a:gd name="T15" fmla="*/ 0 60000 65536"/>
                  <a:gd name="T16" fmla="*/ 0 60000 65536"/>
                  <a:gd name="T17" fmla="*/ 0 60000 65536"/>
                  <a:gd name="T18" fmla="*/ 0 w 52"/>
                  <a:gd name="T19" fmla="*/ 0 h 49"/>
                  <a:gd name="T20" fmla="*/ 52 w 52"/>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2" h="49">
                    <a:moveTo>
                      <a:pt x="0" y="49"/>
                    </a:moveTo>
                    <a:lnTo>
                      <a:pt x="0" y="49"/>
                    </a:lnTo>
                    <a:lnTo>
                      <a:pt x="52" y="49"/>
                    </a:lnTo>
                    <a:lnTo>
                      <a:pt x="52"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4" name="Freeform 450"/>
              <p:cNvSpPr/>
              <p:nvPr/>
            </p:nvSpPr>
            <p:spPr bwMode="auto">
              <a:xfrm>
                <a:off x="5707063"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5" name="Freeform 451"/>
              <p:cNvSpPr/>
              <p:nvPr/>
            </p:nvSpPr>
            <p:spPr bwMode="auto">
              <a:xfrm>
                <a:off x="5707063"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6" name="Freeform 452"/>
              <p:cNvSpPr/>
              <p:nvPr/>
            </p:nvSpPr>
            <p:spPr bwMode="auto">
              <a:xfrm>
                <a:off x="5746751" y="4400551"/>
                <a:ext cx="23813"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7" name="Freeform 453"/>
              <p:cNvSpPr/>
              <p:nvPr/>
            </p:nvSpPr>
            <p:spPr bwMode="auto">
              <a:xfrm>
                <a:off x="5746751"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8" name="Freeform 454"/>
              <p:cNvSpPr/>
              <p:nvPr/>
            </p:nvSpPr>
            <p:spPr bwMode="auto">
              <a:xfrm>
                <a:off x="5746751"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49" name="Freeform 455"/>
              <p:cNvSpPr/>
              <p:nvPr/>
            </p:nvSpPr>
            <p:spPr bwMode="auto">
              <a:xfrm>
                <a:off x="5786438"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0" name="Freeform 456"/>
              <p:cNvSpPr/>
              <p:nvPr/>
            </p:nvSpPr>
            <p:spPr bwMode="auto">
              <a:xfrm>
                <a:off x="5786438"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1" name="Freeform 457"/>
              <p:cNvSpPr/>
              <p:nvPr/>
            </p:nvSpPr>
            <p:spPr bwMode="auto">
              <a:xfrm>
                <a:off x="5786438"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2" name="Freeform 458"/>
              <p:cNvSpPr/>
              <p:nvPr/>
            </p:nvSpPr>
            <p:spPr bwMode="auto">
              <a:xfrm>
                <a:off x="5826126"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3" name="Freeform 459"/>
              <p:cNvSpPr/>
              <p:nvPr/>
            </p:nvSpPr>
            <p:spPr bwMode="auto">
              <a:xfrm>
                <a:off x="5826126"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4" name="Freeform 460"/>
              <p:cNvSpPr/>
              <p:nvPr/>
            </p:nvSpPr>
            <p:spPr bwMode="auto">
              <a:xfrm>
                <a:off x="5826126"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5" name="Freeform 461"/>
              <p:cNvSpPr/>
              <p:nvPr/>
            </p:nvSpPr>
            <p:spPr bwMode="auto">
              <a:xfrm>
                <a:off x="5865813"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6" name="Freeform 462"/>
              <p:cNvSpPr/>
              <p:nvPr/>
            </p:nvSpPr>
            <p:spPr bwMode="auto">
              <a:xfrm>
                <a:off x="5865813"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7" name="Freeform 463"/>
              <p:cNvSpPr/>
              <p:nvPr/>
            </p:nvSpPr>
            <p:spPr bwMode="auto">
              <a:xfrm>
                <a:off x="5865813"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8" name="Freeform 464"/>
              <p:cNvSpPr/>
              <p:nvPr/>
            </p:nvSpPr>
            <p:spPr bwMode="auto">
              <a:xfrm>
                <a:off x="5905501"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59" name="Freeform 465"/>
              <p:cNvSpPr/>
              <p:nvPr/>
            </p:nvSpPr>
            <p:spPr bwMode="auto">
              <a:xfrm>
                <a:off x="5905501"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0" name="Freeform 466"/>
              <p:cNvSpPr/>
              <p:nvPr/>
            </p:nvSpPr>
            <p:spPr bwMode="auto">
              <a:xfrm>
                <a:off x="5905501"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1" name="Freeform 467"/>
              <p:cNvSpPr/>
              <p:nvPr/>
            </p:nvSpPr>
            <p:spPr bwMode="auto">
              <a:xfrm>
                <a:off x="5946776" y="4400551"/>
                <a:ext cx="23813"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2" name="Freeform 468"/>
              <p:cNvSpPr/>
              <p:nvPr/>
            </p:nvSpPr>
            <p:spPr bwMode="auto">
              <a:xfrm>
                <a:off x="5946776"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3" name="Freeform 469"/>
              <p:cNvSpPr/>
              <p:nvPr/>
            </p:nvSpPr>
            <p:spPr bwMode="auto">
              <a:xfrm>
                <a:off x="5946776"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4" name="Freeform 470"/>
              <p:cNvSpPr/>
              <p:nvPr/>
            </p:nvSpPr>
            <p:spPr bwMode="auto">
              <a:xfrm>
                <a:off x="5986463" y="4400551"/>
                <a:ext cx="25400" cy="22225"/>
              </a:xfrm>
              <a:custGeom>
                <a:avLst/>
                <a:gdLst>
                  <a:gd name="T0" fmla="*/ 0 w 52"/>
                  <a:gd name="T1" fmla="*/ 2147483646 h 49"/>
                  <a:gd name="T2" fmla="*/ 0 w 52"/>
                  <a:gd name="T3" fmla="*/ 2147483646 h 49"/>
                  <a:gd name="T4" fmla="*/ 2147483646 w 52"/>
                  <a:gd name="T5" fmla="*/ 2147483646 h 49"/>
                  <a:gd name="T6" fmla="*/ 2147483646 w 52"/>
                  <a:gd name="T7" fmla="*/ 0 h 49"/>
                  <a:gd name="T8" fmla="*/ 0 w 52"/>
                  <a:gd name="T9" fmla="*/ 0 h 49"/>
                  <a:gd name="T10" fmla="*/ 0 w 52"/>
                  <a:gd name="T11" fmla="*/ 2147483646 h 49"/>
                  <a:gd name="T12" fmla="*/ 0 60000 65536"/>
                  <a:gd name="T13" fmla="*/ 0 60000 65536"/>
                  <a:gd name="T14" fmla="*/ 0 60000 65536"/>
                  <a:gd name="T15" fmla="*/ 0 60000 65536"/>
                  <a:gd name="T16" fmla="*/ 0 60000 65536"/>
                  <a:gd name="T17" fmla="*/ 0 60000 65536"/>
                  <a:gd name="T18" fmla="*/ 0 w 52"/>
                  <a:gd name="T19" fmla="*/ 0 h 49"/>
                  <a:gd name="T20" fmla="*/ 52 w 52"/>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2" h="49">
                    <a:moveTo>
                      <a:pt x="0" y="49"/>
                    </a:moveTo>
                    <a:lnTo>
                      <a:pt x="0" y="49"/>
                    </a:lnTo>
                    <a:lnTo>
                      <a:pt x="52" y="49"/>
                    </a:lnTo>
                    <a:lnTo>
                      <a:pt x="52"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5" name="Freeform 471"/>
              <p:cNvSpPr/>
              <p:nvPr/>
            </p:nvSpPr>
            <p:spPr bwMode="auto">
              <a:xfrm>
                <a:off x="5986463" y="4340226"/>
                <a:ext cx="25400" cy="53975"/>
              </a:xfrm>
              <a:custGeom>
                <a:avLst/>
                <a:gdLst>
                  <a:gd name="T0" fmla="*/ 0 w 52"/>
                  <a:gd name="T1" fmla="*/ 2147483646 h 112"/>
                  <a:gd name="T2" fmla="*/ 0 w 52"/>
                  <a:gd name="T3" fmla="*/ 2147483646 h 112"/>
                  <a:gd name="T4" fmla="*/ 0 w 52"/>
                  <a:gd name="T5" fmla="*/ 2147483646 h 112"/>
                  <a:gd name="T6" fmla="*/ 2147483646 w 52"/>
                  <a:gd name="T7" fmla="*/ 2147483646 h 112"/>
                  <a:gd name="T8" fmla="*/ 2147483646 w 52"/>
                  <a:gd name="T9" fmla="*/ 0 h 112"/>
                  <a:gd name="T10" fmla="*/ 0 w 52"/>
                  <a:gd name="T11" fmla="*/ 2147483646 h 112"/>
                  <a:gd name="T12" fmla="*/ 0 60000 65536"/>
                  <a:gd name="T13" fmla="*/ 0 60000 65536"/>
                  <a:gd name="T14" fmla="*/ 0 60000 65536"/>
                  <a:gd name="T15" fmla="*/ 0 60000 65536"/>
                  <a:gd name="T16" fmla="*/ 0 60000 65536"/>
                  <a:gd name="T17" fmla="*/ 0 60000 65536"/>
                  <a:gd name="T18" fmla="*/ 0 w 52"/>
                  <a:gd name="T19" fmla="*/ 0 h 112"/>
                  <a:gd name="T20" fmla="*/ 52 w 52"/>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2" h="112">
                    <a:moveTo>
                      <a:pt x="0" y="21"/>
                    </a:moveTo>
                    <a:lnTo>
                      <a:pt x="0" y="21"/>
                    </a:lnTo>
                    <a:lnTo>
                      <a:pt x="0" y="112"/>
                    </a:lnTo>
                    <a:lnTo>
                      <a:pt x="52" y="112"/>
                    </a:lnTo>
                    <a:lnTo>
                      <a:pt x="52"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6" name="Freeform 472"/>
              <p:cNvSpPr/>
              <p:nvPr/>
            </p:nvSpPr>
            <p:spPr bwMode="auto">
              <a:xfrm>
                <a:off x="5986463" y="4321176"/>
                <a:ext cx="25400" cy="22225"/>
              </a:xfrm>
              <a:custGeom>
                <a:avLst/>
                <a:gdLst>
                  <a:gd name="T0" fmla="*/ 0 w 52"/>
                  <a:gd name="T1" fmla="*/ 2147483646 h 44"/>
                  <a:gd name="T2" fmla="*/ 0 w 52"/>
                  <a:gd name="T3" fmla="*/ 2147483646 h 44"/>
                  <a:gd name="T4" fmla="*/ 0 w 52"/>
                  <a:gd name="T5" fmla="*/ 0 h 44"/>
                  <a:gd name="T6" fmla="*/ 2147483646 w 52"/>
                  <a:gd name="T7" fmla="*/ 0 h 44"/>
                  <a:gd name="T8" fmla="*/ 2147483646 w 52"/>
                  <a:gd name="T9" fmla="*/ 2147483646 h 44"/>
                  <a:gd name="T10" fmla="*/ 0 w 52"/>
                  <a:gd name="T11" fmla="*/ 2147483646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0" y="44"/>
                    </a:moveTo>
                    <a:lnTo>
                      <a:pt x="0" y="44"/>
                    </a:lnTo>
                    <a:lnTo>
                      <a:pt x="0" y="0"/>
                    </a:lnTo>
                    <a:lnTo>
                      <a:pt x="52" y="0"/>
                    </a:lnTo>
                    <a:lnTo>
                      <a:pt x="52"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7" name="Freeform 473"/>
              <p:cNvSpPr/>
              <p:nvPr/>
            </p:nvSpPr>
            <p:spPr bwMode="auto">
              <a:xfrm>
                <a:off x="6026151" y="4400551"/>
                <a:ext cx="25400" cy="22225"/>
              </a:xfrm>
              <a:custGeom>
                <a:avLst/>
                <a:gdLst>
                  <a:gd name="T0" fmla="*/ 0 w 52"/>
                  <a:gd name="T1" fmla="*/ 2147483646 h 49"/>
                  <a:gd name="T2" fmla="*/ 0 w 52"/>
                  <a:gd name="T3" fmla="*/ 2147483646 h 49"/>
                  <a:gd name="T4" fmla="*/ 2147483646 w 52"/>
                  <a:gd name="T5" fmla="*/ 2147483646 h 49"/>
                  <a:gd name="T6" fmla="*/ 2147483646 w 52"/>
                  <a:gd name="T7" fmla="*/ 0 h 49"/>
                  <a:gd name="T8" fmla="*/ 0 w 52"/>
                  <a:gd name="T9" fmla="*/ 0 h 49"/>
                  <a:gd name="T10" fmla="*/ 0 w 52"/>
                  <a:gd name="T11" fmla="*/ 2147483646 h 49"/>
                  <a:gd name="T12" fmla="*/ 0 60000 65536"/>
                  <a:gd name="T13" fmla="*/ 0 60000 65536"/>
                  <a:gd name="T14" fmla="*/ 0 60000 65536"/>
                  <a:gd name="T15" fmla="*/ 0 60000 65536"/>
                  <a:gd name="T16" fmla="*/ 0 60000 65536"/>
                  <a:gd name="T17" fmla="*/ 0 60000 65536"/>
                  <a:gd name="T18" fmla="*/ 0 w 52"/>
                  <a:gd name="T19" fmla="*/ 0 h 49"/>
                  <a:gd name="T20" fmla="*/ 52 w 52"/>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2" h="49">
                    <a:moveTo>
                      <a:pt x="0" y="49"/>
                    </a:moveTo>
                    <a:lnTo>
                      <a:pt x="0" y="49"/>
                    </a:lnTo>
                    <a:lnTo>
                      <a:pt x="52" y="49"/>
                    </a:lnTo>
                    <a:lnTo>
                      <a:pt x="52"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8" name="Freeform 474"/>
              <p:cNvSpPr/>
              <p:nvPr/>
            </p:nvSpPr>
            <p:spPr bwMode="auto">
              <a:xfrm>
                <a:off x="6026151" y="4340226"/>
                <a:ext cx="25400" cy="53975"/>
              </a:xfrm>
              <a:custGeom>
                <a:avLst/>
                <a:gdLst>
                  <a:gd name="T0" fmla="*/ 0 w 52"/>
                  <a:gd name="T1" fmla="*/ 2147483646 h 112"/>
                  <a:gd name="T2" fmla="*/ 0 w 52"/>
                  <a:gd name="T3" fmla="*/ 2147483646 h 112"/>
                  <a:gd name="T4" fmla="*/ 0 w 52"/>
                  <a:gd name="T5" fmla="*/ 2147483646 h 112"/>
                  <a:gd name="T6" fmla="*/ 2147483646 w 52"/>
                  <a:gd name="T7" fmla="*/ 2147483646 h 112"/>
                  <a:gd name="T8" fmla="*/ 2147483646 w 52"/>
                  <a:gd name="T9" fmla="*/ 0 h 112"/>
                  <a:gd name="T10" fmla="*/ 0 w 52"/>
                  <a:gd name="T11" fmla="*/ 2147483646 h 112"/>
                  <a:gd name="T12" fmla="*/ 0 60000 65536"/>
                  <a:gd name="T13" fmla="*/ 0 60000 65536"/>
                  <a:gd name="T14" fmla="*/ 0 60000 65536"/>
                  <a:gd name="T15" fmla="*/ 0 60000 65536"/>
                  <a:gd name="T16" fmla="*/ 0 60000 65536"/>
                  <a:gd name="T17" fmla="*/ 0 60000 65536"/>
                  <a:gd name="T18" fmla="*/ 0 w 52"/>
                  <a:gd name="T19" fmla="*/ 0 h 112"/>
                  <a:gd name="T20" fmla="*/ 52 w 52"/>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2" h="112">
                    <a:moveTo>
                      <a:pt x="0" y="21"/>
                    </a:moveTo>
                    <a:lnTo>
                      <a:pt x="0" y="21"/>
                    </a:lnTo>
                    <a:lnTo>
                      <a:pt x="0" y="112"/>
                    </a:lnTo>
                    <a:lnTo>
                      <a:pt x="52" y="112"/>
                    </a:lnTo>
                    <a:lnTo>
                      <a:pt x="52"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69" name="Freeform 475"/>
              <p:cNvSpPr/>
              <p:nvPr/>
            </p:nvSpPr>
            <p:spPr bwMode="auto">
              <a:xfrm>
                <a:off x="6026151" y="4321176"/>
                <a:ext cx="25400" cy="22225"/>
              </a:xfrm>
              <a:custGeom>
                <a:avLst/>
                <a:gdLst>
                  <a:gd name="T0" fmla="*/ 0 w 52"/>
                  <a:gd name="T1" fmla="*/ 2147483646 h 44"/>
                  <a:gd name="T2" fmla="*/ 0 w 52"/>
                  <a:gd name="T3" fmla="*/ 2147483646 h 44"/>
                  <a:gd name="T4" fmla="*/ 0 w 52"/>
                  <a:gd name="T5" fmla="*/ 0 h 44"/>
                  <a:gd name="T6" fmla="*/ 2147483646 w 52"/>
                  <a:gd name="T7" fmla="*/ 0 h 44"/>
                  <a:gd name="T8" fmla="*/ 2147483646 w 52"/>
                  <a:gd name="T9" fmla="*/ 2147483646 h 44"/>
                  <a:gd name="T10" fmla="*/ 0 w 52"/>
                  <a:gd name="T11" fmla="*/ 2147483646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0" y="44"/>
                    </a:moveTo>
                    <a:lnTo>
                      <a:pt x="0" y="44"/>
                    </a:lnTo>
                    <a:lnTo>
                      <a:pt x="0" y="0"/>
                    </a:lnTo>
                    <a:lnTo>
                      <a:pt x="52" y="0"/>
                    </a:lnTo>
                    <a:lnTo>
                      <a:pt x="52"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0" name="Freeform 476"/>
              <p:cNvSpPr/>
              <p:nvPr/>
            </p:nvSpPr>
            <p:spPr bwMode="auto">
              <a:xfrm>
                <a:off x="6067426" y="4400551"/>
                <a:ext cx="23813"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1" name="Freeform 477"/>
              <p:cNvSpPr/>
              <p:nvPr/>
            </p:nvSpPr>
            <p:spPr bwMode="auto">
              <a:xfrm>
                <a:off x="6067426"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2" name="Freeform 478"/>
              <p:cNvSpPr/>
              <p:nvPr/>
            </p:nvSpPr>
            <p:spPr bwMode="auto">
              <a:xfrm>
                <a:off x="6067426"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3" name="Freeform 479"/>
              <p:cNvSpPr/>
              <p:nvPr/>
            </p:nvSpPr>
            <p:spPr bwMode="auto">
              <a:xfrm>
                <a:off x="6107113" y="4400551"/>
                <a:ext cx="23813"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4" name="Freeform 480"/>
              <p:cNvSpPr/>
              <p:nvPr/>
            </p:nvSpPr>
            <p:spPr bwMode="auto">
              <a:xfrm>
                <a:off x="6107113"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5" name="Freeform 481"/>
              <p:cNvSpPr/>
              <p:nvPr/>
            </p:nvSpPr>
            <p:spPr bwMode="auto">
              <a:xfrm>
                <a:off x="6107113"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6" name="Freeform 482"/>
              <p:cNvSpPr/>
              <p:nvPr/>
            </p:nvSpPr>
            <p:spPr bwMode="auto">
              <a:xfrm>
                <a:off x="6146801"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7" name="Freeform 483"/>
              <p:cNvSpPr/>
              <p:nvPr/>
            </p:nvSpPr>
            <p:spPr bwMode="auto">
              <a:xfrm>
                <a:off x="6146801"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8" name="Freeform 484"/>
              <p:cNvSpPr/>
              <p:nvPr/>
            </p:nvSpPr>
            <p:spPr bwMode="auto">
              <a:xfrm>
                <a:off x="6146801"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9" name="Freeform 485"/>
              <p:cNvSpPr/>
              <p:nvPr/>
            </p:nvSpPr>
            <p:spPr bwMode="auto">
              <a:xfrm>
                <a:off x="6186488"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0" name="Freeform 486"/>
              <p:cNvSpPr/>
              <p:nvPr/>
            </p:nvSpPr>
            <p:spPr bwMode="auto">
              <a:xfrm>
                <a:off x="6186488"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1" name="Freeform 487"/>
              <p:cNvSpPr/>
              <p:nvPr/>
            </p:nvSpPr>
            <p:spPr bwMode="auto">
              <a:xfrm>
                <a:off x="6186488"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2" name="Freeform 488"/>
              <p:cNvSpPr/>
              <p:nvPr/>
            </p:nvSpPr>
            <p:spPr bwMode="auto">
              <a:xfrm>
                <a:off x="6226176"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3" name="Freeform 489"/>
              <p:cNvSpPr/>
              <p:nvPr/>
            </p:nvSpPr>
            <p:spPr bwMode="auto">
              <a:xfrm>
                <a:off x="6226176"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4" name="Freeform 490"/>
              <p:cNvSpPr/>
              <p:nvPr/>
            </p:nvSpPr>
            <p:spPr bwMode="auto">
              <a:xfrm>
                <a:off x="6226176"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5" name="Freeform 491"/>
              <p:cNvSpPr/>
              <p:nvPr/>
            </p:nvSpPr>
            <p:spPr bwMode="auto">
              <a:xfrm>
                <a:off x="6265863"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6" name="Freeform 492"/>
              <p:cNvSpPr/>
              <p:nvPr/>
            </p:nvSpPr>
            <p:spPr bwMode="auto">
              <a:xfrm>
                <a:off x="6265863"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7" name="Freeform 493"/>
              <p:cNvSpPr/>
              <p:nvPr/>
            </p:nvSpPr>
            <p:spPr bwMode="auto">
              <a:xfrm>
                <a:off x="6265863"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8" name="Freeform 494"/>
              <p:cNvSpPr/>
              <p:nvPr/>
            </p:nvSpPr>
            <p:spPr bwMode="auto">
              <a:xfrm>
                <a:off x="6307138" y="4400551"/>
                <a:ext cx="23813" cy="22225"/>
              </a:xfrm>
              <a:custGeom>
                <a:avLst/>
                <a:gdLst>
                  <a:gd name="T0" fmla="*/ 0 w 52"/>
                  <a:gd name="T1" fmla="*/ 2147483646 h 49"/>
                  <a:gd name="T2" fmla="*/ 0 w 52"/>
                  <a:gd name="T3" fmla="*/ 2147483646 h 49"/>
                  <a:gd name="T4" fmla="*/ 2147483646 w 52"/>
                  <a:gd name="T5" fmla="*/ 2147483646 h 49"/>
                  <a:gd name="T6" fmla="*/ 2147483646 w 52"/>
                  <a:gd name="T7" fmla="*/ 0 h 49"/>
                  <a:gd name="T8" fmla="*/ 0 w 52"/>
                  <a:gd name="T9" fmla="*/ 0 h 49"/>
                  <a:gd name="T10" fmla="*/ 0 w 52"/>
                  <a:gd name="T11" fmla="*/ 2147483646 h 49"/>
                  <a:gd name="T12" fmla="*/ 0 60000 65536"/>
                  <a:gd name="T13" fmla="*/ 0 60000 65536"/>
                  <a:gd name="T14" fmla="*/ 0 60000 65536"/>
                  <a:gd name="T15" fmla="*/ 0 60000 65536"/>
                  <a:gd name="T16" fmla="*/ 0 60000 65536"/>
                  <a:gd name="T17" fmla="*/ 0 60000 65536"/>
                  <a:gd name="T18" fmla="*/ 0 w 52"/>
                  <a:gd name="T19" fmla="*/ 0 h 49"/>
                  <a:gd name="T20" fmla="*/ 52 w 52"/>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2" h="49">
                    <a:moveTo>
                      <a:pt x="0" y="49"/>
                    </a:moveTo>
                    <a:lnTo>
                      <a:pt x="0" y="49"/>
                    </a:lnTo>
                    <a:lnTo>
                      <a:pt x="52" y="49"/>
                    </a:lnTo>
                    <a:lnTo>
                      <a:pt x="52"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9" name="Freeform 495"/>
              <p:cNvSpPr/>
              <p:nvPr/>
            </p:nvSpPr>
            <p:spPr bwMode="auto">
              <a:xfrm>
                <a:off x="6307138" y="4340226"/>
                <a:ext cx="23813" cy="53975"/>
              </a:xfrm>
              <a:custGeom>
                <a:avLst/>
                <a:gdLst>
                  <a:gd name="T0" fmla="*/ 0 w 52"/>
                  <a:gd name="T1" fmla="*/ 2147483646 h 112"/>
                  <a:gd name="T2" fmla="*/ 0 w 52"/>
                  <a:gd name="T3" fmla="*/ 2147483646 h 112"/>
                  <a:gd name="T4" fmla="*/ 0 w 52"/>
                  <a:gd name="T5" fmla="*/ 2147483646 h 112"/>
                  <a:gd name="T6" fmla="*/ 2147483646 w 52"/>
                  <a:gd name="T7" fmla="*/ 2147483646 h 112"/>
                  <a:gd name="T8" fmla="*/ 2147483646 w 52"/>
                  <a:gd name="T9" fmla="*/ 0 h 112"/>
                  <a:gd name="T10" fmla="*/ 0 w 52"/>
                  <a:gd name="T11" fmla="*/ 2147483646 h 112"/>
                  <a:gd name="T12" fmla="*/ 0 60000 65536"/>
                  <a:gd name="T13" fmla="*/ 0 60000 65536"/>
                  <a:gd name="T14" fmla="*/ 0 60000 65536"/>
                  <a:gd name="T15" fmla="*/ 0 60000 65536"/>
                  <a:gd name="T16" fmla="*/ 0 60000 65536"/>
                  <a:gd name="T17" fmla="*/ 0 60000 65536"/>
                  <a:gd name="T18" fmla="*/ 0 w 52"/>
                  <a:gd name="T19" fmla="*/ 0 h 112"/>
                  <a:gd name="T20" fmla="*/ 52 w 52"/>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2" h="112">
                    <a:moveTo>
                      <a:pt x="0" y="21"/>
                    </a:moveTo>
                    <a:lnTo>
                      <a:pt x="0" y="21"/>
                    </a:lnTo>
                    <a:lnTo>
                      <a:pt x="0" y="112"/>
                    </a:lnTo>
                    <a:lnTo>
                      <a:pt x="52" y="112"/>
                    </a:lnTo>
                    <a:lnTo>
                      <a:pt x="52"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0" name="Freeform 496"/>
              <p:cNvSpPr/>
              <p:nvPr/>
            </p:nvSpPr>
            <p:spPr bwMode="auto">
              <a:xfrm>
                <a:off x="6307138" y="4321176"/>
                <a:ext cx="23813" cy="22225"/>
              </a:xfrm>
              <a:custGeom>
                <a:avLst/>
                <a:gdLst>
                  <a:gd name="T0" fmla="*/ 0 w 52"/>
                  <a:gd name="T1" fmla="*/ 2147483646 h 44"/>
                  <a:gd name="T2" fmla="*/ 0 w 52"/>
                  <a:gd name="T3" fmla="*/ 2147483646 h 44"/>
                  <a:gd name="T4" fmla="*/ 0 w 52"/>
                  <a:gd name="T5" fmla="*/ 0 h 44"/>
                  <a:gd name="T6" fmla="*/ 2147483646 w 52"/>
                  <a:gd name="T7" fmla="*/ 0 h 44"/>
                  <a:gd name="T8" fmla="*/ 2147483646 w 52"/>
                  <a:gd name="T9" fmla="*/ 2147483646 h 44"/>
                  <a:gd name="T10" fmla="*/ 0 w 52"/>
                  <a:gd name="T11" fmla="*/ 2147483646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0" y="44"/>
                    </a:moveTo>
                    <a:lnTo>
                      <a:pt x="0" y="44"/>
                    </a:lnTo>
                    <a:lnTo>
                      <a:pt x="0" y="0"/>
                    </a:lnTo>
                    <a:lnTo>
                      <a:pt x="52" y="0"/>
                    </a:lnTo>
                    <a:lnTo>
                      <a:pt x="52"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1" name="Freeform 497"/>
              <p:cNvSpPr/>
              <p:nvPr/>
            </p:nvSpPr>
            <p:spPr bwMode="auto">
              <a:xfrm>
                <a:off x="6346826" y="4400551"/>
                <a:ext cx="25400" cy="22225"/>
              </a:xfrm>
              <a:custGeom>
                <a:avLst/>
                <a:gdLst>
                  <a:gd name="T0" fmla="*/ 0 w 52"/>
                  <a:gd name="T1" fmla="*/ 2147483646 h 49"/>
                  <a:gd name="T2" fmla="*/ 0 w 52"/>
                  <a:gd name="T3" fmla="*/ 2147483646 h 49"/>
                  <a:gd name="T4" fmla="*/ 2147483646 w 52"/>
                  <a:gd name="T5" fmla="*/ 2147483646 h 49"/>
                  <a:gd name="T6" fmla="*/ 2147483646 w 52"/>
                  <a:gd name="T7" fmla="*/ 0 h 49"/>
                  <a:gd name="T8" fmla="*/ 0 w 52"/>
                  <a:gd name="T9" fmla="*/ 0 h 49"/>
                  <a:gd name="T10" fmla="*/ 0 w 52"/>
                  <a:gd name="T11" fmla="*/ 2147483646 h 49"/>
                  <a:gd name="T12" fmla="*/ 0 60000 65536"/>
                  <a:gd name="T13" fmla="*/ 0 60000 65536"/>
                  <a:gd name="T14" fmla="*/ 0 60000 65536"/>
                  <a:gd name="T15" fmla="*/ 0 60000 65536"/>
                  <a:gd name="T16" fmla="*/ 0 60000 65536"/>
                  <a:gd name="T17" fmla="*/ 0 60000 65536"/>
                  <a:gd name="T18" fmla="*/ 0 w 52"/>
                  <a:gd name="T19" fmla="*/ 0 h 49"/>
                  <a:gd name="T20" fmla="*/ 52 w 52"/>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2" h="49">
                    <a:moveTo>
                      <a:pt x="0" y="49"/>
                    </a:moveTo>
                    <a:lnTo>
                      <a:pt x="0" y="49"/>
                    </a:lnTo>
                    <a:lnTo>
                      <a:pt x="52" y="49"/>
                    </a:lnTo>
                    <a:lnTo>
                      <a:pt x="52"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2" name="Freeform 498"/>
              <p:cNvSpPr/>
              <p:nvPr/>
            </p:nvSpPr>
            <p:spPr bwMode="auto">
              <a:xfrm>
                <a:off x="6346826" y="4340226"/>
                <a:ext cx="25400" cy="53975"/>
              </a:xfrm>
              <a:custGeom>
                <a:avLst/>
                <a:gdLst>
                  <a:gd name="T0" fmla="*/ 0 w 52"/>
                  <a:gd name="T1" fmla="*/ 2147483646 h 112"/>
                  <a:gd name="T2" fmla="*/ 0 w 52"/>
                  <a:gd name="T3" fmla="*/ 2147483646 h 112"/>
                  <a:gd name="T4" fmla="*/ 0 w 52"/>
                  <a:gd name="T5" fmla="*/ 2147483646 h 112"/>
                  <a:gd name="T6" fmla="*/ 2147483646 w 52"/>
                  <a:gd name="T7" fmla="*/ 2147483646 h 112"/>
                  <a:gd name="T8" fmla="*/ 2147483646 w 52"/>
                  <a:gd name="T9" fmla="*/ 0 h 112"/>
                  <a:gd name="T10" fmla="*/ 0 w 52"/>
                  <a:gd name="T11" fmla="*/ 2147483646 h 112"/>
                  <a:gd name="T12" fmla="*/ 0 60000 65536"/>
                  <a:gd name="T13" fmla="*/ 0 60000 65536"/>
                  <a:gd name="T14" fmla="*/ 0 60000 65536"/>
                  <a:gd name="T15" fmla="*/ 0 60000 65536"/>
                  <a:gd name="T16" fmla="*/ 0 60000 65536"/>
                  <a:gd name="T17" fmla="*/ 0 60000 65536"/>
                  <a:gd name="T18" fmla="*/ 0 w 52"/>
                  <a:gd name="T19" fmla="*/ 0 h 112"/>
                  <a:gd name="T20" fmla="*/ 52 w 52"/>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2" h="112">
                    <a:moveTo>
                      <a:pt x="0" y="21"/>
                    </a:moveTo>
                    <a:lnTo>
                      <a:pt x="0" y="21"/>
                    </a:lnTo>
                    <a:lnTo>
                      <a:pt x="0" y="112"/>
                    </a:lnTo>
                    <a:lnTo>
                      <a:pt x="52" y="112"/>
                    </a:lnTo>
                    <a:lnTo>
                      <a:pt x="52"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3" name="Freeform 499"/>
              <p:cNvSpPr/>
              <p:nvPr/>
            </p:nvSpPr>
            <p:spPr bwMode="auto">
              <a:xfrm>
                <a:off x="6346826" y="4321176"/>
                <a:ext cx="25400" cy="22225"/>
              </a:xfrm>
              <a:custGeom>
                <a:avLst/>
                <a:gdLst>
                  <a:gd name="T0" fmla="*/ 0 w 52"/>
                  <a:gd name="T1" fmla="*/ 2147483646 h 44"/>
                  <a:gd name="T2" fmla="*/ 0 w 52"/>
                  <a:gd name="T3" fmla="*/ 2147483646 h 44"/>
                  <a:gd name="T4" fmla="*/ 0 w 52"/>
                  <a:gd name="T5" fmla="*/ 0 h 44"/>
                  <a:gd name="T6" fmla="*/ 2147483646 w 52"/>
                  <a:gd name="T7" fmla="*/ 0 h 44"/>
                  <a:gd name="T8" fmla="*/ 2147483646 w 52"/>
                  <a:gd name="T9" fmla="*/ 2147483646 h 44"/>
                  <a:gd name="T10" fmla="*/ 0 w 52"/>
                  <a:gd name="T11" fmla="*/ 2147483646 h 44"/>
                  <a:gd name="T12" fmla="*/ 0 60000 65536"/>
                  <a:gd name="T13" fmla="*/ 0 60000 65536"/>
                  <a:gd name="T14" fmla="*/ 0 60000 65536"/>
                  <a:gd name="T15" fmla="*/ 0 60000 65536"/>
                  <a:gd name="T16" fmla="*/ 0 60000 65536"/>
                  <a:gd name="T17" fmla="*/ 0 60000 65536"/>
                  <a:gd name="T18" fmla="*/ 0 w 52"/>
                  <a:gd name="T19" fmla="*/ 0 h 44"/>
                  <a:gd name="T20" fmla="*/ 52 w 52"/>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2" h="44">
                    <a:moveTo>
                      <a:pt x="0" y="44"/>
                    </a:moveTo>
                    <a:lnTo>
                      <a:pt x="0" y="44"/>
                    </a:lnTo>
                    <a:lnTo>
                      <a:pt x="0" y="0"/>
                    </a:lnTo>
                    <a:lnTo>
                      <a:pt x="52" y="0"/>
                    </a:lnTo>
                    <a:lnTo>
                      <a:pt x="52"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4" name="Freeform 500"/>
              <p:cNvSpPr/>
              <p:nvPr/>
            </p:nvSpPr>
            <p:spPr bwMode="auto">
              <a:xfrm>
                <a:off x="6386513" y="4400551"/>
                <a:ext cx="25400"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5" name="Freeform 501"/>
              <p:cNvSpPr/>
              <p:nvPr/>
            </p:nvSpPr>
            <p:spPr bwMode="auto">
              <a:xfrm>
                <a:off x="6386513" y="4340226"/>
                <a:ext cx="25400"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6" name="Freeform 502"/>
              <p:cNvSpPr/>
              <p:nvPr/>
            </p:nvSpPr>
            <p:spPr bwMode="auto">
              <a:xfrm>
                <a:off x="6386513" y="4321176"/>
                <a:ext cx="25400"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7" name="Freeform 503"/>
              <p:cNvSpPr/>
              <p:nvPr/>
            </p:nvSpPr>
            <p:spPr bwMode="auto">
              <a:xfrm>
                <a:off x="6427788" y="4400551"/>
                <a:ext cx="23813" cy="22225"/>
              </a:xfrm>
              <a:custGeom>
                <a:avLst/>
                <a:gdLst>
                  <a:gd name="T0" fmla="*/ 0 w 53"/>
                  <a:gd name="T1" fmla="*/ 2147483646 h 49"/>
                  <a:gd name="T2" fmla="*/ 0 w 53"/>
                  <a:gd name="T3" fmla="*/ 2147483646 h 49"/>
                  <a:gd name="T4" fmla="*/ 2147483646 w 53"/>
                  <a:gd name="T5" fmla="*/ 2147483646 h 49"/>
                  <a:gd name="T6" fmla="*/ 2147483646 w 53"/>
                  <a:gd name="T7" fmla="*/ 0 h 49"/>
                  <a:gd name="T8" fmla="*/ 0 w 53"/>
                  <a:gd name="T9" fmla="*/ 0 h 49"/>
                  <a:gd name="T10" fmla="*/ 0 w 53"/>
                  <a:gd name="T11" fmla="*/ 2147483646 h 49"/>
                  <a:gd name="T12" fmla="*/ 0 60000 65536"/>
                  <a:gd name="T13" fmla="*/ 0 60000 65536"/>
                  <a:gd name="T14" fmla="*/ 0 60000 65536"/>
                  <a:gd name="T15" fmla="*/ 0 60000 65536"/>
                  <a:gd name="T16" fmla="*/ 0 60000 65536"/>
                  <a:gd name="T17" fmla="*/ 0 60000 65536"/>
                  <a:gd name="T18" fmla="*/ 0 w 53"/>
                  <a:gd name="T19" fmla="*/ 0 h 49"/>
                  <a:gd name="T20" fmla="*/ 53 w 53"/>
                  <a:gd name="T21" fmla="*/ 49 h 49"/>
                </a:gdLst>
                <a:ahLst/>
                <a:cxnLst>
                  <a:cxn ang="T12">
                    <a:pos x="T0" y="T1"/>
                  </a:cxn>
                  <a:cxn ang="T13">
                    <a:pos x="T2" y="T3"/>
                  </a:cxn>
                  <a:cxn ang="T14">
                    <a:pos x="T4" y="T5"/>
                  </a:cxn>
                  <a:cxn ang="T15">
                    <a:pos x="T6" y="T7"/>
                  </a:cxn>
                  <a:cxn ang="T16">
                    <a:pos x="T8" y="T9"/>
                  </a:cxn>
                  <a:cxn ang="T17">
                    <a:pos x="T10" y="T11"/>
                  </a:cxn>
                </a:cxnLst>
                <a:rect l="T18" t="T19" r="T20" b="T21"/>
                <a:pathLst>
                  <a:path w="53" h="49">
                    <a:moveTo>
                      <a:pt x="0" y="49"/>
                    </a:moveTo>
                    <a:lnTo>
                      <a:pt x="0" y="49"/>
                    </a:lnTo>
                    <a:lnTo>
                      <a:pt x="53" y="49"/>
                    </a:lnTo>
                    <a:lnTo>
                      <a:pt x="53" y="0"/>
                    </a:lnTo>
                    <a:lnTo>
                      <a:pt x="0" y="0"/>
                    </a:lnTo>
                    <a:lnTo>
                      <a:pt x="0" y="4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8" name="Freeform 504"/>
              <p:cNvSpPr/>
              <p:nvPr/>
            </p:nvSpPr>
            <p:spPr bwMode="auto">
              <a:xfrm>
                <a:off x="6427788" y="4340226"/>
                <a:ext cx="23813" cy="53975"/>
              </a:xfrm>
              <a:custGeom>
                <a:avLst/>
                <a:gdLst>
                  <a:gd name="T0" fmla="*/ 0 w 53"/>
                  <a:gd name="T1" fmla="*/ 2147483646 h 112"/>
                  <a:gd name="T2" fmla="*/ 0 w 53"/>
                  <a:gd name="T3" fmla="*/ 2147483646 h 112"/>
                  <a:gd name="T4" fmla="*/ 0 w 53"/>
                  <a:gd name="T5" fmla="*/ 2147483646 h 112"/>
                  <a:gd name="T6" fmla="*/ 2147483646 w 53"/>
                  <a:gd name="T7" fmla="*/ 2147483646 h 112"/>
                  <a:gd name="T8" fmla="*/ 2147483646 w 53"/>
                  <a:gd name="T9" fmla="*/ 0 h 112"/>
                  <a:gd name="T10" fmla="*/ 0 w 53"/>
                  <a:gd name="T11" fmla="*/ 2147483646 h 112"/>
                  <a:gd name="T12" fmla="*/ 0 60000 65536"/>
                  <a:gd name="T13" fmla="*/ 0 60000 65536"/>
                  <a:gd name="T14" fmla="*/ 0 60000 65536"/>
                  <a:gd name="T15" fmla="*/ 0 60000 65536"/>
                  <a:gd name="T16" fmla="*/ 0 60000 65536"/>
                  <a:gd name="T17" fmla="*/ 0 60000 65536"/>
                  <a:gd name="T18" fmla="*/ 0 w 53"/>
                  <a:gd name="T19" fmla="*/ 0 h 112"/>
                  <a:gd name="T20" fmla="*/ 53 w 53"/>
                  <a:gd name="T21" fmla="*/ 112 h 112"/>
                </a:gdLst>
                <a:ahLst/>
                <a:cxnLst>
                  <a:cxn ang="T12">
                    <a:pos x="T0" y="T1"/>
                  </a:cxn>
                  <a:cxn ang="T13">
                    <a:pos x="T2" y="T3"/>
                  </a:cxn>
                  <a:cxn ang="T14">
                    <a:pos x="T4" y="T5"/>
                  </a:cxn>
                  <a:cxn ang="T15">
                    <a:pos x="T6" y="T7"/>
                  </a:cxn>
                  <a:cxn ang="T16">
                    <a:pos x="T8" y="T9"/>
                  </a:cxn>
                  <a:cxn ang="T17">
                    <a:pos x="T10" y="T11"/>
                  </a:cxn>
                </a:cxnLst>
                <a:rect l="T18" t="T19" r="T20" b="T21"/>
                <a:pathLst>
                  <a:path w="53" h="112">
                    <a:moveTo>
                      <a:pt x="0" y="21"/>
                    </a:moveTo>
                    <a:lnTo>
                      <a:pt x="0" y="21"/>
                    </a:lnTo>
                    <a:lnTo>
                      <a:pt x="0" y="112"/>
                    </a:lnTo>
                    <a:lnTo>
                      <a:pt x="53" y="112"/>
                    </a:lnTo>
                    <a:lnTo>
                      <a:pt x="53" y="0"/>
                    </a:lnTo>
                    <a:lnTo>
                      <a:pt x="0" y="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9" name="Freeform 505"/>
              <p:cNvSpPr/>
              <p:nvPr/>
            </p:nvSpPr>
            <p:spPr bwMode="auto">
              <a:xfrm>
                <a:off x="6427788" y="4321176"/>
                <a:ext cx="23813" cy="22225"/>
              </a:xfrm>
              <a:custGeom>
                <a:avLst/>
                <a:gdLst>
                  <a:gd name="T0" fmla="*/ 0 w 53"/>
                  <a:gd name="T1" fmla="*/ 2147483646 h 44"/>
                  <a:gd name="T2" fmla="*/ 0 w 53"/>
                  <a:gd name="T3" fmla="*/ 2147483646 h 44"/>
                  <a:gd name="T4" fmla="*/ 0 w 53"/>
                  <a:gd name="T5" fmla="*/ 0 h 44"/>
                  <a:gd name="T6" fmla="*/ 2147483646 w 53"/>
                  <a:gd name="T7" fmla="*/ 0 h 44"/>
                  <a:gd name="T8" fmla="*/ 2147483646 w 53"/>
                  <a:gd name="T9" fmla="*/ 2147483646 h 44"/>
                  <a:gd name="T10" fmla="*/ 0 w 53"/>
                  <a:gd name="T11" fmla="*/ 2147483646 h 44"/>
                  <a:gd name="T12" fmla="*/ 0 60000 65536"/>
                  <a:gd name="T13" fmla="*/ 0 60000 65536"/>
                  <a:gd name="T14" fmla="*/ 0 60000 65536"/>
                  <a:gd name="T15" fmla="*/ 0 60000 65536"/>
                  <a:gd name="T16" fmla="*/ 0 60000 65536"/>
                  <a:gd name="T17" fmla="*/ 0 60000 65536"/>
                  <a:gd name="T18" fmla="*/ 0 w 53"/>
                  <a:gd name="T19" fmla="*/ 0 h 44"/>
                  <a:gd name="T20" fmla="*/ 53 w 53"/>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53" h="44">
                    <a:moveTo>
                      <a:pt x="0" y="44"/>
                    </a:moveTo>
                    <a:lnTo>
                      <a:pt x="0" y="44"/>
                    </a:lnTo>
                    <a:lnTo>
                      <a:pt x="0" y="0"/>
                    </a:lnTo>
                    <a:lnTo>
                      <a:pt x="53" y="0"/>
                    </a:lnTo>
                    <a:lnTo>
                      <a:pt x="53" y="22"/>
                    </a:lnTo>
                    <a:lnTo>
                      <a:pt x="0" y="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300" name="组 236"/>
            <p:cNvGrpSpPr/>
            <p:nvPr/>
          </p:nvGrpSpPr>
          <p:grpSpPr bwMode="auto">
            <a:xfrm>
              <a:off x="4871707" y="4065636"/>
              <a:ext cx="1323208" cy="310038"/>
              <a:chOff x="2193925" y="3627438"/>
              <a:chExt cx="461963" cy="233362"/>
            </a:xfrm>
            <a:grpFill/>
          </p:grpSpPr>
          <p:sp>
            <p:nvSpPr>
              <p:cNvPr id="301" name="Freeform 241"/>
              <p:cNvSpPr>
                <a:spLocks noChangeArrowheads="1"/>
              </p:cNvSpPr>
              <p:nvPr/>
            </p:nvSpPr>
            <p:spPr bwMode="auto">
              <a:xfrm>
                <a:off x="2555724" y="3822771"/>
                <a:ext cx="37993" cy="38029"/>
              </a:xfrm>
              <a:custGeom>
                <a:avLst/>
                <a:gdLst>
                  <a:gd name="T0" fmla="*/ 2147483646 w 108"/>
                  <a:gd name="T1" fmla="*/ 2147483646 h 108"/>
                  <a:gd name="T2" fmla="*/ 0 w 108"/>
                  <a:gd name="T3" fmla="*/ 2147483646 h 108"/>
                  <a:gd name="T4" fmla="*/ 2147483646 w 108"/>
                  <a:gd name="T5" fmla="*/ 0 h 108"/>
                  <a:gd name="T6" fmla="*/ 2147483646 w 108"/>
                  <a:gd name="T7" fmla="*/ 2147483646 h 108"/>
                  <a:gd name="T8" fmla="*/ 2147483646 w 108"/>
                  <a:gd name="T9" fmla="*/ 2147483646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08">
                    <a:moveTo>
                      <a:pt x="53" y="107"/>
                    </a:moveTo>
                    <a:cubicBezTo>
                      <a:pt x="23" y="107"/>
                      <a:pt x="0" y="83"/>
                      <a:pt x="0" y="53"/>
                    </a:cubicBezTo>
                    <a:cubicBezTo>
                      <a:pt x="0" y="23"/>
                      <a:pt x="23" y="0"/>
                      <a:pt x="53" y="0"/>
                    </a:cubicBezTo>
                    <a:cubicBezTo>
                      <a:pt x="83" y="0"/>
                      <a:pt x="107" y="23"/>
                      <a:pt x="107" y="53"/>
                    </a:cubicBezTo>
                    <a:cubicBezTo>
                      <a:pt x="107" y="82"/>
                      <a:pt x="83" y="107"/>
                      <a:pt x="53" y="107"/>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2" name="Freeform 242"/>
              <p:cNvSpPr>
                <a:spLocks noChangeArrowheads="1"/>
              </p:cNvSpPr>
              <p:nvPr/>
            </p:nvSpPr>
            <p:spPr bwMode="auto">
              <a:xfrm>
                <a:off x="2487509" y="3822771"/>
                <a:ext cx="37993" cy="38029"/>
              </a:xfrm>
              <a:custGeom>
                <a:avLst/>
                <a:gdLst>
                  <a:gd name="T0" fmla="*/ 2147483646 w 108"/>
                  <a:gd name="T1" fmla="*/ 2147483646 h 108"/>
                  <a:gd name="T2" fmla="*/ 0 w 108"/>
                  <a:gd name="T3" fmla="*/ 2147483646 h 108"/>
                  <a:gd name="T4" fmla="*/ 2147483646 w 108"/>
                  <a:gd name="T5" fmla="*/ 0 h 108"/>
                  <a:gd name="T6" fmla="*/ 2147483646 w 108"/>
                  <a:gd name="T7" fmla="*/ 2147483646 h 108"/>
                  <a:gd name="T8" fmla="*/ 2147483646 w 108"/>
                  <a:gd name="T9" fmla="*/ 2147483646 h 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108">
                    <a:moveTo>
                      <a:pt x="54" y="107"/>
                    </a:moveTo>
                    <a:cubicBezTo>
                      <a:pt x="24" y="107"/>
                      <a:pt x="0" y="83"/>
                      <a:pt x="0" y="53"/>
                    </a:cubicBezTo>
                    <a:cubicBezTo>
                      <a:pt x="0" y="23"/>
                      <a:pt x="24" y="0"/>
                      <a:pt x="54" y="0"/>
                    </a:cubicBezTo>
                    <a:cubicBezTo>
                      <a:pt x="84" y="0"/>
                      <a:pt x="107" y="23"/>
                      <a:pt x="107" y="53"/>
                    </a:cubicBezTo>
                    <a:cubicBezTo>
                      <a:pt x="107" y="82"/>
                      <a:pt x="84" y="107"/>
                      <a:pt x="54" y="107"/>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3" name="Freeform 243"/>
              <p:cNvSpPr>
                <a:spLocks noChangeArrowheads="1"/>
              </p:cNvSpPr>
              <p:nvPr/>
            </p:nvSpPr>
            <p:spPr bwMode="auto">
              <a:xfrm>
                <a:off x="2193925" y="3686211"/>
                <a:ext cx="461963" cy="161625"/>
              </a:xfrm>
              <a:custGeom>
                <a:avLst/>
                <a:gdLst>
                  <a:gd name="T0" fmla="*/ 2147483646 w 1285"/>
                  <a:gd name="T1" fmla="*/ 2147483646 h 450"/>
                  <a:gd name="T2" fmla="*/ 2147483646 w 1285"/>
                  <a:gd name="T3" fmla="*/ 2147483646 h 450"/>
                  <a:gd name="T4" fmla="*/ 2147483646 w 1285"/>
                  <a:gd name="T5" fmla="*/ 2147483646 h 450"/>
                  <a:gd name="T6" fmla="*/ 2147483646 w 1285"/>
                  <a:gd name="T7" fmla="*/ 2147483646 h 450"/>
                  <a:gd name="T8" fmla="*/ 2147483646 w 1285"/>
                  <a:gd name="T9" fmla="*/ 2147483646 h 450"/>
                  <a:gd name="T10" fmla="*/ 2147483646 w 1285"/>
                  <a:gd name="T11" fmla="*/ 2147483646 h 450"/>
                  <a:gd name="T12" fmla="*/ 2147483646 w 1285"/>
                  <a:gd name="T13" fmla="*/ 2147483646 h 450"/>
                  <a:gd name="T14" fmla="*/ 2147483646 w 1285"/>
                  <a:gd name="T15" fmla="*/ 2147483646 h 450"/>
                  <a:gd name="T16" fmla="*/ 2147483646 w 1285"/>
                  <a:gd name="T17" fmla="*/ 2147483646 h 450"/>
                  <a:gd name="T18" fmla="*/ 2147483646 w 1285"/>
                  <a:gd name="T19" fmla="*/ 2147483646 h 450"/>
                  <a:gd name="T20" fmla="*/ 2147483646 w 1285"/>
                  <a:gd name="T21" fmla="*/ 2147483646 h 450"/>
                  <a:gd name="T22" fmla="*/ 2147483646 w 1285"/>
                  <a:gd name="T23" fmla="*/ 2147483646 h 450"/>
                  <a:gd name="T24" fmla="*/ 2147483646 w 1285"/>
                  <a:gd name="T25" fmla="*/ 2147483646 h 450"/>
                  <a:gd name="T26" fmla="*/ 2147483646 w 1285"/>
                  <a:gd name="T27" fmla="*/ 2147483646 h 450"/>
                  <a:gd name="T28" fmla="*/ 0 w 1285"/>
                  <a:gd name="T29" fmla="*/ 2147483646 h 450"/>
                  <a:gd name="T30" fmla="*/ 0 w 1285"/>
                  <a:gd name="T31" fmla="*/ 2147483646 h 450"/>
                  <a:gd name="T32" fmla="*/ 2147483646 w 1285"/>
                  <a:gd name="T33" fmla="*/ 0 h 450"/>
                  <a:gd name="T34" fmla="*/ 2147483646 w 1285"/>
                  <a:gd name="T35" fmla="*/ 0 h 450"/>
                  <a:gd name="T36" fmla="*/ 2147483646 w 1285"/>
                  <a:gd name="T37" fmla="*/ 2147483646 h 450"/>
                  <a:gd name="T38" fmla="*/ 2147483646 w 1285"/>
                  <a:gd name="T39" fmla="*/ 2147483646 h 450"/>
                  <a:gd name="T40" fmla="*/ 2147483646 w 1285"/>
                  <a:gd name="T41" fmla="*/ 2147483646 h 4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285" h="450">
                    <a:moveTo>
                      <a:pt x="1221" y="449"/>
                    </a:moveTo>
                    <a:lnTo>
                      <a:pt x="1063" y="449"/>
                    </a:lnTo>
                    <a:lnTo>
                      <a:pt x="1063" y="407"/>
                    </a:lnTo>
                    <a:lnTo>
                      <a:pt x="1221" y="407"/>
                    </a:lnTo>
                    <a:cubicBezTo>
                      <a:pt x="1231" y="407"/>
                      <a:pt x="1241" y="398"/>
                      <a:pt x="1241" y="387"/>
                    </a:cubicBezTo>
                    <a:lnTo>
                      <a:pt x="1241" y="62"/>
                    </a:lnTo>
                    <a:cubicBezTo>
                      <a:pt x="1241" y="52"/>
                      <a:pt x="1232" y="43"/>
                      <a:pt x="1221" y="43"/>
                    </a:cubicBezTo>
                    <a:lnTo>
                      <a:pt x="63" y="43"/>
                    </a:lnTo>
                    <a:cubicBezTo>
                      <a:pt x="52" y="43"/>
                      <a:pt x="43" y="52"/>
                      <a:pt x="43" y="62"/>
                    </a:cubicBezTo>
                    <a:lnTo>
                      <a:pt x="43" y="387"/>
                    </a:lnTo>
                    <a:cubicBezTo>
                      <a:pt x="43" y="398"/>
                      <a:pt x="51" y="407"/>
                      <a:pt x="63" y="407"/>
                    </a:cubicBezTo>
                    <a:lnTo>
                      <a:pt x="849" y="407"/>
                    </a:lnTo>
                    <a:lnTo>
                      <a:pt x="849" y="449"/>
                    </a:lnTo>
                    <a:lnTo>
                      <a:pt x="63" y="449"/>
                    </a:lnTo>
                    <a:cubicBezTo>
                      <a:pt x="29" y="449"/>
                      <a:pt x="0" y="422"/>
                      <a:pt x="0" y="387"/>
                    </a:cubicBezTo>
                    <a:lnTo>
                      <a:pt x="0" y="62"/>
                    </a:lnTo>
                    <a:cubicBezTo>
                      <a:pt x="0" y="28"/>
                      <a:pt x="28" y="0"/>
                      <a:pt x="63" y="0"/>
                    </a:cubicBezTo>
                    <a:lnTo>
                      <a:pt x="1221" y="0"/>
                    </a:lnTo>
                    <a:cubicBezTo>
                      <a:pt x="1255" y="0"/>
                      <a:pt x="1284" y="28"/>
                      <a:pt x="1284" y="62"/>
                    </a:cubicBezTo>
                    <a:lnTo>
                      <a:pt x="1284" y="387"/>
                    </a:lnTo>
                    <a:cubicBezTo>
                      <a:pt x="1284" y="422"/>
                      <a:pt x="1255" y="449"/>
                      <a:pt x="1221" y="449"/>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4" name="Freeform 244"/>
              <p:cNvSpPr>
                <a:spLocks noChangeArrowheads="1"/>
              </p:cNvSpPr>
              <p:nvPr/>
            </p:nvSpPr>
            <p:spPr bwMode="auto">
              <a:xfrm>
                <a:off x="2228464" y="3690532"/>
                <a:ext cx="107072" cy="155575"/>
              </a:xfrm>
              <a:custGeom>
                <a:avLst/>
                <a:gdLst>
                  <a:gd name="T0" fmla="*/ 2147483646 w 295"/>
                  <a:gd name="T1" fmla="*/ 2147483646 h 431"/>
                  <a:gd name="T2" fmla="*/ 2147483646 w 295"/>
                  <a:gd name="T3" fmla="*/ 2147483646 h 431"/>
                  <a:gd name="T4" fmla="*/ 2147483646 w 295"/>
                  <a:gd name="T5" fmla="*/ 2147483646 h 431"/>
                  <a:gd name="T6" fmla="*/ 2147483646 w 295"/>
                  <a:gd name="T7" fmla="*/ 2147483646 h 431"/>
                  <a:gd name="T8" fmla="*/ 2147483646 w 295"/>
                  <a:gd name="T9" fmla="*/ 2147483646 h 431"/>
                  <a:gd name="T10" fmla="*/ 2147483646 w 295"/>
                  <a:gd name="T11" fmla="*/ 0 h 431"/>
                  <a:gd name="T12" fmla="*/ 2147483646 w 295"/>
                  <a:gd name="T13" fmla="*/ 2147483646 h 431"/>
                  <a:gd name="T14" fmla="*/ 2147483646 w 295"/>
                  <a:gd name="T15" fmla="*/ 2147483646 h 431"/>
                  <a:gd name="T16" fmla="*/ 2147483646 w 295"/>
                  <a:gd name="T17" fmla="*/ 2147483646 h 431"/>
                  <a:gd name="T18" fmla="*/ 2147483646 w 295"/>
                  <a:gd name="T19" fmla="*/ 2147483646 h 431"/>
                  <a:gd name="T20" fmla="*/ 2147483646 w 295"/>
                  <a:gd name="T21" fmla="*/ 2147483646 h 431"/>
                  <a:gd name="T22" fmla="*/ 2147483646 w 295"/>
                  <a:gd name="T23" fmla="*/ 2147483646 h 431"/>
                  <a:gd name="T24" fmla="*/ 2147483646 w 295"/>
                  <a:gd name="T25" fmla="*/ 2147483646 h 431"/>
                  <a:gd name="T26" fmla="*/ 2147483646 w 295"/>
                  <a:gd name="T27" fmla="*/ 2147483646 h 431"/>
                  <a:gd name="T28" fmla="*/ 2147483646 w 295"/>
                  <a:gd name="T29" fmla="*/ 2147483646 h 4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95" h="431">
                    <a:moveTo>
                      <a:pt x="276" y="430"/>
                    </a:moveTo>
                    <a:lnTo>
                      <a:pt x="19" y="430"/>
                    </a:lnTo>
                    <a:cubicBezTo>
                      <a:pt x="14" y="430"/>
                      <a:pt x="9" y="427"/>
                      <a:pt x="4" y="421"/>
                    </a:cubicBezTo>
                    <a:cubicBezTo>
                      <a:pt x="1" y="416"/>
                      <a:pt x="0" y="409"/>
                      <a:pt x="3" y="402"/>
                    </a:cubicBezTo>
                    <a:lnTo>
                      <a:pt x="132" y="11"/>
                    </a:lnTo>
                    <a:cubicBezTo>
                      <a:pt x="135" y="4"/>
                      <a:pt x="140" y="0"/>
                      <a:pt x="148" y="0"/>
                    </a:cubicBezTo>
                    <a:cubicBezTo>
                      <a:pt x="154" y="0"/>
                      <a:pt x="160" y="4"/>
                      <a:pt x="164" y="11"/>
                    </a:cubicBezTo>
                    <a:lnTo>
                      <a:pt x="164" y="12"/>
                    </a:lnTo>
                    <a:lnTo>
                      <a:pt x="292" y="402"/>
                    </a:lnTo>
                    <a:cubicBezTo>
                      <a:pt x="294" y="409"/>
                      <a:pt x="294" y="415"/>
                      <a:pt x="291" y="421"/>
                    </a:cubicBezTo>
                    <a:cubicBezTo>
                      <a:pt x="287" y="427"/>
                      <a:pt x="281" y="430"/>
                      <a:pt x="276" y="430"/>
                    </a:cubicBezTo>
                    <a:close/>
                    <a:moveTo>
                      <a:pt x="24" y="409"/>
                    </a:moveTo>
                    <a:lnTo>
                      <a:pt x="270" y="409"/>
                    </a:lnTo>
                    <a:lnTo>
                      <a:pt x="146" y="32"/>
                    </a:lnTo>
                    <a:lnTo>
                      <a:pt x="24" y="409"/>
                    </a:lnTo>
                    <a:close/>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5" name="Freeform 245"/>
              <p:cNvSpPr>
                <a:spLocks noChangeArrowheads="1"/>
              </p:cNvSpPr>
              <p:nvPr/>
            </p:nvSpPr>
            <p:spPr bwMode="auto">
              <a:xfrm>
                <a:off x="2301860" y="3693990"/>
                <a:ext cx="98437" cy="144338"/>
              </a:xfrm>
              <a:custGeom>
                <a:avLst/>
                <a:gdLst>
                  <a:gd name="T0" fmla="*/ 2147483646 w 272"/>
                  <a:gd name="T1" fmla="*/ 2147483646 h 403"/>
                  <a:gd name="T2" fmla="*/ 2147483646 w 272"/>
                  <a:gd name="T3" fmla="*/ 2147483646 h 403"/>
                  <a:gd name="T4" fmla="*/ 2147483646 w 272"/>
                  <a:gd name="T5" fmla="*/ 2147483646 h 403"/>
                  <a:gd name="T6" fmla="*/ 2147483646 w 272"/>
                  <a:gd name="T7" fmla="*/ 2147483646 h 403"/>
                  <a:gd name="T8" fmla="*/ 2147483646 w 272"/>
                  <a:gd name="T9" fmla="*/ 2147483646 h 403"/>
                  <a:gd name="T10" fmla="*/ 2147483646 w 272"/>
                  <a:gd name="T11" fmla="*/ 2147483646 h 403"/>
                  <a:gd name="T12" fmla="*/ 2147483646 w 272"/>
                  <a:gd name="T13" fmla="*/ 2147483646 h 403"/>
                  <a:gd name="T14" fmla="*/ 2147483646 w 272"/>
                  <a:gd name="T15" fmla="*/ 2147483646 h 403"/>
                  <a:gd name="T16" fmla="*/ 2147483646 w 272"/>
                  <a:gd name="T17" fmla="*/ 2147483646 h 403"/>
                  <a:gd name="T18" fmla="*/ 2147483646 w 272"/>
                  <a:gd name="T19" fmla="*/ 2147483646 h 403"/>
                  <a:gd name="T20" fmla="*/ 2147483646 w 272"/>
                  <a:gd name="T21" fmla="*/ 2147483646 h 403"/>
                  <a:gd name="T22" fmla="*/ 2147483646 w 272"/>
                  <a:gd name="T23" fmla="*/ 2147483646 h 403"/>
                  <a:gd name="T24" fmla="*/ 2147483646 w 272"/>
                  <a:gd name="T25" fmla="*/ 2147483646 h 403"/>
                  <a:gd name="T26" fmla="*/ 2147483646 w 272"/>
                  <a:gd name="T27" fmla="*/ 0 h 403"/>
                  <a:gd name="T28" fmla="*/ 2147483646 w 272"/>
                  <a:gd name="T29" fmla="*/ 2147483646 h 403"/>
                  <a:gd name="T30" fmla="*/ 2147483646 w 272"/>
                  <a:gd name="T31" fmla="*/ 2147483646 h 403"/>
                  <a:gd name="T32" fmla="*/ 2147483646 w 272"/>
                  <a:gd name="T33" fmla="*/ 2147483646 h 403"/>
                  <a:gd name="T34" fmla="*/ 2147483646 w 272"/>
                  <a:gd name="T35" fmla="*/ 2147483646 h 40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72" h="403">
                    <a:moveTo>
                      <a:pt x="135" y="402"/>
                    </a:moveTo>
                    <a:cubicBezTo>
                      <a:pt x="128" y="402"/>
                      <a:pt x="123" y="398"/>
                      <a:pt x="120" y="392"/>
                    </a:cubicBezTo>
                    <a:lnTo>
                      <a:pt x="120" y="391"/>
                    </a:lnTo>
                    <a:lnTo>
                      <a:pt x="2" y="27"/>
                    </a:lnTo>
                    <a:cubicBezTo>
                      <a:pt x="0" y="21"/>
                      <a:pt x="0" y="14"/>
                      <a:pt x="3" y="8"/>
                    </a:cubicBezTo>
                    <a:cubicBezTo>
                      <a:pt x="7" y="3"/>
                      <a:pt x="12" y="1"/>
                      <a:pt x="17" y="1"/>
                    </a:cubicBezTo>
                    <a:lnTo>
                      <a:pt x="17" y="22"/>
                    </a:lnTo>
                    <a:cubicBezTo>
                      <a:pt x="19" y="22"/>
                      <a:pt x="20" y="21"/>
                      <a:pt x="22" y="20"/>
                    </a:cubicBezTo>
                    <a:lnTo>
                      <a:pt x="135" y="369"/>
                    </a:lnTo>
                    <a:lnTo>
                      <a:pt x="248" y="17"/>
                    </a:lnTo>
                    <a:lnTo>
                      <a:pt x="248" y="19"/>
                    </a:lnTo>
                    <a:cubicBezTo>
                      <a:pt x="249" y="20"/>
                      <a:pt x="250" y="21"/>
                      <a:pt x="252" y="21"/>
                    </a:cubicBezTo>
                    <a:lnTo>
                      <a:pt x="252" y="0"/>
                    </a:lnTo>
                    <a:cubicBezTo>
                      <a:pt x="258" y="0"/>
                      <a:pt x="263" y="3"/>
                      <a:pt x="266" y="7"/>
                    </a:cubicBezTo>
                    <a:cubicBezTo>
                      <a:pt x="270" y="13"/>
                      <a:pt x="271" y="19"/>
                      <a:pt x="267" y="26"/>
                    </a:cubicBezTo>
                    <a:lnTo>
                      <a:pt x="150" y="392"/>
                    </a:lnTo>
                    <a:cubicBezTo>
                      <a:pt x="147" y="399"/>
                      <a:pt x="141" y="402"/>
                      <a:pt x="135" y="402"/>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6" name="Freeform 246"/>
              <p:cNvSpPr>
                <a:spLocks noChangeArrowheads="1"/>
              </p:cNvSpPr>
              <p:nvPr/>
            </p:nvSpPr>
            <p:spPr bwMode="auto">
              <a:xfrm>
                <a:off x="2195652" y="3692261"/>
                <a:ext cx="64761" cy="149524"/>
              </a:xfrm>
              <a:custGeom>
                <a:avLst/>
                <a:gdLst>
                  <a:gd name="T0" fmla="*/ 2147483646 w 183"/>
                  <a:gd name="T1" fmla="*/ 2147483646 h 415"/>
                  <a:gd name="T2" fmla="*/ 2147483646 w 183"/>
                  <a:gd name="T3" fmla="*/ 2147483646 h 415"/>
                  <a:gd name="T4" fmla="*/ 2147483646 w 183"/>
                  <a:gd name="T5" fmla="*/ 2147483646 h 415"/>
                  <a:gd name="T6" fmla="*/ 2147483646 w 183"/>
                  <a:gd name="T7" fmla="*/ 2147483646 h 415"/>
                  <a:gd name="T8" fmla="*/ 2147483646 w 183"/>
                  <a:gd name="T9" fmla="*/ 2147483646 h 415"/>
                  <a:gd name="T10" fmla="*/ 2147483646 w 183"/>
                  <a:gd name="T11" fmla="*/ 2147483646 h 415"/>
                  <a:gd name="T12" fmla="*/ 2147483646 w 183"/>
                  <a:gd name="T13" fmla="*/ 2147483646 h 415"/>
                  <a:gd name="T14" fmla="*/ 2147483646 w 183"/>
                  <a:gd name="T15" fmla="*/ 2147483646 h 415"/>
                  <a:gd name="T16" fmla="*/ 2147483646 w 183"/>
                  <a:gd name="T17" fmla="*/ 2147483646 h 415"/>
                  <a:gd name="T18" fmla="*/ 2147483646 w 183"/>
                  <a:gd name="T19" fmla="*/ 2147483646 h 415"/>
                  <a:gd name="T20" fmla="*/ 0 w 183"/>
                  <a:gd name="T21" fmla="*/ 2147483646 h 415"/>
                  <a:gd name="T22" fmla="*/ 0 w 183"/>
                  <a:gd name="T23" fmla="*/ 2147483646 h 415"/>
                  <a:gd name="T24" fmla="*/ 2147483646 w 183"/>
                  <a:gd name="T25" fmla="*/ 2147483646 h 415"/>
                  <a:gd name="T26" fmla="*/ 2147483646 w 183"/>
                  <a:gd name="T27" fmla="*/ 2147483646 h 415"/>
                  <a:gd name="T28" fmla="*/ 2147483646 w 183"/>
                  <a:gd name="T29" fmla="*/ 2147483646 h 415"/>
                  <a:gd name="T30" fmla="*/ 2147483646 w 183"/>
                  <a:gd name="T31" fmla="*/ 2147483646 h 415"/>
                  <a:gd name="T32" fmla="*/ 2147483646 w 183"/>
                  <a:gd name="T33" fmla="*/ 2147483646 h 415"/>
                  <a:gd name="T34" fmla="*/ 2147483646 w 183"/>
                  <a:gd name="T35" fmla="*/ 0 h 415"/>
                  <a:gd name="T36" fmla="*/ 2147483646 w 183"/>
                  <a:gd name="T37" fmla="*/ 0 h 415"/>
                  <a:gd name="T38" fmla="*/ 2147483646 w 183"/>
                  <a:gd name="T39" fmla="*/ 2147483646 h 415"/>
                  <a:gd name="T40" fmla="*/ 2147483646 w 183"/>
                  <a:gd name="T41" fmla="*/ 2147483646 h 415"/>
                  <a:gd name="T42" fmla="*/ 2147483646 w 183"/>
                  <a:gd name="T43" fmla="*/ 2147483646 h 41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3" h="415">
                    <a:moveTo>
                      <a:pt x="60" y="414"/>
                    </a:moveTo>
                    <a:lnTo>
                      <a:pt x="40" y="408"/>
                    </a:lnTo>
                    <a:lnTo>
                      <a:pt x="160" y="22"/>
                    </a:lnTo>
                    <a:lnTo>
                      <a:pt x="55" y="22"/>
                    </a:lnTo>
                    <a:cubicBezTo>
                      <a:pt x="49" y="30"/>
                      <a:pt x="41" y="39"/>
                      <a:pt x="32" y="44"/>
                    </a:cubicBezTo>
                    <a:cubicBezTo>
                      <a:pt x="30" y="55"/>
                      <a:pt x="27" y="64"/>
                      <a:pt x="22" y="71"/>
                    </a:cubicBezTo>
                    <a:lnTo>
                      <a:pt x="22" y="380"/>
                    </a:lnTo>
                    <a:cubicBezTo>
                      <a:pt x="26" y="387"/>
                      <a:pt x="29" y="396"/>
                      <a:pt x="30" y="405"/>
                    </a:cubicBezTo>
                    <a:lnTo>
                      <a:pt x="9" y="409"/>
                    </a:lnTo>
                    <a:cubicBezTo>
                      <a:pt x="8" y="401"/>
                      <a:pt x="4" y="394"/>
                      <a:pt x="1" y="387"/>
                    </a:cubicBezTo>
                    <a:lnTo>
                      <a:pt x="0" y="385"/>
                    </a:lnTo>
                    <a:lnTo>
                      <a:pt x="0" y="66"/>
                    </a:lnTo>
                    <a:lnTo>
                      <a:pt x="1" y="64"/>
                    </a:lnTo>
                    <a:cubicBezTo>
                      <a:pt x="5" y="56"/>
                      <a:pt x="9" y="46"/>
                      <a:pt x="11" y="36"/>
                    </a:cubicBezTo>
                    <a:lnTo>
                      <a:pt x="12" y="31"/>
                    </a:lnTo>
                    <a:lnTo>
                      <a:pt x="15" y="29"/>
                    </a:lnTo>
                    <a:cubicBezTo>
                      <a:pt x="19" y="26"/>
                      <a:pt x="33" y="16"/>
                      <a:pt x="36" y="8"/>
                    </a:cubicBezTo>
                    <a:lnTo>
                      <a:pt x="39" y="0"/>
                    </a:lnTo>
                    <a:lnTo>
                      <a:pt x="164" y="0"/>
                    </a:lnTo>
                    <a:cubicBezTo>
                      <a:pt x="169" y="0"/>
                      <a:pt x="174" y="4"/>
                      <a:pt x="177" y="8"/>
                    </a:cubicBezTo>
                    <a:cubicBezTo>
                      <a:pt x="181" y="13"/>
                      <a:pt x="182" y="21"/>
                      <a:pt x="180" y="27"/>
                    </a:cubicBezTo>
                    <a:lnTo>
                      <a:pt x="60" y="414"/>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7" name="Freeform 247"/>
              <p:cNvSpPr>
                <a:spLocks noChangeArrowheads="1"/>
              </p:cNvSpPr>
              <p:nvPr/>
            </p:nvSpPr>
            <p:spPr bwMode="auto">
              <a:xfrm>
                <a:off x="2508232" y="3690532"/>
                <a:ext cx="104482" cy="155575"/>
              </a:xfrm>
              <a:custGeom>
                <a:avLst/>
                <a:gdLst>
                  <a:gd name="T0" fmla="*/ 2147483646 w 293"/>
                  <a:gd name="T1" fmla="*/ 2147483646 h 431"/>
                  <a:gd name="T2" fmla="*/ 2147483646 w 293"/>
                  <a:gd name="T3" fmla="*/ 2147483646 h 431"/>
                  <a:gd name="T4" fmla="*/ 2147483646 w 293"/>
                  <a:gd name="T5" fmla="*/ 2147483646 h 431"/>
                  <a:gd name="T6" fmla="*/ 2147483646 w 293"/>
                  <a:gd name="T7" fmla="*/ 2147483646 h 431"/>
                  <a:gd name="T8" fmla="*/ 2147483646 w 293"/>
                  <a:gd name="T9" fmla="*/ 2147483646 h 431"/>
                  <a:gd name="T10" fmla="*/ 2147483646 w 293"/>
                  <a:gd name="T11" fmla="*/ 2147483646 h 431"/>
                  <a:gd name="T12" fmla="*/ 0 w 293"/>
                  <a:gd name="T13" fmla="*/ 2147483646 h 431"/>
                  <a:gd name="T14" fmla="*/ 2147483646 w 293"/>
                  <a:gd name="T15" fmla="*/ 2147483646 h 431"/>
                  <a:gd name="T16" fmla="*/ 2147483646 w 293"/>
                  <a:gd name="T17" fmla="*/ 0 h 431"/>
                  <a:gd name="T18" fmla="*/ 2147483646 w 293"/>
                  <a:gd name="T19" fmla="*/ 0 h 431"/>
                  <a:gd name="T20" fmla="*/ 2147483646 w 293"/>
                  <a:gd name="T21" fmla="*/ 2147483646 h 431"/>
                  <a:gd name="T22" fmla="*/ 2147483646 w 293"/>
                  <a:gd name="T23" fmla="*/ 2147483646 h 431"/>
                  <a:gd name="T24" fmla="*/ 2147483646 w 293"/>
                  <a:gd name="T25" fmla="*/ 2147483646 h 431"/>
                  <a:gd name="T26" fmla="*/ 2147483646 w 293"/>
                  <a:gd name="T27" fmla="*/ 2147483646 h 431"/>
                  <a:gd name="T28" fmla="*/ 2147483646 w 293"/>
                  <a:gd name="T29" fmla="*/ 2147483646 h 43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93" h="431">
                    <a:moveTo>
                      <a:pt x="273" y="430"/>
                    </a:moveTo>
                    <a:lnTo>
                      <a:pt x="215" y="430"/>
                    </a:lnTo>
                    <a:lnTo>
                      <a:pt x="215" y="409"/>
                    </a:lnTo>
                    <a:lnTo>
                      <a:pt x="268" y="409"/>
                    </a:lnTo>
                    <a:lnTo>
                      <a:pt x="144" y="32"/>
                    </a:lnTo>
                    <a:lnTo>
                      <a:pt x="20" y="410"/>
                    </a:lnTo>
                    <a:lnTo>
                      <a:pt x="0" y="403"/>
                    </a:lnTo>
                    <a:lnTo>
                      <a:pt x="129" y="11"/>
                    </a:lnTo>
                    <a:cubicBezTo>
                      <a:pt x="133" y="4"/>
                      <a:pt x="138" y="0"/>
                      <a:pt x="145" y="0"/>
                    </a:cubicBezTo>
                    <a:cubicBezTo>
                      <a:pt x="152" y="0"/>
                      <a:pt x="158" y="4"/>
                      <a:pt x="161" y="11"/>
                    </a:cubicBezTo>
                    <a:lnTo>
                      <a:pt x="161" y="12"/>
                    </a:lnTo>
                    <a:lnTo>
                      <a:pt x="290" y="402"/>
                    </a:lnTo>
                    <a:cubicBezTo>
                      <a:pt x="292" y="409"/>
                      <a:pt x="292" y="415"/>
                      <a:pt x="289" y="421"/>
                    </a:cubicBezTo>
                    <a:cubicBezTo>
                      <a:pt x="283" y="427"/>
                      <a:pt x="278" y="430"/>
                      <a:pt x="273" y="430"/>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8" name="Freeform 248"/>
              <p:cNvSpPr>
                <a:spLocks noChangeArrowheads="1"/>
              </p:cNvSpPr>
              <p:nvPr/>
            </p:nvSpPr>
            <p:spPr bwMode="auto">
              <a:xfrm>
                <a:off x="2366621" y="3690532"/>
                <a:ext cx="105345" cy="155575"/>
              </a:xfrm>
              <a:custGeom>
                <a:avLst/>
                <a:gdLst>
                  <a:gd name="T0" fmla="*/ 2147483646 w 293"/>
                  <a:gd name="T1" fmla="*/ 2147483646 h 431"/>
                  <a:gd name="T2" fmla="*/ 2147483646 w 293"/>
                  <a:gd name="T3" fmla="*/ 2147483646 h 431"/>
                  <a:gd name="T4" fmla="*/ 2147483646 w 293"/>
                  <a:gd name="T5" fmla="*/ 2147483646 h 431"/>
                  <a:gd name="T6" fmla="*/ 2147483646 w 293"/>
                  <a:gd name="T7" fmla="*/ 2147483646 h 431"/>
                  <a:gd name="T8" fmla="*/ 2147483646 w 293"/>
                  <a:gd name="T9" fmla="*/ 2147483646 h 431"/>
                  <a:gd name="T10" fmla="*/ 2147483646 w 293"/>
                  <a:gd name="T11" fmla="*/ 2147483646 h 431"/>
                  <a:gd name="T12" fmla="*/ 0 w 293"/>
                  <a:gd name="T13" fmla="*/ 2147483646 h 431"/>
                  <a:gd name="T14" fmla="*/ 2147483646 w 293"/>
                  <a:gd name="T15" fmla="*/ 2147483646 h 431"/>
                  <a:gd name="T16" fmla="*/ 2147483646 w 293"/>
                  <a:gd name="T17" fmla="*/ 0 h 431"/>
                  <a:gd name="T18" fmla="*/ 2147483646 w 293"/>
                  <a:gd name="T19" fmla="*/ 2147483646 h 431"/>
                  <a:gd name="T20" fmla="*/ 2147483646 w 293"/>
                  <a:gd name="T21" fmla="*/ 2147483646 h 431"/>
                  <a:gd name="T22" fmla="*/ 2147483646 w 293"/>
                  <a:gd name="T23" fmla="*/ 2147483646 h 431"/>
                  <a:gd name="T24" fmla="*/ 2147483646 w 293"/>
                  <a:gd name="T25" fmla="*/ 2147483646 h 431"/>
                  <a:gd name="T26" fmla="*/ 2147483646 w 293"/>
                  <a:gd name="T27" fmla="*/ 2147483646 h 4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3" h="431">
                    <a:moveTo>
                      <a:pt x="272" y="430"/>
                    </a:moveTo>
                    <a:lnTo>
                      <a:pt x="215" y="430"/>
                    </a:lnTo>
                    <a:lnTo>
                      <a:pt x="215" y="409"/>
                    </a:lnTo>
                    <a:lnTo>
                      <a:pt x="268" y="409"/>
                    </a:lnTo>
                    <a:lnTo>
                      <a:pt x="144" y="32"/>
                    </a:lnTo>
                    <a:lnTo>
                      <a:pt x="20" y="410"/>
                    </a:lnTo>
                    <a:lnTo>
                      <a:pt x="0" y="403"/>
                    </a:lnTo>
                    <a:lnTo>
                      <a:pt x="129" y="11"/>
                    </a:lnTo>
                    <a:cubicBezTo>
                      <a:pt x="132" y="4"/>
                      <a:pt x="138" y="0"/>
                      <a:pt x="145" y="0"/>
                    </a:cubicBezTo>
                    <a:cubicBezTo>
                      <a:pt x="152" y="0"/>
                      <a:pt x="158" y="4"/>
                      <a:pt x="161" y="11"/>
                    </a:cubicBezTo>
                    <a:lnTo>
                      <a:pt x="161" y="12"/>
                    </a:lnTo>
                    <a:lnTo>
                      <a:pt x="290" y="402"/>
                    </a:lnTo>
                    <a:cubicBezTo>
                      <a:pt x="292" y="409"/>
                      <a:pt x="292" y="415"/>
                      <a:pt x="288" y="421"/>
                    </a:cubicBezTo>
                    <a:cubicBezTo>
                      <a:pt x="283" y="427"/>
                      <a:pt x="278" y="430"/>
                      <a:pt x="272" y="430"/>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9" name="Freeform 249"/>
              <p:cNvSpPr>
                <a:spLocks noChangeArrowheads="1"/>
              </p:cNvSpPr>
              <p:nvPr/>
            </p:nvSpPr>
            <p:spPr bwMode="auto">
              <a:xfrm>
                <a:off x="2441745" y="3695718"/>
                <a:ext cx="100164" cy="144338"/>
              </a:xfrm>
              <a:custGeom>
                <a:avLst/>
                <a:gdLst>
                  <a:gd name="T0" fmla="*/ 2147483646 w 277"/>
                  <a:gd name="T1" fmla="*/ 2147483646 h 402"/>
                  <a:gd name="T2" fmla="*/ 2147483646 w 277"/>
                  <a:gd name="T3" fmla="*/ 2147483646 h 402"/>
                  <a:gd name="T4" fmla="*/ 2147483646 w 277"/>
                  <a:gd name="T5" fmla="*/ 2147483646 h 402"/>
                  <a:gd name="T6" fmla="*/ 2147483646 w 277"/>
                  <a:gd name="T7" fmla="*/ 2147483646 h 402"/>
                  <a:gd name="T8" fmla="*/ 2147483646 w 277"/>
                  <a:gd name="T9" fmla="*/ 2147483646 h 402"/>
                  <a:gd name="T10" fmla="*/ 2147483646 w 277"/>
                  <a:gd name="T11" fmla="*/ 0 h 402"/>
                  <a:gd name="T12" fmla="*/ 2147483646 w 277"/>
                  <a:gd name="T13" fmla="*/ 2147483646 h 402"/>
                  <a:gd name="T14" fmla="*/ 2147483646 w 277"/>
                  <a:gd name="T15" fmla="*/ 2147483646 h 402"/>
                  <a:gd name="T16" fmla="*/ 2147483646 w 277"/>
                  <a:gd name="T17" fmla="*/ 2147483646 h 402"/>
                  <a:gd name="T18" fmla="*/ 2147483646 w 277"/>
                  <a:gd name="T19" fmla="*/ 2147483646 h 402"/>
                  <a:gd name="T20" fmla="*/ 2147483646 w 277"/>
                  <a:gd name="T21" fmla="*/ 2147483646 h 402"/>
                  <a:gd name="T22" fmla="*/ 2147483646 w 277"/>
                  <a:gd name="T23" fmla="*/ 2147483646 h 402"/>
                  <a:gd name="T24" fmla="*/ 2147483646 w 277"/>
                  <a:gd name="T25" fmla="*/ 2147483646 h 402"/>
                  <a:gd name="T26" fmla="*/ 2147483646 w 277"/>
                  <a:gd name="T27" fmla="*/ 2147483646 h 4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77" h="402">
                    <a:moveTo>
                      <a:pt x="135" y="401"/>
                    </a:moveTo>
                    <a:cubicBezTo>
                      <a:pt x="128" y="401"/>
                      <a:pt x="123" y="397"/>
                      <a:pt x="120" y="391"/>
                    </a:cubicBezTo>
                    <a:lnTo>
                      <a:pt x="120" y="390"/>
                    </a:lnTo>
                    <a:lnTo>
                      <a:pt x="2" y="26"/>
                    </a:lnTo>
                    <a:cubicBezTo>
                      <a:pt x="0" y="20"/>
                      <a:pt x="0" y="13"/>
                      <a:pt x="3" y="7"/>
                    </a:cubicBezTo>
                    <a:cubicBezTo>
                      <a:pt x="7" y="2"/>
                      <a:pt x="12" y="0"/>
                      <a:pt x="17" y="0"/>
                    </a:cubicBezTo>
                    <a:lnTo>
                      <a:pt x="17" y="21"/>
                    </a:lnTo>
                    <a:cubicBezTo>
                      <a:pt x="19" y="21"/>
                      <a:pt x="21" y="20"/>
                      <a:pt x="22" y="19"/>
                    </a:cubicBezTo>
                    <a:lnTo>
                      <a:pt x="135" y="369"/>
                    </a:lnTo>
                    <a:lnTo>
                      <a:pt x="256" y="7"/>
                    </a:lnTo>
                    <a:lnTo>
                      <a:pt x="276" y="14"/>
                    </a:lnTo>
                    <a:lnTo>
                      <a:pt x="150" y="391"/>
                    </a:lnTo>
                    <a:cubicBezTo>
                      <a:pt x="148" y="398"/>
                      <a:pt x="141" y="401"/>
                      <a:pt x="135" y="401"/>
                    </a:cubicBez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10" name="Freeform 250"/>
              <p:cNvSpPr>
                <a:spLocks noChangeArrowheads="1"/>
              </p:cNvSpPr>
              <p:nvPr/>
            </p:nvSpPr>
            <p:spPr bwMode="auto">
              <a:xfrm>
                <a:off x="2584219" y="3692261"/>
                <a:ext cx="65625" cy="153846"/>
              </a:xfrm>
              <a:custGeom>
                <a:avLst/>
                <a:gdLst>
                  <a:gd name="T0" fmla="*/ 2147483646 w 182"/>
                  <a:gd name="T1" fmla="*/ 2147483646 h 426"/>
                  <a:gd name="T2" fmla="*/ 2147483646 w 182"/>
                  <a:gd name="T3" fmla="*/ 2147483646 h 426"/>
                  <a:gd name="T4" fmla="*/ 2147483646 w 182"/>
                  <a:gd name="T5" fmla="*/ 2147483646 h 426"/>
                  <a:gd name="T6" fmla="*/ 2147483646 w 182"/>
                  <a:gd name="T7" fmla="*/ 2147483646 h 426"/>
                  <a:gd name="T8" fmla="*/ 2147483646 w 182"/>
                  <a:gd name="T9" fmla="*/ 0 h 426"/>
                  <a:gd name="T10" fmla="*/ 2147483646 w 182"/>
                  <a:gd name="T11" fmla="*/ 0 h 426"/>
                  <a:gd name="T12" fmla="*/ 2147483646 w 182"/>
                  <a:gd name="T13" fmla="*/ 2147483646 h 426"/>
                  <a:gd name="T14" fmla="*/ 2147483646 w 182"/>
                  <a:gd name="T15" fmla="*/ 2147483646 h 426"/>
                  <a:gd name="T16" fmla="*/ 2147483646 w 182"/>
                  <a:gd name="T17" fmla="*/ 2147483646 h 426"/>
                  <a:gd name="T18" fmla="*/ 2147483646 w 182"/>
                  <a:gd name="T19" fmla="*/ 2147483646 h 426"/>
                  <a:gd name="T20" fmla="*/ 2147483646 w 182"/>
                  <a:gd name="T21" fmla="*/ 2147483646 h 426"/>
                  <a:gd name="T22" fmla="*/ 2147483646 w 182"/>
                  <a:gd name="T23" fmla="*/ 2147483646 h 426"/>
                  <a:gd name="T24" fmla="*/ 2147483646 w 182"/>
                  <a:gd name="T25" fmla="*/ 2147483646 h 426"/>
                  <a:gd name="T26" fmla="*/ 2147483646 w 182"/>
                  <a:gd name="T27" fmla="*/ 2147483646 h 426"/>
                  <a:gd name="T28" fmla="*/ 2147483646 w 182"/>
                  <a:gd name="T29" fmla="*/ 2147483646 h 426"/>
                  <a:gd name="T30" fmla="*/ 2147483646 w 182"/>
                  <a:gd name="T31" fmla="*/ 2147483646 h 426"/>
                  <a:gd name="T32" fmla="*/ 2147483646 w 182"/>
                  <a:gd name="T33" fmla="*/ 2147483646 h 426"/>
                  <a:gd name="T34" fmla="*/ 2147483646 w 182"/>
                  <a:gd name="T35" fmla="*/ 2147483646 h 426"/>
                  <a:gd name="T36" fmla="*/ 2147483646 w 182"/>
                  <a:gd name="T37" fmla="*/ 2147483646 h 426"/>
                  <a:gd name="T38" fmla="*/ 2147483646 w 182"/>
                  <a:gd name="T39" fmla="*/ 2147483646 h 4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82" h="426">
                    <a:moveTo>
                      <a:pt x="128" y="425"/>
                    </a:moveTo>
                    <a:lnTo>
                      <a:pt x="124" y="414"/>
                    </a:lnTo>
                    <a:lnTo>
                      <a:pt x="2" y="27"/>
                    </a:lnTo>
                    <a:cubicBezTo>
                      <a:pt x="0" y="21"/>
                      <a:pt x="0" y="14"/>
                      <a:pt x="4" y="8"/>
                    </a:cubicBezTo>
                    <a:cubicBezTo>
                      <a:pt x="7" y="3"/>
                      <a:pt x="13" y="0"/>
                      <a:pt x="18" y="0"/>
                    </a:cubicBezTo>
                    <a:lnTo>
                      <a:pt x="135" y="0"/>
                    </a:lnTo>
                    <a:lnTo>
                      <a:pt x="135" y="22"/>
                    </a:lnTo>
                    <a:lnTo>
                      <a:pt x="23" y="22"/>
                    </a:lnTo>
                    <a:lnTo>
                      <a:pt x="142" y="398"/>
                    </a:lnTo>
                    <a:cubicBezTo>
                      <a:pt x="146" y="397"/>
                      <a:pt x="152" y="397"/>
                      <a:pt x="155" y="397"/>
                    </a:cubicBezTo>
                    <a:cubicBezTo>
                      <a:pt x="156" y="392"/>
                      <a:pt x="158" y="386"/>
                      <a:pt x="160" y="381"/>
                    </a:cubicBezTo>
                    <a:lnTo>
                      <a:pt x="160" y="69"/>
                    </a:lnTo>
                    <a:lnTo>
                      <a:pt x="181" y="69"/>
                    </a:lnTo>
                    <a:lnTo>
                      <a:pt x="181" y="385"/>
                    </a:lnTo>
                    <a:lnTo>
                      <a:pt x="180" y="387"/>
                    </a:lnTo>
                    <a:cubicBezTo>
                      <a:pt x="177" y="394"/>
                      <a:pt x="175" y="401"/>
                      <a:pt x="173" y="409"/>
                    </a:cubicBezTo>
                    <a:lnTo>
                      <a:pt x="171" y="417"/>
                    </a:lnTo>
                    <a:lnTo>
                      <a:pt x="160" y="417"/>
                    </a:lnTo>
                    <a:cubicBezTo>
                      <a:pt x="154" y="417"/>
                      <a:pt x="140" y="418"/>
                      <a:pt x="138" y="421"/>
                    </a:cubicBezTo>
                    <a:lnTo>
                      <a:pt x="128" y="425"/>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11" name="Freeform 251"/>
              <p:cNvSpPr>
                <a:spLocks noChangeArrowheads="1"/>
              </p:cNvSpPr>
              <p:nvPr/>
            </p:nvSpPr>
            <p:spPr bwMode="auto">
              <a:xfrm>
                <a:off x="2227601" y="3627438"/>
                <a:ext cx="396338" cy="72602"/>
              </a:xfrm>
              <a:custGeom>
                <a:avLst/>
                <a:gdLst>
                  <a:gd name="T0" fmla="*/ 2147483646 w 1101"/>
                  <a:gd name="T1" fmla="*/ 2147483646 h 202"/>
                  <a:gd name="T2" fmla="*/ 2147483646 w 1101"/>
                  <a:gd name="T3" fmla="*/ 2147483646 h 202"/>
                  <a:gd name="T4" fmla="*/ 2147483646 w 1101"/>
                  <a:gd name="T5" fmla="*/ 2147483646 h 202"/>
                  <a:gd name="T6" fmla="*/ 2147483646 w 1101"/>
                  <a:gd name="T7" fmla="*/ 2147483646 h 202"/>
                  <a:gd name="T8" fmla="*/ 0 w 1101"/>
                  <a:gd name="T9" fmla="*/ 2147483646 h 202"/>
                  <a:gd name="T10" fmla="*/ 2147483646 w 1101"/>
                  <a:gd name="T11" fmla="*/ 0 h 202"/>
                  <a:gd name="T12" fmla="*/ 2147483646 w 1101"/>
                  <a:gd name="T13" fmla="*/ 0 h 202"/>
                  <a:gd name="T14" fmla="*/ 2147483646 w 1101"/>
                  <a:gd name="T15" fmla="*/ 2147483646 h 202"/>
                  <a:gd name="T16" fmla="*/ 2147483646 w 1101"/>
                  <a:gd name="T17" fmla="*/ 2147483646 h 20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01" h="202">
                    <a:moveTo>
                      <a:pt x="1077" y="201"/>
                    </a:moveTo>
                    <a:lnTo>
                      <a:pt x="825" y="43"/>
                    </a:lnTo>
                    <a:lnTo>
                      <a:pt x="274" y="43"/>
                    </a:lnTo>
                    <a:lnTo>
                      <a:pt x="22" y="201"/>
                    </a:lnTo>
                    <a:lnTo>
                      <a:pt x="0" y="166"/>
                    </a:lnTo>
                    <a:lnTo>
                      <a:pt x="262" y="0"/>
                    </a:lnTo>
                    <a:lnTo>
                      <a:pt x="837" y="0"/>
                    </a:lnTo>
                    <a:lnTo>
                      <a:pt x="1100" y="164"/>
                    </a:lnTo>
                    <a:lnTo>
                      <a:pt x="1077" y="201"/>
                    </a:lnTo>
                  </a:path>
                </a:pathLst>
              </a:custGeom>
              <a:grpFill/>
              <a:ln w="9525">
                <a:solidFill>
                  <a:schemeClr val="bg2"/>
                </a:solidFill>
                <a:round/>
              </a:ln>
            </p:spPr>
            <p:txBody>
              <a:bodyPr wrap="none" anchor="ct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sp>
          <p:nvSpPr>
            <p:cNvPr id="312" name="Freeform 375"/>
            <p:cNvSpPr>
              <a:spLocks noEditPoints="1"/>
            </p:cNvSpPr>
            <p:nvPr/>
          </p:nvSpPr>
          <p:spPr bwMode="auto">
            <a:xfrm>
              <a:off x="5960896" y="3250464"/>
              <a:ext cx="293330" cy="331039"/>
            </a:xfrm>
            <a:custGeom>
              <a:avLst/>
              <a:gdLst>
                <a:gd name="T0" fmla="*/ 2147483646 w 190"/>
                <a:gd name="T1" fmla="*/ 0 h 242"/>
                <a:gd name="T2" fmla="*/ 0 w 190"/>
                <a:gd name="T3" fmla="*/ 2147483646 h 242"/>
                <a:gd name="T4" fmla="*/ 0 w 190"/>
                <a:gd name="T5" fmla="*/ 2147483646 h 242"/>
                <a:gd name="T6" fmla="*/ 0 w 190"/>
                <a:gd name="T7" fmla="*/ 2147483646 h 242"/>
                <a:gd name="T8" fmla="*/ 2147483646 w 190"/>
                <a:gd name="T9" fmla="*/ 2147483646 h 242"/>
                <a:gd name="T10" fmla="*/ 2147483646 w 190"/>
                <a:gd name="T11" fmla="*/ 2147483646 h 242"/>
                <a:gd name="T12" fmla="*/ 2147483646 w 190"/>
                <a:gd name="T13" fmla="*/ 2147483646 h 242"/>
                <a:gd name="T14" fmla="*/ 2147483646 w 190"/>
                <a:gd name="T15" fmla="*/ 2147483646 h 242"/>
                <a:gd name="T16" fmla="*/ 2147483646 w 190"/>
                <a:gd name="T17" fmla="*/ 2147483646 h 242"/>
                <a:gd name="T18" fmla="*/ 2147483646 w 190"/>
                <a:gd name="T19" fmla="*/ 2147483646 h 242"/>
                <a:gd name="T20" fmla="*/ 2147483646 w 190"/>
                <a:gd name="T21" fmla="*/ 2147483646 h 242"/>
                <a:gd name="T22" fmla="*/ 2147483646 w 190"/>
                <a:gd name="T23" fmla="*/ 2147483646 h 242"/>
                <a:gd name="T24" fmla="*/ 2147483646 w 190"/>
                <a:gd name="T25" fmla="*/ 2147483646 h 242"/>
                <a:gd name="T26" fmla="*/ 2147483646 w 190"/>
                <a:gd name="T27" fmla="*/ 2147483646 h 242"/>
                <a:gd name="T28" fmla="*/ 2147483646 w 190"/>
                <a:gd name="T29" fmla="*/ 2147483646 h 242"/>
                <a:gd name="T30" fmla="*/ 2147483646 w 190"/>
                <a:gd name="T31" fmla="*/ 2147483646 h 242"/>
                <a:gd name="T32" fmla="*/ 2147483646 w 190"/>
                <a:gd name="T33" fmla="*/ 2147483646 h 242"/>
                <a:gd name="T34" fmla="*/ 2147483646 w 190"/>
                <a:gd name="T35" fmla="*/ 2147483646 h 242"/>
                <a:gd name="T36" fmla="*/ 2147483646 w 190"/>
                <a:gd name="T37" fmla="*/ 2147483646 h 242"/>
                <a:gd name="T38" fmla="*/ 2147483646 w 190"/>
                <a:gd name="T39" fmla="*/ 2147483646 h 242"/>
                <a:gd name="T40" fmla="*/ 2147483646 w 190"/>
                <a:gd name="T41" fmla="*/ 2147483646 h 242"/>
                <a:gd name="T42" fmla="*/ 2147483646 w 190"/>
                <a:gd name="T43" fmla="*/ 2147483646 h 242"/>
                <a:gd name="T44" fmla="*/ 2147483646 w 190"/>
                <a:gd name="T45" fmla="*/ 0 h 242"/>
                <a:gd name="T46" fmla="*/ 2147483646 w 190"/>
                <a:gd name="T47" fmla="*/ 2147483646 h 242"/>
                <a:gd name="T48" fmla="*/ 2147483646 w 190"/>
                <a:gd name="T49" fmla="*/ 2147483646 h 242"/>
                <a:gd name="T50" fmla="*/ 2147483646 w 190"/>
                <a:gd name="T51" fmla="*/ 2147483646 h 242"/>
                <a:gd name="T52" fmla="*/ 2147483646 w 190"/>
                <a:gd name="T53" fmla="*/ 2147483646 h 242"/>
                <a:gd name="T54" fmla="*/ 2147483646 w 190"/>
                <a:gd name="T55" fmla="*/ 2147483646 h 242"/>
                <a:gd name="T56" fmla="*/ 2147483646 w 190"/>
                <a:gd name="T57" fmla="*/ 2147483646 h 242"/>
                <a:gd name="T58" fmla="*/ 2147483646 w 190"/>
                <a:gd name="T59" fmla="*/ 2147483646 h 242"/>
                <a:gd name="T60" fmla="*/ 2147483646 w 190"/>
                <a:gd name="T61" fmla="*/ 2147483646 h 242"/>
                <a:gd name="T62" fmla="*/ 2147483646 w 190"/>
                <a:gd name="T63" fmla="*/ 2147483646 h 242"/>
                <a:gd name="T64" fmla="*/ 2147483646 w 190"/>
                <a:gd name="T65" fmla="*/ 2147483646 h 242"/>
                <a:gd name="T66" fmla="*/ 2147483646 w 190"/>
                <a:gd name="T67" fmla="*/ 2147483646 h 242"/>
                <a:gd name="T68" fmla="*/ 2147483646 w 190"/>
                <a:gd name="T69" fmla="*/ 2147483646 h 242"/>
                <a:gd name="T70" fmla="*/ 2147483646 w 190"/>
                <a:gd name="T71" fmla="*/ 2147483646 h 242"/>
                <a:gd name="T72" fmla="*/ 2147483646 w 190"/>
                <a:gd name="T73" fmla="*/ 2147483646 h 242"/>
                <a:gd name="T74" fmla="*/ 2147483646 w 190"/>
                <a:gd name="T75" fmla="*/ 2147483646 h 242"/>
                <a:gd name="T76" fmla="*/ 2147483646 w 190"/>
                <a:gd name="T77" fmla="*/ 2147483646 h 242"/>
                <a:gd name="T78" fmla="*/ 2147483646 w 190"/>
                <a:gd name="T79" fmla="*/ 2147483646 h 242"/>
                <a:gd name="T80" fmla="*/ 2147483646 w 190"/>
                <a:gd name="T81" fmla="*/ 2147483646 h 242"/>
                <a:gd name="T82" fmla="*/ 2147483646 w 190"/>
                <a:gd name="T83" fmla="*/ 2147483646 h 24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90"/>
                <a:gd name="T127" fmla="*/ 0 h 242"/>
                <a:gd name="T128" fmla="*/ 190 w 190"/>
                <a:gd name="T129" fmla="*/ 242 h 24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90" h="242">
                  <a:moveTo>
                    <a:pt x="95" y="0"/>
                  </a:moveTo>
                  <a:cubicBezTo>
                    <a:pt x="42" y="0"/>
                    <a:pt x="0" y="21"/>
                    <a:pt x="0" y="47"/>
                  </a:cubicBezTo>
                  <a:cubicBezTo>
                    <a:pt x="0" y="190"/>
                    <a:pt x="0" y="190"/>
                    <a:pt x="0" y="190"/>
                  </a:cubicBezTo>
                  <a:cubicBezTo>
                    <a:pt x="0" y="190"/>
                    <a:pt x="0" y="190"/>
                    <a:pt x="0" y="190"/>
                  </a:cubicBezTo>
                  <a:cubicBezTo>
                    <a:pt x="2" y="210"/>
                    <a:pt x="27" y="227"/>
                    <a:pt x="64" y="233"/>
                  </a:cubicBezTo>
                  <a:cubicBezTo>
                    <a:pt x="66" y="238"/>
                    <a:pt x="71" y="242"/>
                    <a:pt x="76" y="242"/>
                  </a:cubicBezTo>
                  <a:cubicBezTo>
                    <a:pt x="83" y="242"/>
                    <a:pt x="89" y="236"/>
                    <a:pt x="89" y="229"/>
                  </a:cubicBezTo>
                  <a:cubicBezTo>
                    <a:pt x="89" y="222"/>
                    <a:pt x="83" y="217"/>
                    <a:pt x="76" y="217"/>
                  </a:cubicBezTo>
                  <a:cubicBezTo>
                    <a:pt x="72" y="217"/>
                    <a:pt x="68" y="219"/>
                    <a:pt x="66" y="222"/>
                  </a:cubicBezTo>
                  <a:cubicBezTo>
                    <a:pt x="34" y="217"/>
                    <a:pt x="11" y="203"/>
                    <a:pt x="11" y="188"/>
                  </a:cubicBezTo>
                  <a:cubicBezTo>
                    <a:pt x="11" y="164"/>
                    <a:pt x="11" y="164"/>
                    <a:pt x="11" y="164"/>
                  </a:cubicBezTo>
                  <a:cubicBezTo>
                    <a:pt x="27" y="179"/>
                    <a:pt x="58" y="189"/>
                    <a:pt x="95" y="189"/>
                  </a:cubicBezTo>
                  <a:cubicBezTo>
                    <a:pt x="132" y="189"/>
                    <a:pt x="163" y="179"/>
                    <a:pt x="179" y="164"/>
                  </a:cubicBezTo>
                  <a:cubicBezTo>
                    <a:pt x="179" y="188"/>
                    <a:pt x="179" y="188"/>
                    <a:pt x="179" y="188"/>
                  </a:cubicBezTo>
                  <a:cubicBezTo>
                    <a:pt x="179" y="203"/>
                    <a:pt x="156" y="217"/>
                    <a:pt x="124" y="222"/>
                  </a:cubicBezTo>
                  <a:cubicBezTo>
                    <a:pt x="122" y="219"/>
                    <a:pt x="118" y="217"/>
                    <a:pt x="114" y="217"/>
                  </a:cubicBezTo>
                  <a:cubicBezTo>
                    <a:pt x="107" y="217"/>
                    <a:pt x="101" y="222"/>
                    <a:pt x="101" y="229"/>
                  </a:cubicBezTo>
                  <a:cubicBezTo>
                    <a:pt x="101" y="236"/>
                    <a:pt x="107" y="242"/>
                    <a:pt x="114" y="242"/>
                  </a:cubicBezTo>
                  <a:cubicBezTo>
                    <a:pt x="119" y="242"/>
                    <a:pt x="124" y="238"/>
                    <a:pt x="126" y="233"/>
                  </a:cubicBezTo>
                  <a:cubicBezTo>
                    <a:pt x="163" y="227"/>
                    <a:pt x="188" y="210"/>
                    <a:pt x="190" y="190"/>
                  </a:cubicBezTo>
                  <a:cubicBezTo>
                    <a:pt x="190" y="190"/>
                    <a:pt x="190" y="190"/>
                    <a:pt x="190" y="190"/>
                  </a:cubicBezTo>
                  <a:cubicBezTo>
                    <a:pt x="190" y="47"/>
                    <a:pt x="190" y="47"/>
                    <a:pt x="190" y="47"/>
                  </a:cubicBezTo>
                  <a:cubicBezTo>
                    <a:pt x="190" y="21"/>
                    <a:pt x="148" y="0"/>
                    <a:pt x="95" y="0"/>
                  </a:cubicBezTo>
                  <a:close/>
                  <a:moveTo>
                    <a:pt x="95" y="11"/>
                  </a:moveTo>
                  <a:cubicBezTo>
                    <a:pt x="145" y="11"/>
                    <a:pt x="179" y="30"/>
                    <a:pt x="179" y="47"/>
                  </a:cubicBezTo>
                  <a:cubicBezTo>
                    <a:pt x="179" y="65"/>
                    <a:pt x="145" y="84"/>
                    <a:pt x="95" y="84"/>
                  </a:cubicBezTo>
                  <a:cubicBezTo>
                    <a:pt x="45" y="84"/>
                    <a:pt x="11" y="65"/>
                    <a:pt x="11" y="47"/>
                  </a:cubicBezTo>
                  <a:cubicBezTo>
                    <a:pt x="11" y="30"/>
                    <a:pt x="45" y="11"/>
                    <a:pt x="95" y="11"/>
                  </a:cubicBezTo>
                  <a:close/>
                  <a:moveTo>
                    <a:pt x="95" y="178"/>
                  </a:moveTo>
                  <a:cubicBezTo>
                    <a:pt x="45" y="178"/>
                    <a:pt x="11" y="159"/>
                    <a:pt x="11" y="141"/>
                  </a:cubicBezTo>
                  <a:cubicBezTo>
                    <a:pt x="11" y="117"/>
                    <a:pt x="11" y="117"/>
                    <a:pt x="11" y="117"/>
                  </a:cubicBezTo>
                  <a:cubicBezTo>
                    <a:pt x="27" y="132"/>
                    <a:pt x="58" y="142"/>
                    <a:pt x="95" y="142"/>
                  </a:cubicBezTo>
                  <a:cubicBezTo>
                    <a:pt x="132" y="142"/>
                    <a:pt x="163" y="132"/>
                    <a:pt x="179" y="117"/>
                  </a:cubicBezTo>
                  <a:cubicBezTo>
                    <a:pt x="179" y="141"/>
                    <a:pt x="179" y="141"/>
                    <a:pt x="179" y="141"/>
                  </a:cubicBezTo>
                  <a:cubicBezTo>
                    <a:pt x="179" y="159"/>
                    <a:pt x="145" y="178"/>
                    <a:pt x="95" y="178"/>
                  </a:cubicBezTo>
                  <a:close/>
                  <a:moveTo>
                    <a:pt x="95" y="131"/>
                  </a:moveTo>
                  <a:cubicBezTo>
                    <a:pt x="45" y="131"/>
                    <a:pt x="11" y="112"/>
                    <a:pt x="11" y="94"/>
                  </a:cubicBezTo>
                  <a:cubicBezTo>
                    <a:pt x="11" y="70"/>
                    <a:pt x="11" y="70"/>
                    <a:pt x="11" y="70"/>
                  </a:cubicBezTo>
                  <a:cubicBezTo>
                    <a:pt x="27" y="85"/>
                    <a:pt x="58" y="95"/>
                    <a:pt x="95" y="95"/>
                  </a:cubicBezTo>
                  <a:cubicBezTo>
                    <a:pt x="132" y="95"/>
                    <a:pt x="163" y="85"/>
                    <a:pt x="179" y="70"/>
                  </a:cubicBezTo>
                  <a:cubicBezTo>
                    <a:pt x="179" y="94"/>
                    <a:pt x="179" y="94"/>
                    <a:pt x="179" y="94"/>
                  </a:cubicBezTo>
                  <a:cubicBezTo>
                    <a:pt x="179" y="112"/>
                    <a:pt x="145" y="131"/>
                    <a:pt x="95" y="131"/>
                  </a:cubicBez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13" name="矩形 312"/>
            <p:cNvSpPr/>
            <p:nvPr/>
          </p:nvSpPr>
          <p:spPr>
            <a:xfrm>
              <a:off x="4696856" y="4369760"/>
              <a:ext cx="1692000" cy="163988"/>
            </a:xfrm>
            <a:prstGeom prst="rect">
              <a:avLst/>
            </a:prstGeom>
            <a:grp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bg1"/>
                  </a:solidFill>
                  <a:latin typeface="微软雅黑" panose="020B0503020204020204" pitchFamily="34" charset="-122"/>
                  <a:ea typeface="微软雅黑" panose="020B0503020204020204" pitchFamily="34" charset="-122"/>
                </a:rPr>
                <a:t>Enterprise Application</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14" name="文本框 313"/>
            <p:cNvSpPr txBox="1"/>
            <p:nvPr/>
          </p:nvSpPr>
          <p:spPr>
            <a:xfrm>
              <a:off x="6233646" y="3290208"/>
              <a:ext cx="400110" cy="1169551"/>
            </a:xfrm>
            <a:prstGeom prst="rect">
              <a:avLst/>
            </a:prstGeom>
            <a:grpFill/>
            <a:ln>
              <a:solidFill>
                <a:schemeClr val="bg2"/>
              </a:solidFill>
            </a:ln>
          </p:spPr>
          <p:txBody>
            <a:bodyPr vert="eaVert"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连接各类系统</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15" name="文本框 314"/>
            <p:cNvSpPr txBox="1"/>
            <p:nvPr/>
          </p:nvSpPr>
          <p:spPr>
            <a:xfrm>
              <a:off x="9033836" y="3133609"/>
              <a:ext cx="2031325" cy="276999"/>
            </a:xfrm>
            <a:prstGeom prst="rect">
              <a:avLst/>
            </a:prstGeom>
            <a:grpFill/>
            <a:ln>
              <a:solidFill>
                <a:schemeClr val="bg2"/>
              </a:solidFill>
            </a:ln>
          </p:spPr>
          <p:txBody>
            <a:bodyPr wrap="none"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云化：随时接入、多屏合一</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nvGrpSpPr>
            <p:cNvPr id="316" name="组合 111"/>
            <p:cNvGrpSpPr/>
            <p:nvPr/>
          </p:nvGrpSpPr>
          <p:grpSpPr bwMode="auto">
            <a:xfrm>
              <a:off x="9078534" y="3489844"/>
              <a:ext cx="258542" cy="403610"/>
              <a:chOff x="8974138" y="3460752"/>
              <a:chExt cx="392113" cy="842964"/>
            </a:xfrm>
            <a:grpFill/>
          </p:grpSpPr>
          <p:sp>
            <p:nvSpPr>
              <p:cNvPr id="317" name="Freeform 1442"/>
              <p:cNvSpPr/>
              <p:nvPr/>
            </p:nvSpPr>
            <p:spPr bwMode="auto">
              <a:xfrm>
                <a:off x="8974138" y="3460752"/>
                <a:ext cx="392113" cy="827088"/>
              </a:xfrm>
              <a:custGeom>
                <a:avLst/>
                <a:gdLst>
                  <a:gd name="T0" fmla="*/ 2147483646 w 253"/>
                  <a:gd name="T1" fmla="*/ 2147483646 h 532"/>
                  <a:gd name="T2" fmla="*/ 2147483646 w 253"/>
                  <a:gd name="T3" fmla="*/ 2147483646 h 532"/>
                  <a:gd name="T4" fmla="*/ 2147483646 w 253"/>
                  <a:gd name="T5" fmla="*/ 2147483646 h 532"/>
                  <a:gd name="T6" fmla="*/ 2147483646 w 253"/>
                  <a:gd name="T7" fmla="*/ 2147483646 h 532"/>
                  <a:gd name="T8" fmla="*/ 2147483646 w 253"/>
                  <a:gd name="T9" fmla="*/ 2147483646 h 532"/>
                  <a:gd name="T10" fmla="*/ 2147483646 w 253"/>
                  <a:gd name="T11" fmla="*/ 2147483646 h 532"/>
                  <a:gd name="T12" fmla="*/ 2147483646 w 253"/>
                  <a:gd name="T13" fmla="*/ 2147483646 h 532"/>
                  <a:gd name="T14" fmla="*/ 2147483646 w 253"/>
                  <a:gd name="T15" fmla="*/ 2147483646 h 532"/>
                  <a:gd name="T16" fmla="*/ 2147483646 w 253"/>
                  <a:gd name="T17" fmla="*/ 2147483646 h 532"/>
                  <a:gd name="T18" fmla="*/ 2147483646 w 253"/>
                  <a:gd name="T19" fmla="*/ 2147483646 h 532"/>
                  <a:gd name="T20" fmla="*/ 2147483646 w 253"/>
                  <a:gd name="T21" fmla="*/ 2147483646 h 532"/>
                  <a:gd name="T22" fmla="*/ 2147483646 w 253"/>
                  <a:gd name="T23" fmla="*/ 2147483646 h 532"/>
                  <a:gd name="T24" fmla="*/ 2147483646 w 253"/>
                  <a:gd name="T25" fmla="*/ 2147483646 h 532"/>
                  <a:gd name="T26" fmla="*/ 2147483646 w 253"/>
                  <a:gd name="T27" fmla="*/ 2147483646 h 532"/>
                  <a:gd name="T28" fmla="*/ 0 w 253"/>
                  <a:gd name="T29" fmla="*/ 2147483646 h 532"/>
                  <a:gd name="T30" fmla="*/ 0 w 253"/>
                  <a:gd name="T31" fmla="*/ 2147483646 h 532"/>
                  <a:gd name="T32" fmla="*/ 2147483646 w 253"/>
                  <a:gd name="T33" fmla="*/ 0 h 532"/>
                  <a:gd name="T34" fmla="*/ 2147483646 w 253"/>
                  <a:gd name="T35" fmla="*/ 0 h 532"/>
                  <a:gd name="T36" fmla="*/ 2147483646 w 253"/>
                  <a:gd name="T37" fmla="*/ 2147483646 h 532"/>
                  <a:gd name="T38" fmla="*/ 2147483646 w 253"/>
                  <a:gd name="T39" fmla="*/ 2147483646 h 532"/>
                  <a:gd name="T40" fmla="*/ 2147483646 w 253"/>
                  <a:gd name="T41" fmla="*/ 2147483646 h 5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53" h="532">
                    <a:moveTo>
                      <a:pt x="221" y="532"/>
                    </a:moveTo>
                    <a:cubicBezTo>
                      <a:pt x="200" y="532"/>
                      <a:pt x="200" y="532"/>
                      <a:pt x="200" y="532"/>
                    </a:cubicBezTo>
                    <a:cubicBezTo>
                      <a:pt x="200" y="524"/>
                      <a:pt x="200" y="524"/>
                      <a:pt x="200" y="524"/>
                    </a:cubicBezTo>
                    <a:cubicBezTo>
                      <a:pt x="221" y="524"/>
                      <a:pt x="221" y="524"/>
                      <a:pt x="221" y="524"/>
                    </a:cubicBezTo>
                    <a:cubicBezTo>
                      <a:pt x="234" y="524"/>
                      <a:pt x="245" y="513"/>
                      <a:pt x="245" y="500"/>
                    </a:cubicBezTo>
                    <a:cubicBezTo>
                      <a:pt x="245" y="32"/>
                      <a:pt x="245" y="32"/>
                      <a:pt x="245" y="32"/>
                    </a:cubicBezTo>
                    <a:cubicBezTo>
                      <a:pt x="245" y="19"/>
                      <a:pt x="234" y="8"/>
                      <a:pt x="221" y="8"/>
                    </a:cubicBezTo>
                    <a:cubicBezTo>
                      <a:pt x="32" y="8"/>
                      <a:pt x="32" y="8"/>
                      <a:pt x="32" y="8"/>
                    </a:cubicBezTo>
                    <a:cubicBezTo>
                      <a:pt x="19" y="8"/>
                      <a:pt x="8" y="19"/>
                      <a:pt x="8" y="32"/>
                    </a:cubicBezTo>
                    <a:cubicBezTo>
                      <a:pt x="8" y="500"/>
                      <a:pt x="8" y="500"/>
                      <a:pt x="8" y="500"/>
                    </a:cubicBezTo>
                    <a:cubicBezTo>
                      <a:pt x="8" y="513"/>
                      <a:pt x="19" y="524"/>
                      <a:pt x="32" y="524"/>
                    </a:cubicBezTo>
                    <a:cubicBezTo>
                      <a:pt x="154" y="524"/>
                      <a:pt x="154" y="524"/>
                      <a:pt x="154" y="524"/>
                    </a:cubicBezTo>
                    <a:cubicBezTo>
                      <a:pt x="154" y="532"/>
                      <a:pt x="154" y="532"/>
                      <a:pt x="154" y="532"/>
                    </a:cubicBezTo>
                    <a:cubicBezTo>
                      <a:pt x="32" y="532"/>
                      <a:pt x="32" y="532"/>
                      <a:pt x="32" y="532"/>
                    </a:cubicBezTo>
                    <a:cubicBezTo>
                      <a:pt x="14" y="532"/>
                      <a:pt x="0" y="518"/>
                      <a:pt x="0" y="500"/>
                    </a:cubicBezTo>
                    <a:cubicBezTo>
                      <a:pt x="0" y="32"/>
                      <a:pt x="0" y="32"/>
                      <a:pt x="0" y="32"/>
                    </a:cubicBezTo>
                    <a:cubicBezTo>
                      <a:pt x="0" y="14"/>
                      <a:pt x="14" y="0"/>
                      <a:pt x="32" y="0"/>
                    </a:cubicBezTo>
                    <a:cubicBezTo>
                      <a:pt x="221" y="0"/>
                      <a:pt x="221" y="0"/>
                      <a:pt x="221" y="0"/>
                    </a:cubicBezTo>
                    <a:cubicBezTo>
                      <a:pt x="239" y="0"/>
                      <a:pt x="253" y="14"/>
                      <a:pt x="253" y="32"/>
                    </a:cubicBezTo>
                    <a:cubicBezTo>
                      <a:pt x="253" y="500"/>
                      <a:pt x="253" y="500"/>
                      <a:pt x="253" y="500"/>
                    </a:cubicBezTo>
                    <a:cubicBezTo>
                      <a:pt x="253" y="518"/>
                      <a:pt x="239" y="532"/>
                      <a:pt x="221" y="532"/>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18" name="Freeform 1443"/>
              <p:cNvSpPr>
                <a:spLocks noEditPoints="1"/>
              </p:cNvSpPr>
              <p:nvPr/>
            </p:nvSpPr>
            <p:spPr bwMode="auto">
              <a:xfrm>
                <a:off x="8999538" y="3486152"/>
                <a:ext cx="339725" cy="762001"/>
              </a:xfrm>
              <a:custGeom>
                <a:avLst/>
                <a:gdLst>
                  <a:gd name="T0" fmla="*/ 2147483646 w 219"/>
                  <a:gd name="T1" fmla="*/ 2147483646 h 489"/>
                  <a:gd name="T2" fmla="*/ 2147483646 w 219"/>
                  <a:gd name="T3" fmla="*/ 2147483646 h 489"/>
                  <a:gd name="T4" fmla="*/ 0 w 219"/>
                  <a:gd name="T5" fmla="*/ 2147483646 h 489"/>
                  <a:gd name="T6" fmla="*/ 0 w 219"/>
                  <a:gd name="T7" fmla="*/ 2147483646 h 489"/>
                  <a:gd name="T8" fmla="*/ 2147483646 w 219"/>
                  <a:gd name="T9" fmla="*/ 0 h 489"/>
                  <a:gd name="T10" fmla="*/ 2147483646 w 219"/>
                  <a:gd name="T11" fmla="*/ 0 h 489"/>
                  <a:gd name="T12" fmla="*/ 2147483646 w 219"/>
                  <a:gd name="T13" fmla="*/ 2147483646 h 489"/>
                  <a:gd name="T14" fmla="*/ 2147483646 w 219"/>
                  <a:gd name="T15" fmla="*/ 2147483646 h 489"/>
                  <a:gd name="T16" fmla="*/ 2147483646 w 219"/>
                  <a:gd name="T17" fmla="*/ 2147483646 h 489"/>
                  <a:gd name="T18" fmla="*/ 2147483646 w 219"/>
                  <a:gd name="T19" fmla="*/ 0 h 489"/>
                  <a:gd name="T20" fmla="*/ 2147483646 w 219"/>
                  <a:gd name="T21" fmla="*/ 0 h 489"/>
                  <a:gd name="T22" fmla="*/ 2147483646 w 219"/>
                  <a:gd name="T23" fmla="*/ 2147483646 h 489"/>
                  <a:gd name="T24" fmla="*/ 2147483646 w 219"/>
                  <a:gd name="T25" fmla="*/ 2147483646 h 489"/>
                  <a:gd name="T26" fmla="*/ 2147483646 w 219"/>
                  <a:gd name="T27" fmla="*/ 2147483646 h 489"/>
                  <a:gd name="T28" fmla="*/ 2147483646 w 219"/>
                  <a:gd name="T29" fmla="*/ 2147483646 h 489"/>
                  <a:gd name="T30" fmla="*/ 2147483646 w 219"/>
                  <a:gd name="T31" fmla="*/ 2147483646 h 489"/>
                  <a:gd name="T32" fmla="*/ 2147483646 w 219"/>
                  <a:gd name="T33" fmla="*/ 2147483646 h 489"/>
                  <a:gd name="T34" fmla="*/ 2147483646 w 219"/>
                  <a:gd name="T35" fmla="*/ 2147483646 h 489"/>
                  <a:gd name="T36" fmla="*/ 2147483646 w 219"/>
                  <a:gd name="T37" fmla="*/ 2147483646 h 489"/>
                  <a:gd name="T38" fmla="*/ 2147483646 w 219"/>
                  <a:gd name="T39" fmla="*/ 2147483646 h 489"/>
                  <a:gd name="T40" fmla="*/ 2147483646 w 219"/>
                  <a:gd name="T41" fmla="*/ 2147483646 h 489"/>
                  <a:gd name="T42" fmla="*/ 2147483646 w 219"/>
                  <a:gd name="T43" fmla="*/ 2147483646 h 489"/>
                  <a:gd name="T44" fmla="*/ 2147483646 w 219"/>
                  <a:gd name="T45" fmla="*/ 2147483646 h 489"/>
                  <a:gd name="T46" fmla="*/ 2147483646 w 219"/>
                  <a:gd name="T47" fmla="*/ 2147483646 h 489"/>
                  <a:gd name="T48" fmla="*/ 2147483646 w 219"/>
                  <a:gd name="T49" fmla="*/ 2147483646 h 489"/>
                  <a:gd name="T50" fmla="*/ 2147483646 w 219"/>
                  <a:gd name="T51" fmla="*/ 2147483646 h 489"/>
                  <a:gd name="T52" fmla="*/ 2147483646 w 219"/>
                  <a:gd name="T53" fmla="*/ 2147483646 h 489"/>
                  <a:gd name="T54" fmla="*/ 2147483646 w 219"/>
                  <a:gd name="T55" fmla="*/ 2147483646 h 48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19" h="489">
                    <a:moveTo>
                      <a:pt x="200" y="489"/>
                    </a:moveTo>
                    <a:cubicBezTo>
                      <a:pt x="19" y="489"/>
                      <a:pt x="19" y="489"/>
                      <a:pt x="19" y="489"/>
                    </a:cubicBezTo>
                    <a:cubicBezTo>
                      <a:pt x="8" y="489"/>
                      <a:pt x="0" y="481"/>
                      <a:pt x="0" y="470"/>
                    </a:cubicBezTo>
                    <a:cubicBezTo>
                      <a:pt x="0" y="19"/>
                      <a:pt x="0" y="19"/>
                      <a:pt x="0" y="19"/>
                    </a:cubicBezTo>
                    <a:cubicBezTo>
                      <a:pt x="0" y="8"/>
                      <a:pt x="8" y="0"/>
                      <a:pt x="19" y="0"/>
                    </a:cubicBezTo>
                    <a:cubicBezTo>
                      <a:pt x="93" y="0"/>
                      <a:pt x="93" y="0"/>
                      <a:pt x="93" y="0"/>
                    </a:cubicBezTo>
                    <a:cubicBezTo>
                      <a:pt x="96" y="0"/>
                      <a:pt x="99" y="2"/>
                      <a:pt x="99" y="4"/>
                    </a:cubicBezTo>
                    <a:cubicBezTo>
                      <a:pt x="101" y="9"/>
                      <a:pt x="105" y="12"/>
                      <a:pt x="110" y="12"/>
                    </a:cubicBezTo>
                    <a:cubicBezTo>
                      <a:pt x="114" y="12"/>
                      <a:pt x="119" y="9"/>
                      <a:pt x="120" y="4"/>
                    </a:cubicBezTo>
                    <a:cubicBezTo>
                      <a:pt x="121" y="2"/>
                      <a:pt x="123" y="0"/>
                      <a:pt x="127" y="0"/>
                    </a:cubicBezTo>
                    <a:cubicBezTo>
                      <a:pt x="200" y="0"/>
                      <a:pt x="200" y="0"/>
                      <a:pt x="200" y="0"/>
                    </a:cubicBezTo>
                    <a:cubicBezTo>
                      <a:pt x="211" y="0"/>
                      <a:pt x="219" y="8"/>
                      <a:pt x="219" y="19"/>
                    </a:cubicBezTo>
                    <a:cubicBezTo>
                      <a:pt x="219" y="470"/>
                      <a:pt x="219" y="470"/>
                      <a:pt x="219" y="470"/>
                    </a:cubicBezTo>
                    <a:cubicBezTo>
                      <a:pt x="219" y="481"/>
                      <a:pt x="211" y="489"/>
                      <a:pt x="200" y="489"/>
                    </a:cubicBezTo>
                    <a:close/>
                    <a:moveTo>
                      <a:pt x="19" y="4"/>
                    </a:moveTo>
                    <a:cubicBezTo>
                      <a:pt x="11" y="4"/>
                      <a:pt x="4" y="10"/>
                      <a:pt x="4" y="19"/>
                    </a:cubicBezTo>
                    <a:cubicBezTo>
                      <a:pt x="4" y="470"/>
                      <a:pt x="4" y="470"/>
                      <a:pt x="4" y="470"/>
                    </a:cubicBezTo>
                    <a:cubicBezTo>
                      <a:pt x="4" y="478"/>
                      <a:pt x="11" y="485"/>
                      <a:pt x="19" y="485"/>
                    </a:cubicBezTo>
                    <a:cubicBezTo>
                      <a:pt x="200" y="485"/>
                      <a:pt x="200" y="485"/>
                      <a:pt x="200" y="485"/>
                    </a:cubicBezTo>
                    <a:cubicBezTo>
                      <a:pt x="209" y="485"/>
                      <a:pt x="215" y="478"/>
                      <a:pt x="215" y="470"/>
                    </a:cubicBezTo>
                    <a:cubicBezTo>
                      <a:pt x="215" y="19"/>
                      <a:pt x="215" y="19"/>
                      <a:pt x="215" y="19"/>
                    </a:cubicBezTo>
                    <a:cubicBezTo>
                      <a:pt x="215" y="10"/>
                      <a:pt x="209" y="4"/>
                      <a:pt x="200" y="4"/>
                    </a:cubicBezTo>
                    <a:cubicBezTo>
                      <a:pt x="127" y="4"/>
                      <a:pt x="127" y="4"/>
                      <a:pt x="127" y="4"/>
                    </a:cubicBezTo>
                    <a:cubicBezTo>
                      <a:pt x="125" y="4"/>
                      <a:pt x="124" y="4"/>
                      <a:pt x="124" y="6"/>
                    </a:cubicBezTo>
                    <a:cubicBezTo>
                      <a:pt x="122" y="12"/>
                      <a:pt x="116" y="16"/>
                      <a:pt x="110" y="16"/>
                    </a:cubicBezTo>
                    <a:cubicBezTo>
                      <a:pt x="103" y="16"/>
                      <a:pt x="97" y="12"/>
                      <a:pt x="95" y="6"/>
                    </a:cubicBezTo>
                    <a:cubicBezTo>
                      <a:pt x="95" y="4"/>
                      <a:pt x="94" y="4"/>
                      <a:pt x="93" y="4"/>
                    </a:cubicBezTo>
                    <a:lnTo>
                      <a:pt x="19" y="4"/>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19" name="Oval 1444"/>
              <p:cNvSpPr>
                <a:spLocks noChangeArrowheads="1"/>
              </p:cNvSpPr>
              <p:nvPr/>
            </p:nvSpPr>
            <p:spPr bwMode="auto">
              <a:xfrm>
                <a:off x="9161463" y="3481390"/>
                <a:ext cx="17463" cy="190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0" name="Oval 1445"/>
              <p:cNvSpPr>
                <a:spLocks noChangeArrowheads="1"/>
              </p:cNvSpPr>
              <p:nvPr/>
            </p:nvSpPr>
            <p:spPr bwMode="auto">
              <a:xfrm>
                <a:off x="9191626" y="4260853"/>
                <a:ext cx="42863" cy="42863"/>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1" name="Oval 1446"/>
              <p:cNvSpPr>
                <a:spLocks noChangeArrowheads="1"/>
              </p:cNvSpPr>
              <p:nvPr/>
            </p:nvSpPr>
            <p:spPr bwMode="auto">
              <a:xfrm>
                <a:off x="9263063" y="4260853"/>
                <a:ext cx="42863" cy="42863"/>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322" name="组合 87"/>
            <p:cNvGrpSpPr/>
            <p:nvPr/>
          </p:nvGrpSpPr>
          <p:grpSpPr bwMode="auto">
            <a:xfrm>
              <a:off x="9516916" y="3463717"/>
              <a:ext cx="654646" cy="406336"/>
              <a:chOff x="5438774" y="976313"/>
              <a:chExt cx="887413" cy="530226"/>
            </a:xfrm>
            <a:grpFill/>
          </p:grpSpPr>
          <p:sp>
            <p:nvSpPr>
              <p:cNvPr id="323" name="Freeform 1273"/>
              <p:cNvSpPr/>
              <p:nvPr/>
            </p:nvSpPr>
            <p:spPr bwMode="auto">
              <a:xfrm>
                <a:off x="5543549" y="976313"/>
                <a:ext cx="677862" cy="476250"/>
              </a:xfrm>
              <a:custGeom>
                <a:avLst/>
                <a:gdLst>
                  <a:gd name="T0" fmla="*/ 2147483646 w 437"/>
                  <a:gd name="T1" fmla="*/ 2147483646 h 307"/>
                  <a:gd name="T2" fmla="*/ 2147483646 w 437"/>
                  <a:gd name="T3" fmla="*/ 2147483646 h 307"/>
                  <a:gd name="T4" fmla="*/ 2147483646 w 437"/>
                  <a:gd name="T5" fmla="*/ 2147483646 h 307"/>
                  <a:gd name="T6" fmla="*/ 2147483646 w 437"/>
                  <a:gd name="T7" fmla="*/ 2147483646 h 307"/>
                  <a:gd name="T8" fmla="*/ 2147483646 w 437"/>
                  <a:gd name="T9" fmla="*/ 2147483646 h 307"/>
                  <a:gd name="T10" fmla="*/ 2147483646 w 437"/>
                  <a:gd name="T11" fmla="*/ 2147483646 h 307"/>
                  <a:gd name="T12" fmla="*/ 2147483646 w 437"/>
                  <a:gd name="T13" fmla="*/ 2147483646 h 307"/>
                  <a:gd name="T14" fmla="*/ 0 w 437"/>
                  <a:gd name="T15" fmla="*/ 2147483646 h 307"/>
                  <a:gd name="T16" fmla="*/ 0 w 437"/>
                  <a:gd name="T17" fmla="*/ 2147483646 h 307"/>
                  <a:gd name="T18" fmla="*/ 2147483646 w 437"/>
                  <a:gd name="T19" fmla="*/ 0 h 307"/>
                  <a:gd name="T20" fmla="*/ 2147483646 w 437"/>
                  <a:gd name="T21" fmla="*/ 0 h 307"/>
                  <a:gd name="T22" fmla="*/ 2147483646 w 437"/>
                  <a:gd name="T23" fmla="*/ 2147483646 h 307"/>
                  <a:gd name="T24" fmla="*/ 2147483646 w 437"/>
                  <a:gd name="T25" fmla="*/ 2147483646 h 30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7" h="307">
                    <a:moveTo>
                      <a:pt x="437" y="307"/>
                    </a:moveTo>
                    <a:cubicBezTo>
                      <a:pt x="429" y="307"/>
                      <a:pt x="429" y="307"/>
                      <a:pt x="429" y="307"/>
                    </a:cubicBezTo>
                    <a:cubicBezTo>
                      <a:pt x="429" y="13"/>
                      <a:pt x="429" y="13"/>
                      <a:pt x="429" y="13"/>
                    </a:cubicBezTo>
                    <a:cubicBezTo>
                      <a:pt x="429" y="10"/>
                      <a:pt x="427" y="8"/>
                      <a:pt x="424" y="8"/>
                    </a:cubicBezTo>
                    <a:cubicBezTo>
                      <a:pt x="14" y="8"/>
                      <a:pt x="14" y="8"/>
                      <a:pt x="14" y="8"/>
                    </a:cubicBezTo>
                    <a:cubicBezTo>
                      <a:pt x="11" y="8"/>
                      <a:pt x="8" y="10"/>
                      <a:pt x="8" y="13"/>
                    </a:cubicBezTo>
                    <a:cubicBezTo>
                      <a:pt x="8" y="307"/>
                      <a:pt x="8" y="307"/>
                      <a:pt x="8" y="307"/>
                    </a:cubicBezTo>
                    <a:cubicBezTo>
                      <a:pt x="0" y="307"/>
                      <a:pt x="0" y="307"/>
                      <a:pt x="0" y="307"/>
                    </a:cubicBezTo>
                    <a:cubicBezTo>
                      <a:pt x="0" y="13"/>
                      <a:pt x="0" y="13"/>
                      <a:pt x="0" y="13"/>
                    </a:cubicBezTo>
                    <a:cubicBezTo>
                      <a:pt x="0" y="6"/>
                      <a:pt x="6" y="0"/>
                      <a:pt x="14" y="0"/>
                    </a:cubicBezTo>
                    <a:cubicBezTo>
                      <a:pt x="424" y="0"/>
                      <a:pt x="424" y="0"/>
                      <a:pt x="424" y="0"/>
                    </a:cubicBezTo>
                    <a:cubicBezTo>
                      <a:pt x="431" y="0"/>
                      <a:pt x="437" y="6"/>
                      <a:pt x="437" y="13"/>
                    </a:cubicBezTo>
                    <a:lnTo>
                      <a:pt x="437" y="307"/>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4" name="Freeform 1274"/>
              <p:cNvSpPr>
                <a:spLocks noEditPoints="1"/>
              </p:cNvSpPr>
              <p:nvPr/>
            </p:nvSpPr>
            <p:spPr bwMode="auto">
              <a:xfrm>
                <a:off x="5565774" y="1008063"/>
                <a:ext cx="633412" cy="411163"/>
              </a:xfrm>
              <a:custGeom>
                <a:avLst/>
                <a:gdLst>
                  <a:gd name="T0" fmla="*/ 2147483646 w 399"/>
                  <a:gd name="T1" fmla="*/ 2147483646 h 259"/>
                  <a:gd name="T2" fmla="*/ 0 w 399"/>
                  <a:gd name="T3" fmla="*/ 2147483646 h 259"/>
                  <a:gd name="T4" fmla="*/ 0 w 399"/>
                  <a:gd name="T5" fmla="*/ 0 h 259"/>
                  <a:gd name="T6" fmla="*/ 2147483646 w 399"/>
                  <a:gd name="T7" fmla="*/ 0 h 259"/>
                  <a:gd name="T8" fmla="*/ 2147483646 w 399"/>
                  <a:gd name="T9" fmla="*/ 2147483646 h 259"/>
                  <a:gd name="T10" fmla="*/ 2147483646 w 399"/>
                  <a:gd name="T11" fmla="*/ 2147483646 h 259"/>
                  <a:gd name="T12" fmla="*/ 2147483646 w 399"/>
                  <a:gd name="T13" fmla="*/ 2147483646 h 259"/>
                  <a:gd name="T14" fmla="*/ 2147483646 w 399"/>
                  <a:gd name="T15" fmla="*/ 2147483646 h 259"/>
                  <a:gd name="T16" fmla="*/ 2147483646 w 399"/>
                  <a:gd name="T17" fmla="*/ 2147483646 h 259"/>
                  <a:gd name="T18" fmla="*/ 2147483646 w 399"/>
                  <a:gd name="T19" fmla="*/ 2147483646 h 2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9" h="259">
                    <a:moveTo>
                      <a:pt x="399" y="259"/>
                    </a:moveTo>
                    <a:lnTo>
                      <a:pt x="0" y="259"/>
                    </a:lnTo>
                    <a:lnTo>
                      <a:pt x="0" y="0"/>
                    </a:lnTo>
                    <a:lnTo>
                      <a:pt x="399" y="0"/>
                    </a:lnTo>
                    <a:lnTo>
                      <a:pt x="399" y="259"/>
                    </a:lnTo>
                    <a:close/>
                    <a:moveTo>
                      <a:pt x="4" y="256"/>
                    </a:moveTo>
                    <a:lnTo>
                      <a:pt x="395" y="256"/>
                    </a:lnTo>
                    <a:lnTo>
                      <a:pt x="395" y="4"/>
                    </a:lnTo>
                    <a:lnTo>
                      <a:pt x="4" y="4"/>
                    </a:lnTo>
                    <a:lnTo>
                      <a:pt x="4" y="256"/>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5" name="Freeform 1275"/>
              <p:cNvSpPr>
                <a:spLocks noEditPoints="1"/>
              </p:cNvSpPr>
              <p:nvPr/>
            </p:nvSpPr>
            <p:spPr bwMode="auto">
              <a:xfrm>
                <a:off x="5762624" y="1449388"/>
                <a:ext cx="238125" cy="22225"/>
              </a:xfrm>
              <a:custGeom>
                <a:avLst/>
                <a:gdLst>
                  <a:gd name="T0" fmla="*/ 2147483646 w 150"/>
                  <a:gd name="T1" fmla="*/ 2147483646 h 14"/>
                  <a:gd name="T2" fmla="*/ 0 w 150"/>
                  <a:gd name="T3" fmla="*/ 2147483646 h 14"/>
                  <a:gd name="T4" fmla="*/ 0 w 150"/>
                  <a:gd name="T5" fmla="*/ 0 h 14"/>
                  <a:gd name="T6" fmla="*/ 2147483646 w 150"/>
                  <a:gd name="T7" fmla="*/ 0 h 14"/>
                  <a:gd name="T8" fmla="*/ 2147483646 w 150"/>
                  <a:gd name="T9" fmla="*/ 2147483646 h 14"/>
                  <a:gd name="T10" fmla="*/ 2147483646 w 150"/>
                  <a:gd name="T11" fmla="*/ 2147483646 h 14"/>
                  <a:gd name="T12" fmla="*/ 2147483646 w 150"/>
                  <a:gd name="T13" fmla="*/ 2147483646 h 14"/>
                  <a:gd name="T14" fmla="*/ 2147483646 w 150"/>
                  <a:gd name="T15" fmla="*/ 2147483646 h 14"/>
                  <a:gd name="T16" fmla="*/ 2147483646 w 150"/>
                  <a:gd name="T17" fmla="*/ 2147483646 h 14"/>
                  <a:gd name="T18" fmla="*/ 2147483646 w 150"/>
                  <a:gd name="T19" fmla="*/ 2147483646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0" h="14">
                    <a:moveTo>
                      <a:pt x="150" y="14"/>
                    </a:moveTo>
                    <a:lnTo>
                      <a:pt x="0" y="14"/>
                    </a:lnTo>
                    <a:lnTo>
                      <a:pt x="0" y="0"/>
                    </a:lnTo>
                    <a:lnTo>
                      <a:pt x="150" y="0"/>
                    </a:lnTo>
                    <a:lnTo>
                      <a:pt x="150" y="14"/>
                    </a:lnTo>
                    <a:close/>
                    <a:moveTo>
                      <a:pt x="4" y="10"/>
                    </a:moveTo>
                    <a:lnTo>
                      <a:pt x="146" y="10"/>
                    </a:lnTo>
                    <a:lnTo>
                      <a:pt x="146" y="4"/>
                    </a:lnTo>
                    <a:lnTo>
                      <a:pt x="4" y="4"/>
                    </a:lnTo>
                    <a:lnTo>
                      <a:pt x="4" y="10"/>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6" name="Rectangle 1276"/>
              <p:cNvSpPr>
                <a:spLocks noChangeArrowheads="1"/>
              </p:cNvSpPr>
              <p:nvPr/>
            </p:nvSpPr>
            <p:spPr bwMode="auto">
              <a:xfrm>
                <a:off x="5548312" y="1449388"/>
                <a:ext cx="666750" cy="6350"/>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7" name="Freeform 1277"/>
              <p:cNvSpPr/>
              <p:nvPr/>
            </p:nvSpPr>
            <p:spPr bwMode="auto">
              <a:xfrm>
                <a:off x="5861049" y="1430338"/>
                <a:ext cx="6350" cy="7938"/>
              </a:xfrm>
              <a:custGeom>
                <a:avLst/>
                <a:gdLst>
                  <a:gd name="T0" fmla="*/ 2147483646 w 4"/>
                  <a:gd name="T1" fmla="*/ 2147483646 h 5"/>
                  <a:gd name="T2" fmla="*/ 2147483646 w 4"/>
                  <a:gd name="T3" fmla="*/ 2147483646 h 5"/>
                  <a:gd name="T4" fmla="*/ 2147483646 w 4"/>
                  <a:gd name="T5" fmla="*/ 0 h 5"/>
                  <a:gd name="T6" fmla="*/ 0 w 4"/>
                  <a:gd name="T7" fmla="*/ 0 h 5"/>
                  <a:gd name="T8" fmla="*/ 0 w 4"/>
                  <a:gd name="T9" fmla="*/ 2147483646 h 5"/>
                  <a:gd name="T10" fmla="*/ 2147483646 w 4"/>
                  <a:gd name="T11" fmla="*/ 2147483646 h 5"/>
                  <a:gd name="T12" fmla="*/ 2147483646 w 4"/>
                  <a:gd name="T13" fmla="*/ 2147483646 h 5"/>
                  <a:gd name="T14" fmla="*/ 2147483646 w 4"/>
                  <a:gd name="T15" fmla="*/ 2147483646 h 5"/>
                  <a:gd name="T16" fmla="*/ 2147483646 w 4"/>
                  <a:gd name="T17" fmla="*/ 2147483646 h 5"/>
                  <a:gd name="T18" fmla="*/ 2147483646 w 4"/>
                  <a:gd name="T19" fmla="*/ 2147483646 h 5"/>
                  <a:gd name="T20" fmla="*/ 2147483646 w 4"/>
                  <a:gd name="T21" fmla="*/ 0 h 5"/>
                  <a:gd name="T22" fmla="*/ 2147483646 w 4"/>
                  <a:gd name="T23" fmla="*/ 0 h 5"/>
                  <a:gd name="T24" fmla="*/ 2147483646 w 4"/>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5">
                    <a:moveTo>
                      <a:pt x="3" y="2"/>
                    </a:moveTo>
                    <a:lnTo>
                      <a:pt x="1" y="2"/>
                    </a:lnTo>
                    <a:lnTo>
                      <a:pt x="1" y="0"/>
                    </a:lnTo>
                    <a:lnTo>
                      <a:pt x="0" y="0"/>
                    </a:lnTo>
                    <a:lnTo>
                      <a:pt x="0" y="5"/>
                    </a:lnTo>
                    <a:lnTo>
                      <a:pt x="1" y="5"/>
                    </a:lnTo>
                    <a:lnTo>
                      <a:pt x="1" y="3"/>
                    </a:lnTo>
                    <a:lnTo>
                      <a:pt x="3" y="3"/>
                    </a:lnTo>
                    <a:lnTo>
                      <a:pt x="3" y="5"/>
                    </a:lnTo>
                    <a:lnTo>
                      <a:pt x="4" y="5"/>
                    </a:lnTo>
                    <a:lnTo>
                      <a:pt x="4" y="0"/>
                    </a:lnTo>
                    <a:lnTo>
                      <a:pt x="3" y="0"/>
                    </a:lnTo>
                    <a:lnTo>
                      <a:pt x="3" y="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8" name="Freeform 1278"/>
              <p:cNvSpPr/>
              <p:nvPr/>
            </p:nvSpPr>
            <p:spPr bwMode="auto">
              <a:xfrm>
                <a:off x="5870574" y="1430338"/>
                <a:ext cx="6350" cy="7938"/>
              </a:xfrm>
              <a:custGeom>
                <a:avLst/>
                <a:gdLst>
                  <a:gd name="T0" fmla="*/ 2147483646 w 4"/>
                  <a:gd name="T1" fmla="*/ 2147483646 h 5"/>
                  <a:gd name="T2" fmla="*/ 2147483646 w 4"/>
                  <a:gd name="T3" fmla="*/ 2147483646 h 5"/>
                  <a:gd name="T4" fmla="*/ 2147483646 w 4"/>
                  <a:gd name="T5" fmla="*/ 2147483646 h 5"/>
                  <a:gd name="T6" fmla="*/ 2147483646 w 4"/>
                  <a:gd name="T7" fmla="*/ 0 h 5"/>
                  <a:gd name="T8" fmla="*/ 0 w 4"/>
                  <a:gd name="T9" fmla="*/ 0 h 5"/>
                  <a:gd name="T10" fmla="*/ 0 w 4"/>
                  <a:gd name="T11" fmla="*/ 2147483646 h 5"/>
                  <a:gd name="T12" fmla="*/ 2147483646 w 4"/>
                  <a:gd name="T13" fmla="*/ 2147483646 h 5"/>
                  <a:gd name="T14" fmla="*/ 2147483646 w 4"/>
                  <a:gd name="T15" fmla="*/ 2147483646 h 5"/>
                  <a:gd name="T16" fmla="*/ 2147483646 w 4"/>
                  <a:gd name="T17" fmla="*/ 0 h 5"/>
                  <a:gd name="T18" fmla="*/ 2147483646 w 4"/>
                  <a:gd name="T19" fmla="*/ 0 h 5"/>
                  <a:gd name="T20" fmla="*/ 2147483646 w 4"/>
                  <a:gd name="T21" fmla="*/ 2147483646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 h="5">
                    <a:moveTo>
                      <a:pt x="3" y="3"/>
                    </a:moveTo>
                    <a:cubicBezTo>
                      <a:pt x="3" y="3"/>
                      <a:pt x="2" y="4"/>
                      <a:pt x="2" y="4"/>
                    </a:cubicBezTo>
                    <a:cubicBezTo>
                      <a:pt x="1" y="4"/>
                      <a:pt x="1" y="3"/>
                      <a:pt x="1" y="3"/>
                    </a:cubicBezTo>
                    <a:cubicBezTo>
                      <a:pt x="1" y="0"/>
                      <a:pt x="1" y="0"/>
                      <a:pt x="1" y="0"/>
                    </a:cubicBezTo>
                    <a:cubicBezTo>
                      <a:pt x="0" y="0"/>
                      <a:pt x="0" y="0"/>
                      <a:pt x="0" y="0"/>
                    </a:cubicBezTo>
                    <a:cubicBezTo>
                      <a:pt x="0" y="3"/>
                      <a:pt x="0" y="3"/>
                      <a:pt x="0" y="3"/>
                    </a:cubicBezTo>
                    <a:cubicBezTo>
                      <a:pt x="0" y="4"/>
                      <a:pt x="0" y="5"/>
                      <a:pt x="2" y="5"/>
                    </a:cubicBezTo>
                    <a:cubicBezTo>
                      <a:pt x="3" y="5"/>
                      <a:pt x="4" y="4"/>
                      <a:pt x="4" y="3"/>
                    </a:cubicBezTo>
                    <a:cubicBezTo>
                      <a:pt x="4" y="0"/>
                      <a:pt x="4" y="0"/>
                      <a:pt x="4" y="0"/>
                    </a:cubicBezTo>
                    <a:cubicBezTo>
                      <a:pt x="3" y="0"/>
                      <a:pt x="3" y="0"/>
                      <a:pt x="3" y="0"/>
                    </a:cubicBezTo>
                    <a:lnTo>
                      <a:pt x="3" y="3"/>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9" name="Freeform 1279"/>
              <p:cNvSpPr/>
              <p:nvPr/>
            </p:nvSpPr>
            <p:spPr bwMode="auto">
              <a:xfrm>
                <a:off x="5884862" y="1430338"/>
                <a:ext cx="9525" cy="7938"/>
              </a:xfrm>
              <a:custGeom>
                <a:avLst/>
                <a:gdLst>
                  <a:gd name="T0" fmla="*/ 2147483646 w 6"/>
                  <a:gd name="T1" fmla="*/ 2147483646 h 5"/>
                  <a:gd name="T2" fmla="*/ 2147483646 w 6"/>
                  <a:gd name="T3" fmla="*/ 0 h 5"/>
                  <a:gd name="T4" fmla="*/ 2147483646 w 6"/>
                  <a:gd name="T5" fmla="*/ 0 h 5"/>
                  <a:gd name="T6" fmla="*/ 2147483646 w 6"/>
                  <a:gd name="T7" fmla="*/ 2147483646 h 5"/>
                  <a:gd name="T8" fmla="*/ 2147483646 w 6"/>
                  <a:gd name="T9" fmla="*/ 0 h 5"/>
                  <a:gd name="T10" fmla="*/ 0 w 6"/>
                  <a:gd name="T11" fmla="*/ 0 h 5"/>
                  <a:gd name="T12" fmla="*/ 2147483646 w 6"/>
                  <a:gd name="T13" fmla="*/ 2147483646 h 5"/>
                  <a:gd name="T14" fmla="*/ 2147483646 w 6"/>
                  <a:gd name="T15" fmla="*/ 2147483646 h 5"/>
                  <a:gd name="T16" fmla="*/ 2147483646 w 6"/>
                  <a:gd name="T17" fmla="*/ 2147483646 h 5"/>
                  <a:gd name="T18" fmla="*/ 2147483646 w 6"/>
                  <a:gd name="T19" fmla="*/ 2147483646 h 5"/>
                  <a:gd name="T20" fmla="*/ 2147483646 w 6"/>
                  <a:gd name="T21" fmla="*/ 2147483646 h 5"/>
                  <a:gd name="T22" fmla="*/ 2147483646 w 6"/>
                  <a:gd name="T23" fmla="*/ 0 h 5"/>
                  <a:gd name="T24" fmla="*/ 2147483646 w 6"/>
                  <a:gd name="T25" fmla="*/ 0 h 5"/>
                  <a:gd name="T26" fmla="*/ 2147483646 w 6"/>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 h="5">
                    <a:moveTo>
                      <a:pt x="5" y="3"/>
                    </a:moveTo>
                    <a:lnTo>
                      <a:pt x="4" y="0"/>
                    </a:lnTo>
                    <a:lnTo>
                      <a:pt x="3" y="0"/>
                    </a:lnTo>
                    <a:lnTo>
                      <a:pt x="2" y="3"/>
                    </a:lnTo>
                    <a:lnTo>
                      <a:pt x="1" y="0"/>
                    </a:lnTo>
                    <a:lnTo>
                      <a:pt x="0" y="0"/>
                    </a:lnTo>
                    <a:lnTo>
                      <a:pt x="2" y="5"/>
                    </a:lnTo>
                    <a:lnTo>
                      <a:pt x="3" y="1"/>
                    </a:lnTo>
                    <a:lnTo>
                      <a:pt x="5" y="5"/>
                    </a:lnTo>
                    <a:lnTo>
                      <a:pt x="6" y="0"/>
                    </a:lnTo>
                    <a:lnTo>
                      <a:pt x="5" y="0"/>
                    </a:lnTo>
                    <a:lnTo>
                      <a:pt x="5" y="3"/>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0" name="Freeform 1280"/>
              <p:cNvSpPr/>
              <p:nvPr/>
            </p:nvSpPr>
            <p:spPr bwMode="auto">
              <a:xfrm>
                <a:off x="5895974" y="1430338"/>
                <a:ext cx="4762" cy="7938"/>
              </a:xfrm>
              <a:custGeom>
                <a:avLst/>
                <a:gdLst>
                  <a:gd name="T0" fmla="*/ 2147483646 w 3"/>
                  <a:gd name="T1" fmla="*/ 2147483646 h 5"/>
                  <a:gd name="T2" fmla="*/ 2147483646 w 3"/>
                  <a:gd name="T3" fmla="*/ 2147483646 h 5"/>
                  <a:gd name="T4" fmla="*/ 2147483646 w 3"/>
                  <a:gd name="T5" fmla="*/ 2147483646 h 5"/>
                  <a:gd name="T6" fmla="*/ 2147483646 w 3"/>
                  <a:gd name="T7" fmla="*/ 2147483646 h 5"/>
                  <a:gd name="T8" fmla="*/ 2147483646 w 3"/>
                  <a:gd name="T9" fmla="*/ 2147483646 h 5"/>
                  <a:gd name="T10" fmla="*/ 2147483646 w 3"/>
                  <a:gd name="T11" fmla="*/ 2147483646 h 5"/>
                  <a:gd name="T12" fmla="*/ 2147483646 w 3"/>
                  <a:gd name="T13" fmla="*/ 0 h 5"/>
                  <a:gd name="T14" fmla="*/ 0 w 3"/>
                  <a:gd name="T15" fmla="*/ 0 h 5"/>
                  <a:gd name="T16" fmla="*/ 0 w 3"/>
                  <a:gd name="T17" fmla="*/ 2147483646 h 5"/>
                  <a:gd name="T18" fmla="*/ 2147483646 w 3"/>
                  <a:gd name="T19" fmla="*/ 2147483646 h 5"/>
                  <a:gd name="T20" fmla="*/ 2147483646 w 3"/>
                  <a:gd name="T21" fmla="*/ 2147483646 h 5"/>
                  <a:gd name="T22" fmla="*/ 2147483646 w 3"/>
                  <a:gd name="T23" fmla="*/ 2147483646 h 5"/>
                  <a:gd name="T24" fmla="*/ 2147483646 w 3"/>
                  <a:gd name="T25" fmla="*/ 2147483646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 h="5">
                    <a:moveTo>
                      <a:pt x="1" y="3"/>
                    </a:moveTo>
                    <a:lnTo>
                      <a:pt x="3" y="3"/>
                    </a:lnTo>
                    <a:lnTo>
                      <a:pt x="3" y="2"/>
                    </a:lnTo>
                    <a:lnTo>
                      <a:pt x="1" y="2"/>
                    </a:lnTo>
                    <a:lnTo>
                      <a:pt x="1" y="1"/>
                    </a:lnTo>
                    <a:lnTo>
                      <a:pt x="3" y="1"/>
                    </a:lnTo>
                    <a:lnTo>
                      <a:pt x="3" y="0"/>
                    </a:lnTo>
                    <a:lnTo>
                      <a:pt x="0" y="0"/>
                    </a:lnTo>
                    <a:lnTo>
                      <a:pt x="0" y="5"/>
                    </a:lnTo>
                    <a:lnTo>
                      <a:pt x="3" y="5"/>
                    </a:lnTo>
                    <a:lnTo>
                      <a:pt x="3" y="4"/>
                    </a:lnTo>
                    <a:lnTo>
                      <a:pt x="1" y="4"/>
                    </a:lnTo>
                    <a:lnTo>
                      <a:pt x="1" y="3"/>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1" name="Rectangle 1281"/>
              <p:cNvSpPr>
                <a:spLocks noChangeArrowheads="1"/>
              </p:cNvSpPr>
              <p:nvPr/>
            </p:nvSpPr>
            <p:spPr bwMode="auto">
              <a:xfrm>
                <a:off x="5903912" y="1430338"/>
                <a:ext cx="1587" cy="7938"/>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2" name="Freeform 1282"/>
              <p:cNvSpPr>
                <a:spLocks noEditPoints="1"/>
              </p:cNvSpPr>
              <p:nvPr/>
            </p:nvSpPr>
            <p:spPr bwMode="auto">
              <a:xfrm>
                <a:off x="5876924" y="1430338"/>
                <a:ext cx="7937" cy="7938"/>
              </a:xfrm>
              <a:custGeom>
                <a:avLst/>
                <a:gdLst>
                  <a:gd name="T0" fmla="*/ 2147483646 w 5"/>
                  <a:gd name="T1" fmla="*/ 2147483646 h 5"/>
                  <a:gd name="T2" fmla="*/ 2147483646 w 5"/>
                  <a:gd name="T3" fmla="*/ 2147483646 h 5"/>
                  <a:gd name="T4" fmla="*/ 2147483646 w 5"/>
                  <a:gd name="T5" fmla="*/ 2147483646 h 5"/>
                  <a:gd name="T6" fmla="*/ 2147483646 w 5"/>
                  <a:gd name="T7" fmla="*/ 0 h 5"/>
                  <a:gd name="T8" fmla="*/ 2147483646 w 5"/>
                  <a:gd name="T9" fmla="*/ 0 h 5"/>
                  <a:gd name="T10" fmla="*/ 2147483646 w 5"/>
                  <a:gd name="T11" fmla="*/ 0 h 5"/>
                  <a:gd name="T12" fmla="*/ 0 w 5"/>
                  <a:gd name="T13" fmla="*/ 2147483646 h 5"/>
                  <a:gd name="T14" fmla="*/ 2147483646 w 5"/>
                  <a:gd name="T15" fmla="*/ 2147483646 h 5"/>
                  <a:gd name="T16" fmla="*/ 2147483646 w 5"/>
                  <a:gd name="T17" fmla="*/ 2147483646 h 5"/>
                  <a:gd name="T18" fmla="*/ 2147483646 w 5"/>
                  <a:gd name="T19" fmla="*/ 2147483646 h 5"/>
                  <a:gd name="T20" fmla="*/ 2147483646 w 5"/>
                  <a:gd name="T21" fmla="*/ 2147483646 h 5"/>
                  <a:gd name="T22" fmla="*/ 2147483646 w 5"/>
                  <a:gd name="T23" fmla="*/ 2147483646 h 5"/>
                  <a:gd name="T24" fmla="*/ 2147483646 w 5"/>
                  <a:gd name="T25" fmla="*/ 2147483646 h 5"/>
                  <a:gd name="T26" fmla="*/ 2147483646 w 5"/>
                  <a:gd name="T27" fmla="*/ 2147483646 h 5"/>
                  <a:gd name="T28" fmla="*/ 2147483646 w 5"/>
                  <a:gd name="T29" fmla="*/ 2147483646 h 5"/>
                  <a:gd name="T30" fmla="*/ 2147483646 w 5"/>
                  <a:gd name="T31" fmla="*/ 2147483646 h 5"/>
                  <a:gd name="T32" fmla="*/ 2147483646 w 5"/>
                  <a:gd name="T33" fmla="*/ 2147483646 h 5"/>
                  <a:gd name="T34" fmla="*/ 2147483646 w 5"/>
                  <a:gd name="T35" fmla="*/ 2147483646 h 5"/>
                  <a:gd name="T36" fmla="*/ 2147483646 w 5"/>
                  <a:gd name="T37" fmla="*/ 2147483646 h 5"/>
                  <a:gd name="T38" fmla="*/ 2147483646 w 5"/>
                  <a:gd name="T39" fmla="*/ 2147483646 h 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 h="5">
                    <a:moveTo>
                      <a:pt x="4" y="4"/>
                    </a:moveTo>
                    <a:lnTo>
                      <a:pt x="4" y="5"/>
                    </a:lnTo>
                    <a:lnTo>
                      <a:pt x="5" y="5"/>
                    </a:lnTo>
                    <a:lnTo>
                      <a:pt x="3" y="0"/>
                    </a:lnTo>
                    <a:lnTo>
                      <a:pt x="2" y="0"/>
                    </a:lnTo>
                    <a:lnTo>
                      <a:pt x="0" y="5"/>
                    </a:lnTo>
                    <a:lnTo>
                      <a:pt x="1" y="5"/>
                    </a:lnTo>
                    <a:lnTo>
                      <a:pt x="2" y="4"/>
                    </a:lnTo>
                    <a:lnTo>
                      <a:pt x="4" y="4"/>
                    </a:lnTo>
                    <a:close/>
                    <a:moveTo>
                      <a:pt x="3" y="1"/>
                    </a:moveTo>
                    <a:lnTo>
                      <a:pt x="3" y="3"/>
                    </a:lnTo>
                    <a:lnTo>
                      <a:pt x="2" y="3"/>
                    </a:lnTo>
                    <a:lnTo>
                      <a:pt x="3" y="1"/>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3" name="Oval 1283"/>
              <p:cNvSpPr>
                <a:spLocks noChangeArrowheads="1"/>
              </p:cNvSpPr>
              <p:nvPr/>
            </p:nvSpPr>
            <p:spPr bwMode="auto">
              <a:xfrm>
                <a:off x="5878512" y="996951"/>
                <a:ext cx="7937" cy="63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4" name="Oval 1284"/>
              <p:cNvSpPr>
                <a:spLocks noChangeArrowheads="1"/>
              </p:cNvSpPr>
              <p:nvPr/>
            </p:nvSpPr>
            <p:spPr bwMode="auto">
              <a:xfrm>
                <a:off x="5911849" y="998538"/>
                <a:ext cx="3175" cy="3175"/>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5" name="Freeform 1285"/>
              <p:cNvSpPr/>
              <p:nvPr/>
            </p:nvSpPr>
            <p:spPr bwMode="auto">
              <a:xfrm>
                <a:off x="6126162" y="1452563"/>
                <a:ext cx="200025" cy="38100"/>
              </a:xfrm>
              <a:custGeom>
                <a:avLst/>
                <a:gdLst>
                  <a:gd name="T0" fmla="*/ 2147483646 w 129"/>
                  <a:gd name="T1" fmla="*/ 2147483646 h 25"/>
                  <a:gd name="T2" fmla="*/ 0 w 129"/>
                  <a:gd name="T3" fmla="*/ 2147483646 h 25"/>
                  <a:gd name="T4" fmla="*/ 0 w 129"/>
                  <a:gd name="T5" fmla="*/ 2147483646 h 25"/>
                  <a:gd name="T6" fmla="*/ 2147483646 w 129"/>
                  <a:gd name="T7" fmla="*/ 2147483646 h 25"/>
                  <a:gd name="T8" fmla="*/ 2147483646 w 129"/>
                  <a:gd name="T9" fmla="*/ 2147483646 h 25"/>
                  <a:gd name="T10" fmla="*/ 2147483646 w 129"/>
                  <a:gd name="T11" fmla="*/ 2147483646 h 25"/>
                  <a:gd name="T12" fmla="*/ 2147483646 w 129"/>
                  <a:gd name="T13" fmla="*/ 0 h 25"/>
                  <a:gd name="T14" fmla="*/ 2147483646 w 129"/>
                  <a:gd name="T15" fmla="*/ 0 h 25"/>
                  <a:gd name="T16" fmla="*/ 2147483646 w 129"/>
                  <a:gd name="T17" fmla="*/ 2147483646 h 25"/>
                  <a:gd name="T18" fmla="*/ 2147483646 w 129"/>
                  <a:gd name="T19" fmla="*/ 2147483646 h 25"/>
                  <a:gd name="T20" fmla="*/ 2147483646 w 129"/>
                  <a:gd name="T21" fmla="*/ 2147483646 h 25"/>
                  <a:gd name="T22" fmla="*/ 2147483646 w 129"/>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 h="25">
                    <a:moveTo>
                      <a:pt x="100" y="25"/>
                    </a:moveTo>
                    <a:cubicBezTo>
                      <a:pt x="0" y="25"/>
                      <a:pt x="0" y="25"/>
                      <a:pt x="0" y="25"/>
                    </a:cubicBezTo>
                    <a:cubicBezTo>
                      <a:pt x="0" y="17"/>
                      <a:pt x="0" y="17"/>
                      <a:pt x="0" y="17"/>
                    </a:cubicBezTo>
                    <a:cubicBezTo>
                      <a:pt x="100" y="17"/>
                      <a:pt x="100" y="17"/>
                      <a:pt x="100" y="17"/>
                    </a:cubicBezTo>
                    <a:cubicBezTo>
                      <a:pt x="106" y="17"/>
                      <a:pt x="113" y="15"/>
                      <a:pt x="118" y="11"/>
                    </a:cubicBezTo>
                    <a:cubicBezTo>
                      <a:pt x="121" y="8"/>
                      <a:pt x="121" y="8"/>
                      <a:pt x="121" y="8"/>
                    </a:cubicBezTo>
                    <a:cubicBezTo>
                      <a:pt x="121" y="0"/>
                      <a:pt x="121" y="0"/>
                      <a:pt x="121" y="0"/>
                    </a:cubicBezTo>
                    <a:cubicBezTo>
                      <a:pt x="129" y="0"/>
                      <a:pt x="129" y="0"/>
                      <a:pt x="129" y="0"/>
                    </a:cubicBezTo>
                    <a:cubicBezTo>
                      <a:pt x="129" y="10"/>
                      <a:pt x="129" y="10"/>
                      <a:pt x="129" y="10"/>
                    </a:cubicBezTo>
                    <a:cubicBezTo>
                      <a:pt x="129" y="11"/>
                      <a:pt x="128" y="13"/>
                      <a:pt x="127" y="13"/>
                    </a:cubicBezTo>
                    <a:cubicBezTo>
                      <a:pt x="123" y="17"/>
                      <a:pt x="123" y="17"/>
                      <a:pt x="123" y="17"/>
                    </a:cubicBezTo>
                    <a:cubicBezTo>
                      <a:pt x="116" y="22"/>
                      <a:pt x="108" y="25"/>
                      <a:pt x="100" y="25"/>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6" name="Freeform 1286"/>
              <p:cNvSpPr/>
              <p:nvPr/>
            </p:nvSpPr>
            <p:spPr bwMode="auto">
              <a:xfrm>
                <a:off x="5438774" y="1452563"/>
                <a:ext cx="604837" cy="38100"/>
              </a:xfrm>
              <a:custGeom>
                <a:avLst/>
                <a:gdLst>
                  <a:gd name="T0" fmla="*/ 2147483646 w 390"/>
                  <a:gd name="T1" fmla="*/ 2147483646 h 25"/>
                  <a:gd name="T2" fmla="*/ 2147483646 w 390"/>
                  <a:gd name="T3" fmla="*/ 2147483646 h 25"/>
                  <a:gd name="T4" fmla="*/ 2147483646 w 390"/>
                  <a:gd name="T5" fmla="*/ 2147483646 h 25"/>
                  <a:gd name="T6" fmla="*/ 2147483646 w 390"/>
                  <a:gd name="T7" fmla="*/ 2147483646 h 25"/>
                  <a:gd name="T8" fmla="*/ 0 w 390"/>
                  <a:gd name="T9" fmla="*/ 2147483646 h 25"/>
                  <a:gd name="T10" fmla="*/ 0 w 390"/>
                  <a:gd name="T11" fmla="*/ 0 h 25"/>
                  <a:gd name="T12" fmla="*/ 2147483646 w 390"/>
                  <a:gd name="T13" fmla="*/ 0 h 25"/>
                  <a:gd name="T14" fmla="*/ 2147483646 w 390"/>
                  <a:gd name="T15" fmla="*/ 2147483646 h 25"/>
                  <a:gd name="T16" fmla="*/ 2147483646 w 390"/>
                  <a:gd name="T17" fmla="*/ 2147483646 h 25"/>
                  <a:gd name="T18" fmla="*/ 2147483646 w 390"/>
                  <a:gd name="T19" fmla="*/ 2147483646 h 25"/>
                  <a:gd name="T20" fmla="*/ 2147483646 w 390"/>
                  <a:gd name="T21" fmla="*/ 2147483646 h 25"/>
                  <a:gd name="T22" fmla="*/ 2147483646 w 390"/>
                  <a:gd name="T23" fmla="*/ 2147483646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90" h="25">
                    <a:moveTo>
                      <a:pt x="390" y="25"/>
                    </a:moveTo>
                    <a:cubicBezTo>
                      <a:pt x="29" y="25"/>
                      <a:pt x="29" y="25"/>
                      <a:pt x="29" y="25"/>
                    </a:cubicBezTo>
                    <a:cubicBezTo>
                      <a:pt x="21" y="25"/>
                      <a:pt x="12" y="22"/>
                      <a:pt x="6" y="17"/>
                    </a:cubicBezTo>
                    <a:cubicBezTo>
                      <a:pt x="1" y="13"/>
                      <a:pt x="1" y="13"/>
                      <a:pt x="1" y="13"/>
                    </a:cubicBezTo>
                    <a:cubicBezTo>
                      <a:pt x="0" y="13"/>
                      <a:pt x="0" y="11"/>
                      <a:pt x="0" y="10"/>
                    </a:cubicBezTo>
                    <a:cubicBezTo>
                      <a:pt x="0" y="0"/>
                      <a:pt x="0" y="0"/>
                      <a:pt x="0" y="0"/>
                    </a:cubicBezTo>
                    <a:cubicBezTo>
                      <a:pt x="8" y="0"/>
                      <a:pt x="8" y="0"/>
                      <a:pt x="8" y="0"/>
                    </a:cubicBezTo>
                    <a:cubicBezTo>
                      <a:pt x="8" y="8"/>
                      <a:pt x="8" y="8"/>
                      <a:pt x="8" y="8"/>
                    </a:cubicBezTo>
                    <a:cubicBezTo>
                      <a:pt x="11" y="11"/>
                      <a:pt x="11" y="11"/>
                      <a:pt x="11" y="11"/>
                    </a:cubicBezTo>
                    <a:cubicBezTo>
                      <a:pt x="16" y="15"/>
                      <a:pt x="22" y="17"/>
                      <a:pt x="29" y="17"/>
                    </a:cubicBezTo>
                    <a:cubicBezTo>
                      <a:pt x="390" y="17"/>
                      <a:pt x="390" y="17"/>
                      <a:pt x="390" y="17"/>
                    </a:cubicBezTo>
                    <a:lnTo>
                      <a:pt x="390" y="25"/>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7" name="Freeform 1287"/>
              <p:cNvSpPr/>
              <p:nvPr/>
            </p:nvSpPr>
            <p:spPr bwMode="auto">
              <a:xfrm>
                <a:off x="5438774" y="1449388"/>
                <a:ext cx="887412" cy="6350"/>
              </a:xfrm>
              <a:custGeom>
                <a:avLst/>
                <a:gdLst>
                  <a:gd name="T0" fmla="*/ 2147483646 w 572"/>
                  <a:gd name="T1" fmla="*/ 2147483646 h 4"/>
                  <a:gd name="T2" fmla="*/ 2147483646 w 572"/>
                  <a:gd name="T3" fmla="*/ 2147483646 h 4"/>
                  <a:gd name="T4" fmla="*/ 0 w 572"/>
                  <a:gd name="T5" fmla="*/ 2147483646 h 4"/>
                  <a:gd name="T6" fmla="*/ 2147483646 w 572"/>
                  <a:gd name="T7" fmla="*/ 0 h 4"/>
                  <a:gd name="T8" fmla="*/ 2147483646 w 572"/>
                  <a:gd name="T9" fmla="*/ 0 h 4"/>
                  <a:gd name="T10" fmla="*/ 2147483646 w 572"/>
                  <a:gd name="T11" fmla="*/ 2147483646 h 4"/>
                  <a:gd name="T12" fmla="*/ 2147483646 w 572"/>
                  <a:gd name="T13" fmla="*/ 2147483646 h 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2" h="4">
                    <a:moveTo>
                      <a:pt x="570" y="4"/>
                    </a:moveTo>
                    <a:cubicBezTo>
                      <a:pt x="2" y="4"/>
                      <a:pt x="2" y="4"/>
                      <a:pt x="2" y="4"/>
                    </a:cubicBezTo>
                    <a:cubicBezTo>
                      <a:pt x="1" y="4"/>
                      <a:pt x="0" y="3"/>
                      <a:pt x="0" y="2"/>
                    </a:cubicBezTo>
                    <a:cubicBezTo>
                      <a:pt x="0" y="1"/>
                      <a:pt x="1" y="0"/>
                      <a:pt x="2" y="0"/>
                    </a:cubicBezTo>
                    <a:cubicBezTo>
                      <a:pt x="570" y="0"/>
                      <a:pt x="570" y="0"/>
                      <a:pt x="570" y="0"/>
                    </a:cubicBezTo>
                    <a:cubicBezTo>
                      <a:pt x="571" y="0"/>
                      <a:pt x="572" y="1"/>
                      <a:pt x="572" y="2"/>
                    </a:cubicBezTo>
                    <a:cubicBezTo>
                      <a:pt x="572" y="3"/>
                      <a:pt x="571" y="4"/>
                      <a:pt x="570" y="4"/>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8" name="Oval 1288"/>
              <p:cNvSpPr>
                <a:spLocks noChangeArrowheads="1"/>
              </p:cNvSpPr>
              <p:nvPr/>
            </p:nvSpPr>
            <p:spPr bwMode="auto">
              <a:xfrm>
                <a:off x="6026149" y="1463676"/>
                <a:ext cx="42862" cy="42863"/>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9" name="Oval 1289"/>
              <p:cNvSpPr>
                <a:spLocks noChangeArrowheads="1"/>
              </p:cNvSpPr>
              <p:nvPr/>
            </p:nvSpPr>
            <p:spPr bwMode="auto">
              <a:xfrm>
                <a:off x="6099174" y="1463676"/>
                <a:ext cx="42862" cy="42863"/>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341" name="组合 127"/>
            <p:cNvGrpSpPr/>
            <p:nvPr/>
          </p:nvGrpSpPr>
          <p:grpSpPr bwMode="auto">
            <a:xfrm>
              <a:off x="9043033" y="4007678"/>
              <a:ext cx="567571" cy="396545"/>
              <a:chOff x="2395537" y="2397126"/>
              <a:chExt cx="825500" cy="571501"/>
            </a:xfrm>
            <a:grpFill/>
          </p:grpSpPr>
          <p:sp>
            <p:nvSpPr>
              <p:cNvPr id="343" name="Freeform 1044"/>
              <p:cNvSpPr/>
              <p:nvPr/>
            </p:nvSpPr>
            <p:spPr bwMode="auto">
              <a:xfrm>
                <a:off x="2395537" y="2397126"/>
                <a:ext cx="825500" cy="557213"/>
              </a:xfrm>
              <a:custGeom>
                <a:avLst/>
                <a:gdLst>
                  <a:gd name="T0" fmla="*/ 2147483646 w 532"/>
                  <a:gd name="T1" fmla="*/ 2147483646 h 359"/>
                  <a:gd name="T2" fmla="*/ 2147483646 w 532"/>
                  <a:gd name="T3" fmla="*/ 2147483646 h 359"/>
                  <a:gd name="T4" fmla="*/ 2147483646 w 532"/>
                  <a:gd name="T5" fmla="*/ 2147483646 h 359"/>
                  <a:gd name="T6" fmla="*/ 2147483646 w 532"/>
                  <a:gd name="T7" fmla="*/ 2147483646 h 359"/>
                  <a:gd name="T8" fmla="*/ 2147483646 w 532"/>
                  <a:gd name="T9" fmla="*/ 2147483646 h 359"/>
                  <a:gd name="T10" fmla="*/ 2147483646 w 532"/>
                  <a:gd name="T11" fmla="*/ 2147483646 h 359"/>
                  <a:gd name="T12" fmla="*/ 2147483646 w 532"/>
                  <a:gd name="T13" fmla="*/ 2147483646 h 359"/>
                  <a:gd name="T14" fmla="*/ 2147483646 w 532"/>
                  <a:gd name="T15" fmla="*/ 2147483646 h 359"/>
                  <a:gd name="T16" fmla="*/ 2147483646 w 532"/>
                  <a:gd name="T17" fmla="*/ 2147483646 h 359"/>
                  <a:gd name="T18" fmla="*/ 2147483646 w 532"/>
                  <a:gd name="T19" fmla="*/ 2147483646 h 359"/>
                  <a:gd name="T20" fmla="*/ 2147483646 w 532"/>
                  <a:gd name="T21" fmla="*/ 2147483646 h 359"/>
                  <a:gd name="T22" fmla="*/ 2147483646 w 532"/>
                  <a:gd name="T23" fmla="*/ 2147483646 h 359"/>
                  <a:gd name="T24" fmla="*/ 2147483646 w 532"/>
                  <a:gd name="T25" fmla="*/ 2147483646 h 359"/>
                  <a:gd name="T26" fmla="*/ 2147483646 w 532"/>
                  <a:gd name="T27" fmla="*/ 2147483646 h 359"/>
                  <a:gd name="T28" fmla="*/ 0 w 532"/>
                  <a:gd name="T29" fmla="*/ 2147483646 h 359"/>
                  <a:gd name="T30" fmla="*/ 0 w 532"/>
                  <a:gd name="T31" fmla="*/ 2147483646 h 359"/>
                  <a:gd name="T32" fmla="*/ 2147483646 w 532"/>
                  <a:gd name="T33" fmla="*/ 0 h 359"/>
                  <a:gd name="T34" fmla="*/ 2147483646 w 532"/>
                  <a:gd name="T35" fmla="*/ 0 h 359"/>
                  <a:gd name="T36" fmla="*/ 2147483646 w 532"/>
                  <a:gd name="T37" fmla="*/ 2147483646 h 359"/>
                  <a:gd name="T38" fmla="*/ 2147483646 w 532"/>
                  <a:gd name="T39" fmla="*/ 2147483646 h 359"/>
                  <a:gd name="T40" fmla="*/ 2147483646 w 532"/>
                  <a:gd name="T41" fmla="*/ 2147483646 h 3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32" h="359">
                    <a:moveTo>
                      <a:pt x="506" y="359"/>
                    </a:moveTo>
                    <a:cubicBezTo>
                      <a:pt x="444" y="359"/>
                      <a:pt x="444" y="359"/>
                      <a:pt x="444" y="359"/>
                    </a:cubicBezTo>
                    <a:cubicBezTo>
                      <a:pt x="444" y="351"/>
                      <a:pt x="444" y="351"/>
                      <a:pt x="444" y="351"/>
                    </a:cubicBezTo>
                    <a:cubicBezTo>
                      <a:pt x="506" y="351"/>
                      <a:pt x="506" y="351"/>
                      <a:pt x="506" y="351"/>
                    </a:cubicBezTo>
                    <a:cubicBezTo>
                      <a:pt x="516" y="351"/>
                      <a:pt x="524" y="343"/>
                      <a:pt x="524" y="333"/>
                    </a:cubicBezTo>
                    <a:cubicBezTo>
                      <a:pt x="524" y="26"/>
                      <a:pt x="524" y="26"/>
                      <a:pt x="524" y="26"/>
                    </a:cubicBezTo>
                    <a:cubicBezTo>
                      <a:pt x="524" y="16"/>
                      <a:pt x="516" y="8"/>
                      <a:pt x="506" y="8"/>
                    </a:cubicBezTo>
                    <a:cubicBezTo>
                      <a:pt x="26" y="8"/>
                      <a:pt x="26" y="8"/>
                      <a:pt x="26" y="8"/>
                    </a:cubicBezTo>
                    <a:cubicBezTo>
                      <a:pt x="16" y="8"/>
                      <a:pt x="8" y="16"/>
                      <a:pt x="8" y="26"/>
                    </a:cubicBezTo>
                    <a:cubicBezTo>
                      <a:pt x="8" y="333"/>
                      <a:pt x="8" y="333"/>
                      <a:pt x="8" y="333"/>
                    </a:cubicBezTo>
                    <a:cubicBezTo>
                      <a:pt x="8" y="343"/>
                      <a:pt x="16" y="351"/>
                      <a:pt x="26" y="351"/>
                    </a:cubicBezTo>
                    <a:cubicBezTo>
                      <a:pt x="379" y="351"/>
                      <a:pt x="379" y="351"/>
                      <a:pt x="379" y="351"/>
                    </a:cubicBezTo>
                    <a:cubicBezTo>
                      <a:pt x="379" y="359"/>
                      <a:pt x="379" y="359"/>
                      <a:pt x="379" y="359"/>
                    </a:cubicBezTo>
                    <a:cubicBezTo>
                      <a:pt x="26" y="359"/>
                      <a:pt x="26" y="359"/>
                      <a:pt x="26" y="359"/>
                    </a:cubicBezTo>
                    <a:cubicBezTo>
                      <a:pt x="11" y="359"/>
                      <a:pt x="0" y="347"/>
                      <a:pt x="0" y="333"/>
                    </a:cubicBezTo>
                    <a:cubicBezTo>
                      <a:pt x="0" y="26"/>
                      <a:pt x="0" y="26"/>
                      <a:pt x="0" y="26"/>
                    </a:cubicBezTo>
                    <a:cubicBezTo>
                      <a:pt x="0" y="12"/>
                      <a:pt x="11" y="0"/>
                      <a:pt x="26" y="0"/>
                    </a:cubicBezTo>
                    <a:cubicBezTo>
                      <a:pt x="506" y="0"/>
                      <a:pt x="506" y="0"/>
                      <a:pt x="506" y="0"/>
                    </a:cubicBezTo>
                    <a:cubicBezTo>
                      <a:pt x="521" y="0"/>
                      <a:pt x="532" y="12"/>
                      <a:pt x="532" y="26"/>
                    </a:cubicBezTo>
                    <a:cubicBezTo>
                      <a:pt x="532" y="333"/>
                      <a:pt x="532" y="333"/>
                      <a:pt x="532" y="333"/>
                    </a:cubicBezTo>
                    <a:cubicBezTo>
                      <a:pt x="532" y="347"/>
                      <a:pt x="521" y="359"/>
                      <a:pt x="506" y="359"/>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4" name="Freeform 1045"/>
              <p:cNvSpPr>
                <a:spLocks noEditPoints="1"/>
              </p:cNvSpPr>
              <p:nvPr/>
            </p:nvSpPr>
            <p:spPr bwMode="auto">
              <a:xfrm>
                <a:off x="2443162" y="2447926"/>
                <a:ext cx="731837" cy="454025"/>
              </a:xfrm>
              <a:custGeom>
                <a:avLst/>
                <a:gdLst>
                  <a:gd name="T0" fmla="*/ 2147483646 w 461"/>
                  <a:gd name="T1" fmla="*/ 2147483646 h 286"/>
                  <a:gd name="T2" fmla="*/ 0 w 461"/>
                  <a:gd name="T3" fmla="*/ 2147483646 h 286"/>
                  <a:gd name="T4" fmla="*/ 0 w 461"/>
                  <a:gd name="T5" fmla="*/ 0 h 286"/>
                  <a:gd name="T6" fmla="*/ 2147483646 w 461"/>
                  <a:gd name="T7" fmla="*/ 0 h 286"/>
                  <a:gd name="T8" fmla="*/ 2147483646 w 461"/>
                  <a:gd name="T9" fmla="*/ 2147483646 h 286"/>
                  <a:gd name="T10" fmla="*/ 2147483646 w 461"/>
                  <a:gd name="T11" fmla="*/ 2147483646 h 286"/>
                  <a:gd name="T12" fmla="*/ 2147483646 w 461"/>
                  <a:gd name="T13" fmla="*/ 2147483646 h 286"/>
                  <a:gd name="T14" fmla="*/ 2147483646 w 461"/>
                  <a:gd name="T15" fmla="*/ 2147483646 h 286"/>
                  <a:gd name="T16" fmla="*/ 2147483646 w 461"/>
                  <a:gd name="T17" fmla="*/ 2147483646 h 286"/>
                  <a:gd name="T18" fmla="*/ 2147483646 w 461"/>
                  <a:gd name="T19" fmla="*/ 2147483646 h 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61" h="286">
                    <a:moveTo>
                      <a:pt x="461" y="286"/>
                    </a:moveTo>
                    <a:lnTo>
                      <a:pt x="0" y="286"/>
                    </a:lnTo>
                    <a:lnTo>
                      <a:pt x="0" y="0"/>
                    </a:lnTo>
                    <a:lnTo>
                      <a:pt x="461" y="0"/>
                    </a:lnTo>
                    <a:lnTo>
                      <a:pt x="461" y="286"/>
                    </a:lnTo>
                    <a:close/>
                    <a:moveTo>
                      <a:pt x="4" y="282"/>
                    </a:moveTo>
                    <a:lnTo>
                      <a:pt x="457" y="282"/>
                    </a:lnTo>
                    <a:lnTo>
                      <a:pt x="457" y="4"/>
                    </a:lnTo>
                    <a:lnTo>
                      <a:pt x="4" y="4"/>
                    </a:lnTo>
                    <a:lnTo>
                      <a:pt x="4" y="28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5" name="Freeform 1046"/>
              <p:cNvSpPr/>
              <p:nvPr/>
            </p:nvSpPr>
            <p:spPr bwMode="auto">
              <a:xfrm>
                <a:off x="2784475" y="2914651"/>
                <a:ext cx="6350" cy="9525"/>
              </a:xfrm>
              <a:custGeom>
                <a:avLst/>
                <a:gdLst>
                  <a:gd name="T0" fmla="*/ 2147483646 w 4"/>
                  <a:gd name="T1" fmla="*/ 2147483646 h 6"/>
                  <a:gd name="T2" fmla="*/ 2147483646 w 4"/>
                  <a:gd name="T3" fmla="*/ 2147483646 h 6"/>
                  <a:gd name="T4" fmla="*/ 2147483646 w 4"/>
                  <a:gd name="T5" fmla="*/ 0 h 6"/>
                  <a:gd name="T6" fmla="*/ 0 w 4"/>
                  <a:gd name="T7" fmla="*/ 0 h 6"/>
                  <a:gd name="T8" fmla="*/ 0 w 4"/>
                  <a:gd name="T9" fmla="*/ 2147483646 h 6"/>
                  <a:gd name="T10" fmla="*/ 2147483646 w 4"/>
                  <a:gd name="T11" fmla="*/ 2147483646 h 6"/>
                  <a:gd name="T12" fmla="*/ 2147483646 w 4"/>
                  <a:gd name="T13" fmla="*/ 2147483646 h 6"/>
                  <a:gd name="T14" fmla="*/ 2147483646 w 4"/>
                  <a:gd name="T15" fmla="*/ 2147483646 h 6"/>
                  <a:gd name="T16" fmla="*/ 2147483646 w 4"/>
                  <a:gd name="T17" fmla="*/ 2147483646 h 6"/>
                  <a:gd name="T18" fmla="*/ 2147483646 w 4"/>
                  <a:gd name="T19" fmla="*/ 2147483646 h 6"/>
                  <a:gd name="T20" fmla="*/ 2147483646 w 4"/>
                  <a:gd name="T21" fmla="*/ 0 h 6"/>
                  <a:gd name="T22" fmla="*/ 2147483646 w 4"/>
                  <a:gd name="T23" fmla="*/ 0 h 6"/>
                  <a:gd name="T24" fmla="*/ 2147483646 w 4"/>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6">
                    <a:moveTo>
                      <a:pt x="3" y="2"/>
                    </a:moveTo>
                    <a:lnTo>
                      <a:pt x="1" y="2"/>
                    </a:lnTo>
                    <a:lnTo>
                      <a:pt x="1" y="0"/>
                    </a:lnTo>
                    <a:lnTo>
                      <a:pt x="0" y="0"/>
                    </a:lnTo>
                    <a:lnTo>
                      <a:pt x="0" y="6"/>
                    </a:lnTo>
                    <a:lnTo>
                      <a:pt x="1" y="6"/>
                    </a:lnTo>
                    <a:lnTo>
                      <a:pt x="1" y="3"/>
                    </a:lnTo>
                    <a:lnTo>
                      <a:pt x="3" y="3"/>
                    </a:lnTo>
                    <a:lnTo>
                      <a:pt x="3" y="6"/>
                    </a:lnTo>
                    <a:lnTo>
                      <a:pt x="4" y="6"/>
                    </a:lnTo>
                    <a:lnTo>
                      <a:pt x="4" y="0"/>
                    </a:lnTo>
                    <a:lnTo>
                      <a:pt x="3" y="0"/>
                    </a:lnTo>
                    <a:lnTo>
                      <a:pt x="3" y="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6" name="Freeform 1047"/>
              <p:cNvSpPr/>
              <p:nvPr/>
            </p:nvSpPr>
            <p:spPr bwMode="auto">
              <a:xfrm>
                <a:off x="2794000" y="2914651"/>
                <a:ext cx="6350" cy="9525"/>
              </a:xfrm>
              <a:custGeom>
                <a:avLst/>
                <a:gdLst>
                  <a:gd name="T0" fmla="*/ 2147483646 w 5"/>
                  <a:gd name="T1" fmla="*/ 2147483646 h 6"/>
                  <a:gd name="T2" fmla="*/ 2147483646 w 5"/>
                  <a:gd name="T3" fmla="*/ 2147483646 h 6"/>
                  <a:gd name="T4" fmla="*/ 2147483646 w 5"/>
                  <a:gd name="T5" fmla="*/ 2147483646 h 6"/>
                  <a:gd name="T6" fmla="*/ 2147483646 w 5"/>
                  <a:gd name="T7" fmla="*/ 0 h 6"/>
                  <a:gd name="T8" fmla="*/ 0 w 5"/>
                  <a:gd name="T9" fmla="*/ 0 h 6"/>
                  <a:gd name="T10" fmla="*/ 0 w 5"/>
                  <a:gd name="T11" fmla="*/ 2147483646 h 6"/>
                  <a:gd name="T12" fmla="*/ 2147483646 w 5"/>
                  <a:gd name="T13" fmla="*/ 2147483646 h 6"/>
                  <a:gd name="T14" fmla="*/ 2147483646 w 5"/>
                  <a:gd name="T15" fmla="*/ 2147483646 h 6"/>
                  <a:gd name="T16" fmla="*/ 2147483646 w 5"/>
                  <a:gd name="T17" fmla="*/ 0 h 6"/>
                  <a:gd name="T18" fmla="*/ 2147483646 w 5"/>
                  <a:gd name="T19" fmla="*/ 0 h 6"/>
                  <a:gd name="T20" fmla="*/ 2147483646 w 5"/>
                  <a:gd name="T21" fmla="*/ 2147483646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 h="6">
                    <a:moveTo>
                      <a:pt x="4" y="3"/>
                    </a:moveTo>
                    <a:cubicBezTo>
                      <a:pt x="4" y="4"/>
                      <a:pt x="3" y="5"/>
                      <a:pt x="2" y="5"/>
                    </a:cubicBezTo>
                    <a:cubicBezTo>
                      <a:pt x="2" y="5"/>
                      <a:pt x="1" y="4"/>
                      <a:pt x="1" y="3"/>
                    </a:cubicBezTo>
                    <a:cubicBezTo>
                      <a:pt x="1" y="0"/>
                      <a:pt x="1" y="0"/>
                      <a:pt x="1" y="0"/>
                    </a:cubicBezTo>
                    <a:cubicBezTo>
                      <a:pt x="0" y="0"/>
                      <a:pt x="0" y="0"/>
                      <a:pt x="0" y="0"/>
                    </a:cubicBezTo>
                    <a:cubicBezTo>
                      <a:pt x="0" y="3"/>
                      <a:pt x="0" y="3"/>
                      <a:pt x="0" y="3"/>
                    </a:cubicBezTo>
                    <a:cubicBezTo>
                      <a:pt x="0" y="5"/>
                      <a:pt x="1" y="6"/>
                      <a:pt x="2" y="6"/>
                    </a:cubicBezTo>
                    <a:cubicBezTo>
                      <a:pt x="4" y="6"/>
                      <a:pt x="5" y="5"/>
                      <a:pt x="5" y="3"/>
                    </a:cubicBezTo>
                    <a:cubicBezTo>
                      <a:pt x="5" y="0"/>
                      <a:pt x="5" y="0"/>
                      <a:pt x="5" y="0"/>
                    </a:cubicBezTo>
                    <a:cubicBezTo>
                      <a:pt x="4" y="0"/>
                      <a:pt x="4" y="0"/>
                      <a:pt x="4" y="0"/>
                    </a:cubicBezTo>
                    <a:lnTo>
                      <a:pt x="4" y="3"/>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7" name="Freeform 1048"/>
              <p:cNvSpPr/>
              <p:nvPr/>
            </p:nvSpPr>
            <p:spPr bwMode="auto">
              <a:xfrm>
                <a:off x="2809875" y="2914651"/>
                <a:ext cx="12700" cy="9525"/>
              </a:xfrm>
              <a:custGeom>
                <a:avLst/>
                <a:gdLst>
                  <a:gd name="T0" fmla="*/ 2147483646 w 8"/>
                  <a:gd name="T1" fmla="*/ 2147483646 h 6"/>
                  <a:gd name="T2" fmla="*/ 2147483646 w 8"/>
                  <a:gd name="T3" fmla="*/ 0 h 6"/>
                  <a:gd name="T4" fmla="*/ 2147483646 w 8"/>
                  <a:gd name="T5" fmla="*/ 0 h 6"/>
                  <a:gd name="T6" fmla="*/ 2147483646 w 8"/>
                  <a:gd name="T7" fmla="*/ 2147483646 h 6"/>
                  <a:gd name="T8" fmla="*/ 2147483646 w 8"/>
                  <a:gd name="T9" fmla="*/ 0 h 6"/>
                  <a:gd name="T10" fmla="*/ 0 w 8"/>
                  <a:gd name="T11" fmla="*/ 0 h 6"/>
                  <a:gd name="T12" fmla="*/ 2147483646 w 8"/>
                  <a:gd name="T13" fmla="*/ 2147483646 h 6"/>
                  <a:gd name="T14" fmla="*/ 2147483646 w 8"/>
                  <a:gd name="T15" fmla="*/ 2147483646 h 6"/>
                  <a:gd name="T16" fmla="*/ 2147483646 w 8"/>
                  <a:gd name="T17" fmla="*/ 2147483646 h 6"/>
                  <a:gd name="T18" fmla="*/ 2147483646 w 8"/>
                  <a:gd name="T19" fmla="*/ 2147483646 h 6"/>
                  <a:gd name="T20" fmla="*/ 2147483646 w 8"/>
                  <a:gd name="T21" fmla="*/ 2147483646 h 6"/>
                  <a:gd name="T22" fmla="*/ 2147483646 w 8"/>
                  <a:gd name="T23" fmla="*/ 0 h 6"/>
                  <a:gd name="T24" fmla="*/ 2147483646 w 8"/>
                  <a:gd name="T25" fmla="*/ 0 h 6"/>
                  <a:gd name="T26" fmla="*/ 2147483646 w 8"/>
                  <a:gd name="T27" fmla="*/ 2147483646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 h="6">
                    <a:moveTo>
                      <a:pt x="5" y="4"/>
                    </a:moveTo>
                    <a:lnTo>
                      <a:pt x="4" y="0"/>
                    </a:lnTo>
                    <a:lnTo>
                      <a:pt x="3" y="0"/>
                    </a:lnTo>
                    <a:lnTo>
                      <a:pt x="2" y="4"/>
                    </a:lnTo>
                    <a:lnTo>
                      <a:pt x="1" y="0"/>
                    </a:lnTo>
                    <a:lnTo>
                      <a:pt x="0" y="0"/>
                    </a:lnTo>
                    <a:lnTo>
                      <a:pt x="1" y="6"/>
                    </a:lnTo>
                    <a:lnTo>
                      <a:pt x="2" y="6"/>
                    </a:lnTo>
                    <a:lnTo>
                      <a:pt x="4" y="2"/>
                    </a:lnTo>
                    <a:lnTo>
                      <a:pt x="5" y="6"/>
                    </a:lnTo>
                    <a:lnTo>
                      <a:pt x="6" y="6"/>
                    </a:lnTo>
                    <a:lnTo>
                      <a:pt x="8" y="0"/>
                    </a:lnTo>
                    <a:lnTo>
                      <a:pt x="6" y="0"/>
                    </a:lnTo>
                    <a:lnTo>
                      <a:pt x="5" y="4"/>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8" name="Freeform 1049"/>
              <p:cNvSpPr/>
              <p:nvPr/>
            </p:nvSpPr>
            <p:spPr bwMode="auto">
              <a:xfrm>
                <a:off x="2824162" y="2914651"/>
                <a:ext cx="6350" cy="9525"/>
              </a:xfrm>
              <a:custGeom>
                <a:avLst/>
                <a:gdLst>
                  <a:gd name="T0" fmla="*/ 2147483646 w 4"/>
                  <a:gd name="T1" fmla="*/ 2147483646 h 6"/>
                  <a:gd name="T2" fmla="*/ 2147483646 w 4"/>
                  <a:gd name="T3" fmla="*/ 2147483646 h 6"/>
                  <a:gd name="T4" fmla="*/ 2147483646 w 4"/>
                  <a:gd name="T5" fmla="*/ 2147483646 h 6"/>
                  <a:gd name="T6" fmla="*/ 2147483646 w 4"/>
                  <a:gd name="T7" fmla="*/ 2147483646 h 6"/>
                  <a:gd name="T8" fmla="*/ 2147483646 w 4"/>
                  <a:gd name="T9" fmla="*/ 2147483646 h 6"/>
                  <a:gd name="T10" fmla="*/ 2147483646 w 4"/>
                  <a:gd name="T11" fmla="*/ 2147483646 h 6"/>
                  <a:gd name="T12" fmla="*/ 2147483646 w 4"/>
                  <a:gd name="T13" fmla="*/ 0 h 6"/>
                  <a:gd name="T14" fmla="*/ 0 w 4"/>
                  <a:gd name="T15" fmla="*/ 0 h 6"/>
                  <a:gd name="T16" fmla="*/ 0 w 4"/>
                  <a:gd name="T17" fmla="*/ 2147483646 h 6"/>
                  <a:gd name="T18" fmla="*/ 2147483646 w 4"/>
                  <a:gd name="T19" fmla="*/ 2147483646 h 6"/>
                  <a:gd name="T20" fmla="*/ 2147483646 w 4"/>
                  <a:gd name="T21" fmla="*/ 2147483646 h 6"/>
                  <a:gd name="T22" fmla="*/ 2147483646 w 4"/>
                  <a:gd name="T23" fmla="*/ 2147483646 h 6"/>
                  <a:gd name="T24" fmla="*/ 2147483646 w 4"/>
                  <a:gd name="T25" fmla="*/ 214748364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 h="6">
                    <a:moveTo>
                      <a:pt x="1" y="3"/>
                    </a:moveTo>
                    <a:lnTo>
                      <a:pt x="3" y="3"/>
                    </a:lnTo>
                    <a:lnTo>
                      <a:pt x="3" y="2"/>
                    </a:lnTo>
                    <a:lnTo>
                      <a:pt x="1" y="2"/>
                    </a:lnTo>
                    <a:lnTo>
                      <a:pt x="1" y="1"/>
                    </a:lnTo>
                    <a:lnTo>
                      <a:pt x="3" y="1"/>
                    </a:lnTo>
                    <a:lnTo>
                      <a:pt x="3" y="0"/>
                    </a:lnTo>
                    <a:lnTo>
                      <a:pt x="0" y="0"/>
                    </a:lnTo>
                    <a:lnTo>
                      <a:pt x="0" y="6"/>
                    </a:lnTo>
                    <a:lnTo>
                      <a:pt x="4" y="6"/>
                    </a:lnTo>
                    <a:lnTo>
                      <a:pt x="4" y="5"/>
                    </a:lnTo>
                    <a:lnTo>
                      <a:pt x="1" y="5"/>
                    </a:lnTo>
                    <a:lnTo>
                      <a:pt x="1" y="3"/>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9" name="Rectangle 1050"/>
              <p:cNvSpPr>
                <a:spLocks noChangeArrowheads="1"/>
              </p:cNvSpPr>
              <p:nvPr/>
            </p:nvSpPr>
            <p:spPr bwMode="auto">
              <a:xfrm>
                <a:off x="2832100" y="2914651"/>
                <a:ext cx="1587" cy="9525"/>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0" name="Freeform 1051"/>
              <p:cNvSpPr>
                <a:spLocks noEditPoints="1"/>
              </p:cNvSpPr>
              <p:nvPr/>
            </p:nvSpPr>
            <p:spPr bwMode="auto">
              <a:xfrm>
                <a:off x="2800350" y="2914651"/>
                <a:ext cx="9525" cy="9525"/>
              </a:xfrm>
              <a:custGeom>
                <a:avLst/>
                <a:gdLst>
                  <a:gd name="T0" fmla="*/ 2147483646 w 6"/>
                  <a:gd name="T1" fmla="*/ 2147483646 h 6"/>
                  <a:gd name="T2" fmla="*/ 2147483646 w 6"/>
                  <a:gd name="T3" fmla="*/ 2147483646 h 6"/>
                  <a:gd name="T4" fmla="*/ 2147483646 w 6"/>
                  <a:gd name="T5" fmla="*/ 2147483646 h 6"/>
                  <a:gd name="T6" fmla="*/ 2147483646 w 6"/>
                  <a:gd name="T7" fmla="*/ 0 h 6"/>
                  <a:gd name="T8" fmla="*/ 2147483646 w 6"/>
                  <a:gd name="T9" fmla="*/ 0 h 6"/>
                  <a:gd name="T10" fmla="*/ 2147483646 w 6"/>
                  <a:gd name="T11" fmla="*/ 0 h 6"/>
                  <a:gd name="T12" fmla="*/ 0 w 6"/>
                  <a:gd name="T13" fmla="*/ 2147483646 h 6"/>
                  <a:gd name="T14" fmla="*/ 2147483646 w 6"/>
                  <a:gd name="T15" fmla="*/ 2147483646 h 6"/>
                  <a:gd name="T16" fmla="*/ 2147483646 w 6"/>
                  <a:gd name="T17" fmla="*/ 2147483646 h 6"/>
                  <a:gd name="T18" fmla="*/ 2147483646 w 6"/>
                  <a:gd name="T19" fmla="*/ 2147483646 h 6"/>
                  <a:gd name="T20" fmla="*/ 2147483646 w 6"/>
                  <a:gd name="T21" fmla="*/ 2147483646 h 6"/>
                  <a:gd name="T22" fmla="*/ 2147483646 w 6"/>
                  <a:gd name="T23" fmla="*/ 2147483646 h 6"/>
                  <a:gd name="T24" fmla="*/ 2147483646 w 6"/>
                  <a:gd name="T25" fmla="*/ 2147483646 h 6"/>
                  <a:gd name="T26" fmla="*/ 2147483646 w 6"/>
                  <a:gd name="T27" fmla="*/ 2147483646 h 6"/>
                  <a:gd name="T28" fmla="*/ 2147483646 w 6"/>
                  <a:gd name="T29" fmla="*/ 2147483646 h 6"/>
                  <a:gd name="T30" fmla="*/ 2147483646 w 6"/>
                  <a:gd name="T31" fmla="*/ 2147483646 h 6"/>
                  <a:gd name="T32" fmla="*/ 2147483646 w 6"/>
                  <a:gd name="T33" fmla="*/ 2147483646 h 6"/>
                  <a:gd name="T34" fmla="*/ 2147483646 w 6"/>
                  <a:gd name="T35" fmla="*/ 2147483646 h 6"/>
                  <a:gd name="T36" fmla="*/ 2147483646 w 6"/>
                  <a:gd name="T37" fmla="*/ 2147483646 h 6"/>
                  <a:gd name="T38" fmla="*/ 2147483646 w 6"/>
                  <a:gd name="T39" fmla="*/ 2147483646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 h="6">
                    <a:moveTo>
                      <a:pt x="4" y="5"/>
                    </a:moveTo>
                    <a:lnTo>
                      <a:pt x="5" y="6"/>
                    </a:lnTo>
                    <a:lnTo>
                      <a:pt x="6" y="6"/>
                    </a:lnTo>
                    <a:lnTo>
                      <a:pt x="4" y="0"/>
                    </a:lnTo>
                    <a:lnTo>
                      <a:pt x="3" y="0"/>
                    </a:lnTo>
                    <a:lnTo>
                      <a:pt x="0" y="6"/>
                    </a:lnTo>
                    <a:lnTo>
                      <a:pt x="1" y="6"/>
                    </a:lnTo>
                    <a:lnTo>
                      <a:pt x="2" y="5"/>
                    </a:lnTo>
                    <a:lnTo>
                      <a:pt x="4" y="5"/>
                    </a:lnTo>
                    <a:close/>
                    <a:moveTo>
                      <a:pt x="3" y="2"/>
                    </a:moveTo>
                    <a:lnTo>
                      <a:pt x="4" y="3"/>
                    </a:lnTo>
                    <a:lnTo>
                      <a:pt x="4" y="4"/>
                    </a:lnTo>
                    <a:lnTo>
                      <a:pt x="2" y="4"/>
                    </a:lnTo>
                    <a:lnTo>
                      <a:pt x="2" y="3"/>
                    </a:lnTo>
                    <a:lnTo>
                      <a:pt x="3" y="2"/>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1" name="Oval 1052"/>
              <p:cNvSpPr>
                <a:spLocks noChangeArrowheads="1"/>
              </p:cNvSpPr>
              <p:nvPr/>
            </p:nvSpPr>
            <p:spPr bwMode="auto">
              <a:xfrm>
                <a:off x="2803525" y="2427288"/>
                <a:ext cx="9525" cy="9525"/>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2" name="Oval 1053"/>
              <p:cNvSpPr>
                <a:spLocks noChangeArrowheads="1"/>
              </p:cNvSpPr>
              <p:nvPr/>
            </p:nvSpPr>
            <p:spPr bwMode="auto">
              <a:xfrm>
                <a:off x="2976562" y="2925764"/>
                <a:ext cx="42862" cy="42863"/>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3" name="Oval 1054"/>
              <p:cNvSpPr>
                <a:spLocks noChangeArrowheads="1"/>
              </p:cNvSpPr>
              <p:nvPr/>
            </p:nvSpPr>
            <p:spPr bwMode="auto">
              <a:xfrm>
                <a:off x="3049587" y="2925764"/>
                <a:ext cx="42862" cy="42863"/>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354" name="组合 517"/>
            <p:cNvGrpSpPr/>
            <p:nvPr/>
          </p:nvGrpSpPr>
          <p:grpSpPr bwMode="auto">
            <a:xfrm>
              <a:off x="9785429" y="3949629"/>
              <a:ext cx="681268" cy="468675"/>
              <a:chOff x="882651" y="931864"/>
              <a:chExt cx="841375" cy="582612"/>
            </a:xfrm>
            <a:grpFill/>
          </p:grpSpPr>
          <p:sp>
            <p:nvSpPr>
              <p:cNvPr id="355" name="Freeform 5"/>
              <p:cNvSpPr>
                <a:spLocks noEditPoints="1"/>
              </p:cNvSpPr>
              <p:nvPr/>
            </p:nvSpPr>
            <p:spPr bwMode="auto">
              <a:xfrm>
                <a:off x="968376" y="1425576"/>
                <a:ext cx="304800" cy="44450"/>
              </a:xfrm>
              <a:custGeom>
                <a:avLst/>
                <a:gdLst>
                  <a:gd name="T0" fmla="*/ 2147483646 w 197"/>
                  <a:gd name="T1" fmla="*/ 2147483646 h 29"/>
                  <a:gd name="T2" fmla="*/ 2147483646 w 197"/>
                  <a:gd name="T3" fmla="*/ 2147483646 h 29"/>
                  <a:gd name="T4" fmla="*/ 0 w 197"/>
                  <a:gd name="T5" fmla="*/ 2147483646 h 29"/>
                  <a:gd name="T6" fmla="*/ 0 w 197"/>
                  <a:gd name="T7" fmla="*/ 2147483646 h 29"/>
                  <a:gd name="T8" fmla="*/ 2147483646 w 197"/>
                  <a:gd name="T9" fmla="*/ 0 h 29"/>
                  <a:gd name="T10" fmla="*/ 2147483646 w 197"/>
                  <a:gd name="T11" fmla="*/ 0 h 29"/>
                  <a:gd name="T12" fmla="*/ 2147483646 w 197"/>
                  <a:gd name="T13" fmla="*/ 2147483646 h 29"/>
                  <a:gd name="T14" fmla="*/ 2147483646 w 197"/>
                  <a:gd name="T15" fmla="*/ 2147483646 h 29"/>
                  <a:gd name="T16" fmla="*/ 2147483646 w 197"/>
                  <a:gd name="T17" fmla="*/ 2147483646 h 29"/>
                  <a:gd name="T18" fmla="*/ 2147483646 w 197"/>
                  <a:gd name="T19" fmla="*/ 2147483646 h 29"/>
                  <a:gd name="T20" fmla="*/ 2147483646 w 197"/>
                  <a:gd name="T21" fmla="*/ 2147483646 h 29"/>
                  <a:gd name="T22" fmla="*/ 2147483646 w 197"/>
                  <a:gd name="T23" fmla="*/ 2147483646 h 29"/>
                  <a:gd name="T24" fmla="*/ 2147483646 w 197"/>
                  <a:gd name="T25" fmla="*/ 2147483646 h 29"/>
                  <a:gd name="T26" fmla="*/ 2147483646 w 197"/>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7" h="29">
                    <a:moveTo>
                      <a:pt x="195" y="29"/>
                    </a:moveTo>
                    <a:cubicBezTo>
                      <a:pt x="2" y="29"/>
                      <a:pt x="2" y="29"/>
                      <a:pt x="2" y="29"/>
                    </a:cubicBezTo>
                    <a:cubicBezTo>
                      <a:pt x="1" y="29"/>
                      <a:pt x="0" y="28"/>
                      <a:pt x="0" y="27"/>
                    </a:cubicBezTo>
                    <a:cubicBezTo>
                      <a:pt x="0" y="2"/>
                      <a:pt x="0" y="2"/>
                      <a:pt x="0" y="2"/>
                    </a:cubicBezTo>
                    <a:cubicBezTo>
                      <a:pt x="0" y="1"/>
                      <a:pt x="1" y="0"/>
                      <a:pt x="2" y="0"/>
                    </a:cubicBezTo>
                    <a:cubicBezTo>
                      <a:pt x="195" y="0"/>
                      <a:pt x="195" y="0"/>
                      <a:pt x="195" y="0"/>
                    </a:cubicBezTo>
                    <a:cubicBezTo>
                      <a:pt x="197" y="0"/>
                      <a:pt x="197" y="1"/>
                      <a:pt x="197" y="2"/>
                    </a:cubicBezTo>
                    <a:cubicBezTo>
                      <a:pt x="197" y="27"/>
                      <a:pt x="197" y="27"/>
                      <a:pt x="197" y="27"/>
                    </a:cubicBezTo>
                    <a:cubicBezTo>
                      <a:pt x="197" y="28"/>
                      <a:pt x="197" y="29"/>
                      <a:pt x="195" y="29"/>
                    </a:cubicBezTo>
                    <a:close/>
                    <a:moveTo>
                      <a:pt x="4" y="25"/>
                    </a:moveTo>
                    <a:cubicBezTo>
                      <a:pt x="193" y="25"/>
                      <a:pt x="193" y="25"/>
                      <a:pt x="193" y="25"/>
                    </a:cubicBezTo>
                    <a:cubicBezTo>
                      <a:pt x="193" y="4"/>
                      <a:pt x="193" y="4"/>
                      <a:pt x="193" y="4"/>
                    </a:cubicBezTo>
                    <a:cubicBezTo>
                      <a:pt x="4" y="4"/>
                      <a:pt x="4" y="4"/>
                      <a:pt x="4" y="4"/>
                    </a:cubicBezTo>
                    <a:lnTo>
                      <a:pt x="4" y="25"/>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6" name="Freeform 6"/>
              <p:cNvSpPr>
                <a:spLocks noEditPoints="1"/>
              </p:cNvSpPr>
              <p:nvPr/>
            </p:nvSpPr>
            <p:spPr bwMode="auto">
              <a:xfrm>
                <a:off x="1316039" y="1425576"/>
                <a:ext cx="306388" cy="44450"/>
              </a:xfrm>
              <a:custGeom>
                <a:avLst/>
                <a:gdLst>
                  <a:gd name="T0" fmla="*/ 2147483646 w 198"/>
                  <a:gd name="T1" fmla="*/ 2147483646 h 29"/>
                  <a:gd name="T2" fmla="*/ 2147483646 w 198"/>
                  <a:gd name="T3" fmla="*/ 2147483646 h 29"/>
                  <a:gd name="T4" fmla="*/ 0 w 198"/>
                  <a:gd name="T5" fmla="*/ 2147483646 h 29"/>
                  <a:gd name="T6" fmla="*/ 0 w 198"/>
                  <a:gd name="T7" fmla="*/ 2147483646 h 29"/>
                  <a:gd name="T8" fmla="*/ 2147483646 w 198"/>
                  <a:gd name="T9" fmla="*/ 0 h 29"/>
                  <a:gd name="T10" fmla="*/ 2147483646 w 198"/>
                  <a:gd name="T11" fmla="*/ 0 h 29"/>
                  <a:gd name="T12" fmla="*/ 2147483646 w 198"/>
                  <a:gd name="T13" fmla="*/ 2147483646 h 29"/>
                  <a:gd name="T14" fmla="*/ 2147483646 w 198"/>
                  <a:gd name="T15" fmla="*/ 2147483646 h 29"/>
                  <a:gd name="T16" fmla="*/ 2147483646 w 198"/>
                  <a:gd name="T17" fmla="*/ 2147483646 h 29"/>
                  <a:gd name="T18" fmla="*/ 2147483646 w 198"/>
                  <a:gd name="T19" fmla="*/ 2147483646 h 29"/>
                  <a:gd name="T20" fmla="*/ 2147483646 w 198"/>
                  <a:gd name="T21" fmla="*/ 2147483646 h 29"/>
                  <a:gd name="T22" fmla="*/ 2147483646 w 198"/>
                  <a:gd name="T23" fmla="*/ 2147483646 h 29"/>
                  <a:gd name="T24" fmla="*/ 2147483646 w 198"/>
                  <a:gd name="T25" fmla="*/ 2147483646 h 29"/>
                  <a:gd name="T26" fmla="*/ 2147483646 w 198"/>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 h="29">
                    <a:moveTo>
                      <a:pt x="196" y="29"/>
                    </a:moveTo>
                    <a:cubicBezTo>
                      <a:pt x="2" y="29"/>
                      <a:pt x="2" y="29"/>
                      <a:pt x="2" y="29"/>
                    </a:cubicBezTo>
                    <a:cubicBezTo>
                      <a:pt x="1" y="29"/>
                      <a:pt x="0" y="28"/>
                      <a:pt x="0" y="27"/>
                    </a:cubicBezTo>
                    <a:cubicBezTo>
                      <a:pt x="0" y="2"/>
                      <a:pt x="0" y="2"/>
                      <a:pt x="0" y="2"/>
                    </a:cubicBezTo>
                    <a:cubicBezTo>
                      <a:pt x="0" y="1"/>
                      <a:pt x="1" y="0"/>
                      <a:pt x="2" y="0"/>
                    </a:cubicBezTo>
                    <a:cubicBezTo>
                      <a:pt x="196" y="0"/>
                      <a:pt x="196" y="0"/>
                      <a:pt x="196" y="0"/>
                    </a:cubicBezTo>
                    <a:cubicBezTo>
                      <a:pt x="197" y="0"/>
                      <a:pt x="198" y="1"/>
                      <a:pt x="198" y="2"/>
                    </a:cubicBezTo>
                    <a:cubicBezTo>
                      <a:pt x="198" y="27"/>
                      <a:pt x="198" y="27"/>
                      <a:pt x="198" y="27"/>
                    </a:cubicBezTo>
                    <a:cubicBezTo>
                      <a:pt x="198" y="28"/>
                      <a:pt x="197" y="29"/>
                      <a:pt x="196" y="29"/>
                    </a:cubicBezTo>
                    <a:close/>
                    <a:moveTo>
                      <a:pt x="4" y="25"/>
                    </a:moveTo>
                    <a:cubicBezTo>
                      <a:pt x="194" y="25"/>
                      <a:pt x="194" y="25"/>
                      <a:pt x="194" y="25"/>
                    </a:cubicBezTo>
                    <a:cubicBezTo>
                      <a:pt x="194" y="4"/>
                      <a:pt x="194" y="4"/>
                      <a:pt x="194" y="4"/>
                    </a:cubicBezTo>
                    <a:cubicBezTo>
                      <a:pt x="4" y="4"/>
                      <a:pt x="4" y="4"/>
                      <a:pt x="4" y="4"/>
                    </a:cubicBezTo>
                    <a:lnTo>
                      <a:pt x="4" y="25"/>
                    </a:ln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7" name="Freeform 7"/>
              <p:cNvSpPr/>
              <p:nvPr/>
            </p:nvSpPr>
            <p:spPr bwMode="auto">
              <a:xfrm>
                <a:off x="1135064" y="1463676"/>
                <a:ext cx="320675" cy="50800"/>
              </a:xfrm>
              <a:custGeom>
                <a:avLst/>
                <a:gdLst>
                  <a:gd name="T0" fmla="*/ 2147483646 w 206"/>
                  <a:gd name="T1" fmla="*/ 2147483646 h 33"/>
                  <a:gd name="T2" fmla="*/ 2147483646 w 206"/>
                  <a:gd name="T3" fmla="*/ 2147483646 h 33"/>
                  <a:gd name="T4" fmla="*/ 2147483646 w 206"/>
                  <a:gd name="T5" fmla="*/ 2147483646 h 33"/>
                  <a:gd name="T6" fmla="*/ 0 w 206"/>
                  <a:gd name="T7" fmla="*/ 2147483646 h 33"/>
                  <a:gd name="T8" fmla="*/ 2147483646 w 206"/>
                  <a:gd name="T9" fmla="*/ 0 h 33"/>
                  <a:gd name="T10" fmla="*/ 2147483646 w 206"/>
                  <a:gd name="T11" fmla="*/ 2147483646 h 33"/>
                  <a:gd name="T12" fmla="*/ 2147483646 w 206"/>
                  <a:gd name="T13" fmla="*/ 2147483646 h 33"/>
                  <a:gd name="T14" fmla="*/ 2147483646 w 206"/>
                  <a:gd name="T15" fmla="*/ 2147483646 h 33"/>
                  <a:gd name="T16" fmla="*/ 2147483646 w 206"/>
                  <a:gd name="T17" fmla="*/ 2147483646 h 33"/>
                  <a:gd name="T18" fmla="*/ 2147483646 w 206"/>
                  <a:gd name="T19" fmla="*/ 0 h 33"/>
                  <a:gd name="T20" fmla="*/ 2147483646 w 206"/>
                  <a:gd name="T21" fmla="*/ 2147483646 h 33"/>
                  <a:gd name="T22" fmla="*/ 2147483646 w 206"/>
                  <a:gd name="T23" fmla="*/ 2147483646 h 33"/>
                  <a:gd name="T24" fmla="*/ 2147483646 w 206"/>
                  <a:gd name="T25" fmla="*/ 2147483646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6" h="33">
                    <a:moveTo>
                      <a:pt x="202" y="33"/>
                    </a:moveTo>
                    <a:cubicBezTo>
                      <a:pt x="4" y="33"/>
                      <a:pt x="4" y="33"/>
                      <a:pt x="4" y="33"/>
                    </a:cubicBezTo>
                    <a:cubicBezTo>
                      <a:pt x="3" y="33"/>
                      <a:pt x="2" y="32"/>
                      <a:pt x="1" y="31"/>
                    </a:cubicBezTo>
                    <a:cubicBezTo>
                      <a:pt x="0" y="30"/>
                      <a:pt x="0" y="29"/>
                      <a:pt x="0" y="28"/>
                    </a:cubicBezTo>
                    <a:cubicBezTo>
                      <a:pt x="8" y="0"/>
                      <a:pt x="8" y="0"/>
                      <a:pt x="8" y="0"/>
                    </a:cubicBezTo>
                    <a:cubicBezTo>
                      <a:pt x="16" y="3"/>
                      <a:pt x="16" y="3"/>
                      <a:pt x="16" y="3"/>
                    </a:cubicBezTo>
                    <a:cubicBezTo>
                      <a:pt x="10" y="25"/>
                      <a:pt x="10" y="25"/>
                      <a:pt x="10" y="25"/>
                    </a:cubicBezTo>
                    <a:cubicBezTo>
                      <a:pt x="197" y="25"/>
                      <a:pt x="197" y="25"/>
                      <a:pt x="197" y="25"/>
                    </a:cubicBezTo>
                    <a:cubicBezTo>
                      <a:pt x="190" y="3"/>
                      <a:pt x="190" y="3"/>
                      <a:pt x="190" y="3"/>
                    </a:cubicBezTo>
                    <a:cubicBezTo>
                      <a:pt x="198" y="0"/>
                      <a:pt x="198" y="0"/>
                      <a:pt x="198" y="0"/>
                    </a:cubicBezTo>
                    <a:cubicBezTo>
                      <a:pt x="206" y="28"/>
                      <a:pt x="206" y="28"/>
                      <a:pt x="206" y="28"/>
                    </a:cubicBezTo>
                    <a:cubicBezTo>
                      <a:pt x="206" y="29"/>
                      <a:pt x="206" y="30"/>
                      <a:pt x="205" y="31"/>
                    </a:cubicBezTo>
                    <a:cubicBezTo>
                      <a:pt x="204" y="32"/>
                      <a:pt x="203" y="33"/>
                      <a:pt x="202" y="33"/>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8" name="Freeform 8"/>
              <p:cNvSpPr/>
              <p:nvPr/>
            </p:nvSpPr>
            <p:spPr bwMode="auto">
              <a:xfrm>
                <a:off x="882651" y="950914"/>
                <a:ext cx="825500" cy="482600"/>
              </a:xfrm>
              <a:custGeom>
                <a:avLst/>
                <a:gdLst>
                  <a:gd name="T0" fmla="*/ 2147483646 w 532"/>
                  <a:gd name="T1" fmla="*/ 2147483646 h 311"/>
                  <a:gd name="T2" fmla="*/ 2147483646 w 532"/>
                  <a:gd name="T3" fmla="*/ 2147483646 h 311"/>
                  <a:gd name="T4" fmla="*/ 0 w 532"/>
                  <a:gd name="T5" fmla="*/ 2147483646 h 311"/>
                  <a:gd name="T6" fmla="*/ 0 w 532"/>
                  <a:gd name="T7" fmla="*/ 2147483646 h 311"/>
                  <a:gd name="T8" fmla="*/ 2147483646 w 532"/>
                  <a:gd name="T9" fmla="*/ 0 h 311"/>
                  <a:gd name="T10" fmla="*/ 2147483646 w 532"/>
                  <a:gd name="T11" fmla="*/ 0 h 311"/>
                  <a:gd name="T12" fmla="*/ 2147483646 w 532"/>
                  <a:gd name="T13" fmla="*/ 2147483646 h 311"/>
                  <a:gd name="T14" fmla="*/ 2147483646 w 532"/>
                  <a:gd name="T15" fmla="*/ 2147483646 h 311"/>
                  <a:gd name="T16" fmla="*/ 2147483646 w 532"/>
                  <a:gd name="T17" fmla="*/ 2147483646 h 311"/>
                  <a:gd name="T18" fmla="*/ 2147483646 w 532"/>
                  <a:gd name="T19" fmla="*/ 2147483646 h 311"/>
                  <a:gd name="T20" fmla="*/ 2147483646 w 532"/>
                  <a:gd name="T21" fmla="*/ 2147483646 h 311"/>
                  <a:gd name="T22" fmla="*/ 2147483646 w 532"/>
                  <a:gd name="T23" fmla="*/ 2147483646 h 311"/>
                  <a:gd name="T24" fmla="*/ 2147483646 w 532"/>
                  <a:gd name="T25" fmla="*/ 2147483646 h 311"/>
                  <a:gd name="T26" fmla="*/ 2147483646 w 532"/>
                  <a:gd name="T27" fmla="*/ 2147483646 h 311"/>
                  <a:gd name="T28" fmla="*/ 2147483646 w 532"/>
                  <a:gd name="T29" fmla="*/ 2147483646 h 311"/>
                  <a:gd name="T30" fmla="*/ 2147483646 w 532"/>
                  <a:gd name="T31" fmla="*/ 2147483646 h 311"/>
                  <a:gd name="T32" fmla="*/ 2147483646 w 532"/>
                  <a:gd name="T33" fmla="*/ 2147483646 h 3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2" h="311">
                    <a:moveTo>
                      <a:pt x="528" y="311"/>
                    </a:moveTo>
                    <a:cubicBezTo>
                      <a:pt x="4" y="311"/>
                      <a:pt x="4" y="311"/>
                      <a:pt x="4" y="311"/>
                    </a:cubicBezTo>
                    <a:cubicBezTo>
                      <a:pt x="2" y="311"/>
                      <a:pt x="0" y="310"/>
                      <a:pt x="0" y="307"/>
                    </a:cubicBezTo>
                    <a:cubicBezTo>
                      <a:pt x="0" y="4"/>
                      <a:pt x="0" y="4"/>
                      <a:pt x="0" y="4"/>
                    </a:cubicBezTo>
                    <a:cubicBezTo>
                      <a:pt x="0" y="2"/>
                      <a:pt x="2" y="0"/>
                      <a:pt x="4" y="0"/>
                    </a:cubicBezTo>
                    <a:cubicBezTo>
                      <a:pt x="528" y="0"/>
                      <a:pt x="528" y="0"/>
                      <a:pt x="528" y="0"/>
                    </a:cubicBezTo>
                    <a:cubicBezTo>
                      <a:pt x="531" y="0"/>
                      <a:pt x="532" y="2"/>
                      <a:pt x="532" y="4"/>
                    </a:cubicBezTo>
                    <a:cubicBezTo>
                      <a:pt x="532" y="182"/>
                      <a:pt x="532" y="182"/>
                      <a:pt x="532" y="182"/>
                    </a:cubicBezTo>
                    <a:cubicBezTo>
                      <a:pt x="524" y="182"/>
                      <a:pt x="524" y="182"/>
                      <a:pt x="524" y="182"/>
                    </a:cubicBezTo>
                    <a:cubicBezTo>
                      <a:pt x="524" y="8"/>
                      <a:pt x="524" y="8"/>
                      <a:pt x="524" y="8"/>
                    </a:cubicBezTo>
                    <a:cubicBezTo>
                      <a:pt x="8" y="8"/>
                      <a:pt x="8" y="8"/>
                      <a:pt x="8" y="8"/>
                    </a:cubicBezTo>
                    <a:cubicBezTo>
                      <a:pt x="8" y="303"/>
                      <a:pt x="8" y="303"/>
                      <a:pt x="8" y="303"/>
                    </a:cubicBezTo>
                    <a:cubicBezTo>
                      <a:pt x="524" y="303"/>
                      <a:pt x="524" y="303"/>
                      <a:pt x="524" y="303"/>
                    </a:cubicBezTo>
                    <a:cubicBezTo>
                      <a:pt x="524" y="246"/>
                      <a:pt x="524" y="246"/>
                      <a:pt x="524" y="246"/>
                    </a:cubicBezTo>
                    <a:cubicBezTo>
                      <a:pt x="532" y="246"/>
                      <a:pt x="532" y="246"/>
                      <a:pt x="532" y="246"/>
                    </a:cubicBezTo>
                    <a:cubicBezTo>
                      <a:pt x="532" y="307"/>
                      <a:pt x="532" y="307"/>
                      <a:pt x="532" y="307"/>
                    </a:cubicBezTo>
                    <a:cubicBezTo>
                      <a:pt x="532" y="310"/>
                      <a:pt x="531" y="311"/>
                      <a:pt x="528" y="311"/>
                    </a:cubicBezTo>
                    <a:close/>
                  </a:path>
                </a:pathLst>
              </a:cu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9" name="Rectangle 9"/>
              <p:cNvSpPr>
                <a:spLocks noChangeArrowheads="1"/>
              </p:cNvSpPr>
              <p:nvPr/>
            </p:nvSpPr>
            <p:spPr bwMode="auto">
              <a:xfrm>
                <a:off x="889001" y="1390651"/>
                <a:ext cx="812800" cy="47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60" name="Rectangle 10"/>
              <p:cNvSpPr>
                <a:spLocks noChangeArrowheads="1"/>
              </p:cNvSpPr>
              <p:nvPr/>
            </p:nvSpPr>
            <p:spPr bwMode="auto">
              <a:xfrm>
                <a:off x="1285876" y="931864"/>
                <a:ext cx="19050" cy="30163"/>
              </a:xfrm>
              <a:prstGeom prst="rect">
                <a:avLst/>
              </a:prstGeom>
              <a:grpFill/>
              <a:ln w="9525">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61" name="Oval 11"/>
              <p:cNvSpPr>
                <a:spLocks noChangeArrowheads="1"/>
              </p:cNvSpPr>
              <p:nvPr/>
            </p:nvSpPr>
            <p:spPr bwMode="auto">
              <a:xfrm>
                <a:off x="1679576" y="1225551"/>
                <a:ext cx="44450" cy="444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62" name="Oval 12"/>
              <p:cNvSpPr>
                <a:spLocks noChangeArrowheads="1"/>
              </p:cNvSpPr>
              <p:nvPr/>
            </p:nvSpPr>
            <p:spPr bwMode="auto">
              <a:xfrm>
                <a:off x="1679576" y="1296989"/>
                <a:ext cx="44450" cy="44450"/>
              </a:xfrm>
              <a:prstGeom prst="ellipse">
                <a:avLst/>
              </a:prstGeom>
              <a:grpFill/>
              <a:ln w="9525">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sp>
          <p:nvSpPr>
            <p:cNvPr id="368" name="Freeform 182"/>
            <p:cNvSpPr>
              <a:spLocks noEditPoints="1"/>
            </p:cNvSpPr>
            <p:nvPr/>
          </p:nvSpPr>
          <p:spPr>
            <a:xfrm>
              <a:off x="5122195" y="1979073"/>
              <a:ext cx="846452" cy="752640"/>
            </a:xfrm>
            <a:custGeom>
              <a:avLst/>
              <a:gdLst>
                <a:gd name="txL" fmla="*/ 0 w 1687"/>
                <a:gd name="txT" fmla="*/ 0 h 1485"/>
                <a:gd name="txR" fmla="*/ 1687 w 1687"/>
                <a:gd name="txB" fmla="*/ 1485 h 1485"/>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687" h="1485">
                  <a:moveTo>
                    <a:pt x="1351" y="1004"/>
                  </a:moveTo>
                  <a:lnTo>
                    <a:pt x="1351" y="1004"/>
                  </a:lnTo>
                  <a:lnTo>
                    <a:pt x="1284" y="887"/>
                  </a:lnTo>
                  <a:cubicBezTo>
                    <a:pt x="1290" y="877"/>
                    <a:pt x="1294" y="864"/>
                    <a:pt x="1294" y="851"/>
                  </a:cubicBezTo>
                  <a:cubicBezTo>
                    <a:pt x="1294" y="839"/>
                    <a:pt x="1290" y="828"/>
                    <a:pt x="1285" y="818"/>
                  </a:cubicBezTo>
                  <a:lnTo>
                    <a:pt x="1351" y="705"/>
                  </a:lnTo>
                  <a:lnTo>
                    <a:pt x="1523" y="705"/>
                  </a:lnTo>
                  <a:lnTo>
                    <a:pt x="1610" y="854"/>
                  </a:lnTo>
                  <a:lnTo>
                    <a:pt x="1523" y="1004"/>
                  </a:lnTo>
                  <a:lnTo>
                    <a:pt x="1351" y="1004"/>
                  </a:lnTo>
                  <a:close/>
                  <a:moveTo>
                    <a:pt x="1100" y="1004"/>
                  </a:moveTo>
                  <a:lnTo>
                    <a:pt x="1100" y="1004"/>
                  </a:lnTo>
                  <a:lnTo>
                    <a:pt x="927" y="1004"/>
                  </a:lnTo>
                  <a:lnTo>
                    <a:pt x="841" y="854"/>
                  </a:lnTo>
                  <a:lnTo>
                    <a:pt x="927" y="705"/>
                  </a:lnTo>
                  <a:lnTo>
                    <a:pt x="1100" y="705"/>
                  </a:lnTo>
                  <a:lnTo>
                    <a:pt x="1162" y="812"/>
                  </a:lnTo>
                  <a:cubicBezTo>
                    <a:pt x="1155" y="824"/>
                    <a:pt x="1151" y="837"/>
                    <a:pt x="1151" y="851"/>
                  </a:cubicBezTo>
                  <a:cubicBezTo>
                    <a:pt x="1151" y="867"/>
                    <a:pt x="1156" y="881"/>
                    <a:pt x="1164" y="893"/>
                  </a:cubicBezTo>
                  <a:lnTo>
                    <a:pt x="1100" y="1004"/>
                  </a:lnTo>
                  <a:close/>
                  <a:moveTo>
                    <a:pt x="821" y="712"/>
                  </a:moveTo>
                  <a:lnTo>
                    <a:pt x="821" y="712"/>
                  </a:lnTo>
                  <a:cubicBezTo>
                    <a:pt x="833" y="695"/>
                    <a:pt x="841" y="674"/>
                    <a:pt x="841" y="651"/>
                  </a:cubicBezTo>
                  <a:cubicBezTo>
                    <a:pt x="841" y="632"/>
                    <a:pt x="836" y="614"/>
                    <a:pt x="827" y="599"/>
                  </a:cubicBezTo>
                  <a:lnTo>
                    <a:pt x="894" y="529"/>
                  </a:lnTo>
                  <a:cubicBezTo>
                    <a:pt x="905" y="535"/>
                    <a:pt x="917" y="539"/>
                    <a:pt x="930" y="540"/>
                  </a:cubicBezTo>
                  <a:lnTo>
                    <a:pt x="979" y="638"/>
                  </a:lnTo>
                  <a:lnTo>
                    <a:pt x="889" y="638"/>
                  </a:lnTo>
                  <a:lnTo>
                    <a:pt x="838" y="725"/>
                  </a:lnTo>
                  <a:lnTo>
                    <a:pt x="821" y="712"/>
                  </a:lnTo>
                  <a:close/>
                  <a:moveTo>
                    <a:pt x="680" y="651"/>
                  </a:moveTo>
                  <a:lnTo>
                    <a:pt x="680" y="651"/>
                  </a:lnTo>
                  <a:cubicBezTo>
                    <a:pt x="680" y="621"/>
                    <a:pt x="704" y="597"/>
                    <a:pt x="734" y="597"/>
                  </a:cubicBezTo>
                  <a:cubicBezTo>
                    <a:pt x="763" y="597"/>
                    <a:pt x="787" y="621"/>
                    <a:pt x="787" y="651"/>
                  </a:cubicBezTo>
                  <a:cubicBezTo>
                    <a:pt x="787" y="680"/>
                    <a:pt x="763" y="704"/>
                    <a:pt x="734" y="704"/>
                  </a:cubicBezTo>
                  <a:cubicBezTo>
                    <a:pt x="704" y="704"/>
                    <a:pt x="680" y="680"/>
                    <a:pt x="680" y="651"/>
                  </a:cubicBezTo>
                  <a:close/>
                  <a:moveTo>
                    <a:pt x="659" y="754"/>
                  </a:moveTo>
                  <a:lnTo>
                    <a:pt x="659" y="754"/>
                  </a:lnTo>
                  <a:cubicBezTo>
                    <a:pt x="646" y="748"/>
                    <a:pt x="632" y="744"/>
                    <a:pt x="618" y="744"/>
                  </a:cubicBezTo>
                  <a:cubicBezTo>
                    <a:pt x="600" y="744"/>
                    <a:pt x="584" y="749"/>
                    <a:pt x="570" y="758"/>
                  </a:cubicBezTo>
                  <a:lnTo>
                    <a:pt x="486" y="668"/>
                  </a:lnTo>
                  <a:cubicBezTo>
                    <a:pt x="490" y="663"/>
                    <a:pt x="493" y="657"/>
                    <a:pt x="495" y="651"/>
                  </a:cubicBezTo>
                  <a:lnTo>
                    <a:pt x="631" y="680"/>
                  </a:lnTo>
                  <a:cubicBezTo>
                    <a:pt x="637" y="702"/>
                    <a:pt x="651" y="722"/>
                    <a:pt x="669" y="736"/>
                  </a:cubicBezTo>
                  <a:lnTo>
                    <a:pt x="659" y="754"/>
                  </a:lnTo>
                  <a:close/>
                  <a:moveTo>
                    <a:pt x="618" y="868"/>
                  </a:moveTo>
                  <a:lnTo>
                    <a:pt x="618" y="868"/>
                  </a:lnTo>
                  <a:cubicBezTo>
                    <a:pt x="598" y="868"/>
                    <a:pt x="582" y="853"/>
                    <a:pt x="582" y="833"/>
                  </a:cubicBezTo>
                  <a:cubicBezTo>
                    <a:pt x="582" y="813"/>
                    <a:pt x="598" y="797"/>
                    <a:pt x="618" y="797"/>
                  </a:cubicBezTo>
                  <a:cubicBezTo>
                    <a:pt x="627" y="797"/>
                    <a:pt x="636" y="801"/>
                    <a:pt x="642" y="808"/>
                  </a:cubicBezTo>
                  <a:cubicBezTo>
                    <a:pt x="644" y="810"/>
                    <a:pt x="646" y="813"/>
                    <a:pt x="648" y="815"/>
                  </a:cubicBezTo>
                  <a:cubicBezTo>
                    <a:pt x="651" y="820"/>
                    <a:pt x="653" y="826"/>
                    <a:pt x="653" y="833"/>
                  </a:cubicBezTo>
                  <a:cubicBezTo>
                    <a:pt x="653" y="853"/>
                    <a:pt x="637" y="868"/>
                    <a:pt x="618" y="868"/>
                  </a:cubicBezTo>
                  <a:close/>
                  <a:moveTo>
                    <a:pt x="381" y="1032"/>
                  </a:moveTo>
                  <a:lnTo>
                    <a:pt x="381" y="1032"/>
                  </a:lnTo>
                  <a:cubicBezTo>
                    <a:pt x="362" y="1032"/>
                    <a:pt x="346" y="1016"/>
                    <a:pt x="346" y="996"/>
                  </a:cubicBezTo>
                  <a:cubicBezTo>
                    <a:pt x="346" y="977"/>
                    <a:pt x="362" y="961"/>
                    <a:pt x="381" y="961"/>
                  </a:cubicBezTo>
                  <a:cubicBezTo>
                    <a:pt x="401" y="961"/>
                    <a:pt x="417" y="977"/>
                    <a:pt x="417" y="996"/>
                  </a:cubicBezTo>
                  <a:cubicBezTo>
                    <a:pt x="417" y="1016"/>
                    <a:pt x="401" y="1032"/>
                    <a:pt x="381" y="1032"/>
                  </a:cubicBezTo>
                  <a:close/>
                  <a:moveTo>
                    <a:pt x="376" y="620"/>
                  </a:moveTo>
                  <a:lnTo>
                    <a:pt x="376" y="620"/>
                  </a:lnTo>
                  <a:cubicBezTo>
                    <a:pt x="376" y="600"/>
                    <a:pt x="392" y="584"/>
                    <a:pt x="412" y="584"/>
                  </a:cubicBezTo>
                  <a:cubicBezTo>
                    <a:pt x="432" y="584"/>
                    <a:pt x="447" y="600"/>
                    <a:pt x="447" y="620"/>
                  </a:cubicBezTo>
                  <a:cubicBezTo>
                    <a:pt x="447" y="639"/>
                    <a:pt x="432" y="655"/>
                    <a:pt x="412" y="655"/>
                  </a:cubicBezTo>
                  <a:cubicBezTo>
                    <a:pt x="392" y="655"/>
                    <a:pt x="376" y="639"/>
                    <a:pt x="376" y="620"/>
                  </a:cubicBezTo>
                  <a:close/>
                  <a:moveTo>
                    <a:pt x="227" y="849"/>
                  </a:moveTo>
                  <a:lnTo>
                    <a:pt x="227" y="849"/>
                  </a:lnTo>
                  <a:cubicBezTo>
                    <a:pt x="214" y="849"/>
                    <a:pt x="203" y="838"/>
                    <a:pt x="203" y="825"/>
                  </a:cubicBezTo>
                  <a:cubicBezTo>
                    <a:pt x="203" y="812"/>
                    <a:pt x="214" y="802"/>
                    <a:pt x="227" y="802"/>
                  </a:cubicBezTo>
                  <a:cubicBezTo>
                    <a:pt x="240" y="802"/>
                    <a:pt x="251" y="812"/>
                    <a:pt x="251" y="825"/>
                  </a:cubicBezTo>
                  <a:cubicBezTo>
                    <a:pt x="251" y="838"/>
                    <a:pt x="240" y="849"/>
                    <a:pt x="227" y="849"/>
                  </a:cubicBezTo>
                  <a:close/>
                  <a:moveTo>
                    <a:pt x="581" y="368"/>
                  </a:moveTo>
                  <a:lnTo>
                    <a:pt x="581" y="368"/>
                  </a:lnTo>
                  <a:cubicBezTo>
                    <a:pt x="601" y="368"/>
                    <a:pt x="617" y="384"/>
                    <a:pt x="617" y="403"/>
                  </a:cubicBezTo>
                  <a:cubicBezTo>
                    <a:pt x="617" y="423"/>
                    <a:pt x="601" y="439"/>
                    <a:pt x="581" y="439"/>
                  </a:cubicBezTo>
                  <a:cubicBezTo>
                    <a:pt x="562" y="439"/>
                    <a:pt x="546" y="423"/>
                    <a:pt x="546" y="403"/>
                  </a:cubicBezTo>
                  <a:cubicBezTo>
                    <a:pt x="546" y="384"/>
                    <a:pt x="562" y="368"/>
                    <a:pt x="581" y="368"/>
                  </a:cubicBezTo>
                  <a:close/>
                  <a:moveTo>
                    <a:pt x="630" y="625"/>
                  </a:moveTo>
                  <a:lnTo>
                    <a:pt x="630" y="625"/>
                  </a:lnTo>
                  <a:lnTo>
                    <a:pt x="498" y="597"/>
                  </a:lnTo>
                  <a:cubicBezTo>
                    <a:pt x="496" y="589"/>
                    <a:pt x="493" y="582"/>
                    <a:pt x="488" y="575"/>
                  </a:cubicBezTo>
                  <a:lnTo>
                    <a:pt x="551" y="487"/>
                  </a:lnTo>
                  <a:cubicBezTo>
                    <a:pt x="561" y="490"/>
                    <a:pt x="571" y="492"/>
                    <a:pt x="581" y="492"/>
                  </a:cubicBezTo>
                  <a:cubicBezTo>
                    <a:pt x="588" y="492"/>
                    <a:pt x="594" y="491"/>
                    <a:pt x="600" y="490"/>
                  </a:cubicBezTo>
                  <a:lnTo>
                    <a:pt x="657" y="577"/>
                  </a:lnTo>
                  <a:cubicBezTo>
                    <a:pt x="644" y="590"/>
                    <a:pt x="635" y="606"/>
                    <a:pt x="630" y="625"/>
                  </a:cubicBezTo>
                  <a:close/>
                  <a:moveTo>
                    <a:pt x="937" y="425"/>
                  </a:moveTo>
                  <a:lnTo>
                    <a:pt x="937" y="425"/>
                  </a:lnTo>
                  <a:cubicBezTo>
                    <a:pt x="954" y="425"/>
                    <a:pt x="968" y="439"/>
                    <a:pt x="968" y="456"/>
                  </a:cubicBezTo>
                  <a:cubicBezTo>
                    <a:pt x="968" y="473"/>
                    <a:pt x="954" y="487"/>
                    <a:pt x="937" y="487"/>
                  </a:cubicBezTo>
                  <a:cubicBezTo>
                    <a:pt x="920" y="487"/>
                    <a:pt x="906" y="473"/>
                    <a:pt x="906" y="456"/>
                  </a:cubicBezTo>
                  <a:cubicBezTo>
                    <a:pt x="906" y="439"/>
                    <a:pt x="920" y="425"/>
                    <a:pt x="937" y="425"/>
                  </a:cubicBezTo>
                  <a:close/>
                  <a:moveTo>
                    <a:pt x="264" y="429"/>
                  </a:moveTo>
                  <a:lnTo>
                    <a:pt x="264" y="429"/>
                  </a:lnTo>
                  <a:cubicBezTo>
                    <a:pt x="264" y="416"/>
                    <a:pt x="275" y="405"/>
                    <a:pt x="288" y="405"/>
                  </a:cubicBezTo>
                  <a:cubicBezTo>
                    <a:pt x="301" y="405"/>
                    <a:pt x="312" y="416"/>
                    <a:pt x="312" y="429"/>
                  </a:cubicBezTo>
                  <a:cubicBezTo>
                    <a:pt x="312" y="442"/>
                    <a:pt x="301" y="453"/>
                    <a:pt x="288" y="453"/>
                  </a:cubicBezTo>
                  <a:cubicBezTo>
                    <a:pt x="275" y="453"/>
                    <a:pt x="264" y="442"/>
                    <a:pt x="264" y="429"/>
                  </a:cubicBezTo>
                  <a:close/>
                  <a:moveTo>
                    <a:pt x="811" y="249"/>
                  </a:moveTo>
                  <a:lnTo>
                    <a:pt x="811" y="249"/>
                  </a:lnTo>
                  <a:cubicBezTo>
                    <a:pt x="819" y="249"/>
                    <a:pt x="825" y="255"/>
                    <a:pt x="825" y="263"/>
                  </a:cubicBezTo>
                  <a:cubicBezTo>
                    <a:pt x="825" y="270"/>
                    <a:pt x="819" y="276"/>
                    <a:pt x="811" y="276"/>
                  </a:cubicBezTo>
                  <a:cubicBezTo>
                    <a:pt x="804" y="276"/>
                    <a:pt x="798" y="270"/>
                    <a:pt x="798" y="263"/>
                  </a:cubicBezTo>
                  <a:cubicBezTo>
                    <a:pt x="798" y="255"/>
                    <a:pt x="804" y="249"/>
                    <a:pt x="811" y="249"/>
                  </a:cubicBezTo>
                  <a:close/>
                  <a:moveTo>
                    <a:pt x="1687" y="854"/>
                  </a:moveTo>
                  <a:lnTo>
                    <a:pt x="1687" y="854"/>
                  </a:lnTo>
                  <a:lnTo>
                    <a:pt x="1562" y="638"/>
                  </a:lnTo>
                  <a:lnTo>
                    <a:pt x="1452" y="638"/>
                  </a:lnTo>
                  <a:cubicBezTo>
                    <a:pt x="1419" y="424"/>
                    <a:pt x="1290" y="234"/>
                    <a:pt x="1101" y="125"/>
                  </a:cubicBezTo>
                  <a:cubicBezTo>
                    <a:pt x="896" y="8"/>
                    <a:pt x="648" y="0"/>
                    <a:pt x="419" y="103"/>
                  </a:cubicBezTo>
                  <a:cubicBezTo>
                    <a:pt x="277" y="168"/>
                    <a:pt x="164" y="282"/>
                    <a:pt x="100" y="426"/>
                  </a:cubicBezTo>
                  <a:cubicBezTo>
                    <a:pt x="0" y="652"/>
                    <a:pt x="7" y="887"/>
                    <a:pt x="118" y="1090"/>
                  </a:cubicBezTo>
                  <a:cubicBezTo>
                    <a:pt x="215" y="1265"/>
                    <a:pt x="382" y="1392"/>
                    <a:pt x="574" y="1439"/>
                  </a:cubicBezTo>
                  <a:cubicBezTo>
                    <a:pt x="583" y="1466"/>
                    <a:pt x="609" y="1485"/>
                    <a:pt x="639" y="1485"/>
                  </a:cubicBezTo>
                  <a:cubicBezTo>
                    <a:pt x="677" y="1485"/>
                    <a:pt x="708" y="1454"/>
                    <a:pt x="708" y="1415"/>
                  </a:cubicBezTo>
                  <a:cubicBezTo>
                    <a:pt x="708" y="1377"/>
                    <a:pt x="677" y="1346"/>
                    <a:pt x="639" y="1346"/>
                  </a:cubicBezTo>
                  <a:cubicBezTo>
                    <a:pt x="616" y="1346"/>
                    <a:pt x="596" y="1357"/>
                    <a:pt x="584" y="1373"/>
                  </a:cubicBezTo>
                  <a:cubicBezTo>
                    <a:pt x="412" y="1329"/>
                    <a:pt x="263" y="1214"/>
                    <a:pt x="177" y="1057"/>
                  </a:cubicBezTo>
                  <a:cubicBezTo>
                    <a:pt x="76" y="874"/>
                    <a:pt x="70" y="659"/>
                    <a:pt x="161" y="453"/>
                  </a:cubicBezTo>
                  <a:cubicBezTo>
                    <a:pt x="218" y="324"/>
                    <a:pt x="319" y="222"/>
                    <a:pt x="447" y="164"/>
                  </a:cubicBezTo>
                  <a:cubicBezTo>
                    <a:pt x="656" y="70"/>
                    <a:pt x="882" y="77"/>
                    <a:pt x="1067" y="183"/>
                  </a:cubicBezTo>
                  <a:cubicBezTo>
                    <a:pt x="1236" y="280"/>
                    <a:pt x="1352" y="448"/>
                    <a:pt x="1384" y="638"/>
                  </a:cubicBezTo>
                  <a:lnTo>
                    <a:pt x="1312" y="638"/>
                  </a:lnTo>
                  <a:lnTo>
                    <a:pt x="1230" y="780"/>
                  </a:lnTo>
                  <a:cubicBezTo>
                    <a:pt x="1227" y="780"/>
                    <a:pt x="1225" y="780"/>
                    <a:pt x="1222" y="780"/>
                  </a:cubicBezTo>
                  <a:cubicBezTo>
                    <a:pt x="1221" y="780"/>
                    <a:pt x="1221" y="780"/>
                    <a:pt x="1220" y="780"/>
                  </a:cubicBezTo>
                  <a:lnTo>
                    <a:pt x="1138" y="638"/>
                  </a:lnTo>
                  <a:lnTo>
                    <a:pt x="1038" y="638"/>
                  </a:lnTo>
                  <a:lnTo>
                    <a:pt x="983" y="527"/>
                  </a:lnTo>
                  <a:cubicBezTo>
                    <a:pt x="1006" y="512"/>
                    <a:pt x="1022" y="486"/>
                    <a:pt x="1022" y="456"/>
                  </a:cubicBezTo>
                  <a:cubicBezTo>
                    <a:pt x="1022" y="409"/>
                    <a:pt x="984" y="371"/>
                    <a:pt x="937" y="371"/>
                  </a:cubicBezTo>
                  <a:cubicBezTo>
                    <a:pt x="890" y="371"/>
                    <a:pt x="852" y="409"/>
                    <a:pt x="852" y="456"/>
                  </a:cubicBezTo>
                  <a:cubicBezTo>
                    <a:pt x="852" y="467"/>
                    <a:pt x="855" y="478"/>
                    <a:pt x="859" y="488"/>
                  </a:cubicBezTo>
                  <a:lnTo>
                    <a:pt x="790" y="560"/>
                  </a:lnTo>
                  <a:cubicBezTo>
                    <a:pt x="774" y="550"/>
                    <a:pt x="754" y="544"/>
                    <a:pt x="734" y="544"/>
                  </a:cubicBezTo>
                  <a:cubicBezTo>
                    <a:pt x="723" y="544"/>
                    <a:pt x="712" y="545"/>
                    <a:pt x="702" y="549"/>
                  </a:cubicBezTo>
                  <a:lnTo>
                    <a:pt x="647" y="463"/>
                  </a:lnTo>
                  <a:cubicBezTo>
                    <a:pt x="661" y="447"/>
                    <a:pt x="670" y="426"/>
                    <a:pt x="670" y="403"/>
                  </a:cubicBezTo>
                  <a:cubicBezTo>
                    <a:pt x="670" y="398"/>
                    <a:pt x="670" y="393"/>
                    <a:pt x="669" y="388"/>
                  </a:cubicBezTo>
                  <a:lnTo>
                    <a:pt x="777" y="320"/>
                  </a:lnTo>
                  <a:cubicBezTo>
                    <a:pt x="787" y="326"/>
                    <a:pt x="799" y="330"/>
                    <a:pt x="811" y="330"/>
                  </a:cubicBezTo>
                  <a:cubicBezTo>
                    <a:pt x="848" y="330"/>
                    <a:pt x="878" y="300"/>
                    <a:pt x="878" y="263"/>
                  </a:cubicBezTo>
                  <a:cubicBezTo>
                    <a:pt x="878" y="226"/>
                    <a:pt x="848" y="196"/>
                    <a:pt x="811" y="196"/>
                  </a:cubicBezTo>
                  <a:cubicBezTo>
                    <a:pt x="774" y="196"/>
                    <a:pt x="744" y="226"/>
                    <a:pt x="744" y="263"/>
                  </a:cubicBezTo>
                  <a:cubicBezTo>
                    <a:pt x="744" y="268"/>
                    <a:pt x="745" y="272"/>
                    <a:pt x="746" y="277"/>
                  </a:cubicBezTo>
                  <a:lnTo>
                    <a:pt x="644" y="341"/>
                  </a:lnTo>
                  <a:cubicBezTo>
                    <a:pt x="628" y="324"/>
                    <a:pt x="606" y="314"/>
                    <a:pt x="581" y="314"/>
                  </a:cubicBezTo>
                  <a:cubicBezTo>
                    <a:pt x="532" y="314"/>
                    <a:pt x="493" y="354"/>
                    <a:pt x="493" y="403"/>
                  </a:cubicBezTo>
                  <a:cubicBezTo>
                    <a:pt x="493" y="422"/>
                    <a:pt x="499" y="440"/>
                    <a:pt x="509" y="454"/>
                  </a:cubicBezTo>
                  <a:lnTo>
                    <a:pt x="448" y="539"/>
                  </a:lnTo>
                  <a:cubicBezTo>
                    <a:pt x="437" y="534"/>
                    <a:pt x="425" y="531"/>
                    <a:pt x="412" y="531"/>
                  </a:cubicBezTo>
                  <a:cubicBezTo>
                    <a:pt x="401" y="531"/>
                    <a:pt x="390" y="533"/>
                    <a:pt x="380" y="537"/>
                  </a:cubicBezTo>
                  <a:lnTo>
                    <a:pt x="342" y="484"/>
                  </a:lnTo>
                  <a:cubicBezTo>
                    <a:pt x="356" y="470"/>
                    <a:pt x="365" y="451"/>
                    <a:pt x="365" y="429"/>
                  </a:cubicBezTo>
                  <a:cubicBezTo>
                    <a:pt x="365" y="387"/>
                    <a:pt x="330" y="352"/>
                    <a:pt x="288" y="352"/>
                  </a:cubicBezTo>
                  <a:cubicBezTo>
                    <a:pt x="246" y="352"/>
                    <a:pt x="211" y="387"/>
                    <a:pt x="211" y="429"/>
                  </a:cubicBezTo>
                  <a:cubicBezTo>
                    <a:pt x="211" y="471"/>
                    <a:pt x="246" y="506"/>
                    <a:pt x="288" y="506"/>
                  </a:cubicBezTo>
                  <a:cubicBezTo>
                    <a:pt x="289" y="506"/>
                    <a:pt x="291" y="506"/>
                    <a:pt x="292" y="506"/>
                  </a:cubicBezTo>
                  <a:lnTo>
                    <a:pt x="338" y="570"/>
                  </a:lnTo>
                  <a:cubicBezTo>
                    <a:pt x="329" y="584"/>
                    <a:pt x="323" y="601"/>
                    <a:pt x="323" y="620"/>
                  </a:cubicBezTo>
                  <a:cubicBezTo>
                    <a:pt x="323" y="637"/>
                    <a:pt x="328" y="652"/>
                    <a:pt x="336" y="666"/>
                  </a:cubicBezTo>
                  <a:lnTo>
                    <a:pt x="259" y="756"/>
                  </a:lnTo>
                  <a:cubicBezTo>
                    <a:pt x="249" y="751"/>
                    <a:pt x="239" y="748"/>
                    <a:pt x="227" y="748"/>
                  </a:cubicBezTo>
                  <a:cubicBezTo>
                    <a:pt x="185" y="748"/>
                    <a:pt x="150" y="783"/>
                    <a:pt x="150" y="825"/>
                  </a:cubicBezTo>
                  <a:cubicBezTo>
                    <a:pt x="150" y="868"/>
                    <a:pt x="185" y="902"/>
                    <a:pt x="227" y="902"/>
                  </a:cubicBezTo>
                  <a:cubicBezTo>
                    <a:pt x="269" y="902"/>
                    <a:pt x="304" y="868"/>
                    <a:pt x="304" y="825"/>
                  </a:cubicBezTo>
                  <a:cubicBezTo>
                    <a:pt x="304" y="814"/>
                    <a:pt x="301" y="803"/>
                    <a:pt x="297" y="793"/>
                  </a:cubicBezTo>
                  <a:lnTo>
                    <a:pt x="377" y="701"/>
                  </a:lnTo>
                  <a:cubicBezTo>
                    <a:pt x="387" y="706"/>
                    <a:pt x="399" y="708"/>
                    <a:pt x="412" y="708"/>
                  </a:cubicBezTo>
                  <a:cubicBezTo>
                    <a:pt x="423" y="708"/>
                    <a:pt x="434" y="706"/>
                    <a:pt x="445" y="702"/>
                  </a:cubicBezTo>
                  <a:lnTo>
                    <a:pt x="536" y="799"/>
                  </a:lnTo>
                  <a:cubicBezTo>
                    <a:pt x="531" y="809"/>
                    <a:pt x="529" y="821"/>
                    <a:pt x="529" y="833"/>
                  </a:cubicBezTo>
                  <a:cubicBezTo>
                    <a:pt x="529" y="841"/>
                    <a:pt x="530" y="849"/>
                    <a:pt x="532" y="857"/>
                  </a:cubicBezTo>
                  <a:lnTo>
                    <a:pt x="435" y="926"/>
                  </a:lnTo>
                  <a:cubicBezTo>
                    <a:pt x="420" y="914"/>
                    <a:pt x="402" y="907"/>
                    <a:pt x="381" y="907"/>
                  </a:cubicBezTo>
                  <a:cubicBezTo>
                    <a:pt x="332" y="907"/>
                    <a:pt x="293" y="947"/>
                    <a:pt x="293" y="996"/>
                  </a:cubicBezTo>
                  <a:cubicBezTo>
                    <a:pt x="293" y="1045"/>
                    <a:pt x="332" y="1085"/>
                    <a:pt x="381" y="1085"/>
                  </a:cubicBezTo>
                  <a:cubicBezTo>
                    <a:pt x="430" y="1085"/>
                    <a:pt x="470" y="1045"/>
                    <a:pt x="470" y="996"/>
                  </a:cubicBezTo>
                  <a:cubicBezTo>
                    <a:pt x="470" y="987"/>
                    <a:pt x="469" y="978"/>
                    <a:pt x="466" y="969"/>
                  </a:cubicBezTo>
                  <a:lnTo>
                    <a:pt x="562" y="902"/>
                  </a:lnTo>
                  <a:cubicBezTo>
                    <a:pt x="577" y="914"/>
                    <a:pt x="596" y="922"/>
                    <a:pt x="618" y="922"/>
                  </a:cubicBezTo>
                  <a:cubicBezTo>
                    <a:pt x="667" y="922"/>
                    <a:pt x="707" y="882"/>
                    <a:pt x="707" y="833"/>
                  </a:cubicBezTo>
                  <a:cubicBezTo>
                    <a:pt x="707" y="819"/>
                    <a:pt x="703" y="806"/>
                    <a:pt x="697" y="794"/>
                  </a:cubicBezTo>
                  <a:lnTo>
                    <a:pt x="718" y="756"/>
                  </a:lnTo>
                  <a:cubicBezTo>
                    <a:pt x="723" y="757"/>
                    <a:pt x="729" y="758"/>
                    <a:pt x="734" y="758"/>
                  </a:cubicBezTo>
                  <a:cubicBezTo>
                    <a:pt x="750" y="758"/>
                    <a:pt x="766" y="754"/>
                    <a:pt x="779" y="747"/>
                  </a:cubicBezTo>
                  <a:lnTo>
                    <a:pt x="811" y="772"/>
                  </a:lnTo>
                  <a:lnTo>
                    <a:pt x="764" y="854"/>
                  </a:lnTo>
                  <a:lnTo>
                    <a:pt x="889" y="1070"/>
                  </a:lnTo>
                  <a:lnTo>
                    <a:pt x="1138" y="1070"/>
                  </a:lnTo>
                  <a:lnTo>
                    <a:pt x="1224" y="923"/>
                  </a:lnTo>
                  <a:cubicBezTo>
                    <a:pt x="1225" y="923"/>
                    <a:pt x="1226" y="922"/>
                    <a:pt x="1227" y="922"/>
                  </a:cubicBezTo>
                  <a:lnTo>
                    <a:pt x="1309" y="1065"/>
                  </a:lnTo>
                  <a:cubicBezTo>
                    <a:pt x="1222" y="1219"/>
                    <a:pt x="1077" y="1330"/>
                    <a:pt x="906" y="1373"/>
                  </a:cubicBezTo>
                  <a:cubicBezTo>
                    <a:pt x="894" y="1357"/>
                    <a:pt x="874" y="1346"/>
                    <a:pt x="852" y="1346"/>
                  </a:cubicBezTo>
                  <a:cubicBezTo>
                    <a:pt x="813" y="1346"/>
                    <a:pt x="782" y="1377"/>
                    <a:pt x="782" y="1415"/>
                  </a:cubicBezTo>
                  <a:cubicBezTo>
                    <a:pt x="782" y="1454"/>
                    <a:pt x="813" y="1485"/>
                    <a:pt x="852" y="1485"/>
                  </a:cubicBezTo>
                  <a:cubicBezTo>
                    <a:pt x="881" y="1485"/>
                    <a:pt x="907" y="1466"/>
                    <a:pt x="916" y="1439"/>
                  </a:cubicBezTo>
                  <a:cubicBezTo>
                    <a:pt x="1117" y="1390"/>
                    <a:pt x="1287" y="1256"/>
                    <a:pt x="1382" y="1070"/>
                  </a:cubicBezTo>
                  <a:lnTo>
                    <a:pt x="1562" y="1070"/>
                  </a:lnTo>
                  <a:lnTo>
                    <a:pt x="1687" y="854"/>
                  </a:lnTo>
                  <a:close/>
                </a:path>
              </a:pathLst>
            </a:custGeom>
            <a:grpFill/>
            <a:ln w="0">
              <a:solidFill>
                <a:schemeClr val="bg2"/>
              </a:solidFill>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69" name="Freeform 76"/>
            <p:cNvSpPr>
              <a:spLocks noEditPoints="1"/>
            </p:cNvSpPr>
            <p:nvPr/>
          </p:nvSpPr>
          <p:spPr bwMode="auto">
            <a:xfrm>
              <a:off x="8946113" y="2371114"/>
              <a:ext cx="437694" cy="355247"/>
            </a:xfrm>
            <a:custGeom>
              <a:avLst/>
              <a:gdLst>
                <a:gd name="T0" fmla="*/ 2147483646 w 236"/>
                <a:gd name="T1" fmla="*/ 2147483646 h 230"/>
                <a:gd name="T2" fmla="*/ 2147483646 w 236"/>
                <a:gd name="T3" fmla="*/ 2147483646 h 230"/>
                <a:gd name="T4" fmla="*/ 2147483646 w 236"/>
                <a:gd name="T5" fmla="*/ 2147483646 h 230"/>
                <a:gd name="T6" fmla="*/ 2147483646 w 236"/>
                <a:gd name="T7" fmla="*/ 2147483646 h 230"/>
                <a:gd name="T8" fmla="*/ 2147483646 w 236"/>
                <a:gd name="T9" fmla="*/ 2147483646 h 230"/>
                <a:gd name="T10" fmla="*/ 0 w 236"/>
                <a:gd name="T11" fmla="*/ 2147483646 h 230"/>
                <a:gd name="T12" fmla="*/ 2147483646 w 236"/>
                <a:gd name="T13" fmla="*/ 2147483646 h 230"/>
                <a:gd name="T14" fmla="*/ 2147483646 w 236"/>
                <a:gd name="T15" fmla="*/ 2147483646 h 230"/>
                <a:gd name="T16" fmla="*/ 2147483646 w 236"/>
                <a:gd name="T17" fmla="*/ 2147483646 h 230"/>
                <a:gd name="T18" fmla="*/ 2147483646 w 236"/>
                <a:gd name="T19" fmla="*/ 2147483646 h 230"/>
                <a:gd name="T20" fmla="*/ 2147483646 w 236"/>
                <a:gd name="T21" fmla="*/ 2147483646 h 230"/>
                <a:gd name="T22" fmla="*/ 2147483646 w 236"/>
                <a:gd name="T23" fmla="*/ 2147483646 h 230"/>
                <a:gd name="T24" fmla="*/ 2147483646 w 236"/>
                <a:gd name="T25" fmla="*/ 2147483646 h 230"/>
                <a:gd name="T26" fmla="*/ 2147483646 w 236"/>
                <a:gd name="T27" fmla="*/ 2147483646 h 230"/>
                <a:gd name="T28" fmla="*/ 2147483646 w 236"/>
                <a:gd name="T29" fmla="*/ 2147483646 h 230"/>
                <a:gd name="T30" fmla="*/ 2147483646 w 236"/>
                <a:gd name="T31" fmla="*/ 2147483646 h 230"/>
                <a:gd name="T32" fmla="*/ 2147483646 w 236"/>
                <a:gd name="T33" fmla="*/ 2147483646 h 230"/>
                <a:gd name="T34" fmla="*/ 2147483646 w 236"/>
                <a:gd name="T35" fmla="*/ 2147483646 h 230"/>
                <a:gd name="T36" fmla="*/ 2147483646 w 236"/>
                <a:gd name="T37" fmla="*/ 2147483646 h 230"/>
                <a:gd name="T38" fmla="*/ 2147483646 w 236"/>
                <a:gd name="T39" fmla="*/ 2147483646 h 230"/>
                <a:gd name="T40" fmla="*/ 2147483646 w 236"/>
                <a:gd name="T41" fmla="*/ 2147483646 h 230"/>
                <a:gd name="T42" fmla="*/ 2147483646 w 236"/>
                <a:gd name="T43" fmla="*/ 2147483646 h 230"/>
                <a:gd name="T44" fmla="*/ 2147483646 w 236"/>
                <a:gd name="T45" fmla="*/ 2147483646 h 230"/>
                <a:gd name="T46" fmla="*/ 2147483646 w 236"/>
                <a:gd name="T47" fmla="*/ 2147483646 h 230"/>
                <a:gd name="T48" fmla="*/ 2147483646 w 236"/>
                <a:gd name="T49" fmla="*/ 2147483646 h 230"/>
                <a:gd name="T50" fmla="*/ 2147483646 w 236"/>
                <a:gd name="T51" fmla="*/ 2147483646 h 230"/>
                <a:gd name="T52" fmla="*/ 2147483646 w 236"/>
                <a:gd name="T53" fmla="*/ 2147483646 h 230"/>
                <a:gd name="T54" fmla="*/ 2147483646 w 236"/>
                <a:gd name="T55" fmla="*/ 2147483646 h 230"/>
                <a:gd name="T56" fmla="*/ 2147483646 w 236"/>
                <a:gd name="T57" fmla="*/ 2147483646 h 230"/>
                <a:gd name="T58" fmla="*/ 2147483646 w 236"/>
                <a:gd name="T59" fmla="*/ 2147483646 h 230"/>
                <a:gd name="T60" fmla="*/ 2147483646 w 236"/>
                <a:gd name="T61" fmla="*/ 2147483646 h 230"/>
                <a:gd name="T62" fmla="*/ 2147483646 w 236"/>
                <a:gd name="T63" fmla="*/ 2147483646 h 230"/>
                <a:gd name="T64" fmla="*/ 2147483646 w 236"/>
                <a:gd name="T65" fmla="*/ 2147483646 h 230"/>
                <a:gd name="T66" fmla="*/ 2147483646 w 236"/>
                <a:gd name="T67" fmla="*/ 2147483646 h 230"/>
                <a:gd name="T68" fmla="*/ 2147483646 w 236"/>
                <a:gd name="T69" fmla="*/ 2147483646 h 230"/>
                <a:gd name="T70" fmla="*/ 2147483646 w 236"/>
                <a:gd name="T71" fmla="*/ 2147483646 h 230"/>
                <a:gd name="T72" fmla="*/ 2147483646 w 236"/>
                <a:gd name="T73" fmla="*/ 2147483646 h 230"/>
                <a:gd name="T74" fmla="*/ 2147483646 w 236"/>
                <a:gd name="T75" fmla="*/ 2147483646 h 230"/>
                <a:gd name="T76" fmla="*/ 2147483646 w 236"/>
                <a:gd name="T77" fmla="*/ 2147483646 h 23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36"/>
                <a:gd name="T118" fmla="*/ 0 h 230"/>
                <a:gd name="T119" fmla="*/ 236 w 236"/>
                <a:gd name="T120" fmla="*/ 230 h 23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36" h="230">
                  <a:moveTo>
                    <a:pt x="199" y="84"/>
                  </a:moveTo>
                  <a:cubicBezTo>
                    <a:pt x="213" y="77"/>
                    <a:pt x="222" y="62"/>
                    <a:pt x="222" y="45"/>
                  </a:cubicBezTo>
                  <a:cubicBezTo>
                    <a:pt x="222" y="20"/>
                    <a:pt x="202" y="0"/>
                    <a:pt x="177" y="0"/>
                  </a:cubicBezTo>
                  <a:cubicBezTo>
                    <a:pt x="165" y="0"/>
                    <a:pt x="152" y="6"/>
                    <a:pt x="144" y="15"/>
                  </a:cubicBezTo>
                  <a:cubicBezTo>
                    <a:pt x="143" y="16"/>
                    <a:pt x="143" y="17"/>
                    <a:pt x="143" y="18"/>
                  </a:cubicBezTo>
                  <a:cubicBezTo>
                    <a:pt x="136" y="13"/>
                    <a:pt x="127" y="10"/>
                    <a:pt x="118" y="10"/>
                  </a:cubicBezTo>
                  <a:cubicBezTo>
                    <a:pt x="109" y="10"/>
                    <a:pt x="100" y="13"/>
                    <a:pt x="93" y="18"/>
                  </a:cubicBezTo>
                  <a:cubicBezTo>
                    <a:pt x="93" y="17"/>
                    <a:pt x="93" y="16"/>
                    <a:pt x="92" y="15"/>
                  </a:cubicBezTo>
                  <a:cubicBezTo>
                    <a:pt x="83" y="6"/>
                    <a:pt x="71" y="0"/>
                    <a:pt x="59" y="0"/>
                  </a:cubicBezTo>
                  <a:cubicBezTo>
                    <a:pt x="34" y="0"/>
                    <a:pt x="14" y="20"/>
                    <a:pt x="14" y="45"/>
                  </a:cubicBezTo>
                  <a:cubicBezTo>
                    <a:pt x="14" y="62"/>
                    <a:pt x="23" y="77"/>
                    <a:pt x="37" y="84"/>
                  </a:cubicBezTo>
                  <a:cubicBezTo>
                    <a:pt x="15" y="93"/>
                    <a:pt x="0" y="114"/>
                    <a:pt x="0" y="139"/>
                  </a:cubicBezTo>
                  <a:cubicBezTo>
                    <a:pt x="0" y="206"/>
                    <a:pt x="0" y="206"/>
                    <a:pt x="0" y="206"/>
                  </a:cubicBezTo>
                  <a:cubicBezTo>
                    <a:pt x="0" y="216"/>
                    <a:pt x="8" y="223"/>
                    <a:pt x="17" y="223"/>
                  </a:cubicBezTo>
                  <a:cubicBezTo>
                    <a:pt x="64" y="223"/>
                    <a:pt x="64" y="223"/>
                    <a:pt x="64" y="223"/>
                  </a:cubicBezTo>
                  <a:cubicBezTo>
                    <a:pt x="91" y="223"/>
                    <a:pt x="91" y="223"/>
                    <a:pt x="91" y="223"/>
                  </a:cubicBezTo>
                  <a:cubicBezTo>
                    <a:pt x="93" y="227"/>
                    <a:pt x="97" y="230"/>
                    <a:pt x="101" y="230"/>
                  </a:cubicBezTo>
                  <a:cubicBezTo>
                    <a:pt x="107" y="230"/>
                    <a:pt x="112" y="225"/>
                    <a:pt x="112" y="218"/>
                  </a:cubicBezTo>
                  <a:cubicBezTo>
                    <a:pt x="112" y="212"/>
                    <a:pt x="107" y="207"/>
                    <a:pt x="101" y="207"/>
                  </a:cubicBezTo>
                  <a:cubicBezTo>
                    <a:pt x="97" y="207"/>
                    <a:pt x="93" y="210"/>
                    <a:pt x="91" y="214"/>
                  </a:cubicBezTo>
                  <a:cubicBezTo>
                    <a:pt x="69" y="214"/>
                    <a:pt x="69" y="214"/>
                    <a:pt x="69" y="214"/>
                  </a:cubicBezTo>
                  <a:cubicBezTo>
                    <a:pt x="69" y="139"/>
                    <a:pt x="69" y="139"/>
                    <a:pt x="69" y="139"/>
                  </a:cubicBezTo>
                  <a:cubicBezTo>
                    <a:pt x="69" y="119"/>
                    <a:pt x="81" y="101"/>
                    <a:pt x="99" y="94"/>
                  </a:cubicBezTo>
                  <a:cubicBezTo>
                    <a:pt x="101" y="93"/>
                    <a:pt x="102" y="91"/>
                    <a:pt x="102" y="90"/>
                  </a:cubicBezTo>
                  <a:cubicBezTo>
                    <a:pt x="102" y="88"/>
                    <a:pt x="102" y="86"/>
                    <a:pt x="100" y="85"/>
                  </a:cubicBezTo>
                  <a:cubicBezTo>
                    <a:pt x="89" y="79"/>
                    <a:pt x="83" y="67"/>
                    <a:pt x="83" y="55"/>
                  </a:cubicBezTo>
                  <a:cubicBezTo>
                    <a:pt x="83" y="36"/>
                    <a:pt x="99" y="20"/>
                    <a:pt x="118" y="20"/>
                  </a:cubicBezTo>
                  <a:cubicBezTo>
                    <a:pt x="137" y="20"/>
                    <a:pt x="153" y="36"/>
                    <a:pt x="153" y="55"/>
                  </a:cubicBezTo>
                  <a:cubicBezTo>
                    <a:pt x="153" y="67"/>
                    <a:pt x="147" y="79"/>
                    <a:pt x="136" y="85"/>
                  </a:cubicBezTo>
                  <a:cubicBezTo>
                    <a:pt x="134" y="86"/>
                    <a:pt x="133" y="88"/>
                    <a:pt x="133" y="90"/>
                  </a:cubicBezTo>
                  <a:cubicBezTo>
                    <a:pt x="134" y="91"/>
                    <a:pt x="135" y="93"/>
                    <a:pt x="137" y="94"/>
                  </a:cubicBezTo>
                  <a:cubicBezTo>
                    <a:pt x="155" y="101"/>
                    <a:pt x="167" y="119"/>
                    <a:pt x="167" y="139"/>
                  </a:cubicBezTo>
                  <a:cubicBezTo>
                    <a:pt x="167" y="139"/>
                    <a:pt x="167" y="139"/>
                    <a:pt x="167" y="139"/>
                  </a:cubicBezTo>
                  <a:cubicBezTo>
                    <a:pt x="167" y="214"/>
                    <a:pt x="167" y="214"/>
                    <a:pt x="167" y="214"/>
                  </a:cubicBezTo>
                  <a:cubicBezTo>
                    <a:pt x="144" y="214"/>
                    <a:pt x="144" y="214"/>
                    <a:pt x="144" y="214"/>
                  </a:cubicBezTo>
                  <a:cubicBezTo>
                    <a:pt x="143" y="210"/>
                    <a:pt x="139" y="207"/>
                    <a:pt x="135" y="207"/>
                  </a:cubicBezTo>
                  <a:cubicBezTo>
                    <a:pt x="129" y="207"/>
                    <a:pt x="124" y="212"/>
                    <a:pt x="124" y="218"/>
                  </a:cubicBezTo>
                  <a:cubicBezTo>
                    <a:pt x="124" y="225"/>
                    <a:pt x="129" y="230"/>
                    <a:pt x="135" y="230"/>
                  </a:cubicBezTo>
                  <a:cubicBezTo>
                    <a:pt x="139" y="230"/>
                    <a:pt x="143" y="227"/>
                    <a:pt x="144" y="223"/>
                  </a:cubicBezTo>
                  <a:cubicBezTo>
                    <a:pt x="172" y="223"/>
                    <a:pt x="172" y="223"/>
                    <a:pt x="172" y="223"/>
                  </a:cubicBezTo>
                  <a:cubicBezTo>
                    <a:pt x="172" y="223"/>
                    <a:pt x="172" y="223"/>
                    <a:pt x="172" y="223"/>
                  </a:cubicBezTo>
                  <a:cubicBezTo>
                    <a:pt x="172" y="223"/>
                    <a:pt x="172" y="223"/>
                    <a:pt x="172" y="223"/>
                  </a:cubicBezTo>
                  <a:cubicBezTo>
                    <a:pt x="219" y="223"/>
                    <a:pt x="219" y="223"/>
                    <a:pt x="219" y="223"/>
                  </a:cubicBezTo>
                  <a:cubicBezTo>
                    <a:pt x="228" y="223"/>
                    <a:pt x="236" y="216"/>
                    <a:pt x="236" y="206"/>
                  </a:cubicBezTo>
                  <a:cubicBezTo>
                    <a:pt x="236" y="139"/>
                    <a:pt x="236" y="139"/>
                    <a:pt x="236" y="139"/>
                  </a:cubicBezTo>
                  <a:cubicBezTo>
                    <a:pt x="236" y="114"/>
                    <a:pt x="221" y="93"/>
                    <a:pt x="199" y="84"/>
                  </a:cubicBezTo>
                  <a:close/>
                  <a:moveTo>
                    <a:pt x="73" y="55"/>
                  </a:moveTo>
                  <a:cubicBezTo>
                    <a:pt x="73" y="68"/>
                    <a:pt x="79" y="80"/>
                    <a:pt x="88" y="88"/>
                  </a:cubicBezTo>
                  <a:cubicBezTo>
                    <a:pt x="70" y="99"/>
                    <a:pt x="59" y="118"/>
                    <a:pt x="59" y="139"/>
                  </a:cubicBezTo>
                  <a:cubicBezTo>
                    <a:pt x="59" y="139"/>
                    <a:pt x="59" y="139"/>
                    <a:pt x="59" y="139"/>
                  </a:cubicBezTo>
                  <a:cubicBezTo>
                    <a:pt x="59" y="214"/>
                    <a:pt x="59" y="214"/>
                    <a:pt x="59" y="214"/>
                  </a:cubicBezTo>
                  <a:cubicBezTo>
                    <a:pt x="17" y="214"/>
                    <a:pt x="17" y="214"/>
                    <a:pt x="17" y="214"/>
                  </a:cubicBezTo>
                  <a:cubicBezTo>
                    <a:pt x="13" y="214"/>
                    <a:pt x="10" y="210"/>
                    <a:pt x="10" y="206"/>
                  </a:cubicBezTo>
                  <a:cubicBezTo>
                    <a:pt x="10" y="139"/>
                    <a:pt x="10" y="139"/>
                    <a:pt x="10" y="139"/>
                  </a:cubicBezTo>
                  <a:cubicBezTo>
                    <a:pt x="10" y="112"/>
                    <a:pt x="32" y="90"/>
                    <a:pt x="59" y="90"/>
                  </a:cubicBezTo>
                  <a:cubicBezTo>
                    <a:pt x="61" y="90"/>
                    <a:pt x="64" y="88"/>
                    <a:pt x="64" y="85"/>
                  </a:cubicBezTo>
                  <a:cubicBezTo>
                    <a:pt x="64" y="82"/>
                    <a:pt x="61" y="80"/>
                    <a:pt x="59" y="80"/>
                  </a:cubicBezTo>
                  <a:cubicBezTo>
                    <a:pt x="39" y="80"/>
                    <a:pt x="24" y="65"/>
                    <a:pt x="24" y="45"/>
                  </a:cubicBezTo>
                  <a:cubicBezTo>
                    <a:pt x="24" y="26"/>
                    <a:pt x="39" y="10"/>
                    <a:pt x="59" y="10"/>
                  </a:cubicBezTo>
                  <a:cubicBezTo>
                    <a:pt x="69" y="10"/>
                    <a:pt x="78" y="14"/>
                    <a:pt x="85" y="22"/>
                  </a:cubicBezTo>
                  <a:cubicBezTo>
                    <a:pt x="85" y="22"/>
                    <a:pt x="86" y="23"/>
                    <a:pt x="86" y="23"/>
                  </a:cubicBezTo>
                  <a:cubicBezTo>
                    <a:pt x="78" y="31"/>
                    <a:pt x="73" y="42"/>
                    <a:pt x="73" y="55"/>
                  </a:cubicBezTo>
                  <a:close/>
                  <a:moveTo>
                    <a:pt x="226" y="206"/>
                  </a:moveTo>
                  <a:cubicBezTo>
                    <a:pt x="226" y="210"/>
                    <a:pt x="223" y="214"/>
                    <a:pt x="219" y="214"/>
                  </a:cubicBezTo>
                  <a:cubicBezTo>
                    <a:pt x="177" y="214"/>
                    <a:pt x="177" y="214"/>
                    <a:pt x="177" y="214"/>
                  </a:cubicBezTo>
                  <a:cubicBezTo>
                    <a:pt x="177" y="139"/>
                    <a:pt x="177" y="139"/>
                    <a:pt x="177" y="139"/>
                  </a:cubicBezTo>
                  <a:cubicBezTo>
                    <a:pt x="177" y="139"/>
                    <a:pt x="177" y="139"/>
                    <a:pt x="177" y="139"/>
                  </a:cubicBezTo>
                  <a:cubicBezTo>
                    <a:pt x="177" y="118"/>
                    <a:pt x="165" y="99"/>
                    <a:pt x="148" y="88"/>
                  </a:cubicBezTo>
                  <a:cubicBezTo>
                    <a:pt x="157" y="80"/>
                    <a:pt x="163" y="68"/>
                    <a:pt x="163" y="55"/>
                  </a:cubicBezTo>
                  <a:cubicBezTo>
                    <a:pt x="163" y="42"/>
                    <a:pt x="158" y="31"/>
                    <a:pt x="149" y="23"/>
                  </a:cubicBezTo>
                  <a:cubicBezTo>
                    <a:pt x="150" y="23"/>
                    <a:pt x="151" y="22"/>
                    <a:pt x="151" y="22"/>
                  </a:cubicBezTo>
                  <a:cubicBezTo>
                    <a:pt x="158" y="14"/>
                    <a:pt x="167" y="10"/>
                    <a:pt x="177" y="10"/>
                  </a:cubicBezTo>
                  <a:cubicBezTo>
                    <a:pt x="197" y="10"/>
                    <a:pt x="212" y="26"/>
                    <a:pt x="212" y="45"/>
                  </a:cubicBezTo>
                  <a:cubicBezTo>
                    <a:pt x="212" y="65"/>
                    <a:pt x="197" y="80"/>
                    <a:pt x="177" y="80"/>
                  </a:cubicBezTo>
                  <a:cubicBezTo>
                    <a:pt x="174" y="80"/>
                    <a:pt x="172" y="82"/>
                    <a:pt x="172" y="85"/>
                  </a:cubicBezTo>
                  <a:cubicBezTo>
                    <a:pt x="172" y="88"/>
                    <a:pt x="174" y="90"/>
                    <a:pt x="177" y="90"/>
                  </a:cubicBezTo>
                  <a:cubicBezTo>
                    <a:pt x="204" y="90"/>
                    <a:pt x="226" y="112"/>
                    <a:pt x="226" y="139"/>
                  </a:cubicBezTo>
                  <a:lnTo>
                    <a:pt x="226" y="206"/>
                  </a:lnTo>
                  <a:close/>
                </a:path>
              </a:pathLst>
            </a:custGeom>
            <a:grpFill/>
            <a:ln w="9525">
              <a:solidFill>
                <a:schemeClr val="bg2"/>
              </a:solidFill>
              <a:round/>
            </a:ln>
          </p:spPr>
          <p:txBody>
            <a:bodyPr lIns="121704" tIns="60852" rIns="121704" bIns="60852"/>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0" name="文本框 369"/>
            <p:cNvSpPr txBox="1"/>
            <p:nvPr/>
          </p:nvSpPr>
          <p:spPr>
            <a:xfrm>
              <a:off x="8993342" y="1993818"/>
              <a:ext cx="1877437" cy="276999"/>
            </a:xfrm>
            <a:prstGeom prst="rect">
              <a:avLst/>
            </a:prstGeom>
            <a:grpFill/>
            <a:ln>
              <a:solidFill>
                <a:schemeClr val="bg2"/>
              </a:solidFill>
            </a:ln>
          </p:spPr>
          <p:txBody>
            <a:bodyPr wrap="none"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“物物”、“人物”相连</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71" name="文本框 370"/>
            <p:cNvSpPr txBox="1"/>
            <p:nvPr/>
          </p:nvSpPr>
          <p:spPr>
            <a:xfrm>
              <a:off x="6705591" y="2632031"/>
              <a:ext cx="1397690" cy="276999"/>
            </a:xfrm>
            <a:prstGeom prst="rect">
              <a:avLst/>
            </a:prstGeom>
            <a:grpFill/>
            <a:ln>
              <a:solidFill>
                <a:schemeClr val="bg2"/>
              </a:solidFill>
            </a:ln>
          </p:spPr>
          <p:txBody>
            <a:bodyPr wrap="none" rtlCol="0">
              <a:spAutoFit/>
            </a:bodyPr>
            <a:lstStyle/>
            <a:p>
              <a:r>
                <a:rPr lang="en-US" altLang="zh-CN" sz="1200" dirty="0">
                  <a:solidFill>
                    <a:schemeClr val="bg1"/>
                  </a:solidFill>
                  <a:latin typeface="微软雅黑" panose="020B0503020204020204" pitchFamily="34" charset="-122"/>
                  <a:ea typeface="微软雅黑" panose="020B0503020204020204" pitchFamily="34" charset="-122"/>
                </a:rPr>
                <a:t>Human Network</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nvGrpSpPr>
            <p:cNvPr id="372" name="组合 374"/>
            <p:cNvGrpSpPr/>
            <p:nvPr/>
          </p:nvGrpSpPr>
          <p:grpSpPr bwMode="auto">
            <a:xfrm>
              <a:off x="6039059" y="2086811"/>
              <a:ext cx="862201" cy="558019"/>
              <a:chOff x="760413" y="2892426"/>
              <a:chExt cx="835025" cy="622300"/>
            </a:xfrm>
            <a:grpFill/>
          </p:grpSpPr>
          <p:sp>
            <p:nvSpPr>
              <p:cNvPr id="373" name="Freeform 21"/>
              <p:cNvSpPr>
                <a:spLocks noEditPoints="1"/>
              </p:cNvSpPr>
              <p:nvPr/>
            </p:nvSpPr>
            <p:spPr bwMode="auto">
              <a:xfrm>
                <a:off x="1365250" y="2924176"/>
                <a:ext cx="230188" cy="558800"/>
              </a:xfrm>
              <a:custGeom>
                <a:avLst/>
                <a:gdLst>
                  <a:gd name="T0" fmla="*/ 2147483646 w 489"/>
                  <a:gd name="T1" fmla="*/ 2147483646 h 1185"/>
                  <a:gd name="T2" fmla="*/ 2147483646 w 489"/>
                  <a:gd name="T3" fmla="*/ 2147483646 h 1185"/>
                  <a:gd name="T4" fmla="*/ 2147483646 w 489"/>
                  <a:gd name="T5" fmla="*/ 2147483646 h 1185"/>
                  <a:gd name="T6" fmla="*/ 2147483646 w 489"/>
                  <a:gd name="T7" fmla="*/ 2147483646 h 1185"/>
                  <a:gd name="T8" fmla="*/ 2147483646 w 489"/>
                  <a:gd name="T9" fmla="*/ 2147483646 h 1185"/>
                  <a:gd name="T10" fmla="*/ 2147483646 w 489"/>
                  <a:gd name="T11" fmla="*/ 2147483646 h 1185"/>
                  <a:gd name="T12" fmla="*/ 2147483646 w 489"/>
                  <a:gd name="T13" fmla="*/ 2147483646 h 1185"/>
                  <a:gd name="T14" fmla="*/ 2147483646 w 489"/>
                  <a:gd name="T15" fmla="*/ 2147483646 h 1185"/>
                  <a:gd name="T16" fmla="*/ 2147483646 w 489"/>
                  <a:gd name="T17" fmla="*/ 2147483646 h 1185"/>
                  <a:gd name="T18" fmla="*/ 0 w 489"/>
                  <a:gd name="T19" fmla="*/ 2147483646 h 1185"/>
                  <a:gd name="T20" fmla="*/ 0 w 489"/>
                  <a:gd name="T21" fmla="*/ 2147483646 h 1185"/>
                  <a:gd name="T22" fmla="*/ 2147483646 w 489"/>
                  <a:gd name="T23" fmla="*/ 0 h 1185"/>
                  <a:gd name="T24" fmla="*/ 2147483646 w 489"/>
                  <a:gd name="T25" fmla="*/ 0 h 1185"/>
                  <a:gd name="T26" fmla="*/ 2147483646 w 489"/>
                  <a:gd name="T27" fmla="*/ 2147483646 h 1185"/>
                  <a:gd name="T28" fmla="*/ 2147483646 w 489"/>
                  <a:gd name="T29" fmla="*/ 2147483646 h 1185"/>
                  <a:gd name="T30" fmla="*/ 2147483646 w 489"/>
                  <a:gd name="T31" fmla="*/ 2147483646 h 118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89"/>
                  <a:gd name="T49" fmla="*/ 0 h 1185"/>
                  <a:gd name="T50" fmla="*/ 489 w 489"/>
                  <a:gd name="T51" fmla="*/ 1185 h 118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89" h="1185">
                    <a:moveTo>
                      <a:pt x="67" y="1118"/>
                    </a:moveTo>
                    <a:lnTo>
                      <a:pt x="67" y="1118"/>
                    </a:lnTo>
                    <a:lnTo>
                      <a:pt x="422" y="1118"/>
                    </a:lnTo>
                    <a:lnTo>
                      <a:pt x="422" y="67"/>
                    </a:lnTo>
                    <a:lnTo>
                      <a:pt x="67" y="67"/>
                    </a:lnTo>
                    <a:lnTo>
                      <a:pt x="67" y="1118"/>
                    </a:lnTo>
                    <a:close/>
                    <a:moveTo>
                      <a:pt x="455" y="1185"/>
                    </a:moveTo>
                    <a:lnTo>
                      <a:pt x="455" y="1185"/>
                    </a:lnTo>
                    <a:lnTo>
                      <a:pt x="33" y="1185"/>
                    </a:lnTo>
                    <a:cubicBezTo>
                      <a:pt x="15" y="1185"/>
                      <a:pt x="0" y="1170"/>
                      <a:pt x="0" y="1152"/>
                    </a:cubicBezTo>
                    <a:lnTo>
                      <a:pt x="0" y="34"/>
                    </a:lnTo>
                    <a:cubicBezTo>
                      <a:pt x="0" y="15"/>
                      <a:pt x="15" y="0"/>
                      <a:pt x="33" y="0"/>
                    </a:cubicBezTo>
                    <a:lnTo>
                      <a:pt x="455" y="0"/>
                    </a:lnTo>
                    <a:cubicBezTo>
                      <a:pt x="474" y="0"/>
                      <a:pt x="489" y="15"/>
                      <a:pt x="489" y="34"/>
                    </a:cubicBezTo>
                    <a:lnTo>
                      <a:pt x="489" y="1152"/>
                    </a:lnTo>
                    <a:cubicBezTo>
                      <a:pt x="489" y="1170"/>
                      <a:pt x="474" y="1185"/>
                      <a:pt x="455" y="1185"/>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4" name="Freeform 22"/>
              <p:cNvSpPr>
                <a:spLocks noEditPoints="1"/>
              </p:cNvSpPr>
              <p:nvPr/>
            </p:nvSpPr>
            <p:spPr bwMode="auto">
              <a:xfrm>
                <a:off x="1414463" y="2984501"/>
                <a:ext cx="131763" cy="71438"/>
              </a:xfrm>
              <a:custGeom>
                <a:avLst/>
                <a:gdLst>
                  <a:gd name="T0" fmla="*/ 2147483646 w 283"/>
                  <a:gd name="T1" fmla="*/ 2147483646 h 149"/>
                  <a:gd name="T2" fmla="*/ 2147483646 w 283"/>
                  <a:gd name="T3" fmla="*/ 2147483646 h 149"/>
                  <a:gd name="T4" fmla="*/ 2147483646 w 283"/>
                  <a:gd name="T5" fmla="*/ 2147483646 h 149"/>
                  <a:gd name="T6" fmla="*/ 2147483646 w 283"/>
                  <a:gd name="T7" fmla="*/ 2147483646 h 149"/>
                  <a:gd name="T8" fmla="*/ 2147483646 w 283"/>
                  <a:gd name="T9" fmla="*/ 2147483646 h 149"/>
                  <a:gd name="T10" fmla="*/ 2147483646 w 283"/>
                  <a:gd name="T11" fmla="*/ 2147483646 h 149"/>
                  <a:gd name="T12" fmla="*/ 2147483646 w 283"/>
                  <a:gd name="T13" fmla="*/ 2147483646 h 149"/>
                  <a:gd name="T14" fmla="*/ 2147483646 w 283"/>
                  <a:gd name="T15" fmla="*/ 2147483646 h 149"/>
                  <a:gd name="T16" fmla="*/ 2147483646 w 283"/>
                  <a:gd name="T17" fmla="*/ 2147483646 h 149"/>
                  <a:gd name="T18" fmla="*/ 2147483646 w 283"/>
                  <a:gd name="T19" fmla="*/ 2147483646 h 149"/>
                  <a:gd name="T20" fmla="*/ 2147483646 w 283"/>
                  <a:gd name="T21" fmla="*/ 2147483646 h 149"/>
                  <a:gd name="T22" fmla="*/ 2147483646 w 283"/>
                  <a:gd name="T23" fmla="*/ 2147483646 h 149"/>
                  <a:gd name="T24" fmla="*/ 2147483646 w 283"/>
                  <a:gd name="T25" fmla="*/ 2147483646 h 149"/>
                  <a:gd name="T26" fmla="*/ 0 w 283"/>
                  <a:gd name="T27" fmla="*/ 2147483646 h 149"/>
                  <a:gd name="T28" fmla="*/ 0 w 283"/>
                  <a:gd name="T29" fmla="*/ 2147483646 h 149"/>
                  <a:gd name="T30" fmla="*/ 2147483646 w 283"/>
                  <a:gd name="T31" fmla="*/ 0 h 149"/>
                  <a:gd name="T32" fmla="*/ 2147483646 w 283"/>
                  <a:gd name="T33" fmla="*/ 0 h 149"/>
                  <a:gd name="T34" fmla="*/ 2147483646 w 283"/>
                  <a:gd name="T35" fmla="*/ 2147483646 h 149"/>
                  <a:gd name="T36" fmla="*/ 2147483646 w 283"/>
                  <a:gd name="T37" fmla="*/ 2147483646 h 149"/>
                  <a:gd name="T38" fmla="*/ 2147483646 w 283"/>
                  <a:gd name="T39" fmla="*/ 2147483646 h 1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83"/>
                  <a:gd name="T61" fmla="*/ 0 h 149"/>
                  <a:gd name="T62" fmla="*/ 283 w 283"/>
                  <a:gd name="T63" fmla="*/ 149 h 14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83" h="149">
                    <a:moveTo>
                      <a:pt x="253" y="27"/>
                    </a:moveTo>
                    <a:lnTo>
                      <a:pt x="253" y="27"/>
                    </a:lnTo>
                    <a:lnTo>
                      <a:pt x="29" y="27"/>
                    </a:lnTo>
                    <a:cubicBezTo>
                      <a:pt x="29" y="27"/>
                      <a:pt x="26" y="30"/>
                      <a:pt x="26" y="35"/>
                    </a:cubicBezTo>
                    <a:lnTo>
                      <a:pt x="26" y="114"/>
                    </a:lnTo>
                    <a:cubicBezTo>
                      <a:pt x="26" y="119"/>
                      <a:pt x="29" y="122"/>
                      <a:pt x="30" y="123"/>
                    </a:cubicBezTo>
                    <a:lnTo>
                      <a:pt x="253" y="123"/>
                    </a:lnTo>
                    <a:cubicBezTo>
                      <a:pt x="254" y="122"/>
                      <a:pt x="256" y="119"/>
                      <a:pt x="256" y="114"/>
                    </a:cubicBezTo>
                    <a:lnTo>
                      <a:pt x="256" y="35"/>
                    </a:lnTo>
                    <a:cubicBezTo>
                      <a:pt x="256" y="30"/>
                      <a:pt x="254" y="27"/>
                      <a:pt x="253" y="27"/>
                    </a:cubicBezTo>
                    <a:close/>
                    <a:moveTo>
                      <a:pt x="253" y="149"/>
                    </a:moveTo>
                    <a:lnTo>
                      <a:pt x="253" y="149"/>
                    </a:lnTo>
                    <a:lnTo>
                      <a:pt x="29" y="149"/>
                    </a:lnTo>
                    <a:cubicBezTo>
                      <a:pt x="13" y="149"/>
                      <a:pt x="0" y="134"/>
                      <a:pt x="0" y="114"/>
                    </a:cubicBezTo>
                    <a:lnTo>
                      <a:pt x="0" y="35"/>
                    </a:lnTo>
                    <a:cubicBezTo>
                      <a:pt x="0" y="16"/>
                      <a:pt x="13" y="0"/>
                      <a:pt x="29" y="0"/>
                    </a:cubicBezTo>
                    <a:lnTo>
                      <a:pt x="253" y="0"/>
                    </a:lnTo>
                    <a:cubicBezTo>
                      <a:pt x="270" y="0"/>
                      <a:pt x="283" y="16"/>
                      <a:pt x="283" y="35"/>
                    </a:cubicBezTo>
                    <a:lnTo>
                      <a:pt x="283" y="114"/>
                    </a:lnTo>
                    <a:cubicBezTo>
                      <a:pt x="283" y="134"/>
                      <a:pt x="270" y="149"/>
                      <a:pt x="253" y="14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5" name="Freeform 23"/>
              <p:cNvSpPr>
                <a:spLocks noEditPoints="1"/>
              </p:cNvSpPr>
              <p:nvPr/>
            </p:nvSpPr>
            <p:spPr bwMode="auto">
              <a:xfrm>
                <a:off x="1414463" y="3106738"/>
                <a:ext cx="131763" cy="69850"/>
              </a:xfrm>
              <a:custGeom>
                <a:avLst/>
                <a:gdLst>
                  <a:gd name="T0" fmla="*/ 2147483646 w 283"/>
                  <a:gd name="T1" fmla="*/ 2147483646 h 149"/>
                  <a:gd name="T2" fmla="*/ 2147483646 w 283"/>
                  <a:gd name="T3" fmla="*/ 2147483646 h 149"/>
                  <a:gd name="T4" fmla="*/ 2147483646 w 283"/>
                  <a:gd name="T5" fmla="*/ 2147483646 h 149"/>
                  <a:gd name="T6" fmla="*/ 2147483646 w 283"/>
                  <a:gd name="T7" fmla="*/ 2147483646 h 149"/>
                  <a:gd name="T8" fmla="*/ 2147483646 w 283"/>
                  <a:gd name="T9" fmla="*/ 2147483646 h 149"/>
                  <a:gd name="T10" fmla="*/ 2147483646 w 283"/>
                  <a:gd name="T11" fmla="*/ 2147483646 h 149"/>
                  <a:gd name="T12" fmla="*/ 2147483646 w 283"/>
                  <a:gd name="T13" fmla="*/ 2147483646 h 149"/>
                  <a:gd name="T14" fmla="*/ 2147483646 w 283"/>
                  <a:gd name="T15" fmla="*/ 2147483646 h 149"/>
                  <a:gd name="T16" fmla="*/ 2147483646 w 283"/>
                  <a:gd name="T17" fmla="*/ 2147483646 h 149"/>
                  <a:gd name="T18" fmla="*/ 2147483646 w 283"/>
                  <a:gd name="T19" fmla="*/ 2147483646 h 149"/>
                  <a:gd name="T20" fmla="*/ 2147483646 w 283"/>
                  <a:gd name="T21" fmla="*/ 2147483646 h 149"/>
                  <a:gd name="T22" fmla="*/ 2147483646 w 283"/>
                  <a:gd name="T23" fmla="*/ 2147483646 h 149"/>
                  <a:gd name="T24" fmla="*/ 2147483646 w 283"/>
                  <a:gd name="T25" fmla="*/ 2147483646 h 149"/>
                  <a:gd name="T26" fmla="*/ 0 w 283"/>
                  <a:gd name="T27" fmla="*/ 2147483646 h 149"/>
                  <a:gd name="T28" fmla="*/ 0 w 283"/>
                  <a:gd name="T29" fmla="*/ 2147483646 h 149"/>
                  <a:gd name="T30" fmla="*/ 2147483646 w 283"/>
                  <a:gd name="T31" fmla="*/ 0 h 149"/>
                  <a:gd name="T32" fmla="*/ 2147483646 w 283"/>
                  <a:gd name="T33" fmla="*/ 0 h 149"/>
                  <a:gd name="T34" fmla="*/ 2147483646 w 283"/>
                  <a:gd name="T35" fmla="*/ 2147483646 h 149"/>
                  <a:gd name="T36" fmla="*/ 2147483646 w 283"/>
                  <a:gd name="T37" fmla="*/ 2147483646 h 149"/>
                  <a:gd name="T38" fmla="*/ 2147483646 w 283"/>
                  <a:gd name="T39" fmla="*/ 2147483646 h 1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83"/>
                  <a:gd name="T61" fmla="*/ 0 h 149"/>
                  <a:gd name="T62" fmla="*/ 283 w 283"/>
                  <a:gd name="T63" fmla="*/ 149 h 14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83" h="149">
                    <a:moveTo>
                      <a:pt x="253" y="27"/>
                    </a:moveTo>
                    <a:lnTo>
                      <a:pt x="253" y="27"/>
                    </a:lnTo>
                    <a:lnTo>
                      <a:pt x="29" y="27"/>
                    </a:lnTo>
                    <a:cubicBezTo>
                      <a:pt x="29" y="27"/>
                      <a:pt x="26" y="30"/>
                      <a:pt x="26" y="35"/>
                    </a:cubicBezTo>
                    <a:lnTo>
                      <a:pt x="26" y="114"/>
                    </a:lnTo>
                    <a:cubicBezTo>
                      <a:pt x="26" y="119"/>
                      <a:pt x="29" y="122"/>
                      <a:pt x="30" y="123"/>
                    </a:cubicBezTo>
                    <a:lnTo>
                      <a:pt x="253" y="123"/>
                    </a:lnTo>
                    <a:cubicBezTo>
                      <a:pt x="254" y="122"/>
                      <a:pt x="256" y="119"/>
                      <a:pt x="256" y="114"/>
                    </a:cubicBezTo>
                    <a:lnTo>
                      <a:pt x="256" y="35"/>
                    </a:lnTo>
                    <a:cubicBezTo>
                      <a:pt x="256" y="30"/>
                      <a:pt x="254" y="27"/>
                      <a:pt x="253" y="27"/>
                    </a:cubicBezTo>
                    <a:close/>
                    <a:moveTo>
                      <a:pt x="253" y="149"/>
                    </a:moveTo>
                    <a:lnTo>
                      <a:pt x="253" y="149"/>
                    </a:lnTo>
                    <a:lnTo>
                      <a:pt x="29" y="149"/>
                    </a:lnTo>
                    <a:cubicBezTo>
                      <a:pt x="13" y="149"/>
                      <a:pt x="0" y="134"/>
                      <a:pt x="0" y="114"/>
                    </a:cubicBezTo>
                    <a:lnTo>
                      <a:pt x="0" y="35"/>
                    </a:lnTo>
                    <a:cubicBezTo>
                      <a:pt x="0" y="16"/>
                      <a:pt x="13" y="0"/>
                      <a:pt x="29" y="0"/>
                    </a:cubicBezTo>
                    <a:lnTo>
                      <a:pt x="253" y="0"/>
                    </a:lnTo>
                    <a:cubicBezTo>
                      <a:pt x="270" y="0"/>
                      <a:pt x="283" y="16"/>
                      <a:pt x="283" y="35"/>
                    </a:cubicBezTo>
                    <a:lnTo>
                      <a:pt x="283" y="114"/>
                    </a:lnTo>
                    <a:cubicBezTo>
                      <a:pt x="283" y="134"/>
                      <a:pt x="270" y="149"/>
                      <a:pt x="253" y="14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6" name="Freeform 24"/>
              <p:cNvSpPr>
                <a:spLocks noEditPoints="1"/>
              </p:cNvSpPr>
              <p:nvPr/>
            </p:nvSpPr>
            <p:spPr bwMode="auto">
              <a:xfrm>
                <a:off x="1414463" y="3221038"/>
                <a:ext cx="131763" cy="69850"/>
              </a:xfrm>
              <a:custGeom>
                <a:avLst/>
                <a:gdLst>
                  <a:gd name="T0" fmla="*/ 2147483646 w 283"/>
                  <a:gd name="T1" fmla="*/ 2147483646 h 149"/>
                  <a:gd name="T2" fmla="*/ 2147483646 w 283"/>
                  <a:gd name="T3" fmla="*/ 2147483646 h 149"/>
                  <a:gd name="T4" fmla="*/ 2147483646 w 283"/>
                  <a:gd name="T5" fmla="*/ 2147483646 h 149"/>
                  <a:gd name="T6" fmla="*/ 2147483646 w 283"/>
                  <a:gd name="T7" fmla="*/ 2147483646 h 149"/>
                  <a:gd name="T8" fmla="*/ 2147483646 w 283"/>
                  <a:gd name="T9" fmla="*/ 2147483646 h 149"/>
                  <a:gd name="T10" fmla="*/ 2147483646 w 283"/>
                  <a:gd name="T11" fmla="*/ 2147483646 h 149"/>
                  <a:gd name="T12" fmla="*/ 2147483646 w 283"/>
                  <a:gd name="T13" fmla="*/ 2147483646 h 149"/>
                  <a:gd name="T14" fmla="*/ 2147483646 w 283"/>
                  <a:gd name="T15" fmla="*/ 2147483646 h 149"/>
                  <a:gd name="T16" fmla="*/ 2147483646 w 283"/>
                  <a:gd name="T17" fmla="*/ 2147483646 h 149"/>
                  <a:gd name="T18" fmla="*/ 2147483646 w 283"/>
                  <a:gd name="T19" fmla="*/ 2147483646 h 149"/>
                  <a:gd name="T20" fmla="*/ 2147483646 w 283"/>
                  <a:gd name="T21" fmla="*/ 2147483646 h 149"/>
                  <a:gd name="T22" fmla="*/ 2147483646 w 283"/>
                  <a:gd name="T23" fmla="*/ 2147483646 h 149"/>
                  <a:gd name="T24" fmla="*/ 2147483646 w 283"/>
                  <a:gd name="T25" fmla="*/ 2147483646 h 149"/>
                  <a:gd name="T26" fmla="*/ 0 w 283"/>
                  <a:gd name="T27" fmla="*/ 2147483646 h 149"/>
                  <a:gd name="T28" fmla="*/ 0 w 283"/>
                  <a:gd name="T29" fmla="*/ 2147483646 h 149"/>
                  <a:gd name="T30" fmla="*/ 2147483646 w 283"/>
                  <a:gd name="T31" fmla="*/ 0 h 149"/>
                  <a:gd name="T32" fmla="*/ 2147483646 w 283"/>
                  <a:gd name="T33" fmla="*/ 0 h 149"/>
                  <a:gd name="T34" fmla="*/ 2147483646 w 283"/>
                  <a:gd name="T35" fmla="*/ 2147483646 h 149"/>
                  <a:gd name="T36" fmla="*/ 2147483646 w 283"/>
                  <a:gd name="T37" fmla="*/ 2147483646 h 149"/>
                  <a:gd name="T38" fmla="*/ 2147483646 w 283"/>
                  <a:gd name="T39" fmla="*/ 2147483646 h 14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83"/>
                  <a:gd name="T61" fmla="*/ 0 h 149"/>
                  <a:gd name="T62" fmla="*/ 283 w 283"/>
                  <a:gd name="T63" fmla="*/ 149 h 14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83" h="149">
                    <a:moveTo>
                      <a:pt x="253" y="27"/>
                    </a:moveTo>
                    <a:lnTo>
                      <a:pt x="253" y="27"/>
                    </a:lnTo>
                    <a:lnTo>
                      <a:pt x="29" y="27"/>
                    </a:lnTo>
                    <a:cubicBezTo>
                      <a:pt x="29" y="27"/>
                      <a:pt x="26" y="30"/>
                      <a:pt x="26" y="35"/>
                    </a:cubicBezTo>
                    <a:lnTo>
                      <a:pt x="26" y="114"/>
                    </a:lnTo>
                    <a:cubicBezTo>
                      <a:pt x="26" y="119"/>
                      <a:pt x="29" y="122"/>
                      <a:pt x="30" y="123"/>
                    </a:cubicBezTo>
                    <a:lnTo>
                      <a:pt x="253" y="123"/>
                    </a:lnTo>
                    <a:cubicBezTo>
                      <a:pt x="254" y="122"/>
                      <a:pt x="256" y="119"/>
                      <a:pt x="256" y="114"/>
                    </a:cubicBezTo>
                    <a:lnTo>
                      <a:pt x="256" y="35"/>
                    </a:lnTo>
                    <a:cubicBezTo>
                      <a:pt x="256" y="30"/>
                      <a:pt x="254" y="27"/>
                      <a:pt x="253" y="27"/>
                    </a:cubicBezTo>
                    <a:close/>
                    <a:moveTo>
                      <a:pt x="253" y="149"/>
                    </a:moveTo>
                    <a:lnTo>
                      <a:pt x="253" y="149"/>
                    </a:lnTo>
                    <a:lnTo>
                      <a:pt x="29" y="149"/>
                    </a:lnTo>
                    <a:cubicBezTo>
                      <a:pt x="13" y="149"/>
                      <a:pt x="0" y="134"/>
                      <a:pt x="0" y="114"/>
                    </a:cubicBezTo>
                    <a:lnTo>
                      <a:pt x="0" y="35"/>
                    </a:lnTo>
                    <a:cubicBezTo>
                      <a:pt x="0" y="16"/>
                      <a:pt x="13" y="0"/>
                      <a:pt x="29" y="0"/>
                    </a:cubicBezTo>
                    <a:lnTo>
                      <a:pt x="253" y="0"/>
                    </a:lnTo>
                    <a:cubicBezTo>
                      <a:pt x="270" y="0"/>
                      <a:pt x="283" y="16"/>
                      <a:pt x="283" y="35"/>
                    </a:cubicBezTo>
                    <a:lnTo>
                      <a:pt x="283" y="114"/>
                    </a:lnTo>
                    <a:cubicBezTo>
                      <a:pt x="283" y="134"/>
                      <a:pt x="270" y="149"/>
                      <a:pt x="253" y="14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7" name="Freeform 25"/>
              <p:cNvSpPr/>
              <p:nvPr/>
            </p:nvSpPr>
            <p:spPr bwMode="auto">
              <a:xfrm>
                <a:off x="1389063" y="3081338"/>
                <a:ext cx="200025" cy="6350"/>
              </a:xfrm>
              <a:custGeom>
                <a:avLst/>
                <a:gdLst>
                  <a:gd name="T0" fmla="*/ 2147483646 w 422"/>
                  <a:gd name="T1" fmla="*/ 2147483646 h 14"/>
                  <a:gd name="T2" fmla="*/ 2147483646 w 422"/>
                  <a:gd name="T3" fmla="*/ 2147483646 h 14"/>
                  <a:gd name="T4" fmla="*/ 0 w 422"/>
                  <a:gd name="T5" fmla="*/ 2147483646 h 14"/>
                  <a:gd name="T6" fmla="*/ 0 w 422"/>
                  <a:gd name="T7" fmla="*/ 0 h 14"/>
                  <a:gd name="T8" fmla="*/ 2147483646 w 422"/>
                  <a:gd name="T9" fmla="*/ 0 h 14"/>
                  <a:gd name="T10" fmla="*/ 2147483646 w 422"/>
                  <a:gd name="T11" fmla="*/ 2147483646 h 14"/>
                  <a:gd name="T12" fmla="*/ 0 60000 65536"/>
                  <a:gd name="T13" fmla="*/ 0 60000 65536"/>
                  <a:gd name="T14" fmla="*/ 0 60000 65536"/>
                  <a:gd name="T15" fmla="*/ 0 60000 65536"/>
                  <a:gd name="T16" fmla="*/ 0 60000 65536"/>
                  <a:gd name="T17" fmla="*/ 0 60000 65536"/>
                  <a:gd name="T18" fmla="*/ 0 w 422"/>
                  <a:gd name="T19" fmla="*/ 0 h 14"/>
                  <a:gd name="T20" fmla="*/ 422 w 42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22" h="14">
                    <a:moveTo>
                      <a:pt x="422" y="14"/>
                    </a:moveTo>
                    <a:lnTo>
                      <a:pt x="422" y="14"/>
                    </a:lnTo>
                    <a:lnTo>
                      <a:pt x="0" y="14"/>
                    </a:lnTo>
                    <a:lnTo>
                      <a:pt x="0" y="0"/>
                    </a:lnTo>
                    <a:lnTo>
                      <a:pt x="422" y="0"/>
                    </a:lnTo>
                    <a:lnTo>
                      <a:pt x="422" y="1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8" name="Freeform 26"/>
              <p:cNvSpPr/>
              <p:nvPr/>
            </p:nvSpPr>
            <p:spPr bwMode="auto">
              <a:xfrm>
                <a:off x="1389063" y="3195638"/>
                <a:ext cx="200025" cy="6350"/>
              </a:xfrm>
              <a:custGeom>
                <a:avLst/>
                <a:gdLst>
                  <a:gd name="T0" fmla="*/ 2147483646 w 422"/>
                  <a:gd name="T1" fmla="*/ 2147483646 h 13"/>
                  <a:gd name="T2" fmla="*/ 2147483646 w 422"/>
                  <a:gd name="T3" fmla="*/ 2147483646 h 13"/>
                  <a:gd name="T4" fmla="*/ 0 w 422"/>
                  <a:gd name="T5" fmla="*/ 2147483646 h 13"/>
                  <a:gd name="T6" fmla="*/ 0 w 422"/>
                  <a:gd name="T7" fmla="*/ 0 h 13"/>
                  <a:gd name="T8" fmla="*/ 2147483646 w 422"/>
                  <a:gd name="T9" fmla="*/ 0 h 13"/>
                  <a:gd name="T10" fmla="*/ 2147483646 w 422"/>
                  <a:gd name="T11" fmla="*/ 2147483646 h 13"/>
                  <a:gd name="T12" fmla="*/ 0 60000 65536"/>
                  <a:gd name="T13" fmla="*/ 0 60000 65536"/>
                  <a:gd name="T14" fmla="*/ 0 60000 65536"/>
                  <a:gd name="T15" fmla="*/ 0 60000 65536"/>
                  <a:gd name="T16" fmla="*/ 0 60000 65536"/>
                  <a:gd name="T17" fmla="*/ 0 60000 65536"/>
                  <a:gd name="T18" fmla="*/ 0 w 422"/>
                  <a:gd name="T19" fmla="*/ 0 h 13"/>
                  <a:gd name="T20" fmla="*/ 422 w 422"/>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422" h="13">
                    <a:moveTo>
                      <a:pt x="422" y="13"/>
                    </a:moveTo>
                    <a:lnTo>
                      <a:pt x="422" y="13"/>
                    </a:lnTo>
                    <a:lnTo>
                      <a:pt x="0" y="13"/>
                    </a:lnTo>
                    <a:lnTo>
                      <a:pt x="0" y="0"/>
                    </a:lnTo>
                    <a:lnTo>
                      <a:pt x="422" y="0"/>
                    </a:lnTo>
                    <a:lnTo>
                      <a:pt x="422" y="1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9" name="Freeform 27"/>
              <p:cNvSpPr/>
              <p:nvPr/>
            </p:nvSpPr>
            <p:spPr bwMode="auto">
              <a:xfrm>
                <a:off x="1389063" y="3314701"/>
                <a:ext cx="200025" cy="6350"/>
              </a:xfrm>
              <a:custGeom>
                <a:avLst/>
                <a:gdLst>
                  <a:gd name="T0" fmla="*/ 2147483646 w 422"/>
                  <a:gd name="T1" fmla="*/ 2147483646 h 14"/>
                  <a:gd name="T2" fmla="*/ 2147483646 w 422"/>
                  <a:gd name="T3" fmla="*/ 2147483646 h 14"/>
                  <a:gd name="T4" fmla="*/ 0 w 422"/>
                  <a:gd name="T5" fmla="*/ 2147483646 h 14"/>
                  <a:gd name="T6" fmla="*/ 0 w 422"/>
                  <a:gd name="T7" fmla="*/ 0 h 14"/>
                  <a:gd name="T8" fmla="*/ 2147483646 w 422"/>
                  <a:gd name="T9" fmla="*/ 0 h 14"/>
                  <a:gd name="T10" fmla="*/ 2147483646 w 422"/>
                  <a:gd name="T11" fmla="*/ 2147483646 h 14"/>
                  <a:gd name="T12" fmla="*/ 0 60000 65536"/>
                  <a:gd name="T13" fmla="*/ 0 60000 65536"/>
                  <a:gd name="T14" fmla="*/ 0 60000 65536"/>
                  <a:gd name="T15" fmla="*/ 0 60000 65536"/>
                  <a:gd name="T16" fmla="*/ 0 60000 65536"/>
                  <a:gd name="T17" fmla="*/ 0 60000 65536"/>
                  <a:gd name="T18" fmla="*/ 0 w 422"/>
                  <a:gd name="T19" fmla="*/ 0 h 14"/>
                  <a:gd name="T20" fmla="*/ 422 w 42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22" h="14">
                    <a:moveTo>
                      <a:pt x="422" y="14"/>
                    </a:moveTo>
                    <a:lnTo>
                      <a:pt x="422" y="14"/>
                    </a:lnTo>
                    <a:lnTo>
                      <a:pt x="0" y="14"/>
                    </a:lnTo>
                    <a:lnTo>
                      <a:pt x="0" y="0"/>
                    </a:lnTo>
                    <a:lnTo>
                      <a:pt x="422" y="0"/>
                    </a:lnTo>
                    <a:lnTo>
                      <a:pt x="422" y="1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0" name="Freeform 28"/>
              <p:cNvSpPr/>
              <p:nvPr/>
            </p:nvSpPr>
            <p:spPr bwMode="auto">
              <a:xfrm>
                <a:off x="760413" y="3279776"/>
                <a:ext cx="65088" cy="65088"/>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70"/>
                    </a:moveTo>
                    <a:lnTo>
                      <a:pt x="0" y="70"/>
                    </a:lnTo>
                    <a:cubicBezTo>
                      <a:pt x="0" y="31"/>
                      <a:pt x="31" y="0"/>
                      <a:pt x="69" y="0"/>
                    </a:cubicBezTo>
                    <a:cubicBezTo>
                      <a:pt x="108" y="0"/>
                      <a:pt x="139" y="31"/>
                      <a:pt x="139" y="70"/>
                    </a:cubicBezTo>
                    <a:cubicBezTo>
                      <a:pt x="139" y="108"/>
                      <a:pt x="108" y="139"/>
                      <a:pt x="69" y="139"/>
                    </a:cubicBezTo>
                    <a:cubicBezTo>
                      <a:pt x="31" y="139"/>
                      <a:pt x="0" y="108"/>
                      <a:pt x="0" y="7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1" name="Freeform 29"/>
              <p:cNvSpPr/>
              <p:nvPr/>
            </p:nvSpPr>
            <p:spPr bwMode="auto">
              <a:xfrm>
                <a:off x="760413" y="3373438"/>
                <a:ext cx="65088" cy="65088"/>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69"/>
                    </a:moveTo>
                    <a:lnTo>
                      <a:pt x="0" y="69"/>
                    </a:lnTo>
                    <a:cubicBezTo>
                      <a:pt x="0" y="30"/>
                      <a:pt x="31" y="0"/>
                      <a:pt x="69" y="0"/>
                    </a:cubicBezTo>
                    <a:cubicBezTo>
                      <a:pt x="107" y="0"/>
                      <a:pt x="139" y="30"/>
                      <a:pt x="139" y="69"/>
                    </a:cubicBezTo>
                    <a:cubicBezTo>
                      <a:pt x="139" y="107"/>
                      <a:pt x="107" y="139"/>
                      <a:pt x="69" y="139"/>
                    </a:cubicBezTo>
                    <a:cubicBezTo>
                      <a:pt x="31" y="139"/>
                      <a:pt x="0" y="107"/>
                      <a:pt x="0" y="6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2" name="Freeform 30"/>
              <p:cNvSpPr/>
              <p:nvPr/>
            </p:nvSpPr>
            <p:spPr bwMode="auto">
              <a:xfrm>
                <a:off x="903288" y="2892426"/>
                <a:ext cx="415925" cy="622300"/>
              </a:xfrm>
              <a:custGeom>
                <a:avLst/>
                <a:gdLst>
                  <a:gd name="T0" fmla="*/ 2147483646 w 885"/>
                  <a:gd name="T1" fmla="*/ 2147483646 h 1322"/>
                  <a:gd name="T2" fmla="*/ 2147483646 w 885"/>
                  <a:gd name="T3" fmla="*/ 2147483646 h 1322"/>
                  <a:gd name="T4" fmla="*/ 2147483646 w 885"/>
                  <a:gd name="T5" fmla="*/ 2147483646 h 1322"/>
                  <a:gd name="T6" fmla="*/ 0 w 885"/>
                  <a:gd name="T7" fmla="*/ 2147483646 h 1322"/>
                  <a:gd name="T8" fmla="*/ 0 w 885"/>
                  <a:gd name="T9" fmla="*/ 2147483646 h 1322"/>
                  <a:gd name="T10" fmla="*/ 2147483646 w 885"/>
                  <a:gd name="T11" fmla="*/ 0 h 1322"/>
                  <a:gd name="T12" fmla="*/ 2147483646 w 885"/>
                  <a:gd name="T13" fmla="*/ 0 h 1322"/>
                  <a:gd name="T14" fmla="*/ 2147483646 w 885"/>
                  <a:gd name="T15" fmla="*/ 2147483646 h 1322"/>
                  <a:gd name="T16" fmla="*/ 2147483646 w 885"/>
                  <a:gd name="T17" fmla="*/ 2147483646 h 1322"/>
                  <a:gd name="T18" fmla="*/ 2147483646 w 885"/>
                  <a:gd name="T19" fmla="*/ 2147483646 h 1322"/>
                  <a:gd name="T20" fmla="*/ 2147483646 w 885"/>
                  <a:gd name="T21" fmla="*/ 2147483646 h 1322"/>
                  <a:gd name="T22" fmla="*/ 2147483646 w 885"/>
                  <a:gd name="T23" fmla="*/ 2147483646 h 1322"/>
                  <a:gd name="T24" fmla="*/ 2147483646 w 885"/>
                  <a:gd name="T25" fmla="*/ 2147483646 h 1322"/>
                  <a:gd name="T26" fmla="*/ 2147483646 w 885"/>
                  <a:gd name="T27" fmla="*/ 2147483646 h 1322"/>
                  <a:gd name="T28" fmla="*/ 2147483646 w 885"/>
                  <a:gd name="T29" fmla="*/ 2147483646 h 1322"/>
                  <a:gd name="T30" fmla="*/ 2147483646 w 885"/>
                  <a:gd name="T31" fmla="*/ 2147483646 h 1322"/>
                  <a:gd name="T32" fmla="*/ 2147483646 w 885"/>
                  <a:gd name="T33" fmla="*/ 2147483646 h 13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85"/>
                  <a:gd name="T52" fmla="*/ 0 h 1322"/>
                  <a:gd name="T53" fmla="*/ 885 w 885"/>
                  <a:gd name="T54" fmla="*/ 1322 h 13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85" h="1322">
                    <a:moveTo>
                      <a:pt x="58" y="1322"/>
                    </a:moveTo>
                    <a:lnTo>
                      <a:pt x="58" y="1322"/>
                    </a:lnTo>
                    <a:lnTo>
                      <a:pt x="55" y="1322"/>
                    </a:lnTo>
                    <a:cubicBezTo>
                      <a:pt x="24" y="1322"/>
                      <a:pt x="0" y="1292"/>
                      <a:pt x="0" y="1253"/>
                    </a:cubicBezTo>
                    <a:lnTo>
                      <a:pt x="0" y="70"/>
                    </a:lnTo>
                    <a:cubicBezTo>
                      <a:pt x="0" y="30"/>
                      <a:pt x="24" y="0"/>
                      <a:pt x="55" y="0"/>
                    </a:cubicBezTo>
                    <a:lnTo>
                      <a:pt x="59" y="0"/>
                    </a:lnTo>
                    <a:lnTo>
                      <a:pt x="856" y="197"/>
                    </a:lnTo>
                    <a:cubicBezTo>
                      <a:pt x="874" y="201"/>
                      <a:pt x="885" y="219"/>
                      <a:pt x="880" y="237"/>
                    </a:cubicBezTo>
                    <a:cubicBezTo>
                      <a:pt x="876" y="255"/>
                      <a:pt x="858" y="266"/>
                      <a:pt x="840" y="261"/>
                    </a:cubicBezTo>
                    <a:lnTo>
                      <a:pt x="67" y="71"/>
                    </a:lnTo>
                    <a:lnTo>
                      <a:pt x="67" y="1253"/>
                    </a:lnTo>
                    <a:lnTo>
                      <a:pt x="842" y="1120"/>
                    </a:lnTo>
                    <a:cubicBezTo>
                      <a:pt x="861" y="1117"/>
                      <a:pt x="878" y="1129"/>
                      <a:pt x="881" y="1148"/>
                    </a:cubicBezTo>
                    <a:cubicBezTo>
                      <a:pt x="884" y="1166"/>
                      <a:pt x="872" y="1183"/>
                      <a:pt x="854" y="1186"/>
                    </a:cubicBezTo>
                    <a:lnTo>
                      <a:pt x="58" y="1322"/>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3" name="Freeform 31"/>
              <p:cNvSpPr/>
              <p:nvPr/>
            </p:nvSpPr>
            <p:spPr bwMode="auto">
              <a:xfrm>
                <a:off x="1054100" y="2927351"/>
                <a:ext cx="17463" cy="554038"/>
              </a:xfrm>
              <a:custGeom>
                <a:avLst/>
                <a:gdLst>
                  <a:gd name="T0" fmla="*/ 2147483646 w 40"/>
                  <a:gd name="T1" fmla="*/ 2147483646 h 1178"/>
                  <a:gd name="T2" fmla="*/ 2147483646 w 40"/>
                  <a:gd name="T3" fmla="*/ 2147483646 h 1178"/>
                  <a:gd name="T4" fmla="*/ 0 w 40"/>
                  <a:gd name="T5" fmla="*/ 2147483646 h 1178"/>
                  <a:gd name="T6" fmla="*/ 0 w 40"/>
                  <a:gd name="T7" fmla="*/ 0 h 1178"/>
                  <a:gd name="T8" fmla="*/ 2147483646 w 40"/>
                  <a:gd name="T9" fmla="*/ 0 h 1178"/>
                  <a:gd name="T10" fmla="*/ 2147483646 w 40"/>
                  <a:gd name="T11" fmla="*/ 2147483646 h 1178"/>
                  <a:gd name="T12" fmla="*/ 0 60000 65536"/>
                  <a:gd name="T13" fmla="*/ 0 60000 65536"/>
                  <a:gd name="T14" fmla="*/ 0 60000 65536"/>
                  <a:gd name="T15" fmla="*/ 0 60000 65536"/>
                  <a:gd name="T16" fmla="*/ 0 60000 65536"/>
                  <a:gd name="T17" fmla="*/ 0 60000 65536"/>
                  <a:gd name="T18" fmla="*/ 0 w 40"/>
                  <a:gd name="T19" fmla="*/ 0 h 1178"/>
                  <a:gd name="T20" fmla="*/ 40 w 40"/>
                  <a:gd name="T21" fmla="*/ 1178 h 1178"/>
                </a:gdLst>
                <a:ahLst/>
                <a:cxnLst>
                  <a:cxn ang="T12">
                    <a:pos x="T0" y="T1"/>
                  </a:cxn>
                  <a:cxn ang="T13">
                    <a:pos x="T2" y="T3"/>
                  </a:cxn>
                  <a:cxn ang="T14">
                    <a:pos x="T4" y="T5"/>
                  </a:cxn>
                  <a:cxn ang="T15">
                    <a:pos x="T6" y="T7"/>
                  </a:cxn>
                  <a:cxn ang="T16">
                    <a:pos x="T8" y="T9"/>
                  </a:cxn>
                  <a:cxn ang="T17">
                    <a:pos x="T10" y="T11"/>
                  </a:cxn>
                </a:cxnLst>
                <a:rect l="T18" t="T19" r="T20" b="T21"/>
                <a:pathLst>
                  <a:path w="40" h="1178">
                    <a:moveTo>
                      <a:pt x="40" y="1178"/>
                    </a:moveTo>
                    <a:lnTo>
                      <a:pt x="40" y="1178"/>
                    </a:lnTo>
                    <a:lnTo>
                      <a:pt x="0" y="1178"/>
                    </a:lnTo>
                    <a:lnTo>
                      <a:pt x="0" y="0"/>
                    </a:lnTo>
                    <a:lnTo>
                      <a:pt x="40" y="0"/>
                    </a:lnTo>
                    <a:lnTo>
                      <a:pt x="40" y="117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4" name="Freeform 32"/>
              <p:cNvSpPr/>
              <p:nvPr/>
            </p:nvSpPr>
            <p:spPr bwMode="auto">
              <a:xfrm>
                <a:off x="1155700" y="2962276"/>
                <a:ext cx="17463" cy="498475"/>
              </a:xfrm>
              <a:custGeom>
                <a:avLst/>
                <a:gdLst>
                  <a:gd name="T0" fmla="*/ 2147483646 w 40"/>
                  <a:gd name="T1" fmla="*/ 2147483646 h 1058"/>
                  <a:gd name="T2" fmla="*/ 2147483646 w 40"/>
                  <a:gd name="T3" fmla="*/ 2147483646 h 1058"/>
                  <a:gd name="T4" fmla="*/ 0 w 40"/>
                  <a:gd name="T5" fmla="*/ 2147483646 h 1058"/>
                  <a:gd name="T6" fmla="*/ 0 w 40"/>
                  <a:gd name="T7" fmla="*/ 0 h 1058"/>
                  <a:gd name="T8" fmla="*/ 2147483646 w 40"/>
                  <a:gd name="T9" fmla="*/ 0 h 1058"/>
                  <a:gd name="T10" fmla="*/ 2147483646 w 40"/>
                  <a:gd name="T11" fmla="*/ 2147483646 h 1058"/>
                  <a:gd name="T12" fmla="*/ 0 60000 65536"/>
                  <a:gd name="T13" fmla="*/ 0 60000 65536"/>
                  <a:gd name="T14" fmla="*/ 0 60000 65536"/>
                  <a:gd name="T15" fmla="*/ 0 60000 65536"/>
                  <a:gd name="T16" fmla="*/ 0 60000 65536"/>
                  <a:gd name="T17" fmla="*/ 0 60000 65536"/>
                  <a:gd name="T18" fmla="*/ 0 w 40"/>
                  <a:gd name="T19" fmla="*/ 0 h 1058"/>
                  <a:gd name="T20" fmla="*/ 40 w 40"/>
                  <a:gd name="T21" fmla="*/ 1058 h 1058"/>
                </a:gdLst>
                <a:ahLst/>
                <a:cxnLst>
                  <a:cxn ang="T12">
                    <a:pos x="T0" y="T1"/>
                  </a:cxn>
                  <a:cxn ang="T13">
                    <a:pos x="T2" y="T3"/>
                  </a:cxn>
                  <a:cxn ang="T14">
                    <a:pos x="T4" y="T5"/>
                  </a:cxn>
                  <a:cxn ang="T15">
                    <a:pos x="T6" y="T7"/>
                  </a:cxn>
                  <a:cxn ang="T16">
                    <a:pos x="T8" y="T9"/>
                  </a:cxn>
                  <a:cxn ang="T17">
                    <a:pos x="T10" y="T11"/>
                  </a:cxn>
                </a:cxnLst>
                <a:rect l="T18" t="T19" r="T20" b="T21"/>
                <a:pathLst>
                  <a:path w="40" h="1058">
                    <a:moveTo>
                      <a:pt x="40" y="1058"/>
                    </a:moveTo>
                    <a:lnTo>
                      <a:pt x="40" y="1058"/>
                    </a:lnTo>
                    <a:lnTo>
                      <a:pt x="0" y="1058"/>
                    </a:lnTo>
                    <a:lnTo>
                      <a:pt x="0" y="0"/>
                    </a:lnTo>
                    <a:lnTo>
                      <a:pt x="40" y="0"/>
                    </a:lnTo>
                    <a:lnTo>
                      <a:pt x="40" y="105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5" name="Freeform 33"/>
              <p:cNvSpPr/>
              <p:nvPr/>
            </p:nvSpPr>
            <p:spPr bwMode="auto">
              <a:xfrm>
                <a:off x="1231900" y="2982913"/>
                <a:ext cx="19050" cy="465138"/>
              </a:xfrm>
              <a:custGeom>
                <a:avLst/>
                <a:gdLst>
                  <a:gd name="T0" fmla="*/ 2147483646 w 40"/>
                  <a:gd name="T1" fmla="*/ 2147483646 h 990"/>
                  <a:gd name="T2" fmla="*/ 2147483646 w 40"/>
                  <a:gd name="T3" fmla="*/ 2147483646 h 990"/>
                  <a:gd name="T4" fmla="*/ 0 w 40"/>
                  <a:gd name="T5" fmla="*/ 2147483646 h 990"/>
                  <a:gd name="T6" fmla="*/ 0 w 40"/>
                  <a:gd name="T7" fmla="*/ 0 h 990"/>
                  <a:gd name="T8" fmla="*/ 2147483646 w 40"/>
                  <a:gd name="T9" fmla="*/ 0 h 990"/>
                  <a:gd name="T10" fmla="*/ 2147483646 w 40"/>
                  <a:gd name="T11" fmla="*/ 2147483646 h 990"/>
                  <a:gd name="T12" fmla="*/ 0 60000 65536"/>
                  <a:gd name="T13" fmla="*/ 0 60000 65536"/>
                  <a:gd name="T14" fmla="*/ 0 60000 65536"/>
                  <a:gd name="T15" fmla="*/ 0 60000 65536"/>
                  <a:gd name="T16" fmla="*/ 0 60000 65536"/>
                  <a:gd name="T17" fmla="*/ 0 60000 65536"/>
                  <a:gd name="T18" fmla="*/ 0 w 40"/>
                  <a:gd name="T19" fmla="*/ 0 h 990"/>
                  <a:gd name="T20" fmla="*/ 40 w 40"/>
                  <a:gd name="T21" fmla="*/ 990 h 990"/>
                </a:gdLst>
                <a:ahLst/>
                <a:cxnLst>
                  <a:cxn ang="T12">
                    <a:pos x="T0" y="T1"/>
                  </a:cxn>
                  <a:cxn ang="T13">
                    <a:pos x="T2" y="T3"/>
                  </a:cxn>
                  <a:cxn ang="T14">
                    <a:pos x="T4" y="T5"/>
                  </a:cxn>
                  <a:cxn ang="T15">
                    <a:pos x="T6" y="T7"/>
                  </a:cxn>
                  <a:cxn ang="T16">
                    <a:pos x="T8" y="T9"/>
                  </a:cxn>
                  <a:cxn ang="T17">
                    <a:pos x="T10" y="T11"/>
                  </a:cxn>
                </a:cxnLst>
                <a:rect l="T18" t="T19" r="T20" b="T21"/>
                <a:pathLst>
                  <a:path w="40" h="990">
                    <a:moveTo>
                      <a:pt x="40" y="990"/>
                    </a:moveTo>
                    <a:lnTo>
                      <a:pt x="40" y="990"/>
                    </a:lnTo>
                    <a:lnTo>
                      <a:pt x="0" y="990"/>
                    </a:lnTo>
                    <a:lnTo>
                      <a:pt x="0" y="0"/>
                    </a:lnTo>
                    <a:lnTo>
                      <a:pt x="40" y="0"/>
                    </a:lnTo>
                    <a:lnTo>
                      <a:pt x="40" y="99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6" name="Freeform 34"/>
              <p:cNvSpPr/>
              <p:nvPr/>
            </p:nvSpPr>
            <p:spPr bwMode="auto">
              <a:xfrm>
                <a:off x="776288" y="3390901"/>
                <a:ext cx="158750" cy="123825"/>
              </a:xfrm>
              <a:custGeom>
                <a:avLst/>
                <a:gdLst>
                  <a:gd name="T0" fmla="*/ 2147483646 w 335"/>
                  <a:gd name="T1" fmla="*/ 2147483646 h 264"/>
                  <a:gd name="T2" fmla="*/ 2147483646 w 335"/>
                  <a:gd name="T3" fmla="*/ 2147483646 h 264"/>
                  <a:gd name="T4" fmla="*/ 2147483646 w 335"/>
                  <a:gd name="T5" fmla="*/ 2147483646 h 264"/>
                  <a:gd name="T6" fmla="*/ 0 w 335"/>
                  <a:gd name="T7" fmla="*/ 2147483646 h 264"/>
                  <a:gd name="T8" fmla="*/ 0 w 335"/>
                  <a:gd name="T9" fmla="*/ 2147483646 h 264"/>
                  <a:gd name="T10" fmla="*/ 2147483646 w 335"/>
                  <a:gd name="T11" fmla="*/ 0 h 264"/>
                  <a:gd name="T12" fmla="*/ 2147483646 w 335"/>
                  <a:gd name="T13" fmla="*/ 2147483646 h 264"/>
                  <a:gd name="T14" fmla="*/ 2147483646 w 335"/>
                  <a:gd name="T15" fmla="*/ 2147483646 h 264"/>
                  <a:gd name="T16" fmla="*/ 2147483646 w 335"/>
                  <a:gd name="T17" fmla="*/ 2147483646 h 264"/>
                  <a:gd name="T18" fmla="*/ 2147483646 w 335"/>
                  <a:gd name="T19" fmla="*/ 2147483646 h 264"/>
                  <a:gd name="T20" fmla="*/ 2147483646 w 335"/>
                  <a:gd name="T21" fmla="*/ 2147483646 h 2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5"/>
                  <a:gd name="T34" fmla="*/ 0 h 264"/>
                  <a:gd name="T35" fmla="*/ 335 w 335"/>
                  <a:gd name="T36" fmla="*/ 264 h 2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5" h="264">
                    <a:moveTo>
                      <a:pt x="301" y="264"/>
                    </a:moveTo>
                    <a:lnTo>
                      <a:pt x="301" y="264"/>
                    </a:lnTo>
                    <a:lnTo>
                      <a:pt x="34" y="264"/>
                    </a:lnTo>
                    <a:cubicBezTo>
                      <a:pt x="15" y="264"/>
                      <a:pt x="0" y="249"/>
                      <a:pt x="0" y="231"/>
                    </a:cubicBezTo>
                    <a:lnTo>
                      <a:pt x="0" y="33"/>
                    </a:lnTo>
                    <a:cubicBezTo>
                      <a:pt x="0" y="15"/>
                      <a:pt x="15" y="0"/>
                      <a:pt x="34" y="0"/>
                    </a:cubicBezTo>
                    <a:cubicBezTo>
                      <a:pt x="52" y="0"/>
                      <a:pt x="67" y="15"/>
                      <a:pt x="67" y="33"/>
                    </a:cubicBezTo>
                    <a:lnTo>
                      <a:pt x="67" y="197"/>
                    </a:lnTo>
                    <a:lnTo>
                      <a:pt x="301" y="197"/>
                    </a:lnTo>
                    <a:cubicBezTo>
                      <a:pt x="320" y="197"/>
                      <a:pt x="335" y="212"/>
                      <a:pt x="335" y="231"/>
                    </a:cubicBezTo>
                    <a:cubicBezTo>
                      <a:pt x="335" y="249"/>
                      <a:pt x="320" y="264"/>
                      <a:pt x="301" y="264"/>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7" name="Freeform 35"/>
              <p:cNvSpPr/>
              <p:nvPr/>
            </p:nvSpPr>
            <p:spPr bwMode="auto">
              <a:xfrm>
                <a:off x="776288" y="2892426"/>
                <a:ext cx="168275" cy="434975"/>
              </a:xfrm>
              <a:custGeom>
                <a:avLst/>
                <a:gdLst>
                  <a:gd name="T0" fmla="*/ 2147483646 w 356"/>
                  <a:gd name="T1" fmla="*/ 2147483646 h 924"/>
                  <a:gd name="T2" fmla="*/ 2147483646 w 356"/>
                  <a:gd name="T3" fmla="*/ 2147483646 h 924"/>
                  <a:gd name="T4" fmla="*/ 0 w 356"/>
                  <a:gd name="T5" fmla="*/ 2147483646 h 924"/>
                  <a:gd name="T6" fmla="*/ 0 w 356"/>
                  <a:gd name="T7" fmla="*/ 2147483646 h 924"/>
                  <a:gd name="T8" fmla="*/ 2147483646 w 356"/>
                  <a:gd name="T9" fmla="*/ 0 h 924"/>
                  <a:gd name="T10" fmla="*/ 2147483646 w 356"/>
                  <a:gd name="T11" fmla="*/ 0 h 924"/>
                  <a:gd name="T12" fmla="*/ 2147483646 w 356"/>
                  <a:gd name="T13" fmla="*/ 2147483646 h 924"/>
                  <a:gd name="T14" fmla="*/ 2147483646 w 356"/>
                  <a:gd name="T15" fmla="*/ 2147483646 h 924"/>
                  <a:gd name="T16" fmla="*/ 2147483646 w 356"/>
                  <a:gd name="T17" fmla="*/ 2147483646 h 924"/>
                  <a:gd name="T18" fmla="*/ 2147483646 w 356"/>
                  <a:gd name="T19" fmla="*/ 2147483646 h 924"/>
                  <a:gd name="T20" fmla="*/ 2147483646 w 356"/>
                  <a:gd name="T21" fmla="*/ 2147483646 h 9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6"/>
                  <a:gd name="T34" fmla="*/ 0 h 924"/>
                  <a:gd name="T35" fmla="*/ 356 w 356"/>
                  <a:gd name="T36" fmla="*/ 924 h 9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6" h="924">
                    <a:moveTo>
                      <a:pt x="34" y="924"/>
                    </a:moveTo>
                    <a:lnTo>
                      <a:pt x="34" y="924"/>
                    </a:lnTo>
                    <a:cubicBezTo>
                      <a:pt x="15" y="924"/>
                      <a:pt x="0" y="909"/>
                      <a:pt x="0" y="891"/>
                    </a:cubicBezTo>
                    <a:lnTo>
                      <a:pt x="0" y="34"/>
                    </a:lnTo>
                    <a:cubicBezTo>
                      <a:pt x="0" y="15"/>
                      <a:pt x="15" y="0"/>
                      <a:pt x="34" y="0"/>
                    </a:cubicBezTo>
                    <a:lnTo>
                      <a:pt x="323" y="0"/>
                    </a:lnTo>
                    <a:cubicBezTo>
                      <a:pt x="341" y="0"/>
                      <a:pt x="356" y="15"/>
                      <a:pt x="356" y="34"/>
                    </a:cubicBezTo>
                    <a:cubicBezTo>
                      <a:pt x="356" y="52"/>
                      <a:pt x="341" y="67"/>
                      <a:pt x="323" y="67"/>
                    </a:cubicBezTo>
                    <a:lnTo>
                      <a:pt x="67" y="67"/>
                    </a:lnTo>
                    <a:lnTo>
                      <a:pt x="67" y="891"/>
                    </a:lnTo>
                    <a:cubicBezTo>
                      <a:pt x="67" y="909"/>
                      <a:pt x="52" y="924"/>
                      <a:pt x="34" y="924"/>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8" name="Freeform 36"/>
              <p:cNvSpPr/>
              <p:nvPr/>
            </p:nvSpPr>
            <p:spPr bwMode="auto">
              <a:xfrm>
                <a:off x="1295400" y="2989263"/>
                <a:ext cx="23813" cy="460375"/>
              </a:xfrm>
              <a:custGeom>
                <a:avLst/>
                <a:gdLst>
                  <a:gd name="T0" fmla="*/ 2147483646 w 53"/>
                  <a:gd name="T1" fmla="*/ 2147483646 h 978"/>
                  <a:gd name="T2" fmla="*/ 2147483646 w 53"/>
                  <a:gd name="T3" fmla="*/ 2147483646 h 978"/>
                  <a:gd name="T4" fmla="*/ 0 w 53"/>
                  <a:gd name="T5" fmla="*/ 2147483646 h 978"/>
                  <a:gd name="T6" fmla="*/ 0 w 53"/>
                  <a:gd name="T7" fmla="*/ 2147483646 h 978"/>
                  <a:gd name="T8" fmla="*/ 2147483646 w 53"/>
                  <a:gd name="T9" fmla="*/ 0 h 978"/>
                  <a:gd name="T10" fmla="*/ 2147483646 w 53"/>
                  <a:gd name="T11" fmla="*/ 2147483646 h 978"/>
                  <a:gd name="T12" fmla="*/ 2147483646 w 53"/>
                  <a:gd name="T13" fmla="*/ 2147483646 h 978"/>
                  <a:gd name="T14" fmla="*/ 2147483646 w 53"/>
                  <a:gd name="T15" fmla="*/ 2147483646 h 978"/>
                  <a:gd name="T16" fmla="*/ 0 60000 65536"/>
                  <a:gd name="T17" fmla="*/ 0 60000 65536"/>
                  <a:gd name="T18" fmla="*/ 0 60000 65536"/>
                  <a:gd name="T19" fmla="*/ 0 60000 65536"/>
                  <a:gd name="T20" fmla="*/ 0 60000 65536"/>
                  <a:gd name="T21" fmla="*/ 0 60000 65536"/>
                  <a:gd name="T22" fmla="*/ 0 60000 65536"/>
                  <a:gd name="T23" fmla="*/ 0 60000 65536"/>
                  <a:gd name="T24" fmla="*/ 0 w 53"/>
                  <a:gd name="T25" fmla="*/ 0 h 978"/>
                  <a:gd name="T26" fmla="*/ 53 w 53"/>
                  <a:gd name="T27" fmla="*/ 978 h 9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 h="978">
                    <a:moveTo>
                      <a:pt x="26" y="978"/>
                    </a:moveTo>
                    <a:lnTo>
                      <a:pt x="26" y="978"/>
                    </a:lnTo>
                    <a:cubicBezTo>
                      <a:pt x="12" y="978"/>
                      <a:pt x="0" y="966"/>
                      <a:pt x="0" y="951"/>
                    </a:cubicBezTo>
                    <a:lnTo>
                      <a:pt x="0" y="27"/>
                    </a:lnTo>
                    <a:cubicBezTo>
                      <a:pt x="0" y="12"/>
                      <a:pt x="12" y="0"/>
                      <a:pt x="26" y="0"/>
                    </a:cubicBezTo>
                    <a:cubicBezTo>
                      <a:pt x="41" y="0"/>
                      <a:pt x="53" y="12"/>
                      <a:pt x="53" y="27"/>
                    </a:cubicBezTo>
                    <a:lnTo>
                      <a:pt x="53" y="951"/>
                    </a:lnTo>
                    <a:cubicBezTo>
                      <a:pt x="53" y="966"/>
                      <a:pt x="41" y="978"/>
                      <a:pt x="26" y="978"/>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9" name="Freeform 37"/>
              <p:cNvSpPr>
                <a:spLocks noEditPoints="1"/>
              </p:cNvSpPr>
              <p:nvPr/>
            </p:nvSpPr>
            <p:spPr bwMode="auto">
              <a:xfrm>
                <a:off x="958850" y="2971801"/>
                <a:ext cx="74613" cy="84138"/>
              </a:xfrm>
              <a:custGeom>
                <a:avLst/>
                <a:gdLst>
                  <a:gd name="T0" fmla="*/ 2147483646 w 158"/>
                  <a:gd name="T1" fmla="*/ 2147483646 h 180"/>
                  <a:gd name="T2" fmla="*/ 2147483646 w 158"/>
                  <a:gd name="T3" fmla="*/ 2147483646 h 180"/>
                  <a:gd name="T4" fmla="*/ 2147483646 w 158"/>
                  <a:gd name="T5" fmla="*/ 2147483646 h 180"/>
                  <a:gd name="T6" fmla="*/ 2147483646 w 158"/>
                  <a:gd name="T7" fmla="*/ 2147483646 h 180"/>
                  <a:gd name="T8" fmla="*/ 2147483646 w 158"/>
                  <a:gd name="T9" fmla="*/ 2147483646 h 180"/>
                  <a:gd name="T10" fmla="*/ 2147483646 w 158"/>
                  <a:gd name="T11" fmla="*/ 2147483646 h 180"/>
                  <a:gd name="T12" fmla="*/ 2147483646 w 158"/>
                  <a:gd name="T13" fmla="*/ 2147483646 h 180"/>
                  <a:gd name="T14" fmla="*/ 2147483646 w 158"/>
                  <a:gd name="T15" fmla="*/ 2147483646 h 180"/>
                  <a:gd name="T16" fmla="*/ 2147483646 w 158"/>
                  <a:gd name="T17" fmla="*/ 2147483646 h 180"/>
                  <a:gd name="T18" fmla="*/ 2147483646 w 158"/>
                  <a:gd name="T19" fmla="*/ 2147483646 h 180"/>
                  <a:gd name="T20" fmla="*/ 2147483646 w 158"/>
                  <a:gd name="T21" fmla="*/ 2147483646 h 180"/>
                  <a:gd name="T22" fmla="*/ 2147483646 w 158"/>
                  <a:gd name="T23" fmla="*/ 2147483646 h 180"/>
                  <a:gd name="T24" fmla="*/ 2147483646 w 158"/>
                  <a:gd name="T25" fmla="*/ 2147483646 h 180"/>
                  <a:gd name="T26" fmla="*/ 2147483646 w 158"/>
                  <a:gd name="T27" fmla="*/ 2147483646 h 180"/>
                  <a:gd name="T28" fmla="*/ 0 w 158"/>
                  <a:gd name="T29" fmla="*/ 2147483646 h 180"/>
                  <a:gd name="T30" fmla="*/ 0 w 158"/>
                  <a:gd name="T31" fmla="*/ 2147483646 h 180"/>
                  <a:gd name="T32" fmla="*/ 2147483646 w 158"/>
                  <a:gd name="T33" fmla="*/ 0 h 180"/>
                  <a:gd name="T34" fmla="*/ 2147483646 w 158"/>
                  <a:gd name="T35" fmla="*/ 0 h 180"/>
                  <a:gd name="T36" fmla="*/ 2147483646 w 158"/>
                  <a:gd name="T37" fmla="*/ 2147483646 h 180"/>
                  <a:gd name="T38" fmla="*/ 2147483646 w 158"/>
                  <a:gd name="T39" fmla="*/ 2147483646 h 180"/>
                  <a:gd name="T40" fmla="*/ 2147483646 w 158"/>
                  <a:gd name="T41" fmla="*/ 2147483646 h 180"/>
                  <a:gd name="T42" fmla="*/ 2147483646 w 158"/>
                  <a:gd name="T43" fmla="*/ 2147483646 h 180"/>
                  <a:gd name="T44" fmla="*/ 2147483646 w 158"/>
                  <a:gd name="T45" fmla="*/ 2147483646 h 1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8"/>
                  <a:gd name="T70" fmla="*/ 0 h 180"/>
                  <a:gd name="T71" fmla="*/ 158 w 158"/>
                  <a:gd name="T72" fmla="*/ 180 h 1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8" h="180">
                    <a:moveTo>
                      <a:pt x="29" y="141"/>
                    </a:moveTo>
                    <a:lnTo>
                      <a:pt x="29" y="141"/>
                    </a:lnTo>
                    <a:lnTo>
                      <a:pt x="129" y="153"/>
                    </a:lnTo>
                    <a:cubicBezTo>
                      <a:pt x="130" y="152"/>
                      <a:pt x="131" y="149"/>
                      <a:pt x="131" y="145"/>
                    </a:cubicBezTo>
                    <a:lnTo>
                      <a:pt x="131" y="62"/>
                    </a:lnTo>
                    <a:cubicBezTo>
                      <a:pt x="131" y="56"/>
                      <a:pt x="129" y="52"/>
                      <a:pt x="128" y="52"/>
                    </a:cubicBezTo>
                    <a:lnTo>
                      <a:pt x="28" y="27"/>
                    </a:lnTo>
                    <a:cubicBezTo>
                      <a:pt x="27" y="29"/>
                      <a:pt x="26" y="32"/>
                      <a:pt x="26" y="37"/>
                    </a:cubicBezTo>
                    <a:lnTo>
                      <a:pt x="26" y="130"/>
                    </a:lnTo>
                    <a:cubicBezTo>
                      <a:pt x="26" y="136"/>
                      <a:pt x="28" y="140"/>
                      <a:pt x="29" y="141"/>
                    </a:cubicBezTo>
                    <a:close/>
                    <a:moveTo>
                      <a:pt x="130" y="180"/>
                    </a:moveTo>
                    <a:lnTo>
                      <a:pt x="130" y="180"/>
                    </a:lnTo>
                    <a:lnTo>
                      <a:pt x="26" y="168"/>
                    </a:lnTo>
                    <a:cubicBezTo>
                      <a:pt x="18" y="168"/>
                      <a:pt x="10" y="163"/>
                      <a:pt x="5" y="154"/>
                    </a:cubicBezTo>
                    <a:cubicBezTo>
                      <a:pt x="1" y="147"/>
                      <a:pt x="0" y="139"/>
                      <a:pt x="0" y="130"/>
                    </a:cubicBezTo>
                    <a:lnTo>
                      <a:pt x="0" y="37"/>
                    </a:lnTo>
                    <a:cubicBezTo>
                      <a:pt x="0" y="15"/>
                      <a:pt x="11" y="0"/>
                      <a:pt x="26" y="0"/>
                    </a:cubicBezTo>
                    <a:lnTo>
                      <a:pt x="29" y="0"/>
                    </a:lnTo>
                    <a:lnTo>
                      <a:pt x="134" y="26"/>
                    </a:lnTo>
                    <a:cubicBezTo>
                      <a:pt x="147" y="28"/>
                      <a:pt x="158" y="43"/>
                      <a:pt x="158" y="62"/>
                    </a:cubicBezTo>
                    <a:lnTo>
                      <a:pt x="158" y="145"/>
                    </a:lnTo>
                    <a:cubicBezTo>
                      <a:pt x="158" y="164"/>
                      <a:pt x="147" y="179"/>
                      <a:pt x="132" y="180"/>
                    </a:cubicBezTo>
                    <a:lnTo>
                      <a:pt x="130" y="18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0" name="Freeform 38"/>
              <p:cNvSpPr>
                <a:spLocks noEditPoints="1"/>
              </p:cNvSpPr>
              <p:nvPr/>
            </p:nvSpPr>
            <p:spPr bwMode="auto">
              <a:xfrm>
                <a:off x="1085850" y="3001963"/>
                <a:ext cx="61913" cy="73025"/>
              </a:xfrm>
              <a:custGeom>
                <a:avLst/>
                <a:gdLst>
                  <a:gd name="T0" fmla="*/ 2147483646 w 131"/>
                  <a:gd name="T1" fmla="*/ 2147483646 h 154"/>
                  <a:gd name="T2" fmla="*/ 2147483646 w 131"/>
                  <a:gd name="T3" fmla="*/ 2147483646 h 154"/>
                  <a:gd name="T4" fmla="*/ 2147483646 w 131"/>
                  <a:gd name="T5" fmla="*/ 2147483646 h 154"/>
                  <a:gd name="T6" fmla="*/ 2147483646 w 131"/>
                  <a:gd name="T7" fmla="*/ 2147483646 h 154"/>
                  <a:gd name="T8" fmla="*/ 2147483646 w 131"/>
                  <a:gd name="T9" fmla="*/ 2147483646 h 154"/>
                  <a:gd name="T10" fmla="*/ 2147483646 w 131"/>
                  <a:gd name="T11" fmla="*/ 2147483646 h 154"/>
                  <a:gd name="T12" fmla="*/ 2147483646 w 131"/>
                  <a:gd name="T13" fmla="*/ 2147483646 h 154"/>
                  <a:gd name="T14" fmla="*/ 2147483646 w 131"/>
                  <a:gd name="T15" fmla="*/ 2147483646 h 154"/>
                  <a:gd name="T16" fmla="*/ 2147483646 w 131"/>
                  <a:gd name="T17" fmla="*/ 2147483646 h 154"/>
                  <a:gd name="T18" fmla="*/ 2147483646 w 131"/>
                  <a:gd name="T19" fmla="*/ 2147483646 h 154"/>
                  <a:gd name="T20" fmla="*/ 2147483646 w 131"/>
                  <a:gd name="T21" fmla="*/ 2147483646 h 154"/>
                  <a:gd name="T22" fmla="*/ 2147483646 w 131"/>
                  <a:gd name="T23" fmla="*/ 2147483646 h 154"/>
                  <a:gd name="T24" fmla="*/ 2147483646 w 131"/>
                  <a:gd name="T25" fmla="*/ 2147483646 h 154"/>
                  <a:gd name="T26" fmla="*/ 2147483646 w 131"/>
                  <a:gd name="T27" fmla="*/ 2147483646 h 154"/>
                  <a:gd name="T28" fmla="*/ 2147483646 w 131"/>
                  <a:gd name="T29" fmla="*/ 2147483646 h 154"/>
                  <a:gd name="T30" fmla="*/ 2147483646 w 131"/>
                  <a:gd name="T31" fmla="*/ 2147483646 h 154"/>
                  <a:gd name="T32" fmla="*/ 0 w 131"/>
                  <a:gd name="T33" fmla="*/ 2147483646 h 154"/>
                  <a:gd name="T34" fmla="*/ 0 w 131"/>
                  <a:gd name="T35" fmla="*/ 2147483646 h 154"/>
                  <a:gd name="T36" fmla="*/ 2147483646 w 131"/>
                  <a:gd name="T37" fmla="*/ 0 h 154"/>
                  <a:gd name="T38" fmla="*/ 2147483646 w 131"/>
                  <a:gd name="T39" fmla="*/ 0 h 154"/>
                  <a:gd name="T40" fmla="*/ 2147483646 w 131"/>
                  <a:gd name="T41" fmla="*/ 2147483646 h 154"/>
                  <a:gd name="T42" fmla="*/ 2147483646 w 131"/>
                  <a:gd name="T43" fmla="*/ 2147483646 h 154"/>
                  <a:gd name="T44" fmla="*/ 2147483646 w 131"/>
                  <a:gd name="T45" fmla="*/ 2147483646 h 154"/>
                  <a:gd name="T46" fmla="*/ 2147483646 w 131"/>
                  <a:gd name="T47" fmla="*/ 2147483646 h 154"/>
                  <a:gd name="T48" fmla="*/ 2147483646 w 131"/>
                  <a:gd name="T49" fmla="*/ 2147483646 h 1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1"/>
                  <a:gd name="T76" fmla="*/ 0 h 154"/>
                  <a:gd name="T77" fmla="*/ 131 w 131"/>
                  <a:gd name="T78" fmla="*/ 154 h 1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1" h="154">
                    <a:moveTo>
                      <a:pt x="29" y="116"/>
                    </a:moveTo>
                    <a:lnTo>
                      <a:pt x="29" y="116"/>
                    </a:lnTo>
                    <a:lnTo>
                      <a:pt x="103" y="127"/>
                    </a:lnTo>
                    <a:cubicBezTo>
                      <a:pt x="104" y="126"/>
                      <a:pt x="105" y="124"/>
                      <a:pt x="105" y="121"/>
                    </a:cubicBezTo>
                    <a:lnTo>
                      <a:pt x="105" y="57"/>
                    </a:lnTo>
                    <a:cubicBezTo>
                      <a:pt x="105" y="53"/>
                      <a:pt x="103" y="50"/>
                      <a:pt x="102" y="50"/>
                    </a:cubicBezTo>
                    <a:lnTo>
                      <a:pt x="100" y="49"/>
                    </a:lnTo>
                    <a:lnTo>
                      <a:pt x="28" y="27"/>
                    </a:lnTo>
                    <a:cubicBezTo>
                      <a:pt x="27" y="29"/>
                      <a:pt x="27" y="31"/>
                      <a:pt x="27" y="35"/>
                    </a:cubicBezTo>
                    <a:lnTo>
                      <a:pt x="27" y="107"/>
                    </a:lnTo>
                    <a:cubicBezTo>
                      <a:pt x="27" y="112"/>
                      <a:pt x="28" y="115"/>
                      <a:pt x="29" y="116"/>
                    </a:cubicBezTo>
                    <a:close/>
                    <a:moveTo>
                      <a:pt x="104" y="154"/>
                    </a:moveTo>
                    <a:lnTo>
                      <a:pt x="104" y="154"/>
                    </a:lnTo>
                    <a:lnTo>
                      <a:pt x="25" y="143"/>
                    </a:lnTo>
                    <a:cubicBezTo>
                      <a:pt x="17" y="142"/>
                      <a:pt x="10" y="137"/>
                      <a:pt x="6" y="130"/>
                    </a:cubicBezTo>
                    <a:cubicBezTo>
                      <a:pt x="2" y="124"/>
                      <a:pt x="0" y="115"/>
                      <a:pt x="0" y="107"/>
                    </a:cubicBezTo>
                    <a:lnTo>
                      <a:pt x="0" y="35"/>
                    </a:lnTo>
                    <a:cubicBezTo>
                      <a:pt x="0" y="14"/>
                      <a:pt x="11" y="0"/>
                      <a:pt x="26" y="0"/>
                    </a:cubicBezTo>
                    <a:lnTo>
                      <a:pt x="31" y="0"/>
                    </a:lnTo>
                    <a:lnTo>
                      <a:pt x="107" y="23"/>
                    </a:lnTo>
                    <a:cubicBezTo>
                      <a:pt x="121" y="26"/>
                      <a:pt x="131" y="40"/>
                      <a:pt x="131" y="57"/>
                    </a:cubicBezTo>
                    <a:lnTo>
                      <a:pt x="131" y="121"/>
                    </a:lnTo>
                    <a:cubicBezTo>
                      <a:pt x="131" y="139"/>
                      <a:pt x="120" y="153"/>
                      <a:pt x="105" y="154"/>
                    </a:cubicBezTo>
                    <a:lnTo>
                      <a:pt x="104" y="15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1" name="Freeform 39"/>
              <p:cNvSpPr>
                <a:spLocks noEditPoints="1"/>
              </p:cNvSpPr>
              <p:nvPr/>
            </p:nvSpPr>
            <p:spPr bwMode="auto">
              <a:xfrm>
                <a:off x="958850" y="3105151"/>
                <a:ext cx="74613" cy="79375"/>
              </a:xfrm>
              <a:custGeom>
                <a:avLst/>
                <a:gdLst>
                  <a:gd name="T0" fmla="*/ 2147483646 w 158"/>
                  <a:gd name="T1" fmla="*/ 2147483646 h 169"/>
                  <a:gd name="T2" fmla="*/ 2147483646 w 158"/>
                  <a:gd name="T3" fmla="*/ 2147483646 h 169"/>
                  <a:gd name="T4" fmla="*/ 2147483646 w 158"/>
                  <a:gd name="T5" fmla="*/ 2147483646 h 169"/>
                  <a:gd name="T6" fmla="*/ 2147483646 w 158"/>
                  <a:gd name="T7" fmla="*/ 2147483646 h 169"/>
                  <a:gd name="T8" fmla="*/ 2147483646 w 158"/>
                  <a:gd name="T9" fmla="*/ 2147483646 h 169"/>
                  <a:gd name="T10" fmla="*/ 2147483646 w 158"/>
                  <a:gd name="T11" fmla="*/ 2147483646 h 169"/>
                  <a:gd name="T12" fmla="*/ 2147483646 w 158"/>
                  <a:gd name="T13" fmla="*/ 2147483646 h 169"/>
                  <a:gd name="T14" fmla="*/ 2147483646 w 158"/>
                  <a:gd name="T15" fmla="*/ 2147483646 h 169"/>
                  <a:gd name="T16" fmla="*/ 2147483646 w 158"/>
                  <a:gd name="T17" fmla="*/ 2147483646 h 169"/>
                  <a:gd name="T18" fmla="*/ 2147483646 w 158"/>
                  <a:gd name="T19" fmla="*/ 2147483646 h 169"/>
                  <a:gd name="T20" fmla="*/ 2147483646 w 158"/>
                  <a:gd name="T21" fmla="*/ 2147483646 h 169"/>
                  <a:gd name="T22" fmla="*/ 2147483646 w 158"/>
                  <a:gd name="T23" fmla="*/ 2147483646 h 169"/>
                  <a:gd name="T24" fmla="*/ 0 w 158"/>
                  <a:gd name="T25" fmla="*/ 2147483646 h 169"/>
                  <a:gd name="T26" fmla="*/ 0 w 158"/>
                  <a:gd name="T27" fmla="*/ 2147483646 h 169"/>
                  <a:gd name="T28" fmla="*/ 2147483646 w 158"/>
                  <a:gd name="T29" fmla="*/ 0 h 169"/>
                  <a:gd name="T30" fmla="*/ 2147483646 w 158"/>
                  <a:gd name="T31" fmla="*/ 0 h 169"/>
                  <a:gd name="T32" fmla="*/ 2147483646 w 158"/>
                  <a:gd name="T33" fmla="*/ 2147483646 h 169"/>
                  <a:gd name="T34" fmla="*/ 2147483646 w 158"/>
                  <a:gd name="T35" fmla="*/ 2147483646 h 169"/>
                  <a:gd name="T36" fmla="*/ 2147483646 w 158"/>
                  <a:gd name="T37" fmla="*/ 2147483646 h 169"/>
                  <a:gd name="T38" fmla="*/ 2147483646 w 158"/>
                  <a:gd name="T39" fmla="*/ 2147483646 h 169"/>
                  <a:gd name="T40" fmla="*/ 2147483646 w 158"/>
                  <a:gd name="T41" fmla="*/ 2147483646 h 1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8"/>
                  <a:gd name="T64" fmla="*/ 0 h 169"/>
                  <a:gd name="T65" fmla="*/ 158 w 158"/>
                  <a:gd name="T66" fmla="*/ 169 h 1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8" h="169">
                    <a:moveTo>
                      <a:pt x="28" y="27"/>
                    </a:moveTo>
                    <a:lnTo>
                      <a:pt x="28" y="27"/>
                    </a:lnTo>
                    <a:cubicBezTo>
                      <a:pt x="27" y="29"/>
                      <a:pt x="26" y="33"/>
                      <a:pt x="26" y="37"/>
                    </a:cubicBezTo>
                    <a:lnTo>
                      <a:pt x="26" y="130"/>
                    </a:lnTo>
                    <a:cubicBezTo>
                      <a:pt x="26" y="136"/>
                      <a:pt x="28" y="140"/>
                      <a:pt x="29" y="142"/>
                    </a:cubicBezTo>
                    <a:lnTo>
                      <a:pt x="129" y="141"/>
                    </a:lnTo>
                    <a:cubicBezTo>
                      <a:pt x="130" y="140"/>
                      <a:pt x="131" y="137"/>
                      <a:pt x="131" y="133"/>
                    </a:cubicBezTo>
                    <a:lnTo>
                      <a:pt x="131" y="46"/>
                    </a:lnTo>
                    <a:cubicBezTo>
                      <a:pt x="131" y="41"/>
                      <a:pt x="129" y="37"/>
                      <a:pt x="128" y="36"/>
                    </a:cubicBezTo>
                    <a:lnTo>
                      <a:pt x="28" y="27"/>
                    </a:lnTo>
                    <a:close/>
                    <a:moveTo>
                      <a:pt x="26" y="169"/>
                    </a:moveTo>
                    <a:lnTo>
                      <a:pt x="26" y="169"/>
                    </a:lnTo>
                    <a:cubicBezTo>
                      <a:pt x="11" y="169"/>
                      <a:pt x="0" y="152"/>
                      <a:pt x="0" y="130"/>
                    </a:cubicBezTo>
                    <a:lnTo>
                      <a:pt x="0" y="37"/>
                    </a:lnTo>
                    <a:cubicBezTo>
                      <a:pt x="0" y="16"/>
                      <a:pt x="11" y="0"/>
                      <a:pt x="26" y="0"/>
                    </a:cubicBezTo>
                    <a:lnTo>
                      <a:pt x="29" y="0"/>
                    </a:lnTo>
                    <a:lnTo>
                      <a:pt x="132" y="9"/>
                    </a:lnTo>
                    <a:cubicBezTo>
                      <a:pt x="147" y="12"/>
                      <a:pt x="158" y="27"/>
                      <a:pt x="158" y="46"/>
                    </a:cubicBezTo>
                    <a:lnTo>
                      <a:pt x="158" y="133"/>
                    </a:lnTo>
                    <a:cubicBezTo>
                      <a:pt x="158" y="152"/>
                      <a:pt x="147" y="167"/>
                      <a:pt x="132" y="168"/>
                    </a:cubicBezTo>
                    <a:lnTo>
                      <a:pt x="26" y="16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2" name="Freeform 40"/>
              <p:cNvSpPr>
                <a:spLocks noEditPoints="1"/>
              </p:cNvSpPr>
              <p:nvPr/>
            </p:nvSpPr>
            <p:spPr bwMode="auto">
              <a:xfrm>
                <a:off x="1085850" y="3117851"/>
                <a:ext cx="61913" cy="69850"/>
              </a:xfrm>
              <a:custGeom>
                <a:avLst/>
                <a:gdLst>
                  <a:gd name="T0" fmla="*/ 2147483646 w 131"/>
                  <a:gd name="T1" fmla="*/ 2147483646 h 147"/>
                  <a:gd name="T2" fmla="*/ 2147483646 w 131"/>
                  <a:gd name="T3" fmla="*/ 2147483646 h 147"/>
                  <a:gd name="T4" fmla="*/ 2147483646 w 131"/>
                  <a:gd name="T5" fmla="*/ 2147483646 h 147"/>
                  <a:gd name="T6" fmla="*/ 2147483646 w 131"/>
                  <a:gd name="T7" fmla="*/ 2147483646 h 147"/>
                  <a:gd name="T8" fmla="*/ 2147483646 w 131"/>
                  <a:gd name="T9" fmla="*/ 2147483646 h 147"/>
                  <a:gd name="T10" fmla="*/ 2147483646 w 131"/>
                  <a:gd name="T11" fmla="*/ 2147483646 h 147"/>
                  <a:gd name="T12" fmla="*/ 2147483646 w 131"/>
                  <a:gd name="T13" fmla="*/ 2147483646 h 147"/>
                  <a:gd name="T14" fmla="*/ 2147483646 w 131"/>
                  <a:gd name="T15" fmla="*/ 2147483646 h 147"/>
                  <a:gd name="T16" fmla="*/ 2147483646 w 131"/>
                  <a:gd name="T17" fmla="*/ 2147483646 h 147"/>
                  <a:gd name="T18" fmla="*/ 2147483646 w 131"/>
                  <a:gd name="T19" fmla="*/ 2147483646 h 147"/>
                  <a:gd name="T20" fmla="*/ 2147483646 w 131"/>
                  <a:gd name="T21" fmla="*/ 2147483646 h 147"/>
                  <a:gd name="T22" fmla="*/ 2147483646 w 131"/>
                  <a:gd name="T23" fmla="*/ 2147483646 h 147"/>
                  <a:gd name="T24" fmla="*/ 0 w 131"/>
                  <a:gd name="T25" fmla="*/ 2147483646 h 147"/>
                  <a:gd name="T26" fmla="*/ 0 w 131"/>
                  <a:gd name="T27" fmla="*/ 2147483646 h 147"/>
                  <a:gd name="T28" fmla="*/ 2147483646 w 131"/>
                  <a:gd name="T29" fmla="*/ 0 h 147"/>
                  <a:gd name="T30" fmla="*/ 2147483646 w 131"/>
                  <a:gd name="T31" fmla="*/ 0 h 147"/>
                  <a:gd name="T32" fmla="*/ 2147483646 w 131"/>
                  <a:gd name="T33" fmla="*/ 2147483646 h 147"/>
                  <a:gd name="T34" fmla="*/ 2147483646 w 131"/>
                  <a:gd name="T35" fmla="*/ 2147483646 h 147"/>
                  <a:gd name="T36" fmla="*/ 2147483646 w 131"/>
                  <a:gd name="T37" fmla="*/ 2147483646 h 147"/>
                  <a:gd name="T38" fmla="*/ 2147483646 w 131"/>
                  <a:gd name="T39" fmla="*/ 2147483646 h 147"/>
                  <a:gd name="T40" fmla="*/ 2147483646 w 131"/>
                  <a:gd name="T41" fmla="*/ 2147483646 h 14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1"/>
                  <a:gd name="T64" fmla="*/ 0 h 147"/>
                  <a:gd name="T65" fmla="*/ 131 w 131"/>
                  <a:gd name="T66" fmla="*/ 147 h 14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1" h="147">
                    <a:moveTo>
                      <a:pt x="28" y="27"/>
                    </a:moveTo>
                    <a:lnTo>
                      <a:pt x="28" y="27"/>
                    </a:lnTo>
                    <a:cubicBezTo>
                      <a:pt x="27" y="28"/>
                      <a:pt x="27" y="31"/>
                      <a:pt x="27" y="34"/>
                    </a:cubicBezTo>
                    <a:lnTo>
                      <a:pt x="27" y="112"/>
                    </a:lnTo>
                    <a:cubicBezTo>
                      <a:pt x="27" y="116"/>
                      <a:pt x="28" y="119"/>
                      <a:pt x="28" y="120"/>
                    </a:cubicBezTo>
                    <a:lnTo>
                      <a:pt x="104" y="119"/>
                    </a:lnTo>
                    <a:cubicBezTo>
                      <a:pt x="103" y="119"/>
                      <a:pt x="105" y="117"/>
                      <a:pt x="105" y="114"/>
                    </a:cubicBezTo>
                    <a:lnTo>
                      <a:pt x="105" y="46"/>
                    </a:lnTo>
                    <a:cubicBezTo>
                      <a:pt x="105" y="42"/>
                      <a:pt x="103" y="40"/>
                      <a:pt x="102" y="39"/>
                    </a:cubicBezTo>
                    <a:lnTo>
                      <a:pt x="28" y="27"/>
                    </a:lnTo>
                    <a:close/>
                    <a:moveTo>
                      <a:pt x="27" y="147"/>
                    </a:moveTo>
                    <a:lnTo>
                      <a:pt x="27" y="147"/>
                    </a:lnTo>
                    <a:cubicBezTo>
                      <a:pt x="11" y="147"/>
                      <a:pt x="0" y="132"/>
                      <a:pt x="0" y="112"/>
                    </a:cubicBezTo>
                    <a:lnTo>
                      <a:pt x="0" y="34"/>
                    </a:lnTo>
                    <a:cubicBezTo>
                      <a:pt x="0" y="15"/>
                      <a:pt x="11" y="0"/>
                      <a:pt x="26" y="0"/>
                    </a:cubicBezTo>
                    <a:lnTo>
                      <a:pt x="29" y="0"/>
                    </a:lnTo>
                    <a:lnTo>
                      <a:pt x="106" y="13"/>
                    </a:lnTo>
                    <a:cubicBezTo>
                      <a:pt x="120" y="15"/>
                      <a:pt x="131" y="29"/>
                      <a:pt x="131" y="46"/>
                    </a:cubicBezTo>
                    <a:lnTo>
                      <a:pt x="131" y="114"/>
                    </a:lnTo>
                    <a:cubicBezTo>
                      <a:pt x="131" y="131"/>
                      <a:pt x="120" y="145"/>
                      <a:pt x="105" y="146"/>
                    </a:cubicBezTo>
                    <a:lnTo>
                      <a:pt x="27" y="147"/>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3" name="Freeform 41"/>
              <p:cNvSpPr>
                <a:spLocks noEditPoints="1"/>
              </p:cNvSpPr>
              <p:nvPr/>
            </p:nvSpPr>
            <p:spPr bwMode="auto">
              <a:xfrm>
                <a:off x="958850" y="3241676"/>
                <a:ext cx="74613" cy="79375"/>
              </a:xfrm>
              <a:custGeom>
                <a:avLst/>
                <a:gdLst>
                  <a:gd name="T0" fmla="*/ 2147483646 w 158"/>
                  <a:gd name="T1" fmla="*/ 2147483646 h 169"/>
                  <a:gd name="T2" fmla="*/ 2147483646 w 158"/>
                  <a:gd name="T3" fmla="*/ 2147483646 h 169"/>
                  <a:gd name="T4" fmla="*/ 2147483646 w 158"/>
                  <a:gd name="T5" fmla="*/ 2147483646 h 169"/>
                  <a:gd name="T6" fmla="*/ 2147483646 w 158"/>
                  <a:gd name="T7" fmla="*/ 2147483646 h 169"/>
                  <a:gd name="T8" fmla="*/ 2147483646 w 158"/>
                  <a:gd name="T9" fmla="*/ 2147483646 h 169"/>
                  <a:gd name="T10" fmla="*/ 2147483646 w 158"/>
                  <a:gd name="T11" fmla="*/ 2147483646 h 169"/>
                  <a:gd name="T12" fmla="*/ 2147483646 w 158"/>
                  <a:gd name="T13" fmla="*/ 2147483646 h 169"/>
                  <a:gd name="T14" fmla="*/ 2147483646 w 158"/>
                  <a:gd name="T15" fmla="*/ 2147483646 h 169"/>
                  <a:gd name="T16" fmla="*/ 2147483646 w 158"/>
                  <a:gd name="T17" fmla="*/ 2147483646 h 169"/>
                  <a:gd name="T18" fmla="*/ 2147483646 w 158"/>
                  <a:gd name="T19" fmla="*/ 2147483646 h 169"/>
                  <a:gd name="T20" fmla="*/ 2147483646 w 158"/>
                  <a:gd name="T21" fmla="*/ 2147483646 h 169"/>
                  <a:gd name="T22" fmla="*/ 2147483646 w 158"/>
                  <a:gd name="T23" fmla="*/ 2147483646 h 169"/>
                  <a:gd name="T24" fmla="*/ 0 w 158"/>
                  <a:gd name="T25" fmla="*/ 2147483646 h 169"/>
                  <a:gd name="T26" fmla="*/ 0 w 158"/>
                  <a:gd name="T27" fmla="*/ 2147483646 h 169"/>
                  <a:gd name="T28" fmla="*/ 2147483646 w 158"/>
                  <a:gd name="T29" fmla="*/ 0 h 169"/>
                  <a:gd name="T30" fmla="*/ 2147483646 w 158"/>
                  <a:gd name="T31" fmla="*/ 0 h 169"/>
                  <a:gd name="T32" fmla="*/ 2147483646 w 158"/>
                  <a:gd name="T33" fmla="*/ 2147483646 h 169"/>
                  <a:gd name="T34" fmla="*/ 2147483646 w 158"/>
                  <a:gd name="T35" fmla="*/ 2147483646 h 169"/>
                  <a:gd name="T36" fmla="*/ 2147483646 w 158"/>
                  <a:gd name="T37" fmla="*/ 2147483646 h 169"/>
                  <a:gd name="T38" fmla="*/ 2147483646 w 158"/>
                  <a:gd name="T39" fmla="*/ 2147483646 h 169"/>
                  <a:gd name="T40" fmla="*/ 2147483646 w 158"/>
                  <a:gd name="T41" fmla="*/ 2147483646 h 1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8"/>
                  <a:gd name="T64" fmla="*/ 0 h 169"/>
                  <a:gd name="T65" fmla="*/ 158 w 158"/>
                  <a:gd name="T66" fmla="*/ 169 h 1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8" h="169">
                    <a:moveTo>
                      <a:pt x="28" y="27"/>
                    </a:moveTo>
                    <a:lnTo>
                      <a:pt x="28" y="27"/>
                    </a:lnTo>
                    <a:cubicBezTo>
                      <a:pt x="27" y="29"/>
                      <a:pt x="26" y="32"/>
                      <a:pt x="26" y="38"/>
                    </a:cubicBezTo>
                    <a:lnTo>
                      <a:pt x="26" y="130"/>
                    </a:lnTo>
                    <a:cubicBezTo>
                      <a:pt x="26" y="136"/>
                      <a:pt x="27" y="140"/>
                      <a:pt x="29" y="142"/>
                    </a:cubicBezTo>
                    <a:lnTo>
                      <a:pt x="129" y="134"/>
                    </a:lnTo>
                    <a:cubicBezTo>
                      <a:pt x="130" y="133"/>
                      <a:pt x="131" y="130"/>
                      <a:pt x="131" y="126"/>
                    </a:cubicBezTo>
                    <a:lnTo>
                      <a:pt x="131" y="39"/>
                    </a:lnTo>
                    <a:cubicBezTo>
                      <a:pt x="131" y="34"/>
                      <a:pt x="129" y="31"/>
                      <a:pt x="128" y="29"/>
                    </a:cubicBezTo>
                    <a:lnTo>
                      <a:pt x="28" y="27"/>
                    </a:lnTo>
                    <a:close/>
                    <a:moveTo>
                      <a:pt x="26" y="169"/>
                    </a:moveTo>
                    <a:lnTo>
                      <a:pt x="26" y="169"/>
                    </a:lnTo>
                    <a:cubicBezTo>
                      <a:pt x="11" y="169"/>
                      <a:pt x="0" y="153"/>
                      <a:pt x="0" y="130"/>
                    </a:cubicBezTo>
                    <a:lnTo>
                      <a:pt x="0" y="38"/>
                    </a:lnTo>
                    <a:cubicBezTo>
                      <a:pt x="0" y="16"/>
                      <a:pt x="11" y="0"/>
                      <a:pt x="26" y="0"/>
                    </a:cubicBezTo>
                    <a:lnTo>
                      <a:pt x="28" y="0"/>
                    </a:lnTo>
                    <a:lnTo>
                      <a:pt x="133" y="3"/>
                    </a:lnTo>
                    <a:cubicBezTo>
                      <a:pt x="147" y="5"/>
                      <a:pt x="158" y="20"/>
                      <a:pt x="158" y="39"/>
                    </a:cubicBezTo>
                    <a:lnTo>
                      <a:pt x="158" y="126"/>
                    </a:lnTo>
                    <a:cubicBezTo>
                      <a:pt x="158" y="145"/>
                      <a:pt x="147" y="160"/>
                      <a:pt x="132" y="161"/>
                    </a:cubicBezTo>
                    <a:lnTo>
                      <a:pt x="26" y="16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4" name="Freeform 42"/>
              <p:cNvSpPr>
                <a:spLocks noEditPoints="1"/>
              </p:cNvSpPr>
              <p:nvPr/>
            </p:nvSpPr>
            <p:spPr bwMode="auto">
              <a:xfrm>
                <a:off x="1084263" y="3240088"/>
                <a:ext cx="63500" cy="68263"/>
              </a:xfrm>
              <a:custGeom>
                <a:avLst/>
                <a:gdLst>
                  <a:gd name="T0" fmla="*/ 2147483646 w 135"/>
                  <a:gd name="T1" fmla="*/ 2147483646 h 144"/>
                  <a:gd name="T2" fmla="*/ 2147483646 w 135"/>
                  <a:gd name="T3" fmla="*/ 2147483646 h 144"/>
                  <a:gd name="T4" fmla="*/ 2147483646 w 135"/>
                  <a:gd name="T5" fmla="*/ 2147483646 h 144"/>
                  <a:gd name="T6" fmla="*/ 2147483646 w 135"/>
                  <a:gd name="T7" fmla="*/ 2147483646 h 144"/>
                  <a:gd name="T8" fmla="*/ 2147483646 w 135"/>
                  <a:gd name="T9" fmla="*/ 2147483646 h 144"/>
                  <a:gd name="T10" fmla="*/ 2147483646 w 135"/>
                  <a:gd name="T11" fmla="*/ 2147483646 h 144"/>
                  <a:gd name="T12" fmla="*/ 2147483646 w 135"/>
                  <a:gd name="T13" fmla="*/ 2147483646 h 144"/>
                  <a:gd name="T14" fmla="*/ 2147483646 w 135"/>
                  <a:gd name="T15" fmla="*/ 2147483646 h 144"/>
                  <a:gd name="T16" fmla="*/ 2147483646 w 135"/>
                  <a:gd name="T17" fmla="*/ 2147483646 h 144"/>
                  <a:gd name="T18" fmla="*/ 2147483646 w 135"/>
                  <a:gd name="T19" fmla="*/ 2147483646 h 144"/>
                  <a:gd name="T20" fmla="*/ 2147483646 w 135"/>
                  <a:gd name="T21" fmla="*/ 2147483646 h 144"/>
                  <a:gd name="T22" fmla="*/ 2147483646 w 135"/>
                  <a:gd name="T23" fmla="*/ 2147483646 h 144"/>
                  <a:gd name="T24" fmla="*/ 0 w 135"/>
                  <a:gd name="T25" fmla="*/ 2147483646 h 144"/>
                  <a:gd name="T26" fmla="*/ 0 w 135"/>
                  <a:gd name="T27" fmla="*/ 2147483646 h 144"/>
                  <a:gd name="T28" fmla="*/ 2147483646 w 135"/>
                  <a:gd name="T29" fmla="*/ 0 h 144"/>
                  <a:gd name="T30" fmla="*/ 2147483646 w 135"/>
                  <a:gd name="T31" fmla="*/ 0 h 144"/>
                  <a:gd name="T32" fmla="*/ 2147483646 w 135"/>
                  <a:gd name="T33" fmla="*/ 2147483646 h 144"/>
                  <a:gd name="T34" fmla="*/ 2147483646 w 135"/>
                  <a:gd name="T35" fmla="*/ 2147483646 h 144"/>
                  <a:gd name="T36" fmla="*/ 2147483646 w 135"/>
                  <a:gd name="T37" fmla="*/ 2147483646 h 144"/>
                  <a:gd name="T38" fmla="*/ 2147483646 w 135"/>
                  <a:gd name="T39" fmla="*/ 2147483646 h 144"/>
                  <a:gd name="T40" fmla="*/ 2147483646 w 135"/>
                  <a:gd name="T41" fmla="*/ 2147483646 h 1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5"/>
                  <a:gd name="T64" fmla="*/ 0 h 144"/>
                  <a:gd name="T65" fmla="*/ 135 w 135"/>
                  <a:gd name="T66" fmla="*/ 144 h 1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5" h="144">
                    <a:moveTo>
                      <a:pt x="27" y="27"/>
                    </a:moveTo>
                    <a:lnTo>
                      <a:pt x="27" y="27"/>
                    </a:lnTo>
                    <a:cubicBezTo>
                      <a:pt x="27" y="28"/>
                      <a:pt x="26" y="30"/>
                      <a:pt x="26" y="33"/>
                    </a:cubicBezTo>
                    <a:lnTo>
                      <a:pt x="26" y="110"/>
                    </a:lnTo>
                    <a:cubicBezTo>
                      <a:pt x="26" y="113"/>
                      <a:pt x="27" y="115"/>
                      <a:pt x="27" y="117"/>
                    </a:cubicBezTo>
                    <a:lnTo>
                      <a:pt x="107" y="111"/>
                    </a:lnTo>
                    <a:cubicBezTo>
                      <a:pt x="108" y="110"/>
                      <a:pt x="108" y="108"/>
                      <a:pt x="108" y="106"/>
                    </a:cubicBezTo>
                    <a:lnTo>
                      <a:pt x="108" y="34"/>
                    </a:lnTo>
                    <a:cubicBezTo>
                      <a:pt x="108" y="32"/>
                      <a:pt x="108" y="30"/>
                      <a:pt x="107" y="29"/>
                    </a:cubicBezTo>
                    <a:lnTo>
                      <a:pt x="27" y="27"/>
                    </a:lnTo>
                    <a:close/>
                    <a:moveTo>
                      <a:pt x="24" y="144"/>
                    </a:moveTo>
                    <a:lnTo>
                      <a:pt x="24" y="144"/>
                    </a:lnTo>
                    <a:cubicBezTo>
                      <a:pt x="10" y="144"/>
                      <a:pt x="0" y="129"/>
                      <a:pt x="0" y="110"/>
                    </a:cubicBezTo>
                    <a:lnTo>
                      <a:pt x="0" y="33"/>
                    </a:lnTo>
                    <a:cubicBezTo>
                      <a:pt x="0" y="14"/>
                      <a:pt x="10" y="0"/>
                      <a:pt x="24" y="0"/>
                    </a:cubicBezTo>
                    <a:lnTo>
                      <a:pt x="25" y="0"/>
                    </a:lnTo>
                    <a:lnTo>
                      <a:pt x="112" y="2"/>
                    </a:lnTo>
                    <a:cubicBezTo>
                      <a:pt x="125" y="4"/>
                      <a:pt x="135" y="18"/>
                      <a:pt x="135" y="34"/>
                    </a:cubicBezTo>
                    <a:lnTo>
                      <a:pt x="135" y="106"/>
                    </a:lnTo>
                    <a:cubicBezTo>
                      <a:pt x="135" y="123"/>
                      <a:pt x="125" y="136"/>
                      <a:pt x="111" y="137"/>
                    </a:cubicBezTo>
                    <a:lnTo>
                      <a:pt x="24" y="14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5" name="Freeform 43"/>
              <p:cNvSpPr/>
              <p:nvPr/>
            </p:nvSpPr>
            <p:spPr bwMode="auto">
              <a:xfrm>
                <a:off x="917575" y="3063876"/>
                <a:ext cx="390525" cy="65088"/>
              </a:xfrm>
              <a:custGeom>
                <a:avLst/>
                <a:gdLst>
                  <a:gd name="T0" fmla="*/ 2147483646 w 828"/>
                  <a:gd name="T1" fmla="*/ 2147483646 h 140"/>
                  <a:gd name="T2" fmla="*/ 2147483646 w 828"/>
                  <a:gd name="T3" fmla="*/ 2147483646 h 140"/>
                  <a:gd name="T4" fmla="*/ 0 w 828"/>
                  <a:gd name="T5" fmla="*/ 2147483646 h 140"/>
                  <a:gd name="T6" fmla="*/ 2147483646 w 828"/>
                  <a:gd name="T7" fmla="*/ 0 h 140"/>
                  <a:gd name="T8" fmla="*/ 2147483646 w 828"/>
                  <a:gd name="T9" fmla="*/ 2147483646 h 140"/>
                  <a:gd name="T10" fmla="*/ 2147483646 w 828"/>
                  <a:gd name="T11" fmla="*/ 2147483646 h 140"/>
                  <a:gd name="T12" fmla="*/ 0 60000 65536"/>
                  <a:gd name="T13" fmla="*/ 0 60000 65536"/>
                  <a:gd name="T14" fmla="*/ 0 60000 65536"/>
                  <a:gd name="T15" fmla="*/ 0 60000 65536"/>
                  <a:gd name="T16" fmla="*/ 0 60000 65536"/>
                  <a:gd name="T17" fmla="*/ 0 60000 65536"/>
                  <a:gd name="T18" fmla="*/ 0 w 828"/>
                  <a:gd name="T19" fmla="*/ 0 h 140"/>
                  <a:gd name="T20" fmla="*/ 828 w 828"/>
                  <a:gd name="T21" fmla="*/ 140 h 140"/>
                </a:gdLst>
                <a:ahLst/>
                <a:cxnLst>
                  <a:cxn ang="T12">
                    <a:pos x="T0" y="T1"/>
                  </a:cxn>
                  <a:cxn ang="T13">
                    <a:pos x="T2" y="T3"/>
                  </a:cxn>
                  <a:cxn ang="T14">
                    <a:pos x="T4" y="T5"/>
                  </a:cxn>
                  <a:cxn ang="T15">
                    <a:pos x="T6" y="T7"/>
                  </a:cxn>
                  <a:cxn ang="T16">
                    <a:pos x="T8" y="T9"/>
                  </a:cxn>
                  <a:cxn ang="T17">
                    <a:pos x="T10" y="T11"/>
                  </a:cxn>
                </a:cxnLst>
                <a:rect l="T18" t="T19" r="T20" b="T21"/>
                <a:pathLst>
                  <a:path w="828" h="140">
                    <a:moveTo>
                      <a:pt x="826" y="140"/>
                    </a:moveTo>
                    <a:lnTo>
                      <a:pt x="826" y="140"/>
                    </a:lnTo>
                    <a:lnTo>
                      <a:pt x="0" y="13"/>
                    </a:lnTo>
                    <a:lnTo>
                      <a:pt x="2" y="0"/>
                    </a:lnTo>
                    <a:lnTo>
                      <a:pt x="828" y="127"/>
                    </a:lnTo>
                    <a:lnTo>
                      <a:pt x="826" y="14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6" name="Freeform 44"/>
              <p:cNvSpPr/>
              <p:nvPr/>
            </p:nvSpPr>
            <p:spPr bwMode="auto">
              <a:xfrm>
                <a:off x="917575" y="3211513"/>
                <a:ext cx="388938" cy="7938"/>
              </a:xfrm>
              <a:custGeom>
                <a:avLst/>
                <a:gdLst>
                  <a:gd name="T0" fmla="*/ 2147483646 w 826"/>
                  <a:gd name="T1" fmla="*/ 2147483646 h 18"/>
                  <a:gd name="T2" fmla="*/ 2147483646 w 826"/>
                  <a:gd name="T3" fmla="*/ 2147483646 h 18"/>
                  <a:gd name="T4" fmla="*/ 0 w 826"/>
                  <a:gd name="T5" fmla="*/ 2147483646 h 18"/>
                  <a:gd name="T6" fmla="*/ 0 w 826"/>
                  <a:gd name="T7" fmla="*/ 0 h 18"/>
                  <a:gd name="T8" fmla="*/ 2147483646 w 826"/>
                  <a:gd name="T9" fmla="*/ 2147483646 h 18"/>
                  <a:gd name="T10" fmla="*/ 2147483646 w 826"/>
                  <a:gd name="T11" fmla="*/ 2147483646 h 18"/>
                  <a:gd name="T12" fmla="*/ 0 60000 65536"/>
                  <a:gd name="T13" fmla="*/ 0 60000 65536"/>
                  <a:gd name="T14" fmla="*/ 0 60000 65536"/>
                  <a:gd name="T15" fmla="*/ 0 60000 65536"/>
                  <a:gd name="T16" fmla="*/ 0 60000 65536"/>
                  <a:gd name="T17" fmla="*/ 0 60000 65536"/>
                  <a:gd name="T18" fmla="*/ 0 w 826"/>
                  <a:gd name="T19" fmla="*/ 0 h 18"/>
                  <a:gd name="T20" fmla="*/ 826 w 826"/>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826" h="18">
                    <a:moveTo>
                      <a:pt x="826" y="18"/>
                    </a:moveTo>
                    <a:lnTo>
                      <a:pt x="826" y="18"/>
                    </a:lnTo>
                    <a:lnTo>
                      <a:pt x="0" y="13"/>
                    </a:lnTo>
                    <a:lnTo>
                      <a:pt x="0" y="0"/>
                    </a:lnTo>
                    <a:lnTo>
                      <a:pt x="826" y="4"/>
                    </a:lnTo>
                    <a:lnTo>
                      <a:pt x="826" y="1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7" name="Freeform 45"/>
              <p:cNvSpPr/>
              <p:nvPr/>
            </p:nvSpPr>
            <p:spPr bwMode="auto">
              <a:xfrm>
                <a:off x="917575" y="3311526"/>
                <a:ext cx="390525" cy="41275"/>
              </a:xfrm>
              <a:custGeom>
                <a:avLst/>
                <a:gdLst>
                  <a:gd name="T0" fmla="*/ 2147483646 w 827"/>
                  <a:gd name="T1" fmla="*/ 2147483646 h 88"/>
                  <a:gd name="T2" fmla="*/ 2147483646 w 827"/>
                  <a:gd name="T3" fmla="*/ 2147483646 h 88"/>
                  <a:gd name="T4" fmla="*/ 0 w 827"/>
                  <a:gd name="T5" fmla="*/ 2147483646 h 88"/>
                  <a:gd name="T6" fmla="*/ 2147483646 w 827"/>
                  <a:gd name="T7" fmla="*/ 0 h 88"/>
                  <a:gd name="T8" fmla="*/ 2147483646 w 827"/>
                  <a:gd name="T9" fmla="*/ 2147483646 h 88"/>
                  <a:gd name="T10" fmla="*/ 2147483646 w 827"/>
                  <a:gd name="T11" fmla="*/ 2147483646 h 88"/>
                  <a:gd name="T12" fmla="*/ 0 60000 65536"/>
                  <a:gd name="T13" fmla="*/ 0 60000 65536"/>
                  <a:gd name="T14" fmla="*/ 0 60000 65536"/>
                  <a:gd name="T15" fmla="*/ 0 60000 65536"/>
                  <a:gd name="T16" fmla="*/ 0 60000 65536"/>
                  <a:gd name="T17" fmla="*/ 0 60000 65536"/>
                  <a:gd name="T18" fmla="*/ 0 w 827"/>
                  <a:gd name="T19" fmla="*/ 0 h 88"/>
                  <a:gd name="T20" fmla="*/ 827 w 827"/>
                  <a:gd name="T21" fmla="*/ 88 h 88"/>
                </a:gdLst>
                <a:ahLst/>
                <a:cxnLst>
                  <a:cxn ang="T12">
                    <a:pos x="T0" y="T1"/>
                  </a:cxn>
                  <a:cxn ang="T13">
                    <a:pos x="T2" y="T3"/>
                  </a:cxn>
                  <a:cxn ang="T14">
                    <a:pos x="T4" y="T5"/>
                  </a:cxn>
                  <a:cxn ang="T15">
                    <a:pos x="T6" y="T7"/>
                  </a:cxn>
                  <a:cxn ang="T16">
                    <a:pos x="T8" y="T9"/>
                  </a:cxn>
                  <a:cxn ang="T17">
                    <a:pos x="T10" y="T11"/>
                  </a:cxn>
                </a:cxnLst>
                <a:rect l="T18" t="T19" r="T20" b="T21"/>
                <a:pathLst>
                  <a:path w="827" h="88">
                    <a:moveTo>
                      <a:pt x="1" y="88"/>
                    </a:moveTo>
                    <a:lnTo>
                      <a:pt x="1" y="88"/>
                    </a:lnTo>
                    <a:lnTo>
                      <a:pt x="0" y="75"/>
                    </a:lnTo>
                    <a:lnTo>
                      <a:pt x="826" y="0"/>
                    </a:lnTo>
                    <a:lnTo>
                      <a:pt x="827" y="13"/>
                    </a:lnTo>
                    <a:lnTo>
                      <a:pt x="1" y="8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8" name="Freeform 46"/>
              <p:cNvSpPr/>
              <p:nvPr/>
            </p:nvSpPr>
            <p:spPr bwMode="auto">
              <a:xfrm>
                <a:off x="955675" y="3373438"/>
                <a:ext cx="80963" cy="26988"/>
              </a:xfrm>
              <a:custGeom>
                <a:avLst/>
                <a:gdLst>
                  <a:gd name="T0" fmla="*/ 2147483646 w 173"/>
                  <a:gd name="T1" fmla="*/ 2147483646 h 58"/>
                  <a:gd name="T2" fmla="*/ 2147483646 w 173"/>
                  <a:gd name="T3" fmla="*/ 2147483646 h 58"/>
                  <a:gd name="T4" fmla="*/ 2147483646 w 173"/>
                  <a:gd name="T5" fmla="*/ 2147483646 h 58"/>
                  <a:gd name="T6" fmla="*/ 2147483646 w 173"/>
                  <a:gd name="T7" fmla="*/ 2147483646 h 58"/>
                  <a:gd name="T8" fmla="*/ 2147483646 w 173"/>
                  <a:gd name="T9" fmla="*/ 2147483646 h 58"/>
                  <a:gd name="T10" fmla="*/ 2147483646 w 173"/>
                  <a:gd name="T11" fmla="*/ 0 h 58"/>
                  <a:gd name="T12" fmla="*/ 2147483646 w 173"/>
                  <a:gd name="T13" fmla="*/ 2147483646 h 58"/>
                  <a:gd name="T14" fmla="*/ 0 w 173"/>
                  <a:gd name="T15" fmla="*/ 2147483646 h 58"/>
                  <a:gd name="T16" fmla="*/ 2147483646 w 173"/>
                  <a:gd name="T17" fmla="*/ 2147483646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3"/>
                  <a:gd name="T28" fmla="*/ 0 h 58"/>
                  <a:gd name="T29" fmla="*/ 173 w 173"/>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3" h="58">
                    <a:moveTo>
                      <a:pt x="16" y="58"/>
                    </a:moveTo>
                    <a:lnTo>
                      <a:pt x="16" y="58"/>
                    </a:lnTo>
                    <a:lnTo>
                      <a:pt x="157" y="43"/>
                    </a:lnTo>
                    <a:cubicBezTo>
                      <a:pt x="166" y="43"/>
                      <a:pt x="173" y="33"/>
                      <a:pt x="173" y="21"/>
                    </a:cubicBezTo>
                    <a:cubicBezTo>
                      <a:pt x="173" y="10"/>
                      <a:pt x="166" y="0"/>
                      <a:pt x="157" y="0"/>
                    </a:cubicBezTo>
                    <a:lnTo>
                      <a:pt x="16" y="15"/>
                    </a:lnTo>
                    <a:cubicBezTo>
                      <a:pt x="8" y="15"/>
                      <a:pt x="0" y="25"/>
                      <a:pt x="0" y="36"/>
                    </a:cubicBezTo>
                    <a:cubicBezTo>
                      <a:pt x="0" y="48"/>
                      <a:pt x="8" y="58"/>
                      <a:pt x="16" y="58"/>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9" name="Freeform 47"/>
              <p:cNvSpPr/>
              <p:nvPr/>
            </p:nvSpPr>
            <p:spPr bwMode="auto">
              <a:xfrm>
                <a:off x="955675" y="3409951"/>
                <a:ext cx="80963" cy="30163"/>
              </a:xfrm>
              <a:custGeom>
                <a:avLst/>
                <a:gdLst>
                  <a:gd name="T0" fmla="*/ 2147483646 w 173"/>
                  <a:gd name="T1" fmla="*/ 0 h 63"/>
                  <a:gd name="T2" fmla="*/ 2147483646 w 173"/>
                  <a:gd name="T3" fmla="*/ 0 h 63"/>
                  <a:gd name="T4" fmla="*/ 2147483646 w 173"/>
                  <a:gd name="T5" fmla="*/ 0 h 63"/>
                  <a:gd name="T6" fmla="*/ 2147483646 w 173"/>
                  <a:gd name="T7" fmla="*/ 2147483646 h 63"/>
                  <a:gd name="T8" fmla="*/ 0 w 173"/>
                  <a:gd name="T9" fmla="*/ 2147483646 h 63"/>
                  <a:gd name="T10" fmla="*/ 2147483646 w 173"/>
                  <a:gd name="T11" fmla="*/ 2147483646 h 63"/>
                  <a:gd name="T12" fmla="*/ 2147483646 w 173"/>
                  <a:gd name="T13" fmla="*/ 2147483646 h 63"/>
                  <a:gd name="T14" fmla="*/ 2147483646 w 173"/>
                  <a:gd name="T15" fmla="*/ 2147483646 h 63"/>
                  <a:gd name="T16" fmla="*/ 2147483646 w 173"/>
                  <a:gd name="T17" fmla="*/ 2147483646 h 63"/>
                  <a:gd name="T18" fmla="*/ 2147483646 w 173"/>
                  <a:gd name="T19" fmla="*/ 0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3"/>
                  <a:gd name="T31" fmla="*/ 0 h 63"/>
                  <a:gd name="T32" fmla="*/ 173 w 173"/>
                  <a:gd name="T33" fmla="*/ 63 h 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3" h="63">
                    <a:moveTo>
                      <a:pt x="157" y="0"/>
                    </a:moveTo>
                    <a:lnTo>
                      <a:pt x="157" y="0"/>
                    </a:lnTo>
                    <a:lnTo>
                      <a:pt x="156" y="0"/>
                    </a:lnTo>
                    <a:lnTo>
                      <a:pt x="16" y="20"/>
                    </a:lnTo>
                    <a:cubicBezTo>
                      <a:pt x="8" y="20"/>
                      <a:pt x="0" y="30"/>
                      <a:pt x="0" y="42"/>
                    </a:cubicBezTo>
                    <a:cubicBezTo>
                      <a:pt x="0" y="54"/>
                      <a:pt x="8" y="63"/>
                      <a:pt x="16" y="63"/>
                    </a:cubicBezTo>
                    <a:lnTo>
                      <a:pt x="17" y="63"/>
                    </a:lnTo>
                    <a:lnTo>
                      <a:pt x="157" y="43"/>
                    </a:lnTo>
                    <a:cubicBezTo>
                      <a:pt x="166" y="43"/>
                      <a:pt x="173" y="33"/>
                      <a:pt x="173" y="21"/>
                    </a:cubicBezTo>
                    <a:cubicBezTo>
                      <a:pt x="173" y="9"/>
                      <a:pt x="166" y="0"/>
                      <a:pt x="157" y="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0" name="Freeform 48"/>
              <p:cNvSpPr/>
              <p:nvPr/>
            </p:nvSpPr>
            <p:spPr bwMode="auto">
              <a:xfrm>
                <a:off x="1084263" y="3362326"/>
                <a:ext cx="61913" cy="20638"/>
              </a:xfrm>
              <a:custGeom>
                <a:avLst/>
                <a:gdLst>
                  <a:gd name="T0" fmla="*/ 2147483646 w 133"/>
                  <a:gd name="T1" fmla="*/ 2147483646 h 45"/>
                  <a:gd name="T2" fmla="*/ 2147483646 w 133"/>
                  <a:gd name="T3" fmla="*/ 2147483646 h 45"/>
                  <a:gd name="T4" fmla="*/ 2147483646 w 133"/>
                  <a:gd name="T5" fmla="*/ 2147483646 h 45"/>
                  <a:gd name="T6" fmla="*/ 2147483646 w 133"/>
                  <a:gd name="T7" fmla="*/ 2147483646 h 45"/>
                  <a:gd name="T8" fmla="*/ 2147483646 w 133"/>
                  <a:gd name="T9" fmla="*/ 2147483646 h 45"/>
                  <a:gd name="T10" fmla="*/ 2147483646 w 133"/>
                  <a:gd name="T11" fmla="*/ 0 h 45"/>
                  <a:gd name="T12" fmla="*/ 2147483646 w 133"/>
                  <a:gd name="T13" fmla="*/ 2147483646 h 45"/>
                  <a:gd name="T14" fmla="*/ 0 w 133"/>
                  <a:gd name="T15" fmla="*/ 2147483646 h 45"/>
                  <a:gd name="T16" fmla="*/ 2147483646 w 133"/>
                  <a:gd name="T17" fmla="*/ 2147483646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3"/>
                  <a:gd name="T28" fmla="*/ 0 h 45"/>
                  <a:gd name="T29" fmla="*/ 133 w 133"/>
                  <a:gd name="T30" fmla="*/ 45 h 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3" h="45">
                    <a:moveTo>
                      <a:pt x="12" y="45"/>
                    </a:moveTo>
                    <a:lnTo>
                      <a:pt x="12" y="45"/>
                    </a:lnTo>
                    <a:lnTo>
                      <a:pt x="120" y="33"/>
                    </a:lnTo>
                    <a:cubicBezTo>
                      <a:pt x="127" y="33"/>
                      <a:pt x="133" y="26"/>
                      <a:pt x="133" y="17"/>
                    </a:cubicBezTo>
                    <a:cubicBezTo>
                      <a:pt x="133" y="8"/>
                      <a:pt x="127" y="0"/>
                      <a:pt x="120" y="0"/>
                    </a:cubicBezTo>
                    <a:lnTo>
                      <a:pt x="12" y="12"/>
                    </a:lnTo>
                    <a:cubicBezTo>
                      <a:pt x="6" y="12"/>
                      <a:pt x="0" y="19"/>
                      <a:pt x="0" y="28"/>
                    </a:cubicBezTo>
                    <a:cubicBezTo>
                      <a:pt x="0" y="37"/>
                      <a:pt x="6" y="45"/>
                      <a:pt x="12" y="45"/>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1" name="Freeform 49"/>
              <p:cNvSpPr/>
              <p:nvPr/>
            </p:nvSpPr>
            <p:spPr bwMode="auto">
              <a:xfrm>
                <a:off x="1084263" y="3390901"/>
                <a:ext cx="61913" cy="22225"/>
              </a:xfrm>
              <a:custGeom>
                <a:avLst/>
                <a:gdLst>
                  <a:gd name="T0" fmla="*/ 2147483646 w 133"/>
                  <a:gd name="T1" fmla="*/ 0 h 49"/>
                  <a:gd name="T2" fmla="*/ 2147483646 w 133"/>
                  <a:gd name="T3" fmla="*/ 0 h 49"/>
                  <a:gd name="T4" fmla="*/ 2147483646 w 133"/>
                  <a:gd name="T5" fmla="*/ 0 h 49"/>
                  <a:gd name="T6" fmla="*/ 2147483646 w 133"/>
                  <a:gd name="T7" fmla="*/ 2147483646 h 49"/>
                  <a:gd name="T8" fmla="*/ 0 w 133"/>
                  <a:gd name="T9" fmla="*/ 2147483646 h 49"/>
                  <a:gd name="T10" fmla="*/ 2147483646 w 133"/>
                  <a:gd name="T11" fmla="*/ 2147483646 h 49"/>
                  <a:gd name="T12" fmla="*/ 2147483646 w 133"/>
                  <a:gd name="T13" fmla="*/ 2147483646 h 49"/>
                  <a:gd name="T14" fmla="*/ 2147483646 w 133"/>
                  <a:gd name="T15" fmla="*/ 2147483646 h 49"/>
                  <a:gd name="T16" fmla="*/ 2147483646 w 133"/>
                  <a:gd name="T17" fmla="*/ 2147483646 h 49"/>
                  <a:gd name="T18" fmla="*/ 2147483646 w 133"/>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3"/>
                  <a:gd name="T31" fmla="*/ 0 h 49"/>
                  <a:gd name="T32" fmla="*/ 133 w 133"/>
                  <a:gd name="T33" fmla="*/ 49 h 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3" h="49">
                    <a:moveTo>
                      <a:pt x="120" y="0"/>
                    </a:moveTo>
                    <a:lnTo>
                      <a:pt x="120" y="0"/>
                    </a:lnTo>
                    <a:lnTo>
                      <a:pt x="12" y="15"/>
                    </a:lnTo>
                    <a:cubicBezTo>
                      <a:pt x="6" y="15"/>
                      <a:pt x="0" y="23"/>
                      <a:pt x="0" y="32"/>
                    </a:cubicBezTo>
                    <a:cubicBezTo>
                      <a:pt x="0" y="41"/>
                      <a:pt x="6" y="49"/>
                      <a:pt x="12" y="49"/>
                    </a:cubicBezTo>
                    <a:lnTo>
                      <a:pt x="13" y="49"/>
                    </a:lnTo>
                    <a:lnTo>
                      <a:pt x="120" y="33"/>
                    </a:lnTo>
                    <a:cubicBezTo>
                      <a:pt x="127" y="33"/>
                      <a:pt x="133" y="25"/>
                      <a:pt x="133" y="16"/>
                    </a:cubicBezTo>
                    <a:cubicBezTo>
                      <a:pt x="133" y="7"/>
                      <a:pt x="127" y="0"/>
                      <a:pt x="120" y="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2" name="Freeform 50"/>
              <p:cNvSpPr>
                <a:spLocks noEditPoints="1"/>
              </p:cNvSpPr>
              <p:nvPr/>
            </p:nvSpPr>
            <p:spPr bwMode="auto">
              <a:xfrm>
                <a:off x="1182688" y="3025776"/>
                <a:ext cx="42863" cy="55563"/>
              </a:xfrm>
              <a:custGeom>
                <a:avLst/>
                <a:gdLst>
                  <a:gd name="T0" fmla="*/ 2147483646 w 92"/>
                  <a:gd name="T1" fmla="*/ 2147483646 h 121"/>
                  <a:gd name="T2" fmla="*/ 2147483646 w 92"/>
                  <a:gd name="T3" fmla="*/ 2147483646 h 121"/>
                  <a:gd name="T4" fmla="*/ 2147483646 w 92"/>
                  <a:gd name="T5" fmla="*/ 2147483646 h 121"/>
                  <a:gd name="T6" fmla="*/ 2147483646 w 92"/>
                  <a:gd name="T7" fmla="*/ 2147483646 h 121"/>
                  <a:gd name="T8" fmla="*/ 2147483646 w 92"/>
                  <a:gd name="T9" fmla="*/ 2147483646 h 121"/>
                  <a:gd name="T10" fmla="*/ 2147483646 w 92"/>
                  <a:gd name="T11" fmla="*/ 2147483646 h 121"/>
                  <a:gd name="T12" fmla="*/ 2147483646 w 92"/>
                  <a:gd name="T13" fmla="*/ 2147483646 h 121"/>
                  <a:gd name="T14" fmla="*/ 2147483646 w 92"/>
                  <a:gd name="T15" fmla="*/ 2147483646 h 121"/>
                  <a:gd name="T16" fmla="*/ 2147483646 w 92"/>
                  <a:gd name="T17" fmla="*/ 2147483646 h 121"/>
                  <a:gd name="T18" fmla="*/ 2147483646 w 92"/>
                  <a:gd name="T19" fmla="*/ 2147483646 h 121"/>
                  <a:gd name="T20" fmla="*/ 2147483646 w 92"/>
                  <a:gd name="T21" fmla="*/ 2147483646 h 121"/>
                  <a:gd name="T22" fmla="*/ 2147483646 w 92"/>
                  <a:gd name="T23" fmla="*/ 2147483646 h 121"/>
                  <a:gd name="T24" fmla="*/ 2147483646 w 92"/>
                  <a:gd name="T25" fmla="*/ 2147483646 h 121"/>
                  <a:gd name="T26" fmla="*/ 2147483646 w 92"/>
                  <a:gd name="T27" fmla="*/ 2147483646 h 121"/>
                  <a:gd name="T28" fmla="*/ 0 w 92"/>
                  <a:gd name="T29" fmla="*/ 2147483646 h 121"/>
                  <a:gd name="T30" fmla="*/ 0 w 92"/>
                  <a:gd name="T31" fmla="*/ 2147483646 h 121"/>
                  <a:gd name="T32" fmla="*/ 2147483646 w 92"/>
                  <a:gd name="T33" fmla="*/ 0 h 121"/>
                  <a:gd name="T34" fmla="*/ 2147483646 w 92"/>
                  <a:gd name="T35" fmla="*/ 2147483646 h 121"/>
                  <a:gd name="T36" fmla="*/ 2147483646 w 92"/>
                  <a:gd name="T37" fmla="*/ 2147483646 h 121"/>
                  <a:gd name="T38" fmla="*/ 2147483646 w 92"/>
                  <a:gd name="T39" fmla="*/ 2147483646 h 121"/>
                  <a:gd name="T40" fmla="*/ 2147483646 w 92"/>
                  <a:gd name="T41" fmla="*/ 2147483646 h 121"/>
                  <a:gd name="T42" fmla="*/ 2147483646 w 92"/>
                  <a:gd name="T43" fmla="*/ 2147483646 h 121"/>
                  <a:gd name="T44" fmla="*/ 2147483646 w 92"/>
                  <a:gd name="T45" fmla="*/ 2147483646 h 1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121"/>
                  <a:gd name="T71" fmla="*/ 92 w 92"/>
                  <a:gd name="T72" fmla="*/ 121 h 1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121">
                    <a:moveTo>
                      <a:pt x="22" y="97"/>
                    </a:moveTo>
                    <a:lnTo>
                      <a:pt x="22" y="97"/>
                    </a:lnTo>
                    <a:lnTo>
                      <a:pt x="69" y="101"/>
                    </a:lnTo>
                    <a:cubicBezTo>
                      <a:pt x="70" y="99"/>
                      <a:pt x="72" y="96"/>
                      <a:pt x="72" y="91"/>
                    </a:cubicBezTo>
                    <a:lnTo>
                      <a:pt x="72" y="48"/>
                    </a:lnTo>
                    <a:cubicBezTo>
                      <a:pt x="72" y="42"/>
                      <a:pt x="70" y="38"/>
                      <a:pt x="69" y="37"/>
                    </a:cubicBezTo>
                    <a:lnTo>
                      <a:pt x="22" y="21"/>
                    </a:lnTo>
                    <a:cubicBezTo>
                      <a:pt x="21" y="23"/>
                      <a:pt x="20" y="27"/>
                      <a:pt x="20" y="32"/>
                    </a:cubicBezTo>
                    <a:lnTo>
                      <a:pt x="20" y="84"/>
                    </a:lnTo>
                    <a:cubicBezTo>
                      <a:pt x="20" y="90"/>
                      <a:pt x="21" y="95"/>
                      <a:pt x="22" y="97"/>
                    </a:cubicBezTo>
                    <a:close/>
                    <a:moveTo>
                      <a:pt x="71" y="121"/>
                    </a:moveTo>
                    <a:lnTo>
                      <a:pt x="71" y="121"/>
                    </a:lnTo>
                    <a:lnTo>
                      <a:pt x="19" y="116"/>
                    </a:lnTo>
                    <a:cubicBezTo>
                      <a:pt x="15" y="116"/>
                      <a:pt x="8" y="114"/>
                      <a:pt x="4" y="104"/>
                    </a:cubicBezTo>
                    <a:cubicBezTo>
                      <a:pt x="1" y="98"/>
                      <a:pt x="0" y="91"/>
                      <a:pt x="0" y="84"/>
                    </a:cubicBezTo>
                    <a:lnTo>
                      <a:pt x="0" y="32"/>
                    </a:lnTo>
                    <a:cubicBezTo>
                      <a:pt x="0" y="13"/>
                      <a:pt x="8" y="0"/>
                      <a:pt x="19" y="0"/>
                    </a:cubicBezTo>
                    <a:lnTo>
                      <a:pt x="23" y="1"/>
                    </a:lnTo>
                    <a:lnTo>
                      <a:pt x="74" y="17"/>
                    </a:lnTo>
                    <a:cubicBezTo>
                      <a:pt x="85" y="20"/>
                      <a:pt x="92" y="35"/>
                      <a:pt x="92" y="48"/>
                    </a:cubicBezTo>
                    <a:lnTo>
                      <a:pt x="92" y="91"/>
                    </a:lnTo>
                    <a:cubicBezTo>
                      <a:pt x="92" y="107"/>
                      <a:pt x="83" y="120"/>
                      <a:pt x="72" y="121"/>
                    </a:cubicBezTo>
                    <a:lnTo>
                      <a:pt x="71" y="12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3" name="Freeform 51"/>
              <p:cNvSpPr>
                <a:spLocks noEditPoints="1"/>
              </p:cNvSpPr>
              <p:nvPr/>
            </p:nvSpPr>
            <p:spPr bwMode="auto">
              <a:xfrm>
                <a:off x="1182688" y="3135313"/>
                <a:ext cx="42863" cy="58738"/>
              </a:xfrm>
              <a:custGeom>
                <a:avLst/>
                <a:gdLst>
                  <a:gd name="T0" fmla="*/ 2147483646 w 92"/>
                  <a:gd name="T1" fmla="*/ 2147483646 h 127"/>
                  <a:gd name="T2" fmla="*/ 2147483646 w 92"/>
                  <a:gd name="T3" fmla="*/ 2147483646 h 127"/>
                  <a:gd name="T4" fmla="*/ 2147483646 w 92"/>
                  <a:gd name="T5" fmla="*/ 2147483646 h 127"/>
                  <a:gd name="T6" fmla="*/ 2147483646 w 92"/>
                  <a:gd name="T7" fmla="*/ 2147483646 h 127"/>
                  <a:gd name="T8" fmla="*/ 2147483646 w 92"/>
                  <a:gd name="T9" fmla="*/ 2147483646 h 127"/>
                  <a:gd name="T10" fmla="*/ 2147483646 w 92"/>
                  <a:gd name="T11" fmla="*/ 2147483646 h 127"/>
                  <a:gd name="T12" fmla="*/ 2147483646 w 92"/>
                  <a:gd name="T13" fmla="*/ 2147483646 h 127"/>
                  <a:gd name="T14" fmla="*/ 2147483646 w 92"/>
                  <a:gd name="T15" fmla="*/ 2147483646 h 127"/>
                  <a:gd name="T16" fmla="*/ 2147483646 w 92"/>
                  <a:gd name="T17" fmla="*/ 2147483646 h 127"/>
                  <a:gd name="T18" fmla="*/ 2147483646 w 92"/>
                  <a:gd name="T19" fmla="*/ 2147483646 h 127"/>
                  <a:gd name="T20" fmla="*/ 2147483646 w 92"/>
                  <a:gd name="T21" fmla="*/ 2147483646 h 127"/>
                  <a:gd name="T22" fmla="*/ 2147483646 w 92"/>
                  <a:gd name="T23" fmla="*/ 2147483646 h 127"/>
                  <a:gd name="T24" fmla="*/ 0 w 92"/>
                  <a:gd name="T25" fmla="*/ 2147483646 h 127"/>
                  <a:gd name="T26" fmla="*/ 0 w 92"/>
                  <a:gd name="T27" fmla="*/ 2147483646 h 127"/>
                  <a:gd name="T28" fmla="*/ 2147483646 w 92"/>
                  <a:gd name="T29" fmla="*/ 0 h 127"/>
                  <a:gd name="T30" fmla="*/ 2147483646 w 92"/>
                  <a:gd name="T31" fmla="*/ 0 h 127"/>
                  <a:gd name="T32" fmla="*/ 2147483646 w 92"/>
                  <a:gd name="T33" fmla="*/ 2147483646 h 127"/>
                  <a:gd name="T34" fmla="*/ 2147483646 w 92"/>
                  <a:gd name="T35" fmla="*/ 2147483646 h 127"/>
                  <a:gd name="T36" fmla="*/ 2147483646 w 92"/>
                  <a:gd name="T37" fmla="*/ 2147483646 h 127"/>
                  <a:gd name="T38" fmla="*/ 2147483646 w 92"/>
                  <a:gd name="T39" fmla="*/ 2147483646 h 127"/>
                  <a:gd name="T40" fmla="*/ 2147483646 w 92"/>
                  <a:gd name="T41" fmla="*/ 2147483646 h 1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
                  <a:gd name="T64" fmla="*/ 0 h 127"/>
                  <a:gd name="T65" fmla="*/ 92 w 92"/>
                  <a:gd name="T66" fmla="*/ 127 h 1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 h="127">
                    <a:moveTo>
                      <a:pt x="22" y="21"/>
                    </a:moveTo>
                    <a:lnTo>
                      <a:pt x="22" y="21"/>
                    </a:lnTo>
                    <a:cubicBezTo>
                      <a:pt x="21" y="23"/>
                      <a:pt x="20" y="26"/>
                      <a:pt x="20" y="30"/>
                    </a:cubicBezTo>
                    <a:lnTo>
                      <a:pt x="20" y="95"/>
                    </a:lnTo>
                    <a:cubicBezTo>
                      <a:pt x="20" y="101"/>
                      <a:pt x="21" y="105"/>
                      <a:pt x="22" y="106"/>
                    </a:cubicBezTo>
                    <a:lnTo>
                      <a:pt x="69" y="106"/>
                    </a:lnTo>
                    <a:cubicBezTo>
                      <a:pt x="70" y="105"/>
                      <a:pt x="72" y="102"/>
                      <a:pt x="72" y="97"/>
                    </a:cubicBezTo>
                    <a:lnTo>
                      <a:pt x="72" y="42"/>
                    </a:lnTo>
                    <a:cubicBezTo>
                      <a:pt x="72" y="37"/>
                      <a:pt x="69" y="33"/>
                      <a:pt x="69" y="32"/>
                    </a:cubicBezTo>
                    <a:lnTo>
                      <a:pt x="22" y="21"/>
                    </a:lnTo>
                    <a:close/>
                    <a:moveTo>
                      <a:pt x="20" y="127"/>
                    </a:moveTo>
                    <a:lnTo>
                      <a:pt x="20" y="127"/>
                    </a:lnTo>
                    <a:cubicBezTo>
                      <a:pt x="8" y="127"/>
                      <a:pt x="0" y="114"/>
                      <a:pt x="0" y="95"/>
                    </a:cubicBezTo>
                    <a:lnTo>
                      <a:pt x="0" y="30"/>
                    </a:lnTo>
                    <a:cubicBezTo>
                      <a:pt x="0" y="13"/>
                      <a:pt x="8" y="0"/>
                      <a:pt x="19" y="0"/>
                    </a:cubicBezTo>
                    <a:lnTo>
                      <a:pt x="22" y="0"/>
                    </a:lnTo>
                    <a:lnTo>
                      <a:pt x="74" y="13"/>
                    </a:lnTo>
                    <a:cubicBezTo>
                      <a:pt x="85" y="15"/>
                      <a:pt x="92" y="29"/>
                      <a:pt x="92" y="42"/>
                    </a:cubicBezTo>
                    <a:lnTo>
                      <a:pt x="92" y="97"/>
                    </a:lnTo>
                    <a:cubicBezTo>
                      <a:pt x="92" y="113"/>
                      <a:pt x="83" y="125"/>
                      <a:pt x="72" y="126"/>
                    </a:cubicBezTo>
                    <a:lnTo>
                      <a:pt x="20" y="127"/>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4" name="Freeform 52"/>
              <p:cNvSpPr>
                <a:spLocks noEditPoints="1"/>
              </p:cNvSpPr>
              <p:nvPr/>
            </p:nvSpPr>
            <p:spPr bwMode="auto">
              <a:xfrm>
                <a:off x="1181100" y="3244851"/>
                <a:ext cx="44450" cy="57150"/>
              </a:xfrm>
              <a:custGeom>
                <a:avLst/>
                <a:gdLst>
                  <a:gd name="T0" fmla="*/ 2147483646 w 94"/>
                  <a:gd name="T1" fmla="*/ 2147483646 h 123"/>
                  <a:gd name="T2" fmla="*/ 2147483646 w 94"/>
                  <a:gd name="T3" fmla="*/ 2147483646 h 123"/>
                  <a:gd name="T4" fmla="*/ 2147483646 w 94"/>
                  <a:gd name="T5" fmla="*/ 2147483646 h 123"/>
                  <a:gd name="T6" fmla="*/ 2147483646 w 94"/>
                  <a:gd name="T7" fmla="*/ 2147483646 h 123"/>
                  <a:gd name="T8" fmla="*/ 2147483646 w 94"/>
                  <a:gd name="T9" fmla="*/ 2147483646 h 123"/>
                  <a:gd name="T10" fmla="*/ 2147483646 w 94"/>
                  <a:gd name="T11" fmla="*/ 2147483646 h 123"/>
                  <a:gd name="T12" fmla="*/ 2147483646 w 94"/>
                  <a:gd name="T13" fmla="*/ 2147483646 h 123"/>
                  <a:gd name="T14" fmla="*/ 2147483646 w 94"/>
                  <a:gd name="T15" fmla="*/ 2147483646 h 123"/>
                  <a:gd name="T16" fmla="*/ 2147483646 w 94"/>
                  <a:gd name="T17" fmla="*/ 2147483646 h 123"/>
                  <a:gd name="T18" fmla="*/ 2147483646 w 94"/>
                  <a:gd name="T19" fmla="*/ 2147483646 h 123"/>
                  <a:gd name="T20" fmla="*/ 2147483646 w 94"/>
                  <a:gd name="T21" fmla="*/ 2147483646 h 123"/>
                  <a:gd name="T22" fmla="*/ 2147483646 w 94"/>
                  <a:gd name="T23" fmla="*/ 2147483646 h 123"/>
                  <a:gd name="T24" fmla="*/ 0 w 94"/>
                  <a:gd name="T25" fmla="*/ 2147483646 h 123"/>
                  <a:gd name="T26" fmla="*/ 0 w 94"/>
                  <a:gd name="T27" fmla="*/ 2147483646 h 123"/>
                  <a:gd name="T28" fmla="*/ 2147483646 w 94"/>
                  <a:gd name="T29" fmla="*/ 0 h 123"/>
                  <a:gd name="T30" fmla="*/ 2147483646 w 94"/>
                  <a:gd name="T31" fmla="*/ 0 h 123"/>
                  <a:gd name="T32" fmla="*/ 2147483646 w 94"/>
                  <a:gd name="T33" fmla="*/ 2147483646 h 123"/>
                  <a:gd name="T34" fmla="*/ 2147483646 w 94"/>
                  <a:gd name="T35" fmla="*/ 2147483646 h 123"/>
                  <a:gd name="T36" fmla="*/ 2147483646 w 94"/>
                  <a:gd name="T37" fmla="*/ 2147483646 h 123"/>
                  <a:gd name="T38" fmla="*/ 2147483646 w 94"/>
                  <a:gd name="T39" fmla="*/ 2147483646 h 123"/>
                  <a:gd name="T40" fmla="*/ 2147483646 w 94"/>
                  <a:gd name="T41" fmla="*/ 2147483646 h 1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123"/>
                  <a:gd name="T65" fmla="*/ 94 w 94"/>
                  <a:gd name="T66" fmla="*/ 123 h 1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123">
                    <a:moveTo>
                      <a:pt x="21" y="20"/>
                    </a:moveTo>
                    <a:lnTo>
                      <a:pt x="21" y="20"/>
                    </a:lnTo>
                    <a:cubicBezTo>
                      <a:pt x="21" y="22"/>
                      <a:pt x="20" y="25"/>
                      <a:pt x="20" y="30"/>
                    </a:cubicBezTo>
                    <a:lnTo>
                      <a:pt x="20" y="92"/>
                    </a:lnTo>
                    <a:cubicBezTo>
                      <a:pt x="20" y="97"/>
                      <a:pt x="21" y="100"/>
                      <a:pt x="22" y="102"/>
                    </a:cubicBezTo>
                    <a:lnTo>
                      <a:pt x="73" y="97"/>
                    </a:lnTo>
                    <a:cubicBezTo>
                      <a:pt x="74" y="95"/>
                      <a:pt x="74" y="93"/>
                      <a:pt x="74" y="89"/>
                    </a:cubicBezTo>
                    <a:lnTo>
                      <a:pt x="74" y="31"/>
                    </a:lnTo>
                    <a:cubicBezTo>
                      <a:pt x="74" y="26"/>
                      <a:pt x="73" y="23"/>
                      <a:pt x="73" y="22"/>
                    </a:cubicBezTo>
                    <a:lnTo>
                      <a:pt x="21" y="20"/>
                    </a:lnTo>
                    <a:close/>
                    <a:moveTo>
                      <a:pt x="18" y="123"/>
                    </a:moveTo>
                    <a:lnTo>
                      <a:pt x="18" y="123"/>
                    </a:lnTo>
                    <a:cubicBezTo>
                      <a:pt x="7" y="123"/>
                      <a:pt x="0" y="111"/>
                      <a:pt x="0" y="92"/>
                    </a:cubicBezTo>
                    <a:lnTo>
                      <a:pt x="0" y="30"/>
                    </a:lnTo>
                    <a:cubicBezTo>
                      <a:pt x="0" y="11"/>
                      <a:pt x="7" y="0"/>
                      <a:pt x="18" y="0"/>
                    </a:cubicBezTo>
                    <a:lnTo>
                      <a:pt x="19" y="0"/>
                    </a:lnTo>
                    <a:lnTo>
                      <a:pt x="78" y="2"/>
                    </a:lnTo>
                    <a:cubicBezTo>
                      <a:pt x="89" y="4"/>
                      <a:pt x="94" y="18"/>
                      <a:pt x="94" y="31"/>
                    </a:cubicBezTo>
                    <a:lnTo>
                      <a:pt x="94" y="89"/>
                    </a:lnTo>
                    <a:cubicBezTo>
                      <a:pt x="94" y="104"/>
                      <a:pt x="87" y="116"/>
                      <a:pt x="77" y="117"/>
                    </a:cubicBezTo>
                    <a:lnTo>
                      <a:pt x="18" y="12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5" name="Freeform 53"/>
              <p:cNvSpPr/>
              <p:nvPr/>
            </p:nvSpPr>
            <p:spPr bwMode="auto">
              <a:xfrm>
                <a:off x="1182688" y="3351213"/>
                <a:ext cx="41275" cy="17463"/>
              </a:xfrm>
              <a:custGeom>
                <a:avLst/>
                <a:gdLst>
                  <a:gd name="T0" fmla="*/ 2147483646 w 88"/>
                  <a:gd name="T1" fmla="*/ 2147483646 h 38"/>
                  <a:gd name="T2" fmla="*/ 2147483646 w 88"/>
                  <a:gd name="T3" fmla="*/ 2147483646 h 38"/>
                  <a:gd name="T4" fmla="*/ 2147483646 w 88"/>
                  <a:gd name="T5" fmla="*/ 2147483646 h 38"/>
                  <a:gd name="T6" fmla="*/ 2147483646 w 88"/>
                  <a:gd name="T7" fmla="*/ 2147483646 h 38"/>
                  <a:gd name="T8" fmla="*/ 2147483646 w 88"/>
                  <a:gd name="T9" fmla="*/ 2147483646 h 38"/>
                  <a:gd name="T10" fmla="*/ 2147483646 w 88"/>
                  <a:gd name="T11" fmla="*/ 0 h 38"/>
                  <a:gd name="T12" fmla="*/ 2147483646 w 88"/>
                  <a:gd name="T13" fmla="*/ 2147483646 h 38"/>
                  <a:gd name="T14" fmla="*/ 0 w 88"/>
                  <a:gd name="T15" fmla="*/ 2147483646 h 38"/>
                  <a:gd name="T16" fmla="*/ 2147483646 w 88"/>
                  <a:gd name="T17" fmla="*/ 2147483646 h 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8"/>
                  <a:gd name="T28" fmla="*/ 0 h 38"/>
                  <a:gd name="T29" fmla="*/ 88 w 88"/>
                  <a:gd name="T30" fmla="*/ 38 h 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8" h="38">
                    <a:moveTo>
                      <a:pt x="8" y="38"/>
                    </a:moveTo>
                    <a:lnTo>
                      <a:pt x="8" y="38"/>
                    </a:lnTo>
                    <a:lnTo>
                      <a:pt x="80" y="30"/>
                    </a:lnTo>
                    <a:cubicBezTo>
                      <a:pt x="84" y="30"/>
                      <a:pt x="88" y="24"/>
                      <a:pt x="88" y="15"/>
                    </a:cubicBezTo>
                    <a:cubicBezTo>
                      <a:pt x="88" y="7"/>
                      <a:pt x="84" y="0"/>
                      <a:pt x="80" y="0"/>
                    </a:cubicBezTo>
                    <a:lnTo>
                      <a:pt x="8" y="8"/>
                    </a:lnTo>
                    <a:cubicBezTo>
                      <a:pt x="4" y="8"/>
                      <a:pt x="0" y="14"/>
                      <a:pt x="0" y="23"/>
                    </a:cubicBezTo>
                    <a:cubicBezTo>
                      <a:pt x="0" y="31"/>
                      <a:pt x="4" y="38"/>
                      <a:pt x="8" y="38"/>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6" name="Freeform 54"/>
              <p:cNvSpPr/>
              <p:nvPr/>
            </p:nvSpPr>
            <p:spPr bwMode="auto">
              <a:xfrm>
                <a:off x="1182688" y="3376613"/>
                <a:ext cx="41275" cy="19050"/>
              </a:xfrm>
              <a:custGeom>
                <a:avLst/>
                <a:gdLst>
                  <a:gd name="T0" fmla="*/ 2147483646 w 88"/>
                  <a:gd name="T1" fmla="*/ 0 h 42"/>
                  <a:gd name="T2" fmla="*/ 2147483646 w 88"/>
                  <a:gd name="T3" fmla="*/ 0 h 42"/>
                  <a:gd name="T4" fmla="*/ 2147483646 w 88"/>
                  <a:gd name="T5" fmla="*/ 0 h 42"/>
                  <a:gd name="T6" fmla="*/ 2147483646 w 88"/>
                  <a:gd name="T7" fmla="*/ 2147483646 h 42"/>
                  <a:gd name="T8" fmla="*/ 0 w 88"/>
                  <a:gd name="T9" fmla="*/ 2147483646 h 42"/>
                  <a:gd name="T10" fmla="*/ 2147483646 w 88"/>
                  <a:gd name="T11" fmla="*/ 2147483646 h 42"/>
                  <a:gd name="T12" fmla="*/ 2147483646 w 88"/>
                  <a:gd name="T13" fmla="*/ 2147483646 h 42"/>
                  <a:gd name="T14" fmla="*/ 2147483646 w 88"/>
                  <a:gd name="T15" fmla="*/ 2147483646 h 42"/>
                  <a:gd name="T16" fmla="*/ 2147483646 w 88"/>
                  <a:gd name="T17" fmla="*/ 2147483646 h 42"/>
                  <a:gd name="T18" fmla="*/ 2147483646 w 88"/>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42"/>
                  <a:gd name="T32" fmla="*/ 88 w 88"/>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42">
                    <a:moveTo>
                      <a:pt x="80" y="0"/>
                    </a:moveTo>
                    <a:lnTo>
                      <a:pt x="80" y="0"/>
                    </a:lnTo>
                    <a:lnTo>
                      <a:pt x="8" y="12"/>
                    </a:lnTo>
                    <a:cubicBezTo>
                      <a:pt x="4" y="12"/>
                      <a:pt x="0" y="18"/>
                      <a:pt x="0" y="27"/>
                    </a:cubicBezTo>
                    <a:cubicBezTo>
                      <a:pt x="0" y="35"/>
                      <a:pt x="4" y="42"/>
                      <a:pt x="8" y="42"/>
                    </a:cubicBezTo>
                    <a:lnTo>
                      <a:pt x="80" y="31"/>
                    </a:lnTo>
                    <a:cubicBezTo>
                      <a:pt x="84" y="31"/>
                      <a:pt x="88" y="24"/>
                      <a:pt x="88" y="15"/>
                    </a:cubicBezTo>
                    <a:cubicBezTo>
                      <a:pt x="88" y="7"/>
                      <a:pt x="84" y="0"/>
                      <a:pt x="80" y="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7" name="Freeform 55"/>
              <p:cNvSpPr/>
              <p:nvPr/>
            </p:nvSpPr>
            <p:spPr bwMode="auto">
              <a:xfrm>
                <a:off x="1257300" y="3351213"/>
                <a:ext cx="28575" cy="11113"/>
              </a:xfrm>
              <a:custGeom>
                <a:avLst/>
                <a:gdLst>
                  <a:gd name="T0" fmla="*/ 2147483646 w 60"/>
                  <a:gd name="T1" fmla="*/ 2147483646 h 26"/>
                  <a:gd name="T2" fmla="*/ 2147483646 w 60"/>
                  <a:gd name="T3" fmla="*/ 2147483646 h 26"/>
                  <a:gd name="T4" fmla="*/ 2147483646 w 60"/>
                  <a:gd name="T5" fmla="*/ 2147483646 h 26"/>
                  <a:gd name="T6" fmla="*/ 2147483646 w 60"/>
                  <a:gd name="T7" fmla="*/ 2147483646 h 26"/>
                  <a:gd name="T8" fmla="*/ 2147483646 w 60"/>
                  <a:gd name="T9" fmla="*/ 2147483646 h 26"/>
                  <a:gd name="T10" fmla="*/ 2147483646 w 60"/>
                  <a:gd name="T11" fmla="*/ 0 h 26"/>
                  <a:gd name="T12" fmla="*/ 2147483646 w 60"/>
                  <a:gd name="T13" fmla="*/ 2147483646 h 26"/>
                  <a:gd name="T14" fmla="*/ 0 w 60"/>
                  <a:gd name="T15" fmla="*/ 2147483646 h 26"/>
                  <a:gd name="T16" fmla="*/ 2147483646 w 60"/>
                  <a:gd name="T17" fmla="*/ 2147483646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0"/>
                  <a:gd name="T28" fmla="*/ 0 h 26"/>
                  <a:gd name="T29" fmla="*/ 60 w 60"/>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0" h="26">
                    <a:moveTo>
                      <a:pt x="5" y="26"/>
                    </a:moveTo>
                    <a:lnTo>
                      <a:pt x="5" y="26"/>
                    </a:lnTo>
                    <a:lnTo>
                      <a:pt x="54" y="21"/>
                    </a:lnTo>
                    <a:cubicBezTo>
                      <a:pt x="57" y="21"/>
                      <a:pt x="60" y="16"/>
                      <a:pt x="60" y="11"/>
                    </a:cubicBezTo>
                    <a:cubicBezTo>
                      <a:pt x="60" y="5"/>
                      <a:pt x="57" y="0"/>
                      <a:pt x="54" y="0"/>
                    </a:cubicBezTo>
                    <a:lnTo>
                      <a:pt x="5" y="5"/>
                    </a:lnTo>
                    <a:cubicBezTo>
                      <a:pt x="2" y="5"/>
                      <a:pt x="0" y="10"/>
                      <a:pt x="0" y="16"/>
                    </a:cubicBezTo>
                    <a:cubicBezTo>
                      <a:pt x="0" y="21"/>
                      <a:pt x="2" y="26"/>
                      <a:pt x="5" y="26"/>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8" name="Freeform 56"/>
              <p:cNvSpPr/>
              <p:nvPr/>
            </p:nvSpPr>
            <p:spPr bwMode="auto">
              <a:xfrm>
                <a:off x="1257300" y="3368676"/>
                <a:ext cx="28575" cy="12700"/>
              </a:xfrm>
              <a:custGeom>
                <a:avLst/>
                <a:gdLst>
                  <a:gd name="T0" fmla="*/ 2147483646 w 60"/>
                  <a:gd name="T1" fmla="*/ 0 h 28"/>
                  <a:gd name="T2" fmla="*/ 2147483646 w 60"/>
                  <a:gd name="T3" fmla="*/ 0 h 28"/>
                  <a:gd name="T4" fmla="*/ 2147483646 w 60"/>
                  <a:gd name="T5" fmla="*/ 0 h 28"/>
                  <a:gd name="T6" fmla="*/ 2147483646 w 60"/>
                  <a:gd name="T7" fmla="*/ 2147483646 h 28"/>
                  <a:gd name="T8" fmla="*/ 0 w 60"/>
                  <a:gd name="T9" fmla="*/ 2147483646 h 28"/>
                  <a:gd name="T10" fmla="*/ 2147483646 w 60"/>
                  <a:gd name="T11" fmla="*/ 2147483646 h 28"/>
                  <a:gd name="T12" fmla="*/ 2147483646 w 60"/>
                  <a:gd name="T13" fmla="*/ 2147483646 h 28"/>
                  <a:gd name="T14" fmla="*/ 2147483646 w 60"/>
                  <a:gd name="T15" fmla="*/ 2147483646 h 28"/>
                  <a:gd name="T16" fmla="*/ 2147483646 w 60"/>
                  <a:gd name="T17" fmla="*/ 2147483646 h 28"/>
                  <a:gd name="T18" fmla="*/ 2147483646 w 60"/>
                  <a:gd name="T19" fmla="*/ 0 h 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28"/>
                  <a:gd name="T32" fmla="*/ 60 w 60"/>
                  <a:gd name="T33" fmla="*/ 28 h 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28">
                    <a:moveTo>
                      <a:pt x="54" y="0"/>
                    </a:moveTo>
                    <a:lnTo>
                      <a:pt x="54" y="0"/>
                    </a:lnTo>
                    <a:lnTo>
                      <a:pt x="5" y="7"/>
                    </a:lnTo>
                    <a:cubicBezTo>
                      <a:pt x="2" y="7"/>
                      <a:pt x="0" y="12"/>
                      <a:pt x="0" y="18"/>
                    </a:cubicBezTo>
                    <a:cubicBezTo>
                      <a:pt x="0" y="23"/>
                      <a:pt x="2" y="28"/>
                      <a:pt x="5" y="28"/>
                    </a:cubicBezTo>
                    <a:lnTo>
                      <a:pt x="54" y="20"/>
                    </a:lnTo>
                    <a:cubicBezTo>
                      <a:pt x="57" y="20"/>
                      <a:pt x="60" y="16"/>
                      <a:pt x="60" y="10"/>
                    </a:cubicBezTo>
                    <a:cubicBezTo>
                      <a:pt x="60" y="4"/>
                      <a:pt x="57" y="0"/>
                      <a:pt x="54" y="0"/>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9" name="Freeform 57"/>
              <p:cNvSpPr>
                <a:spLocks noEditPoints="1"/>
              </p:cNvSpPr>
              <p:nvPr/>
            </p:nvSpPr>
            <p:spPr bwMode="auto">
              <a:xfrm>
                <a:off x="1258888" y="3048001"/>
                <a:ext cx="28575" cy="39688"/>
              </a:xfrm>
              <a:custGeom>
                <a:avLst/>
                <a:gdLst>
                  <a:gd name="T0" fmla="*/ 2147483646 w 63"/>
                  <a:gd name="T1" fmla="*/ 2147483646 h 83"/>
                  <a:gd name="T2" fmla="*/ 2147483646 w 63"/>
                  <a:gd name="T3" fmla="*/ 2147483646 h 83"/>
                  <a:gd name="T4" fmla="*/ 2147483646 w 63"/>
                  <a:gd name="T5" fmla="*/ 2147483646 h 83"/>
                  <a:gd name="T6" fmla="*/ 2147483646 w 63"/>
                  <a:gd name="T7" fmla="*/ 2147483646 h 83"/>
                  <a:gd name="T8" fmla="*/ 2147483646 w 63"/>
                  <a:gd name="T9" fmla="*/ 2147483646 h 83"/>
                  <a:gd name="T10" fmla="*/ 2147483646 w 63"/>
                  <a:gd name="T11" fmla="*/ 2147483646 h 83"/>
                  <a:gd name="T12" fmla="*/ 2147483646 w 63"/>
                  <a:gd name="T13" fmla="*/ 2147483646 h 83"/>
                  <a:gd name="T14" fmla="*/ 2147483646 w 63"/>
                  <a:gd name="T15" fmla="*/ 2147483646 h 83"/>
                  <a:gd name="T16" fmla="*/ 2147483646 w 63"/>
                  <a:gd name="T17" fmla="*/ 2147483646 h 83"/>
                  <a:gd name="T18" fmla="*/ 2147483646 w 63"/>
                  <a:gd name="T19" fmla="*/ 2147483646 h 83"/>
                  <a:gd name="T20" fmla="*/ 2147483646 w 63"/>
                  <a:gd name="T21" fmla="*/ 2147483646 h 83"/>
                  <a:gd name="T22" fmla="*/ 2147483646 w 63"/>
                  <a:gd name="T23" fmla="*/ 2147483646 h 83"/>
                  <a:gd name="T24" fmla="*/ 2147483646 w 63"/>
                  <a:gd name="T25" fmla="*/ 2147483646 h 83"/>
                  <a:gd name="T26" fmla="*/ 2147483646 w 63"/>
                  <a:gd name="T27" fmla="*/ 2147483646 h 83"/>
                  <a:gd name="T28" fmla="*/ 0 w 63"/>
                  <a:gd name="T29" fmla="*/ 2147483646 h 83"/>
                  <a:gd name="T30" fmla="*/ 0 w 63"/>
                  <a:gd name="T31" fmla="*/ 2147483646 h 83"/>
                  <a:gd name="T32" fmla="*/ 2147483646 w 63"/>
                  <a:gd name="T33" fmla="*/ 0 h 83"/>
                  <a:gd name="T34" fmla="*/ 2147483646 w 63"/>
                  <a:gd name="T35" fmla="*/ 0 h 83"/>
                  <a:gd name="T36" fmla="*/ 2147483646 w 63"/>
                  <a:gd name="T37" fmla="*/ 2147483646 h 83"/>
                  <a:gd name="T38" fmla="*/ 2147483646 w 63"/>
                  <a:gd name="T39" fmla="*/ 2147483646 h 83"/>
                  <a:gd name="T40" fmla="*/ 2147483646 w 63"/>
                  <a:gd name="T41" fmla="*/ 2147483646 h 83"/>
                  <a:gd name="T42" fmla="*/ 2147483646 w 63"/>
                  <a:gd name="T43" fmla="*/ 2147483646 h 83"/>
                  <a:gd name="T44" fmla="*/ 2147483646 w 63"/>
                  <a:gd name="T45" fmla="*/ 2147483646 h 8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3"/>
                  <a:gd name="T70" fmla="*/ 0 h 83"/>
                  <a:gd name="T71" fmla="*/ 63 w 63"/>
                  <a:gd name="T72" fmla="*/ 83 h 8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3" h="83">
                    <a:moveTo>
                      <a:pt x="15" y="67"/>
                    </a:moveTo>
                    <a:lnTo>
                      <a:pt x="15" y="67"/>
                    </a:lnTo>
                    <a:lnTo>
                      <a:pt x="48" y="70"/>
                    </a:lnTo>
                    <a:cubicBezTo>
                      <a:pt x="48" y="69"/>
                      <a:pt x="49" y="66"/>
                      <a:pt x="49" y="63"/>
                    </a:cubicBezTo>
                    <a:lnTo>
                      <a:pt x="49" y="33"/>
                    </a:lnTo>
                    <a:cubicBezTo>
                      <a:pt x="49" y="28"/>
                      <a:pt x="48" y="25"/>
                      <a:pt x="47" y="25"/>
                    </a:cubicBezTo>
                    <a:lnTo>
                      <a:pt x="14" y="14"/>
                    </a:lnTo>
                    <a:cubicBezTo>
                      <a:pt x="14" y="16"/>
                      <a:pt x="13" y="18"/>
                      <a:pt x="13" y="22"/>
                    </a:cubicBezTo>
                    <a:lnTo>
                      <a:pt x="13" y="58"/>
                    </a:lnTo>
                    <a:cubicBezTo>
                      <a:pt x="13" y="62"/>
                      <a:pt x="14" y="66"/>
                      <a:pt x="15" y="67"/>
                    </a:cubicBezTo>
                    <a:close/>
                    <a:moveTo>
                      <a:pt x="49" y="83"/>
                    </a:moveTo>
                    <a:lnTo>
                      <a:pt x="49" y="83"/>
                    </a:lnTo>
                    <a:lnTo>
                      <a:pt x="13" y="80"/>
                    </a:lnTo>
                    <a:cubicBezTo>
                      <a:pt x="11" y="80"/>
                      <a:pt x="6" y="79"/>
                      <a:pt x="2" y="71"/>
                    </a:cubicBezTo>
                    <a:cubicBezTo>
                      <a:pt x="1" y="68"/>
                      <a:pt x="0" y="63"/>
                      <a:pt x="0" y="58"/>
                    </a:cubicBezTo>
                    <a:lnTo>
                      <a:pt x="0" y="22"/>
                    </a:lnTo>
                    <a:cubicBezTo>
                      <a:pt x="0" y="9"/>
                      <a:pt x="5" y="0"/>
                      <a:pt x="13" y="0"/>
                    </a:cubicBezTo>
                    <a:lnTo>
                      <a:pt x="15" y="0"/>
                    </a:lnTo>
                    <a:lnTo>
                      <a:pt x="51" y="12"/>
                    </a:lnTo>
                    <a:cubicBezTo>
                      <a:pt x="58" y="13"/>
                      <a:pt x="63" y="24"/>
                      <a:pt x="63" y="33"/>
                    </a:cubicBezTo>
                    <a:lnTo>
                      <a:pt x="63" y="63"/>
                    </a:lnTo>
                    <a:cubicBezTo>
                      <a:pt x="63" y="74"/>
                      <a:pt x="57" y="82"/>
                      <a:pt x="50" y="83"/>
                    </a:cubicBezTo>
                    <a:lnTo>
                      <a:pt x="49" y="8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0" name="Freeform 58"/>
              <p:cNvSpPr>
                <a:spLocks noEditPoints="1"/>
              </p:cNvSpPr>
              <p:nvPr/>
            </p:nvSpPr>
            <p:spPr bwMode="auto">
              <a:xfrm>
                <a:off x="1258888" y="3154363"/>
                <a:ext cx="28575" cy="38100"/>
              </a:xfrm>
              <a:custGeom>
                <a:avLst/>
                <a:gdLst>
                  <a:gd name="T0" fmla="*/ 2147483646 w 59"/>
                  <a:gd name="T1" fmla="*/ 2147483646 h 82"/>
                  <a:gd name="T2" fmla="*/ 2147483646 w 59"/>
                  <a:gd name="T3" fmla="*/ 2147483646 h 82"/>
                  <a:gd name="T4" fmla="*/ 2147483646 w 59"/>
                  <a:gd name="T5" fmla="*/ 2147483646 h 82"/>
                  <a:gd name="T6" fmla="*/ 2147483646 w 59"/>
                  <a:gd name="T7" fmla="*/ 2147483646 h 82"/>
                  <a:gd name="T8" fmla="*/ 2147483646 w 59"/>
                  <a:gd name="T9" fmla="*/ 2147483646 h 82"/>
                  <a:gd name="T10" fmla="*/ 2147483646 w 59"/>
                  <a:gd name="T11" fmla="*/ 2147483646 h 82"/>
                  <a:gd name="T12" fmla="*/ 2147483646 w 59"/>
                  <a:gd name="T13" fmla="*/ 2147483646 h 82"/>
                  <a:gd name="T14" fmla="*/ 2147483646 w 59"/>
                  <a:gd name="T15" fmla="*/ 2147483646 h 82"/>
                  <a:gd name="T16" fmla="*/ 2147483646 w 59"/>
                  <a:gd name="T17" fmla="*/ 2147483646 h 82"/>
                  <a:gd name="T18" fmla="*/ 2147483646 w 59"/>
                  <a:gd name="T19" fmla="*/ 2147483646 h 82"/>
                  <a:gd name="T20" fmla="*/ 2147483646 w 59"/>
                  <a:gd name="T21" fmla="*/ 2147483646 h 82"/>
                  <a:gd name="T22" fmla="*/ 2147483646 w 59"/>
                  <a:gd name="T23" fmla="*/ 2147483646 h 82"/>
                  <a:gd name="T24" fmla="*/ 0 w 59"/>
                  <a:gd name="T25" fmla="*/ 2147483646 h 82"/>
                  <a:gd name="T26" fmla="*/ 0 w 59"/>
                  <a:gd name="T27" fmla="*/ 2147483646 h 82"/>
                  <a:gd name="T28" fmla="*/ 2147483646 w 59"/>
                  <a:gd name="T29" fmla="*/ 0 h 82"/>
                  <a:gd name="T30" fmla="*/ 2147483646 w 59"/>
                  <a:gd name="T31" fmla="*/ 2147483646 h 82"/>
                  <a:gd name="T32" fmla="*/ 2147483646 w 59"/>
                  <a:gd name="T33" fmla="*/ 2147483646 h 82"/>
                  <a:gd name="T34" fmla="*/ 2147483646 w 59"/>
                  <a:gd name="T35" fmla="*/ 2147483646 h 82"/>
                  <a:gd name="T36" fmla="*/ 2147483646 w 59"/>
                  <a:gd name="T37" fmla="*/ 2147483646 h 82"/>
                  <a:gd name="T38" fmla="*/ 2147483646 w 59"/>
                  <a:gd name="T39" fmla="*/ 2147483646 h 82"/>
                  <a:gd name="T40" fmla="*/ 2147483646 w 59"/>
                  <a:gd name="T41" fmla="*/ 2147483646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9"/>
                  <a:gd name="T64" fmla="*/ 0 h 82"/>
                  <a:gd name="T65" fmla="*/ 59 w 59"/>
                  <a:gd name="T66" fmla="*/ 82 h 8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9" h="82">
                    <a:moveTo>
                      <a:pt x="14" y="14"/>
                    </a:moveTo>
                    <a:lnTo>
                      <a:pt x="14" y="14"/>
                    </a:lnTo>
                    <a:cubicBezTo>
                      <a:pt x="14" y="15"/>
                      <a:pt x="13" y="17"/>
                      <a:pt x="13" y="20"/>
                    </a:cubicBezTo>
                    <a:lnTo>
                      <a:pt x="13" y="62"/>
                    </a:lnTo>
                    <a:cubicBezTo>
                      <a:pt x="13" y="65"/>
                      <a:pt x="14" y="67"/>
                      <a:pt x="14" y="68"/>
                    </a:cubicBezTo>
                    <a:lnTo>
                      <a:pt x="44" y="68"/>
                    </a:lnTo>
                    <a:cubicBezTo>
                      <a:pt x="45" y="67"/>
                      <a:pt x="45" y="65"/>
                      <a:pt x="45" y="63"/>
                    </a:cubicBezTo>
                    <a:lnTo>
                      <a:pt x="45" y="28"/>
                    </a:lnTo>
                    <a:cubicBezTo>
                      <a:pt x="45" y="24"/>
                      <a:pt x="44" y="22"/>
                      <a:pt x="44" y="22"/>
                    </a:cubicBezTo>
                    <a:lnTo>
                      <a:pt x="14" y="14"/>
                    </a:lnTo>
                    <a:close/>
                    <a:moveTo>
                      <a:pt x="13" y="82"/>
                    </a:moveTo>
                    <a:lnTo>
                      <a:pt x="13" y="82"/>
                    </a:lnTo>
                    <a:cubicBezTo>
                      <a:pt x="5" y="82"/>
                      <a:pt x="0" y="73"/>
                      <a:pt x="0" y="62"/>
                    </a:cubicBezTo>
                    <a:lnTo>
                      <a:pt x="0" y="20"/>
                    </a:lnTo>
                    <a:cubicBezTo>
                      <a:pt x="0" y="9"/>
                      <a:pt x="5" y="0"/>
                      <a:pt x="13" y="0"/>
                    </a:cubicBezTo>
                    <a:lnTo>
                      <a:pt x="14" y="1"/>
                    </a:lnTo>
                    <a:lnTo>
                      <a:pt x="47" y="9"/>
                    </a:lnTo>
                    <a:cubicBezTo>
                      <a:pt x="54" y="10"/>
                      <a:pt x="59" y="18"/>
                      <a:pt x="59" y="28"/>
                    </a:cubicBezTo>
                    <a:lnTo>
                      <a:pt x="59" y="63"/>
                    </a:lnTo>
                    <a:cubicBezTo>
                      <a:pt x="59" y="73"/>
                      <a:pt x="53" y="81"/>
                      <a:pt x="46" y="81"/>
                    </a:cubicBezTo>
                    <a:lnTo>
                      <a:pt x="13" y="82"/>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1" name="Freeform 59"/>
              <p:cNvSpPr>
                <a:spLocks noEditPoints="1"/>
              </p:cNvSpPr>
              <p:nvPr/>
            </p:nvSpPr>
            <p:spPr bwMode="auto">
              <a:xfrm>
                <a:off x="1257300" y="3251201"/>
                <a:ext cx="28575" cy="38100"/>
              </a:xfrm>
              <a:custGeom>
                <a:avLst/>
                <a:gdLst>
                  <a:gd name="T0" fmla="*/ 2147483646 w 61"/>
                  <a:gd name="T1" fmla="*/ 2147483646 h 79"/>
                  <a:gd name="T2" fmla="*/ 2147483646 w 61"/>
                  <a:gd name="T3" fmla="*/ 2147483646 h 79"/>
                  <a:gd name="T4" fmla="*/ 2147483646 w 61"/>
                  <a:gd name="T5" fmla="*/ 2147483646 h 79"/>
                  <a:gd name="T6" fmla="*/ 2147483646 w 61"/>
                  <a:gd name="T7" fmla="*/ 2147483646 h 79"/>
                  <a:gd name="T8" fmla="*/ 2147483646 w 61"/>
                  <a:gd name="T9" fmla="*/ 2147483646 h 79"/>
                  <a:gd name="T10" fmla="*/ 2147483646 w 61"/>
                  <a:gd name="T11" fmla="*/ 2147483646 h 79"/>
                  <a:gd name="T12" fmla="*/ 2147483646 w 61"/>
                  <a:gd name="T13" fmla="*/ 2147483646 h 79"/>
                  <a:gd name="T14" fmla="*/ 2147483646 w 61"/>
                  <a:gd name="T15" fmla="*/ 2147483646 h 79"/>
                  <a:gd name="T16" fmla="*/ 2147483646 w 61"/>
                  <a:gd name="T17" fmla="*/ 2147483646 h 79"/>
                  <a:gd name="T18" fmla="*/ 2147483646 w 61"/>
                  <a:gd name="T19" fmla="*/ 2147483646 h 79"/>
                  <a:gd name="T20" fmla="*/ 2147483646 w 61"/>
                  <a:gd name="T21" fmla="*/ 2147483646 h 79"/>
                  <a:gd name="T22" fmla="*/ 2147483646 w 61"/>
                  <a:gd name="T23" fmla="*/ 2147483646 h 79"/>
                  <a:gd name="T24" fmla="*/ 0 w 61"/>
                  <a:gd name="T25" fmla="*/ 2147483646 h 79"/>
                  <a:gd name="T26" fmla="*/ 0 w 61"/>
                  <a:gd name="T27" fmla="*/ 2147483646 h 79"/>
                  <a:gd name="T28" fmla="*/ 2147483646 w 61"/>
                  <a:gd name="T29" fmla="*/ 0 h 79"/>
                  <a:gd name="T30" fmla="*/ 2147483646 w 61"/>
                  <a:gd name="T31" fmla="*/ 0 h 79"/>
                  <a:gd name="T32" fmla="*/ 2147483646 w 61"/>
                  <a:gd name="T33" fmla="*/ 2147483646 h 79"/>
                  <a:gd name="T34" fmla="*/ 2147483646 w 61"/>
                  <a:gd name="T35" fmla="*/ 2147483646 h 79"/>
                  <a:gd name="T36" fmla="*/ 2147483646 w 61"/>
                  <a:gd name="T37" fmla="*/ 2147483646 h 79"/>
                  <a:gd name="T38" fmla="*/ 2147483646 w 61"/>
                  <a:gd name="T39" fmla="*/ 2147483646 h 79"/>
                  <a:gd name="T40" fmla="*/ 2147483646 w 61"/>
                  <a:gd name="T41" fmla="*/ 2147483646 h 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1"/>
                  <a:gd name="T64" fmla="*/ 0 h 79"/>
                  <a:gd name="T65" fmla="*/ 61 w 61"/>
                  <a:gd name="T66" fmla="*/ 79 h 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1" h="79">
                    <a:moveTo>
                      <a:pt x="14" y="13"/>
                    </a:moveTo>
                    <a:lnTo>
                      <a:pt x="14" y="13"/>
                    </a:lnTo>
                    <a:cubicBezTo>
                      <a:pt x="14" y="14"/>
                      <a:pt x="14" y="16"/>
                      <a:pt x="14" y="19"/>
                    </a:cubicBezTo>
                    <a:lnTo>
                      <a:pt x="14" y="59"/>
                    </a:lnTo>
                    <a:cubicBezTo>
                      <a:pt x="14" y="62"/>
                      <a:pt x="14" y="65"/>
                      <a:pt x="14" y="66"/>
                    </a:cubicBezTo>
                    <a:lnTo>
                      <a:pt x="47" y="62"/>
                    </a:lnTo>
                    <a:cubicBezTo>
                      <a:pt x="48" y="61"/>
                      <a:pt x="48" y="60"/>
                      <a:pt x="48" y="57"/>
                    </a:cubicBezTo>
                    <a:lnTo>
                      <a:pt x="48" y="20"/>
                    </a:lnTo>
                    <a:cubicBezTo>
                      <a:pt x="48" y="17"/>
                      <a:pt x="48" y="15"/>
                      <a:pt x="47" y="14"/>
                    </a:cubicBezTo>
                    <a:lnTo>
                      <a:pt x="14" y="13"/>
                    </a:lnTo>
                    <a:close/>
                    <a:moveTo>
                      <a:pt x="12" y="79"/>
                    </a:moveTo>
                    <a:lnTo>
                      <a:pt x="12" y="79"/>
                    </a:lnTo>
                    <a:cubicBezTo>
                      <a:pt x="5" y="79"/>
                      <a:pt x="0" y="72"/>
                      <a:pt x="0" y="59"/>
                    </a:cubicBezTo>
                    <a:lnTo>
                      <a:pt x="0" y="19"/>
                    </a:lnTo>
                    <a:cubicBezTo>
                      <a:pt x="0" y="7"/>
                      <a:pt x="5" y="0"/>
                      <a:pt x="12" y="0"/>
                    </a:cubicBezTo>
                    <a:lnTo>
                      <a:pt x="14" y="0"/>
                    </a:lnTo>
                    <a:lnTo>
                      <a:pt x="50" y="1"/>
                    </a:lnTo>
                    <a:cubicBezTo>
                      <a:pt x="58" y="2"/>
                      <a:pt x="61" y="12"/>
                      <a:pt x="61" y="20"/>
                    </a:cubicBezTo>
                    <a:lnTo>
                      <a:pt x="61" y="57"/>
                    </a:lnTo>
                    <a:cubicBezTo>
                      <a:pt x="61" y="67"/>
                      <a:pt x="57" y="75"/>
                      <a:pt x="50" y="75"/>
                    </a:cubicBezTo>
                    <a:lnTo>
                      <a:pt x="12" y="7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2" name="Freeform 60"/>
              <p:cNvSpPr/>
              <p:nvPr/>
            </p:nvSpPr>
            <p:spPr bwMode="auto">
              <a:xfrm>
                <a:off x="1419225" y="3357563"/>
                <a:ext cx="122238" cy="22225"/>
              </a:xfrm>
              <a:custGeom>
                <a:avLst/>
                <a:gdLst>
                  <a:gd name="T0" fmla="*/ 2147483646 w 257"/>
                  <a:gd name="T1" fmla="*/ 2147483646 h 50"/>
                  <a:gd name="T2" fmla="*/ 2147483646 w 257"/>
                  <a:gd name="T3" fmla="*/ 2147483646 h 50"/>
                  <a:gd name="T4" fmla="*/ 2147483646 w 257"/>
                  <a:gd name="T5" fmla="*/ 2147483646 h 50"/>
                  <a:gd name="T6" fmla="*/ 2147483646 w 257"/>
                  <a:gd name="T7" fmla="*/ 2147483646 h 50"/>
                  <a:gd name="T8" fmla="*/ 0 w 257"/>
                  <a:gd name="T9" fmla="*/ 2147483646 h 50"/>
                  <a:gd name="T10" fmla="*/ 2147483646 w 257"/>
                  <a:gd name="T11" fmla="*/ 0 h 50"/>
                  <a:gd name="T12" fmla="*/ 2147483646 w 257"/>
                  <a:gd name="T13" fmla="*/ 0 h 50"/>
                  <a:gd name="T14" fmla="*/ 2147483646 w 257"/>
                  <a:gd name="T15" fmla="*/ 2147483646 h 50"/>
                  <a:gd name="T16" fmla="*/ 0 60000 65536"/>
                  <a:gd name="T17" fmla="*/ 0 60000 65536"/>
                  <a:gd name="T18" fmla="*/ 0 60000 65536"/>
                  <a:gd name="T19" fmla="*/ 0 60000 65536"/>
                  <a:gd name="T20" fmla="*/ 0 60000 65536"/>
                  <a:gd name="T21" fmla="*/ 0 60000 65536"/>
                  <a:gd name="T22" fmla="*/ 0 60000 65536"/>
                  <a:gd name="T23" fmla="*/ 0 60000 65536"/>
                  <a:gd name="T24" fmla="*/ 0 w 257"/>
                  <a:gd name="T25" fmla="*/ 0 h 50"/>
                  <a:gd name="T26" fmla="*/ 257 w 257"/>
                  <a:gd name="T27" fmla="*/ 50 h 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7" h="50">
                    <a:moveTo>
                      <a:pt x="257" y="25"/>
                    </a:moveTo>
                    <a:lnTo>
                      <a:pt x="257" y="25"/>
                    </a:lnTo>
                    <a:cubicBezTo>
                      <a:pt x="257" y="39"/>
                      <a:pt x="248" y="50"/>
                      <a:pt x="238" y="50"/>
                    </a:cubicBezTo>
                    <a:lnTo>
                      <a:pt x="19" y="50"/>
                    </a:lnTo>
                    <a:cubicBezTo>
                      <a:pt x="8" y="50"/>
                      <a:pt x="0" y="39"/>
                      <a:pt x="0" y="25"/>
                    </a:cubicBezTo>
                    <a:cubicBezTo>
                      <a:pt x="0" y="11"/>
                      <a:pt x="8" y="0"/>
                      <a:pt x="19" y="0"/>
                    </a:cubicBezTo>
                    <a:lnTo>
                      <a:pt x="238" y="0"/>
                    </a:lnTo>
                    <a:cubicBezTo>
                      <a:pt x="248" y="0"/>
                      <a:pt x="257" y="11"/>
                      <a:pt x="257" y="25"/>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3" name="Freeform 61"/>
              <p:cNvSpPr/>
              <p:nvPr/>
            </p:nvSpPr>
            <p:spPr bwMode="auto">
              <a:xfrm>
                <a:off x="1419225" y="3403601"/>
                <a:ext cx="122238" cy="23813"/>
              </a:xfrm>
              <a:custGeom>
                <a:avLst/>
                <a:gdLst>
                  <a:gd name="T0" fmla="*/ 2147483646 w 257"/>
                  <a:gd name="T1" fmla="*/ 2147483646 h 50"/>
                  <a:gd name="T2" fmla="*/ 2147483646 w 257"/>
                  <a:gd name="T3" fmla="*/ 2147483646 h 50"/>
                  <a:gd name="T4" fmla="*/ 2147483646 w 257"/>
                  <a:gd name="T5" fmla="*/ 2147483646 h 50"/>
                  <a:gd name="T6" fmla="*/ 2147483646 w 257"/>
                  <a:gd name="T7" fmla="*/ 2147483646 h 50"/>
                  <a:gd name="T8" fmla="*/ 0 w 257"/>
                  <a:gd name="T9" fmla="*/ 2147483646 h 50"/>
                  <a:gd name="T10" fmla="*/ 2147483646 w 257"/>
                  <a:gd name="T11" fmla="*/ 0 h 50"/>
                  <a:gd name="T12" fmla="*/ 2147483646 w 257"/>
                  <a:gd name="T13" fmla="*/ 0 h 50"/>
                  <a:gd name="T14" fmla="*/ 2147483646 w 257"/>
                  <a:gd name="T15" fmla="*/ 2147483646 h 50"/>
                  <a:gd name="T16" fmla="*/ 0 60000 65536"/>
                  <a:gd name="T17" fmla="*/ 0 60000 65536"/>
                  <a:gd name="T18" fmla="*/ 0 60000 65536"/>
                  <a:gd name="T19" fmla="*/ 0 60000 65536"/>
                  <a:gd name="T20" fmla="*/ 0 60000 65536"/>
                  <a:gd name="T21" fmla="*/ 0 60000 65536"/>
                  <a:gd name="T22" fmla="*/ 0 60000 65536"/>
                  <a:gd name="T23" fmla="*/ 0 60000 65536"/>
                  <a:gd name="T24" fmla="*/ 0 w 257"/>
                  <a:gd name="T25" fmla="*/ 0 h 50"/>
                  <a:gd name="T26" fmla="*/ 257 w 257"/>
                  <a:gd name="T27" fmla="*/ 50 h 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7" h="50">
                    <a:moveTo>
                      <a:pt x="257" y="25"/>
                    </a:moveTo>
                    <a:lnTo>
                      <a:pt x="257" y="25"/>
                    </a:lnTo>
                    <a:cubicBezTo>
                      <a:pt x="257" y="39"/>
                      <a:pt x="248" y="50"/>
                      <a:pt x="238" y="50"/>
                    </a:cubicBezTo>
                    <a:lnTo>
                      <a:pt x="19" y="50"/>
                    </a:lnTo>
                    <a:cubicBezTo>
                      <a:pt x="8" y="50"/>
                      <a:pt x="0" y="39"/>
                      <a:pt x="0" y="25"/>
                    </a:cubicBezTo>
                    <a:cubicBezTo>
                      <a:pt x="0" y="11"/>
                      <a:pt x="8" y="0"/>
                      <a:pt x="19" y="0"/>
                    </a:cubicBezTo>
                    <a:lnTo>
                      <a:pt x="238" y="0"/>
                    </a:lnTo>
                    <a:cubicBezTo>
                      <a:pt x="248" y="0"/>
                      <a:pt x="257" y="11"/>
                      <a:pt x="257" y="25"/>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414" name="组合 381"/>
            <p:cNvGrpSpPr/>
            <p:nvPr/>
          </p:nvGrpSpPr>
          <p:grpSpPr bwMode="auto">
            <a:xfrm>
              <a:off x="7168997" y="2043456"/>
              <a:ext cx="659575" cy="623255"/>
              <a:chOff x="6932613" y="4262438"/>
              <a:chExt cx="671513" cy="687388"/>
            </a:xfrm>
            <a:grpFill/>
          </p:grpSpPr>
          <p:sp>
            <p:nvSpPr>
              <p:cNvPr id="415" name="Freeform 317"/>
              <p:cNvSpPr/>
              <p:nvPr/>
            </p:nvSpPr>
            <p:spPr bwMode="auto">
              <a:xfrm>
                <a:off x="7010400" y="4518025"/>
                <a:ext cx="69850" cy="80963"/>
              </a:xfrm>
              <a:custGeom>
                <a:avLst/>
                <a:gdLst>
                  <a:gd name="T0" fmla="*/ 0 w 149"/>
                  <a:gd name="T1" fmla="*/ 2147483646 h 172"/>
                  <a:gd name="T2" fmla="*/ 0 w 149"/>
                  <a:gd name="T3" fmla="*/ 2147483646 h 172"/>
                  <a:gd name="T4" fmla="*/ 0 w 149"/>
                  <a:gd name="T5" fmla="*/ 2147483646 h 172"/>
                  <a:gd name="T6" fmla="*/ 2147483646 w 149"/>
                  <a:gd name="T7" fmla="*/ 0 h 172"/>
                  <a:gd name="T8" fmla="*/ 2147483646 w 149"/>
                  <a:gd name="T9" fmla="*/ 2147483646 h 172"/>
                  <a:gd name="T10" fmla="*/ 2147483646 w 149"/>
                  <a:gd name="T11" fmla="*/ 2147483646 h 172"/>
                  <a:gd name="T12" fmla="*/ 2147483646 w 149"/>
                  <a:gd name="T13" fmla="*/ 2147483646 h 172"/>
                  <a:gd name="T14" fmla="*/ 0 w 149"/>
                  <a:gd name="T15" fmla="*/ 2147483646 h 172"/>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172"/>
                  <a:gd name="T26" fmla="*/ 149 w 149"/>
                  <a:gd name="T27" fmla="*/ 172 h 1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172">
                    <a:moveTo>
                      <a:pt x="0" y="129"/>
                    </a:moveTo>
                    <a:lnTo>
                      <a:pt x="0" y="129"/>
                    </a:lnTo>
                    <a:lnTo>
                      <a:pt x="0" y="43"/>
                    </a:lnTo>
                    <a:lnTo>
                      <a:pt x="74" y="0"/>
                    </a:lnTo>
                    <a:lnTo>
                      <a:pt x="149" y="44"/>
                    </a:lnTo>
                    <a:lnTo>
                      <a:pt x="148" y="129"/>
                    </a:lnTo>
                    <a:lnTo>
                      <a:pt x="74" y="172"/>
                    </a:lnTo>
                    <a:lnTo>
                      <a:pt x="0" y="12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6" name="Freeform 318"/>
              <p:cNvSpPr/>
              <p:nvPr/>
            </p:nvSpPr>
            <p:spPr bwMode="auto">
              <a:xfrm>
                <a:off x="7064375" y="4621213"/>
                <a:ext cx="65088" cy="76200"/>
              </a:xfrm>
              <a:custGeom>
                <a:avLst/>
                <a:gdLst>
                  <a:gd name="T0" fmla="*/ 0 w 139"/>
                  <a:gd name="T1" fmla="*/ 2147483646 h 160"/>
                  <a:gd name="T2" fmla="*/ 0 w 139"/>
                  <a:gd name="T3" fmla="*/ 2147483646 h 160"/>
                  <a:gd name="T4" fmla="*/ 2147483646 w 139"/>
                  <a:gd name="T5" fmla="*/ 2147483646 h 160"/>
                  <a:gd name="T6" fmla="*/ 2147483646 w 139"/>
                  <a:gd name="T7" fmla="*/ 0 h 160"/>
                  <a:gd name="T8" fmla="*/ 2147483646 w 139"/>
                  <a:gd name="T9" fmla="*/ 2147483646 h 160"/>
                  <a:gd name="T10" fmla="*/ 2147483646 w 139"/>
                  <a:gd name="T11" fmla="*/ 2147483646 h 160"/>
                  <a:gd name="T12" fmla="*/ 2147483646 w 139"/>
                  <a:gd name="T13" fmla="*/ 2147483646 h 160"/>
                  <a:gd name="T14" fmla="*/ 0 w 139"/>
                  <a:gd name="T15" fmla="*/ 2147483646 h 160"/>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160"/>
                  <a:gd name="T26" fmla="*/ 139 w 139"/>
                  <a:gd name="T27" fmla="*/ 160 h 1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160">
                    <a:moveTo>
                      <a:pt x="0" y="120"/>
                    </a:moveTo>
                    <a:lnTo>
                      <a:pt x="0" y="120"/>
                    </a:lnTo>
                    <a:lnTo>
                      <a:pt x="1" y="40"/>
                    </a:lnTo>
                    <a:lnTo>
                      <a:pt x="70" y="0"/>
                    </a:lnTo>
                    <a:lnTo>
                      <a:pt x="139" y="40"/>
                    </a:lnTo>
                    <a:lnTo>
                      <a:pt x="139" y="120"/>
                    </a:lnTo>
                    <a:lnTo>
                      <a:pt x="70" y="160"/>
                    </a:lnTo>
                    <a:lnTo>
                      <a:pt x="0" y="12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7" name="Freeform 319"/>
              <p:cNvSpPr/>
              <p:nvPr/>
            </p:nvSpPr>
            <p:spPr bwMode="auto">
              <a:xfrm>
                <a:off x="7432675" y="4638675"/>
                <a:ext cx="65088" cy="74613"/>
              </a:xfrm>
              <a:custGeom>
                <a:avLst/>
                <a:gdLst>
                  <a:gd name="T0" fmla="*/ 0 w 139"/>
                  <a:gd name="T1" fmla="*/ 2147483646 h 160"/>
                  <a:gd name="T2" fmla="*/ 0 w 139"/>
                  <a:gd name="T3" fmla="*/ 2147483646 h 160"/>
                  <a:gd name="T4" fmla="*/ 0 w 139"/>
                  <a:gd name="T5" fmla="*/ 2147483646 h 160"/>
                  <a:gd name="T6" fmla="*/ 2147483646 w 139"/>
                  <a:gd name="T7" fmla="*/ 0 h 160"/>
                  <a:gd name="T8" fmla="*/ 2147483646 w 139"/>
                  <a:gd name="T9" fmla="*/ 2147483646 h 160"/>
                  <a:gd name="T10" fmla="*/ 2147483646 w 139"/>
                  <a:gd name="T11" fmla="*/ 2147483646 h 160"/>
                  <a:gd name="T12" fmla="*/ 2147483646 w 139"/>
                  <a:gd name="T13" fmla="*/ 2147483646 h 160"/>
                  <a:gd name="T14" fmla="*/ 0 w 139"/>
                  <a:gd name="T15" fmla="*/ 2147483646 h 160"/>
                  <a:gd name="T16" fmla="*/ 0 60000 65536"/>
                  <a:gd name="T17" fmla="*/ 0 60000 65536"/>
                  <a:gd name="T18" fmla="*/ 0 60000 65536"/>
                  <a:gd name="T19" fmla="*/ 0 60000 65536"/>
                  <a:gd name="T20" fmla="*/ 0 60000 65536"/>
                  <a:gd name="T21" fmla="*/ 0 60000 65536"/>
                  <a:gd name="T22" fmla="*/ 0 60000 65536"/>
                  <a:gd name="T23" fmla="*/ 0 60000 65536"/>
                  <a:gd name="T24" fmla="*/ 0 w 139"/>
                  <a:gd name="T25" fmla="*/ 0 h 160"/>
                  <a:gd name="T26" fmla="*/ 139 w 139"/>
                  <a:gd name="T27" fmla="*/ 160 h 1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 h="160">
                    <a:moveTo>
                      <a:pt x="0" y="120"/>
                    </a:moveTo>
                    <a:lnTo>
                      <a:pt x="0" y="120"/>
                    </a:lnTo>
                    <a:lnTo>
                      <a:pt x="0" y="40"/>
                    </a:lnTo>
                    <a:lnTo>
                      <a:pt x="70" y="0"/>
                    </a:lnTo>
                    <a:lnTo>
                      <a:pt x="139" y="40"/>
                    </a:lnTo>
                    <a:lnTo>
                      <a:pt x="139" y="120"/>
                    </a:lnTo>
                    <a:lnTo>
                      <a:pt x="70" y="160"/>
                    </a:lnTo>
                    <a:lnTo>
                      <a:pt x="0" y="12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8" name="Freeform 320"/>
              <p:cNvSpPr/>
              <p:nvPr/>
            </p:nvSpPr>
            <p:spPr bwMode="auto">
              <a:xfrm>
                <a:off x="7129463" y="4449763"/>
                <a:ext cx="50800" cy="58738"/>
              </a:xfrm>
              <a:custGeom>
                <a:avLst/>
                <a:gdLst>
                  <a:gd name="T0" fmla="*/ 0 w 110"/>
                  <a:gd name="T1" fmla="*/ 2147483646 h 126"/>
                  <a:gd name="T2" fmla="*/ 0 w 110"/>
                  <a:gd name="T3" fmla="*/ 2147483646 h 126"/>
                  <a:gd name="T4" fmla="*/ 2147483646 w 110"/>
                  <a:gd name="T5" fmla="*/ 2147483646 h 126"/>
                  <a:gd name="T6" fmla="*/ 2147483646 w 110"/>
                  <a:gd name="T7" fmla="*/ 0 h 126"/>
                  <a:gd name="T8" fmla="*/ 2147483646 w 110"/>
                  <a:gd name="T9" fmla="*/ 2147483646 h 126"/>
                  <a:gd name="T10" fmla="*/ 2147483646 w 110"/>
                  <a:gd name="T11" fmla="*/ 2147483646 h 126"/>
                  <a:gd name="T12" fmla="*/ 2147483646 w 110"/>
                  <a:gd name="T13" fmla="*/ 2147483646 h 126"/>
                  <a:gd name="T14" fmla="*/ 0 w 110"/>
                  <a:gd name="T15" fmla="*/ 2147483646 h 126"/>
                  <a:gd name="T16" fmla="*/ 0 60000 65536"/>
                  <a:gd name="T17" fmla="*/ 0 60000 65536"/>
                  <a:gd name="T18" fmla="*/ 0 60000 65536"/>
                  <a:gd name="T19" fmla="*/ 0 60000 65536"/>
                  <a:gd name="T20" fmla="*/ 0 60000 65536"/>
                  <a:gd name="T21" fmla="*/ 0 60000 65536"/>
                  <a:gd name="T22" fmla="*/ 0 60000 65536"/>
                  <a:gd name="T23" fmla="*/ 0 60000 65536"/>
                  <a:gd name="T24" fmla="*/ 0 w 110"/>
                  <a:gd name="T25" fmla="*/ 0 h 126"/>
                  <a:gd name="T26" fmla="*/ 110 w 110"/>
                  <a:gd name="T27" fmla="*/ 126 h 12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0" h="126">
                    <a:moveTo>
                      <a:pt x="0" y="95"/>
                    </a:moveTo>
                    <a:lnTo>
                      <a:pt x="0" y="95"/>
                    </a:lnTo>
                    <a:lnTo>
                      <a:pt x="1" y="32"/>
                    </a:lnTo>
                    <a:lnTo>
                      <a:pt x="55" y="0"/>
                    </a:lnTo>
                    <a:lnTo>
                      <a:pt x="110" y="32"/>
                    </a:lnTo>
                    <a:lnTo>
                      <a:pt x="109" y="95"/>
                    </a:lnTo>
                    <a:lnTo>
                      <a:pt x="55" y="126"/>
                    </a:lnTo>
                    <a:lnTo>
                      <a:pt x="0" y="95"/>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9" name="Freeform 321"/>
              <p:cNvSpPr/>
              <p:nvPr/>
            </p:nvSpPr>
            <p:spPr bwMode="auto">
              <a:xfrm>
                <a:off x="7146925" y="4556125"/>
                <a:ext cx="74613" cy="85725"/>
              </a:xfrm>
              <a:custGeom>
                <a:avLst/>
                <a:gdLst>
                  <a:gd name="T0" fmla="*/ 0 w 157"/>
                  <a:gd name="T1" fmla="*/ 2147483646 h 181"/>
                  <a:gd name="T2" fmla="*/ 0 w 157"/>
                  <a:gd name="T3" fmla="*/ 2147483646 h 181"/>
                  <a:gd name="T4" fmla="*/ 0 w 157"/>
                  <a:gd name="T5" fmla="*/ 2147483646 h 181"/>
                  <a:gd name="T6" fmla="*/ 2147483646 w 157"/>
                  <a:gd name="T7" fmla="*/ 0 h 181"/>
                  <a:gd name="T8" fmla="*/ 2147483646 w 157"/>
                  <a:gd name="T9" fmla="*/ 2147483646 h 181"/>
                  <a:gd name="T10" fmla="*/ 2147483646 w 157"/>
                  <a:gd name="T11" fmla="*/ 2147483646 h 181"/>
                  <a:gd name="T12" fmla="*/ 2147483646 w 157"/>
                  <a:gd name="T13" fmla="*/ 2147483646 h 181"/>
                  <a:gd name="T14" fmla="*/ 0 w 157"/>
                  <a:gd name="T15" fmla="*/ 2147483646 h 181"/>
                  <a:gd name="T16" fmla="*/ 0 60000 65536"/>
                  <a:gd name="T17" fmla="*/ 0 60000 65536"/>
                  <a:gd name="T18" fmla="*/ 0 60000 65536"/>
                  <a:gd name="T19" fmla="*/ 0 60000 65536"/>
                  <a:gd name="T20" fmla="*/ 0 60000 65536"/>
                  <a:gd name="T21" fmla="*/ 0 60000 65536"/>
                  <a:gd name="T22" fmla="*/ 0 60000 65536"/>
                  <a:gd name="T23" fmla="*/ 0 60000 65536"/>
                  <a:gd name="T24" fmla="*/ 0 w 157"/>
                  <a:gd name="T25" fmla="*/ 0 h 181"/>
                  <a:gd name="T26" fmla="*/ 157 w 157"/>
                  <a:gd name="T27" fmla="*/ 181 h 1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7" h="181">
                    <a:moveTo>
                      <a:pt x="0" y="135"/>
                    </a:moveTo>
                    <a:lnTo>
                      <a:pt x="0" y="135"/>
                    </a:lnTo>
                    <a:lnTo>
                      <a:pt x="0" y="45"/>
                    </a:lnTo>
                    <a:lnTo>
                      <a:pt x="79" y="0"/>
                    </a:lnTo>
                    <a:lnTo>
                      <a:pt x="157" y="45"/>
                    </a:lnTo>
                    <a:lnTo>
                      <a:pt x="157" y="136"/>
                    </a:lnTo>
                    <a:lnTo>
                      <a:pt x="79" y="181"/>
                    </a:lnTo>
                    <a:lnTo>
                      <a:pt x="0" y="135"/>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0" name="Freeform 322"/>
              <p:cNvSpPr/>
              <p:nvPr/>
            </p:nvSpPr>
            <p:spPr bwMode="auto">
              <a:xfrm>
                <a:off x="7378700" y="4449763"/>
                <a:ext cx="69850" cy="80963"/>
              </a:xfrm>
              <a:custGeom>
                <a:avLst/>
                <a:gdLst>
                  <a:gd name="T0" fmla="*/ 0 w 149"/>
                  <a:gd name="T1" fmla="*/ 2147483646 h 172"/>
                  <a:gd name="T2" fmla="*/ 0 w 149"/>
                  <a:gd name="T3" fmla="*/ 2147483646 h 172"/>
                  <a:gd name="T4" fmla="*/ 0 w 149"/>
                  <a:gd name="T5" fmla="*/ 2147483646 h 172"/>
                  <a:gd name="T6" fmla="*/ 2147483646 w 149"/>
                  <a:gd name="T7" fmla="*/ 0 h 172"/>
                  <a:gd name="T8" fmla="*/ 2147483646 w 149"/>
                  <a:gd name="T9" fmla="*/ 2147483646 h 172"/>
                  <a:gd name="T10" fmla="*/ 2147483646 w 149"/>
                  <a:gd name="T11" fmla="*/ 2147483646 h 172"/>
                  <a:gd name="T12" fmla="*/ 2147483646 w 149"/>
                  <a:gd name="T13" fmla="*/ 2147483646 h 172"/>
                  <a:gd name="T14" fmla="*/ 0 w 149"/>
                  <a:gd name="T15" fmla="*/ 2147483646 h 172"/>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172"/>
                  <a:gd name="T26" fmla="*/ 149 w 149"/>
                  <a:gd name="T27" fmla="*/ 172 h 1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172">
                    <a:moveTo>
                      <a:pt x="0" y="129"/>
                    </a:moveTo>
                    <a:lnTo>
                      <a:pt x="0" y="129"/>
                    </a:lnTo>
                    <a:lnTo>
                      <a:pt x="0" y="43"/>
                    </a:lnTo>
                    <a:lnTo>
                      <a:pt x="74" y="0"/>
                    </a:lnTo>
                    <a:lnTo>
                      <a:pt x="149" y="44"/>
                    </a:lnTo>
                    <a:lnTo>
                      <a:pt x="149" y="129"/>
                    </a:lnTo>
                    <a:lnTo>
                      <a:pt x="74" y="172"/>
                    </a:lnTo>
                    <a:lnTo>
                      <a:pt x="0" y="12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1" name="Freeform 323"/>
              <p:cNvSpPr/>
              <p:nvPr/>
            </p:nvSpPr>
            <p:spPr bwMode="auto">
              <a:xfrm>
                <a:off x="7283450" y="4591050"/>
                <a:ext cx="103188" cy="117475"/>
              </a:xfrm>
              <a:custGeom>
                <a:avLst/>
                <a:gdLst>
                  <a:gd name="T0" fmla="*/ 0 w 218"/>
                  <a:gd name="T1" fmla="*/ 2147483646 h 252"/>
                  <a:gd name="T2" fmla="*/ 0 w 218"/>
                  <a:gd name="T3" fmla="*/ 2147483646 h 252"/>
                  <a:gd name="T4" fmla="*/ 0 w 218"/>
                  <a:gd name="T5" fmla="*/ 2147483646 h 252"/>
                  <a:gd name="T6" fmla="*/ 2147483646 w 218"/>
                  <a:gd name="T7" fmla="*/ 0 h 252"/>
                  <a:gd name="T8" fmla="*/ 2147483646 w 218"/>
                  <a:gd name="T9" fmla="*/ 2147483646 h 252"/>
                  <a:gd name="T10" fmla="*/ 2147483646 w 218"/>
                  <a:gd name="T11" fmla="*/ 2147483646 h 252"/>
                  <a:gd name="T12" fmla="*/ 2147483646 w 218"/>
                  <a:gd name="T13" fmla="*/ 2147483646 h 252"/>
                  <a:gd name="T14" fmla="*/ 0 w 218"/>
                  <a:gd name="T15" fmla="*/ 2147483646 h 252"/>
                  <a:gd name="T16" fmla="*/ 0 60000 65536"/>
                  <a:gd name="T17" fmla="*/ 0 60000 65536"/>
                  <a:gd name="T18" fmla="*/ 0 60000 65536"/>
                  <a:gd name="T19" fmla="*/ 0 60000 65536"/>
                  <a:gd name="T20" fmla="*/ 0 60000 65536"/>
                  <a:gd name="T21" fmla="*/ 0 60000 65536"/>
                  <a:gd name="T22" fmla="*/ 0 60000 65536"/>
                  <a:gd name="T23" fmla="*/ 0 60000 65536"/>
                  <a:gd name="T24" fmla="*/ 0 w 218"/>
                  <a:gd name="T25" fmla="*/ 0 h 252"/>
                  <a:gd name="T26" fmla="*/ 218 w 218"/>
                  <a:gd name="T27" fmla="*/ 252 h 2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8" h="252">
                    <a:moveTo>
                      <a:pt x="0" y="189"/>
                    </a:moveTo>
                    <a:lnTo>
                      <a:pt x="0" y="189"/>
                    </a:lnTo>
                    <a:lnTo>
                      <a:pt x="0" y="63"/>
                    </a:lnTo>
                    <a:lnTo>
                      <a:pt x="109" y="0"/>
                    </a:lnTo>
                    <a:lnTo>
                      <a:pt x="218" y="63"/>
                    </a:lnTo>
                    <a:lnTo>
                      <a:pt x="218" y="189"/>
                    </a:lnTo>
                    <a:lnTo>
                      <a:pt x="109" y="252"/>
                    </a:lnTo>
                    <a:lnTo>
                      <a:pt x="0" y="18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2" name="Freeform 324"/>
              <p:cNvSpPr/>
              <p:nvPr/>
            </p:nvSpPr>
            <p:spPr bwMode="auto">
              <a:xfrm>
                <a:off x="7232650" y="4416425"/>
                <a:ext cx="119063" cy="138113"/>
              </a:xfrm>
              <a:custGeom>
                <a:avLst/>
                <a:gdLst>
                  <a:gd name="T0" fmla="*/ 0 w 255"/>
                  <a:gd name="T1" fmla="*/ 2147483646 h 294"/>
                  <a:gd name="T2" fmla="*/ 0 w 255"/>
                  <a:gd name="T3" fmla="*/ 2147483646 h 294"/>
                  <a:gd name="T4" fmla="*/ 0 w 255"/>
                  <a:gd name="T5" fmla="*/ 2147483646 h 294"/>
                  <a:gd name="T6" fmla="*/ 2147483646 w 255"/>
                  <a:gd name="T7" fmla="*/ 0 h 294"/>
                  <a:gd name="T8" fmla="*/ 2147483646 w 255"/>
                  <a:gd name="T9" fmla="*/ 2147483646 h 294"/>
                  <a:gd name="T10" fmla="*/ 2147483646 w 255"/>
                  <a:gd name="T11" fmla="*/ 2147483646 h 294"/>
                  <a:gd name="T12" fmla="*/ 2147483646 w 255"/>
                  <a:gd name="T13" fmla="*/ 2147483646 h 294"/>
                  <a:gd name="T14" fmla="*/ 0 w 255"/>
                  <a:gd name="T15" fmla="*/ 2147483646 h 294"/>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294"/>
                  <a:gd name="T26" fmla="*/ 255 w 255"/>
                  <a:gd name="T27" fmla="*/ 294 h 2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294">
                    <a:moveTo>
                      <a:pt x="0" y="220"/>
                    </a:moveTo>
                    <a:lnTo>
                      <a:pt x="0" y="220"/>
                    </a:lnTo>
                    <a:lnTo>
                      <a:pt x="0" y="73"/>
                    </a:lnTo>
                    <a:lnTo>
                      <a:pt x="128" y="0"/>
                    </a:lnTo>
                    <a:lnTo>
                      <a:pt x="255" y="74"/>
                    </a:lnTo>
                    <a:lnTo>
                      <a:pt x="254" y="220"/>
                    </a:lnTo>
                    <a:lnTo>
                      <a:pt x="127" y="294"/>
                    </a:lnTo>
                    <a:lnTo>
                      <a:pt x="0" y="22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3" name="Freeform 325"/>
              <p:cNvSpPr/>
              <p:nvPr/>
            </p:nvSpPr>
            <p:spPr bwMode="auto">
              <a:xfrm>
                <a:off x="7369175" y="4711700"/>
                <a:ext cx="71438" cy="80963"/>
              </a:xfrm>
              <a:custGeom>
                <a:avLst/>
                <a:gdLst>
                  <a:gd name="T0" fmla="*/ 0 w 149"/>
                  <a:gd name="T1" fmla="*/ 2147483646 h 172"/>
                  <a:gd name="T2" fmla="*/ 0 w 149"/>
                  <a:gd name="T3" fmla="*/ 2147483646 h 172"/>
                  <a:gd name="T4" fmla="*/ 2147483646 w 149"/>
                  <a:gd name="T5" fmla="*/ 2147483646 h 172"/>
                  <a:gd name="T6" fmla="*/ 2147483646 w 149"/>
                  <a:gd name="T7" fmla="*/ 0 h 172"/>
                  <a:gd name="T8" fmla="*/ 2147483646 w 149"/>
                  <a:gd name="T9" fmla="*/ 2147483646 h 172"/>
                  <a:gd name="T10" fmla="*/ 2147483646 w 149"/>
                  <a:gd name="T11" fmla="*/ 2147483646 h 172"/>
                  <a:gd name="T12" fmla="*/ 2147483646 w 149"/>
                  <a:gd name="T13" fmla="*/ 2147483646 h 172"/>
                  <a:gd name="T14" fmla="*/ 0 w 149"/>
                  <a:gd name="T15" fmla="*/ 2147483646 h 172"/>
                  <a:gd name="T16" fmla="*/ 0 60000 65536"/>
                  <a:gd name="T17" fmla="*/ 0 60000 65536"/>
                  <a:gd name="T18" fmla="*/ 0 60000 65536"/>
                  <a:gd name="T19" fmla="*/ 0 60000 65536"/>
                  <a:gd name="T20" fmla="*/ 0 60000 65536"/>
                  <a:gd name="T21" fmla="*/ 0 60000 65536"/>
                  <a:gd name="T22" fmla="*/ 0 60000 65536"/>
                  <a:gd name="T23" fmla="*/ 0 60000 65536"/>
                  <a:gd name="T24" fmla="*/ 0 w 149"/>
                  <a:gd name="T25" fmla="*/ 0 h 172"/>
                  <a:gd name="T26" fmla="*/ 149 w 149"/>
                  <a:gd name="T27" fmla="*/ 172 h 1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9" h="172">
                    <a:moveTo>
                      <a:pt x="0" y="129"/>
                    </a:moveTo>
                    <a:lnTo>
                      <a:pt x="0" y="129"/>
                    </a:lnTo>
                    <a:lnTo>
                      <a:pt x="1" y="43"/>
                    </a:lnTo>
                    <a:lnTo>
                      <a:pt x="75" y="0"/>
                    </a:lnTo>
                    <a:lnTo>
                      <a:pt x="149" y="43"/>
                    </a:lnTo>
                    <a:lnTo>
                      <a:pt x="149" y="129"/>
                    </a:lnTo>
                    <a:lnTo>
                      <a:pt x="75" y="172"/>
                    </a:lnTo>
                    <a:lnTo>
                      <a:pt x="0" y="12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4" name="Freeform 326"/>
              <p:cNvSpPr/>
              <p:nvPr/>
            </p:nvSpPr>
            <p:spPr bwMode="auto">
              <a:xfrm>
                <a:off x="7440613" y="4530725"/>
                <a:ext cx="77788" cy="90488"/>
              </a:xfrm>
              <a:custGeom>
                <a:avLst/>
                <a:gdLst>
                  <a:gd name="T0" fmla="*/ 0 w 168"/>
                  <a:gd name="T1" fmla="*/ 2147483646 h 194"/>
                  <a:gd name="T2" fmla="*/ 0 w 168"/>
                  <a:gd name="T3" fmla="*/ 2147483646 h 194"/>
                  <a:gd name="T4" fmla="*/ 0 w 168"/>
                  <a:gd name="T5" fmla="*/ 2147483646 h 194"/>
                  <a:gd name="T6" fmla="*/ 2147483646 w 168"/>
                  <a:gd name="T7" fmla="*/ 0 h 194"/>
                  <a:gd name="T8" fmla="*/ 2147483646 w 168"/>
                  <a:gd name="T9" fmla="*/ 2147483646 h 194"/>
                  <a:gd name="T10" fmla="*/ 2147483646 w 168"/>
                  <a:gd name="T11" fmla="*/ 2147483646 h 194"/>
                  <a:gd name="T12" fmla="*/ 2147483646 w 168"/>
                  <a:gd name="T13" fmla="*/ 2147483646 h 194"/>
                  <a:gd name="T14" fmla="*/ 0 w 168"/>
                  <a:gd name="T15" fmla="*/ 2147483646 h 194"/>
                  <a:gd name="T16" fmla="*/ 0 60000 65536"/>
                  <a:gd name="T17" fmla="*/ 0 60000 65536"/>
                  <a:gd name="T18" fmla="*/ 0 60000 65536"/>
                  <a:gd name="T19" fmla="*/ 0 60000 65536"/>
                  <a:gd name="T20" fmla="*/ 0 60000 65536"/>
                  <a:gd name="T21" fmla="*/ 0 60000 65536"/>
                  <a:gd name="T22" fmla="*/ 0 60000 65536"/>
                  <a:gd name="T23" fmla="*/ 0 60000 65536"/>
                  <a:gd name="T24" fmla="*/ 0 w 168"/>
                  <a:gd name="T25" fmla="*/ 0 h 194"/>
                  <a:gd name="T26" fmla="*/ 168 w 168"/>
                  <a:gd name="T27" fmla="*/ 194 h 19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8" h="194">
                    <a:moveTo>
                      <a:pt x="0" y="145"/>
                    </a:moveTo>
                    <a:lnTo>
                      <a:pt x="0" y="145"/>
                    </a:lnTo>
                    <a:lnTo>
                      <a:pt x="0" y="49"/>
                    </a:lnTo>
                    <a:lnTo>
                      <a:pt x="84" y="0"/>
                    </a:lnTo>
                    <a:lnTo>
                      <a:pt x="168" y="49"/>
                    </a:lnTo>
                    <a:lnTo>
                      <a:pt x="168" y="146"/>
                    </a:lnTo>
                    <a:lnTo>
                      <a:pt x="84" y="194"/>
                    </a:lnTo>
                    <a:lnTo>
                      <a:pt x="0" y="145"/>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5" name="Freeform 327"/>
              <p:cNvSpPr/>
              <p:nvPr/>
            </p:nvSpPr>
            <p:spPr bwMode="auto">
              <a:xfrm>
                <a:off x="7058025" y="4584700"/>
                <a:ext cx="26988" cy="47625"/>
              </a:xfrm>
              <a:custGeom>
                <a:avLst/>
                <a:gdLst>
                  <a:gd name="T0" fmla="*/ 2147483646 w 59"/>
                  <a:gd name="T1" fmla="*/ 2147483646 h 102"/>
                  <a:gd name="T2" fmla="*/ 2147483646 w 59"/>
                  <a:gd name="T3" fmla="*/ 2147483646 h 102"/>
                  <a:gd name="T4" fmla="*/ 0 w 59"/>
                  <a:gd name="T5" fmla="*/ 2147483646 h 102"/>
                  <a:gd name="T6" fmla="*/ 2147483646 w 59"/>
                  <a:gd name="T7" fmla="*/ 0 h 102"/>
                  <a:gd name="T8" fmla="*/ 2147483646 w 59"/>
                  <a:gd name="T9" fmla="*/ 2147483646 h 102"/>
                  <a:gd name="T10" fmla="*/ 2147483646 w 59"/>
                  <a:gd name="T11" fmla="*/ 2147483646 h 102"/>
                  <a:gd name="T12" fmla="*/ 0 60000 65536"/>
                  <a:gd name="T13" fmla="*/ 0 60000 65536"/>
                  <a:gd name="T14" fmla="*/ 0 60000 65536"/>
                  <a:gd name="T15" fmla="*/ 0 60000 65536"/>
                  <a:gd name="T16" fmla="*/ 0 60000 65536"/>
                  <a:gd name="T17" fmla="*/ 0 60000 65536"/>
                  <a:gd name="T18" fmla="*/ 0 w 59"/>
                  <a:gd name="T19" fmla="*/ 0 h 102"/>
                  <a:gd name="T20" fmla="*/ 59 w 59"/>
                  <a:gd name="T21" fmla="*/ 102 h 102"/>
                </a:gdLst>
                <a:ahLst/>
                <a:cxnLst>
                  <a:cxn ang="T12">
                    <a:pos x="T0" y="T1"/>
                  </a:cxn>
                  <a:cxn ang="T13">
                    <a:pos x="T2" y="T3"/>
                  </a:cxn>
                  <a:cxn ang="T14">
                    <a:pos x="T4" y="T5"/>
                  </a:cxn>
                  <a:cxn ang="T15">
                    <a:pos x="T6" y="T7"/>
                  </a:cxn>
                  <a:cxn ang="T16">
                    <a:pos x="T8" y="T9"/>
                  </a:cxn>
                  <a:cxn ang="T17">
                    <a:pos x="T10" y="T11"/>
                  </a:cxn>
                </a:cxnLst>
                <a:rect l="T18" t="T19" r="T20" b="T21"/>
                <a:pathLst>
                  <a:path w="59" h="102">
                    <a:moveTo>
                      <a:pt x="34" y="102"/>
                    </a:moveTo>
                    <a:lnTo>
                      <a:pt x="34" y="102"/>
                    </a:lnTo>
                    <a:lnTo>
                      <a:pt x="0" y="10"/>
                    </a:lnTo>
                    <a:lnTo>
                      <a:pt x="25" y="0"/>
                    </a:lnTo>
                    <a:lnTo>
                      <a:pt x="59" y="93"/>
                    </a:lnTo>
                    <a:lnTo>
                      <a:pt x="34" y="102"/>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6" name="Freeform 328"/>
              <p:cNvSpPr/>
              <p:nvPr/>
            </p:nvSpPr>
            <p:spPr bwMode="auto">
              <a:xfrm>
                <a:off x="7070725" y="4484688"/>
                <a:ext cx="68263" cy="61913"/>
              </a:xfrm>
              <a:custGeom>
                <a:avLst/>
                <a:gdLst>
                  <a:gd name="T0" fmla="*/ 2147483646 w 144"/>
                  <a:gd name="T1" fmla="*/ 2147483646 h 133"/>
                  <a:gd name="T2" fmla="*/ 2147483646 w 144"/>
                  <a:gd name="T3" fmla="*/ 2147483646 h 133"/>
                  <a:gd name="T4" fmla="*/ 0 w 144"/>
                  <a:gd name="T5" fmla="*/ 2147483646 h 133"/>
                  <a:gd name="T6" fmla="*/ 2147483646 w 144"/>
                  <a:gd name="T7" fmla="*/ 0 h 133"/>
                  <a:gd name="T8" fmla="*/ 2147483646 w 144"/>
                  <a:gd name="T9" fmla="*/ 2147483646 h 133"/>
                  <a:gd name="T10" fmla="*/ 2147483646 w 144"/>
                  <a:gd name="T11" fmla="*/ 2147483646 h 133"/>
                  <a:gd name="T12" fmla="*/ 0 60000 65536"/>
                  <a:gd name="T13" fmla="*/ 0 60000 65536"/>
                  <a:gd name="T14" fmla="*/ 0 60000 65536"/>
                  <a:gd name="T15" fmla="*/ 0 60000 65536"/>
                  <a:gd name="T16" fmla="*/ 0 60000 65536"/>
                  <a:gd name="T17" fmla="*/ 0 60000 65536"/>
                  <a:gd name="T18" fmla="*/ 0 w 144"/>
                  <a:gd name="T19" fmla="*/ 0 h 133"/>
                  <a:gd name="T20" fmla="*/ 144 w 144"/>
                  <a:gd name="T21" fmla="*/ 133 h 133"/>
                </a:gdLst>
                <a:ahLst/>
                <a:cxnLst>
                  <a:cxn ang="T12">
                    <a:pos x="T0" y="T1"/>
                  </a:cxn>
                  <a:cxn ang="T13">
                    <a:pos x="T2" y="T3"/>
                  </a:cxn>
                  <a:cxn ang="T14">
                    <a:pos x="T4" y="T5"/>
                  </a:cxn>
                  <a:cxn ang="T15">
                    <a:pos x="T6" y="T7"/>
                  </a:cxn>
                  <a:cxn ang="T16">
                    <a:pos x="T8" y="T9"/>
                  </a:cxn>
                  <a:cxn ang="T17">
                    <a:pos x="T10" y="T11"/>
                  </a:cxn>
                </a:cxnLst>
                <a:rect l="T18" t="T19" r="T20" b="T21"/>
                <a:pathLst>
                  <a:path w="144" h="133">
                    <a:moveTo>
                      <a:pt x="18" y="133"/>
                    </a:moveTo>
                    <a:lnTo>
                      <a:pt x="18" y="133"/>
                    </a:lnTo>
                    <a:lnTo>
                      <a:pt x="0" y="113"/>
                    </a:lnTo>
                    <a:lnTo>
                      <a:pt x="126" y="0"/>
                    </a:lnTo>
                    <a:lnTo>
                      <a:pt x="144" y="20"/>
                    </a:lnTo>
                    <a:lnTo>
                      <a:pt x="18" y="13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7" name="Freeform 329"/>
              <p:cNvSpPr/>
              <p:nvPr/>
            </p:nvSpPr>
            <p:spPr bwMode="auto">
              <a:xfrm>
                <a:off x="7177088" y="4471988"/>
                <a:ext cx="58738" cy="12700"/>
              </a:xfrm>
              <a:custGeom>
                <a:avLst/>
                <a:gdLst>
                  <a:gd name="T0" fmla="*/ 2147483646 w 123"/>
                  <a:gd name="T1" fmla="*/ 2147483646 h 27"/>
                  <a:gd name="T2" fmla="*/ 2147483646 w 123"/>
                  <a:gd name="T3" fmla="*/ 2147483646 h 27"/>
                  <a:gd name="T4" fmla="*/ 0 w 123"/>
                  <a:gd name="T5" fmla="*/ 2147483646 h 27"/>
                  <a:gd name="T6" fmla="*/ 0 w 123"/>
                  <a:gd name="T7" fmla="*/ 0 h 27"/>
                  <a:gd name="T8" fmla="*/ 2147483646 w 123"/>
                  <a:gd name="T9" fmla="*/ 0 h 27"/>
                  <a:gd name="T10" fmla="*/ 2147483646 w 123"/>
                  <a:gd name="T11" fmla="*/ 2147483646 h 27"/>
                  <a:gd name="T12" fmla="*/ 0 60000 65536"/>
                  <a:gd name="T13" fmla="*/ 0 60000 65536"/>
                  <a:gd name="T14" fmla="*/ 0 60000 65536"/>
                  <a:gd name="T15" fmla="*/ 0 60000 65536"/>
                  <a:gd name="T16" fmla="*/ 0 60000 65536"/>
                  <a:gd name="T17" fmla="*/ 0 60000 65536"/>
                  <a:gd name="T18" fmla="*/ 0 w 123"/>
                  <a:gd name="T19" fmla="*/ 0 h 27"/>
                  <a:gd name="T20" fmla="*/ 123 w 123"/>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3" h="27">
                    <a:moveTo>
                      <a:pt x="123" y="27"/>
                    </a:moveTo>
                    <a:lnTo>
                      <a:pt x="123" y="27"/>
                    </a:lnTo>
                    <a:lnTo>
                      <a:pt x="0" y="27"/>
                    </a:lnTo>
                    <a:lnTo>
                      <a:pt x="0" y="0"/>
                    </a:lnTo>
                    <a:lnTo>
                      <a:pt x="123" y="0"/>
                    </a:lnTo>
                    <a:lnTo>
                      <a:pt x="123" y="27"/>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8" name="Freeform 330"/>
              <p:cNvSpPr/>
              <p:nvPr/>
            </p:nvSpPr>
            <p:spPr bwMode="auto">
              <a:xfrm>
                <a:off x="7340600" y="4471988"/>
                <a:ext cx="58738" cy="12700"/>
              </a:xfrm>
              <a:custGeom>
                <a:avLst/>
                <a:gdLst>
                  <a:gd name="T0" fmla="*/ 2147483646 w 123"/>
                  <a:gd name="T1" fmla="*/ 2147483646 h 27"/>
                  <a:gd name="T2" fmla="*/ 2147483646 w 123"/>
                  <a:gd name="T3" fmla="*/ 2147483646 h 27"/>
                  <a:gd name="T4" fmla="*/ 0 w 123"/>
                  <a:gd name="T5" fmla="*/ 2147483646 h 27"/>
                  <a:gd name="T6" fmla="*/ 0 w 123"/>
                  <a:gd name="T7" fmla="*/ 0 h 27"/>
                  <a:gd name="T8" fmla="*/ 2147483646 w 123"/>
                  <a:gd name="T9" fmla="*/ 0 h 27"/>
                  <a:gd name="T10" fmla="*/ 2147483646 w 123"/>
                  <a:gd name="T11" fmla="*/ 2147483646 h 27"/>
                  <a:gd name="T12" fmla="*/ 0 60000 65536"/>
                  <a:gd name="T13" fmla="*/ 0 60000 65536"/>
                  <a:gd name="T14" fmla="*/ 0 60000 65536"/>
                  <a:gd name="T15" fmla="*/ 0 60000 65536"/>
                  <a:gd name="T16" fmla="*/ 0 60000 65536"/>
                  <a:gd name="T17" fmla="*/ 0 60000 65536"/>
                  <a:gd name="T18" fmla="*/ 0 w 123"/>
                  <a:gd name="T19" fmla="*/ 0 h 27"/>
                  <a:gd name="T20" fmla="*/ 123 w 123"/>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123" h="27">
                    <a:moveTo>
                      <a:pt x="123" y="27"/>
                    </a:moveTo>
                    <a:lnTo>
                      <a:pt x="123" y="27"/>
                    </a:lnTo>
                    <a:lnTo>
                      <a:pt x="0" y="27"/>
                    </a:lnTo>
                    <a:lnTo>
                      <a:pt x="0" y="0"/>
                    </a:lnTo>
                    <a:lnTo>
                      <a:pt x="123" y="0"/>
                    </a:lnTo>
                    <a:lnTo>
                      <a:pt x="123" y="27"/>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9" name="Freeform 331"/>
              <p:cNvSpPr/>
              <p:nvPr/>
            </p:nvSpPr>
            <p:spPr bwMode="auto">
              <a:xfrm>
                <a:off x="7423150" y="4503738"/>
                <a:ext cx="44450" cy="46038"/>
              </a:xfrm>
              <a:custGeom>
                <a:avLst/>
                <a:gdLst>
                  <a:gd name="T0" fmla="*/ 2147483646 w 92"/>
                  <a:gd name="T1" fmla="*/ 2147483646 h 96"/>
                  <a:gd name="T2" fmla="*/ 2147483646 w 92"/>
                  <a:gd name="T3" fmla="*/ 2147483646 h 96"/>
                  <a:gd name="T4" fmla="*/ 0 w 92"/>
                  <a:gd name="T5" fmla="*/ 2147483646 h 96"/>
                  <a:gd name="T6" fmla="*/ 2147483646 w 92"/>
                  <a:gd name="T7" fmla="*/ 0 h 96"/>
                  <a:gd name="T8" fmla="*/ 2147483646 w 92"/>
                  <a:gd name="T9" fmla="*/ 2147483646 h 96"/>
                  <a:gd name="T10" fmla="*/ 2147483646 w 92"/>
                  <a:gd name="T11" fmla="*/ 2147483646 h 96"/>
                  <a:gd name="T12" fmla="*/ 0 60000 65536"/>
                  <a:gd name="T13" fmla="*/ 0 60000 65536"/>
                  <a:gd name="T14" fmla="*/ 0 60000 65536"/>
                  <a:gd name="T15" fmla="*/ 0 60000 65536"/>
                  <a:gd name="T16" fmla="*/ 0 60000 65536"/>
                  <a:gd name="T17" fmla="*/ 0 60000 65536"/>
                  <a:gd name="T18" fmla="*/ 0 w 92"/>
                  <a:gd name="T19" fmla="*/ 0 h 96"/>
                  <a:gd name="T20" fmla="*/ 92 w 92"/>
                  <a:gd name="T21" fmla="*/ 96 h 96"/>
                </a:gdLst>
                <a:ahLst/>
                <a:cxnLst>
                  <a:cxn ang="T12">
                    <a:pos x="T0" y="T1"/>
                  </a:cxn>
                  <a:cxn ang="T13">
                    <a:pos x="T2" y="T3"/>
                  </a:cxn>
                  <a:cxn ang="T14">
                    <a:pos x="T4" y="T5"/>
                  </a:cxn>
                  <a:cxn ang="T15">
                    <a:pos x="T6" y="T7"/>
                  </a:cxn>
                  <a:cxn ang="T16">
                    <a:pos x="T8" y="T9"/>
                  </a:cxn>
                  <a:cxn ang="T17">
                    <a:pos x="T10" y="T11"/>
                  </a:cxn>
                </a:cxnLst>
                <a:rect l="T18" t="T19" r="T20" b="T21"/>
                <a:pathLst>
                  <a:path w="92" h="96">
                    <a:moveTo>
                      <a:pt x="73" y="96"/>
                    </a:moveTo>
                    <a:lnTo>
                      <a:pt x="73" y="96"/>
                    </a:lnTo>
                    <a:lnTo>
                      <a:pt x="0" y="18"/>
                    </a:lnTo>
                    <a:lnTo>
                      <a:pt x="19" y="0"/>
                    </a:lnTo>
                    <a:lnTo>
                      <a:pt x="92" y="78"/>
                    </a:lnTo>
                    <a:lnTo>
                      <a:pt x="73" y="96"/>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0" name="Freeform 332"/>
              <p:cNvSpPr/>
              <p:nvPr/>
            </p:nvSpPr>
            <p:spPr bwMode="auto">
              <a:xfrm>
                <a:off x="7466013" y="4608513"/>
                <a:ext cx="12700" cy="44450"/>
              </a:xfrm>
              <a:custGeom>
                <a:avLst/>
                <a:gdLst>
                  <a:gd name="T0" fmla="*/ 2147483646 w 27"/>
                  <a:gd name="T1" fmla="*/ 2147483646 h 93"/>
                  <a:gd name="T2" fmla="*/ 2147483646 w 27"/>
                  <a:gd name="T3" fmla="*/ 2147483646 h 93"/>
                  <a:gd name="T4" fmla="*/ 0 w 27"/>
                  <a:gd name="T5" fmla="*/ 2147483646 h 93"/>
                  <a:gd name="T6" fmla="*/ 0 w 27"/>
                  <a:gd name="T7" fmla="*/ 0 h 93"/>
                  <a:gd name="T8" fmla="*/ 2147483646 w 27"/>
                  <a:gd name="T9" fmla="*/ 0 h 93"/>
                  <a:gd name="T10" fmla="*/ 2147483646 w 27"/>
                  <a:gd name="T11" fmla="*/ 2147483646 h 93"/>
                  <a:gd name="T12" fmla="*/ 0 60000 65536"/>
                  <a:gd name="T13" fmla="*/ 0 60000 65536"/>
                  <a:gd name="T14" fmla="*/ 0 60000 65536"/>
                  <a:gd name="T15" fmla="*/ 0 60000 65536"/>
                  <a:gd name="T16" fmla="*/ 0 60000 65536"/>
                  <a:gd name="T17" fmla="*/ 0 60000 65536"/>
                  <a:gd name="T18" fmla="*/ 0 w 27"/>
                  <a:gd name="T19" fmla="*/ 0 h 93"/>
                  <a:gd name="T20" fmla="*/ 27 w 27"/>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27" h="93">
                    <a:moveTo>
                      <a:pt x="27" y="93"/>
                    </a:moveTo>
                    <a:lnTo>
                      <a:pt x="27" y="93"/>
                    </a:lnTo>
                    <a:lnTo>
                      <a:pt x="0" y="93"/>
                    </a:lnTo>
                    <a:lnTo>
                      <a:pt x="0" y="0"/>
                    </a:lnTo>
                    <a:lnTo>
                      <a:pt x="27" y="0"/>
                    </a:lnTo>
                    <a:lnTo>
                      <a:pt x="27" y="9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1" name="Freeform 333"/>
              <p:cNvSpPr/>
              <p:nvPr/>
            </p:nvSpPr>
            <p:spPr bwMode="auto">
              <a:xfrm>
                <a:off x="7416800" y="4691063"/>
                <a:ext cx="39688" cy="46038"/>
              </a:xfrm>
              <a:custGeom>
                <a:avLst/>
                <a:gdLst>
                  <a:gd name="T0" fmla="*/ 2147483646 w 82"/>
                  <a:gd name="T1" fmla="*/ 2147483646 h 98"/>
                  <a:gd name="T2" fmla="*/ 2147483646 w 82"/>
                  <a:gd name="T3" fmla="*/ 2147483646 h 98"/>
                  <a:gd name="T4" fmla="*/ 0 w 82"/>
                  <a:gd name="T5" fmla="*/ 2147483646 h 98"/>
                  <a:gd name="T6" fmla="*/ 2147483646 w 82"/>
                  <a:gd name="T7" fmla="*/ 0 h 98"/>
                  <a:gd name="T8" fmla="*/ 2147483646 w 82"/>
                  <a:gd name="T9" fmla="*/ 2147483646 h 98"/>
                  <a:gd name="T10" fmla="*/ 2147483646 w 82"/>
                  <a:gd name="T11" fmla="*/ 2147483646 h 98"/>
                  <a:gd name="T12" fmla="*/ 0 60000 65536"/>
                  <a:gd name="T13" fmla="*/ 0 60000 65536"/>
                  <a:gd name="T14" fmla="*/ 0 60000 65536"/>
                  <a:gd name="T15" fmla="*/ 0 60000 65536"/>
                  <a:gd name="T16" fmla="*/ 0 60000 65536"/>
                  <a:gd name="T17" fmla="*/ 0 60000 65536"/>
                  <a:gd name="T18" fmla="*/ 0 w 82"/>
                  <a:gd name="T19" fmla="*/ 0 h 98"/>
                  <a:gd name="T20" fmla="*/ 82 w 82"/>
                  <a:gd name="T21" fmla="*/ 98 h 98"/>
                </a:gdLst>
                <a:ahLst/>
                <a:cxnLst>
                  <a:cxn ang="T12">
                    <a:pos x="T0" y="T1"/>
                  </a:cxn>
                  <a:cxn ang="T13">
                    <a:pos x="T2" y="T3"/>
                  </a:cxn>
                  <a:cxn ang="T14">
                    <a:pos x="T4" y="T5"/>
                  </a:cxn>
                  <a:cxn ang="T15">
                    <a:pos x="T6" y="T7"/>
                  </a:cxn>
                  <a:cxn ang="T16">
                    <a:pos x="T8" y="T9"/>
                  </a:cxn>
                  <a:cxn ang="T17">
                    <a:pos x="T10" y="T11"/>
                  </a:cxn>
                </a:cxnLst>
                <a:rect l="T18" t="T19" r="T20" b="T21"/>
                <a:pathLst>
                  <a:path w="82" h="98">
                    <a:moveTo>
                      <a:pt x="22" y="98"/>
                    </a:moveTo>
                    <a:lnTo>
                      <a:pt x="22" y="98"/>
                    </a:lnTo>
                    <a:lnTo>
                      <a:pt x="0" y="82"/>
                    </a:lnTo>
                    <a:lnTo>
                      <a:pt x="61" y="0"/>
                    </a:lnTo>
                    <a:lnTo>
                      <a:pt x="82" y="16"/>
                    </a:lnTo>
                    <a:lnTo>
                      <a:pt x="22" y="9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2" name="Freeform 334"/>
              <p:cNvSpPr/>
              <p:nvPr/>
            </p:nvSpPr>
            <p:spPr bwMode="auto">
              <a:xfrm>
                <a:off x="7351713" y="4679950"/>
                <a:ext cx="47625" cy="66675"/>
              </a:xfrm>
              <a:custGeom>
                <a:avLst/>
                <a:gdLst>
                  <a:gd name="T0" fmla="*/ 2147483646 w 100"/>
                  <a:gd name="T1" fmla="*/ 2147483646 h 141"/>
                  <a:gd name="T2" fmla="*/ 2147483646 w 100"/>
                  <a:gd name="T3" fmla="*/ 2147483646 h 141"/>
                  <a:gd name="T4" fmla="*/ 0 w 100"/>
                  <a:gd name="T5" fmla="*/ 2147483646 h 141"/>
                  <a:gd name="T6" fmla="*/ 2147483646 w 100"/>
                  <a:gd name="T7" fmla="*/ 0 h 141"/>
                  <a:gd name="T8" fmla="*/ 2147483646 w 100"/>
                  <a:gd name="T9" fmla="*/ 2147483646 h 141"/>
                  <a:gd name="T10" fmla="*/ 2147483646 w 100"/>
                  <a:gd name="T11" fmla="*/ 2147483646 h 141"/>
                  <a:gd name="T12" fmla="*/ 0 60000 65536"/>
                  <a:gd name="T13" fmla="*/ 0 60000 65536"/>
                  <a:gd name="T14" fmla="*/ 0 60000 65536"/>
                  <a:gd name="T15" fmla="*/ 0 60000 65536"/>
                  <a:gd name="T16" fmla="*/ 0 60000 65536"/>
                  <a:gd name="T17" fmla="*/ 0 60000 65536"/>
                  <a:gd name="T18" fmla="*/ 0 w 100"/>
                  <a:gd name="T19" fmla="*/ 0 h 141"/>
                  <a:gd name="T20" fmla="*/ 100 w 100"/>
                  <a:gd name="T21" fmla="*/ 141 h 141"/>
                </a:gdLst>
                <a:ahLst/>
                <a:cxnLst>
                  <a:cxn ang="T12">
                    <a:pos x="T0" y="T1"/>
                  </a:cxn>
                  <a:cxn ang="T13">
                    <a:pos x="T2" y="T3"/>
                  </a:cxn>
                  <a:cxn ang="T14">
                    <a:pos x="T4" y="T5"/>
                  </a:cxn>
                  <a:cxn ang="T15">
                    <a:pos x="T6" y="T7"/>
                  </a:cxn>
                  <a:cxn ang="T16">
                    <a:pos x="T8" y="T9"/>
                  </a:cxn>
                  <a:cxn ang="T17">
                    <a:pos x="T10" y="T11"/>
                  </a:cxn>
                </a:cxnLst>
                <a:rect l="T18" t="T19" r="T20" b="T21"/>
                <a:pathLst>
                  <a:path w="100" h="141">
                    <a:moveTo>
                      <a:pt x="77" y="141"/>
                    </a:moveTo>
                    <a:lnTo>
                      <a:pt x="77" y="141"/>
                    </a:lnTo>
                    <a:lnTo>
                      <a:pt x="0" y="14"/>
                    </a:lnTo>
                    <a:lnTo>
                      <a:pt x="23" y="0"/>
                    </a:lnTo>
                    <a:lnTo>
                      <a:pt x="100" y="127"/>
                    </a:lnTo>
                    <a:lnTo>
                      <a:pt x="77" y="141"/>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3" name="Freeform 335"/>
              <p:cNvSpPr/>
              <p:nvPr/>
            </p:nvSpPr>
            <p:spPr bwMode="auto">
              <a:xfrm>
                <a:off x="7367588" y="4587875"/>
                <a:ext cx="79375" cy="44450"/>
              </a:xfrm>
              <a:custGeom>
                <a:avLst/>
                <a:gdLst>
                  <a:gd name="T0" fmla="*/ 2147483646 w 170"/>
                  <a:gd name="T1" fmla="*/ 2147483646 h 95"/>
                  <a:gd name="T2" fmla="*/ 2147483646 w 170"/>
                  <a:gd name="T3" fmla="*/ 2147483646 h 95"/>
                  <a:gd name="T4" fmla="*/ 0 w 170"/>
                  <a:gd name="T5" fmla="*/ 2147483646 h 95"/>
                  <a:gd name="T6" fmla="*/ 2147483646 w 170"/>
                  <a:gd name="T7" fmla="*/ 0 h 95"/>
                  <a:gd name="T8" fmla="*/ 2147483646 w 170"/>
                  <a:gd name="T9" fmla="*/ 2147483646 h 95"/>
                  <a:gd name="T10" fmla="*/ 2147483646 w 170"/>
                  <a:gd name="T11" fmla="*/ 2147483646 h 95"/>
                  <a:gd name="T12" fmla="*/ 0 60000 65536"/>
                  <a:gd name="T13" fmla="*/ 0 60000 65536"/>
                  <a:gd name="T14" fmla="*/ 0 60000 65536"/>
                  <a:gd name="T15" fmla="*/ 0 60000 65536"/>
                  <a:gd name="T16" fmla="*/ 0 60000 65536"/>
                  <a:gd name="T17" fmla="*/ 0 60000 65536"/>
                  <a:gd name="T18" fmla="*/ 0 w 170"/>
                  <a:gd name="T19" fmla="*/ 0 h 95"/>
                  <a:gd name="T20" fmla="*/ 170 w 170"/>
                  <a:gd name="T21" fmla="*/ 95 h 95"/>
                </a:gdLst>
                <a:ahLst/>
                <a:cxnLst>
                  <a:cxn ang="T12">
                    <a:pos x="T0" y="T1"/>
                  </a:cxn>
                  <a:cxn ang="T13">
                    <a:pos x="T2" y="T3"/>
                  </a:cxn>
                  <a:cxn ang="T14">
                    <a:pos x="T4" y="T5"/>
                  </a:cxn>
                  <a:cxn ang="T15">
                    <a:pos x="T6" y="T7"/>
                  </a:cxn>
                  <a:cxn ang="T16">
                    <a:pos x="T8" y="T9"/>
                  </a:cxn>
                  <a:cxn ang="T17">
                    <a:pos x="T10" y="T11"/>
                  </a:cxn>
                </a:cxnLst>
                <a:rect l="T18" t="T19" r="T20" b="T21"/>
                <a:pathLst>
                  <a:path w="170" h="95">
                    <a:moveTo>
                      <a:pt x="11" y="95"/>
                    </a:moveTo>
                    <a:lnTo>
                      <a:pt x="11" y="95"/>
                    </a:lnTo>
                    <a:lnTo>
                      <a:pt x="0" y="71"/>
                    </a:lnTo>
                    <a:lnTo>
                      <a:pt x="160" y="0"/>
                    </a:lnTo>
                    <a:lnTo>
                      <a:pt x="170" y="24"/>
                    </a:lnTo>
                    <a:lnTo>
                      <a:pt x="11" y="95"/>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4" name="Freeform 336"/>
              <p:cNvSpPr/>
              <p:nvPr/>
            </p:nvSpPr>
            <p:spPr bwMode="auto">
              <a:xfrm>
                <a:off x="7304088" y="4525963"/>
                <a:ext cx="22225" cy="88900"/>
              </a:xfrm>
              <a:custGeom>
                <a:avLst/>
                <a:gdLst>
                  <a:gd name="T0" fmla="*/ 2147483646 w 46"/>
                  <a:gd name="T1" fmla="*/ 2147483646 h 188"/>
                  <a:gd name="T2" fmla="*/ 2147483646 w 46"/>
                  <a:gd name="T3" fmla="*/ 2147483646 h 188"/>
                  <a:gd name="T4" fmla="*/ 0 w 46"/>
                  <a:gd name="T5" fmla="*/ 2147483646 h 188"/>
                  <a:gd name="T6" fmla="*/ 2147483646 w 46"/>
                  <a:gd name="T7" fmla="*/ 0 h 188"/>
                  <a:gd name="T8" fmla="*/ 2147483646 w 46"/>
                  <a:gd name="T9" fmla="*/ 2147483646 h 188"/>
                  <a:gd name="T10" fmla="*/ 2147483646 w 46"/>
                  <a:gd name="T11" fmla="*/ 2147483646 h 188"/>
                  <a:gd name="T12" fmla="*/ 0 60000 65536"/>
                  <a:gd name="T13" fmla="*/ 0 60000 65536"/>
                  <a:gd name="T14" fmla="*/ 0 60000 65536"/>
                  <a:gd name="T15" fmla="*/ 0 60000 65536"/>
                  <a:gd name="T16" fmla="*/ 0 60000 65536"/>
                  <a:gd name="T17" fmla="*/ 0 60000 65536"/>
                  <a:gd name="T18" fmla="*/ 0 w 46"/>
                  <a:gd name="T19" fmla="*/ 0 h 188"/>
                  <a:gd name="T20" fmla="*/ 46 w 46"/>
                  <a:gd name="T21" fmla="*/ 188 h 188"/>
                </a:gdLst>
                <a:ahLst/>
                <a:cxnLst>
                  <a:cxn ang="T12">
                    <a:pos x="T0" y="T1"/>
                  </a:cxn>
                  <a:cxn ang="T13">
                    <a:pos x="T2" y="T3"/>
                  </a:cxn>
                  <a:cxn ang="T14">
                    <a:pos x="T4" y="T5"/>
                  </a:cxn>
                  <a:cxn ang="T15">
                    <a:pos x="T6" y="T7"/>
                  </a:cxn>
                  <a:cxn ang="T16">
                    <a:pos x="T8" y="T9"/>
                  </a:cxn>
                  <a:cxn ang="T17">
                    <a:pos x="T10" y="T11"/>
                  </a:cxn>
                </a:cxnLst>
                <a:rect l="T18" t="T19" r="T20" b="T21"/>
                <a:pathLst>
                  <a:path w="46" h="188">
                    <a:moveTo>
                      <a:pt x="19" y="188"/>
                    </a:moveTo>
                    <a:lnTo>
                      <a:pt x="19" y="188"/>
                    </a:lnTo>
                    <a:lnTo>
                      <a:pt x="0" y="2"/>
                    </a:lnTo>
                    <a:lnTo>
                      <a:pt x="26" y="0"/>
                    </a:lnTo>
                    <a:lnTo>
                      <a:pt x="46" y="185"/>
                    </a:lnTo>
                    <a:lnTo>
                      <a:pt x="19" y="188"/>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5" name="Freeform 337"/>
              <p:cNvSpPr/>
              <p:nvPr/>
            </p:nvSpPr>
            <p:spPr bwMode="auto">
              <a:xfrm>
                <a:off x="7199313" y="4518025"/>
                <a:ext cx="68263" cy="66675"/>
              </a:xfrm>
              <a:custGeom>
                <a:avLst/>
                <a:gdLst>
                  <a:gd name="T0" fmla="*/ 2147483646 w 144"/>
                  <a:gd name="T1" fmla="*/ 2147483646 h 143"/>
                  <a:gd name="T2" fmla="*/ 2147483646 w 144"/>
                  <a:gd name="T3" fmla="*/ 2147483646 h 143"/>
                  <a:gd name="T4" fmla="*/ 0 w 144"/>
                  <a:gd name="T5" fmla="*/ 2147483646 h 143"/>
                  <a:gd name="T6" fmla="*/ 2147483646 w 144"/>
                  <a:gd name="T7" fmla="*/ 0 h 143"/>
                  <a:gd name="T8" fmla="*/ 2147483646 w 144"/>
                  <a:gd name="T9" fmla="*/ 2147483646 h 143"/>
                  <a:gd name="T10" fmla="*/ 2147483646 w 144"/>
                  <a:gd name="T11" fmla="*/ 2147483646 h 143"/>
                  <a:gd name="T12" fmla="*/ 0 60000 65536"/>
                  <a:gd name="T13" fmla="*/ 0 60000 65536"/>
                  <a:gd name="T14" fmla="*/ 0 60000 65536"/>
                  <a:gd name="T15" fmla="*/ 0 60000 65536"/>
                  <a:gd name="T16" fmla="*/ 0 60000 65536"/>
                  <a:gd name="T17" fmla="*/ 0 60000 65536"/>
                  <a:gd name="T18" fmla="*/ 0 w 144"/>
                  <a:gd name="T19" fmla="*/ 0 h 143"/>
                  <a:gd name="T20" fmla="*/ 144 w 144"/>
                  <a:gd name="T21" fmla="*/ 143 h 143"/>
                </a:gdLst>
                <a:ahLst/>
                <a:cxnLst>
                  <a:cxn ang="T12">
                    <a:pos x="T0" y="T1"/>
                  </a:cxn>
                  <a:cxn ang="T13">
                    <a:pos x="T2" y="T3"/>
                  </a:cxn>
                  <a:cxn ang="T14">
                    <a:pos x="T4" y="T5"/>
                  </a:cxn>
                  <a:cxn ang="T15">
                    <a:pos x="T6" y="T7"/>
                  </a:cxn>
                  <a:cxn ang="T16">
                    <a:pos x="T8" y="T9"/>
                  </a:cxn>
                  <a:cxn ang="T17">
                    <a:pos x="T10" y="T11"/>
                  </a:cxn>
                </a:cxnLst>
                <a:rect l="T18" t="T19" r="T20" b="T21"/>
                <a:pathLst>
                  <a:path w="144" h="143">
                    <a:moveTo>
                      <a:pt x="19" y="143"/>
                    </a:moveTo>
                    <a:lnTo>
                      <a:pt x="19" y="143"/>
                    </a:lnTo>
                    <a:lnTo>
                      <a:pt x="0" y="124"/>
                    </a:lnTo>
                    <a:lnTo>
                      <a:pt x="126" y="0"/>
                    </a:lnTo>
                    <a:lnTo>
                      <a:pt x="144" y="19"/>
                    </a:lnTo>
                    <a:lnTo>
                      <a:pt x="19" y="14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6" name="Freeform 338"/>
              <p:cNvSpPr/>
              <p:nvPr/>
            </p:nvSpPr>
            <p:spPr bwMode="auto">
              <a:xfrm>
                <a:off x="7110413" y="4608513"/>
                <a:ext cx="47625" cy="38100"/>
              </a:xfrm>
              <a:custGeom>
                <a:avLst/>
                <a:gdLst>
                  <a:gd name="T0" fmla="*/ 2147483646 w 98"/>
                  <a:gd name="T1" fmla="*/ 2147483646 h 80"/>
                  <a:gd name="T2" fmla="*/ 2147483646 w 98"/>
                  <a:gd name="T3" fmla="*/ 2147483646 h 80"/>
                  <a:gd name="T4" fmla="*/ 0 w 98"/>
                  <a:gd name="T5" fmla="*/ 2147483646 h 80"/>
                  <a:gd name="T6" fmla="*/ 2147483646 w 98"/>
                  <a:gd name="T7" fmla="*/ 0 h 80"/>
                  <a:gd name="T8" fmla="*/ 2147483646 w 98"/>
                  <a:gd name="T9" fmla="*/ 2147483646 h 80"/>
                  <a:gd name="T10" fmla="*/ 2147483646 w 98"/>
                  <a:gd name="T11" fmla="*/ 2147483646 h 80"/>
                  <a:gd name="T12" fmla="*/ 0 60000 65536"/>
                  <a:gd name="T13" fmla="*/ 0 60000 65536"/>
                  <a:gd name="T14" fmla="*/ 0 60000 65536"/>
                  <a:gd name="T15" fmla="*/ 0 60000 65536"/>
                  <a:gd name="T16" fmla="*/ 0 60000 65536"/>
                  <a:gd name="T17" fmla="*/ 0 60000 65536"/>
                  <a:gd name="T18" fmla="*/ 0 w 98"/>
                  <a:gd name="T19" fmla="*/ 0 h 80"/>
                  <a:gd name="T20" fmla="*/ 98 w 98"/>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98" h="80">
                    <a:moveTo>
                      <a:pt x="15" y="80"/>
                    </a:moveTo>
                    <a:lnTo>
                      <a:pt x="15" y="80"/>
                    </a:lnTo>
                    <a:lnTo>
                      <a:pt x="0" y="58"/>
                    </a:lnTo>
                    <a:lnTo>
                      <a:pt x="83" y="0"/>
                    </a:lnTo>
                    <a:lnTo>
                      <a:pt x="98" y="22"/>
                    </a:lnTo>
                    <a:lnTo>
                      <a:pt x="15" y="80"/>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7" name="Freeform 339"/>
              <p:cNvSpPr/>
              <p:nvPr/>
            </p:nvSpPr>
            <p:spPr bwMode="auto">
              <a:xfrm>
                <a:off x="7204075" y="4611688"/>
                <a:ext cx="95250" cy="39688"/>
              </a:xfrm>
              <a:custGeom>
                <a:avLst/>
                <a:gdLst>
                  <a:gd name="T0" fmla="*/ 2147483646 w 202"/>
                  <a:gd name="T1" fmla="*/ 2147483646 h 83"/>
                  <a:gd name="T2" fmla="*/ 2147483646 w 202"/>
                  <a:gd name="T3" fmla="*/ 2147483646 h 83"/>
                  <a:gd name="T4" fmla="*/ 0 w 202"/>
                  <a:gd name="T5" fmla="*/ 2147483646 h 83"/>
                  <a:gd name="T6" fmla="*/ 2147483646 w 202"/>
                  <a:gd name="T7" fmla="*/ 0 h 83"/>
                  <a:gd name="T8" fmla="*/ 2147483646 w 202"/>
                  <a:gd name="T9" fmla="*/ 2147483646 h 83"/>
                  <a:gd name="T10" fmla="*/ 2147483646 w 202"/>
                  <a:gd name="T11" fmla="*/ 2147483646 h 83"/>
                  <a:gd name="T12" fmla="*/ 0 60000 65536"/>
                  <a:gd name="T13" fmla="*/ 0 60000 65536"/>
                  <a:gd name="T14" fmla="*/ 0 60000 65536"/>
                  <a:gd name="T15" fmla="*/ 0 60000 65536"/>
                  <a:gd name="T16" fmla="*/ 0 60000 65536"/>
                  <a:gd name="T17" fmla="*/ 0 60000 65536"/>
                  <a:gd name="T18" fmla="*/ 0 w 202"/>
                  <a:gd name="T19" fmla="*/ 0 h 83"/>
                  <a:gd name="T20" fmla="*/ 202 w 202"/>
                  <a:gd name="T21" fmla="*/ 83 h 83"/>
                </a:gdLst>
                <a:ahLst/>
                <a:cxnLst>
                  <a:cxn ang="T12">
                    <a:pos x="T0" y="T1"/>
                  </a:cxn>
                  <a:cxn ang="T13">
                    <a:pos x="T2" y="T3"/>
                  </a:cxn>
                  <a:cxn ang="T14">
                    <a:pos x="T4" y="T5"/>
                  </a:cxn>
                  <a:cxn ang="T15">
                    <a:pos x="T6" y="T7"/>
                  </a:cxn>
                  <a:cxn ang="T16">
                    <a:pos x="T8" y="T9"/>
                  </a:cxn>
                  <a:cxn ang="T17">
                    <a:pos x="T10" y="T11"/>
                  </a:cxn>
                </a:cxnLst>
                <a:rect l="T18" t="T19" r="T20" b="T21"/>
                <a:pathLst>
                  <a:path w="202" h="83">
                    <a:moveTo>
                      <a:pt x="195" y="83"/>
                    </a:moveTo>
                    <a:lnTo>
                      <a:pt x="195" y="83"/>
                    </a:lnTo>
                    <a:lnTo>
                      <a:pt x="0" y="25"/>
                    </a:lnTo>
                    <a:lnTo>
                      <a:pt x="7" y="0"/>
                    </a:lnTo>
                    <a:lnTo>
                      <a:pt x="202" y="57"/>
                    </a:lnTo>
                    <a:lnTo>
                      <a:pt x="195" y="8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8" name="Freeform 340"/>
              <p:cNvSpPr/>
              <p:nvPr/>
            </p:nvSpPr>
            <p:spPr bwMode="auto">
              <a:xfrm>
                <a:off x="6932613" y="4262438"/>
                <a:ext cx="671513" cy="671513"/>
              </a:xfrm>
              <a:custGeom>
                <a:avLst/>
                <a:gdLst>
                  <a:gd name="T0" fmla="*/ 2147483646 w 1430"/>
                  <a:gd name="T1" fmla="*/ 2147483646 h 1425"/>
                  <a:gd name="T2" fmla="*/ 2147483646 w 1430"/>
                  <a:gd name="T3" fmla="*/ 2147483646 h 1425"/>
                  <a:gd name="T4" fmla="*/ 2147483646 w 1430"/>
                  <a:gd name="T5" fmla="*/ 2147483646 h 1425"/>
                  <a:gd name="T6" fmla="*/ 0 w 1430"/>
                  <a:gd name="T7" fmla="*/ 2147483646 h 1425"/>
                  <a:gd name="T8" fmla="*/ 2147483646 w 1430"/>
                  <a:gd name="T9" fmla="*/ 0 h 1425"/>
                  <a:gd name="T10" fmla="*/ 2147483646 w 1430"/>
                  <a:gd name="T11" fmla="*/ 2147483646 h 1425"/>
                  <a:gd name="T12" fmla="*/ 2147483646 w 1430"/>
                  <a:gd name="T13" fmla="*/ 2147483646 h 1425"/>
                  <a:gd name="T14" fmla="*/ 2147483646 w 1430"/>
                  <a:gd name="T15" fmla="*/ 2147483646 h 1425"/>
                  <a:gd name="T16" fmla="*/ 2147483646 w 1430"/>
                  <a:gd name="T17" fmla="*/ 2147483646 h 1425"/>
                  <a:gd name="T18" fmla="*/ 2147483646 w 1430"/>
                  <a:gd name="T19" fmla="*/ 2147483646 h 1425"/>
                  <a:gd name="T20" fmla="*/ 2147483646 w 1430"/>
                  <a:gd name="T21" fmla="*/ 2147483646 h 1425"/>
                  <a:gd name="T22" fmla="*/ 2147483646 w 1430"/>
                  <a:gd name="T23" fmla="*/ 2147483646 h 1425"/>
                  <a:gd name="T24" fmla="*/ 2147483646 w 1430"/>
                  <a:gd name="T25" fmla="*/ 2147483646 h 1425"/>
                  <a:gd name="T26" fmla="*/ 2147483646 w 1430"/>
                  <a:gd name="T27" fmla="*/ 2147483646 h 1425"/>
                  <a:gd name="T28" fmla="*/ 2147483646 w 1430"/>
                  <a:gd name="T29" fmla="*/ 2147483646 h 14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30"/>
                  <a:gd name="T46" fmla="*/ 0 h 1425"/>
                  <a:gd name="T47" fmla="*/ 1430 w 1430"/>
                  <a:gd name="T48" fmla="*/ 1425 h 14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30" h="1425">
                    <a:moveTo>
                      <a:pt x="612" y="1422"/>
                    </a:moveTo>
                    <a:lnTo>
                      <a:pt x="612" y="1422"/>
                    </a:lnTo>
                    <a:cubicBezTo>
                      <a:pt x="611" y="1422"/>
                      <a:pt x="609" y="1422"/>
                      <a:pt x="607" y="1422"/>
                    </a:cubicBezTo>
                    <a:cubicBezTo>
                      <a:pt x="261" y="1370"/>
                      <a:pt x="0" y="1066"/>
                      <a:pt x="0" y="715"/>
                    </a:cubicBezTo>
                    <a:cubicBezTo>
                      <a:pt x="0" y="321"/>
                      <a:pt x="321" y="0"/>
                      <a:pt x="715" y="0"/>
                    </a:cubicBezTo>
                    <a:cubicBezTo>
                      <a:pt x="1109" y="0"/>
                      <a:pt x="1429" y="321"/>
                      <a:pt x="1429" y="715"/>
                    </a:cubicBezTo>
                    <a:cubicBezTo>
                      <a:pt x="1430" y="1066"/>
                      <a:pt x="1168" y="1370"/>
                      <a:pt x="822" y="1422"/>
                    </a:cubicBezTo>
                    <a:cubicBezTo>
                      <a:pt x="804" y="1425"/>
                      <a:pt x="787" y="1412"/>
                      <a:pt x="784" y="1394"/>
                    </a:cubicBezTo>
                    <a:cubicBezTo>
                      <a:pt x="781" y="1376"/>
                      <a:pt x="794" y="1359"/>
                      <a:pt x="812" y="1356"/>
                    </a:cubicBezTo>
                    <a:cubicBezTo>
                      <a:pt x="1126" y="1309"/>
                      <a:pt x="1363" y="1033"/>
                      <a:pt x="1363" y="715"/>
                    </a:cubicBezTo>
                    <a:cubicBezTo>
                      <a:pt x="1363" y="358"/>
                      <a:pt x="1072" y="67"/>
                      <a:pt x="715" y="67"/>
                    </a:cubicBezTo>
                    <a:cubicBezTo>
                      <a:pt x="357" y="67"/>
                      <a:pt x="67" y="358"/>
                      <a:pt x="67" y="715"/>
                    </a:cubicBezTo>
                    <a:cubicBezTo>
                      <a:pt x="67" y="1033"/>
                      <a:pt x="303" y="1309"/>
                      <a:pt x="617" y="1356"/>
                    </a:cubicBezTo>
                    <a:cubicBezTo>
                      <a:pt x="636" y="1359"/>
                      <a:pt x="648" y="1376"/>
                      <a:pt x="645" y="1394"/>
                    </a:cubicBezTo>
                    <a:cubicBezTo>
                      <a:pt x="643" y="1410"/>
                      <a:pt x="629" y="1422"/>
                      <a:pt x="612" y="1422"/>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9" name="Freeform 341"/>
              <p:cNvSpPr/>
              <p:nvPr/>
            </p:nvSpPr>
            <p:spPr bwMode="auto">
              <a:xfrm>
                <a:off x="7186613" y="4884738"/>
                <a:ext cx="65088" cy="6508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7"/>
                      <a:pt x="0" y="69"/>
                    </a:cubicBezTo>
                    <a:cubicBezTo>
                      <a:pt x="0" y="31"/>
                      <a:pt x="31" y="0"/>
                      <a:pt x="69" y="0"/>
                    </a:cubicBezTo>
                    <a:cubicBezTo>
                      <a:pt x="107" y="0"/>
                      <a:pt x="139" y="31"/>
                      <a:pt x="139" y="69"/>
                    </a:cubicBezTo>
                    <a:cubicBezTo>
                      <a:pt x="139" y="107"/>
                      <a:pt x="107" y="139"/>
                      <a:pt x="69" y="13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0" name="Freeform 342"/>
              <p:cNvSpPr/>
              <p:nvPr/>
            </p:nvSpPr>
            <p:spPr bwMode="auto">
              <a:xfrm>
                <a:off x="7286625" y="4883150"/>
                <a:ext cx="65088" cy="65088"/>
              </a:xfrm>
              <a:custGeom>
                <a:avLst/>
                <a:gdLst>
                  <a:gd name="T0" fmla="*/ 2147483646 w 138"/>
                  <a:gd name="T1" fmla="*/ 2147483646 h 139"/>
                  <a:gd name="T2" fmla="*/ 2147483646 w 138"/>
                  <a:gd name="T3" fmla="*/ 2147483646 h 139"/>
                  <a:gd name="T4" fmla="*/ 0 w 138"/>
                  <a:gd name="T5" fmla="*/ 2147483646 h 139"/>
                  <a:gd name="T6" fmla="*/ 2147483646 w 138"/>
                  <a:gd name="T7" fmla="*/ 0 h 139"/>
                  <a:gd name="T8" fmla="*/ 2147483646 w 138"/>
                  <a:gd name="T9" fmla="*/ 2147483646 h 139"/>
                  <a:gd name="T10" fmla="*/ 2147483646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69" y="139"/>
                    </a:moveTo>
                    <a:lnTo>
                      <a:pt x="69" y="139"/>
                    </a:lnTo>
                    <a:cubicBezTo>
                      <a:pt x="30" y="139"/>
                      <a:pt x="0" y="108"/>
                      <a:pt x="0" y="69"/>
                    </a:cubicBezTo>
                    <a:cubicBezTo>
                      <a:pt x="0" y="31"/>
                      <a:pt x="30" y="0"/>
                      <a:pt x="69" y="0"/>
                    </a:cubicBezTo>
                    <a:cubicBezTo>
                      <a:pt x="107" y="0"/>
                      <a:pt x="138" y="31"/>
                      <a:pt x="138" y="69"/>
                    </a:cubicBezTo>
                    <a:cubicBezTo>
                      <a:pt x="138" y="108"/>
                      <a:pt x="107" y="139"/>
                      <a:pt x="69" y="13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441" name="组合 122"/>
            <p:cNvGrpSpPr/>
            <p:nvPr/>
          </p:nvGrpSpPr>
          <p:grpSpPr bwMode="auto">
            <a:xfrm>
              <a:off x="8010628" y="2103649"/>
              <a:ext cx="683332" cy="569192"/>
              <a:chOff x="2327275" y="2840038"/>
              <a:chExt cx="765175" cy="527050"/>
            </a:xfrm>
            <a:grpFill/>
          </p:grpSpPr>
          <p:sp>
            <p:nvSpPr>
              <p:cNvPr id="442" name="Freeform 91"/>
              <p:cNvSpPr>
                <a:spLocks noEditPoints="1"/>
              </p:cNvSpPr>
              <p:nvPr/>
            </p:nvSpPr>
            <p:spPr bwMode="auto">
              <a:xfrm>
                <a:off x="2547938" y="2967038"/>
                <a:ext cx="325438" cy="227013"/>
              </a:xfrm>
              <a:custGeom>
                <a:avLst/>
                <a:gdLst>
                  <a:gd name="T0" fmla="*/ 2147483646 w 778"/>
                  <a:gd name="T1" fmla="*/ 2147483646 h 538"/>
                  <a:gd name="T2" fmla="*/ 2147483646 w 778"/>
                  <a:gd name="T3" fmla="*/ 2147483646 h 538"/>
                  <a:gd name="T4" fmla="*/ 2147483646 w 778"/>
                  <a:gd name="T5" fmla="*/ 2147483646 h 538"/>
                  <a:gd name="T6" fmla="*/ 2147483646 w 778"/>
                  <a:gd name="T7" fmla="*/ 2147483646 h 538"/>
                  <a:gd name="T8" fmla="*/ 2147483646 w 778"/>
                  <a:gd name="T9" fmla="*/ 2147483646 h 538"/>
                  <a:gd name="T10" fmla="*/ 2147483646 w 778"/>
                  <a:gd name="T11" fmla="*/ 2147483646 h 538"/>
                  <a:gd name="T12" fmla="*/ 2147483646 w 778"/>
                  <a:gd name="T13" fmla="*/ 2147483646 h 538"/>
                  <a:gd name="T14" fmla="*/ 2147483646 w 778"/>
                  <a:gd name="T15" fmla="*/ 2147483646 h 538"/>
                  <a:gd name="T16" fmla="*/ 2147483646 w 778"/>
                  <a:gd name="T17" fmla="*/ 2147483646 h 538"/>
                  <a:gd name="T18" fmla="*/ 2147483646 w 778"/>
                  <a:gd name="T19" fmla="*/ 2147483646 h 538"/>
                  <a:gd name="T20" fmla="*/ 2147483646 w 778"/>
                  <a:gd name="T21" fmla="*/ 2147483646 h 538"/>
                  <a:gd name="T22" fmla="*/ 2147483646 w 778"/>
                  <a:gd name="T23" fmla="*/ 2147483646 h 538"/>
                  <a:gd name="T24" fmla="*/ 2147483646 w 778"/>
                  <a:gd name="T25" fmla="*/ 2147483646 h 538"/>
                  <a:gd name="T26" fmla="*/ 2147483646 w 778"/>
                  <a:gd name="T27" fmla="*/ 2147483646 h 538"/>
                  <a:gd name="T28" fmla="*/ 2147483646 w 778"/>
                  <a:gd name="T29" fmla="*/ 2147483646 h 538"/>
                  <a:gd name="T30" fmla="*/ 2147483646 w 778"/>
                  <a:gd name="T31" fmla="*/ 2147483646 h 538"/>
                  <a:gd name="T32" fmla="*/ 2147483646 w 778"/>
                  <a:gd name="T33" fmla="*/ 2147483646 h 538"/>
                  <a:gd name="T34" fmla="*/ 2147483646 w 778"/>
                  <a:gd name="T35" fmla="*/ 2147483646 h 538"/>
                  <a:gd name="T36" fmla="*/ 0 w 778"/>
                  <a:gd name="T37" fmla="*/ 2147483646 h 538"/>
                  <a:gd name="T38" fmla="*/ 2147483646 w 778"/>
                  <a:gd name="T39" fmla="*/ 2147483646 h 538"/>
                  <a:gd name="T40" fmla="*/ 2147483646 w 778"/>
                  <a:gd name="T41" fmla="*/ 0 h 538"/>
                  <a:gd name="T42" fmla="*/ 2147483646 w 778"/>
                  <a:gd name="T43" fmla="*/ 2147483646 h 538"/>
                  <a:gd name="T44" fmla="*/ 2147483646 w 778"/>
                  <a:gd name="T45" fmla="*/ 2147483646 h 538"/>
                  <a:gd name="T46" fmla="*/ 2147483646 w 778"/>
                  <a:gd name="T47" fmla="*/ 2147483646 h 538"/>
                  <a:gd name="T48" fmla="*/ 2147483646 w 778"/>
                  <a:gd name="T49" fmla="*/ 2147483646 h 5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8"/>
                  <a:gd name="T76" fmla="*/ 0 h 538"/>
                  <a:gd name="T77" fmla="*/ 778 w 778"/>
                  <a:gd name="T78" fmla="*/ 538 h 53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8" h="538">
                    <a:moveTo>
                      <a:pt x="186" y="221"/>
                    </a:moveTo>
                    <a:lnTo>
                      <a:pt x="186" y="221"/>
                    </a:lnTo>
                    <a:cubicBezTo>
                      <a:pt x="113" y="221"/>
                      <a:pt x="53" y="280"/>
                      <a:pt x="53" y="353"/>
                    </a:cubicBezTo>
                    <a:cubicBezTo>
                      <a:pt x="53" y="426"/>
                      <a:pt x="113" y="485"/>
                      <a:pt x="186" y="485"/>
                    </a:cubicBezTo>
                    <a:lnTo>
                      <a:pt x="587" y="485"/>
                    </a:lnTo>
                    <a:cubicBezTo>
                      <a:pt x="663" y="485"/>
                      <a:pt x="725" y="423"/>
                      <a:pt x="725" y="347"/>
                    </a:cubicBezTo>
                    <a:cubicBezTo>
                      <a:pt x="725" y="271"/>
                      <a:pt x="663" y="209"/>
                      <a:pt x="587" y="209"/>
                    </a:cubicBezTo>
                    <a:cubicBezTo>
                      <a:pt x="575" y="209"/>
                      <a:pt x="562" y="211"/>
                      <a:pt x="550" y="214"/>
                    </a:cubicBezTo>
                    <a:lnTo>
                      <a:pt x="518" y="223"/>
                    </a:lnTo>
                    <a:lnTo>
                      <a:pt x="516" y="190"/>
                    </a:lnTo>
                    <a:cubicBezTo>
                      <a:pt x="511" y="113"/>
                      <a:pt x="447" y="53"/>
                      <a:pt x="370" y="53"/>
                    </a:cubicBezTo>
                    <a:cubicBezTo>
                      <a:pt x="290" y="53"/>
                      <a:pt x="226" y="116"/>
                      <a:pt x="224" y="195"/>
                    </a:cubicBezTo>
                    <a:lnTo>
                      <a:pt x="223" y="223"/>
                    </a:lnTo>
                    <a:lnTo>
                      <a:pt x="195" y="221"/>
                    </a:lnTo>
                    <a:cubicBezTo>
                      <a:pt x="192" y="221"/>
                      <a:pt x="189" y="221"/>
                      <a:pt x="186" y="221"/>
                    </a:cubicBezTo>
                    <a:close/>
                    <a:moveTo>
                      <a:pt x="587" y="538"/>
                    </a:moveTo>
                    <a:lnTo>
                      <a:pt x="587" y="538"/>
                    </a:lnTo>
                    <a:lnTo>
                      <a:pt x="186" y="538"/>
                    </a:lnTo>
                    <a:cubicBezTo>
                      <a:pt x="83" y="538"/>
                      <a:pt x="0" y="455"/>
                      <a:pt x="0" y="353"/>
                    </a:cubicBezTo>
                    <a:cubicBezTo>
                      <a:pt x="0" y="255"/>
                      <a:pt x="77" y="174"/>
                      <a:pt x="173" y="168"/>
                    </a:cubicBezTo>
                    <a:cubicBezTo>
                      <a:pt x="188" y="72"/>
                      <a:pt x="270" y="0"/>
                      <a:pt x="370" y="0"/>
                    </a:cubicBezTo>
                    <a:cubicBezTo>
                      <a:pt x="465" y="0"/>
                      <a:pt x="545" y="67"/>
                      <a:pt x="565" y="157"/>
                    </a:cubicBezTo>
                    <a:cubicBezTo>
                      <a:pt x="572" y="156"/>
                      <a:pt x="580" y="155"/>
                      <a:pt x="587" y="155"/>
                    </a:cubicBezTo>
                    <a:cubicBezTo>
                      <a:pt x="692" y="155"/>
                      <a:pt x="778" y="241"/>
                      <a:pt x="778" y="347"/>
                    </a:cubicBezTo>
                    <a:cubicBezTo>
                      <a:pt x="778" y="452"/>
                      <a:pt x="692" y="538"/>
                      <a:pt x="587" y="538"/>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3" name="Freeform 92"/>
              <p:cNvSpPr/>
              <p:nvPr/>
            </p:nvSpPr>
            <p:spPr bwMode="auto">
              <a:xfrm>
                <a:off x="2327275" y="2840038"/>
                <a:ext cx="177800" cy="119063"/>
              </a:xfrm>
              <a:custGeom>
                <a:avLst/>
                <a:gdLst>
                  <a:gd name="T0" fmla="*/ 2147483646 w 424"/>
                  <a:gd name="T1" fmla="*/ 2147483646 h 284"/>
                  <a:gd name="T2" fmla="*/ 2147483646 w 424"/>
                  <a:gd name="T3" fmla="*/ 2147483646 h 284"/>
                  <a:gd name="T4" fmla="*/ 2147483646 w 424"/>
                  <a:gd name="T5" fmla="*/ 2147483646 h 284"/>
                  <a:gd name="T6" fmla="*/ 2147483646 w 424"/>
                  <a:gd name="T7" fmla="*/ 2147483646 h 284"/>
                  <a:gd name="T8" fmla="*/ 2147483646 w 424"/>
                  <a:gd name="T9" fmla="*/ 2147483646 h 284"/>
                  <a:gd name="T10" fmla="*/ 2147483646 w 424"/>
                  <a:gd name="T11" fmla="*/ 0 h 284"/>
                  <a:gd name="T12" fmla="*/ 2147483646 w 424"/>
                  <a:gd name="T13" fmla="*/ 2147483646 h 284"/>
                  <a:gd name="T14" fmla="*/ 2147483646 w 424"/>
                  <a:gd name="T15" fmla="*/ 2147483646 h 284"/>
                  <a:gd name="T16" fmla="*/ 0 w 424"/>
                  <a:gd name="T17" fmla="*/ 2147483646 h 284"/>
                  <a:gd name="T18" fmla="*/ 2147483646 w 424"/>
                  <a:gd name="T19" fmla="*/ 2147483646 h 284"/>
                  <a:gd name="T20" fmla="*/ 2147483646 w 424"/>
                  <a:gd name="T21" fmla="*/ 214748364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84"/>
                  <a:gd name="T35" fmla="*/ 424 w 424"/>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84">
                    <a:moveTo>
                      <a:pt x="328" y="284"/>
                    </a:moveTo>
                    <a:lnTo>
                      <a:pt x="328" y="284"/>
                    </a:lnTo>
                    <a:cubicBezTo>
                      <a:pt x="381" y="284"/>
                      <a:pt x="424" y="241"/>
                      <a:pt x="424" y="187"/>
                    </a:cubicBezTo>
                    <a:cubicBezTo>
                      <a:pt x="424" y="134"/>
                      <a:pt x="381" y="91"/>
                      <a:pt x="328" y="91"/>
                    </a:cubicBezTo>
                    <a:cubicBezTo>
                      <a:pt x="319" y="91"/>
                      <a:pt x="310" y="93"/>
                      <a:pt x="302" y="95"/>
                    </a:cubicBezTo>
                    <a:cubicBezTo>
                      <a:pt x="298" y="42"/>
                      <a:pt x="255" y="0"/>
                      <a:pt x="201" y="0"/>
                    </a:cubicBezTo>
                    <a:cubicBezTo>
                      <a:pt x="146" y="0"/>
                      <a:pt x="102" y="44"/>
                      <a:pt x="100" y="98"/>
                    </a:cubicBezTo>
                    <a:cubicBezTo>
                      <a:pt x="98" y="98"/>
                      <a:pt x="95" y="98"/>
                      <a:pt x="93" y="98"/>
                    </a:cubicBezTo>
                    <a:cubicBezTo>
                      <a:pt x="42" y="98"/>
                      <a:pt x="0" y="140"/>
                      <a:pt x="0" y="191"/>
                    </a:cubicBezTo>
                    <a:cubicBezTo>
                      <a:pt x="0" y="242"/>
                      <a:pt x="42" y="284"/>
                      <a:pt x="93" y="284"/>
                    </a:cubicBezTo>
                    <a:lnTo>
                      <a:pt x="328" y="28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4" name="Freeform 93"/>
              <p:cNvSpPr/>
              <p:nvPr/>
            </p:nvSpPr>
            <p:spPr bwMode="auto">
              <a:xfrm>
                <a:off x="2327275" y="3051175"/>
                <a:ext cx="177800" cy="119063"/>
              </a:xfrm>
              <a:custGeom>
                <a:avLst/>
                <a:gdLst>
                  <a:gd name="T0" fmla="*/ 2147483646 w 424"/>
                  <a:gd name="T1" fmla="*/ 2147483646 h 283"/>
                  <a:gd name="T2" fmla="*/ 2147483646 w 424"/>
                  <a:gd name="T3" fmla="*/ 2147483646 h 283"/>
                  <a:gd name="T4" fmla="*/ 2147483646 w 424"/>
                  <a:gd name="T5" fmla="*/ 2147483646 h 283"/>
                  <a:gd name="T6" fmla="*/ 2147483646 w 424"/>
                  <a:gd name="T7" fmla="*/ 2147483646 h 283"/>
                  <a:gd name="T8" fmla="*/ 2147483646 w 424"/>
                  <a:gd name="T9" fmla="*/ 2147483646 h 283"/>
                  <a:gd name="T10" fmla="*/ 2147483646 w 424"/>
                  <a:gd name="T11" fmla="*/ 0 h 283"/>
                  <a:gd name="T12" fmla="*/ 2147483646 w 424"/>
                  <a:gd name="T13" fmla="*/ 2147483646 h 283"/>
                  <a:gd name="T14" fmla="*/ 2147483646 w 424"/>
                  <a:gd name="T15" fmla="*/ 2147483646 h 283"/>
                  <a:gd name="T16" fmla="*/ 0 w 424"/>
                  <a:gd name="T17" fmla="*/ 2147483646 h 283"/>
                  <a:gd name="T18" fmla="*/ 2147483646 w 424"/>
                  <a:gd name="T19" fmla="*/ 2147483646 h 283"/>
                  <a:gd name="T20" fmla="*/ 2147483646 w 424"/>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83"/>
                  <a:gd name="T35" fmla="*/ 424 w 424"/>
                  <a:gd name="T36" fmla="*/ 283 h 2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83">
                    <a:moveTo>
                      <a:pt x="328" y="283"/>
                    </a:moveTo>
                    <a:lnTo>
                      <a:pt x="328" y="283"/>
                    </a:lnTo>
                    <a:cubicBezTo>
                      <a:pt x="381" y="283"/>
                      <a:pt x="424" y="240"/>
                      <a:pt x="424" y="187"/>
                    </a:cubicBezTo>
                    <a:cubicBezTo>
                      <a:pt x="424" y="134"/>
                      <a:pt x="381" y="91"/>
                      <a:pt x="328" y="91"/>
                    </a:cubicBezTo>
                    <a:cubicBezTo>
                      <a:pt x="319" y="91"/>
                      <a:pt x="310" y="92"/>
                      <a:pt x="302" y="94"/>
                    </a:cubicBezTo>
                    <a:cubicBezTo>
                      <a:pt x="298" y="42"/>
                      <a:pt x="255" y="0"/>
                      <a:pt x="201" y="0"/>
                    </a:cubicBezTo>
                    <a:cubicBezTo>
                      <a:pt x="146" y="0"/>
                      <a:pt x="102" y="44"/>
                      <a:pt x="100" y="98"/>
                    </a:cubicBezTo>
                    <a:cubicBezTo>
                      <a:pt x="98" y="98"/>
                      <a:pt x="95" y="98"/>
                      <a:pt x="93" y="98"/>
                    </a:cubicBezTo>
                    <a:cubicBezTo>
                      <a:pt x="42" y="98"/>
                      <a:pt x="0" y="139"/>
                      <a:pt x="0" y="191"/>
                    </a:cubicBezTo>
                    <a:cubicBezTo>
                      <a:pt x="0" y="242"/>
                      <a:pt x="42" y="283"/>
                      <a:pt x="93" y="283"/>
                    </a:cubicBezTo>
                    <a:lnTo>
                      <a:pt x="328" y="28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5" name="Freeform 94"/>
              <p:cNvSpPr/>
              <p:nvPr/>
            </p:nvSpPr>
            <p:spPr bwMode="auto">
              <a:xfrm>
                <a:off x="2327275" y="3248025"/>
                <a:ext cx="177800" cy="119063"/>
              </a:xfrm>
              <a:custGeom>
                <a:avLst/>
                <a:gdLst>
                  <a:gd name="T0" fmla="*/ 2147483646 w 424"/>
                  <a:gd name="T1" fmla="*/ 2147483646 h 283"/>
                  <a:gd name="T2" fmla="*/ 2147483646 w 424"/>
                  <a:gd name="T3" fmla="*/ 2147483646 h 283"/>
                  <a:gd name="T4" fmla="*/ 2147483646 w 424"/>
                  <a:gd name="T5" fmla="*/ 2147483646 h 283"/>
                  <a:gd name="T6" fmla="*/ 2147483646 w 424"/>
                  <a:gd name="T7" fmla="*/ 2147483646 h 283"/>
                  <a:gd name="T8" fmla="*/ 2147483646 w 424"/>
                  <a:gd name="T9" fmla="*/ 2147483646 h 283"/>
                  <a:gd name="T10" fmla="*/ 2147483646 w 424"/>
                  <a:gd name="T11" fmla="*/ 0 h 283"/>
                  <a:gd name="T12" fmla="*/ 2147483646 w 424"/>
                  <a:gd name="T13" fmla="*/ 2147483646 h 283"/>
                  <a:gd name="T14" fmla="*/ 2147483646 w 424"/>
                  <a:gd name="T15" fmla="*/ 2147483646 h 283"/>
                  <a:gd name="T16" fmla="*/ 0 w 424"/>
                  <a:gd name="T17" fmla="*/ 2147483646 h 283"/>
                  <a:gd name="T18" fmla="*/ 2147483646 w 424"/>
                  <a:gd name="T19" fmla="*/ 2147483646 h 283"/>
                  <a:gd name="T20" fmla="*/ 2147483646 w 424"/>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4"/>
                  <a:gd name="T34" fmla="*/ 0 h 283"/>
                  <a:gd name="T35" fmla="*/ 424 w 424"/>
                  <a:gd name="T36" fmla="*/ 283 h 2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4" h="283">
                    <a:moveTo>
                      <a:pt x="328" y="283"/>
                    </a:moveTo>
                    <a:lnTo>
                      <a:pt x="328" y="283"/>
                    </a:lnTo>
                    <a:cubicBezTo>
                      <a:pt x="381" y="283"/>
                      <a:pt x="424" y="240"/>
                      <a:pt x="424" y="187"/>
                    </a:cubicBezTo>
                    <a:cubicBezTo>
                      <a:pt x="424" y="134"/>
                      <a:pt x="381" y="91"/>
                      <a:pt x="328" y="91"/>
                    </a:cubicBezTo>
                    <a:cubicBezTo>
                      <a:pt x="319" y="91"/>
                      <a:pt x="310" y="92"/>
                      <a:pt x="302" y="94"/>
                    </a:cubicBezTo>
                    <a:cubicBezTo>
                      <a:pt x="298" y="41"/>
                      <a:pt x="255" y="0"/>
                      <a:pt x="201" y="0"/>
                    </a:cubicBezTo>
                    <a:cubicBezTo>
                      <a:pt x="146" y="0"/>
                      <a:pt x="102" y="43"/>
                      <a:pt x="100" y="98"/>
                    </a:cubicBezTo>
                    <a:cubicBezTo>
                      <a:pt x="98" y="98"/>
                      <a:pt x="95" y="97"/>
                      <a:pt x="93" y="97"/>
                    </a:cubicBezTo>
                    <a:cubicBezTo>
                      <a:pt x="42" y="97"/>
                      <a:pt x="0" y="139"/>
                      <a:pt x="0" y="190"/>
                    </a:cubicBezTo>
                    <a:cubicBezTo>
                      <a:pt x="0" y="242"/>
                      <a:pt x="42" y="283"/>
                      <a:pt x="93" y="283"/>
                    </a:cubicBezTo>
                    <a:lnTo>
                      <a:pt x="328" y="28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6" name="Freeform 95"/>
              <p:cNvSpPr/>
              <p:nvPr/>
            </p:nvSpPr>
            <p:spPr bwMode="auto">
              <a:xfrm>
                <a:off x="2914650" y="2840038"/>
                <a:ext cx="177800" cy="119063"/>
              </a:xfrm>
              <a:custGeom>
                <a:avLst/>
                <a:gdLst>
                  <a:gd name="T0" fmla="*/ 2147483646 w 423"/>
                  <a:gd name="T1" fmla="*/ 2147483646 h 284"/>
                  <a:gd name="T2" fmla="*/ 2147483646 w 423"/>
                  <a:gd name="T3" fmla="*/ 2147483646 h 284"/>
                  <a:gd name="T4" fmla="*/ 2147483646 w 423"/>
                  <a:gd name="T5" fmla="*/ 2147483646 h 284"/>
                  <a:gd name="T6" fmla="*/ 2147483646 w 423"/>
                  <a:gd name="T7" fmla="*/ 2147483646 h 284"/>
                  <a:gd name="T8" fmla="*/ 2147483646 w 423"/>
                  <a:gd name="T9" fmla="*/ 2147483646 h 284"/>
                  <a:gd name="T10" fmla="*/ 2147483646 w 423"/>
                  <a:gd name="T11" fmla="*/ 0 h 284"/>
                  <a:gd name="T12" fmla="*/ 2147483646 w 423"/>
                  <a:gd name="T13" fmla="*/ 2147483646 h 284"/>
                  <a:gd name="T14" fmla="*/ 2147483646 w 423"/>
                  <a:gd name="T15" fmla="*/ 2147483646 h 284"/>
                  <a:gd name="T16" fmla="*/ 0 w 423"/>
                  <a:gd name="T17" fmla="*/ 2147483646 h 284"/>
                  <a:gd name="T18" fmla="*/ 2147483646 w 423"/>
                  <a:gd name="T19" fmla="*/ 2147483646 h 284"/>
                  <a:gd name="T20" fmla="*/ 2147483646 w 423"/>
                  <a:gd name="T21" fmla="*/ 214748364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3"/>
                  <a:gd name="T34" fmla="*/ 0 h 284"/>
                  <a:gd name="T35" fmla="*/ 423 w 42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3" h="284">
                    <a:moveTo>
                      <a:pt x="327" y="284"/>
                    </a:moveTo>
                    <a:lnTo>
                      <a:pt x="327" y="284"/>
                    </a:lnTo>
                    <a:cubicBezTo>
                      <a:pt x="380" y="284"/>
                      <a:pt x="423" y="241"/>
                      <a:pt x="423" y="187"/>
                    </a:cubicBezTo>
                    <a:cubicBezTo>
                      <a:pt x="423" y="134"/>
                      <a:pt x="380" y="91"/>
                      <a:pt x="327" y="91"/>
                    </a:cubicBezTo>
                    <a:cubicBezTo>
                      <a:pt x="318" y="91"/>
                      <a:pt x="309" y="93"/>
                      <a:pt x="301" y="95"/>
                    </a:cubicBezTo>
                    <a:cubicBezTo>
                      <a:pt x="298" y="42"/>
                      <a:pt x="254" y="0"/>
                      <a:pt x="200" y="0"/>
                    </a:cubicBezTo>
                    <a:cubicBezTo>
                      <a:pt x="145" y="0"/>
                      <a:pt x="101" y="44"/>
                      <a:pt x="99" y="98"/>
                    </a:cubicBezTo>
                    <a:cubicBezTo>
                      <a:pt x="97" y="98"/>
                      <a:pt x="95" y="98"/>
                      <a:pt x="92" y="98"/>
                    </a:cubicBezTo>
                    <a:cubicBezTo>
                      <a:pt x="41" y="98"/>
                      <a:pt x="0" y="140"/>
                      <a:pt x="0" y="191"/>
                    </a:cubicBezTo>
                    <a:cubicBezTo>
                      <a:pt x="0" y="242"/>
                      <a:pt x="41" y="284"/>
                      <a:pt x="92" y="284"/>
                    </a:cubicBezTo>
                    <a:lnTo>
                      <a:pt x="327" y="28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7" name="Freeform 96"/>
              <p:cNvSpPr/>
              <p:nvPr/>
            </p:nvSpPr>
            <p:spPr bwMode="auto">
              <a:xfrm>
                <a:off x="2914650" y="3051175"/>
                <a:ext cx="177800" cy="119063"/>
              </a:xfrm>
              <a:custGeom>
                <a:avLst/>
                <a:gdLst>
                  <a:gd name="T0" fmla="*/ 2147483646 w 423"/>
                  <a:gd name="T1" fmla="*/ 2147483646 h 283"/>
                  <a:gd name="T2" fmla="*/ 2147483646 w 423"/>
                  <a:gd name="T3" fmla="*/ 2147483646 h 283"/>
                  <a:gd name="T4" fmla="*/ 2147483646 w 423"/>
                  <a:gd name="T5" fmla="*/ 2147483646 h 283"/>
                  <a:gd name="T6" fmla="*/ 2147483646 w 423"/>
                  <a:gd name="T7" fmla="*/ 2147483646 h 283"/>
                  <a:gd name="T8" fmla="*/ 2147483646 w 423"/>
                  <a:gd name="T9" fmla="*/ 2147483646 h 283"/>
                  <a:gd name="T10" fmla="*/ 2147483646 w 423"/>
                  <a:gd name="T11" fmla="*/ 0 h 283"/>
                  <a:gd name="T12" fmla="*/ 2147483646 w 423"/>
                  <a:gd name="T13" fmla="*/ 2147483646 h 283"/>
                  <a:gd name="T14" fmla="*/ 2147483646 w 423"/>
                  <a:gd name="T15" fmla="*/ 2147483646 h 283"/>
                  <a:gd name="T16" fmla="*/ 0 w 423"/>
                  <a:gd name="T17" fmla="*/ 2147483646 h 283"/>
                  <a:gd name="T18" fmla="*/ 2147483646 w 423"/>
                  <a:gd name="T19" fmla="*/ 2147483646 h 283"/>
                  <a:gd name="T20" fmla="*/ 2147483646 w 423"/>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3"/>
                  <a:gd name="T34" fmla="*/ 0 h 283"/>
                  <a:gd name="T35" fmla="*/ 423 w 423"/>
                  <a:gd name="T36" fmla="*/ 283 h 2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3" h="283">
                    <a:moveTo>
                      <a:pt x="327" y="283"/>
                    </a:moveTo>
                    <a:lnTo>
                      <a:pt x="327" y="283"/>
                    </a:lnTo>
                    <a:cubicBezTo>
                      <a:pt x="380" y="283"/>
                      <a:pt x="423" y="240"/>
                      <a:pt x="423" y="187"/>
                    </a:cubicBezTo>
                    <a:cubicBezTo>
                      <a:pt x="423" y="134"/>
                      <a:pt x="380" y="91"/>
                      <a:pt x="327" y="91"/>
                    </a:cubicBezTo>
                    <a:cubicBezTo>
                      <a:pt x="318" y="91"/>
                      <a:pt x="309" y="92"/>
                      <a:pt x="301" y="94"/>
                    </a:cubicBezTo>
                    <a:cubicBezTo>
                      <a:pt x="298" y="42"/>
                      <a:pt x="254" y="0"/>
                      <a:pt x="200" y="0"/>
                    </a:cubicBezTo>
                    <a:cubicBezTo>
                      <a:pt x="145" y="0"/>
                      <a:pt x="101" y="44"/>
                      <a:pt x="99" y="98"/>
                    </a:cubicBezTo>
                    <a:cubicBezTo>
                      <a:pt x="97" y="98"/>
                      <a:pt x="95" y="98"/>
                      <a:pt x="92" y="98"/>
                    </a:cubicBezTo>
                    <a:cubicBezTo>
                      <a:pt x="41" y="98"/>
                      <a:pt x="0" y="139"/>
                      <a:pt x="0" y="191"/>
                    </a:cubicBezTo>
                    <a:cubicBezTo>
                      <a:pt x="0" y="242"/>
                      <a:pt x="41" y="283"/>
                      <a:pt x="92" y="283"/>
                    </a:cubicBezTo>
                    <a:lnTo>
                      <a:pt x="327" y="28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8" name="Freeform 97"/>
              <p:cNvSpPr/>
              <p:nvPr/>
            </p:nvSpPr>
            <p:spPr bwMode="auto">
              <a:xfrm>
                <a:off x="2914650" y="3248025"/>
                <a:ext cx="177800" cy="119063"/>
              </a:xfrm>
              <a:custGeom>
                <a:avLst/>
                <a:gdLst>
                  <a:gd name="T0" fmla="*/ 2147483646 w 423"/>
                  <a:gd name="T1" fmla="*/ 2147483646 h 283"/>
                  <a:gd name="T2" fmla="*/ 2147483646 w 423"/>
                  <a:gd name="T3" fmla="*/ 2147483646 h 283"/>
                  <a:gd name="T4" fmla="*/ 2147483646 w 423"/>
                  <a:gd name="T5" fmla="*/ 2147483646 h 283"/>
                  <a:gd name="T6" fmla="*/ 2147483646 w 423"/>
                  <a:gd name="T7" fmla="*/ 2147483646 h 283"/>
                  <a:gd name="T8" fmla="*/ 2147483646 w 423"/>
                  <a:gd name="T9" fmla="*/ 2147483646 h 283"/>
                  <a:gd name="T10" fmla="*/ 2147483646 w 423"/>
                  <a:gd name="T11" fmla="*/ 0 h 283"/>
                  <a:gd name="T12" fmla="*/ 2147483646 w 423"/>
                  <a:gd name="T13" fmla="*/ 2147483646 h 283"/>
                  <a:gd name="T14" fmla="*/ 2147483646 w 423"/>
                  <a:gd name="T15" fmla="*/ 2147483646 h 283"/>
                  <a:gd name="T16" fmla="*/ 0 w 423"/>
                  <a:gd name="T17" fmla="*/ 2147483646 h 283"/>
                  <a:gd name="T18" fmla="*/ 2147483646 w 423"/>
                  <a:gd name="T19" fmla="*/ 2147483646 h 283"/>
                  <a:gd name="T20" fmla="*/ 2147483646 w 423"/>
                  <a:gd name="T21" fmla="*/ 2147483646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23"/>
                  <a:gd name="T34" fmla="*/ 0 h 283"/>
                  <a:gd name="T35" fmla="*/ 423 w 423"/>
                  <a:gd name="T36" fmla="*/ 283 h 2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23" h="283">
                    <a:moveTo>
                      <a:pt x="327" y="283"/>
                    </a:moveTo>
                    <a:lnTo>
                      <a:pt x="327" y="283"/>
                    </a:lnTo>
                    <a:cubicBezTo>
                      <a:pt x="380" y="283"/>
                      <a:pt x="423" y="240"/>
                      <a:pt x="423" y="187"/>
                    </a:cubicBezTo>
                    <a:cubicBezTo>
                      <a:pt x="423" y="134"/>
                      <a:pt x="380" y="91"/>
                      <a:pt x="327" y="91"/>
                    </a:cubicBezTo>
                    <a:cubicBezTo>
                      <a:pt x="318" y="91"/>
                      <a:pt x="309" y="92"/>
                      <a:pt x="301" y="94"/>
                    </a:cubicBezTo>
                    <a:cubicBezTo>
                      <a:pt x="298" y="41"/>
                      <a:pt x="254" y="0"/>
                      <a:pt x="200" y="0"/>
                    </a:cubicBezTo>
                    <a:cubicBezTo>
                      <a:pt x="145" y="0"/>
                      <a:pt x="101" y="43"/>
                      <a:pt x="99" y="98"/>
                    </a:cubicBezTo>
                    <a:cubicBezTo>
                      <a:pt x="97" y="98"/>
                      <a:pt x="95" y="97"/>
                      <a:pt x="92" y="97"/>
                    </a:cubicBezTo>
                    <a:cubicBezTo>
                      <a:pt x="41" y="97"/>
                      <a:pt x="0" y="139"/>
                      <a:pt x="0" y="190"/>
                    </a:cubicBezTo>
                    <a:cubicBezTo>
                      <a:pt x="0" y="242"/>
                      <a:pt x="41" y="283"/>
                      <a:pt x="92" y="283"/>
                    </a:cubicBezTo>
                    <a:lnTo>
                      <a:pt x="327" y="28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9" name="Freeform 98"/>
              <p:cNvSpPr/>
              <p:nvPr/>
            </p:nvSpPr>
            <p:spPr bwMode="auto">
              <a:xfrm>
                <a:off x="2476500" y="3248025"/>
                <a:ext cx="173038" cy="98425"/>
              </a:xfrm>
              <a:custGeom>
                <a:avLst/>
                <a:gdLst>
                  <a:gd name="T0" fmla="*/ 2147483646 w 413"/>
                  <a:gd name="T1" fmla="*/ 2147483646 h 235"/>
                  <a:gd name="T2" fmla="*/ 2147483646 w 413"/>
                  <a:gd name="T3" fmla="*/ 2147483646 h 235"/>
                  <a:gd name="T4" fmla="*/ 0 w 413"/>
                  <a:gd name="T5" fmla="*/ 2147483646 h 235"/>
                  <a:gd name="T6" fmla="*/ 0 w 413"/>
                  <a:gd name="T7" fmla="*/ 2147483646 h 235"/>
                  <a:gd name="T8" fmla="*/ 2147483646 w 413"/>
                  <a:gd name="T9" fmla="*/ 2147483646 h 235"/>
                  <a:gd name="T10" fmla="*/ 2147483646 w 413"/>
                  <a:gd name="T11" fmla="*/ 2147483646 h 235"/>
                  <a:gd name="T12" fmla="*/ 2147483646 w 413"/>
                  <a:gd name="T13" fmla="*/ 0 h 235"/>
                  <a:gd name="T14" fmla="*/ 2147483646 w 413"/>
                  <a:gd name="T15" fmla="*/ 0 h 235"/>
                  <a:gd name="T16" fmla="*/ 2147483646 w 413"/>
                  <a:gd name="T17" fmla="*/ 2147483646 h 235"/>
                  <a:gd name="T18" fmla="*/ 2147483646 w 413"/>
                  <a:gd name="T19" fmla="*/ 2147483646 h 2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3"/>
                  <a:gd name="T31" fmla="*/ 0 h 235"/>
                  <a:gd name="T32" fmla="*/ 413 w 413"/>
                  <a:gd name="T33" fmla="*/ 235 h 23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3" h="235">
                    <a:moveTo>
                      <a:pt x="294" y="235"/>
                    </a:moveTo>
                    <a:lnTo>
                      <a:pt x="294" y="235"/>
                    </a:lnTo>
                    <a:lnTo>
                      <a:pt x="0" y="235"/>
                    </a:lnTo>
                    <a:lnTo>
                      <a:pt x="0" y="181"/>
                    </a:lnTo>
                    <a:lnTo>
                      <a:pt x="294" y="181"/>
                    </a:lnTo>
                    <a:cubicBezTo>
                      <a:pt x="330" y="181"/>
                      <a:pt x="360" y="152"/>
                      <a:pt x="360" y="116"/>
                    </a:cubicBezTo>
                    <a:lnTo>
                      <a:pt x="360" y="0"/>
                    </a:lnTo>
                    <a:lnTo>
                      <a:pt x="413" y="0"/>
                    </a:lnTo>
                    <a:lnTo>
                      <a:pt x="413" y="116"/>
                    </a:lnTo>
                    <a:cubicBezTo>
                      <a:pt x="413" y="182"/>
                      <a:pt x="360" y="235"/>
                      <a:pt x="294" y="235"/>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0" name="Freeform 99"/>
              <p:cNvSpPr/>
              <p:nvPr/>
            </p:nvSpPr>
            <p:spPr bwMode="auto">
              <a:xfrm>
                <a:off x="2476500" y="2921000"/>
                <a:ext cx="173038" cy="96838"/>
              </a:xfrm>
              <a:custGeom>
                <a:avLst/>
                <a:gdLst>
                  <a:gd name="T0" fmla="*/ 2147483646 w 413"/>
                  <a:gd name="T1" fmla="*/ 2147483646 h 232"/>
                  <a:gd name="T2" fmla="*/ 2147483646 w 413"/>
                  <a:gd name="T3" fmla="*/ 2147483646 h 232"/>
                  <a:gd name="T4" fmla="*/ 2147483646 w 413"/>
                  <a:gd name="T5" fmla="*/ 2147483646 h 232"/>
                  <a:gd name="T6" fmla="*/ 2147483646 w 413"/>
                  <a:gd name="T7" fmla="*/ 2147483646 h 232"/>
                  <a:gd name="T8" fmla="*/ 2147483646 w 413"/>
                  <a:gd name="T9" fmla="*/ 2147483646 h 232"/>
                  <a:gd name="T10" fmla="*/ 0 w 413"/>
                  <a:gd name="T11" fmla="*/ 2147483646 h 232"/>
                  <a:gd name="T12" fmla="*/ 0 w 413"/>
                  <a:gd name="T13" fmla="*/ 0 h 232"/>
                  <a:gd name="T14" fmla="*/ 2147483646 w 413"/>
                  <a:gd name="T15" fmla="*/ 0 h 232"/>
                  <a:gd name="T16" fmla="*/ 2147483646 w 413"/>
                  <a:gd name="T17" fmla="*/ 2147483646 h 232"/>
                  <a:gd name="T18" fmla="*/ 2147483646 w 413"/>
                  <a:gd name="T19" fmla="*/ 2147483646 h 2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3"/>
                  <a:gd name="T31" fmla="*/ 0 h 232"/>
                  <a:gd name="T32" fmla="*/ 413 w 413"/>
                  <a:gd name="T33" fmla="*/ 232 h 2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3" h="232">
                    <a:moveTo>
                      <a:pt x="413" y="232"/>
                    </a:moveTo>
                    <a:lnTo>
                      <a:pt x="413" y="232"/>
                    </a:lnTo>
                    <a:lnTo>
                      <a:pt x="360" y="232"/>
                    </a:lnTo>
                    <a:lnTo>
                      <a:pt x="360" y="119"/>
                    </a:lnTo>
                    <a:cubicBezTo>
                      <a:pt x="360" y="83"/>
                      <a:pt x="330" y="53"/>
                      <a:pt x="294" y="53"/>
                    </a:cubicBezTo>
                    <a:lnTo>
                      <a:pt x="0" y="53"/>
                    </a:lnTo>
                    <a:lnTo>
                      <a:pt x="0" y="0"/>
                    </a:lnTo>
                    <a:lnTo>
                      <a:pt x="294" y="0"/>
                    </a:lnTo>
                    <a:cubicBezTo>
                      <a:pt x="360" y="0"/>
                      <a:pt x="413" y="53"/>
                      <a:pt x="413" y="119"/>
                    </a:cubicBezTo>
                    <a:lnTo>
                      <a:pt x="413" y="232"/>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1" name="Freeform 100"/>
              <p:cNvSpPr/>
              <p:nvPr/>
            </p:nvSpPr>
            <p:spPr bwMode="auto">
              <a:xfrm>
                <a:off x="2482850" y="3128963"/>
                <a:ext cx="80963" cy="23813"/>
              </a:xfrm>
              <a:custGeom>
                <a:avLst/>
                <a:gdLst>
                  <a:gd name="T0" fmla="*/ 2147483646 w 194"/>
                  <a:gd name="T1" fmla="*/ 2147483646 h 54"/>
                  <a:gd name="T2" fmla="*/ 2147483646 w 194"/>
                  <a:gd name="T3" fmla="*/ 2147483646 h 54"/>
                  <a:gd name="T4" fmla="*/ 0 w 194"/>
                  <a:gd name="T5" fmla="*/ 2147483646 h 54"/>
                  <a:gd name="T6" fmla="*/ 0 w 194"/>
                  <a:gd name="T7" fmla="*/ 0 h 54"/>
                  <a:gd name="T8" fmla="*/ 2147483646 w 194"/>
                  <a:gd name="T9" fmla="*/ 0 h 54"/>
                  <a:gd name="T10" fmla="*/ 2147483646 w 194"/>
                  <a:gd name="T11" fmla="*/ 2147483646 h 54"/>
                  <a:gd name="T12" fmla="*/ 0 60000 65536"/>
                  <a:gd name="T13" fmla="*/ 0 60000 65536"/>
                  <a:gd name="T14" fmla="*/ 0 60000 65536"/>
                  <a:gd name="T15" fmla="*/ 0 60000 65536"/>
                  <a:gd name="T16" fmla="*/ 0 60000 65536"/>
                  <a:gd name="T17" fmla="*/ 0 60000 65536"/>
                  <a:gd name="T18" fmla="*/ 0 w 194"/>
                  <a:gd name="T19" fmla="*/ 0 h 54"/>
                  <a:gd name="T20" fmla="*/ 194 w 194"/>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194" h="54">
                    <a:moveTo>
                      <a:pt x="194" y="54"/>
                    </a:moveTo>
                    <a:lnTo>
                      <a:pt x="194" y="54"/>
                    </a:lnTo>
                    <a:lnTo>
                      <a:pt x="0" y="54"/>
                    </a:lnTo>
                    <a:lnTo>
                      <a:pt x="0" y="0"/>
                    </a:lnTo>
                    <a:lnTo>
                      <a:pt x="194" y="0"/>
                    </a:lnTo>
                    <a:lnTo>
                      <a:pt x="194" y="5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2" name="Freeform 101"/>
              <p:cNvSpPr/>
              <p:nvPr/>
            </p:nvSpPr>
            <p:spPr bwMode="auto">
              <a:xfrm>
                <a:off x="2759075" y="3259138"/>
                <a:ext cx="173038" cy="87313"/>
              </a:xfrm>
              <a:custGeom>
                <a:avLst/>
                <a:gdLst>
                  <a:gd name="T0" fmla="*/ 2147483646 w 413"/>
                  <a:gd name="T1" fmla="*/ 2147483646 h 209"/>
                  <a:gd name="T2" fmla="*/ 2147483646 w 413"/>
                  <a:gd name="T3" fmla="*/ 2147483646 h 209"/>
                  <a:gd name="T4" fmla="*/ 2147483646 w 413"/>
                  <a:gd name="T5" fmla="*/ 2147483646 h 209"/>
                  <a:gd name="T6" fmla="*/ 0 w 413"/>
                  <a:gd name="T7" fmla="*/ 2147483646 h 209"/>
                  <a:gd name="T8" fmla="*/ 0 w 413"/>
                  <a:gd name="T9" fmla="*/ 0 h 209"/>
                  <a:gd name="T10" fmla="*/ 2147483646 w 413"/>
                  <a:gd name="T11" fmla="*/ 0 h 209"/>
                  <a:gd name="T12" fmla="*/ 2147483646 w 413"/>
                  <a:gd name="T13" fmla="*/ 2147483646 h 209"/>
                  <a:gd name="T14" fmla="*/ 2147483646 w 413"/>
                  <a:gd name="T15" fmla="*/ 2147483646 h 209"/>
                  <a:gd name="T16" fmla="*/ 2147483646 w 413"/>
                  <a:gd name="T17" fmla="*/ 2147483646 h 209"/>
                  <a:gd name="T18" fmla="*/ 2147483646 w 413"/>
                  <a:gd name="T19" fmla="*/ 2147483646 h 20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3"/>
                  <a:gd name="T31" fmla="*/ 0 h 209"/>
                  <a:gd name="T32" fmla="*/ 413 w 413"/>
                  <a:gd name="T33" fmla="*/ 209 h 20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3" h="209">
                    <a:moveTo>
                      <a:pt x="413" y="209"/>
                    </a:moveTo>
                    <a:lnTo>
                      <a:pt x="413" y="209"/>
                    </a:lnTo>
                    <a:lnTo>
                      <a:pt x="118" y="209"/>
                    </a:lnTo>
                    <a:cubicBezTo>
                      <a:pt x="53" y="209"/>
                      <a:pt x="0" y="156"/>
                      <a:pt x="0" y="90"/>
                    </a:cubicBezTo>
                    <a:lnTo>
                      <a:pt x="0" y="0"/>
                    </a:lnTo>
                    <a:lnTo>
                      <a:pt x="53" y="0"/>
                    </a:lnTo>
                    <a:lnTo>
                      <a:pt x="53" y="90"/>
                    </a:lnTo>
                    <a:cubicBezTo>
                      <a:pt x="53" y="126"/>
                      <a:pt x="82" y="155"/>
                      <a:pt x="118" y="155"/>
                    </a:cubicBezTo>
                    <a:lnTo>
                      <a:pt x="413" y="155"/>
                    </a:lnTo>
                    <a:lnTo>
                      <a:pt x="413" y="209"/>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3" name="Freeform 102"/>
              <p:cNvSpPr/>
              <p:nvPr/>
            </p:nvSpPr>
            <p:spPr bwMode="auto">
              <a:xfrm>
                <a:off x="2759075" y="2921000"/>
                <a:ext cx="166688" cy="101600"/>
              </a:xfrm>
              <a:custGeom>
                <a:avLst/>
                <a:gdLst>
                  <a:gd name="T0" fmla="*/ 2147483646 w 398"/>
                  <a:gd name="T1" fmla="*/ 2147483646 h 243"/>
                  <a:gd name="T2" fmla="*/ 2147483646 w 398"/>
                  <a:gd name="T3" fmla="*/ 2147483646 h 243"/>
                  <a:gd name="T4" fmla="*/ 0 w 398"/>
                  <a:gd name="T5" fmla="*/ 2147483646 h 243"/>
                  <a:gd name="T6" fmla="*/ 0 w 398"/>
                  <a:gd name="T7" fmla="*/ 2147483646 h 243"/>
                  <a:gd name="T8" fmla="*/ 2147483646 w 398"/>
                  <a:gd name="T9" fmla="*/ 0 h 243"/>
                  <a:gd name="T10" fmla="*/ 2147483646 w 398"/>
                  <a:gd name="T11" fmla="*/ 0 h 243"/>
                  <a:gd name="T12" fmla="*/ 2147483646 w 398"/>
                  <a:gd name="T13" fmla="*/ 2147483646 h 243"/>
                  <a:gd name="T14" fmla="*/ 2147483646 w 398"/>
                  <a:gd name="T15" fmla="*/ 2147483646 h 243"/>
                  <a:gd name="T16" fmla="*/ 2147483646 w 398"/>
                  <a:gd name="T17" fmla="*/ 2147483646 h 243"/>
                  <a:gd name="T18" fmla="*/ 2147483646 w 398"/>
                  <a:gd name="T19" fmla="*/ 2147483646 h 2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8"/>
                  <a:gd name="T31" fmla="*/ 0 h 243"/>
                  <a:gd name="T32" fmla="*/ 398 w 398"/>
                  <a:gd name="T33" fmla="*/ 243 h 2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8" h="243">
                    <a:moveTo>
                      <a:pt x="53" y="243"/>
                    </a:moveTo>
                    <a:lnTo>
                      <a:pt x="53" y="243"/>
                    </a:lnTo>
                    <a:lnTo>
                      <a:pt x="0" y="243"/>
                    </a:lnTo>
                    <a:lnTo>
                      <a:pt x="0" y="119"/>
                    </a:lnTo>
                    <a:cubicBezTo>
                      <a:pt x="0" y="53"/>
                      <a:pt x="53" y="0"/>
                      <a:pt x="118" y="0"/>
                    </a:cubicBezTo>
                    <a:lnTo>
                      <a:pt x="398" y="0"/>
                    </a:lnTo>
                    <a:lnTo>
                      <a:pt x="398" y="53"/>
                    </a:lnTo>
                    <a:lnTo>
                      <a:pt x="118" y="53"/>
                    </a:lnTo>
                    <a:cubicBezTo>
                      <a:pt x="82" y="53"/>
                      <a:pt x="53" y="83"/>
                      <a:pt x="53" y="119"/>
                    </a:cubicBezTo>
                    <a:lnTo>
                      <a:pt x="53" y="243"/>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4" name="Freeform 103"/>
              <p:cNvSpPr/>
              <p:nvPr/>
            </p:nvSpPr>
            <p:spPr bwMode="auto">
              <a:xfrm>
                <a:off x="2857500" y="3128963"/>
                <a:ext cx="68263" cy="23813"/>
              </a:xfrm>
              <a:custGeom>
                <a:avLst/>
                <a:gdLst>
                  <a:gd name="T0" fmla="*/ 2147483646 w 163"/>
                  <a:gd name="T1" fmla="*/ 2147483646 h 54"/>
                  <a:gd name="T2" fmla="*/ 2147483646 w 163"/>
                  <a:gd name="T3" fmla="*/ 2147483646 h 54"/>
                  <a:gd name="T4" fmla="*/ 0 w 163"/>
                  <a:gd name="T5" fmla="*/ 2147483646 h 54"/>
                  <a:gd name="T6" fmla="*/ 0 w 163"/>
                  <a:gd name="T7" fmla="*/ 0 h 54"/>
                  <a:gd name="T8" fmla="*/ 2147483646 w 163"/>
                  <a:gd name="T9" fmla="*/ 0 h 54"/>
                  <a:gd name="T10" fmla="*/ 2147483646 w 163"/>
                  <a:gd name="T11" fmla="*/ 2147483646 h 54"/>
                  <a:gd name="T12" fmla="*/ 0 60000 65536"/>
                  <a:gd name="T13" fmla="*/ 0 60000 65536"/>
                  <a:gd name="T14" fmla="*/ 0 60000 65536"/>
                  <a:gd name="T15" fmla="*/ 0 60000 65536"/>
                  <a:gd name="T16" fmla="*/ 0 60000 65536"/>
                  <a:gd name="T17" fmla="*/ 0 60000 65536"/>
                  <a:gd name="T18" fmla="*/ 0 w 163"/>
                  <a:gd name="T19" fmla="*/ 0 h 54"/>
                  <a:gd name="T20" fmla="*/ 163 w 163"/>
                  <a:gd name="T21" fmla="*/ 54 h 54"/>
                </a:gdLst>
                <a:ahLst/>
                <a:cxnLst>
                  <a:cxn ang="T12">
                    <a:pos x="T0" y="T1"/>
                  </a:cxn>
                  <a:cxn ang="T13">
                    <a:pos x="T2" y="T3"/>
                  </a:cxn>
                  <a:cxn ang="T14">
                    <a:pos x="T4" y="T5"/>
                  </a:cxn>
                  <a:cxn ang="T15">
                    <a:pos x="T6" y="T7"/>
                  </a:cxn>
                  <a:cxn ang="T16">
                    <a:pos x="T8" y="T9"/>
                  </a:cxn>
                  <a:cxn ang="T17">
                    <a:pos x="T10" y="T11"/>
                  </a:cxn>
                </a:cxnLst>
                <a:rect l="T18" t="T19" r="T20" b="T21"/>
                <a:pathLst>
                  <a:path w="163" h="54">
                    <a:moveTo>
                      <a:pt x="163" y="54"/>
                    </a:moveTo>
                    <a:lnTo>
                      <a:pt x="163" y="54"/>
                    </a:lnTo>
                    <a:lnTo>
                      <a:pt x="0" y="54"/>
                    </a:lnTo>
                    <a:lnTo>
                      <a:pt x="0" y="0"/>
                    </a:lnTo>
                    <a:lnTo>
                      <a:pt x="163" y="0"/>
                    </a:lnTo>
                    <a:lnTo>
                      <a:pt x="163" y="54"/>
                    </a:ln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5" name="Freeform 104"/>
              <p:cNvSpPr/>
              <p:nvPr/>
            </p:nvSpPr>
            <p:spPr bwMode="auto">
              <a:xfrm>
                <a:off x="2740025" y="3217863"/>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7" y="0"/>
                      <a:pt x="139" y="31"/>
                      <a:pt x="139" y="70"/>
                    </a:cubicBezTo>
                    <a:cubicBezTo>
                      <a:pt x="139" y="108"/>
                      <a:pt x="107" y="139"/>
                      <a:pt x="69" y="13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56" name="Freeform 105"/>
              <p:cNvSpPr/>
              <p:nvPr/>
            </p:nvSpPr>
            <p:spPr bwMode="auto">
              <a:xfrm>
                <a:off x="2609850" y="3217863"/>
                <a:ext cx="58738" cy="58738"/>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69" y="139"/>
                    </a:moveTo>
                    <a:lnTo>
                      <a:pt x="69" y="139"/>
                    </a:lnTo>
                    <a:cubicBezTo>
                      <a:pt x="31" y="139"/>
                      <a:pt x="0" y="108"/>
                      <a:pt x="0" y="70"/>
                    </a:cubicBezTo>
                    <a:cubicBezTo>
                      <a:pt x="0" y="31"/>
                      <a:pt x="31" y="0"/>
                      <a:pt x="69" y="0"/>
                    </a:cubicBezTo>
                    <a:cubicBezTo>
                      <a:pt x="107" y="0"/>
                      <a:pt x="139" y="31"/>
                      <a:pt x="139" y="70"/>
                    </a:cubicBezTo>
                    <a:cubicBezTo>
                      <a:pt x="139" y="108"/>
                      <a:pt x="107" y="139"/>
                      <a:pt x="69" y="139"/>
                    </a:cubicBezTo>
                    <a:close/>
                  </a:path>
                </a:pathLst>
              </a:custGeom>
              <a:grpFill/>
              <a:ln w="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457" name="组合 735"/>
            <p:cNvGrpSpPr/>
            <p:nvPr/>
          </p:nvGrpSpPr>
          <p:grpSpPr>
            <a:xfrm>
              <a:off x="9632251" y="2308303"/>
              <a:ext cx="470451" cy="452062"/>
              <a:chOff x="24170" y="2563"/>
              <a:chExt cx="1334" cy="1335"/>
            </a:xfrm>
            <a:grpFill/>
          </p:grpSpPr>
          <p:sp>
            <p:nvSpPr>
              <p:cNvPr id="458" name="任意多边形 3155"/>
              <p:cNvSpPr/>
              <p:nvPr/>
            </p:nvSpPr>
            <p:spPr>
              <a:xfrm>
                <a:off x="24255" y="3423"/>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59" name="任意多边形 3156"/>
              <p:cNvSpPr/>
              <p:nvPr/>
            </p:nvSpPr>
            <p:spPr>
              <a:xfrm>
                <a:off x="24340" y="3423"/>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0" name="任意多边形 3157"/>
              <p:cNvSpPr/>
              <p:nvPr/>
            </p:nvSpPr>
            <p:spPr>
              <a:xfrm>
                <a:off x="24428" y="3595"/>
                <a:ext cx="45" cy="45"/>
              </a:xfrm>
              <a:custGeom>
                <a:avLst/>
                <a:gdLst/>
                <a:ahLst/>
                <a:cxnLst>
                  <a:cxn ang="0">
                    <a:pos x="0" y="0"/>
                  </a:cxn>
                  <a:cxn ang="0">
                    <a:pos x="44" y="0"/>
                  </a:cxn>
                  <a:cxn ang="0">
                    <a:pos x="44" y="44"/>
                  </a:cxn>
                  <a:cxn ang="0">
                    <a:pos x="0" y="44"/>
                  </a:cxn>
                  <a:cxn ang="0">
                    <a:pos x="0" y="0"/>
                  </a:cxn>
                </a:cxnLst>
                <a:rect l="0" t="0" r="0" b="0"/>
                <a:pathLst>
                  <a:path w="78" h="78">
                    <a:moveTo>
                      <a:pt x="0" y="0"/>
                    </a:moveTo>
                    <a:lnTo>
                      <a:pt x="77" y="0"/>
                    </a:lnTo>
                    <a:lnTo>
                      <a:pt x="77" y="77"/>
                    </a:lnTo>
                    <a:lnTo>
                      <a:pt x="0" y="77"/>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1" name="任意多边形 3158"/>
              <p:cNvSpPr/>
              <p:nvPr/>
            </p:nvSpPr>
            <p:spPr>
              <a:xfrm>
                <a:off x="24340" y="3595"/>
                <a:ext cx="45" cy="45"/>
              </a:xfrm>
              <a:custGeom>
                <a:avLst/>
                <a:gdLst/>
                <a:ahLst/>
                <a:cxnLst>
                  <a:cxn ang="0">
                    <a:pos x="0" y="0"/>
                  </a:cxn>
                  <a:cxn ang="0">
                    <a:pos x="44" y="0"/>
                  </a:cxn>
                  <a:cxn ang="0">
                    <a:pos x="44" y="44"/>
                  </a:cxn>
                  <a:cxn ang="0">
                    <a:pos x="0" y="44"/>
                  </a:cxn>
                  <a:cxn ang="0">
                    <a:pos x="0" y="0"/>
                  </a:cxn>
                </a:cxnLst>
                <a:rect l="0" t="0" r="0" b="0"/>
                <a:pathLst>
                  <a:path w="78" h="78">
                    <a:moveTo>
                      <a:pt x="0" y="0"/>
                    </a:moveTo>
                    <a:lnTo>
                      <a:pt x="77" y="0"/>
                    </a:lnTo>
                    <a:lnTo>
                      <a:pt x="77" y="77"/>
                    </a:lnTo>
                    <a:lnTo>
                      <a:pt x="0" y="77"/>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2" name="任意多边形 3159"/>
              <p:cNvSpPr/>
              <p:nvPr/>
            </p:nvSpPr>
            <p:spPr>
              <a:xfrm>
                <a:off x="24340" y="3768"/>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3" name="任意多边形 3160"/>
              <p:cNvSpPr/>
              <p:nvPr/>
            </p:nvSpPr>
            <p:spPr>
              <a:xfrm>
                <a:off x="24428" y="3768"/>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4" name="任意多边形 3161"/>
              <p:cNvSpPr/>
              <p:nvPr/>
            </p:nvSpPr>
            <p:spPr>
              <a:xfrm>
                <a:off x="24255" y="3768"/>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5" name="任意多边形 3162"/>
              <p:cNvSpPr/>
              <p:nvPr/>
            </p:nvSpPr>
            <p:spPr>
              <a:xfrm>
                <a:off x="24730" y="3423"/>
                <a:ext cx="43" cy="42"/>
              </a:xfrm>
              <a:custGeom>
                <a:avLst/>
                <a:gdLst/>
                <a:ahLst/>
                <a:cxnLst>
                  <a:cxn ang="0">
                    <a:pos x="0" y="0"/>
                  </a:cxn>
                  <a:cxn ang="0">
                    <a:pos x="42" y="0"/>
                  </a:cxn>
                  <a:cxn ang="0">
                    <a:pos x="42" y="41"/>
                  </a:cxn>
                  <a:cxn ang="0">
                    <a:pos x="0" y="41"/>
                  </a:cxn>
                  <a:cxn ang="0">
                    <a:pos x="0" y="0"/>
                  </a:cxn>
                </a:cxnLst>
                <a:rect l="0" t="0" r="0" b="0"/>
                <a:pathLst>
                  <a:path w="77" h="77">
                    <a:moveTo>
                      <a:pt x="0" y="0"/>
                    </a:moveTo>
                    <a:lnTo>
                      <a:pt x="76" y="0"/>
                    </a:lnTo>
                    <a:lnTo>
                      <a:pt x="76"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6" name="任意多边形 3163"/>
              <p:cNvSpPr/>
              <p:nvPr/>
            </p:nvSpPr>
            <p:spPr>
              <a:xfrm>
                <a:off x="24815" y="3423"/>
                <a:ext cx="43" cy="42"/>
              </a:xfrm>
              <a:custGeom>
                <a:avLst/>
                <a:gdLst/>
                <a:ahLst/>
                <a:cxnLst>
                  <a:cxn ang="0">
                    <a:pos x="0" y="0"/>
                  </a:cxn>
                  <a:cxn ang="0">
                    <a:pos x="42" y="0"/>
                  </a:cxn>
                  <a:cxn ang="0">
                    <a:pos x="42" y="41"/>
                  </a:cxn>
                  <a:cxn ang="0">
                    <a:pos x="0" y="41"/>
                  </a:cxn>
                  <a:cxn ang="0">
                    <a:pos x="0" y="0"/>
                  </a:cxn>
                </a:cxnLst>
                <a:rect l="0" t="0" r="0" b="0"/>
                <a:pathLst>
                  <a:path w="77" h="77">
                    <a:moveTo>
                      <a:pt x="0" y="0"/>
                    </a:moveTo>
                    <a:lnTo>
                      <a:pt x="76" y="0"/>
                    </a:lnTo>
                    <a:lnTo>
                      <a:pt x="76"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7" name="任意多边形 3164"/>
              <p:cNvSpPr/>
              <p:nvPr/>
            </p:nvSpPr>
            <p:spPr>
              <a:xfrm>
                <a:off x="24900" y="3595"/>
                <a:ext cx="43" cy="45"/>
              </a:xfrm>
              <a:custGeom>
                <a:avLst/>
                <a:gdLst/>
                <a:ahLst/>
                <a:cxnLst>
                  <a:cxn ang="0">
                    <a:pos x="0" y="0"/>
                  </a:cxn>
                  <a:cxn ang="0">
                    <a:pos x="42" y="0"/>
                  </a:cxn>
                  <a:cxn ang="0">
                    <a:pos x="42" y="44"/>
                  </a:cxn>
                  <a:cxn ang="0">
                    <a:pos x="0" y="44"/>
                  </a:cxn>
                  <a:cxn ang="0">
                    <a:pos x="0" y="0"/>
                  </a:cxn>
                </a:cxnLst>
                <a:rect l="0" t="0" r="0" b="0"/>
                <a:pathLst>
                  <a:path w="77" h="78">
                    <a:moveTo>
                      <a:pt x="0" y="0"/>
                    </a:moveTo>
                    <a:lnTo>
                      <a:pt x="76" y="0"/>
                    </a:lnTo>
                    <a:lnTo>
                      <a:pt x="76" y="77"/>
                    </a:lnTo>
                    <a:lnTo>
                      <a:pt x="0" y="77"/>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8" name="任意多边形 3165"/>
              <p:cNvSpPr/>
              <p:nvPr/>
            </p:nvSpPr>
            <p:spPr>
              <a:xfrm>
                <a:off x="24815" y="3595"/>
                <a:ext cx="43" cy="45"/>
              </a:xfrm>
              <a:custGeom>
                <a:avLst/>
                <a:gdLst/>
                <a:ahLst/>
                <a:cxnLst>
                  <a:cxn ang="0">
                    <a:pos x="0" y="0"/>
                  </a:cxn>
                  <a:cxn ang="0">
                    <a:pos x="42" y="0"/>
                  </a:cxn>
                  <a:cxn ang="0">
                    <a:pos x="42" y="44"/>
                  </a:cxn>
                  <a:cxn ang="0">
                    <a:pos x="0" y="44"/>
                  </a:cxn>
                  <a:cxn ang="0">
                    <a:pos x="0" y="0"/>
                  </a:cxn>
                </a:cxnLst>
                <a:rect l="0" t="0" r="0" b="0"/>
                <a:pathLst>
                  <a:path w="77" h="78">
                    <a:moveTo>
                      <a:pt x="0" y="0"/>
                    </a:moveTo>
                    <a:lnTo>
                      <a:pt x="76" y="0"/>
                    </a:lnTo>
                    <a:lnTo>
                      <a:pt x="76" y="77"/>
                    </a:lnTo>
                    <a:lnTo>
                      <a:pt x="0" y="77"/>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69" name="任意多边形 3166"/>
              <p:cNvSpPr/>
              <p:nvPr/>
            </p:nvSpPr>
            <p:spPr>
              <a:xfrm>
                <a:off x="24815" y="3768"/>
                <a:ext cx="43" cy="42"/>
              </a:xfrm>
              <a:custGeom>
                <a:avLst/>
                <a:gdLst/>
                <a:ahLst/>
                <a:cxnLst>
                  <a:cxn ang="0">
                    <a:pos x="0" y="0"/>
                  </a:cxn>
                  <a:cxn ang="0">
                    <a:pos x="42" y="0"/>
                  </a:cxn>
                  <a:cxn ang="0">
                    <a:pos x="42" y="41"/>
                  </a:cxn>
                  <a:cxn ang="0">
                    <a:pos x="0" y="41"/>
                  </a:cxn>
                  <a:cxn ang="0">
                    <a:pos x="0" y="0"/>
                  </a:cxn>
                </a:cxnLst>
                <a:rect l="0" t="0" r="0" b="0"/>
                <a:pathLst>
                  <a:path w="77" h="77">
                    <a:moveTo>
                      <a:pt x="0" y="0"/>
                    </a:moveTo>
                    <a:lnTo>
                      <a:pt x="76" y="0"/>
                    </a:lnTo>
                    <a:lnTo>
                      <a:pt x="76"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0" name="任意多边形 3167"/>
              <p:cNvSpPr/>
              <p:nvPr/>
            </p:nvSpPr>
            <p:spPr>
              <a:xfrm>
                <a:off x="24900" y="3768"/>
                <a:ext cx="43" cy="42"/>
              </a:xfrm>
              <a:custGeom>
                <a:avLst/>
                <a:gdLst/>
                <a:ahLst/>
                <a:cxnLst>
                  <a:cxn ang="0">
                    <a:pos x="0" y="0"/>
                  </a:cxn>
                  <a:cxn ang="0">
                    <a:pos x="42" y="0"/>
                  </a:cxn>
                  <a:cxn ang="0">
                    <a:pos x="42" y="41"/>
                  </a:cxn>
                  <a:cxn ang="0">
                    <a:pos x="0" y="41"/>
                  </a:cxn>
                  <a:cxn ang="0">
                    <a:pos x="0" y="0"/>
                  </a:cxn>
                </a:cxnLst>
                <a:rect l="0" t="0" r="0" b="0"/>
                <a:pathLst>
                  <a:path w="77" h="77">
                    <a:moveTo>
                      <a:pt x="0" y="0"/>
                    </a:moveTo>
                    <a:lnTo>
                      <a:pt x="76" y="0"/>
                    </a:lnTo>
                    <a:lnTo>
                      <a:pt x="76"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1" name="任意多边形 3168"/>
              <p:cNvSpPr/>
              <p:nvPr/>
            </p:nvSpPr>
            <p:spPr>
              <a:xfrm>
                <a:off x="24730" y="3768"/>
                <a:ext cx="43" cy="42"/>
              </a:xfrm>
              <a:custGeom>
                <a:avLst/>
                <a:gdLst/>
                <a:ahLst/>
                <a:cxnLst>
                  <a:cxn ang="0">
                    <a:pos x="0" y="0"/>
                  </a:cxn>
                  <a:cxn ang="0">
                    <a:pos x="42" y="0"/>
                  </a:cxn>
                  <a:cxn ang="0">
                    <a:pos x="42" y="41"/>
                  </a:cxn>
                  <a:cxn ang="0">
                    <a:pos x="0" y="41"/>
                  </a:cxn>
                  <a:cxn ang="0">
                    <a:pos x="0" y="0"/>
                  </a:cxn>
                </a:cxnLst>
                <a:rect l="0" t="0" r="0" b="0"/>
                <a:pathLst>
                  <a:path w="77" h="77">
                    <a:moveTo>
                      <a:pt x="0" y="0"/>
                    </a:moveTo>
                    <a:lnTo>
                      <a:pt x="76" y="0"/>
                    </a:lnTo>
                    <a:lnTo>
                      <a:pt x="76"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2" name="任意多边形 3169"/>
              <p:cNvSpPr/>
              <p:nvPr/>
            </p:nvSpPr>
            <p:spPr>
              <a:xfrm>
                <a:off x="24295" y="2563"/>
                <a:ext cx="1078" cy="560"/>
              </a:xfrm>
              <a:custGeom>
                <a:avLst/>
                <a:gdLst/>
                <a:ahLst/>
                <a:cxnLst>
                  <a:cxn ang="0">
                    <a:pos x="176" y="559"/>
                  </a:cxn>
                  <a:cxn ang="0">
                    <a:pos x="460" y="559"/>
                  </a:cxn>
                  <a:cxn ang="0">
                    <a:pos x="453" y="515"/>
                  </a:cxn>
                  <a:cxn ang="0">
                    <a:pos x="176" y="515"/>
                  </a:cxn>
                  <a:cxn ang="0">
                    <a:pos x="47" y="387"/>
                  </a:cxn>
                  <a:cxn ang="0">
                    <a:pos x="176" y="258"/>
                  </a:cxn>
                  <a:cxn ang="0">
                    <a:pos x="198" y="258"/>
                  </a:cxn>
                  <a:cxn ang="0">
                    <a:pos x="202" y="243"/>
                  </a:cxn>
                  <a:cxn ang="0">
                    <a:pos x="326" y="150"/>
                  </a:cxn>
                  <a:cxn ang="0">
                    <a:pos x="378" y="162"/>
                  </a:cxn>
                  <a:cxn ang="0">
                    <a:pos x="395" y="169"/>
                  </a:cxn>
                  <a:cxn ang="0">
                    <a:pos x="405" y="154"/>
                  </a:cxn>
                  <a:cxn ang="0">
                    <a:pos x="605" y="43"/>
                  </a:cxn>
                  <a:cxn ang="0">
                    <a:pos x="839" y="247"/>
                  </a:cxn>
                  <a:cxn ang="0">
                    <a:pos x="843" y="272"/>
                  </a:cxn>
                  <a:cxn ang="0">
                    <a:pos x="867" y="264"/>
                  </a:cxn>
                  <a:cxn ang="0">
                    <a:pos x="906" y="258"/>
                  </a:cxn>
                  <a:cxn ang="0">
                    <a:pos x="1035" y="388"/>
                  </a:cxn>
                  <a:cxn ang="0">
                    <a:pos x="906" y="516"/>
                  </a:cxn>
                  <a:cxn ang="0">
                    <a:pos x="630" y="516"/>
                  </a:cxn>
                  <a:cxn ang="0">
                    <a:pos x="622" y="559"/>
                  </a:cxn>
                  <a:cxn ang="0">
                    <a:pos x="905" y="559"/>
                  </a:cxn>
                  <a:cxn ang="0">
                    <a:pos x="1077" y="388"/>
                  </a:cxn>
                  <a:cxn ang="0">
                    <a:pos x="905" y="215"/>
                  </a:cxn>
                  <a:cxn ang="0">
                    <a:pos x="876" y="218"/>
                  </a:cxn>
                  <a:cxn ang="0">
                    <a:pos x="603" y="0"/>
                  </a:cxn>
                  <a:cxn ang="0">
                    <a:pos x="376" y="116"/>
                  </a:cxn>
                  <a:cxn ang="0">
                    <a:pos x="322" y="107"/>
                  </a:cxn>
                  <a:cxn ang="0">
                    <a:pos x="163" y="215"/>
                  </a:cxn>
                  <a:cxn ang="0">
                    <a:pos x="0" y="387"/>
                  </a:cxn>
                  <a:cxn ang="0">
                    <a:pos x="176" y="559"/>
                  </a:cxn>
                </a:cxnLst>
                <a:rect l="0" t="0" r="0" b="0"/>
                <a:pathLst>
                  <a:path w="1900" h="988">
                    <a:moveTo>
                      <a:pt x="310" y="986"/>
                    </a:moveTo>
                    <a:lnTo>
                      <a:pt x="811" y="986"/>
                    </a:lnTo>
                    <a:cubicBezTo>
                      <a:pt x="794" y="965"/>
                      <a:pt x="789" y="934"/>
                      <a:pt x="798" y="909"/>
                    </a:cubicBezTo>
                    <a:lnTo>
                      <a:pt x="310" y="909"/>
                    </a:lnTo>
                    <a:cubicBezTo>
                      <a:pt x="184" y="909"/>
                      <a:pt x="82" y="807"/>
                      <a:pt x="82" y="682"/>
                    </a:cubicBezTo>
                    <a:cubicBezTo>
                      <a:pt x="82" y="556"/>
                      <a:pt x="185" y="455"/>
                      <a:pt x="310" y="455"/>
                    </a:cubicBezTo>
                    <a:lnTo>
                      <a:pt x="349" y="456"/>
                    </a:lnTo>
                    <a:lnTo>
                      <a:pt x="356" y="428"/>
                    </a:lnTo>
                    <a:cubicBezTo>
                      <a:pt x="384" y="332"/>
                      <a:pt x="475" y="265"/>
                      <a:pt x="574" y="265"/>
                    </a:cubicBezTo>
                    <a:cubicBezTo>
                      <a:pt x="605" y="265"/>
                      <a:pt x="636" y="271"/>
                      <a:pt x="666" y="285"/>
                    </a:cubicBezTo>
                    <a:lnTo>
                      <a:pt x="696" y="299"/>
                    </a:lnTo>
                    <a:lnTo>
                      <a:pt x="713" y="271"/>
                    </a:lnTo>
                    <a:cubicBezTo>
                      <a:pt x="789" y="150"/>
                      <a:pt x="923" y="75"/>
                      <a:pt x="1066" y="75"/>
                    </a:cubicBezTo>
                    <a:cubicBezTo>
                      <a:pt x="1271" y="75"/>
                      <a:pt x="1450" y="231"/>
                      <a:pt x="1478" y="435"/>
                    </a:cubicBezTo>
                    <a:lnTo>
                      <a:pt x="1485" y="480"/>
                    </a:lnTo>
                    <a:lnTo>
                      <a:pt x="1528" y="466"/>
                    </a:lnTo>
                    <a:cubicBezTo>
                      <a:pt x="1550" y="458"/>
                      <a:pt x="1573" y="456"/>
                      <a:pt x="1597" y="456"/>
                    </a:cubicBezTo>
                    <a:cubicBezTo>
                      <a:pt x="1723" y="456"/>
                      <a:pt x="1824" y="559"/>
                      <a:pt x="1824" y="684"/>
                    </a:cubicBezTo>
                    <a:cubicBezTo>
                      <a:pt x="1824" y="808"/>
                      <a:pt x="1721" y="911"/>
                      <a:pt x="1597" y="911"/>
                    </a:cubicBezTo>
                    <a:lnTo>
                      <a:pt x="1110" y="911"/>
                    </a:lnTo>
                    <a:cubicBezTo>
                      <a:pt x="1122" y="936"/>
                      <a:pt x="1117" y="968"/>
                      <a:pt x="1097" y="987"/>
                    </a:cubicBezTo>
                    <a:lnTo>
                      <a:pt x="1595" y="987"/>
                    </a:lnTo>
                    <a:cubicBezTo>
                      <a:pt x="1762" y="987"/>
                      <a:pt x="1899" y="852"/>
                      <a:pt x="1899" y="684"/>
                    </a:cubicBezTo>
                    <a:cubicBezTo>
                      <a:pt x="1899" y="517"/>
                      <a:pt x="1763" y="380"/>
                      <a:pt x="1595" y="380"/>
                    </a:cubicBezTo>
                    <a:cubicBezTo>
                      <a:pt x="1578" y="380"/>
                      <a:pt x="1563" y="382"/>
                      <a:pt x="1544" y="385"/>
                    </a:cubicBezTo>
                    <a:cubicBezTo>
                      <a:pt x="1492" y="162"/>
                      <a:pt x="1295" y="0"/>
                      <a:pt x="1063" y="0"/>
                    </a:cubicBezTo>
                    <a:cubicBezTo>
                      <a:pt x="904" y="0"/>
                      <a:pt x="756" y="77"/>
                      <a:pt x="663" y="204"/>
                    </a:cubicBezTo>
                    <a:cubicBezTo>
                      <a:pt x="633" y="195"/>
                      <a:pt x="602" y="189"/>
                      <a:pt x="568" y="189"/>
                    </a:cubicBezTo>
                    <a:cubicBezTo>
                      <a:pt x="445" y="189"/>
                      <a:pt x="333" y="265"/>
                      <a:pt x="288" y="379"/>
                    </a:cubicBezTo>
                    <a:cubicBezTo>
                      <a:pt x="127" y="386"/>
                      <a:pt x="0" y="520"/>
                      <a:pt x="0" y="682"/>
                    </a:cubicBezTo>
                    <a:cubicBezTo>
                      <a:pt x="5" y="850"/>
                      <a:pt x="140" y="986"/>
                      <a:pt x="310" y="986"/>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3" name="任意多边形 3170"/>
              <p:cNvSpPr/>
              <p:nvPr/>
            </p:nvSpPr>
            <p:spPr>
              <a:xfrm>
                <a:off x="24170" y="3080"/>
                <a:ext cx="1335" cy="818"/>
              </a:xfrm>
              <a:custGeom>
                <a:avLst/>
                <a:gdLst/>
                <a:ahLst/>
                <a:cxnLst>
                  <a:cxn ang="0">
                    <a:pos x="645" y="0"/>
                  </a:cxn>
                  <a:cxn ang="0">
                    <a:pos x="645" y="129"/>
                  </a:cxn>
                  <a:cxn ang="0">
                    <a:pos x="172" y="258"/>
                  </a:cxn>
                  <a:cxn ang="0">
                    <a:pos x="0" y="322"/>
                  </a:cxn>
                  <a:cxn ang="0">
                    <a:pos x="64" y="817"/>
                  </a:cxn>
                  <a:cxn ang="0">
                    <a:pos x="387" y="753"/>
                  </a:cxn>
                  <a:cxn ang="0">
                    <a:pos x="323" y="258"/>
                  </a:cxn>
                  <a:cxn ang="0">
                    <a:pos x="215" y="172"/>
                  </a:cxn>
                  <a:cxn ang="0">
                    <a:pos x="645" y="258"/>
                  </a:cxn>
                  <a:cxn ang="0">
                    <a:pos x="474" y="322"/>
                  </a:cxn>
                  <a:cxn ang="0">
                    <a:pos x="538" y="817"/>
                  </a:cxn>
                  <a:cxn ang="0">
                    <a:pos x="861" y="753"/>
                  </a:cxn>
                  <a:cxn ang="0">
                    <a:pos x="796" y="258"/>
                  </a:cxn>
                  <a:cxn ang="0">
                    <a:pos x="688" y="172"/>
                  </a:cxn>
                  <a:cxn ang="0">
                    <a:pos x="1119" y="258"/>
                  </a:cxn>
                  <a:cxn ang="0">
                    <a:pos x="947" y="322"/>
                  </a:cxn>
                  <a:cxn ang="0">
                    <a:pos x="1011" y="817"/>
                  </a:cxn>
                  <a:cxn ang="0">
                    <a:pos x="1334" y="753"/>
                  </a:cxn>
                  <a:cxn ang="0">
                    <a:pos x="1270" y="258"/>
                  </a:cxn>
                  <a:cxn ang="0">
                    <a:pos x="1162" y="129"/>
                  </a:cxn>
                  <a:cxn ang="0">
                    <a:pos x="690" y="43"/>
                  </a:cxn>
                  <a:cxn ang="0">
                    <a:pos x="343" y="754"/>
                  </a:cxn>
                  <a:cxn ang="0">
                    <a:pos x="63" y="775"/>
                  </a:cxn>
                  <a:cxn ang="0">
                    <a:pos x="42" y="646"/>
                  </a:cxn>
                  <a:cxn ang="0">
                    <a:pos x="344" y="754"/>
                  </a:cxn>
                  <a:cxn ang="0">
                    <a:pos x="343" y="602"/>
                  </a:cxn>
                  <a:cxn ang="0">
                    <a:pos x="41" y="473"/>
                  </a:cxn>
                  <a:cxn ang="0">
                    <a:pos x="343" y="602"/>
                  </a:cxn>
                  <a:cxn ang="0">
                    <a:pos x="343" y="321"/>
                  </a:cxn>
                  <a:cxn ang="0">
                    <a:pos x="41" y="429"/>
                  </a:cxn>
                  <a:cxn ang="0">
                    <a:pos x="62" y="300"/>
                  </a:cxn>
                  <a:cxn ang="0">
                    <a:pos x="817" y="754"/>
                  </a:cxn>
                  <a:cxn ang="0">
                    <a:pos x="537" y="775"/>
                  </a:cxn>
                  <a:cxn ang="0">
                    <a:pos x="516" y="646"/>
                  </a:cxn>
                  <a:cxn ang="0">
                    <a:pos x="818" y="754"/>
                  </a:cxn>
                  <a:cxn ang="0">
                    <a:pos x="817" y="602"/>
                  </a:cxn>
                  <a:cxn ang="0">
                    <a:pos x="515" y="473"/>
                  </a:cxn>
                  <a:cxn ang="0">
                    <a:pos x="817" y="602"/>
                  </a:cxn>
                  <a:cxn ang="0">
                    <a:pos x="816" y="321"/>
                  </a:cxn>
                  <a:cxn ang="0">
                    <a:pos x="514" y="429"/>
                  </a:cxn>
                  <a:cxn ang="0">
                    <a:pos x="535" y="300"/>
                  </a:cxn>
                  <a:cxn ang="0">
                    <a:pos x="1289" y="754"/>
                  </a:cxn>
                  <a:cxn ang="0">
                    <a:pos x="1010" y="775"/>
                  </a:cxn>
                  <a:cxn ang="0">
                    <a:pos x="989" y="646"/>
                  </a:cxn>
                  <a:cxn ang="0">
                    <a:pos x="1290" y="754"/>
                  </a:cxn>
                  <a:cxn ang="0">
                    <a:pos x="1289" y="602"/>
                  </a:cxn>
                  <a:cxn ang="0">
                    <a:pos x="988" y="473"/>
                  </a:cxn>
                  <a:cxn ang="0">
                    <a:pos x="1289" y="602"/>
                  </a:cxn>
                  <a:cxn ang="0">
                    <a:pos x="988" y="322"/>
                  </a:cxn>
                  <a:cxn ang="0">
                    <a:pos x="1267" y="301"/>
                  </a:cxn>
                  <a:cxn ang="0">
                    <a:pos x="1289" y="430"/>
                  </a:cxn>
                </a:cxnLst>
                <a:rect l="0" t="0" r="0" b="0"/>
                <a:pathLst>
                  <a:path w="2356" h="1442">
                    <a:moveTo>
                      <a:pt x="1214" y="0"/>
                    </a:moveTo>
                    <a:lnTo>
                      <a:pt x="1138" y="0"/>
                    </a:lnTo>
                    <a:lnTo>
                      <a:pt x="1138" y="76"/>
                    </a:lnTo>
                    <a:lnTo>
                      <a:pt x="1138" y="227"/>
                    </a:lnTo>
                    <a:lnTo>
                      <a:pt x="303" y="227"/>
                    </a:lnTo>
                    <a:lnTo>
                      <a:pt x="303" y="454"/>
                    </a:lnTo>
                    <a:lnTo>
                      <a:pt x="113" y="454"/>
                    </a:lnTo>
                    <a:cubicBezTo>
                      <a:pt x="51" y="454"/>
                      <a:pt x="0" y="506"/>
                      <a:pt x="0" y="568"/>
                    </a:cubicBezTo>
                    <a:lnTo>
                      <a:pt x="0" y="1327"/>
                    </a:lnTo>
                    <a:cubicBezTo>
                      <a:pt x="0" y="1390"/>
                      <a:pt x="51" y="1441"/>
                      <a:pt x="113" y="1441"/>
                    </a:cubicBezTo>
                    <a:lnTo>
                      <a:pt x="570" y="1441"/>
                    </a:lnTo>
                    <a:cubicBezTo>
                      <a:pt x="632" y="1441"/>
                      <a:pt x="683" y="1390"/>
                      <a:pt x="683" y="1327"/>
                    </a:cubicBezTo>
                    <a:lnTo>
                      <a:pt x="683" y="568"/>
                    </a:lnTo>
                    <a:cubicBezTo>
                      <a:pt x="683" y="506"/>
                      <a:pt x="632" y="454"/>
                      <a:pt x="570" y="454"/>
                    </a:cubicBezTo>
                    <a:lnTo>
                      <a:pt x="380" y="454"/>
                    </a:lnTo>
                    <a:lnTo>
                      <a:pt x="380" y="303"/>
                    </a:lnTo>
                    <a:lnTo>
                      <a:pt x="1139" y="303"/>
                    </a:lnTo>
                    <a:lnTo>
                      <a:pt x="1139" y="454"/>
                    </a:lnTo>
                    <a:lnTo>
                      <a:pt x="949" y="454"/>
                    </a:lnTo>
                    <a:cubicBezTo>
                      <a:pt x="887" y="454"/>
                      <a:pt x="836" y="506"/>
                      <a:pt x="836" y="568"/>
                    </a:cubicBezTo>
                    <a:lnTo>
                      <a:pt x="836" y="1327"/>
                    </a:lnTo>
                    <a:cubicBezTo>
                      <a:pt x="836" y="1390"/>
                      <a:pt x="887" y="1441"/>
                      <a:pt x="949" y="1441"/>
                    </a:cubicBezTo>
                    <a:lnTo>
                      <a:pt x="1405" y="1441"/>
                    </a:lnTo>
                    <a:cubicBezTo>
                      <a:pt x="1468" y="1441"/>
                      <a:pt x="1519" y="1390"/>
                      <a:pt x="1519" y="1327"/>
                    </a:cubicBezTo>
                    <a:lnTo>
                      <a:pt x="1519" y="568"/>
                    </a:lnTo>
                    <a:cubicBezTo>
                      <a:pt x="1519" y="506"/>
                      <a:pt x="1468" y="454"/>
                      <a:pt x="1405" y="454"/>
                    </a:cubicBezTo>
                    <a:lnTo>
                      <a:pt x="1215" y="454"/>
                    </a:lnTo>
                    <a:lnTo>
                      <a:pt x="1215" y="303"/>
                    </a:lnTo>
                    <a:lnTo>
                      <a:pt x="1975" y="303"/>
                    </a:lnTo>
                    <a:lnTo>
                      <a:pt x="1975" y="454"/>
                    </a:lnTo>
                    <a:lnTo>
                      <a:pt x="1785" y="454"/>
                    </a:lnTo>
                    <a:cubicBezTo>
                      <a:pt x="1723" y="454"/>
                      <a:pt x="1671" y="506"/>
                      <a:pt x="1671" y="568"/>
                    </a:cubicBezTo>
                    <a:lnTo>
                      <a:pt x="1671" y="1327"/>
                    </a:lnTo>
                    <a:cubicBezTo>
                      <a:pt x="1671" y="1390"/>
                      <a:pt x="1723" y="1441"/>
                      <a:pt x="1785" y="1441"/>
                    </a:cubicBezTo>
                    <a:lnTo>
                      <a:pt x="2241" y="1441"/>
                    </a:lnTo>
                    <a:cubicBezTo>
                      <a:pt x="2303" y="1441"/>
                      <a:pt x="2355" y="1390"/>
                      <a:pt x="2355" y="1327"/>
                    </a:cubicBezTo>
                    <a:lnTo>
                      <a:pt x="2355" y="568"/>
                    </a:lnTo>
                    <a:cubicBezTo>
                      <a:pt x="2355" y="506"/>
                      <a:pt x="2303" y="454"/>
                      <a:pt x="2241" y="454"/>
                    </a:cubicBezTo>
                    <a:lnTo>
                      <a:pt x="2051" y="454"/>
                    </a:lnTo>
                    <a:lnTo>
                      <a:pt x="2051" y="227"/>
                    </a:lnTo>
                    <a:lnTo>
                      <a:pt x="1217" y="227"/>
                    </a:lnTo>
                    <a:lnTo>
                      <a:pt x="1217" y="76"/>
                    </a:lnTo>
                    <a:lnTo>
                      <a:pt x="1214" y="0"/>
                    </a:lnTo>
                    <a:close/>
                    <a:moveTo>
                      <a:pt x="605" y="1329"/>
                    </a:moveTo>
                    <a:cubicBezTo>
                      <a:pt x="605" y="1351"/>
                      <a:pt x="588" y="1366"/>
                      <a:pt x="568" y="1366"/>
                    </a:cubicBezTo>
                    <a:lnTo>
                      <a:pt x="112" y="1366"/>
                    </a:lnTo>
                    <a:cubicBezTo>
                      <a:pt x="90" y="1366"/>
                      <a:pt x="75" y="1349"/>
                      <a:pt x="75" y="1329"/>
                    </a:cubicBezTo>
                    <a:lnTo>
                      <a:pt x="75" y="1139"/>
                    </a:lnTo>
                    <a:lnTo>
                      <a:pt x="607" y="1139"/>
                    </a:lnTo>
                    <a:lnTo>
                      <a:pt x="607" y="1329"/>
                    </a:lnTo>
                    <a:lnTo>
                      <a:pt x="605" y="1329"/>
                    </a:lnTo>
                    <a:close/>
                    <a:moveTo>
                      <a:pt x="605" y="1061"/>
                    </a:moveTo>
                    <a:lnTo>
                      <a:pt x="73" y="1061"/>
                    </a:lnTo>
                    <a:lnTo>
                      <a:pt x="73" y="834"/>
                    </a:lnTo>
                    <a:lnTo>
                      <a:pt x="605" y="834"/>
                    </a:lnTo>
                    <a:lnTo>
                      <a:pt x="605" y="1061"/>
                    </a:lnTo>
                    <a:close/>
                    <a:moveTo>
                      <a:pt x="568" y="529"/>
                    </a:moveTo>
                    <a:cubicBezTo>
                      <a:pt x="590" y="529"/>
                      <a:pt x="605" y="546"/>
                      <a:pt x="605" y="566"/>
                    </a:cubicBezTo>
                    <a:lnTo>
                      <a:pt x="605" y="756"/>
                    </a:lnTo>
                    <a:lnTo>
                      <a:pt x="73" y="756"/>
                    </a:lnTo>
                    <a:lnTo>
                      <a:pt x="73" y="566"/>
                    </a:lnTo>
                    <a:cubicBezTo>
                      <a:pt x="73" y="545"/>
                      <a:pt x="90" y="529"/>
                      <a:pt x="110" y="529"/>
                    </a:cubicBezTo>
                    <a:lnTo>
                      <a:pt x="568" y="529"/>
                    </a:lnTo>
                    <a:close/>
                    <a:moveTo>
                      <a:pt x="1441" y="1329"/>
                    </a:moveTo>
                    <a:cubicBezTo>
                      <a:pt x="1441" y="1351"/>
                      <a:pt x="1424" y="1366"/>
                      <a:pt x="1404" y="1366"/>
                    </a:cubicBezTo>
                    <a:lnTo>
                      <a:pt x="948" y="1366"/>
                    </a:lnTo>
                    <a:cubicBezTo>
                      <a:pt x="926" y="1366"/>
                      <a:pt x="910" y="1349"/>
                      <a:pt x="910" y="1329"/>
                    </a:cubicBezTo>
                    <a:lnTo>
                      <a:pt x="910" y="1139"/>
                    </a:lnTo>
                    <a:lnTo>
                      <a:pt x="1443" y="1139"/>
                    </a:lnTo>
                    <a:lnTo>
                      <a:pt x="1443" y="1329"/>
                    </a:lnTo>
                    <a:lnTo>
                      <a:pt x="1441" y="1329"/>
                    </a:lnTo>
                    <a:close/>
                    <a:moveTo>
                      <a:pt x="1441" y="1061"/>
                    </a:moveTo>
                    <a:lnTo>
                      <a:pt x="909" y="1061"/>
                    </a:lnTo>
                    <a:lnTo>
                      <a:pt x="909" y="834"/>
                    </a:lnTo>
                    <a:lnTo>
                      <a:pt x="1441" y="834"/>
                    </a:lnTo>
                    <a:lnTo>
                      <a:pt x="1441" y="1061"/>
                    </a:lnTo>
                    <a:close/>
                    <a:moveTo>
                      <a:pt x="1402" y="529"/>
                    </a:moveTo>
                    <a:cubicBezTo>
                      <a:pt x="1424" y="529"/>
                      <a:pt x="1440" y="546"/>
                      <a:pt x="1440" y="566"/>
                    </a:cubicBezTo>
                    <a:lnTo>
                      <a:pt x="1440" y="756"/>
                    </a:lnTo>
                    <a:lnTo>
                      <a:pt x="907" y="756"/>
                    </a:lnTo>
                    <a:lnTo>
                      <a:pt x="907" y="566"/>
                    </a:lnTo>
                    <a:cubicBezTo>
                      <a:pt x="907" y="545"/>
                      <a:pt x="924" y="529"/>
                      <a:pt x="945" y="529"/>
                    </a:cubicBezTo>
                    <a:lnTo>
                      <a:pt x="1402" y="529"/>
                    </a:lnTo>
                    <a:close/>
                    <a:moveTo>
                      <a:pt x="2275" y="1329"/>
                    </a:moveTo>
                    <a:cubicBezTo>
                      <a:pt x="2275" y="1351"/>
                      <a:pt x="2258" y="1366"/>
                      <a:pt x="2238" y="1366"/>
                    </a:cubicBezTo>
                    <a:lnTo>
                      <a:pt x="1782" y="1366"/>
                    </a:lnTo>
                    <a:cubicBezTo>
                      <a:pt x="1760" y="1366"/>
                      <a:pt x="1745" y="1349"/>
                      <a:pt x="1745" y="1329"/>
                    </a:cubicBezTo>
                    <a:lnTo>
                      <a:pt x="1745" y="1139"/>
                    </a:lnTo>
                    <a:lnTo>
                      <a:pt x="2277" y="1139"/>
                    </a:lnTo>
                    <a:lnTo>
                      <a:pt x="2277" y="1329"/>
                    </a:lnTo>
                    <a:lnTo>
                      <a:pt x="2275" y="1329"/>
                    </a:lnTo>
                    <a:close/>
                    <a:moveTo>
                      <a:pt x="2275" y="1061"/>
                    </a:moveTo>
                    <a:lnTo>
                      <a:pt x="1743" y="1061"/>
                    </a:lnTo>
                    <a:lnTo>
                      <a:pt x="1743" y="834"/>
                    </a:lnTo>
                    <a:lnTo>
                      <a:pt x="2275" y="834"/>
                    </a:lnTo>
                    <a:lnTo>
                      <a:pt x="2275" y="1061"/>
                    </a:lnTo>
                    <a:close/>
                    <a:moveTo>
                      <a:pt x="1743" y="758"/>
                    </a:moveTo>
                    <a:lnTo>
                      <a:pt x="1743" y="568"/>
                    </a:lnTo>
                    <a:cubicBezTo>
                      <a:pt x="1743" y="546"/>
                      <a:pt x="1760" y="531"/>
                      <a:pt x="1780" y="531"/>
                    </a:cubicBezTo>
                    <a:lnTo>
                      <a:pt x="2236" y="531"/>
                    </a:lnTo>
                    <a:cubicBezTo>
                      <a:pt x="2258" y="531"/>
                      <a:pt x="2274" y="548"/>
                      <a:pt x="2274" y="568"/>
                    </a:cubicBezTo>
                    <a:lnTo>
                      <a:pt x="2274" y="758"/>
                    </a:lnTo>
                    <a:lnTo>
                      <a:pt x="1743" y="758"/>
                    </a:lnTo>
                    <a:close/>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4" name="任意多边形 3171"/>
              <p:cNvSpPr/>
              <p:nvPr/>
            </p:nvSpPr>
            <p:spPr>
              <a:xfrm>
                <a:off x="25203" y="3423"/>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5" name="任意多边形 3172"/>
              <p:cNvSpPr/>
              <p:nvPr/>
            </p:nvSpPr>
            <p:spPr>
              <a:xfrm>
                <a:off x="25288" y="3423"/>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6" name="任意多边形 3173"/>
              <p:cNvSpPr/>
              <p:nvPr/>
            </p:nvSpPr>
            <p:spPr>
              <a:xfrm>
                <a:off x="25375" y="3595"/>
                <a:ext cx="45" cy="45"/>
              </a:xfrm>
              <a:custGeom>
                <a:avLst/>
                <a:gdLst/>
                <a:ahLst/>
                <a:cxnLst>
                  <a:cxn ang="0">
                    <a:pos x="0" y="0"/>
                  </a:cxn>
                  <a:cxn ang="0">
                    <a:pos x="44" y="0"/>
                  </a:cxn>
                  <a:cxn ang="0">
                    <a:pos x="44" y="44"/>
                  </a:cxn>
                  <a:cxn ang="0">
                    <a:pos x="0" y="44"/>
                  </a:cxn>
                  <a:cxn ang="0">
                    <a:pos x="0" y="0"/>
                  </a:cxn>
                </a:cxnLst>
                <a:rect l="0" t="0" r="0" b="0"/>
                <a:pathLst>
                  <a:path w="78" h="78">
                    <a:moveTo>
                      <a:pt x="0" y="0"/>
                    </a:moveTo>
                    <a:lnTo>
                      <a:pt x="77" y="0"/>
                    </a:lnTo>
                    <a:lnTo>
                      <a:pt x="77" y="77"/>
                    </a:lnTo>
                    <a:lnTo>
                      <a:pt x="0" y="77"/>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7" name="任意多边形 3174"/>
              <p:cNvSpPr/>
              <p:nvPr/>
            </p:nvSpPr>
            <p:spPr>
              <a:xfrm>
                <a:off x="25288" y="3595"/>
                <a:ext cx="45" cy="45"/>
              </a:xfrm>
              <a:custGeom>
                <a:avLst/>
                <a:gdLst/>
                <a:ahLst/>
                <a:cxnLst>
                  <a:cxn ang="0">
                    <a:pos x="0" y="0"/>
                  </a:cxn>
                  <a:cxn ang="0">
                    <a:pos x="44" y="0"/>
                  </a:cxn>
                  <a:cxn ang="0">
                    <a:pos x="44" y="44"/>
                  </a:cxn>
                  <a:cxn ang="0">
                    <a:pos x="0" y="44"/>
                  </a:cxn>
                  <a:cxn ang="0">
                    <a:pos x="0" y="0"/>
                  </a:cxn>
                </a:cxnLst>
                <a:rect l="0" t="0" r="0" b="0"/>
                <a:pathLst>
                  <a:path w="78" h="78">
                    <a:moveTo>
                      <a:pt x="0" y="0"/>
                    </a:moveTo>
                    <a:lnTo>
                      <a:pt x="77" y="0"/>
                    </a:lnTo>
                    <a:lnTo>
                      <a:pt x="77" y="77"/>
                    </a:lnTo>
                    <a:lnTo>
                      <a:pt x="0" y="77"/>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8" name="任意多边形 3175"/>
              <p:cNvSpPr/>
              <p:nvPr/>
            </p:nvSpPr>
            <p:spPr>
              <a:xfrm>
                <a:off x="25288" y="3768"/>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79" name="任意多边形 3176"/>
              <p:cNvSpPr/>
              <p:nvPr/>
            </p:nvSpPr>
            <p:spPr>
              <a:xfrm>
                <a:off x="25375" y="3768"/>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0" name="任意多边形 3177"/>
              <p:cNvSpPr/>
              <p:nvPr/>
            </p:nvSpPr>
            <p:spPr>
              <a:xfrm>
                <a:off x="25203" y="3768"/>
                <a:ext cx="45" cy="42"/>
              </a:xfrm>
              <a:custGeom>
                <a:avLst/>
                <a:gdLst/>
                <a:ahLst/>
                <a:cxnLst>
                  <a:cxn ang="0">
                    <a:pos x="0" y="0"/>
                  </a:cxn>
                  <a:cxn ang="0">
                    <a:pos x="44" y="0"/>
                  </a:cxn>
                  <a:cxn ang="0">
                    <a:pos x="44" y="41"/>
                  </a:cxn>
                  <a:cxn ang="0">
                    <a:pos x="0" y="41"/>
                  </a:cxn>
                  <a:cxn ang="0">
                    <a:pos x="0" y="0"/>
                  </a:cxn>
                </a:cxnLst>
                <a:rect l="0" t="0" r="0" b="0"/>
                <a:pathLst>
                  <a:path w="78" h="77">
                    <a:moveTo>
                      <a:pt x="0" y="0"/>
                    </a:moveTo>
                    <a:lnTo>
                      <a:pt x="77" y="0"/>
                    </a:lnTo>
                    <a:lnTo>
                      <a:pt x="77" y="76"/>
                    </a:lnTo>
                    <a:lnTo>
                      <a:pt x="0" y="76"/>
                    </a:lnTo>
                    <a:lnTo>
                      <a:pt x="0" y="0"/>
                    </a:ln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1" name="任意多边形 3178"/>
              <p:cNvSpPr/>
              <p:nvPr/>
            </p:nvSpPr>
            <p:spPr>
              <a:xfrm>
                <a:off x="24763" y="2630"/>
                <a:ext cx="272" cy="108"/>
              </a:xfrm>
              <a:custGeom>
                <a:avLst/>
                <a:gdLst/>
                <a:ahLst/>
                <a:cxnLst>
                  <a:cxn ang="0">
                    <a:pos x="0" y="77"/>
                  </a:cxn>
                  <a:cxn ang="0">
                    <a:pos x="30" y="107"/>
                  </a:cxn>
                  <a:cxn ang="0">
                    <a:pos x="242" y="107"/>
                  </a:cxn>
                  <a:cxn ang="0">
                    <a:pos x="271" y="77"/>
                  </a:cxn>
                  <a:cxn ang="0">
                    <a:pos x="0" y="77"/>
                  </a:cxn>
                </a:cxnLst>
                <a:rect l="0" t="0" r="0" b="0"/>
                <a:pathLst>
                  <a:path w="482" h="188">
                    <a:moveTo>
                      <a:pt x="0" y="134"/>
                    </a:moveTo>
                    <a:lnTo>
                      <a:pt x="53" y="187"/>
                    </a:lnTo>
                    <a:cubicBezTo>
                      <a:pt x="157" y="83"/>
                      <a:pt x="325" y="83"/>
                      <a:pt x="428" y="187"/>
                    </a:cubicBezTo>
                    <a:lnTo>
                      <a:pt x="481" y="134"/>
                    </a:lnTo>
                    <a:cubicBezTo>
                      <a:pt x="352" y="0"/>
                      <a:pt x="134" y="0"/>
                      <a:pt x="0" y="134"/>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2" name="任意多边形 3179"/>
              <p:cNvSpPr/>
              <p:nvPr/>
            </p:nvSpPr>
            <p:spPr>
              <a:xfrm>
                <a:off x="25203" y="2865"/>
                <a:ext cx="85" cy="173"/>
              </a:xfrm>
              <a:custGeom>
                <a:avLst/>
                <a:gdLst/>
                <a:ahLst/>
                <a:cxnLst>
                  <a:cxn ang="0">
                    <a:pos x="84" y="85"/>
                  </a:cxn>
                  <a:cxn ang="0">
                    <a:pos x="0" y="0"/>
                  </a:cxn>
                  <a:cxn ang="0">
                    <a:pos x="0" y="43"/>
                  </a:cxn>
                  <a:cxn ang="0">
                    <a:pos x="43" y="86"/>
                  </a:cxn>
                  <a:cxn ang="0">
                    <a:pos x="0" y="129"/>
                  </a:cxn>
                  <a:cxn ang="0">
                    <a:pos x="0" y="172"/>
                  </a:cxn>
                  <a:cxn ang="0">
                    <a:pos x="84" y="85"/>
                  </a:cxn>
                </a:cxnLst>
                <a:rect l="0" t="0" r="0" b="0"/>
                <a:pathLst>
                  <a:path w="152" h="306">
                    <a:moveTo>
                      <a:pt x="151" y="151"/>
                    </a:moveTo>
                    <a:cubicBezTo>
                      <a:pt x="151" y="67"/>
                      <a:pt x="83" y="0"/>
                      <a:pt x="0" y="0"/>
                    </a:cubicBezTo>
                    <a:lnTo>
                      <a:pt x="0" y="76"/>
                    </a:lnTo>
                    <a:cubicBezTo>
                      <a:pt x="41" y="76"/>
                      <a:pt x="77" y="109"/>
                      <a:pt x="77" y="152"/>
                    </a:cubicBezTo>
                    <a:cubicBezTo>
                      <a:pt x="77" y="193"/>
                      <a:pt x="44" y="228"/>
                      <a:pt x="0" y="228"/>
                    </a:cubicBezTo>
                    <a:lnTo>
                      <a:pt x="0" y="305"/>
                    </a:lnTo>
                    <a:cubicBezTo>
                      <a:pt x="86" y="302"/>
                      <a:pt x="151" y="233"/>
                      <a:pt x="151" y="151"/>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3" name="任意多边形 3180"/>
              <p:cNvSpPr/>
              <p:nvPr/>
            </p:nvSpPr>
            <p:spPr>
              <a:xfrm>
                <a:off x="24880" y="3035"/>
                <a:ext cx="113" cy="113"/>
              </a:xfrm>
              <a:custGeom>
                <a:avLst/>
                <a:gdLst/>
                <a:ahLst/>
                <a:cxnLst>
                  <a:cxn ang="0">
                    <a:pos x="56" y="112"/>
                  </a:cxn>
                  <a:cxn ang="0">
                    <a:pos x="0" y="56"/>
                  </a:cxn>
                  <a:cxn ang="0">
                    <a:pos x="56" y="0"/>
                  </a:cxn>
                  <a:cxn ang="0">
                    <a:pos x="112" y="56"/>
                  </a:cxn>
                  <a:cxn ang="0">
                    <a:pos x="56" y="112"/>
                  </a:cxn>
                </a:cxnLst>
                <a:rect l="0" t="0" r="0" b="0"/>
                <a:pathLst>
                  <a:path w="197" h="197">
                    <a:moveTo>
                      <a:pt x="98" y="196"/>
                    </a:moveTo>
                    <a:cubicBezTo>
                      <a:pt x="43" y="196"/>
                      <a:pt x="0" y="152"/>
                      <a:pt x="0" y="98"/>
                    </a:cubicBezTo>
                    <a:cubicBezTo>
                      <a:pt x="0" y="43"/>
                      <a:pt x="44" y="0"/>
                      <a:pt x="98" y="0"/>
                    </a:cubicBezTo>
                    <a:cubicBezTo>
                      <a:pt x="153" y="0"/>
                      <a:pt x="196" y="43"/>
                      <a:pt x="196" y="98"/>
                    </a:cubicBezTo>
                    <a:cubicBezTo>
                      <a:pt x="196" y="152"/>
                      <a:pt x="151" y="196"/>
                      <a:pt x="98" y="196"/>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sp>
            <p:nvSpPr>
              <p:cNvPr id="484" name="任意多边形 3181"/>
              <p:cNvSpPr/>
              <p:nvPr/>
            </p:nvSpPr>
            <p:spPr>
              <a:xfrm>
                <a:off x="24680" y="3035"/>
                <a:ext cx="113" cy="113"/>
              </a:xfrm>
              <a:custGeom>
                <a:avLst/>
                <a:gdLst/>
                <a:ahLst/>
                <a:cxnLst>
                  <a:cxn ang="0">
                    <a:pos x="57" y="112"/>
                  </a:cxn>
                  <a:cxn ang="0">
                    <a:pos x="0" y="56"/>
                  </a:cxn>
                  <a:cxn ang="0">
                    <a:pos x="57" y="0"/>
                  </a:cxn>
                  <a:cxn ang="0">
                    <a:pos x="112" y="56"/>
                  </a:cxn>
                  <a:cxn ang="0">
                    <a:pos x="57" y="112"/>
                  </a:cxn>
                </a:cxnLst>
                <a:rect l="0" t="0" r="0" b="0"/>
                <a:pathLst>
                  <a:path w="198" h="197">
                    <a:moveTo>
                      <a:pt x="99" y="196"/>
                    </a:moveTo>
                    <a:cubicBezTo>
                      <a:pt x="44" y="196"/>
                      <a:pt x="0" y="152"/>
                      <a:pt x="0" y="98"/>
                    </a:cubicBezTo>
                    <a:cubicBezTo>
                      <a:pt x="0" y="43"/>
                      <a:pt x="45" y="0"/>
                      <a:pt x="99" y="0"/>
                    </a:cubicBezTo>
                    <a:cubicBezTo>
                      <a:pt x="154" y="0"/>
                      <a:pt x="197" y="43"/>
                      <a:pt x="197" y="98"/>
                    </a:cubicBezTo>
                    <a:cubicBezTo>
                      <a:pt x="197" y="152"/>
                      <a:pt x="151" y="196"/>
                      <a:pt x="99" y="196"/>
                    </a:cubicBezTo>
                  </a:path>
                </a:pathLst>
              </a:custGeom>
              <a:grpFill/>
              <a:ln w="9525">
                <a:solidFill>
                  <a:schemeClr val="bg2"/>
                </a:solidFill>
              </a:ln>
            </p:spPr>
            <p:txBody>
              <a:bodyPr/>
              <a:lstStyle/>
              <a:p>
                <a:endParaRPr lang="zh-CN" altLang="en-US" sz="2400">
                  <a:solidFill>
                    <a:schemeClr val="bg1"/>
                  </a:solidFill>
                  <a:latin typeface="微软雅黑" panose="020B0503020204020204" pitchFamily="34" charset="-122"/>
                  <a:ea typeface="微软雅黑" panose="020B0503020204020204" pitchFamily="34" charset="-122"/>
                </a:endParaRPr>
              </a:p>
            </p:txBody>
          </p:sp>
        </p:grpSp>
        <p:grpSp>
          <p:nvGrpSpPr>
            <p:cNvPr id="499" name="组合 498"/>
            <p:cNvGrpSpPr/>
            <p:nvPr/>
          </p:nvGrpSpPr>
          <p:grpSpPr>
            <a:xfrm>
              <a:off x="10361873" y="2367015"/>
              <a:ext cx="481422" cy="407065"/>
              <a:chOff x="1473" y="9293"/>
              <a:chExt cx="1581" cy="1589"/>
            </a:xfrm>
            <a:grpFill/>
          </p:grpSpPr>
          <p:sp>
            <p:nvSpPr>
              <p:cNvPr id="500" name="任意多边形 499"/>
              <p:cNvSpPr/>
              <p:nvPr/>
            </p:nvSpPr>
            <p:spPr>
              <a:xfrm>
                <a:off x="1478" y="9295"/>
                <a:ext cx="1482" cy="1483"/>
              </a:xfrm>
              <a:custGeom>
                <a:avLst/>
                <a:gdLst/>
                <a:ahLst/>
                <a:cxnLst/>
                <a:rect l="0" t="0" r="0" b="0"/>
                <a:pathLst>
                  <a:path w="2616" h="2613">
                    <a:moveTo>
                      <a:pt x="2229" y="147"/>
                    </a:moveTo>
                    <a:cubicBezTo>
                      <a:pt x="2007" y="52"/>
                      <a:pt x="1678" y="0"/>
                      <a:pt x="1306" y="0"/>
                    </a:cubicBezTo>
                    <a:cubicBezTo>
                      <a:pt x="934" y="0"/>
                      <a:pt x="605" y="52"/>
                      <a:pt x="384" y="147"/>
                    </a:cubicBezTo>
                    <a:cubicBezTo>
                      <a:pt x="122" y="262"/>
                      <a:pt x="0" y="386"/>
                      <a:pt x="0" y="539"/>
                    </a:cubicBezTo>
                    <a:lnTo>
                      <a:pt x="0" y="2090"/>
                    </a:lnTo>
                    <a:cubicBezTo>
                      <a:pt x="0" y="2238"/>
                      <a:pt x="140" y="2374"/>
                      <a:pt x="382" y="2465"/>
                    </a:cubicBezTo>
                    <a:cubicBezTo>
                      <a:pt x="594" y="2556"/>
                      <a:pt x="898" y="2607"/>
                      <a:pt x="1247" y="2612"/>
                    </a:cubicBezTo>
                    <a:lnTo>
                      <a:pt x="1247" y="2499"/>
                    </a:lnTo>
                    <a:cubicBezTo>
                      <a:pt x="945" y="2492"/>
                      <a:pt x="675" y="2433"/>
                      <a:pt x="500" y="2382"/>
                    </a:cubicBezTo>
                    <a:cubicBezTo>
                      <a:pt x="250" y="2310"/>
                      <a:pt x="114" y="2201"/>
                      <a:pt x="114" y="2073"/>
                    </a:cubicBezTo>
                    <a:lnTo>
                      <a:pt x="114" y="1780"/>
                    </a:lnTo>
                    <a:cubicBezTo>
                      <a:pt x="114" y="1780"/>
                      <a:pt x="311" y="1918"/>
                      <a:pt x="615" y="1998"/>
                    </a:cubicBezTo>
                    <a:cubicBezTo>
                      <a:pt x="810" y="2049"/>
                      <a:pt x="1038" y="2075"/>
                      <a:pt x="1248" y="2079"/>
                    </a:cubicBezTo>
                    <a:lnTo>
                      <a:pt x="1248" y="1966"/>
                    </a:lnTo>
                    <a:cubicBezTo>
                      <a:pt x="946" y="1959"/>
                      <a:pt x="674" y="1910"/>
                      <a:pt x="501" y="1848"/>
                    </a:cubicBezTo>
                    <a:cubicBezTo>
                      <a:pt x="260" y="1763"/>
                      <a:pt x="116" y="1668"/>
                      <a:pt x="116" y="1540"/>
                    </a:cubicBezTo>
                    <a:lnTo>
                      <a:pt x="116" y="1247"/>
                    </a:lnTo>
                    <a:cubicBezTo>
                      <a:pt x="116" y="1247"/>
                      <a:pt x="339" y="1401"/>
                      <a:pt x="616" y="1464"/>
                    </a:cubicBezTo>
                    <a:cubicBezTo>
                      <a:pt x="835" y="1515"/>
                      <a:pt x="1042" y="1542"/>
                      <a:pt x="1249" y="1546"/>
                    </a:cubicBezTo>
                    <a:lnTo>
                      <a:pt x="1249" y="1433"/>
                    </a:lnTo>
                    <a:cubicBezTo>
                      <a:pt x="947" y="1426"/>
                      <a:pt x="678" y="1367"/>
                      <a:pt x="502" y="1315"/>
                    </a:cubicBezTo>
                    <a:cubicBezTo>
                      <a:pt x="249" y="1226"/>
                      <a:pt x="117" y="1119"/>
                      <a:pt x="117" y="1006"/>
                    </a:cubicBezTo>
                    <a:lnTo>
                      <a:pt x="117" y="756"/>
                    </a:lnTo>
                    <a:cubicBezTo>
                      <a:pt x="117" y="756"/>
                      <a:pt x="417" y="937"/>
                      <a:pt x="615" y="981"/>
                    </a:cubicBezTo>
                    <a:cubicBezTo>
                      <a:pt x="843" y="1034"/>
                      <a:pt x="1057" y="1062"/>
                      <a:pt x="1271" y="1065"/>
                    </a:cubicBezTo>
                    <a:cubicBezTo>
                      <a:pt x="1256" y="1029"/>
                      <a:pt x="1252" y="988"/>
                      <a:pt x="1260" y="950"/>
                    </a:cubicBezTo>
                    <a:cubicBezTo>
                      <a:pt x="600" y="937"/>
                      <a:pt x="134" y="659"/>
                      <a:pt x="134" y="541"/>
                    </a:cubicBezTo>
                    <a:cubicBezTo>
                      <a:pt x="134" y="428"/>
                      <a:pt x="268" y="322"/>
                      <a:pt x="518" y="232"/>
                    </a:cubicBezTo>
                    <a:cubicBezTo>
                      <a:pt x="772" y="134"/>
                      <a:pt x="1090" y="113"/>
                      <a:pt x="1310" y="113"/>
                    </a:cubicBezTo>
                    <a:cubicBezTo>
                      <a:pt x="1562" y="113"/>
                      <a:pt x="1866" y="158"/>
                      <a:pt x="2101" y="231"/>
                    </a:cubicBezTo>
                    <a:cubicBezTo>
                      <a:pt x="2353" y="320"/>
                      <a:pt x="2486" y="427"/>
                      <a:pt x="2486" y="539"/>
                    </a:cubicBezTo>
                    <a:cubicBezTo>
                      <a:pt x="2486" y="645"/>
                      <a:pt x="2138" y="873"/>
                      <a:pt x="1586" y="934"/>
                    </a:cubicBezTo>
                    <a:cubicBezTo>
                      <a:pt x="1596" y="972"/>
                      <a:pt x="1595" y="1013"/>
                      <a:pt x="1583" y="1050"/>
                    </a:cubicBezTo>
                    <a:cubicBezTo>
                      <a:pt x="1721" y="1037"/>
                      <a:pt x="1859" y="1013"/>
                      <a:pt x="2003" y="980"/>
                    </a:cubicBezTo>
                    <a:cubicBezTo>
                      <a:pt x="2122" y="962"/>
                      <a:pt x="2478" y="782"/>
                      <a:pt x="2502" y="754"/>
                    </a:cubicBezTo>
                    <a:lnTo>
                      <a:pt x="2502" y="754"/>
                    </a:lnTo>
                    <a:lnTo>
                      <a:pt x="2502" y="1711"/>
                    </a:lnTo>
                    <a:cubicBezTo>
                      <a:pt x="2588" y="1711"/>
                      <a:pt x="2510" y="1711"/>
                      <a:pt x="2613" y="1711"/>
                    </a:cubicBezTo>
                    <a:lnTo>
                      <a:pt x="2615" y="539"/>
                    </a:lnTo>
                    <a:cubicBezTo>
                      <a:pt x="2613" y="388"/>
                      <a:pt x="2491" y="262"/>
                      <a:pt x="2229" y="147"/>
                    </a:cubicBezTo>
                  </a:path>
                </a:pathLst>
              </a:custGeom>
              <a:grpFill/>
              <a:ln w="9525">
                <a:solidFill>
                  <a:schemeClr val="bg2"/>
                </a:solidFill>
              </a:ln>
            </p:spPr>
            <p:txBody>
              <a:bodyPr/>
              <a:lstStyle/>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501" name="任意多边形 500"/>
              <p:cNvSpPr/>
              <p:nvPr/>
            </p:nvSpPr>
            <p:spPr>
              <a:xfrm>
                <a:off x="1473" y="9293"/>
                <a:ext cx="1490" cy="1490"/>
              </a:xfrm>
              <a:custGeom>
                <a:avLst/>
                <a:gdLst/>
                <a:ahLst/>
                <a:cxnLst/>
                <a:rect l="0" t="0" r="0" b="0"/>
                <a:pathLst>
                  <a:path w="2627" h="2627">
                    <a:moveTo>
                      <a:pt x="1259" y="2626"/>
                    </a:moveTo>
                    <a:lnTo>
                      <a:pt x="1252" y="2626"/>
                    </a:lnTo>
                    <a:cubicBezTo>
                      <a:pt x="904" y="2621"/>
                      <a:pt x="597" y="2568"/>
                      <a:pt x="387" y="2479"/>
                    </a:cubicBezTo>
                    <a:cubicBezTo>
                      <a:pt x="141" y="2386"/>
                      <a:pt x="0" y="2248"/>
                      <a:pt x="0" y="2097"/>
                    </a:cubicBezTo>
                    <a:lnTo>
                      <a:pt x="0" y="547"/>
                    </a:lnTo>
                    <a:cubicBezTo>
                      <a:pt x="0" y="391"/>
                      <a:pt x="123" y="264"/>
                      <a:pt x="388" y="148"/>
                    </a:cubicBezTo>
                    <a:cubicBezTo>
                      <a:pt x="611" y="52"/>
                      <a:pt x="939" y="0"/>
                      <a:pt x="1313" y="0"/>
                    </a:cubicBezTo>
                    <a:cubicBezTo>
                      <a:pt x="1686" y="0"/>
                      <a:pt x="2015" y="53"/>
                      <a:pt x="2238" y="148"/>
                    </a:cubicBezTo>
                    <a:lnTo>
                      <a:pt x="2238" y="148"/>
                    </a:lnTo>
                    <a:cubicBezTo>
                      <a:pt x="2503" y="264"/>
                      <a:pt x="2626" y="391"/>
                      <a:pt x="2626" y="547"/>
                    </a:cubicBezTo>
                    <a:lnTo>
                      <a:pt x="2624" y="1725"/>
                    </a:lnTo>
                    <a:lnTo>
                      <a:pt x="2500" y="1725"/>
                    </a:lnTo>
                    <a:lnTo>
                      <a:pt x="2500" y="775"/>
                    </a:lnTo>
                    <a:cubicBezTo>
                      <a:pt x="2432" y="822"/>
                      <a:pt x="2118" y="976"/>
                      <a:pt x="2007" y="993"/>
                    </a:cubicBezTo>
                    <a:cubicBezTo>
                      <a:pt x="1862" y="1026"/>
                      <a:pt x="1725" y="1049"/>
                      <a:pt x="1588" y="1063"/>
                    </a:cubicBezTo>
                    <a:lnTo>
                      <a:pt x="1578" y="1064"/>
                    </a:lnTo>
                    <a:lnTo>
                      <a:pt x="1581" y="1055"/>
                    </a:lnTo>
                    <a:cubicBezTo>
                      <a:pt x="1593" y="1019"/>
                      <a:pt x="1594" y="979"/>
                      <a:pt x="1584" y="943"/>
                    </a:cubicBezTo>
                    <a:lnTo>
                      <a:pt x="1581" y="935"/>
                    </a:lnTo>
                    <a:lnTo>
                      <a:pt x="1589" y="933"/>
                    </a:lnTo>
                    <a:cubicBezTo>
                      <a:pt x="1832" y="907"/>
                      <a:pt x="2064" y="842"/>
                      <a:pt x="2244" y="754"/>
                    </a:cubicBezTo>
                    <a:cubicBezTo>
                      <a:pt x="2408" y="671"/>
                      <a:pt x="2482" y="590"/>
                      <a:pt x="2482" y="545"/>
                    </a:cubicBezTo>
                    <a:cubicBezTo>
                      <a:pt x="2482" y="436"/>
                      <a:pt x="2350" y="332"/>
                      <a:pt x="2101" y="243"/>
                    </a:cubicBezTo>
                    <a:cubicBezTo>
                      <a:pt x="1866" y="171"/>
                      <a:pt x="1563" y="126"/>
                      <a:pt x="1312" y="126"/>
                    </a:cubicBezTo>
                    <a:cubicBezTo>
                      <a:pt x="1091" y="126"/>
                      <a:pt x="775" y="145"/>
                      <a:pt x="521" y="243"/>
                    </a:cubicBezTo>
                    <a:cubicBezTo>
                      <a:pt x="273" y="332"/>
                      <a:pt x="141" y="437"/>
                      <a:pt x="141" y="545"/>
                    </a:cubicBezTo>
                    <a:cubicBezTo>
                      <a:pt x="141" y="655"/>
                      <a:pt x="587" y="935"/>
                      <a:pt x="1262" y="948"/>
                    </a:cubicBezTo>
                    <a:lnTo>
                      <a:pt x="1270" y="948"/>
                    </a:lnTo>
                    <a:lnTo>
                      <a:pt x="1268" y="956"/>
                    </a:lnTo>
                    <a:cubicBezTo>
                      <a:pt x="1260" y="993"/>
                      <a:pt x="1264" y="1032"/>
                      <a:pt x="1279" y="1067"/>
                    </a:cubicBezTo>
                    <a:lnTo>
                      <a:pt x="1283" y="1076"/>
                    </a:lnTo>
                    <a:lnTo>
                      <a:pt x="1274" y="1076"/>
                    </a:lnTo>
                    <a:cubicBezTo>
                      <a:pt x="1061" y="1073"/>
                      <a:pt x="846" y="1045"/>
                      <a:pt x="616" y="993"/>
                    </a:cubicBezTo>
                    <a:cubicBezTo>
                      <a:pt x="440" y="953"/>
                      <a:pt x="180" y="804"/>
                      <a:pt x="127" y="772"/>
                    </a:cubicBezTo>
                    <a:lnTo>
                      <a:pt x="127" y="1012"/>
                    </a:lnTo>
                    <a:cubicBezTo>
                      <a:pt x="127" y="1122"/>
                      <a:pt x="259" y="1226"/>
                      <a:pt x="508" y="1315"/>
                    </a:cubicBezTo>
                    <a:cubicBezTo>
                      <a:pt x="680" y="1364"/>
                      <a:pt x="949" y="1424"/>
                      <a:pt x="1254" y="1431"/>
                    </a:cubicBezTo>
                    <a:lnTo>
                      <a:pt x="1260" y="1431"/>
                    </a:lnTo>
                    <a:lnTo>
                      <a:pt x="1260" y="1557"/>
                    </a:lnTo>
                    <a:lnTo>
                      <a:pt x="1254" y="1557"/>
                    </a:lnTo>
                    <a:cubicBezTo>
                      <a:pt x="1048" y="1554"/>
                      <a:pt x="841" y="1526"/>
                      <a:pt x="619" y="1476"/>
                    </a:cubicBezTo>
                    <a:cubicBezTo>
                      <a:pt x="376" y="1420"/>
                      <a:pt x="173" y="1295"/>
                      <a:pt x="127" y="1265"/>
                    </a:cubicBezTo>
                    <a:lnTo>
                      <a:pt x="127" y="1546"/>
                    </a:lnTo>
                    <a:cubicBezTo>
                      <a:pt x="127" y="1660"/>
                      <a:pt x="248" y="1757"/>
                      <a:pt x="508" y="1848"/>
                    </a:cubicBezTo>
                    <a:cubicBezTo>
                      <a:pt x="696" y="1914"/>
                      <a:pt x="974" y="1957"/>
                      <a:pt x="1254" y="1964"/>
                    </a:cubicBezTo>
                    <a:lnTo>
                      <a:pt x="1260" y="1964"/>
                    </a:lnTo>
                    <a:lnTo>
                      <a:pt x="1260" y="2091"/>
                    </a:lnTo>
                    <a:lnTo>
                      <a:pt x="1254" y="2091"/>
                    </a:lnTo>
                    <a:cubicBezTo>
                      <a:pt x="1032" y="2087"/>
                      <a:pt x="808" y="2058"/>
                      <a:pt x="619" y="2009"/>
                    </a:cubicBezTo>
                    <a:cubicBezTo>
                      <a:pt x="356" y="1940"/>
                      <a:pt x="172" y="1827"/>
                      <a:pt x="127" y="1798"/>
                    </a:cubicBezTo>
                    <a:lnTo>
                      <a:pt x="127" y="2079"/>
                    </a:lnTo>
                    <a:cubicBezTo>
                      <a:pt x="127" y="2204"/>
                      <a:pt x="263" y="2311"/>
                      <a:pt x="508" y="2381"/>
                    </a:cubicBezTo>
                    <a:cubicBezTo>
                      <a:pt x="681" y="2430"/>
                      <a:pt x="950" y="2490"/>
                      <a:pt x="1254" y="2497"/>
                    </a:cubicBezTo>
                    <a:lnTo>
                      <a:pt x="1260" y="2497"/>
                    </a:lnTo>
                    <a:lnTo>
                      <a:pt x="1260" y="2626"/>
                    </a:lnTo>
                    <a:lnTo>
                      <a:pt x="1259" y="2626"/>
                    </a:lnTo>
                    <a:close/>
                    <a:moveTo>
                      <a:pt x="1313" y="12"/>
                    </a:moveTo>
                    <a:cubicBezTo>
                      <a:pt x="941" y="12"/>
                      <a:pt x="615" y="65"/>
                      <a:pt x="393" y="160"/>
                    </a:cubicBezTo>
                    <a:cubicBezTo>
                      <a:pt x="135" y="273"/>
                      <a:pt x="13" y="396"/>
                      <a:pt x="13" y="547"/>
                    </a:cubicBezTo>
                    <a:lnTo>
                      <a:pt x="13" y="2097"/>
                    </a:lnTo>
                    <a:cubicBezTo>
                      <a:pt x="13" y="2241"/>
                      <a:pt x="152" y="2376"/>
                      <a:pt x="392" y="2467"/>
                    </a:cubicBezTo>
                    <a:cubicBezTo>
                      <a:pt x="601" y="2556"/>
                      <a:pt x="904" y="2608"/>
                      <a:pt x="1247" y="2615"/>
                    </a:cubicBezTo>
                    <a:lnTo>
                      <a:pt x="1247" y="2513"/>
                    </a:lnTo>
                    <a:cubicBezTo>
                      <a:pt x="945" y="2505"/>
                      <a:pt x="677" y="2446"/>
                      <a:pt x="504" y="2395"/>
                    </a:cubicBezTo>
                    <a:cubicBezTo>
                      <a:pt x="252" y="2323"/>
                      <a:pt x="114" y="2212"/>
                      <a:pt x="114" y="2080"/>
                    </a:cubicBezTo>
                    <a:lnTo>
                      <a:pt x="114" y="1775"/>
                    </a:lnTo>
                    <a:lnTo>
                      <a:pt x="124" y="1782"/>
                    </a:lnTo>
                    <a:cubicBezTo>
                      <a:pt x="125" y="1783"/>
                      <a:pt x="323" y="1920"/>
                      <a:pt x="622" y="1998"/>
                    </a:cubicBezTo>
                    <a:cubicBezTo>
                      <a:pt x="806" y="2047"/>
                      <a:pt x="1028" y="2075"/>
                      <a:pt x="1246" y="2080"/>
                    </a:cubicBezTo>
                    <a:lnTo>
                      <a:pt x="1246" y="1980"/>
                    </a:lnTo>
                    <a:cubicBezTo>
                      <a:pt x="967" y="1973"/>
                      <a:pt x="690" y="1928"/>
                      <a:pt x="503" y="1862"/>
                    </a:cubicBezTo>
                    <a:cubicBezTo>
                      <a:pt x="236" y="1769"/>
                      <a:pt x="112" y="1668"/>
                      <a:pt x="112" y="1547"/>
                    </a:cubicBezTo>
                    <a:lnTo>
                      <a:pt x="112" y="1242"/>
                    </a:lnTo>
                    <a:lnTo>
                      <a:pt x="123" y="1249"/>
                    </a:lnTo>
                    <a:cubicBezTo>
                      <a:pt x="125" y="1250"/>
                      <a:pt x="347" y="1403"/>
                      <a:pt x="620" y="1465"/>
                    </a:cubicBezTo>
                    <a:cubicBezTo>
                      <a:pt x="838" y="1515"/>
                      <a:pt x="1043" y="1542"/>
                      <a:pt x="1246" y="1547"/>
                    </a:cubicBezTo>
                    <a:lnTo>
                      <a:pt x="1246" y="1445"/>
                    </a:lnTo>
                    <a:cubicBezTo>
                      <a:pt x="944" y="1437"/>
                      <a:pt x="676" y="1378"/>
                      <a:pt x="503" y="1328"/>
                    </a:cubicBezTo>
                    <a:cubicBezTo>
                      <a:pt x="247" y="1237"/>
                      <a:pt x="112" y="1127"/>
                      <a:pt x="112" y="1012"/>
                    </a:cubicBezTo>
                    <a:lnTo>
                      <a:pt x="112" y="750"/>
                    </a:lnTo>
                    <a:lnTo>
                      <a:pt x="121" y="755"/>
                    </a:lnTo>
                    <a:cubicBezTo>
                      <a:pt x="124" y="756"/>
                      <a:pt x="422" y="936"/>
                      <a:pt x="618" y="979"/>
                    </a:cubicBezTo>
                    <a:cubicBezTo>
                      <a:pt x="843" y="1031"/>
                      <a:pt x="1054" y="1059"/>
                      <a:pt x="1263" y="1063"/>
                    </a:cubicBezTo>
                    <a:cubicBezTo>
                      <a:pt x="1251" y="1031"/>
                      <a:pt x="1248" y="995"/>
                      <a:pt x="1254" y="961"/>
                    </a:cubicBezTo>
                    <a:cubicBezTo>
                      <a:pt x="615" y="947"/>
                      <a:pt x="128" y="676"/>
                      <a:pt x="128" y="545"/>
                    </a:cubicBezTo>
                    <a:cubicBezTo>
                      <a:pt x="128" y="431"/>
                      <a:pt x="263" y="322"/>
                      <a:pt x="516" y="231"/>
                    </a:cubicBezTo>
                    <a:cubicBezTo>
                      <a:pt x="771" y="134"/>
                      <a:pt x="1089" y="113"/>
                      <a:pt x="1311" y="113"/>
                    </a:cubicBezTo>
                    <a:cubicBezTo>
                      <a:pt x="1563" y="113"/>
                      <a:pt x="1867" y="157"/>
                      <a:pt x="2104" y="231"/>
                    </a:cubicBezTo>
                    <a:cubicBezTo>
                      <a:pt x="2358" y="322"/>
                      <a:pt x="2493" y="432"/>
                      <a:pt x="2493" y="547"/>
                    </a:cubicBezTo>
                    <a:cubicBezTo>
                      <a:pt x="2493" y="652"/>
                      <a:pt x="2152" y="884"/>
                      <a:pt x="1596" y="947"/>
                    </a:cubicBezTo>
                    <a:cubicBezTo>
                      <a:pt x="1603" y="981"/>
                      <a:pt x="1603" y="1016"/>
                      <a:pt x="1594" y="1049"/>
                    </a:cubicBezTo>
                    <a:cubicBezTo>
                      <a:pt x="1728" y="1036"/>
                      <a:pt x="1862" y="1014"/>
                      <a:pt x="2003" y="981"/>
                    </a:cubicBezTo>
                    <a:cubicBezTo>
                      <a:pt x="2119" y="962"/>
                      <a:pt x="2476" y="786"/>
                      <a:pt x="2498" y="758"/>
                    </a:cubicBezTo>
                    <a:lnTo>
                      <a:pt x="2510" y="745"/>
                    </a:lnTo>
                    <a:lnTo>
                      <a:pt x="2510" y="762"/>
                    </a:lnTo>
                    <a:lnTo>
                      <a:pt x="2510" y="1712"/>
                    </a:lnTo>
                    <a:lnTo>
                      <a:pt x="2608" y="1712"/>
                    </a:lnTo>
                    <a:lnTo>
                      <a:pt x="2610" y="547"/>
                    </a:lnTo>
                    <a:cubicBezTo>
                      <a:pt x="2610" y="396"/>
                      <a:pt x="2489" y="273"/>
                      <a:pt x="2230" y="160"/>
                    </a:cubicBezTo>
                    <a:cubicBezTo>
                      <a:pt x="2011" y="65"/>
                      <a:pt x="1685" y="12"/>
                      <a:pt x="1313" y="12"/>
                    </a:cubicBezTo>
                    <a:close/>
                  </a:path>
                </a:pathLst>
              </a:custGeom>
              <a:grpFill/>
              <a:ln w="9525">
                <a:solidFill>
                  <a:schemeClr val="bg2"/>
                </a:solidFill>
              </a:ln>
            </p:spPr>
            <p:txBody>
              <a:bodyPr/>
              <a:lstStyle/>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502" name="任意多边形 501"/>
              <p:cNvSpPr/>
              <p:nvPr/>
            </p:nvSpPr>
            <p:spPr>
              <a:xfrm>
                <a:off x="2340" y="9775"/>
                <a:ext cx="148" cy="148"/>
              </a:xfrm>
              <a:custGeom>
                <a:avLst/>
                <a:gdLst/>
                <a:ahLst/>
                <a:cxnLst/>
                <a:rect l="0" t="0" r="0" b="0"/>
                <a:pathLst>
                  <a:path w="260" h="260">
                    <a:moveTo>
                      <a:pt x="129" y="259"/>
                    </a:moveTo>
                    <a:cubicBezTo>
                      <a:pt x="58" y="259"/>
                      <a:pt x="0" y="200"/>
                      <a:pt x="0" y="129"/>
                    </a:cubicBezTo>
                    <a:cubicBezTo>
                      <a:pt x="0" y="57"/>
                      <a:pt x="58" y="0"/>
                      <a:pt x="129" y="0"/>
                    </a:cubicBezTo>
                    <a:cubicBezTo>
                      <a:pt x="200" y="0"/>
                      <a:pt x="259" y="58"/>
                      <a:pt x="259" y="129"/>
                    </a:cubicBezTo>
                    <a:cubicBezTo>
                      <a:pt x="259" y="201"/>
                      <a:pt x="202" y="259"/>
                      <a:pt x="129" y="259"/>
                    </a:cubicBezTo>
                  </a:path>
                </a:pathLst>
              </a:custGeom>
              <a:grpFill/>
              <a:ln w="9525">
                <a:solidFill>
                  <a:schemeClr val="bg2"/>
                </a:solidFill>
              </a:ln>
            </p:spPr>
            <p:txBody>
              <a:bodyPr/>
              <a:lstStyle/>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503" name="任意多边形 502"/>
              <p:cNvSpPr/>
              <p:nvPr/>
            </p:nvSpPr>
            <p:spPr>
              <a:xfrm>
                <a:off x="2078" y="9775"/>
                <a:ext cx="147" cy="148"/>
              </a:xfrm>
              <a:custGeom>
                <a:avLst/>
                <a:gdLst/>
                <a:ahLst/>
                <a:cxnLst/>
                <a:rect l="0" t="0" r="0" b="0"/>
                <a:pathLst>
                  <a:path w="260" h="260">
                    <a:moveTo>
                      <a:pt x="130" y="259"/>
                    </a:moveTo>
                    <a:cubicBezTo>
                      <a:pt x="58" y="259"/>
                      <a:pt x="0" y="200"/>
                      <a:pt x="0" y="129"/>
                    </a:cubicBezTo>
                    <a:cubicBezTo>
                      <a:pt x="0" y="57"/>
                      <a:pt x="58" y="0"/>
                      <a:pt x="130" y="0"/>
                    </a:cubicBezTo>
                    <a:cubicBezTo>
                      <a:pt x="201" y="0"/>
                      <a:pt x="259" y="57"/>
                      <a:pt x="259" y="129"/>
                    </a:cubicBezTo>
                    <a:cubicBezTo>
                      <a:pt x="259" y="200"/>
                      <a:pt x="201" y="259"/>
                      <a:pt x="130" y="259"/>
                    </a:cubicBezTo>
                  </a:path>
                </a:pathLst>
              </a:custGeom>
              <a:grpFill/>
              <a:ln w="9525">
                <a:solidFill>
                  <a:schemeClr val="bg2"/>
                </a:solidFill>
              </a:ln>
            </p:spPr>
            <p:txBody>
              <a:bodyPr/>
              <a:lstStyle/>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504" name="任意多边形 503"/>
              <p:cNvSpPr/>
              <p:nvPr/>
            </p:nvSpPr>
            <p:spPr>
              <a:xfrm>
                <a:off x="2300" y="10128"/>
                <a:ext cx="755" cy="755"/>
              </a:xfrm>
              <a:custGeom>
                <a:avLst/>
                <a:gdLst/>
                <a:ahLst/>
                <a:cxnLst/>
                <a:rect l="0" t="0" r="0" b="0"/>
                <a:pathLst>
                  <a:path w="1331" h="1330">
                    <a:moveTo>
                      <a:pt x="132" y="131"/>
                    </a:moveTo>
                    <a:cubicBezTo>
                      <a:pt x="216" y="47"/>
                      <a:pt x="328" y="0"/>
                      <a:pt x="448" y="0"/>
                    </a:cubicBezTo>
                    <a:cubicBezTo>
                      <a:pt x="568" y="0"/>
                      <a:pt x="681" y="47"/>
                      <a:pt x="765" y="131"/>
                    </a:cubicBezTo>
                    <a:cubicBezTo>
                      <a:pt x="849" y="215"/>
                      <a:pt x="896" y="328"/>
                      <a:pt x="896" y="448"/>
                    </a:cubicBezTo>
                    <a:cubicBezTo>
                      <a:pt x="896" y="532"/>
                      <a:pt x="872" y="614"/>
                      <a:pt x="828" y="684"/>
                    </a:cubicBezTo>
                    <a:cubicBezTo>
                      <a:pt x="832" y="687"/>
                      <a:pt x="906" y="759"/>
                      <a:pt x="906" y="759"/>
                    </a:cubicBezTo>
                    <a:cubicBezTo>
                      <a:pt x="933" y="749"/>
                      <a:pt x="966" y="754"/>
                      <a:pt x="987" y="775"/>
                    </a:cubicBezTo>
                    <a:lnTo>
                      <a:pt x="1307" y="1096"/>
                    </a:lnTo>
                    <a:cubicBezTo>
                      <a:pt x="1322" y="1110"/>
                      <a:pt x="1330" y="1128"/>
                      <a:pt x="1330" y="1148"/>
                    </a:cubicBezTo>
                    <a:cubicBezTo>
                      <a:pt x="1330" y="1167"/>
                      <a:pt x="1322" y="1187"/>
                      <a:pt x="1307" y="1201"/>
                    </a:cubicBezTo>
                    <a:lnTo>
                      <a:pt x="1202" y="1307"/>
                    </a:lnTo>
                    <a:cubicBezTo>
                      <a:pt x="1187" y="1321"/>
                      <a:pt x="1169" y="1329"/>
                      <a:pt x="1149" y="1329"/>
                    </a:cubicBezTo>
                    <a:cubicBezTo>
                      <a:pt x="1129" y="1329"/>
                      <a:pt x="1111" y="1321"/>
                      <a:pt x="1096" y="1307"/>
                    </a:cubicBezTo>
                    <a:lnTo>
                      <a:pt x="776" y="986"/>
                    </a:lnTo>
                    <a:cubicBezTo>
                      <a:pt x="761" y="972"/>
                      <a:pt x="753" y="953"/>
                      <a:pt x="753" y="933"/>
                    </a:cubicBezTo>
                    <a:cubicBezTo>
                      <a:pt x="753" y="924"/>
                      <a:pt x="754" y="914"/>
                      <a:pt x="758" y="906"/>
                    </a:cubicBezTo>
                    <a:cubicBezTo>
                      <a:pt x="758" y="906"/>
                      <a:pt x="687" y="833"/>
                      <a:pt x="683" y="829"/>
                    </a:cubicBezTo>
                    <a:cubicBezTo>
                      <a:pt x="613" y="873"/>
                      <a:pt x="531" y="896"/>
                      <a:pt x="447" y="896"/>
                    </a:cubicBezTo>
                    <a:cubicBezTo>
                      <a:pt x="327" y="896"/>
                      <a:pt x="214" y="850"/>
                      <a:pt x="130" y="766"/>
                    </a:cubicBezTo>
                    <a:cubicBezTo>
                      <a:pt x="45" y="681"/>
                      <a:pt x="0" y="569"/>
                      <a:pt x="0" y="449"/>
                    </a:cubicBezTo>
                    <a:cubicBezTo>
                      <a:pt x="1" y="328"/>
                      <a:pt x="47" y="215"/>
                      <a:pt x="132" y="131"/>
                    </a:cubicBezTo>
                    <a:close/>
                    <a:moveTo>
                      <a:pt x="787" y="759"/>
                    </a:moveTo>
                    <a:lnTo>
                      <a:pt x="760" y="787"/>
                    </a:lnTo>
                    <a:lnTo>
                      <a:pt x="814" y="841"/>
                    </a:lnTo>
                    <a:lnTo>
                      <a:pt x="842" y="813"/>
                    </a:lnTo>
                    <a:lnTo>
                      <a:pt x="787" y="759"/>
                    </a:lnTo>
                    <a:close/>
                    <a:moveTo>
                      <a:pt x="1148" y="1239"/>
                    </a:moveTo>
                    <a:lnTo>
                      <a:pt x="1240" y="1147"/>
                    </a:lnTo>
                    <a:lnTo>
                      <a:pt x="934" y="841"/>
                    </a:lnTo>
                    <a:lnTo>
                      <a:pt x="842" y="933"/>
                    </a:lnTo>
                    <a:lnTo>
                      <a:pt x="1148" y="1239"/>
                    </a:lnTo>
                    <a:close/>
                    <a:moveTo>
                      <a:pt x="191" y="704"/>
                    </a:moveTo>
                    <a:cubicBezTo>
                      <a:pt x="260" y="772"/>
                      <a:pt x="350" y="811"/>
                      <a:pt x="448" y="811"/>
                    </a:cubicBezTo>
                    <a:cubicBezTo>
                      <a:pt x="545" y="811"/>
                      <a:pt x="637" y="772"/>
                      <a:pt x="706" y="704"/>
                    </a:cubicBezTo>
                    <a:cubicBezTo>
                      <a:pt x="774" y="635"/>
                      <a:pt x="813" y="544"/>
                      <a:pt x="813" y="446"/>
                    </a:cubicBezTo>
                    <a:cubicBezTo>
                      <a:pt x="813" y="350"/>
                      <a:pt x="774" y="258"/>
                      <a:pt x="706" y="189"/>
                    </a:cubicBezTo>
                    <a:cubicBezTo>
                      <a:pt x="637" y="120"/>
                      <a:pt x="545" y="82"/>
                      <a:pt x="448" y="82"/>
                    </a:cubicBezTo>
                    <a:cubicBezTo>
                      <a:pt x="350" y="82"/>
                      <a:pt x="260" y="120"/>
                      <a:pt x="191" y="189"/>
                    </a:cubicBezTo>
                    <a:cubicBezTo>
                      <a:pt x="122" y="258"/>
                      <a:pt x="84" y="349"/>
                      <a:pt x="84" y="446"/>
                    </a:cubicBezTo>
                    <a:cubicBezTo>
                      <a:pt x="84" y="544"/>
                      <a:pt x="122" y="635"/>
                      <a:pt x="191" y="704"/>
                    </a:cubicBezTo>
                    <a:close/>
                  </a:path>
                </a:pathLst>
              </a:custGeom>
              <a:grpFill/>
              <a:ln w="9525">
                <a:solidFill>
                  <a:schemeClr val="bg2"/>
                </a:solidFill>
              </a:ln>
            </p:spPr>
            <p:txBody>
              <a:bodyPr/>
              <a:lstStyle/>
              <a:p>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505" name="任意多边形 504"/>
              <p:cNvSpPr/>
              <p:nvPr/>
            </p:nvSpPr>
            <p:spPr>
              <a:xfrm>
                <a:off x="2403" y="10348"/>
                <a:ext cx="180" cy="187"/>
              </a:xfrm>
              <a:custGeom>
                <a:avLst/>
                <a:gdLst/>
                <a:ahLst/>
                <a:cxnLst/>
                <a:rect l="0" t="0" r="0" b="0"/>
                <a:pathLst>
                  <a:path w="318" h="331">
                    <a:moveTo>
                      <a:pt x="48" y="12"/>
                    </a:moveTo>
                    <a:cubicBezTo>
                      <a:pt x="48" y="8"/>
                      <a:pt x="49" y="4"/>
                      <a:pt x="49" y="0"/>
                    </a:cubicBezTo>
                    <a:cubicBezTo>
                      <a:pt x="27" y="31"/>
                      <a:pt x="12" y="66"/>
                      <a:pt x="10" y="105"/>
                    </a:cubicBezTo>
                    <a:cubicBezTo>
                      <a:pt x="0" y="218"/>
                      <a:pt x="85" y="317"/>
                      <a:pt x="197" y="326"/>
                    </a:cubicBezTo>
                    <a:cubicBezTo>
                      <a:pt x="241" y="330"/>
                      <a:pt x="283" y="320"/>
                      <a:pt x="317" y="299"/>
                    </a:cubicBezTo>
                    <a:cubicBezTo>
                      <a:pt x="308" y="299"/>
                      <a:pt x="299" y="299"/>
                      <a:pt x="289" y="299"/>
                    </a:cubicBezTo>
                    <a:cubicBezTo>
                      <a:pt x="144" y="288"/>
                      <a:pt x="36" y="160"/>
                      <a:pt x="48" y="12"/>
                    </a:cubicBezTo>
                  </a:path>
                </a:pathLst>
              </a:custGeom>
              <a:grpFill/>
              <a:ln w="9525">
                <a:solidFill>
                  <a:schemeClr val="bg2"/>
                </a:solidFill>
              </a:ln>
            </p:spPr>
            <p:txBody>
              <a:bodyPr/>
              <a:lstStyle/>
              <a:p>
                <a:endParaRPr lang="zh-CN" altLang="en-US" sz="1600">
                  <a:solidFill>
                    <a:schemeClr val="bg1"/>
                  </a:solidFill>
                  <a:latin typeface="微软雅黑" panose="020B0503020204020204" pitchFamily="34" charset="-122"/>
                  <a:ea typeface="微软雅黑" panose="020B0503020204020204" pitchFamily="34" charset="-122"/>
                </a:endParaRPr>
              </a:p>
            </p:txBody>
          </p:sp>
        </p:grpSp>
        <p:grpSp>
          <p:nvGrpSpPr>
            <p:cNvPr id="510" name="组合 588"/>
            <p:cNvGrpSpPr/>
            <p:nvPr/>
          </p:nvGrpSpPr>
          <p:grpSpPr bwMode="auto">
            <a:xfrm>
              <a:off x="7016941" y="3001167"/>
              <a:ext cx="1123071" cy="1076690"/>
              <a:chOff x="8686800" y="908051"/>
              <a:chExt cx="609600" cy="650875"/>
            </a:xfrm>
            <a:grpFill/>
          </p:grpSpPr>
          <p:sp>
            <p:nvSpPr>
              <p:cNvPr id="511" name="Oval 559"/>
              <p:cNvSpPr>
                <a:spLocks noChangeArrowheads="1"/>
              </p:cNvSpPr>
              <p:nvPr/>
            </p:nvSpPr>
            <p:spPr bwMode="auto">
              <a:xfrm>
                <a:off x="8910638" y="1493838"/>
                <a:ext cx="63500" cy="65088"/>
              </a:xfrm>
              <a:prstGeom prst="ellipse">
                <a:avLst/>
              </a:pr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2" name="Oval 560"/>
              <p:cNvSpPr>
                <a:spLocks noChangeArrowheads="1"/>
              </p:cNvSpPr>
              <p:nvPr/>
            </p:nvSpPr>
            <p:spPr bwMode="auto">
              <a:xfrm>
                <a:off x="9009063" y="1493838"/>
                <a:ext cx="65087" cy="65088"/>
              </a:xfrm>
              <a:prstGeom prst="ellipse">
                <a:avLst/>
              </a:pr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3" name="Oval 561"/>
              <p:cNvSpPr>
                <a:spLocks noChangeArrowheads="1"/>
              </p:cNvSpPr>
              <p:nvPr/>
            </p:nvSpPr>
            <p:spPr bwMode="auto">
              <a:xfrm>
                <a:off x="8940800" y="908051"/>
                <a:ext cx="100012" cy="100013"/>
              </a:xfrm>
              <a:prstGeom prst="ellipse">
                <a:avLst/>
              </a:pr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4" name="Freeform 562"/>
              <p:cNvSpPr/>
              <p:nvPr/>
            </p:nvSpPr>
            <p:spPr bwMode="auto">
              <a:xfrm>
                <a:off x="8686800" y="1331913"/>
                <a:ext cx="114300" cy="112713"/>
              </a:xfrm>
              <a:custGeom>
                <a:avLst/>
                <a:gdLst>
                  <a:gd name="T0" fmla="*/ 2147483646 w 73"/>
                  <a:gd name="T1" fmla="*/ 2147483646 h 73"/>
                  <a:gd name="T2" fmla="*/ 2147483646 w 73"/>
                  <a:gd name="T3" fmla="*/ 2147483646 h 73"/>
                  <a:gd name="T4" fmla="*/ 2147483646 w 73"/>
                  <a:gd name="T5" fmla="*/ 2147483646 h 73"/>
                  <a:gd name="T6" fmla="*/ 2147483646 w 73"/>
                  <a:gd name="T7" fmla="*/ 2147483646 h 73"/>
                  <a:gd name="T8" fmla="*/ 2147483646 w 73"/>
                  <a:gd name="T9" fmla="*/ 2147483646 h 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73">
                    <a:moveTo>
                      <a:pt x="20" y="9"/>
                    </a:moveTo>
                    <a:cubicBezTo>
                      <a:pt x="35" y="0"/>
                      <a:pt x="55" y="5"/>
                      <a:pt x="64" y="20"/>
                    </a:cubicBezTo>
                    <a:cubicBezTo>
                      <a:pt x="73" y="36"/>
                      <a:pt x="67" y="55"/>
                      <a:pt x="52" y="64"/>
                    </a:cubicBezTo>
                    <a:cubicBezTo>
                      <a:pt x="37" y="73"/>
                      <a:pt x="17" y="68"/>
                      <a:pt x="8" y="52"/>
                    </a:cubicBezTo>
                    <a:cubicBezTo>
                      <a:pt x="0" y="37"/>
                      <a:pt x="5" y="17"/>
                      <a:pt x="20" y="9"/>
                    </a:cubicBez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5" name="Freeform 563"/>
              <p:cNvSpPr/>
              <p:nvPr/>
            </p:nvSpPr>
            <p:spPr bwMode="auto">
              <a:xfrm>
                <a:off x="9182100" y="1331913"/>
                <a:ext cx="114300" cy="112713"/>
              </a:xfrm>
              <a:custGeom>
                <a:avLst/>
                <a:gdLst>
                  <a:gd name="T0" fmla="*/ 2147483646 w 73"/>
                  <a:gd name="T1" fmla="*/ 2147483646 h 73"/>
                  <a:gd name="T2" fmla="*/ 2147483646 w 73"/>
                  <a:gd name="T3" fmla="*/ 2147483646 h 73"/>
                  <a:gd name="T4" fmla="*/ 2147483646 w 73"/>
                  <a:gd name="T5" fmla="*/ 2147483646 h 73"/>
                  <a:gd name="T6" fmla="*/ 2147483646 w 73"/>
                  <a:gd name="T7" fmla="*/ 2147483646 h 73"/>
                  <a:gd name="T8" fmla="*/ 2147483646 w 73"/>
                  <a:gd name="T9" fmla="*/ 2147483646 h 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 h="73">
                    <a:moveTo>
                      <a:pt x="21" y="64"/>
                    </a:moveTo>
                    <a:cubicBezTo>
                      <a:pt x="5" y="55"/>
                      <a:pt x="0" y="36"/>
                      <a:pt x="9" y="20"/>
                    </a:cubicBezTo>
                    <a:cubicBezTo>
                      <a:pt x="18" y="5"/>
                      <a:pt x="37" y="0"/>
                      <a:pt x="53" y="9"/>
                    </a:cubicBezTo>
                    <a:cubicBezTo>
                      <a:pt x="68" y="17"/>
                      <a:pt x="73" y="37"/>
                      <a:pt x="64" y="52"/>
                    </a:cubicBezTo>
                    <a:cubicBezTo>
                      <a:pt x="56" y="68"/>
                      <a:pt x="36" y="73"/>
                      <a:pt x="21" y="64"/>
                    </a:cubicBez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6" name="Freeform 564"/>
              <p:cNvSpPr/>
              <p:nvPr/>
            </p:nvSpPr>
            <p:spPr bwMode="auto">
              <a:xfrm>
                <a:off x="9078913" y="958851"/>
                <a:ext cx="214312" cy="344488"/>
              </a:xfrm>
              <a:custGeom>
                <a:avLst/>
                <a:gdLst>
                  <a:gd name="T0" fmla="*/ 2147483646 w 138"/>
                  <a:gd name="T1" fmla="*/ 2147483646 h 221"/>
                  <a:gd name="T2" fmla="*/ 2147483646 w 138"/>
                  <a:gd name="T3" fmla="*/ 2147483646 h 221"/>
                  <a:gd name="T4" fmla="*/ 2147483646 w 138"/>
                  <a:gd name="T5" fmla="*/ 2147483646 h 221"/>
                  <a:gd name="T6" fmla="*/ 0 w 138"/>
                  <a:gd name="T7" fmla="*/ 2147483646 h 221"/>
                  <a:gd name="T8" fmla="*/ 2147483646 w 138"/>
                  <a:gd name="T9" fmla="*/ 0 h 221"/>
                  <a:gd name="T10" fmla="*/ 2147483646 w 138"/>
                  <a:gd name="T11" fmla="*/ 2147483646 h 221"/>
                  <a:gd name="T12" fmla="*/ 2147483646 w 138"/>
                  <a:gd name="T13" fmla="*/ 2147483646 h 2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8" h="221">
                    <a:moveTo>
                      <a:pt x="135" y="221"/>
                    </a:moveTo>
                    <a:cubicBezTo>
                      <a:pt x="115" y="217"/>
                      <a:pt x="115" y="217"/>
                      <a:pt x="115" y="217"/>
                    </a:cubicBezTo>
                    <a:cubicBezTo>
                      <a:pt x="117" y="206"/>
                      <a:pt x="118" y="195"/>
                      <a:pt x="118" y="183"/>
                    </a:cubicBezTo>
                    <a:cubicBezTo>
                      <a:pt x="118" y="109"/>
                      <a:pt x="71" y="43"/>
                      <a:pt x="0" y="19"/>
                    </a:cubicBezTo>
                    <a:cubicBezTo>
                      <a:pt x="7" y="0"/>
                      <a:pt x="7" y="0"/>
                      <a:pt x="7" y="0"/>
                    </a:cubicBezTo>
                    <a:cubicBezTo>
                      <a:pt x="86" y="26"/>
                      <a:pt x="138" y="100"/>
                      <a:pt x="138" y="183"/>
                    </a:cubicBezTo>
                    <a:cubicBezTo>
                      <a:pt x="138" y="196"/>
                      <a:pt x="137" y="209"/>
                      <a:pt x="135" y="221"/>
                    </a:cubicBez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7" name="Freeform 565"/>
              <p:cNvSpPr/>
              <p:nvPr/>
            </p:nvSpPr>
            <p:spPr bwMode="auto">
              <a:xfrm>
                <a:off x="8689975" y="958851"/>
                <a:ext cx="214312" cy="344488"/>
              </a:xfrm>
              <a:custGeom>
                <a:avLst/>
                <a:gdLst>
                  <a:gd name="T0" fmla="*/ 2147483646 w 137"/>
                  <a:gd name="T1" fmla="*/ 2147483646 h 221"/>
                  <a:gd name="T2" fmla="*/ 0 w 137"/>
                  <a:gd name="T3" fmla="*/ 2147483646 h 221"/>
                  <a:gd name="T4" fmla="*/ 2147483646 w 137"/>
                  <a:gd name="T5" fmla="*/ 0 h 221"/>
                  <a:gd name="T6" fmla="*/ 2147483646 w 137"/>
                  <a:gd name="T7" fmla="*/ 2147483646 h 221"/>
                  <a:gd name="T8" fmla="*/ 2147483646 w 137"/>
                  <a:gd name="T9" fmla="*/ 2147483646 h 221"/>
                  <a:gd name="T10" fmla="*/ 2147483646 w 137"/>
                  <a:gd name="T11" fmla="*/ 2147483646 h 221"/>
                  <a:gd name="T12" fmla="*/ 2147483646 w 137"/>
                  <a:gd name="T13" fmla="*/ 2147483646 h 2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7" h="221">
                    <a:moveTo>
                      <a:pt x="3" y="221"/>
                    </a:moveTo>
                    <a:cubicBezTo>
                      <a:pt x="1" y="209"/>
                      <a:pt x="0" y="196"/>
                      <a:pt x="0" y="183"/>
                    </a:cubicBezTo>
                    <a:cubicBezTo>
                      <a:pt x="0" y="100"/>
                      <a:pt x="52" y="26"/>
                      <a:pt x="131" y="0"/>
                    </a:cubicBezTo>
                    <a:cubicBezTo>
                      <a:pt x="137" y="19"/>
                      <a:pt x="137" y="19"/>
                      <a:pt x="137" y="19"/>
                    </a:cubicBezTo>
                    <a:cubicBezTo>
                      <a:pt x="67" y="43"/>
                      <a:pt x="20" y="109"/>
                      <a:pt x="20" y="183"/>
                    </a:cubicBezTo>
                    <a:cubicBezTo>
                      <a:pt x="20" y="195"/>
                      <a:pt x="21" y="206"/>
                      <a:pt x="23" y="217"/>
                    </a:cubicBezTo>
                    <a:lnTo>
                      <a:pt x="3" y="221"/>
                    </a:lnTo>
                    <a:close/>
                  </a:path>
                </a:pathLst>
              </a:custGeom>
              <a:grpFill/>
              <a:ln w="9525">
                <a:solidFill>
                  <a:schemeClr val="bg2"/>
                </a:solidFill>
                <a:round/>
              </a:ln>
            </p:spPr>
            <p:txBody>
              <a:bodyPr/>
              <a:lstStyle/>
              <a:p>
                <a:endParaRPr lang="zh-CN" altLang="en-US" sz="2140" dirty="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8" name="Freeform 566"/>
              <p:cNvSpPr/>
              <p:nvPr/>
            </p:nvSpPr>
            <p:spPr bwMode="auto">
              <a:xfrm>
                <a:off x="8793163" y="1447801"/>
                <a:ext cx="144462" cy="93663"/>
              </a:xfrm>
              <a:custGeom>
                <a:avLst/>
                <a:gdLst>
                  <a:gd name="T0" fmla="*/ 2147483646 w 93"/>
                  <a:gd name="T1" fmla="*/ 2147483646 h 60"/>
                  <a:gd name="T2" fmla="*/ 0 w 93"/>
                  <a:gd name="T3" fmla="*/ 2147483646 h 60"/>
                  <a:gd name="T4" fmla="*/ 2147483646 w 93"/>
                  <a:gd name="T5" fmla="*/ 0 h 60"/>
                  <a:gd name="T6" fmla="*/ 2147483646 w 93"/>
                  <a:gd name="T7" fmla="*/ 2147483646 h 60"/>
                  <a:gd name="T8" fmla="*/ 2147483646 w 93"/>
                  <a:gd name="T9" fmla="*/ 2147483646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60">
                    <a:moveTo>
                      <a:pt x="89" y="60"/>
                    </a:moveTo>
                    <a:cubicBezTo>
                      <a:pt x="56" y="53"/>
                      <a:pt x="25" y="38"/>
                      <a:pt x="0" y="15"/>
                    </a:cubicBezTo>
                    <a:cubicBezTo>
                      <a:pt x="13" y="0"/>
                      <a:pt x="13" y="0"/>
                      <a:pt x="13" y="0"/>
                    </a:cubicBezTo>
                    <a:cubicBezTo>
                      <a:pt x="36" y="20"/>
                      <a:pt x="64" y="34"/>
                      <a:pt x="93" y="40"/>
                    </a:cubicBezTo>
                    <a:lnTo>
                      <a:pt x="89" y="60"/>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19" name="Freeform 567"/>
              <p:cNvSpPr/>
              <p:nvPr/>
            </p:nvSpPr>
            <p:spPr bwMode="auto">
              <a:xfrm>
                <a:off x="9043988" y="1447801"/>
                <a:ext cx="146050" cy="93663"/>
              </a:xfrm>
              <a:custGeom>
                <a:avLst/>
                <a:gdLst>
                  <a:gd name="T0" fmla="*/ 2147483646 w 94"/>
                  <a:gd name="T1" fmla="*/ 2147483646 h 60"/>
                  <a:gd name="T2" fmla="*/ 0 w 94"/>
                  <a:gd name="T3" fmla="*/ 2147483646 h 60"/>
                  <a:gd name="T4" fmla="*/ 2147483646 w 94"/>
                  <a:gd name="T5" fmla="*/ 0 h 60"/>
                  <a:gd name="T6" fmla="*/ 2147483646 w 94"/>
                  <a:gd name="T7" fmla="*/ 2147483646 h 60"/>
                  <a:gd name="T8" fmla="*/ 2147483646 w 94"/>
                  <a:gd name="T9" fmla="*/ 2147483646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60">
                    <a:moveTo>
                      <a:pt x="4" y="60"/>
                    </a:moveTo>
                    <a:cubicBezTo>
                      <a:pt x="0" y="40"/>
                      <a:pt x="0" y="40"/>
                      <a:pt x="0" y="40"/>
                    </a:cubicBezTo>
                    <a:cubicBezTo>
                      <a:pt x="30" y="34"/>
                      <a:pt x="58" y="20"/>
                      <a:pt x="81" y="0"/>
                    </a:cubicBezTo>
                    <a:cubicBezTo>
                      <a:pt x="94" y="15"/>
                      <a:pt x="94" y="15"/>
                      <a:pt x="94" y="15"/>
                    </a:cubicBezTo>
                    <a:cubicBezTo>
                      <a:pt x="69" y="38"/>
                      <a:pt x="38" y="53"/>
                      <a:pt x="4" y="60"/>
                    </a:cubicBez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0" name="Freeform 568"/>
              <p:cNvSpPr/>
              <p:nvPr/>
            </p:nvSpPr>
            <p:spPr bwMode="auto">
              <a:xfrm>
                <a:off x="8978900" y="957263"/>
                <a:ext cx="25400" cy="157163"/>
              </a:xfrm>
              <a:custGeom>
                <a:avLst/>
                <a:gdLst>
                  <a:gd name="T0" fmla="*/ 2147483646 w 16"/>
                  <a:gd name="T1" fmla="*/ 2147483646 h 99"/>
                  <a:gd name="T2" fmla="*/ 0 w 16"/>
                  <a:gd name="T3" fmla="*/ 2147483646 h 99"/>
                  <a:gd name="T4" fmla="*/ 2147483646 w 16"/>
                  <a:gd name="T5" fmla="*/ 0 h 99"/>
                  <a:gd name="T6" fmla="*/ 2147483646 w 16"/>
                  <a:gd name="T7" fmla="*/ 2147483646 h 99"/>
                  <a:gd name="T8" fmla="*/ 2147483646 w 16"/>
                  <a:gd name="T9" fmla="*/ 2147483646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 h="99">
                    <a:moveTo>
                      <a:pt x="1" y="99"/>
                    </a:moveTo>
                    <a:lnTo>
                      <a:pt x="0" y="1"/>
                    </a:lnTo>
                    <a:lnTo>
                      <a:pt x="15" y="0"/>
                    </a:lnTo>
                    <a:lnTo>
                      <a:pt x="16" y="99"/>
                    </a:lnTo>
                    <a:lnTo>
                      <a:pt x="1" y="99"/>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1" name="Freeform 569"/>
              <p:cNvSpPr/>
              <p:nvPr/>
            </p:nvSpPr>
            <p:spPr bwMode="auto">
              <a:xfrm>
                <a:off x="8737600" y="1300163"/>
                <a:ext cx="147637" cy="98425"/>
              </a:xfrm>
              <a:custGeom>
                <a:avLst/>
                <a:gdLst>
                  <a:gd name="T0" fmla="*/ 2147483646 w 93"/>
                  <a:gd name="T1" fmla="*/ 2147483646 h 62"/>
                  <a:gd name="T2" fmla="*/ 0 w 93"/>
                  <a:gd name="T3" fmla="*/ 2147483646 h 62"/>
                  <a:gd name="T4" fmla="*/ 2147483646 w 93"/>
                  <a:gd name="T5" fmla="*/ 0 h 62"/>
                  <a:gd name="T6" fmla="*/ 2147483646 w 93"/>
                  <a:gd name="T7" fmla="*/ 2147483646 h 62"/>
                  <a:gd name="T8" fmla="*/ 2147483646 w 93"/>
                  <a:gd name="T9" fmla="*/ 2147483646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 h="62">
                    <a:moveTo>
                      <a:pt x="8" y="62"/>
                    </a:moveTo>
                    <a:lnTo>
                      <a:pt x="0" y="48"/>
                    </a:lnTo>
                    <a:lnTo>
                      <a:pt x="85" y="0"/>
                    </a:lnTo>
                    <a:lnTo>
                      <a:pt x="93" y="13"/>
                    </a:lnTo>
                    <a:lnTo>
                      <a:pt x="8" y="62"/>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2" name="Freeform 570"/>
              <p:cNvSpPr/>
              <p:nvPr/>
            </p:nvSpPr>
            <p:spPr bwMode="auto">
              <a:xfrm>
                <a:off x="9099550" y="1300163"/>
                <a:ext cx="142875" cy="98425"/>
              </a:xfrm>
              <a:custGeom>
                <a:avLst/>
                <a:gdLst>
                  <a:gd name="T0" fmla="*/ 2147483646 w 90"/>
                  <a:gd name="T1" fmla="*/ 2147483646 h 62"/>
                  <a:gd name="T2" fmla="*/ 0 w 90"/>
                  <a:gd name="T3" fmla="*/ 2147483646 h 62"/>
                  <a:gd name="T4" fmla="*/ 2147483646 w 90"/>
                  <a:gd name="T5" fmla="*/ 0 h 62"/>
                  <a:gd name="T6" fmla="*/ 2147483646 w 90"/>
                  <a:gd name="T7" fmla="*/ 2147483646 h 62"/>
                  <a:gd name="T8" fmla="*/ 2147483646 w 90"/>
                  <a:gd name="T9" fmla="*/ 2147483646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 h="62">
                    <a:moveTo>
                      <a:pt x="83" y="62"/>
                    </a:moveTo>
                    <a:lnTo>
                      <a:pt x="0" y="14"/>
                    </a:lnTo>
                    <a:lnTo>
                      <a:pt x="8" y="0"/>
                    </a:lnTo>
                    <a:lnTo>
                      <a:pt x="90" y="48"/>
                    </a:lnTo>
                    <a:lnTo>
                      <a:pt x="83" y="62"/>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3" name="Oval 571"/>
              <p:cNvSpPr>
                <a:spLocks noChangeArrowheads="1"/>
              </p:cNvSpPr>
              <p:nvPr/>
            </p:nvSpPr>
            <p:spPr bwMode="auto">
              <a:xfrm>
                <a:off x="8955088" y="1079501"/>
                <a:ext cx="74612" cy="74613"/>
              </a:xfrm>
              <a:prstGeom prst="ellipse">
                <a:avLst/>
              </a:pr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4" name="Oval 572"/>
              <p:cNvSpPr>
                <a:spLocks noChangeArrowheads="1"/>
              </p:cNvSpPr>
              <p:nvPr/>
            </p:nvSpPr>
            <p:spPr bwMode="auto">
              <a:xfrm>
                <a:off x="8843963" y="1273176"/>
                <a:ext cx="76200" cy="74613"/>
              </a:xfrm>
              <a:prstGeom prst="ellipse">
                <a:avLst/>
              </a:pr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5" name="Oval 573"/>
              <p:cNvSpPr>
                <a:spLocks noChangeArrowheads="1"/>
              </p:cNvSpPr>
              <p:nvPr/>
            </p:nvSpPr>
            <p:spPr bwMode="auto">
              <a:xfrm>
                <a:off x="9066213" y="1273176"/>
                <a:ext cx="74612" cy="74613"/>
              </a:xfrm>
              <a:prstGeom prst="ellipse">
                <a:avLst/>
              </a:pr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6" name="Freeform 574"/>
              <p:cNvSpPr/>
              <p:nvPr/>
            </p:nvSpPr>
            <p:spPr bwMode="auto">
              <a:xfrm>
                <a:off x="9034463" y="1133476"/>
                <a:ext cx="80962" cy="120650"/>
              </a:xfrm>
              <a:custGeom>
                <a:avLst/>
                <a:gdLst>
                  <a:gd name="T0" fmla="*/ 2147483646 w 51"/>
                  <a:gd name="T1" fmla="*/ 2147483646 h 76"/>
                  <a:gd name="T2" fmla="*/ 2147483646 w 51"/>
                  <a:gd name="T3" fmla="*/ 2147483646 h 76"/>
                  <a:gd name="T4" fmla="*/ 2147483646 w 51"/>
                  <a:gd name="T5" fmla="*/ 2147483646 h 76"/>
                  <a:gd name="T6" fmla="*/ 0 w 51"/>
                  <a:gd name="T7" fmla="*/ 2147483646 h 76"/>
                  <a:gd name="T8" fmla="*/ 2147483646 w 51"/>
                  <a:gd name="T9" fmla="*/ 0 h 76"/>
                  <a:gd name="T10" fmla="*/ 2147483646 w 51"/>
                  <a:gd name="T11" fmla="*/ 2147483646 h 76"/>
                  <a:gd name="T12" fmla="*/ 2147483646 w 51"/>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76">
                    <a:moveTo>
                      <a:pt x="51" y="76"/>
                    </a:moveTo>
                    <a:lnTo>
                      <a:pt x="35" y="76"/>
                    </a:lnTo>
                    <a:lnTo>
                      <a:pt x="35" y="35"/>
                    </a:lnTo>
                    <a:lnTo>
                      <a:pt x="0" y="14"/>
                    </a:lnTo>
                    <a:lnTo>
                      <a:pt x="8" y="0"/>
                    </a:lnTo>
                    <a:lnTo>
                      <a:pt x="51" y="26"/>
                    </a:lnTo>
                    <a:lnTo>
                      <a:pt x="51" y="76"/>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7" name="Freeform 575"/>
              <p:cNvSpPr/>
              <p:nvPr/>
            </p:nvSpPr>
            <p:spPr bwMode="auto">
              <a:xfrm>
                <a:off x="8923338" y="1327151"/>
                <a:ext cx="138112" cy="60325"/>
              </a:xfrm>
              <a:custGeom>
                <a:avLst/>
                <a:gdLst>
                  <a:gd name="T0" fmla="*/ 2147483646 w 87"/>
                  <a:gd name="T1" fmla="*/ 2147483646 h 38"/>
                  <a:gd name="T2" fmla="*/ 0 w 87"/>
                  <a:gd name="T3" fmla="*/ 2147483646 h 38"/>
                  <a:gd name="T4" fmla="*/ 2147483646 w 87"/>
                  <a:gd name="T5" fmla="*/ 0 h 38"/>
                  <a:gd name="T6" fmla="*/ 2147483646 w 87"/>
                  <a:gd name="T7" fmla="*/ 2147483646 h 38"/>
                  <a:gd name="T8" fmla="*/ 2147483646 w 87"/>
                  <a:gd name="T9" fmla="*/ 0 h 38"/>
                  <a:gd name="T10" fmla="*/ 2147483646 w 87"/>
                  <a:gd name="T11" fmla="*/ 2147483646 h 38"/>
                  <a:gd name="T12" fmla="*/ 2147483646 w 87"/>
                  <a:gd name="T13" fmla="*/ 2147483646 h 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 h="38">
                    <a:moveTo>
                      <a:pt x="44" y="38"/>
                    </a:moveTo>
                    <a:lnTo>
                      <a:pt x="0" y="14"/>
                    </a:lnTo>
                    <a:lnTo>
                      <a:pt x="8" y="0"/>
                    </a:lnTo>
                    <a:lnTo>
                      <a:pt x="44" y="20"/>
                    </a:lnTo>
                    <a:lnTo>
                      <a:pt x="79" y="0"/>
                    </a:lnTo>
                    <a:lnTo>
                      <a:pt x="87" y="13"/>
                    </a:lnTo>
                    <a:lnTo>
                      <a:pt x="44" y="38"/>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sp>
            <p:nvSpPr>
              <p:cNvPr id="528" name="Freeform 576"/>
              <p:cNvSpPr/>
              <p:nvPr/>
            </p:nvSpPr>
            <p:spPr bwMode="auto">
              <a:xfrm>
                <a:off x="8869363" y="1133476"/>
                <a:ext cx="80962" cy="120650"/>
              </a:xfrm>
              <a:custGeom>
                <a:avLst/>
                <a:gdLst>
                  <a:gd name="T0" fmla="*/ 2147483646 w 51"/>
                  <a:gd name="T1" fmla="*/ 2147483646 h 76"/>
                  <a:gd name="T2" fmla="*/ 0 w 51"/>
                  <a:gd name="T3" fmla="*/ 2147483646 h 76"/>
                  <a:gd name="T4" fmla="*/ 0 w 51"/>
                  <a:gd name="T5" fmla="*/ 2147483646 h 76"/>
                  <a:gd name="T6" fmla="*/ 2147483646 w 51"/>
                  <a:gd name="T7" fmla="*/ 0 h 76"/>
                  <a:gd name="T8" fmla="*/ 2147483646 w 51"/>
                  <a:gd name="T9" fmla="*/ 2147483646 h 76"/>
                  <a:gd name="T10" fmla="*/ 2147483646 w 51"/>
                  <a:gd name="T11" fmla="*/ 2147483646 h 76"/>
                  <a:gd name="T12" fmla="*/ 2147483646 w 51"/>
                  <a:gd name="T13" fmla="*/ 2147483646 h 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 h="76">
                    <a:moveTo>
                      <a:pt x="16" y="76"/>
                    </a:moveTo>
                    <a:lnTo>
                      <a:pt x="0" y="76"/>
                    </a:lnTo>
                    <a:lnTo>
                      <a:pt x="0" y="26"/>
                    </a:lnTo>
                    <a:lnTo>
                      <a:pt x="43" y="0"/>
                    </a:lnTo>
                    <a:lnTo>
                      <a:pt x="51" y="14"/>
                    </a:lnTo>
                    <a:lnTo>
                      <a:pt x="16" y="35"/>
                    </a:lnTo>
                    <a:lnTo>
                      <a:pt x="16" y="76"/>
                    </a:lnTo>
                    <a:close/>
                  </a:path>
                </a:pathLst>
              </a:custGeom>
              <a:grpFill/>
              <a:ln w="9525">
                <a:solidFill>
                  <a:schemeClr val="bg2"/>
                </a:solidFill>
                <a:round/>
              </a:ln>
            </p:spPr>
            <p:txBody>
              <a:bodyPr/>
              <a:lstStyle/>
              <a:p>
                <a:endParaRPr lang="zh-CN" altLang="en-US" sz="2140">
                  <a:ln>
                    <a:solidFill>
                      <a:sysClr val="windowText" lastClr="000000"/>
                    </a:solidFill>
                  </a:ln>
                  <a:solidFill>
                    <a:schemeClr val="bg1"/>
                  </a:solidFill>
                  <a:latin typeface="微软雅黑" panose="020B0503020204020204" pitchFamily="34" charset="-122"/>
                  <a:ea typeface="微软雅黑" panose="020B0503020204020204" pitchFamily="34" charset="-122"/>
                </a:endParaRPr>
              </a:p>
            </p:txBody>
          </p:sp>
        </p:grpSp>
        <p:sp>
          <p:nvSpPr>
            <p:cNvPr id="529" name="文本框 528"/>
            <p:cNvSpPr txBox="1"/>
            <p:nvPr/>
          </p:nvSpPr>
          <p:spPr>
            <a:xfrm>
              <a:off x="7001700" y="4109032"/>
              <a:ext cx="1107996" cy="369332"/>
            </a:xfrm>
            <a:prstGeom prst="rect">
              <a:avLst/>
            </a:prstGeom>
            <a:grpFill/>
            <a:ln>
              <a:solidFill>
                <a:schemeClr val="bg2"/>
              </a:solidFill>
            </a:ln>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万物互联</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31" name="文本框 530"/>
            <p:cNvSpPr txBox="1"/>
            <p:nvPr/>
          </p:nvSpPr>
          <p:spPr>
            <a:xfrm>
              <a:off x="5326275" y="2489555"/>
              <a:ext cx="344646" cy="184666"/>
            </a:xfrm>
            <a:prstGeom prst="rect">
              <a:avLst/>
            </a:prstGeom>
            <a:grpFill/>
            <a:ln>
              <a:solidFill>
                <a:schemeClr val="bg2"/>
              </a:solidFill>
            </a:ln>
          </p:spPr>
          <p:txBody>
            <a:bodyPr wrap="none" lIns="0" tIns="0" rIns="0" bIns="0" rtlCol="0">
              <a:spAutoFit/>
            </a:bodyPr>
            <a:lstStyle/>
            <a:p>
              <a:r>
                <a:rPr lang="en-US" altLang="zh-CN" sz="1200" dirty="0">
                  <a:solidFill>
                    <a:schemeClr val="bg1"/>
                  </a:solidFill>
                  <a:latin typeface="微软雅黑" panose="020B0503020204020204" pitchFamily="34" charset="-122"/>
                  <a:ea typeface="微软雅黑" panose="020B0503020204020204" pitchFamily="34" charset="-122"/>
                </a:rPr>
                <a:t>Data</a:t>
              </a:r>
              <a:endParaRPr lang="zh-CN" altLang="en-US" sz="12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分布式设备虚拟化</a:t>
            </a:r>
            <a:endParaRPr lang="zh-CN" altLang="en-US" dirty="0"/>
          </a:p>
        </p:txBody>
      </p:sp>
      <p:sp>
        <p:nvSpPr>
          <p:cNvPr id="3" name="文本占位符 2"/>
          <p:cNvSpPr>
            <a:spLocks noGrp="1"/>
          </p:cNvSpPr>
          <p:nvPr>
            <p:ph type="body" sz="quarter" idx="10"/>
          </p:nvPr>
        </p:nvSpPr>
        <p:spPr/>
        <p:txBody>
          <a:bodyPr/>
          <a:lstStyle/>
          <a:p>
            <a:r>
              <a:rPr lang="zh-CN" altLang="en-US" sz="2000" dirty="0"/>
              <a:t>分布式设备虚拟化平台可以实现不同设备的资源融合、设备管理、数据处理，多种设备共同形成一个超级虚拟终端。</a:t>
            </a:r>
            <a:endParaRPr lang="en-US" altLang="zh-CN" sz="2000" dirty="0"/>
          </a:p>
          <a:p>
            <a:r>
              <a:rPr lang="zh-CN" altLang="en-US" sz="2000" dirty="0"/>
              <a:t>针对不同类型的任务，为用户匹配并选择能力合适的执行硬件，让业务连续地在不同设备间流转，充分发挥不同设备的能力优势，如显示能力、摄像能力、音频能力、交互能力以及传感器能力等。</a:t>
            </a:r>
            <a:endParaRPr lang="zh-CN" altLang="en-US" sz="2000" dirty="0"/>
          </a:p>
          <a:p>
            <a:endParaRPr lang="zh-CN" altLang="en-US" sz="2000" dirty="0"/>
          </a:p>
        </p:txBody>
      </p:sp>
      <p:grpSp>
        <p:nvGrpSpPr>
          <p:cNvPr id="4" name="组合 3"/>
          <p:cNvGrpSpPr/>
          <p:nvPr/>
        </p:nvGrpSpPr>
        <p:grpSpPr>
          <a:xfrm>
            <a:off x="730915" y="2944287"/>
            <a:ext cx="10730167" cy="3219520"/>
            <a:chOff x="731520" y="1689463"/>
            <a:chExt cx="10730167" cy="4084320"/>
          </a:xfrm>
          <a:solidFill>
            <a:schemeClr val="tx1"/>
          </a:solidFill>
        </p:grpSpPr>
        <p:sp>
          <p:nvSpPr>
            <p:cNvPr id="5" name="矩形 4"/>
            <p:cNvSpPr/>
            <p:nvPr/>
          </p:nvSpPr>
          <p:spPr>
            <a:xfrm>
              <a:off x="731520" y="1689463"/>
              <a:ext cx="5364480" cy="408432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bg1"/>
                  </a:solidFill>
                  <a:latin typeface="微软雅黑" panose="020B0503020204020204" pitchFamily="34" charset="-122"/>
                  <a:ea typeface="微软雅黑" panose="020B0503020204020204" pitchFamily="34" charset="-122"/>
                </a:rPr>
                <a:t>设备 </a:t>
              </a:r>
              <a:r>
                <a:rPr lang="en-US" altLang="zh-CN" sz="1600" dirty="0">
                  <a:solidFill>
                    <a:schemeClr val="bg1"/>
                  </a:solidFill>
                  <a:latin typeface="微软雅黑" panose="020B0503020204020204" pitchFamily="34" charset="-122"/>
                  <a:ea typeface="微软雅黑" panose="020B0503020204020204" pitchFamily="34" charset="-122"/>
                </a:rPr>
                <a:t>A</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8503099" y="1689463"/>
              <a:ext cx="2958588" cy="408432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bg1"/>
                  </a:solidFill>
                  <a:latin typeface="微软雅黑" panose="020B0503020204020204" pitchFamily="34" charset="-122"/>
                  <a:ea typeface="微软雅黑" panose="020B0503020204020204" pitchFamily="34" charset="-122"/>
                </a:rPr>
                <a:t>设备 </a:t>
              </a:r>
              <a:r>
                <a:rPr lang="en-US" altLang="zh-CN" sz="1600" dirty="0">
                  <a:solidFill>
                    <a:schemeClr val="bg1"/>
                  </a:solidFill>
                  <a:latin typeface="微软雅黑" panose="020B0503020204020204" pitchFamily="34" charset="-122"/>
                  <a:ea typeface="微软雅黑" panose="020B0503020204020204" pitchFamily="34" charset="-122"/>
                </a:rPr>
                <a:t>B</a:t>
              </a:r>
              <a:endParaRPr lang="en-US" altLang="zh-CN" sz="1600" dirty="0">
                <a:solidFill>
                  <a:schemeClr val="bg1"/>
                </a:solidFill>
                <a:latin typeface="微软雅黑" panose="020B0503020204020204" pitchFamily="34" charset="-122"/>
                <a:ea typeface="微软雅黑" panose="020B0503020204020204" pitchFamily="34" charset="-122"/>
              </a:endParaRPr>
            </a:p>
            <a:p>
              <a:pPr algn="ctr"/>
              <a:endParaRPr lang="en-US" altLang="zh-CN" sz="1600" dirty="0">
                <a:solidFill>
                  <a:schemeClr val="bg1"/>
                </a:solidFill>
                <a:latin typeface="微软雅黑" panose="020B0503020204020204" pitchFamily="34" charset="-122"/>
                <a:ea typeface="微软雅黑" panose="020B0503020204020204" pitchFamily="34" charset="-122"/>
              </a:endParaRPr>
            </a:p>
            <a:p>
              <a:pPr algn="ctr"/>
              <a:endParaRPr lang="en-US" altLang="zh-CN" sz="1600" dirty="0">
                <a:solidFill>
                  <a:schemeClr val="bg1"/>
                </a:solidFill>
                <a:latin typeface="微软雅黑" panose="020B0503020204020204" pitchFamily="34" charset="-122"/>
                <a:ea typeface="微软雅黑" panose="020B0503020204020204" pitchFamily="34" charset="-122"/>
              </a:endParaRPr>
            </a:p>
            <a:p>
              <a:r>
                <a:rPr lang="zh-CN" altLang="en-US" sz="1200" dirty="0">
                  <a:solidFill>
                    <a:schemeClr val="bg1"/>
                  </a:solidFill>
                  <a:latin typeface="微软雅黑" panose="020B0503020204020204" pitchFamily="34" charset="-122"/>
                  <a:ea typeface="微软雅黑" panose="020B0503020204020204" pitchFamily="34" charset="-122"/>
                </a:rPr>
                <a:t>智慧屏、智能穿戴、车机等设备</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 name="圆角矩形 6"/>
            <p:cNvSpPr/>
            <p:nvPr/>
          </p:nvSpPr>
          <p:spPr>
            <a:xfrm>
              <a:off x="1023042" y="2044669"/>
              <a:ext cx="900000" cy="900000"/>
            </a:xfrm>
            <a:prstGeom prst="round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直播类应用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圆角矩形 7"/>
            <p:cNvSpPr/>
            <p:nvPr/>
          </p:nvSpPr>
          <p:spPr>
            <a:xfrm>
              <a:off x="2963760" y="2063686"/>
              <a:ext cx="900000" cy="900000"/>
            </a:xfrm>
            <a:prstGeom prst="round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通话类应用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9" name="圆角矩形 8"/>
            <p:cNvSpPr/>
            <p:nvPr/>
          </p:nvSpPr>
          <p:spPr>
            <a:xfrm>
              <a:off x="4874498" y="2063686"/>
              <a:ext cx="900000" cy="900000"/>
            </a:xfrm>
            <a:prstGeom prst="round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健身类应用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1023042" y="3045991"/>
              <a:ext cx="4781436" cy="376219"/>
            </a:xfrm>
            <a:prstGeom prst="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多设备虚拟化 </a:t>
              </a:r>
              <a:r>
                <a:rPr lang="en-US" altLang="zh-CN" sz="1600" dirty="0">
                  <a:solidFill>
                    <a:schemeClr val="bg1"/>
                  </a:solidFill>
                  <a:latin typeface="微软雅黑" panose="020B0503020204020204" pitchFamily="34" charset="-122"/>
                  <a:ea typeface="微软雅黑" panose="020B0503020204020204" pitchFamily="34" charset="-122"/>
                </a:rPr>
                <a:t>Kit</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1023042" y="3558012"/>
              <a:ext cx="4781436" cy="2082297"/>
            </a:xfrm>
            <a:prstGeom prst="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zh-CN" sz="1600" dirty="0">
                  <a:solidFill>
                    <a:schemeClr val="bg1"/>
                  </a:solidFill>
                  <a:latin typeface="微软雅黑" panose="020B0503020204020204" pitchFamily="34" charset="-122"/>
                  <a:ea typeface="微软雅黑" panose="020B0503020204020204" pitchFamily="34" charset="-122"/>
                </a:rPr>
                <a:t>OS</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p:nvSpPr>
          <p:spPr>
            <a:xfrm>
              <a:off x="8652420" y="5334887"/>
              <a:ext cx="2659946" cy="305421"/>
            </a:xfrm>
            <a:prstGeom prst="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b"/>
            <a:lstStyle/>
            <a:p>
              <a:pPr algn="ctr"/>
              <a:r>
                <a:rPr lang="en-US" altLang="zh-CN" sz="1600" dirty="0">
                  <a:solidFill>
                    <a:schemeClr val="bg1"/>
                  </a:solidFill>
                  <a:latin typeface="微软雅黑" panose="020B0503020204020204" pitchFamily="34" charset="-122"/>
                  <a:ea typeface="微软雅黑" panose="020B0503020204020204" pitchFamily="34" charset="-122"/>
                </a:rPr>
                <a:t>OS</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1200188" y="3606085"/>
              <a:ext cx="4427144" cy="1685980"/>
            </a:xfrm>
            <a:prstGeom prst="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多设备虚拟化平台</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403285" y="4001943"/>
              <a:ext cx="3960000"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设备管理与安全</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p:nvSpPr>
          <p:spPr>
            <a:xfrm>
              <a:off x="1403285" y="4418738"/>
              <a:ext cx="3960000"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数据处理与增强</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6" name="矩形 15"/>
            <p:cNvSpPr/>
            <p:nvPr/>
          </p:nvSpPr>
          <p:spPr>
            <a:xfrm>
              <a:off x="1403285" y="4835533"/>
              <a:ext cx="3960000"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设备虚拟与接入</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8652420" y="3143250"/>
              <a:ext cx="2659946" cy="2148814"/>
            </a:xfrm>
            <a:prstGeom prst="rect">
              <a:avLst/>
            </a:prstGeom>
            <a:grpFill/>
            <a:ln w="222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bg1"/>
                  </a:solidFill>
                  <a:latin typeface="微软雅黑" panose="020B0503020204020204" pitchFamily="34" charset="-122"/>
                  <a:ea typeface="微软雅黑" panose="020B0503020204020204" pitchFamily="34" charset="-122"/>
                </a:rPr>
                <a:t>多设备虚拟化 </a:t>
              </a:r>
              <a:r>
                <a:rPr lang="en-US" altLang="zh-CN" sz="1600" dirty="0">
                  <a:solidFill>
                    <a:schemeClr val="bg1"/>
                  </a:solidFill>
                  <a:latin typeface="微软雅黑" panose="020B0503020204020204" pitchFamily="34" charset="-122"/>
                  <a:ea typeface="微软雅黑" panose="020B0503020204020204" pitchFamily="34" charset="-122"/>
                </a:rPr>
                <a:t>SDK</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8" name="矩形 17"/>
            <p:cNvSpPr/>
            <p:nvPr/>
          </p:nvSpPr>
          <p:spPr>
            <a:xfrm>
              <a:off x="8756650" y="4001943"/>
              <a:ext cx="2485866"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设备虚拟化</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9" name="矩形 18"/>
            <p:cNvSpPr/>
            <p:nvPr/>
          </p:nvSpPr>
          <p:spPr>
            <a:xfrm>
              <a:off x="8756650" y="4418738"/>
              <a:ext cx="2485866"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数据处理</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8756650" y="4835533"/>
              <a:ext cx="2485866"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微软雅黑" panose="020B0503020204020204" pitchFamily="34" charset="-122"/>
                  <a:ea typeface="微软雅黑" panose="020B0503020204020204" pitchFamily="34" charset="-122"/>
                </a:rPr>
                <a:t>OS</a:t>
              </a:r>
              <a:r>
                <a:rPr lang="zh-CN" altLang="en-US" sz="1200" dirty="0">
                  <a:solidFill>
                    <a:schemeClr val="bg1"/>
                  </a:solidFill>
                  <a:latin typeface="微软雅黑" panose="020B0503020204020204" pitchFamily="34" charset="-122"/>
                  <a:ea typeface="微软雅黑" panose="020B0503020204020204" pitchFamily="34" charset="-122"/>
                </a:rPr>
                <a:t>适配</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1" name="矩形 20"/>
            <p:cNvSpPr/>
            <p:nvPr/>
          </p:nvSpPr>
          <p:spPr>
            <a:xfrm>
              <a:off x="8756650" y="3577584"/>
              <a:ext cx="2485866"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设备虚管理</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2" name="左右箭头 21"/>
            <p:cNvSpPr/>
            <p:nvPr/>
          </p:nvSpPr>
          <p:spPr>
            <a:xfrm>
              <a:off x="6110950" y="3545155"/>
              <a:ext cx="2407099" cy="784859"/>
            </a:xfrm>
            <a:prstGeom prst="leftRightArrow">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23" name="组合 21652"/>
            <p:cNvGrpSpPr/>
            <p:nvPr/>
          </p:nvGrpSpPr>
          <p:grpSpPr bwMode="auto">
            <a:xfrm>
              <a:off x="10195410" y="2335800"/>
              <a:ext cx="202215" cy="142156"/>
              <a:chOff x="3976688" y="885825"/>
              <a:chExt cx="742950" cy="522288"/>
            </a:xfrm>
            <a:grpFill/>
          </p:grpSpPr>
          <p:sp>
            <p:nvSpPr>
              <p:cNvPr id="53" name="Freeform 102"/>
              <p:cNvSpPr/>
              <p:nvPr/>
            </p:nvSpPr>
            <p:spPr bwMode="auto">
              <a:xfrm>
                <a:off x="3994151" y="1112838"/>
                <a:ext cx="158750" cy="295275"/>
              </a:xfrm>
              <a:custGeom>
                <a:avLst/>
                <a:gdLst>
                  <a:gd name="T0" fmla="*/ 2147483646 w 102"/>
                  <a:gd name="T1" fmla="*/ 2147483646 h 189"/>
                  <a:gd name="T2" fmla="*/ 2147483646 w 102"/>
                  <a:gd name="T3" fmla="*/ 2147483646 h 189"/>
                  <a:gd name="T4" fmla="*/ 0 w 102"/>
                  <a:gd name="T5" fmla="*/ 2147483646 h 189"/>
                  <a:gd name="T6" fmla="*/ 0 w 102"/>
                  <a:gd name="T7" fmla="*/ 2147483646 h 189"/>
                  <a:gd name="T8" fmla="*/ 2147483646 w 102"/>
                  <a:gd name="T9" fmla="*/ 2147483646 h 189"/>
                  <a:gd name="T10" fmla="*/ 2147483646 w 102"/>
                  <a:gd name="T11" fmla="*/ 2147483646 h 189"/>
                  <a:gd name="T12" fmla="*/ 2147483646 w 102"/>
                  <a:gd name="T13" fmla="*/ 2147483646 h 189"/>
                  <a:gd name="T14" fmla="*/ 2147483646 w 102"/>
                  <a:gd name="T15" fmla="*/ 2147483646 h 189"/>
                  <a:gd name="T16" fmla="*/ 2147483646 w 102"/>
                  <a:gd name="T17" fmla="*/ 2147483646 h 189"/>
                  <a:gd name="T18" fmla="*/ 2147483646 w 102"/>
                  <a:gd name="T19" fmla="*/ 0 h 189"/>
                  <a:gd name="T20" fmla="*/ 2147483646 w 102"/>
                  <a:gd name="T21" fmla="*/ 2147483646 h 189"/>
                  <a:gd name="T22" fmla="*/ 2147483646 w 102"/>
                  <a:gd name="T23" fmla="*/ 2147483646 h 189"/>
                  <a:gd name="T24" fmla="*/ 2147483646 w 102"/>
                  <a:gd name="T25" fmla="*/ 2147483646 h 189"/>
                  <a:gd name="T26" fmla="*/ 2147483646 w 102"/>
                  <a:gd name="T27" fmla="*/ 2147483646 h 189"/>
                  <a:gd name="T28" fmla="*/ 2147483646 w 102"/>
                  <a:gd name="T29" fmla="*/ 2147483646 h 189"/>
                  <a:gd name="T30" fmla="*/ 2147483646 w 102"/>
                  <a:gd name="T31" fmla="*/ 2147483646 h 189"/>
                  <a:gd name="T32" fmla="*/ 2147483646 w 102"/>
                  <a:gd name="T33" fmla="*/ 2147483646 h 189"/>
                  <a:gd name="T34" fmla="*/ 2147483646 w 102"/>
                  <a:gd name="T35" fmla="*/ 2147483646 h 189"/>
                  <a:gd name="T36" fmla="*/ 2147483646 w 102"/>
                  <a:gd name="T37" fmla="*/ 2147483646 h 189"/>
                  <a:gd name="T38" fmla="*/ 2147483646 w 102"/>
                  <a:gd name="T39" fmla="*/ 2147483646 h 189"/>
                  <a:gd name="T40" fmla="*/ 2147483646 w 102"/>
                  <a:gd name="T41" fmla="*/ 2147483646 h 189"/>
                  <a:gd name="T42" fmla="*/ 2147483646 w 102"/>
                  <a:gd name="T43" fmla="*/ 2147483646 h 189"/>
                  <a:gd name="T44" fmla="*/ 2147483646 w 102"/>
                  <a:gd name="T45" fmla="*/ 2147483646 h 1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2" h="189">
                    <a:moveTo>
                      <a:pt x="71" y="189"/>
                    </a:moveTo>
                    <a:cubicBezTo>
                      <a:pt x="28" y="189"/>
                      <a:pt x="28" y="189"/>
                      <a:pt x="28" y="189"/>
                    </a:cubicBezTo>
                    <a:cubicBezTo>
                      <a:pt x="12" y="189"/>
                      <a:pt x="0" y="178"/>
                      <a:pt x="0" y="164"/>
                    </a:cubicBezTo>
                    <a:cubicBezTo>
                      <a:pt x="0" y="32"/>
                      <a:pt x="0" y="32"/>
                      <a:pt x="0" y="32"/>
                    </a:cubicBezTo>
                    <a:cubicBezTo>
                      <a:pt x="0" y="29"/>
                      <a:pt x="1" y="26"/>
                      <a:pt x="4" y="24"/>
                    </a:cubicBezTo>
                    <a:cubicBezTo>
                      <a:pt x="6" y="23"/>
                      <a:pt x="9" y="22"/>
                      <a:pt x="12" y="23"/>
                    </a:cubicBezTo>
                    <a:cubicBezTo>
                      <a:pt x="77" y="41"/>
                      <a:pt x="77" y="41"/>
                      <a:pt x="77" y="41"/>
                    </a:cubicBezTo>
                    <a:cubicBezTo>
                      <a:pt x="72" y="34"/>
                      <a:pt x="64" y="28"/>
                      <a:pt x="56" y="24"/>
                    </a:cubicBezTo>
                    <a:cubicBezTo>
                      <a:pt x="44" y="18"/>
                      <a:pt x="44" y="18"/>
                      <a:pt x="44" y="18"/>
                    </a:cubicBezTo>
                    <a:cubicBezTo>
                      <a:pt x="53" y="0"/>
                      <a:pt x="53" y="0"/>
                      <a:pt x="53" y="0"/>
                    </a:cubicBezTo>
                    <a:cubicBezTo>
                      <a:pt x="65" y="6"/>
                      <a:pt x="65" y="6"/>
                      <a:pt x="65" y="6"/>
                    </a:cubicBezTo>
                    <a:cubicBezTo>
                      <a:pt x="81" y="14"/>
                      <a:pt x="94" y="27"/>
                      <a:pt x="100" y="43"/>
                    </a:cubicBezTo>
                    <a:cubicBezTo>
                      <a:pt x="102" y="48"/>
                      <a:pt x="101" y="54"/>
                      <a:pt x="98" y="58"/>
                    </a:cubicBezTo>
                    <a:cubicBezTo>
                      <a:pt x="93" y="63"/>
                      <a:pt x="87" y="65"/>
                      <a:pt x="80" y="63"/>
                    </a:cubicBezTo>
                    <a:cubicBezTo>
                      <a:pt x="20" y="46"/>
                      <a:pt x="20" y="46"/>
                      <a:pt x="20" y="46"/>
                    </a:cubicBezTo>
                    <a:cubicBezTo>
                      <a:pt x="20" y="164"/>
                      <a:pt x="20" y="164"/>
                      <a:pt x="20" y="164"/>
                    </a:cubicBezTo>
                    <a:cubicBezTo>
                      <a:pt x="20" y="166"/>
                      <a:pt x="23" y="169"/>
                      <a:pt x="28" y="169"/>
                    </a:cubicBezTo>
                    <a:cubicBezTo>
                      <a:pt x="71" y="169"/>
                      <a:pt x="71" y="169"/>
                      <a:pt x="71" y="169"/>
                    </a:cubicBezTo>
                    <a:cubicBezTo>
                      <a:pt x="76" y="169"/>
                      <a:pt x="79" y="166"/>
                      <a:pt x="79" y="164"/>
                    </a:cubicBezTo>
                    <a:cubicBezTo>
                      <a:pt x="79" y="143"/>
                      <a:pt x="79" y="143"/>
                      <a:pt x="79" y="143"/>
                    </a:cubicBezTo>
                    <a:cubicBezTo>
                      <a:pt x="99" y="143"/>
                      <a:pt x="99" y="143"/>
                      <a:pt x="99" y="143"/>
                    </a:cubicBezTo>
                    <a:cubicBezTo>
                      <a:pt x="99" y="164"/>
                      <a:pt x="99" y="164"/>
                      <a:pt x="99" y="164"/>
                    </a:cubicBezTo>
                    <a:cubicBezTo>
                      <a:pt x="99" y="178"/>
                      <a:pt x="86" y="189"/>
                      <a:pt x="71" y="189"/>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4" name="Line 103"/>
              <p:cNvSpPr>
                <a:spLocks noChangeShapeType="1"/>
              </p:cNvSpPr>
              <p:nvPr/>
            </p:nvSpPr>
            <p:spPr bwMode="auto">
              <a:xfrm>
                <a:off x="4038601" y="1035050"/>
                <a:ext cx="0" cy="0"/>
              </a:xfrm>
              <a:prstGeom prst="line">
                <a:avLst/>
              </a:prstGeom>
              <a:grpFill/>
              <a:ln w="17463">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5" name="Freeform 104"/>
              <p:cNvSpPr/>
              <p:nvPr/>
            </p:nvSpPr>
            <p:spPr bwMode="auto">
              <a:xfrm>
                <a:off x="3976688" y="885825"/>
                <a:ext cx="742950" cy="228600"/>
              </a:xfrm>
              <a:custGeom>
                <a:avLst/>
                <a:gdLst>
                  <a:gd name="T0" fmla="*/ 2147483646 w 476"/>
                  <a:gd name="T1" fmla="*/ 2147483646 h 146"/>
                  <a:gd name="T2" fmla="*/ 2147483646 w 476"/>
                  <a:gd name="T3" fmla="*/ 2147483646 h 146"/>
                  <a:gd name="T4" fmla="*/ 0 w 476"/>
                  <a:gd name="T5" fmla="*/ 2147483646 h 146"/>
                  <a:gd name="T6" fmla="*/ 2147483646 w 476"/>
                  <a:gd name="T7" fmla="*/ 2147483646 h 146"/>
                  <a:gd name="T8" fmla="*/ 2147483646 w 476"/>
                  <a:gd name="T9" fmla="*/ 2147483646 h 146"/>
                  <a:gd name="T10" fmla="*/ 2147483646 w 476"/>
                  <a:gd name="T11" fmla="*/ 2147483646 h 146"/>
                  <a:gd name="T12" fmla="*/ 2147483646 w 476"/>
                  <a:gd name="T13" fmla="*/ 0 h 146"/>
                  <a:gd name="T14" fmla="*/ 2147483646 w 476"/>
                  <a:gd name="T15" fmla="*/ 2147483646 h 146"/>
                  <a:gd name="T16" fmla="*/ 2147483646 w 476"/>
                  <a:gd name="T17" fmla="*/ 2147483646 h 146"/>
                  <a:gd name="T18" fmla="*/ 2147483646 w 476"/>
                  <a:gd name="T19" fmla="*/ 2147483646 h 146"/>
                  <a:gd name="T20" fmla="*/ 2147483646 w 476"/>
                  <a:gd name="T21" fmla="*/ 2147483646 h 146"/>
                  <a:gd name="T22" fmla="*/ 2147483646 w 476"/>
                  <a:gd name="T23" fmla="*/ 2147483646 h 146"/>
                  <a:gd name="T24" fmla="*/ 2147483646 w 476"/>
                  <a:gd name="T25" fmla="*/ 2147483646 h 146"/>
                  <a:gd name="T26" fmla="*/ 2147483646 w 476"/>
                  <a:gd name="T27" fmla="*/ 2147483646 h 146"/>
                  <a:gd name="T28" fmla="*/ 2147483646 w 476"/>
                  <a:gd name="T29" fmla="*/ 2147483646 h 146"/>
                  <a:gd name="T30" fmla="*/ 2147483646 w 476"/>
                  <a:gd name="T31" fmla="*/ 2147483646 h 146"/>
                  <a:gd name="T32" fmla="*/ 2147483646 w 476"/>
                  <a:gd name="T33" fmla="*/ 2147483646 h 146"/>
                  <a:gd name="T34" fmla="*/ 2147483646 w 476"/>
                  <a:gd name="T35" fmla="*/ 2147483646 h 146"/>
                  <a:gd name="T36" fmla="*/ 2147483646 w 476"/>
                  <a:gd name="T37" fmla="*/ 2147483646 h 146"/>
                  <a:gd name="T38" fmla="*/ 2147483646 w 476"/>
                  <a:gd name="T39" fmla="*/ 2147483646 h 1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76" h="146">
                    <a:moveTo>
                      <a:pt x="45" y="146"/>
                    </a:moveTo>
                    <a:cubicBezTo>
                      <a:pt x="43" y="146"/>
                      <a:pt x="42" y="145"/>
                      <a:pt x="40" y="145"/>
                    </a:cubicBezTo>
                    <a:cubicBezTo>
                      <a:pt x="0" y="123"/>
                      <a:pt x="0" y="123"/>
                      <a:pt x="0" y="123"/>
                    </a:cubicBezTo>
                    <a:cubicBezTo>
                      <a:pt x="10" y="106"/>
                      <a:pt x="10" y="106"/>
                      <a:pt x="10" y="106"/>
                    </a:cubicBezTo>
                    <a:cubicBezTo>
                      <a:pt x="39" y="121"/>
                      <a:pt x="39" y="121"/>
                      <a:pt x="39" y="121"/>
                    </a:cubicBezTo>
                    <a:cubicBezTo>
                      <a:pt x="58" y="64"/>
                      <a:pt x="92" y="31"/>
                      <a:pt x="109" y="21"/>
                    </a:cubicBezTo>
                    <a:cubicBezTo>
                      <a:pt x="126" y="11"/>
                      <a:pt x="179" y="0"/>
                      <a:pt x="238" y="0"/>
                    </a:cubicBezTo>
                    <a:cubicBezTo>
                      <a:pt x="298" y="0"/>
                      <a:pt x="351" y="11"/>
                      <a:pt x="368" y="21"/>
                    </a:cubicBezTo>
                    <a:cubicBezTo>
                      <a:pt x="385" y="31"/>
                      <a:pt x="419" y="64"/>
                      <a:pt x="438" y="121"/>
                    </a:cubicBezTo>
                    <a:cubicBezTo>
                      <a:pt x="467" y="106"/>
                      <a:pt x="467" y="106"/>
                      <a:pt x="467" y="106"/>
                    </a:cubicBezTo>
                    <a:cubicBezTo>
                      <a:pt x="476" y="123"/>
                      <a:pt x="476" y="123"/>
                      <a:pt x="476" y="123"/>
                    </a:cubicBezTo>
                    <a:cubicBezTo>
                      <a:pt x="436" y="145"/>
                      <a:pt x="436" y="145"/>
                      <a:pt x="436" y="145"/>
                    </a:cubicBezTo>
                    <a:cubicBezTo>
                      <a:pt x="434" y="146"/>
                      <a:pt x="431" y="146"/>
                      <a:pt x="428" y="145"/>
                    </a:cubicBezTo>
                    <a:cubicBezTo>
                      <a:pt x="425" y="144"/>
                      <a:pt x="423" y="141"/>
                      <a:pt x="422" y="138"/>
                    </a:cubicBezTo>
                    <a:cubicBezTo>
                      <a:pt x="402" y="65"/>
                      <a:pt x="358" y="38"/>
                      <a:pt x="358" y="38"/>
                    </a:cubicBezTo>
                    <a:cubicBezTo>
                      <a:pt x="347" y="32"/>
                      <a:pt x="302" y="20"/>
                      <a:pt x="238" y="20"/>
                    </a:cubicBezTo>
                    <a:cubicBezTo>
                      <a:pt x="175" y="20"/>
                      <a:pt x="129" y="32"/>
                      <a:pt x="119" y="38"/>
                    </a:cubicBezTo>
                    <a:cubicBezTo>
                      <a:pt x="118" y="38"/>
                      <a:pt x="74" y="65"/>
                      <a:pt x="55" y="138"/>
                    </a:cubicBezTo>
                    <a:cubicBezTo>
                      <a:pt x="54" y="141"/>
                      <a:pt x="52" y="144"/>
                      <a:pt x="49" y="145"/>
                    </a:cubicBezTo>
                    <a:cubicBezTo>
                      <a:pt x="48" y="145"/>
                      <a:pt x="46" y="146"/>
                      <a:pt x="45" y="146"/>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6" name="Freeform 105"/>
              <p:cNvSpPr/>
              <p:nvPr/>
            </p:nvSpPr>
            <p:spPr bwMode="auto">
              <a:xfrm>
                <a:off x="4100513" y="1052513"/>
                <a:ext cx="496888" cy="33338"/>
              </a:xfrm>
              <a:custGeom>
                <a:avLst/>
                <a:gdLst>
                  <a:gd name="T0" fmla="*/ 2147483646 w 319"/>
                  <a:gd name="T1" fmla="*/ 2147483646 h 21"/>
                  <a:gd name="T2" fmla="*/ 2147483646 w 319"/>
                  <a:gd name="T3" fmla="*/ 2147483646 h 21"/>
                  <a:gd name="T4" fmla="*/ 2147483646 w 319"/>
                  <a:gd name="T5" fmla="*/ 2147483646 h 21"/>
                  <a:gd name="T6" fmla="*/ 0 w 319"/>
                  <a:gd name="T7" fmla="*/ 2147483646 h 21"/>
                  <a:gd name="T8" fmla="*/ 2147483646 w 319"/>
                  <a:gd name="T9" fmla="*/ 0 h 21"/>
                  <a:gd name="T10" fmla="*/ 2147483646 w 319"/>
                  <a:gd name="T11" fmla="*/ 2147483646 h 21"/>
                  <a:gd name="T12" fmla="*/ 2147483646 w 319"/>
                  <a:gd name="T13" fmla="*/ 2147483646 h 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21">
                    <a:moveTo>
                      <a:pt x="317" y="21"/>
                    </a:moveTo>
                    <a:cubicBezTo>
                      <a:pt x="279" y="15"/>
                      <a:pt x="221" y="12"/>
                      <a:pt x="159" y="12"/>
                    </a:cubicBezTo>
                    <a:cubicBezTo>
                      <a:pt x="97" y="12"/>
                      <a:pt x="40" y="15"/>
                      <a:pt x="2" y="21"/>
                    </a:cubicBezTo>
                    <a:cubicBezTo>
                      <a:pt x="0" y="9"/>
                      <a:pt x="0" y="9"/>
                      <a:pt x="0" y="9"/>
                    </a:cubicBezTo>
                    <a:cubicBezTo>
                      <a:pt x="39" y="4"/>
                      <a:pt x="97" y="0"/>
                      <a:pt x="159" y="0"/>
                    </a:cubicBezTo>
                    <a:cubicBezTo>
                      <a:pt x="222" y="0"/>
                      <a:pt x="280" y="4"/>
                      <a:pt x="319" y="9"/>
                    </a:cubicBezTo>
                    <a:lnTo>
                      <a:pt x="317" y="21"/>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7" name="Line 106"/>
              <p:cNvSpPr>
                <a:spLocks noChangeShapeType="1"/>
              </p:cNvSpPr>
              <p:nvPr/>
            </p:nvSpPr>
            <p:spPr bwMode="auto">
              <a:xfrm>
                <a:off x="4500563" y="1333500"/>
                <a:ext cx="0" cy="0"/>
              </a:xfrm>
              <a:prstGeom prst="line">
                <a:avLst/>
              </a:prstGeom>
              <a:grpFill/>
              <a:ln w="127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8" name="Freeform 107"/>
              <p:cNvSpPr/>
              <p:nvPr/>
            </p:nvSpPr>
            <p:spPr bwMode="auto">
              <a:xfrm>
                <a:off x="4187826" y="1166813"/>
                <a:ext cx="322263" cy="60325"/>
              </a:xfrm>
              <a:custGeom>
                <a:avLst/>
                <a:gdLst>
                  <a:gd name="T0" fmla="*/ 2147483646 w 207"/>
                  <a:gd name="T1" fmla="*/ 2147483646 h 38"/>
                  <a:gd name="T2" fmla="*/ 2147483646 w 207"/>
                  <a:gd name="T3" fmla="*/ 2147483646 h 38"/>
                  <a:gd name="T4" fmla="*/ 2147483646 w 207"/>
                  <a:gd name="T5" fmla="*/ 2147483646 h 38"/>
                  <a:gd name="T6" fmla="*/ 2147483646 w 207"/>
                  <a:gd name="T7" fmla="*/ 2147483646 h 38"/>
                  <a:gd name="T8" fmla="*/ 2147483646 w 207"/>
                  <a:gd name="T9" fmla="*/ 2147483646 h 38"/>
                  <a:gd name="T10" fmla="*/ 2147483646 w 207"/>
                  <a:gd name="T11" fmla="*/ 2147483646 h 38"/>
                  <a:gd name="T12" fmla="*/ 0 w 207"/>
                  <a:gd name="T13" fmla="*/ 2147483646 h 38"/>
                  <a:gd name="T14" fmla="*/ 2147483646 w 207"/>
                  <a:gd name="T15" fmla="*/ 2147483646 h 38"/>
                  <a:gd name="T16" fmla="*/ 2147483646 w 207"/>
                  <a:gd name="T17" fmla="*/ 0 h 38"/>
                  <a:gd name="T18" fmla="*/ 2147483646 w 207"/>
                  <a:gd name="T19" fmla="*/ 0 h 38"/>
                  <a:gd name="T20" fmla="*/ 2147483646 w 207"/>
                  <a:gd name="T21" fmla="*/ 2147483646 h 38"/>
                  <a:gd name="T22" fmla="*/ 2147483646 w 207"/>
                  <a:gd name="T23" fmla="*/ 2147483646 h 38"/>
                  <a:gd name="T24" fmla="*/ 2147483646 w 207"/>
                  <a:gd name="T25" fmla="*/ 2147483646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7" h="38">
                    <a:moveTo>
                      <a:pt x="196" y="38"/>
                    </a:moveTo>
                    <a:cubicBezTo>
                      <a:pt x="180" y="24"/>
                      <a:pt x="180" y="24"/>
                      <a:pt x="180" y="24"/>
                    </a:cubicBezTo>
                    <a:cubicBezTo>
                      <a:pt x="174" y="19"/>
                      <a:pt x="167" y="16"/>
                      <a:pt x="160" y="16"/>
                    </a:cubicBezTo>
                    <a:cubicBezTo>
                      <a:pt x="47" y="16"/>
                      <a:pt x="47" y="16"/>
                      <a:pt x="47" y="16"/>
                    </a:cubicBezTo>
                    <a:cubicBezTo>
                      <a:pt x="39" y="16"/>
                      <a:pt x="32" y="19"/>
                      <a:pt x="27" y="24"/>
                    </a:cubicBezTo>
                    <a:cubicBezTo>
                      <a:pt x="11" y="38"/>
                      <a:pt x="11" y="38"/>
                      <a:pt x="11" y="38"/>
                    </a:cubicBezTo>
                    <a:cubicBezTo>
                      <a:pt x="0" y="26"/>
                      <a:pt x="0" y="26"/>
                      <a:pt x="0" y="26"/>
                    </a:cubicBezTo>
                    <a:cubicBezTo>
                      <a:pt x="16" y="12"/>
                      <a:pt x="16" y="12"/>
                      <a:pt x="16" y="12"/>
                    </a:cubicBezTo>
                    <a:cubicBezTo>
                      <a:pt x="24" y="4"/>
                      <a:pt x="35" y="0"/>
                      <a:pt x="47" y="0"/>
                    </a:cubicBezTo>
                    <a:cubicBezTo>
                      <a:pt x="160" y="0"/>
                      <a:pt x="160" y="0"/>
                      <a:pt x="160" y="0"/>
                    </a:cubicBezTo>
                    <a:cubicBezTo>
                      <a:pt x="171" y="0"/>
                      <a:pt x="182" y="4"/>
                      <a:pt x="190" y="12"/>
                    </a:cubicBezTo>
                    <a:cubicBezTo>
                      <a:pt x="207" y="26"/>
                      <a:pt x="207" y="26"/>
                      <a:pt x="207" y="26"/>
                    </a:cubicBezTo>
                    <a:lnTo>
                      <a:pt x="196" y="3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9" name="Line 108"/>
              <p:cNvSpPr>
                <a:spLocks noChangeShapeType="1"/>
              </p:cNvSpPr>
              <p:nvPr/>
            </p:nvSpPr>
            <p:spPr bwMode="auto">
              <a:xfrm>
                <a:off x="4195763" y="1333500"/>
                <a:ext cx="0" cy="0"/>
              </a:xfrm>
              <a:prstGeom prst="line">
                <a:avLst/>
              </a:prstGeom>
              <a:grpFill/>
              <a:ln w="1270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0" name="Freeform 109"/>
              <p:cNvSpPr/>
              <p:nvPr/>
            </p:nvSpPr>
            <p:spPr bwMode="auto">
              <a:xfrm>
                <a:off x="4543426" y="1112838"/>
                <a:ext cx="160338" cy="295275"/>
              </a:xfrm>
              <a:custGeom>
                <a:avLst/>
                <a:gdLst>
                  <a:gd name="T0" fmla="*/ 2147483646 w 103"/>
                  <a:gd name="T1" fmla="*/ 2147483646 h 189"/>
                  <a:gd name="T2" fmla="*/ 2147483646 w 103"/>
                  <a:gd name="T3" fmla="*/ 2147483646 h 189"/>
                  <a:gd name="T4" fmla="*/ 2147483646 w 103"/>
                  <a:gd name="T5" fmla="*/ 2147483646 h 189"/>
                  <a:gd name="T6" fmla="*/ 2147483646 w 103"/>
                  <a:gd name="T7" fmla="*/ 2147483646 h 189"/>
                  <a:gd name="T8" fmla="*/ 2147483646 w 103"/>
                  <a:gd name="T9" fmla="*/ 2147483646 h 189"/>
                  <a:gd name="T10" fmla="*/ 2147483646 w 103"/>
                  <a:gd name="T11" fmla="*/ 2147483646 h 189"/>
                  <a:gd name="T12" fmla="*/ 2147483646 w 103"/>
                  <a:gd name="T13" fmla="*/ 2147483646 h 189"/>
                  <a:gd name="T14" fmla="*/ 2147483646 w 103"/>
                  <a:gd name="T15" fmla="*/ 2147483646 h 189"/>
                  <a:gd name="T16" fmla="*/ 2147483646 w 103"/>
                  <a:gd name="T17" fmla="*/ 2147483646 h 189"/>
                  <a:gd name="T18" fmla="*/ 2147483646 w 103"/>
                  <a:gd name="T19" fmla="*/ 2147483646 h 189"/>
                  <a:gd name="T20" fmla="*/ 2147483646 w 103"/>
                  <a:gd name="T21" fmla="*/ 2147483646 h 189"/>
                  <a:gd name="T22" fmla="*/ 2147483646 w 103"/>
                  <a:gd name="T23" fmla="*/ 2147483646 h 189"/>
                  <a:gd name="T24" fmla="*/ 2147483646 w 103"/>
                  <a:gd name="T25" fmla="*/ 2147483646 h 189"/>
                  <a:gd name="T26" fmla="*/ 2147483646 w 103"/>
                  <a:gd name="T27" fmla="*/ 2147483646 h 189"/>
                  <a:gd name="T28" fmla="*/ 2147483646 w 103"/>
                  <a:gd name="T29" fmla="*/ 0 h 189"/>
                  <a:gd name="T30" fmla="*/ 2147483646 w 103"/>
                  <a:gd name="T31" fmla="*/ 2147483646 h 189"/>
                  <a:gd name="T32" fmla="*/ 2147483646 w 103"/>
                  <a:gd name="T33" fmla="*/ 2147483646 h 189"/>
                  <a:gd name="T34" fmla="*/ 2147483646 w 103"/>
                  <a:gd name="T35" fmla="*/ 2147483646 h 189"/>
                  <a:gd name="T36" fmla="*/ 2147483646 w 103"/>
                  <a:gd name="T37" fmla="*/ 2147483646 h 189"/>
                  <a:gd name="T38" fmla="*/ 2147483646 w 103"/>
                  <a:gd name="T39" fmla="*/ 2147483646 h 189"/>
                  <a:gd name="T40" fmla="*/ 2147483646 w 103"/>
                  <a:gd name="T41" fmla="*/ 2147483646 h 189"/>
                  <a:gd name="T42" fmla="*/ 2147483646 w 103"/>
                  <a:gd name="T43" fmla="*/ 2147483646 h 189"/>
                  <a:gd name="T44" fmla="*/ 2147483646 w 103"/>
                  <a:gd name="T45" fmla="*/ 2147483646 h 1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03" h="189">
                    <a:moveTo>
                      <a:pt x="75" y="189"/>
                    </a:moveTo>
                    <a:cubicBezTo>
                      <a:pt x="32" y="189"/>
                      <a:pt x="32" y="189"/>
                      <a:pt x="32" y="189"/>
                    </a:cubicBezTo>
                    <a:cubicBezTo>
                      <a:pt x="16" y="189"/>
                      <a:pt x="4" y="178"/>
                      <a:pt x="4" y="164"/>
                    </a:cubicBezTo>
                    <a:cubicBezTo>
                      <a:pt x="4" y="143"/>
                      <a:pt x="4" y="143"/>
                      <a:pt x="4" y="143"/>
                    </a:cubicBezTo>
                    <a:cubicBezTo>
                      <a:pt x="24" y="143"/>
                      <a:pt x="24" y="143"/>
                      <a:pt x="24" y="143"/>
                    </a:cubicBezTo>
                    <a:cubicBezTo>
                      <a:pt x="24" y="164"/>
                      <a:pt x="24" y="164"/>
                      <a:pt x="24" y="164"/>
                    </a:cubicBezTo>
                    <a:cubicBezTo>
                      <a:pt x="24" y="166"/>
                      <a:pt x="27" y="169"/>
                      <a:pt x="32" y="169"/>
                    </a:cubicBezTo>
                    <a:cubicBezTo>
                      <a:pt x="75" y="169"/>
                      <a:pt x="75" y="169"/>
                      <a:pt x="75" y="169"/>
                    </a:cubicBezTo>
                    <a:cubicBezTo>
                      <a:pt x="80" y="169"/>
                      <a:pt x="83" y="166"/>
                      <a:pt x="83" y="164"/>
                    </a:cubicBezTo>
                    <a:cubicBezTo>
                      <a:pt x="83" y="46"/>
                      <a:pt x="83" y="46"/>
                      <a:pt x="83" y="46"/>
                    </a:cubicBezTo>
                    <a:cubicBezTo>
                      <a:pt x="22" y="63"/>
                      <a:pt x="22" y="63"/>
                      <a:pt x="22" y="63"/>
                    </a:cubicBezTo>
                    <a:cubicBezTo>
                      <a:pt x="16" y="65"/>
                      <a:pt x="9" y="63"/>
                      <a:pt x="5" y="58"/>
                    </a:cubicBezTo>
                    <a:cubicBezTo>
                      <a:pt x="1" y="54"/>
                      <a:pt x="0" y="48"/>
                      <a:pt x="2" y="43"/>
                    </a:cubicBezTo>
                    <a:cubicBezTo>
                      <a:pt x="9" y="27"/>
                      <a:pt x="21" y="14"/>
                      <a:pt x="38" y="6"/>
                    </a:cubicBezTo>
                    <a:cubicBezTo>
                      <a:pt x="49" y="0"/>
                      <a:pt x="49" y="0"/>
                      <a:pt x="49" y="0"/>
                    </a:cubicBezTo>
                    <a:cubicBezTo>
                      <a:pt x="58" y="18"/>
                      <a:pt x="58" y="18"/>
                      <a:pt x="58" y="18"/>
                    </a:cubicBezTo>
                    <a:cubicBezTo>
                      <a:pt x="47" y="24"/>
                      <a:pt x="47" y="24"/>
                      <a:pt x="47" y="24"/>
                    </a:cubicBezTo>
                    <a:cubicBezTo>
                      <a:pt x="38" y="28"/>
                      <a:pt x="31" y="34"/>
                      <a:pt x="26" y="41"/>
                    </a:cubicBezTo>
                    <a:cubicBezTo>
                      <a:pt x="90" y="23"/>
                      <a:pt x="90" y="23"/>
                      <a:pt x="90" y="23"/>
                    </a:cubicBezTo>
                    <a:cubicBezTo>
                      <a:pt x="93" y="22"/>
                      <a:pt x="96" y="23"/>
                      <a:pt x="99" y="24"/>
                    </a:cubicBezTo>
                    <a:cubicBezTo>
                      <a:pt x="102" y="26"/>
                      <a:pt x="103" y="29"/>
                      <a:pt x="103" y="32"/>
                    </a:cubicBezTo>
                    <a:cubicBezTo>
                      <a:pt x="103" y="164"/>
                      <a:pt x="103" y="164"/>
                      <a:pt x="103" y="164"/>
                    </a:cubicBezTo>
                    <a:cubicBezTo>
                      <a:pt x="103" y="178"/>
                      <a:pt x="90" y="189"/>
                      <a:pt x="75" y="189"/>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1" name="Freeform 110"/>
              <p:cNvSpPr/>
              <p:nvPr/>
            </p:nvSpPr>
            <p:spPr bwMode="auto">
              <a:xfrm>
                <a:off x="4048126" y="1289050"/>
                <a:ext cx="344488" cy="58738"/>
              </a:xfrm>
              <a:custGeom>
                <a:avLst/>
                <a:gdLst>
                  <a:gd name="T0" fmla="*/ 2147483646 w 221"/>
                  <a:gd name="T1" fmla="*/ 2147483646 h 38"/>
                  <a:gd name="T2" fmla="*/ 2147483646 w 221"/>
                  <a:gd name="T3" fmla="*/ 2147483646 h 38"/>
                  <a:gd name="T4" fmla="*/ 2147483646 w 221"/>
                  <a:gd name="T5" fmla="*/ 2147483646 h 38"/>
                  <a:gd name="T6" fmla="*/ 0 w 221"/>
                  <a:gd name="T7" fmla="*/ 2147483646 h 38"/>
                  <a:gd name="T8" fmla="*/ 2147483646 w 221"/>
                  <a:gd name="T9" fmla="*/ 0 h 38"/>
                  <a:gd name="T10" fmla="*/ 2147483646 w 221"/>
                  <a:gd name="T11" fmla="*/ 2147483646 h 38"/>
                  <a:gd name="T12" fmla="*/ 2147483646 w 221"/>
                  <a:gd name="T13" fmla="*/ 2147483646 h 38"/>
                  <a:gd name="T14" fmla="*/ 2147483646 w 221"/>
                  <a:gd name="T15" fmla="*/ 2147483646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1" h="38">
                    <a:moveTo>
                      <a:pt x="221" y="38"/>
                    </a:moveTo>
                    <a:cubicBezTo>
                      <a:pt x="44" y="38"/>
                      <a:pt x="44" y="38"/>
                      <a:pt x="44" y="38"/>
                    </a:cubicBezTo>
                    <a:cubicBezTo>
                      <a:pt x="42" y="38"/>
                      <a:pt x="41" y="38"/>
                      <a:pt x="39" y="37"/>
                    </a:cubicBezTo>
                    <a:cubicBezTo>
                      <a:pt x="0" y="18"/>
                      <a:pt x="0" y="18"/>
                      <a:pt x="0" y="18"/>
                    </a:cubicBezTo>
                    <a:cubicBezTo>
                      <a:pt x="9" y="0"/>
                      <a:pt x="9" y="0"/>
                      <a:pt x="9" y="0"/>
                    </a:cubicBezTo>
                    <a:cubicBezTo>
                      <a:pt x="46" y="18"/>
                      <a:pt x="46" y="18"/>
                      <a:pt x="46" y="18"/>
                    </a:cubicBezTo>
                    <a:cubicBezTo>
                      <a:pt x="221" y="18"/>
                      <a:pt x="221" y="18"/>
                      <a:pt x="221" y="18"/>
                    </a:cubicBezTo>
                    <a:lnTo>
                      <a:pt x="221" y="38"/>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2" name="Freeform 111"/>
              <p:cNvSpPr/>
              <p:nvPr/>
            </p:nvSpPr>
            <p:spPr bwMode="auto">
              <a:xfrm>
                <a:off x="4495801" y="1289050"/>
                <a:ext cx="155575" cy="58738"/>
              </a:xfrm>
              <a:custGeom>
                <a:avLst/>
                <a:gdLst>
                  <a:gd name="T0" fmla="*/ 2147483646 w 100"/>
                  <a:gd name="T1" fmla="*/ 2147483646 h 38"/>
                  <a:gd name="T2" fmla="*/ 0 w 100"/>
                  <a:gd name="T3" fmla="*/ 2147483646 h 38"/>
                  <a:gd name="T4" fmla="*/ 0 w 100"/>
                  <a:gd name="T5" fmla="*/ 2147483646 h 38"/>
                  <a:gd name="T6" fmla="*/ 2147483646 w 100"/>
                  <a:gd name="T7" fmla="*/ 2147483646 h 38"/>
                  <a:gd name="T8" fmla="*/ 2147483646 w 100"/>
                  <a:gd name="T9" fmla="*/ 0 h 38"/>
                  <a:gd name="T10" fmla="*/ 2147483646 w 100"/>
                  <a:gd name="T11" fmla="*/ 2147483646 h 38"/>
                  <a:gd name="T12" fmla="*/ 2147483646 w 100"/>
                  <a:gd name="T13" fmla="*/ 2147483646 h 38"/>
                  <a:gd name="T14" fmla="*/ 2147483646 w 100"/>
                  <a:gd name="T15" fmla="*/ 2147483646 h 3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 h="38">
                    <a:moveTo>
                      <a:pt x="56" y="38"/>
                    </a:moveTo>
                    <a:cubicBezTo>
                      <a:pt x="0" y="38"/>
                      <a:pt x="0" y="38"/>
                      <a:pt x="0" y="38"/>
                    </a:cubicBezTo>
                    <a:cubicBezTo>
                      <a:pt x="0" y="18"/>
                      <a:pt x="0" y="18"/>
                      <a:pt x="0" y="18"/>
                    </a:cubicBezTo>
                    <a:cubicBezTo>
                      <a:pt x="54" y="18"/>
                      <a:pt x="54" y="18"/>
                      <a:pt x="54" y="18"/>
                    </a:cubicBezTo>
                    <a:cubicBezTo>
                      <a:pt x="91" y="0"/>
                      <a:pt x="91" y="0"/>
                      <a:pt x="91" y="0"/>
                    </a:cubicBezTo>
                    <a:cubicBezTo>
                      <a:pt x="100" y="18"/>
                      <a:pt x="100" y="18"/>
                      <a:pt x="100" y="18"/>
                    </a:cubicBezTo>
                    <a:cubicBezTo>
                      <a:pt x="60" y="37"/>
                      <a:pt x="60" y="37"/>
                      <a:pt x="60" y="37"/>
                    </a:cubicBezTo>
                    <a:cubicBezTo>
                      <a:pt x="59" y="38"/>
                      <a:pt x="57" y="38"/>
                      <a:pt x="56" y="3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3" name="Line 112"/>
              <p:cNvSpPr>
                <a:spLocks noChangeShapeType="1"/>
              </p:cNvSpPr>
              <p:nvPr/>
            </p:nvSpPr>
            <p:spPr bwMode="auto">
              <a:xfrm>
                <a:off x="4457701" y="1216025"/>
                <a:ext cx="0" cy="0"/>
              </a:xfrm>
              <a:prstGeom prst="line">
                <a:avLst/>
              </a:prstGeom>
              <a:grpFill/>
              <a:ln w="635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4" name="Line 113"/>
              <p:cNvSpPr>
                <a:spLocks noChangeShapeType="1"/>
              </p:cNvSpPr>
              <p:nvPr/>
            </p:nvSpPr>
            <p:spPr bwMode="auto">
              <a:xfrm>
                <a:off x="4240213" y="1216025"/>
                <a:ext cx="0" cy="0"/>
              </a:xfrm>
              <a:prstGeom prst="line">
                <a:avLst/>
              </a:prstGeom>
              <a:grpFill/>
              <a:ln w="6350">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5" name="Oval 114"/>
              <p:cNvSpPr>
                <a:spLocks noChangeArrowheads="1"/>
              </p:cNvSpPr>
              <p:nvPr/>
            </p:nvSpPr>
            <p:spPr bwMode="auto">
              <a:xfrm>
                <a:off x="4359276" y="1300163"/>
                <a:ext cx="65088" cy="65088"/>
              </a:xfrm>
              <a:prstGeom prst="ellipse">
                <a:avLst/>
              </a:prstGeom>
              <a:grpFill/>
              <a:ln w="9525">
                <a:solidFill>
                  <a:srgbClr val="000000"/>
                </a:solidFill>
                <a:round/>
              </a:ln>
            </p:spPr>
            <p:txBody>
              <a:bodyPr/>
              <a:lstStyle/>
              <a:p>
                <a:pPr eaLnBrk="1" hangingPunct="1">
                  <a:buFont typeface="Arial" panose="020B0604020202020204" pitchFamily="34" charset="0"/>
                  <a:buNone/>
                </a:pPr>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6" name="Oval 115"/>
              <p:cNvSpPr>
                <a:spLocks noChangeArrowheads="1"/>
              </p:cNvSpPr>
              <p:nvPr/>
            </p:nvSpPr>
            <p:spPr bwMode="auto">
              <a:xfrm>
                <a:off x="4460876" y="1300163"/>
                <a:ext cx="63500" cy="65088"/>
              </a:xfrm>
              <a:prstGeom prst="ellipse">
                <a:avLst/>
              </a:prstGeom>
              <a:grpFill/>
              <a:ln w="9525">
                <a:solidFill>
                  <a:srgbClr val="000000"/>
                </a:solidFill>
                <a:round/>
              </a:ln>
            </p:spPr>
            <p:txBody>
              <a:bodyPr/>
              <a:lstStyle/>
              <a:p>
                <a:pPr eaLnBrk="1" hangingPunct="1">
                  <a:buFont typeface="Arial" panose="020B0604020202020204" pitchFamily="34" charset="0"/>
                  <a:buNone/>
                </a:pPr>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7" name="Freeform 116"/>
              <p:cNvSpPr/>
              <p:nvPr/>
            </p:nvSpPr>
            <p:spPr bwMode="auto">
              <a:xfrm>
                <a:off x="3995738" y="1090613"/>
                <a:ext cx="65088" cy="79375"/>
              </a:xfrm>
              <a:custGeom>
                <a:avLst/>
                <a:gdLst>
                  <a:gd name="T0" fmla="*/ 2147483646 w 41"/>
                  <a:gd name="T1" fmla="*/ 2147483646 h 50"/>
                  <a:gd name="T2" fmla="*/ 0 w 41"/>
                  <a:gd name="T3" fmla="*/ 2147483646 h 50"/>
                  <a:gd name="T4" fmla="*/ 2147483646 w 41"/>
                  <a:gd name="T5" fmla="*/ 0 h 50"/>
                  <a:gd name="T6" fmla="*/ 2147483646 w 41"/>
                  <a:gd name="T7" fmla="*/ 2147483646 h 50"/>
                  <a:gd name="T8" fmla="*/ 2147483646 w 41"/>
                  <a:gd name="T9" fmla="*/ 2147483646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50">
                    <a:moveTo>
                      <a:pt x="17" y="50"/>
                    </a:moveTo>
                    <a:lnTo>
                      <a:pt x="0" y="40"/>
                    </a:lnTo>
                    <a:lnTo>
                      <a:pt x="24" y="0"/>
                    </a:lnTo>
                    <a:lnTo>
                      <a:pt x="41" y="10"/>
                    </a:lnTo>
                    <a:lnTo>
                      <a:pt x="17" y="50"/>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68" name="Freeform 117"/>
              <p:cNvSpPr/>
              <p:nvPr/>
            </p:nvSpPr>
            <p:spPr bwMode="auto">
              <a:xfrm>
                <a:off x="4637088" y="1090613"/>
                <a:ext cx="65088" cy="79375"/>
              </a:xfrm>
              <a:custGeom>
                <a:avLst/>
                <a:gdLst>
                  <a:gd name="T0" fmla="*/ 2147483646 w 41"/>
                  <a:gd name="T1" fmla="*/ 2147483646 h 50"/>
                  <a:gd name="T2" fmla="*/ 0 w 41"/>
                  <a:gd name="T3" fmla="*/ 2147483646 h 50"/>
                  <a:gd name="T4" fmla="*/ 2147483646 w 41"/>
                  <a:gd name="T5" fmla="*/ 0 h 50"/>
                  <a:gd name="T6" fmla="*/ 2147483646 w 41"/>
                  <a:gd name="T7" fmla="*/ 2147483646 h 50"/>
                  <a:gd name="T8" fmla="*/ 2147483646 w 41"/>
                  <a:gd name="T9" fmla="*/ 2147483646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50">
                    <a:moveTo>
                      <a:pt x="24" y="50"/>
                    </a:moveTo>
                    <a:lnTo>
                      <a:pt x="0" y="10"/>
                    </a:lnTo>
                    <a:lnTo>
                      <a:pt x="17" y="0"/>
                    </a:lnTo>
                    <a:lnTo>
                      <a:pt x="41" y="40"/>
                    </a:lnTo>
                    <a:lnTo>
                      <a:pt x="24" y="50"/>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24" name="组合 517"/>
            <p:cNvGrpSpPr/>
            <p:nvPr/>
          </p:nvGrpSpPr>
          <p:grpSpPr bwMode="auto">
            <a:xfrm>
              <a:off x="8642979" y="2193131"/>
              <a:ext cx="573686" cy="397250"/>
              <a:chOff x="882651" y="931864"/>
              <a:chExt cx="841375" cy="582612"/>
            </a:xfrm>
            <a:grpFill/>
          </p:grpSpPr>
          <p:sp>
            <p:nvSpPr>
              <p:cNvPr id="45" name="Freeform 5"/>
              <p:cNvSpPr>
                <a:spLocks noEditPoints="1"/>
              </p:cNvSpPr>
              <p:nvPr/>
            </p:nvSpPr>
            <p:spPr bwMode="auto">
              <a:xfrm>
                <a:off x="968376" y="1425576"/>
                <a:ext cx="304800" cy="44450"/>
              </a:xfrm>
              <a:custGeom>
                <a:avLst/>
                <a:gdLst>
                  <a:gd name="T0" fmla="*/ 2147483646 w 197"/>
                  <a:gd name="T1" fmla="*/ 2147483646 h 29"/>
                  <a:gd name="T2" fmla="*/ 2147483646 w 197"/>
                  <a:gd name="T3" fmla="*/ 2147483646 h 29"/>
                  <a:gd name="T4" fmla="*/ 0 w 197"/>
                  <a:gd name="T5" fmla="*/ 2147483646 h 29"/>
                  <a:gd name="T6" fmla="*/ 0 w 197"/>
                  <a:gd name="T7" fmla="*/ 2147483646 h 29"/>
                  <a:gd name="T8" fmla="*/ 2147483646 w 197"/>
                  <a:gd name="T9" fmla="*/ 0 h 29"/>
                  <a:gd name="T10" fmla="*/ 2147483646 w 197"/>
                  <a:gd name="T11" fmla="*/ 0 h 29"/>
                  <a:gd name="T12" fmla="*/ 2147483646 w 197"/>
                  <a:gd name="T13" fmla="*/ 2147483646 h 29"/>
                  <a:gd name="T14" fmla="*/ 2147483646 w 197"/>
                  <a:gd name="T15" fmla="*/ 2147483646 h 29"/>
                  <a:gd name="T16" fmla="*/ 2147483646 w 197"/>
                  <a:gd name="T17" fmla="*/ 2147483646 h 29"/>
                  <a:gd name="T18" fmla="*/ 2147483646 w 197"/>
                  <a:gd name="T19" fmla="*/ 2147483646 h 29"/>
                  <a:gd name="T20" fmla="*/ 2147483646 w 197"/>
                  <a:gd name="T21" fmla="*/ 2147483646 h 29"/>
                  <a:gd name="T22" fmla="*/ 2147483646 w 197"/>
                  <a:gd name="T23" fmla="*/ 2147483646 h 29"/>
                  <a:gd name="T24" fmla="*/ 2147483646 w 197"/>
                  <a:gd name="T25" fmla="*/ 2147483646 h 29"/>
                  <a:gd name="T26" fmla="*/ 2147483646 w 197"/>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7" h="29">
                    <a:moveTo>
                      <a:pt x="195" y="29"/>
                    </a:moveTo>
                    <a:cubicBezTo>
                      <a:pt x="2" y="29"/>
                      <a:pt x="2" y="29"/>
                      <a:pt x="2" y="29"/>
                    </a:cubicBezTo>
                    <a:cubicBezTo>
                      <a:pt x="1" y="29"/>
                      <a:pt x="0" y="28"/>
                      <a:pt x="0" y="27"/>
                    </a:cubicBezTo>
                    <a:cubicBezTo>
                      <a:pt x="0" y="2"/>
                      <a:pt x="0" y="2"/>
                      <a:pt x="0" y="2"/>
                    </a:cubicBezTo>
                    <a:cubicBezTo>
                      <a:pt x="0" y="1"/>
                      <a:pt x="1" y="0"/>
                      <a:pt x="2" y="0"/>
                    </a:cubicBezTo>
                    <a:cubicBezTo>
                      <a:pt x="195" y="0"/>
                      <a:pt x="195" y="0"/>
                      <a:pt x="195" y="0"/>
                    </a:cubicBezTo>
                    <a:cubicBezTo>
                      <a:pt x="197" y="0"/>
                      <a:pt x="197" y="1"/>
                      <a:pt x="197" y="2"/>
                    </a:cubicBezTo>
                    <a:cubicBezTo>
                      <a:pt x="197" y="27"/>
                      <a:pt x="197" y="27"/>
                      <a:pt x="197" y="27"/>
                    </a:cubicBezTo>
                    <a:cubicBezTo>
                      <a:pt x="197" y="28"/>
                      <a:pt x="197" y="29"/>
                      <a:pt x="195" y="29"/>
                    </a:cubicBezTo>
                    <a:close/>
                    <a:moveTo>
                      <a:pt x="4" y="25"/>
                    </a:moveTo>
                    <a:cubicBezTo>
                      <a:pt x="193" y="25"/>
                      <a:pt x="193" y="25"/>
                      <a:pt x="193" y="25"/>
                    </a:cubicBezTo>
                    <a:cubicBezTo>
                      <a:pt x="193" y="4"/>
                      <a:pt x="193" y="4"/>
                      <a:pt x="193" y="4"/>
                    </a:cubicBezTo>
                    <a:cubicBezTo>
                      <a:pt x="4" y="4"/>
                      <a:pt x="4" y="4"/>
                      <a:pt x="4" y="4"/>
                    </a:cubicBezTo>
                    <a:lnTo>
                      <a:pt x="4" y="2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6" name="Freeform 6"/>
              <p:cNvSpPr>
                <a:spLocks noEditPoints="1"/>
              </p:cNvSpPr>
              <p:nvPr/>
            </p:nvSpPr>
            <p:spPr bwMode="auto">
              <a:xfrm>
                <a:off x="1316039" y="1425576"/>
                <a:ext cx="306388" cy="44450"/>
              </a:xfrm>
              <a:custGeom>
                <a:avLst/>
                <a:gdLst>
                  <a:gd name="T0" fmla="*/ 2147483646 w 198"/>
                  <a:gd name="T1" fmla="*/ 2147483646 h 29"/>
                  <a:gd name="T2" fmla="*/ 2147483646 w 198"/>
                  <a:gd name="T3" fmla="*/ 2147483646 h 29"/>
                  <a:gd name="T4" fmla="*/ 0 w 198"/>
                  <a:gd name="T5" fmla="*/ 2147483646 h 29"/>
                  <a:gd name="T6" fmla="*/ 0 w 198"/>
                  <a:gd name="T7" fmla="*/ 2147483646 h 29"/>
                  <a:gd name="T8" fmla="*/ 2147483646 w 198"/>
                  <a:gd name="T9" fmla="*/ 0 h 29"/>
                  <a:gd name="T10" fmla="*/ 2147483646 w 198"/>
                  <a:gd name="T11" fmla="*/ 0 h 29"/>
                  <a:gd name="T12" fmla="*/ 2147483646 w 198"/>
                  <a:gd name="T13" fmla="*/ 2147483646 h 29"/>
                  <a:gd name="T14" fmla="*/ 2147483646 w 198"/>
                  <a:gd name="T15" fmla="*/ 2147483646 h 29"/>
                  <a:gd name="T16" fmla="*/ 2147483646 w 198"/>
                  <a:gd name="T17" fmla="*/ 2147483646 h 29"/>
                  <a:gd name="T18" fmla="*/ 2147483646 w 198"/>
                  <a:gd name="T19" fmla="*/ 2147483646 h 29"/>
                  <a:gd name="T20" fmla="*/ 2147483646 w 198"/>
                  <a:gd name="T21" fmla="*/ 2147483646 h 29"/>
                  <a:gd name="T22" fmla="*/ 2147483646 w 198"/>
                  <a:gd name="T23" fmla="*/ 2147483646 h 29"/>
                  <a:gd name="T24" fmla="*/ 2147483646 w 198"/>
                  <a:gd name="T25" fmla="*/ 2147483646 h 29"/>
                  <a:gd name="T26" fmla="*/ 2147483646 w 198"/>
                  <a:gd name="T27" fmla="*/ 2147483646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 h="29">
                    <a:moveTo>
                      <a:pt x="196" y="29"/>
                    </a:moveTo>
                    <a:cubicBezTo>
                      <a:pt x="2" y="29"/>
                      <a:pt x="2" y="29"/>
                      <a:pt x="2" y="29"/>
                    </a:cubicBezTo>
                    <a:cubicBezTo>
                      <a:pt x="1" y="29"/>
                      <a:pt x="0" y="28"/>
                      <a:pt x="0" y="27"/>
                    </a:cubicBezTo>
                    <a:cubicBezTo>
                      <a:pt x="0" y="2"/>
                      <a:pt x="0" y="2"/>
                      <a:pt x="0" y="2"/>
                    </a:cubicBezTo>
                    <a:cubicBezTo>
                      <a:pt x="0" y="1"/>
                      <a:pt x="1" y="0"/>
                      <a:pt x="2" y="0"/>
                    </a:cubicBezTo>
                    <a:cubicBezTo>
                      <a:pt x="196" y="0"/>
                      <a:pt x="196" y="0"/>
                      <a:pt x="196" y="0"/>
                    </a:cubicBezTo>
                    <a:cubicBezTo>
                      <a:pt x="197" y="0"/>
                      <a:pt x="198" y="1"/>
                      <a:pt x="198" y="2"/>
                    </a:cubicBezTo>
                    <a:cubicBezTo>
                      <a:pt x="198" y="27"/>
                      <a:pt x="198" y="27"/>
                      <a:pt x="198" y="27"/>
                    </a:cubicBezTo>
                    <a:cubicBezTo>
                      <a:pt x="198" y="28"/>
                      <a:pt x="197" y="29"/>
                      <a:pt x="196" y="29"/>
                    </a:cubicBezTo>
                    <a:close/>
                    <a:moveTo>
                      <a:pt x="4" y="25"/>
                    </a:moveTo>
                    <a:cubicBezTo>
                      <a:pt x="194" y="25"/>
                      <a:pt x="194" y="25"/>
                      <a:pt x="194" y="25"/>
                    </a:cubicBezTo>
                    <a:cubicBezTo>
                      <a:pt x="194" y="4"/>
                      <a:pt x="194" y="4"/>
                      <a:pt x="194" y="4"/>
                    </a:cubicBezTo>
                    <a:cubicBezTo>
                      <a:pt x="4" y="4"/>
                      <a:pt x="4" y="4"/>
                      <a:pt x="4" y="4"/>
                    </a:cubicBezTo>
                    <a:lnTo>
                      <a:pt x="4" y="25"/>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7" name="Freeform 7"/>
              <p:cNvSpPr/>
              <p:nvPr/>
            </p:nvSpPr>
            <p:spPr bwMode="auto">
              <a:xfrm>
                <a:off x="1135064" y="1463676"/>
                <a:ext cx="320675" cy="50800"/>
              </a:xfrm>
              <a:custGeom>
                <a:avLst/>
                <a:gdLst>
                  <a:gd name="T0" fmla="*/ 2147483646 w 206"/>
                  <a:gd name="T1" fmla="*/ 2147483646 h 33"/>
                  <a:gd name="T2" fmla="*/ 2147483646 w 206"/>
                  <a:gd name="T3" fmla="*/ 2147483646 h 33"/>
                  <a:gd name="T4" fmla="*/ 2147483646 w 206"/>
                  <a:gd name="T5" fmla="*/ 2147483646 h 33"/>
                  <a:gd name="T6" fmla="*/ 0 w 206"/>
                  <a:gd name="T7" fmla="*/ 2147483646 h 33"/>
                  <a:gd name="T8" fmla="*/ 2147483646 w 206"/>
                  <a:gd name="T9" fmla="*/ 0 h 33"/>
                  <a:gd name="T10" fmla="*/ 2147483646 w 206"/>
                  <a:gd name="T11" fmla="*/ 2147483646 h 33"/>
                  <a:gd name="T12" fmla="*/ 2147483646 w 206"/>
                  <a:gd name="T13" fmla="*/ 2147483646 h 33"/>
                  <a:gd name="T14" fmla="*/ 2147483646 w 206"/>
                  <a:gd name="T15" fmla="*/ 2147483646 h 33"/>
                  <a:gd name="T16" fmla="*/ 2147483646 w 206"/>
                  <a:gd name="T17" fmla="*/ 2147483646 h 33"/>
                  <a:gd name="T18" fmla="*/ 2147483646 w 206"/>
                  <a:gd name="T19" fmla="*/ 0 h 33"/>
                  <a:gd name="T20" fmla="*/ 2147483646 w 206"/>
                  <a:gd name="T21" fmla="*/ 2147483646 h 33"/>
                  <a:gd name="T22" fmla="*/ 2147483646 w 206"/>
                  <a:gd name="T23" fmla="*/ 2147483646 h 33"/>
                  <a:gd name="T24" fmla="*/ 2147483646 w 206"/>
                  <a:gd name="T25" fmla="*/ 2147483646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6" h="33">
                    <a:moveTo>
                      <a:pt x="202" y="33"/>
                    </a:moveTo>
                    <a:cubicBezTo>
                      <a:pt x="4" y="33"/>
                      <a:pt x="4" y="33"/>
                      <a:pt x="4" y="33"/>
                    </a:cubicBezTo>
                    <a:cubicBezTo>
                      <a:pt x="3" y="33"/>
                      <a:pt x="2" y="32"/>
                      <a:pt x="1" y="31"/>
                    </a:cubicBezTo>
                    <a:cubicBezTo>
                      <a:pt x="0" y="30"/>
                      <a:pt x="0" y="29"/>
                      <a:pt x="0" y="28"/>
                    </a:cubicBezTo>
                    <a:cubicBezTo>
                      <a:pt x="8" y="0"/>
                      <a:pt x="8" y="0"/>
                      <a:pt x="8" y="0"/>
                    </a:cubicBezTo>
                    <a:cubicBezTo>
                      <a:pt x="16" y="3"/>
                      <a:pt x="16" y="3"/>
                      <a:pt x="16" y="3"/>
                    </a:cubicBezTo>
                    <a:cubicBezTo>
                      <a:pt x="10" y="25"/>
                      <a:pt x="10" y="25"/>
                      <a:pt x="10" y="25"/>
                    </a:cubicBezTo>
                    <a:cubicBezTo>
                      <a:pt x="197" y="25"/>
                      <a:pt x="197" y="25"/>
                      <a:pt x="197" y="25"/>
                    </a:cubicBezTo>
                    <a:cubicBezTo>
                      <a:pt x="190" y="3"/>
                      <a:pt x="190" y="3"/>
                      <a:pt x="190" y="3"/>
                    </a:cubicBezTo>
                    <a:cubicBezTo>
                      <a:pt x="198" y="0"/>
                      <a:pt x="198" y="0"/>
                      <a:pt x="198" y="0"/>
                    </a:cubicBezTo>
                    <a:cubicBezTo>
                      <a:pt x="206" y="28"/>
                      <a:pt x="206" y="28"/>
                      <a:pt x="206" y="28"/>
                    </a:cubicBezTo>
                    <a:cubicBezTo>
                      <a:pt x="206" y="29"/>
                      <a:pt x="206" y="30"/>
                      <a:pt x="205" y="31"/>
                    </a:cubicBezTo>
                    <a:cubicBezTo>
                      <a:pt x="204" y="32"/>
                      <a:pt x="203" y="33"/>
                      <a:pt x="202" y="33"/>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8" name="Freeform 8"/>
              <p:cNvSpPr/>
              <p:nvPr/>
            </p:nvSpPr>
            <p:spPr bwMode="auto">
              <a:xfrm>
                <a:off x="882651" y="950914"/>
                <a:ext cx="825500" cy="482600"/>
              </a:xfrm>
              <a:custGeom>
                <a:avLst/>
                <a:gdLst>
                  <a:gd name="T0" fmla="*/ 2147483646 w 532"/>
                  <a:gd name="T1" fmla="*/ 2147483646 h 311"/>
                  <a:gd name="T2" fmla="*/ 2147483646 w 532"/>
                  <a:gd name="T3" fmla="*/ 2147483646 h 311"/>
                  <a:gd name="T4" fmla="*/ 0 w 532"/>
                  <a:gd name="T5" fmla="*/ 2147483646 h 311"/>
                  <a:gd name="T6" fmla="*/ 0 w 532"/>
                  <a:gd name="T7" fmla="*/ 2147483646 h 311"/>
                  <a:gd name="T8" fmla="*/ 2147483646 w 532"/>
                  <a:gd name="T9" fmla="*/ 0 h 311"/>
                  <a:gd name="T10" fmla="*/ 2147483646 w 532"/>
                  <a:gd name="T11" fmla="*/ 0 h 311"/>
                  <a:gd name="T12" fmla="*/ 2147483646 w 532"/>
                  <a:gd name="T13" fmla="*/ 2147483646 h 311"/>
                  <a:gd name="T14" fmla="*/ 2147483646 w 532"/>
                  <a:gd name="T15" fmla="*/ 2147483646 h 311"/>
                  <a:gd name="T16" fmla="*/ 2147483646 w 532"/>
                  <a:gd name="T17" fmla="*/ 2147483646 h 311"/>
                  <a:gd name="T18" fmla="*/ 2147483646 w 532"/>
                  <a:gd name="T19" fmla="*/ 2147483646 h 311"/>
                  <a:gd name="T20" fmla="*/ 2147483646 w 532"/>
                  <a:gd name="T21" fmla="*/ 2147483646 h 311"/>
                  <a:gd name="T22" fmla="*/ 2147483646 w 532"/>
                  <a:gd name="T23" fmla="*/ 2147483646 h 311"/>
                  <a:gd name="T24" fmla="*/ 2147483646 w 532"/>
                  <a:gd name="T25" fmla="*/ 2147483646 h 311"/>
                  <a:gd name="T26" fmla="*/ 2147483646 w 532"/>
                  <a:gd name="T27" fmla="*/ 2147483646 h 311"/>
                  <a:gd name="T28" fmla="*/ 2147483646 w 532"/>
                  <a:gd name="T29" fmla="*/ 2147483646 h 311"/>
                  <a:gd name="T30" fmla="*/ 2147483646 w 532"/>
                  <a:gd name="T31" fmla="*/ 2147483646 h 311"/>
                  <a:gd name="T32" fmla="*/ 2147483646 w 532"/>
                  <a:gd name="T33" fmla="*/ 2147483646 h 3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2" h="311">
                    <a:moveTo>
                      <a:pt x="528" y="311"/>
                    </a:moveTo>
                    <a:cubicBezTo>
                      <a:pt x="4" y="311"/>
                      <a:pt x="4" y="311"/>
                      <a:pt x="4" y="311"/>
                    </a:cubicBezTo>
                    <a:cubicBezTo>
                      <a:pt x="2" y="311"/>
                      <a:pt x="0" y="310"/>
                      <a:pt x="0" y="307"/>
                    </a:cubicBezTo>
                    <a:cubicBezTo>
                      <a:pt x="0" y="4"/>
                      <a:pt x="0" y="4"/>
                      <a:pt x="0" y="4"/>
                    </a:cubicBezTo>
                    <a:cubicBezTo>
                      <a:pt x="0" y="2"/>
                      <a:pt x="2" y="0"/>
                      <a:pt x="4" y="0"/>
                    </a:cubicBezTo>
                    <a:cubicBezTo>
                      <a:pt x="528" y="0"/>
                      <a:pt x="528" y="0"/>
                      <a:pt x="528" y="0"/>
                    </a:cubicBezTo>
                    <a:cubicBezTo>
                      <a:pt x="531" y="0"/>
                      <a:pt x="532" y="2"/>
                      <a:pt x="532" y="4"/>
                    </a:cubicBezTo>
                    <a:cubicBezTo>
                      <a:pt x="532" y="182"/>
                      <a:pt x="532" y="182"/>
                      <a:pt x="532" y="182"/>
                    </a:cubicBezTo>
                    <a:cubicBezTo>
                      <a:pt x="524" y="182"/>
                      <a:pt x="524" y="182"/>
                      <a:pt x="524" y="182"/>
                    </a:cubicBezTo>
                    <a:cubicBezTo>
                      <a:pt x="524" y="8"/>
                      <a:pt x="524" y="8"/>
                      <a:pt x="524" y="8"/>
                    </a:cubicBezTo>
                    <a:cubicBezTo>
                      <a:pt x="8" y="8"/>
                      <a:pt x="8" y="8"/>
                      <a:pt x="8" y="8"/>
                    </a:cubicBezTo>
                    <a:cubicBezTo>
                      <a:pt x="8" y="303"/>
                      <a:pt x="8" y="303"/>
                      <a:pt x="8" y="303"/>
                    </a:cubicBezTo>
                    <a:cubicBezTo>
                      <a:pt x="524" y="303"/>
                      <a:pt x="524" y="303"/>
                      <a:pt x="524" y="303"/>
                    </a:cubicBezTo>
                    <a:cubicBezTo>
                      <a:pt x="524" y="246"/>
                      <a:pt x="524" y="246"/>
                      <a:pt x="524" y="246"/>
                    </a:cubicBezTo>
                    <a:cubicBezTo>
                      <a:pt x="532" y="246"/>
                      <a:pt x="532" y="246"/>
                      <a:pt x="532" y="246"/>
                    </a:cubicBezTo>
                    <a:cubicBezTo>
                      <a:pt x="532" y="307"/>
                      <a:pt x="532" y="307"/>
                      <a:pt x="532" y="307"/>
                    </a:cubicBezTo>
                    <a:cubicBezTo>
                      <a:pt x="532" y="310"/>
                      <a:pt x="531" y="311"/>
                      <a:pt x="528" y="31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9" name="Rectangle 9"/>
              <p:cNvSpPr>
                <a:spLocks noChangeArrowheads="1"/>
              </p:cNvSpPr>
              <p:nvPr/>
            </p:nvSpPr>
            <p:spPr bwMode="auto">
              <a:xfrm>
                <a:off x="889001" y="1390651"/>
                <a:ext cx="812800" cy="4763"/>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0" name="Rectangle 10"/>
              <p:cNvSpPr>
                <a:spLocks noChangeArrowheads="1"/>
              </p:cNvSpPr>
              <p:nvPr/>
            </p:nvSpPr>
            <p:spPr bwMode="auto">
              <a:xfrm>
                <a:off x="1285876" y="931864"/>
                <a:ext cx="19050" cy="30163"/>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1" name="Oval 11"/>
              <p:cNvSpPr>
                <a:spLocks noChangeArrowheads="1"/>
              </p:cNvSpPr>
              <p:nvPr/>
            </p:nvSpPr>
            <p:spPr bwMode="auto">
              <a:xfrm>
                <a:off x="1679576" y="1225551"/>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52" name="Oval 12"/>
              <p:cNvSpPr>
                <a:spLocks noChangeArrowheads="1"/>
              </p:cNvSpPr>
              <p:nvPr/>
            </p:nvSpPr>
            <p:spPr bwMode="auto">
              <a:xfrm>
                <a:off x="1679576" y="1296989"/>
                <a:ext cx="44450" cy="44450"/>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nvGrpSpPr>
            <p:cNvPr id="25" name="组合 116"/>
            <p:cNvGrpSpPr/>
            <p:nvPr/>
          </p:nvGrpSpPr>
          <p:grpSpPr bwMode="auto">
            <a:xfrm>
              <a:off x="9518219" y="2147269"/>
              <a:ext cx="324840" cy="498591"/>
              <a:chOff x="862013" y="1049338"/>
              <a:chExt cx="546100" cy="838199"/>
            </a:xfrm>
            <a:grpFill/>
          </p:grpSpPr>
          <p:sp>
            <p:nvSpPr>
              <p:cNvPr id="26" name="Freeform 1016"/>
              <p:cNvSpPr>
                <a:spLocks noEditPoints="1"/>
              </p:cNvSpPr>
              <p:nvPr/>
            </p:nvSpPr>
            <p:spPr bwMode="auto">
              <a:xfrm>
                <a:off x="912813" y="1244600"/>
                <a:ext cx="433388" cy="434975"/>
              </a:xfrm>
              <a:custGeom>
                <a:avLst/>
                <a:gdLst>
                  <a:gd name="T0" fmla="*/ 2147483646 w 279"/>
                  <a:gd name="T1" fmla="*/ 2147483646 h 279"/>
                  <a:gd name="T2" fmla="*/ 0 w 279"/>
                  <a:gd name="T3" fmla="*/ 2147483646 h 279"/>
                  <a:gd name="T4" fmla="*/ 2147483646 w 279"/>
                  <a:gd name="T5" fmla="*/ 0 h 279"/>
                  <a:gd name="T6" fmla="*/ 2147483646 w 279"/>
                  <a:gd name="T7" fmla="*/ 2147483646 h 279"/>
                  <a:gd name="T8" fmla="*/ 2147483646 w 279"/>
                  <a:gd name="T9" fmla="*/ 2147483646 h 279"/>
                  <a:gd name="T10" fmla="*/ 2147483646 w 279"/>
                  <a:gd name="T11" fmla="*/ 2147483646 h 279"/>
                  <a:gd name="T12" fmla="*/ 2147483646 w 279"/>
                  <a:gd name="T13" fmla="*/ 2147483646 h 279"/>
                  <a:gd name="T14" fmla="*/ 2147483646 w 279"/>
                  <a:gd name="T15" fmla="*/ 2147483646 h 279"/>
                  <a:gd name="T16" fmla="*/ 2147483646 w 279"/>
                  <a:gd name="T17" fmla="*/ 2147483646 h 279"/>
                  <a:gd name="T18" fmla="*/ 2147483646 w 279"/>
                  <a:gd name="T19" fmla="*/ 2147483646 h 2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79" h="279">
                    <a:moveTo>
                      <a:pt x="140" y="279"/>
                    </a:moveTo>
                    <a:cubicBezTo>
                      <a:pt x="63" y="279"/>
                      <a:pt x="0" y="217"/>
                      <a:pt x="0" y="140"/>
                    </a:cubicBezTo>
                    <a:cubicBezTo>
                      <a:pt x="0" y="63"/>
                      <a:pt x="63" y="0"/>
                      <a:pt x="140" y="0"/>
                    </a:cubicBezTo>
                    <a:cubicBezTo>
                      <a:pt x="217" y="0"/>
                      <a:pt x="279" y="63"/>
                      <a:pt x="279" y="140"/>
                    </a:cubicBezTo>
                    <a:cubicBezTo>
                      <a:pt x="279" y="217"/>
                      <a:pt x="217" y="279"/>
                      <a:pt x="140" y="279"/>
                    </a:cubicBezTo>
                    <a:close/>
                    <a:moveTo>
                      <a:pt x="140" y="4"/>
                    </a:moveTo>
                    <a:cubicBezTo>
                      <a:pt x="65" y="4"/>
                      <a:pt x="4" y="65"/>
                      <a:pt x="4" y="140"/>
                    </a:cubicBezTo>
                    <a:cubicBezTo>
                      <a:pt x="4" y="215"/>
                      <a:pt x="65" y="275"/>
                      <a:pt x="140" y="275"/>
                    </a:cubicBezTo>
                    <a:cubicBezTo>
                      <a:pt x="215" y="275"/>
                      <a:pt x="275" y="215"/>
                      <a:pt x="275" y="140"/>
                    </a:cubicBezTo>
                    <a:cubicBezTo>
                      <a:pt x="275" y="65"/>
                      <a:pt x="215" y="4"/>
                      <a:pt x="140" y="4"/>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7" name="Freeform 1017"/>
              <p:cNvSpPr>
                <a:spLocks noEditPoints="1"/>
              </p:cNvSpPr>
              <p:nvPr/>
            </p:nvSpPr>
            <p:spPr bwMode="auto">
              <a:xfrm>
                <a:off x="862013" y="1193800"/>
                <a:ext cx="536575" cy="539750"/>
              </a:xfrm>
              <a:custGeom>
                <a:avLst/>
                <a:gdLst>
                  <a:gd name="T0" fmla="*/ 2147483646 w 346"/>
                  <a:gd name="T1" fmla="*/ 2147483646 h 346"/>
                  <a:gd name="T2" fmla="*/ 0 w 346"/>
                  <a:gd name="T3" fmla="*/ 2147483646 h 346"/>
                  <a:gd name="T4" fmla="*/ 2147483646 w 346"/>
                  <a:gd name="T5" fmla="*/ 0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46" h="346">
                    <a:moveTo>
                      <a:pt x="173" y="346"/>
                    </a:moveTo>
                    <a:cubicBezTo>
                      <a:pt x="77" y="346"/>
                      <a:pt x="0" y="268"/>
                      <a:pt x="0" y="173"/>
                    </a:cubicBezTo>
                    <a:cubicBezTo>
                      <a:pt x="0" y="77"/>
                      <a:pt x="77" y="0"/>
                      <a:pt x="173" y="0"/>
                    </a:cubicBezTo>
                    <a:cubicBezTo>
                      <a:pt x="268" y="0"/>
                      <a:pt x="346" y="77"/>
                      <a:pt x="346" y="173"/>
                    </a:cubicBezTo>
                    <a:cubicBezTo>
                      <a:pt x="346" y="268"/>
                      <a:pt x="268" y="346"/>
                      <a:pt x="173" y="346"/>
                    </a:cubicBezTo>
                    <a:close/>
                    <a:moveTo>
                      <a:pt x="173" y="8"/>
                    </a:moveTo>
                    <a:cubicBezTo>
                      <a:pt x="82" y="8"/>
                      <a:pt x="8" y="82"/>
                      <a:pt x="8" y="173"/>
                    </a:cubicBezTo>
                    <a:cubicBezTo>
                      <a:pt x="8" y="264"/>
                      <a:pt x="82" y="338"/>
                      <a:pt x="173" y="338"/>
                    </a:cubicBezTo>
                    <a:cubicBezTo>
                      <a:pt x="264" y="338"/>
                      <a:pt x="338" y="264"/>
                      <a:pt x="338" y="173"/>
                    </a:cubicBezTo>
                    <a:cubicBezTo>
                      <a:pt x="338" y="82"/>
                      <a:pt x="264" y="8"/>
                      <a:pt x="173" y="8"/>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8" name="Freeform 1018"/>
              <p:cNvSpPr/>
              <p:nvPr/>
            </p:nvSpPr>
            <p:spPr bwMode="auto">
              <a:xfrm>
                <a:off x="892175" y="1160463"/>
                <a:ext cx="120650" cy="185737"/>
              </a:xfrm>
              <a:custGeom>
                <a:avLst/>
                <a:gdLst>
                  <a:gd name="T0" fmla="*/ 2147483646 w 76"/>
                  <a:gd name="T1" fmla="*/ 2147483646 h 117"/>
                  <a:gd name="T2" fmla="*/ 0 w 76"/>
                  <a:gd name="T3" fmla="*/ 2147483646 h 117"/>
                  <a:gd name="T4" fmla="*/ 2147483646 w 76"/>
                  <a:gd name="T5" fmla="*/ 0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6" y="117"/>
                    </a:moveTo>
                    <a:lnTo>
                      <a:pt x="0" y="113"/>
                    </a:lnTo>
                    <a:lnTo>
                      <a:pt x="59" y="0"/>
                    </a:lnTo>
                    <a:lnTo>
                      <a:pt x="76" y="0"/>
                    </a:lnTo>
                    <a:lnTo>
                      <a:pt x="76" y="44"/>
                    </a:lnTo>
                    <a:lnTo>
                      <a:pt x="68" y="44"/>
                    </a:lnTo>
                    <a:lnTo>
                      <a:pt x="68" y="8"/>
                    </a:lnTo>
                    <a:lnTo>
                      <a:pt x="64" y="8"/>
                    </a:lnTo>
                    <a:lnTo>
                      <a:pt x="6"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29" name="Freeform 1019"/>
              <p:cNvSpPr/>
              <p:nvPr/>
            </p:nvSpPr>
            <p:spPr bwMode="auto">
              <a:xfrm>
                <a:off x="1247775" y="1160463"/>
                <a:ext cx="122238" cy="185737"/>
              </a:xfrm>
              <a:custGeom>
                <a:avLst/>
                <a:gdLst>
                  <a:gd name="T0" fmla="*/ 2147483646 w 77"/>
                  <a:gd name="T1" fmla="*/ 2147483646 h 117"/>
                  <a:gd name="T2" fmla="*/ 2147483646 w 77"/>
                  <a:gd name="T3" fmla="*/ 2147483646 h 117"/>
                  <a:gd name="T4" fmla="*/ 2147483646 w 77"/>
                  <a:gd name="T5" fmla="*/ 2147483646 h 117"/>
                  <a:gd name="T6" fmla="*/ 2147483646 w 77"/>
                  <a:gd name="T7" fmla="*/ 2147483646 h 117"/>
                  <a:gd name="T8" fmla="*/ 0 w 77"/>
                  <a:gd name="T9" fmla="*/ 2147483646 h 117"/>
                  <a:gd name="T10" fmla="*/ 0 w 77"/>
                  <a:gd name="T11" fmla="*/ 0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70" y="117"/>
                    </a:moveTo>
                    <a:lnTo>
                      <a:pt x="12" y="8"/>
                    </a:lnTo>
                    <a:lnTo>
                      <a:pt x="8" y="8"/>
                    </a:lnTo>
                    <a:lnTo>
                      <a:pt x="8" y="44"/>
                    </a:lnTo>
                    <a:lnTo>
                      <a:pt x="0" y="44"/>
                    </a:lnTo>
                    <a:lnTo>
                      <a:pt x="0" y="0"/>
                    </a:lnTo>
                    <a:lnTo>
                      <a:pt x="17" y="0"/>
                    </a:lnTo>
                    <a:lnTo>
                      <a:pt x="77" y="113"/>
                    </a:lnTo>
                    <a:lnTo>
                      <a:pt x="70"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0" name="Freeform 1020"/>
              <p:cNvSpPr/>
              <p:nvPr/>
            </p:nvSpPr>
            <p:spPr bwMode="auto">
              <a:xfrm>
                <a:off x="1341438" y="1282700"/>
                <a:ext cx="66675" cy="80962"/>
              </a:xfrm>
              <a:custGeom>
                <a:avLst/>
                <a:gdLst>
                  <a:gd name="T0" fmla="*/ 2147483646 w 43"/>
                  <a:gd name="T1" fmla="*/ 2147483646 h 52"/>
                  <a:gd name="T2" fmla="*/ 2147483646 w 43"/>
                  <a:gd name="T3" fmla="*/ 2147483646 h 52"/>
                  <a:gd name="T4" fmla="*/ 2147483646 w 43"/>
                  <a:gd name="T5" fmla="*/ 2147483646 h 52"/>
                  <a:gd name="T6" fmla="*/ 2147483646 w 43"/>
                  <a:gd name="T7" fmla="*/ 2147483646 h 52"/>
                  <a:gd name="T8" fmla="*/ 2147483646 w 43"/>
                  <a:gd name="T9" fmla="*/ 2147483646 h 52"/>
                  <a:gd name="T10" fmla="*/ 2147483646 w 43"/>
                  <a:gd name="T11" fmla="*/ 2147483646 h 52"/>
                  <a:gd name="T12" fmla="*/ 0 w 43"/>
                  <a:gd name="T13" fmla="*/ 2147483646 h 52"/>
                  <a:gd name="T14" fmla="*/ 2147483646 w 43"/>
                  <a:gd name="T15" fmla="*/ 2147483646 h 52"/>
                  <a:gd name="T16" fmla="*/ 2147483646 w 43"/>
                  <a:gd name="T17" fmla="*/ 2147483646 h 52"/>
                  <a:gd name="T18" fmla="*/ 2147483646 w 43"/>
                  <a:gd name="T19" fmla="*/ 2147483646 h 52"/>
                  <a:gd name="T20" fmla="*/ 2147483646 w 43"/>
                  <a:gd name="T21" fmla="*/ 2147483646 h 52"/>
                  <a:gd name="T22" fmla="*/ 2147483646 w 43"/>
                  <a:gd name="T23" fmla="*/ 2147483646 h 52"/>
                  <a:gd name="T24" fmla="*/ 2147483646 w 43"/>
                  <a:gd name="T25" fmla="*/ 2147483646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3" h="52">
                    <a:moveTo>
                      <a:pt x="20" y="52"/>
                    </a:moveTo>
                    <a:cubicBezTo>
                      <a:pt x="18" y="44"/>
                      <a:pt x="18" y="44"/>
                      <a:pt x="18" y="44"/>
                    </a:cubicBezTo>
                    <a:cubicBezTo>
                      <a:pt x="34" y="40"/>
                      <a:pt x="34" y="40"/>
                      <a:pt x="34" y="40"/>
                    </a:cubicBezTo>
                    <a:cubicBezTo>
                      <a:pt x="34" y="38"/>
                      <a:pt x="33" y="32"/>
                      <a:pt x="30" y="23"/>
                    </a:cubicBezTo>
                    <a:cubicBezTo>
                      <a:pt x="28" y="15"/>
                      <a:pt x="25" y="11"/>
                      <a:pt x="24" y="10"/>
                    </a:cubicBezTo>
                    <a:cubicBezTo>
                      <a:pt x="4" y="22"/>
                      <a:pt x="4" y="22"/>
                      <a:pt x="4" y="22"/>
                    </a:cubicBezTo>
                    <a:cubicBezTo>
                      <a:pt x="0" y="15"/>
                      <a:pt x="0" y="15"/>
                      <a:pt x="0" y="15"/>
                    </a:cubicBezTo>
                    <a:cubicBezTo>
                      <a:pt x="22" y="1"/>
                      <a:pt x="22" y="1"/>
                      <a:pt x="22" y="1"/>
                    </a:cubicBezTo>
                    <a:cubicBezTo>
                      <a:pt x="23" y="0"/>
                      <a:pt x="24" y="0"/>
                      <a:pt x="26" y="1"/>
                    </a:cubicBezTo>
                    <a:cubicBezTo>
                      <a:pt x="27" y="1"/>
                      <a:pt x="33" y="5"/>
                      <a:pt x="38" y="21"/>
                    </a:cubicBezTo>
                    <a:cubicBezTo>
                      <a:pt x="43" y="37"/>
                      <a:pt x="42" y="44"/>
                      <a:pt x="42" y="45"/>
                    </a:cubicBezTo>
                    <a:cubicBezTo>
                      <a:pt x="42" y="46"/>
                      <a:pt x="40" y="47"/>
                      <a:pt x="39" y="48"/>
                    </a:cubicBezTo>
                    <a:lnTo>
                      <a:pt x="20" y="52"/>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1" name="Line 1021"/>
              <p:cNvSpPr>
                <a:spLocks noChangeShapeType="1"/>
              </p:cNvSpPr>
              <p:nvPr/>
            </p:nvSpPr>
            <p:spPr bwMode="auto">
              <a:xfrm>
                <a:off x="1074738" y="1166813"/>
                <a:ext cx="0" cy="0"/>
              </a:xfrm>
              <a:prstGeom prst="line">
                <a:avLst/>
              </a:prstGeom>
              <a:grpFill/>
              <a:ln w="23813">
                <a:solidFill>
                  <a:schemeClr val="bg2"/>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2" name="Rectangle 1022"/>
              <p:cNvSpPr>
                <a:spLocks noChangeArrowheads="1"/>
              </p:cNvSpPr>
              <p:nvPr/>
            </p:nvSpPr>
            <p:spPr bwMode="auto">
              <a:xfrm>
                <a:off x="1068388" y="1065213"/>
                <a:ext cx="6350" cy="98425"/>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3" name="Freeform 1023"/>
              <p:cNvSpPr/>
              <p:nvPr/>
            </p:nvSpPr>
            <p:spPr bwMode="auto">
              <a:xfrm>
                <a:off x="1000125" y="1049338"/>
                <a:ext cx="260350" cy="176212"/>
              </a:xfrm>
              <a:custGeom>
                <a:avLst/>
                <a:gdLst>
                  <a:gd name="T0" fmla="*/ 2147483646 w 168"/>
                  <a:gd name="T1" fmla="*/ 2147483646 h 113"/>
                  <a:gd name="T2" fmla="*/ 2147483646 w 168"/>
                  <a:gd name="T3" fmla="*/ 2147483646 h 113"/>
                  <a:gd name="T4" fmla="*/ 2147483646 w 168"/>
                  <a:gd name="T5" fmla="*/ 2147483646 h 113"/>
                  <a:gd name="T6" fmla="*/ 2147483646 w 168"/>
                  <a:gd name="T7" fmla="*/ 2147483646 h 113"/>
                  <a:gd name="T8" fmla="*/ 2147483646 w 168"/>
                  <a:gd name="T9" fmla="*/ 2147483646 h 113"/>
                  <a:gd name="T10" fmla="*/ 2147483646 w 168"/>
                  <a:gd name="T11" fmla="*/ 2147483646 h 113"/>
                  <a:gd name="T12" fmla="*/ 2147483646 w 168"/>
                  <a:gd name="T13" fmla="*/ 2147483646 h 113"/>
                  <a:gd name="T14" fmla="*/ 2147483646 w 168"/>
                  <a:gd name="T15" fmla="*/ 2147483646 h 113"/>
                  <a:gd name="T16" fmla="*/ 2147483646 w 168"/>
                  <a:gd name="T17" fmla="*/ 2147483646 h 113"/>
                  <a:gd name="T18" fmla="*/ 2147483646 w 168"/>
                  <a:gd name="T19" fmla="*/ 2147483646 h 113"/>
                  <a:gd name="T20" fmla="*/ 2147483646 w 168"/>
                  <a:gd name="T21" fmla="*/ 2147483646 h 113"/>
                  <a:gd name="T22" fmla="*/ 2147483646 w 168"/>
                  <a:gd name="T23" fmla="*/ 2147483646 h 113"/>
                  <a:gd name="T24" fmla="*/ 0 w 168"/>
                  <a:gd name="T25" fmla="*/ 2147483646 h 113"/>
                  <a:gd name="T26" fmla="*/ 0 w 168"/>
                  <a:gd name="T27" fmla="*/ 2147483646 h 113"/>
                  <a:gd name="T28" fmla="*/ 2147483646 w 168"/>
                  <a:gd name="T29" fmla="*/ 2147483646 h 113"/>
                  <a:gd name="T30" fmla="*/ 2147483646 w 168"/>
                  <a:gd name="T31" fmla="*/ 2147483646 h 113"/>
                  <a:gd name="T32" fmla="*/ 2147483646 w 168"/>
                  <a:gd name="T33" fmla="*/ 2147483646 h 113"/>
                  <a:gd name="T34" fmla="*/ 2147483646 w 168"/>
                  <a:gd name="T35" fmla="*/ 2147483646 h 113"/>
                  <a:gd name="T36" fmla="*/ 2147483646 w 168"/>
                  <a:gd name="T37" fmla="*/ 0 h 113"/>
                  <a:gd name="T38" fmla="*/ 2147483646 w 168"/>
                  <a:gd name="T39" fmla="*/ 2147483646 h 113"/>
                  <a:gd name="T40" fmla="*/ 2147483646 w 168"/>
                  <a:gd name="T41" fmla="*/ 2147483646 h 113"/>
                  <a:gd name="T42" fmla="*/ 2147483646 w 168"/>
                  <a:gd name="T43" fmla="*/ 2147483646 h 113"/>
                  <a:gd name="T44" fmla="*/ 2147483646 w 168"/>
                  <a:gd name="T45" fmla="*/ 2147483646 h 113"/>
                  <a:gd name="T46" fmla="*/ 2147483646 w 168"/>
                  <a:gd name="T47" fmla="*/ 2147483646 h 113"/>
                  <a:gd name="T48" fmla="*/ 2147483646 w 168"/>
                  <a:gd name="T49" fmla="*/ 2147483646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68" h="113">
                    <a:moveTo>
                      <a:pt x="168" y="113"/>
                    </a:moveTo>
                    <a:cubicBezTo>
                      <a:pt x="160" y="113"/>
                      <a:pt x="160" y="113"/>
                      <a:pt x="160" y="113"/>
                    </a:cubicBezTo>
                    <a:cubicBezTo>
                      <a:pt x="160" y="20"/>
                      <a:pt x="160" y="20"/>
                      <a:pt x="160" y="20"/>
                    </a:cubicBezTo>
                    <a:cubicBezTo>
                      <a:pt x="127" y="13"/>
                      <a:pt x="127" y="13"/>
                      <a:pt x="127" y="13"/>
                    </a:cubicBezTo>
                    <a:cubicBezTo>
                      <a:pt x="126" y="13"/>
                      <a:pt x="126" y="13"/>
                      <a:pt x="125" y="12"/>
                    </a:cubicBezTo>
                    <a:cubicBezTo>
                      <a:pt x="124" y="10"/>
                      <a:pt x="124" y="10"/>
                      <a:pt x="124" y="10"/>
                    </a:cubicBezTo>
                    <a:cubicBezTo>
                      <a:pt x="109" y="8"/>
                      <a:pt x="84" y="8"/>
                      <a:pt x="84" y="8"/>
                    </a:cubicBezTo>
                    <a:cubicBezTo>
                      <a:pt x="84" y="8"/>
                      <a:pt x="58" y="8"/>
                      <a:pt x="44" y="10"/>
                    </a:cubicBezTo>
                    <a:cubicBezTo>
                      <a:pt x="43" y="12"/>
                      <a:pt x="43" y="12"/>
                      <a:pt x="43" y="12"/>
                    </a:cubicBezTo>
                    <a:cubicBezTo>
                      <a:pt x="42" y="13"/>
                      <a:pt x="41" y="13"/>
                      <a:pt x="40" y="13"/>
                    </a:cubicBezTo>
                    <a:cubicBezTo>
                      <a:pt x="8" y="20"/>
                      <a:pt x="8" y="20"/>
                      <a:pt x="8" y="20"/>
                    </a:cubicBezTo>
                    <a:cubicBezTo>
                      <a:pt x="8" y="113"/>
                      <a:pt x="8" y="113"/>
                      <a:pt x="8" y="113"/>
                    </a:cubicBezTo>
                    <a:cubicBezTo>
                      <a:pt x="0" y="113"/>
                      <a:pt x="0" y="113"/>
                      <a:pt x="0" y="113"/>
                    </a:cubicBezTo>
                    <a:cubicBezTo>
                      <a:pt x="0" y="17"/>
                      <a:pt x="0" y="17"/>
                      <a:pt x="0" y="17"/>
                    </a:cubicBezTo>
                    <a:cubicBezTo>
                      <a:pt x="0" y="15"/>
                      <a:pt x="1" y="14"/>
                      <a:pt x="3" y="13"/>
                    </a:cubicBezTo>
                    <a:cubicBezTo>
                      <a:pt x="37" y="6"/>
                      <a:pt x="37" y="6"/>
                      <a:pt x="37" y="6"/>
                    </a:cubicBezTo>
                    <a:cubicBezTo>
                      <a:pt x="39" y="4"/>
                      <a:pt x="39" y="4"/>
                      <a:pt x="39" y="4"/>
                    </a:cubicBezTo>
                    <a:cubicBezTo>
                      <a:pt x="39" y="3"/>
                      <a:pt x="40" y="3"/>
                      <a:pt x="41" y="3"/>
                    </a:cubicBezTo>
                    <a:cubicBezTo>
                      <a:pt x="56" y="0"/>
                      <a:pt x="83" y="0"/>
                      <a:pt x="84" y="0"/>
                    </a:cubicBezTo>
                    <a:cubicBezTo>
                      <a:pt x="85" y="0"/>
                      <a:pt x="112" y="0"/>
                      <a:pt x="126" y="3"/>
                    </a:cubicBezTo>
                    <a:cubicBezTo>
                      <a:pt x="127" y="3"/>
                      <a:pt x="128" y="3"/>
                      <a:pt x="129" y="4"/>
                    </a:cubicBezTo>
                    <a:cubicBezTo>
                      <a:pt x="130" y="6"/>
                      <a:pt x="130" y="6"/>
                      <a:pt x="130" y="6"/>
                    </a:cubicBezTo>
                    <a:cubicBezTo>
                      <a:pt x="164" y="13"/>
                      <a:pt x="164" y="13"/>
                      <a:pt x="164" y="13"/>
                    </a:cubicBezTo>
                    <a:cubicBezTo>
                      <a:pt x="166" y="14"/>
                      <a:pt x="168" y="15"/>
                      <a:pt x="168" y="17"/>
                    </a:cubicBezTo>
                    <a:lnTo>
                      <a:pt x="168" y="113"/>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4" name="Rectangle 1024"/>
              <p:cNvSpPr>
                <a:spLocks noChangeArrowheads="1"/>
              </p:cNvSpPr>
              <p:nvPr/>
            </p:nvSpPr>
            <p:spPr bwMode="auto">
              <a:xfrm>
                <a:off x="1184275" y="1065213"/>
                <a:ext cx="6350" cy="98425"/>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5" name="Freeform 1025"/>
              <p:cNvSpPr/>
              <p:nvPr/>
            </p:nvSpPr>
            <p:spPr bwMode="auto">
              <a:xfrm>
                <a:off x="892175" y="1579563"/>
                <a:ext cx="120650" cy="185737"/>
              </a:xfrm>
              <a:custGeom>
                <a:avLst/>
                <a:gdLst>
                  <a:gd name="T0" fmla="*/ 2147483646 w 76"/>
                  <a:gd name="T1" fmla="*/ 2147483646 h 117"/>
                  <a:gd name="T2" fmla="*/ 2147483646 w 76"/>
                  <a:gd name="T3" fmla="*/ 2147483646 h 117"/>
                  <a:gd name="T4" fmla="*/ 0 w 76"/>
                  <a:gd name="T5" fmla="*/ 2147483646 h 117"/>
                  <a:gd name="T6" fmla="*/ 2147483646 w 76"/>
                  <a:gd name="T7" fmla="*/ 0 h 117"/>
                  <a:gd name="T8" fmla="*/ 2147483646 w 76"/>
                  <a:gd name="T9" fmla="*/ 2147483646 h 117"/>
                  <a:gd name="T10" fmla="*/ 2147483646 w 76"/>
                  <a:gd name="T11" fmla="*/ 2147483646 h 117"/>
                  <a:gd name="T12" fmla="*/ 2147483646 w 76"/>
                  <a:gd name="T13" fmla="*/ 2147483646 h 117"/>
                  <a:gd name="T14" fmla="*/ 2147483646 w 76"/>
                  <a:gd name="T15" fmla="*/ 2147483646 h 117"/>
                  <a:gd name="T16" fmla="*/ 2147483646 w 76"/>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6" h="117">
                    <a:moveTo>
                      <a:pt x="76" y="117"/>
                    </a:moveTo>
                    <a:lnTo>
                      <a:pt x="59" y="117"/>
                    </a:lnTo>
                    <a:lnTo>
                      <a:pt x="0" y="4"/>
                    </a:lnTo>
                    <a:lnTo>
                      <a:pt x="6" y="0"/>
                    </a:lnTo>
                    <a:lnTo>
                      <a:pt x="64" y="110"/>
                    </a:lnTo>
                    <a:lnTo>
                      <a:pt x="68" y="110"/>
                    </a:lnTo>
                    <a:lnTo>
                      <a:pt x="68" y="73"/>
                    </a:lnTo>
                    <a:lnTo>
                      <a:pt x="76" y="73"/>
                    </a:lnTo>
                    <a:lnTo>
                      <a:pt x="76"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6" name="Freeform 1026"/>
              <p:cNvSpPr/>
              <p:nvPr/>
            </p:nvSpPr>
            <p:spPr bwMode="auto">
              <a:xfrm>
                <a:off x="1247775" y="1579563"/>
                <a:ext cx="122238" cy="185737"/>
              </a:xfrm>
              <a:custGeom>
                <a:avLst/>
                <a:gdLst>
                  <a:gd name="T0" fmla="*/ 2147483646 w 77"/>
                  <a:gd name="T1" fmla="*/ 2147483646 h 117"/>
                  <a:gd name="T2" fmla="*/ 0 w 77"/>
                  <a:gd name="T3" fmla="*/ 2147483646 h 117"/>
                  <a:gd name="T4" fmla="*/ 0 w 77"/>
                  <a:gd name="T5" fmla="*/ 2147483646 h 117"/>
                  <a:gd name="T6" fmla="*/ 2147483646 w 77"/>
                  <a:gd name="T7" fmla="*/ 2147483646 h 117"/>
                  <a:gd name="T8" fmla="*/ 2147483646 w 77"/>
                  <a:gd name="T9" fmla="*/ 2147483646 h 117"/>
                  <a:gd name="T10" fmla="*/ 2147483646 w 77"/>
                  <a:gd name="T11" fmla="*/ 2147483646 h 117"/>
                  <a:gd name="T12" fmla="*/ 2147483646 w 77"/>
                  <a:gd name="T13" fmla="*/ 0 h 117"/>
                  <a:gd name="T14" fmla="*/ 2147483646 w 77"/>
                  <a:gd name="T15" fmla="*/ 2147483646 h 117"/>
                  <a:gd name="T16" fmla="*/ 2147483646 w 77"/>
                  <a:gd name="T17" fmla="*/ 2147483646 h 1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 h="117">
                    <a:moveTo>
                      <a:pt x="17" y="117"/>
                    </a:moveTo>
                    <a:lnTo>
                      <a:pt x="0" y="117"/>
                    </a:lnTo>
                    <a:lnTo>
                      <a:pt x="0" y="73"/>
                    </a:lnTo>
                    <a:lnTo>
                      <a:pt x="8" y="73"/>
                    </a:lnTo>
                    <a:lnTo>
                      <a:pt x="8" y="110"/>
                    </a:lnTo>
                    <a:lnTo>
                      <a:pt x="12" y="110"/>
                    </a:lnTo>
                    <a:lnTo>
                      <a:pt x="70" y="0"/>
                    </a:lnTo>
                    <a:lnTo>
                      <a:pt x="77" y="4"/>
                    </a:lnTo>
                    <a:lnTo>
                      <a:pt x="17" y="117"/>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7" name="Freeform 1027"/>
              <p:cNvSpPr/>
              <p:nvPr/>
            </p:nvSpPr>
            <p:spPr bwMode="auto">
              <a:xfrm>
                <a:off x="1341438" y="1563688"/>
                <a:ext cx="66675" cy="79375"/>
              </a:xfrm>
              <a:custGeom>
                <a:avLst/>
                <a:gdLst>
                  <a:gd name="T0" fmla="*/ 2147483646 w 43"/>
                  <a:gd name="T1" fmla="*/ 2147483646 h 51"/>
                  <a:gd name="T2" fmla="*/ 2147483646 w 43"/>
                  <a:gd name="T3" fmla="*/ 2147483646 h 51"/>
                  <a:gd name="T4" fmla="*/ 0 w 43"/>
                  <a:gd name="T5" fmla="*/ 2147483646 h 51"/>
                  <a:gd name="T6" fmla="*/ 2147483646 w 43"/>
                  <a:gd name="T7" fmla="*/ 2147483646 h 51"/>
                  <a:gd name="T8" fmla="*/ 2147483646 w 43"/>
                  <a:gd name="T9" fmla="*/ 2147483646 h 51"/>
                  <a:gd name="T10" fmla="*/ 2147483646 w 43"/>
                  <a:gd name="T11" fmla="*/ 2147483646 h 51"/>
                  <a:gd name="T12" fmla="*/ 2147483646 w 43"/>
                  <a:gd name="T13" fmla="*/ 2147483646 h 51"/>
                  <a:gd name="T14" fmla="*/ 2147483646 w 43"/>
                  <a:gd name="T15" fmla="*/ 2147483646 h 51"/>
                  <a:gd name="T16" fmla="*/ 2147483646 w 43"/>
                  <a:gd name="T17" fmla="*/ 0 h 51"/>
                  <a:gd name="T18" fmla="*/ 2147483646 w 43"/>
                  <a:gd name="T19" fmla="*/ 2147483646 h 51"/>
                  <a:gd name="T20" fmla="*/ 2147483646 w 43"/>
                  <a:gd name="T21" fmla="*/ 2147483646 h 51"/>
                  <a:gd name="T22" fmla="*/ 2147483646 w 43"/>
                  <a:gd name="T23" fmla="*/ 2147483646 h 51"/>
                  <a:gd name="T24" fmla="*/ 2147483646 w 43"/>
                  <a:gd name="T25" fmla="*/ 2147483646 h 51"/>
                  <a:gd name="T26" fmla="*/ 2147483646 w 43"/>
                  <a:gd name="T27" fmla="*/ 2147483646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 h="51">
                    <a:moveTo>
                      <a:pt x="24" y="51"/>
                    </a:moveTo>
                    <a:cubicBezTo>
                      <a:pt x="23" y="51"/>
                      <a:pt x="23" y="51"/>
                      <a:pt x="22" y="51"/>
                    </a:cubicBezTo>
                    <a:cubicBezTo>
                      <a:pt x="0" y="37"/>
                      <a:pt x="0" y="37"/>
                      <a:pt x="0" y="37"/>
                    </a:cubicBezTo>
                    <a:cubicBezTo>
                      <a:pt x="4" y="30"/>
                      <a:pt x="4" y="30"/>
                      <a:pt x="4" y="30"/>
                    </a:cubicBezTo>
                    <a:cubicBezTo>
                      <a:pt x="24" y="42"/>
                      <a:pt x="24" y="42"/>
                      <a:pt x="24" y="42"/>
                    </a:cubicBezTo>
                    <a:cubicBezTo>
                      <a:pt x="25" y="40"/>
                      <a:pt x="28" y="36"/>
                      <a:pt x="30" y="28"/>
                    </a:cubicBezTo>
                    <a:cubicBezTo>
                      <a:pt x="33" y="20"/>
                      <a:pt x="34" y="14"/>
                      <a:pt x="34" y="11"/>
                    </a:cubicBezTo>
                    <a:cubicBezTo>
                      <a:pt x="18" y="8"/>
                      <a:pt x="18" y="8"/>
                      <a:pt x="18" y="8"/>
                    </a:cubicBezTo>
                    <a:cubicBezTo>
                      <a:pt x="20" y="0"/>
                      <a:pt x="20" y="0"/>
                      <a:pt x="20" y="0"/>
                    </a:cubicBezTo>
                    <a:cubicBezTo>
                      <a:pt x="39" y="4"/>
                      <a:pt x="39" y="4"/>
                      <a:pt x="39" y="4"/>
                    </a:cubicBezTo>
                    <a:cubicBezTo>
                      <a:pt x="40" y="4"/>
                      <a:pt x="42" y="5"/>
                      <a:pt x="42" y="7"/>
                    </a:cubicBezTo>
                    <a:cubicBezTo>
                      <a:pt x="42" y="8"/>
                      <a:pt x="43" y="15"/>
                      <a:pt x="38" y="31"/>
                    </a:cubicBezTo>
                    <a:cubicBezTo>
                      <a:pt x="33" y="47"/>
                      <a:pt x="27" y="50"/>
                      <a:pt x="26" y="51"/>
                    </a:cubicBezTo>
                    <a:cubicBezTo>
                      <a:pt x="25" y="51"/>
                      <a:pt x="25" y="51"/>
                      <a:pt x="24" y="51"/>
                    </a:cubicBez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8" name="Line 1028"/>
              <p:cNvSpPr>
                <a:spLocks noChangeShapeType="1"/>
              </p:cNvSpPr>
              <p:nvPr/>
            </p:nvSpPr>
            <p:spPr bwMode="auto">
              <a:xfrm>
                <a:off x="1074738" y="1760538"/>
                <a:ext cx="0" cy="0"/>
              </a:xfrm>
              <a:prstGeom prst="line">
                <a:avLst/>
              </a:prstGeom>
              <a:grpFill/>
              <a:ln w="6350">
                <a:solidFill>
                  <a:schemeClr val="bg2"/>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39" name="Rectangle 1029"/>
              <p:cNvSpPr>
                <a:spLocks noChangeArrowheads="1"/>
              </p:cNvSpPr>
              <p:nvPr/>
            </p:nvSpPr>
            <p:spPr bwMode="auto">
              <a:xfrm>
                <a:off x="1068388" y="1760538"/>
                <a:ext cx="6350" cy="100012"/>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0" name="Freeform 1030"/>
              <p:cNvSpPr/>
              <p:nvPr/>
            </p:nvSpPr>
            <p:spPr bwMode="auto">
              <a:xfrm>
                <a:off x="1000125" y="1698625"/>
                <a:ext cx="69850" cy="171450"/>
              </a:xfrm>
              <a:custGeom>
                <a:avLst/>
                <a:gdLst>
                  <a:gd name="T0" fmla="*/ 2147483646 w 45"/>
                  <a:gd name="T1" fmla="*/ 2147483646 h 110"/>
                  <a:gd name="T2" fmla="*/ 2147483646 w 45"/>
                  <a:gd name="T3" fmla="*/ 2147483646 h 110"/>
                  <a:gd name="T4" fmla="*/ 2147483646 w 45"/>
                  <a:gd name="T5" fmla="*/ 2147483646 h 110"/>
                  <a:gd name="T6" fmla="*/ 0 w 45"/>
                  <a:gd name="T7" fmla="*/ 2147483646 h 110"/>
                  <a:gd name="T8" fmla="*/ 0 w 45"/>
                  <a:gd name="T9" fmla="*/ 0 h 110"/>
                  <a:gd name="T10" fmla="*/ 2147483646 w 45"/>
                  <a:gd name="T11" fmla="*/ 0 h 110"/>
                  <a:gd name="T12" fmla="*/ 2147483646 w 45"/>
                  <a:gd name="T13" fmla="*/ 2147483646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39" y="110"/>
                    </a:moveTo>
                    <a:cubicBezTo>
                      <a:pt x="37" y="108"/>
                      <a:pt x="37" y="108"/>
                      <a:pt x="37" y="108"/>
                    </a:cubicBezTo>
                    <a:cubicBezTo>
                      <a:pt x="3" y="101"/>
                      <a:pt x="3" y="101"/>
                      <a:pt x="3" y="101"/>
                    </a:cubicBezTo>
                    <a:cubicBezTo>
                      <a:pt x="1" y="100"/>
                      <a:pt x="0" y="99"/>
                      <a:pt x="0" y="97"/>
                    </a:cubicBezTo>
                    <a:cubicBezTo>
                      <a:pt x="0" y="0"/>
                      <a:pt x="0" y="0"/>
                      <a:pt x="0" y="0"/>
                    </a:cubicBezTo>
                    <a:cubicBezTo>
                      <a:pt x="8" y="0"/>
                      <a:pt x="8" y="0"/>
                      <a:pt x="8" y="0"/>
                    </a:cubicBezTo>
                    <a:cubicBezTo>
                      <a:pt x="8" y="93"/>
                      <a:pt x="8" y="93"/>
                      <a:pt x="8" y="93"/>
                    </a:cubicBezTo>
                    <a:cubicBezTo>
                      <a:pt x="40" y="100"/>
                      <a:pt x="40" y="100"/>
                      <a:pt x="40" y="100"/>
                    </a:cubicBezTo>
                    <a:cubicBezTo>
                      <a:pt x="41" y="100"/>
                      <a:pt x="42" y="101"/>
                      <a:pt x="43" y="102"/>
                    </a:cubicBezTo>
                    <a:cubicBezTo>
                      <a:pt x="45" y="105"/>
                      <a:pt x="45" y="105"/>
                      <a:pt x="45" y="105"/>
                    </a:cubicBezTo>
                    <a:lnTo>
                      <a:pt x="39" y="110"/>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1" name="Freeform 1031"/>
              <p:cNvSpPr/>
              <p:nvPr/>
            </p:nvSpPr>
            <p:spPr bwMode="auto">
              <a:xfrm>
                <a:off x="1190625" y="1698625"/>
                <a:ext cx="69850" cy="171450"/>
              </a:xfrm>
              <a:custGeom>
                <a:avLst/>
                <a:gdLst>
                  <a:gd name="T0" fmla="*/ 2147483646 w 45"/>
                  <a:gd name="T1" fmla="*/ 2147483646 h 110"/>
                  <a:gd name="T2" fmla="*/ 0 w 45"/>
                  <a:gd name="T3" fmla="*/ 2147483646 h 110"/>
                  <a:gd name="T4" fmla="*/ 2147483646 w 45"/>
                  <a:gd name="T5" fmla="*/ 2147483646 h 110"/>
                  <a:gd name="T6" fmla="*/ 2147483646 w 45"/>
                  <a:gd name="T7" fmla="*/ 2147483646 h 110"/>
                  <a:gd name="T8" fmla="*/ 2147483646 w 45"/>
                  <a:gd name="T9" fmla="*/ 2147483646 h 110"/>
                  <a:gd name="T10" fmla="*/ 2147483646 w 45"/>
                  <a:gd name="T11" fmla="*/ 0 h 110"/>
                  <a:gd name="T12" fmla="*/ 2147483646 w 45"/>
                  <a:gd name="T13" fmla="*/ 0 h 110"/>
                  <a:gd name="T14" fmla="*/ 2147483646 w 45"/>
                  <a:gd name="T15" fmla="*/ 2147483646 h 110"/>
                  <a:gd name="T16" fmla="*/ 2147483646 w 45"/>
                  <a:gd name="T17" fmla="*/ 2147483646 h 110"/>
                  <a:gd name="T18" fmla="*/ 2147483646 w 45"/>
                  <a:gd name="T19" fmla="*/ 2147483646 h 110"/>
                  <a:gd name="T20" fmla="*/ 2147483646 w 45"/>
                  <a:gd name="T21" fmla="*/ 2147483646 h 1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110">
                    <a:moveTo>
                      <a:pt x="6" y="110"/>
                    </a:moveTo>
                    <a:cubicBezTo>
                      <a:pt x="0" y="105"/>
                      <a:pt x="0" y="105"/>
                      <a:pt x="0" y="105"/>
                    </a:cubicBezTo>
                    <a:cubicBezTo>
                      <a:pt x="2" y="102"/>
                      <a:pt x="2" y="102"/>
                      <a:pt x="2" y="102"/>
                    </a:cubicBezTo>
                    <a:cubicBezTo>
                      <a:pt x="3" y="101"/>
                      <a:pt x="3" y="100"/>
                      <a:pt x="4" y="100"/>
                    </a:cubicBezTo>
                    <a:cubicBezTo>
                      <a:pt x="37" y="93"/>
                      <a:pt x="37" y="93"/>
                      <a:pt x="37" y="93"/>
                    </a:cubicBezTo>
                    <a:cubicBezTo>
                      <a:pt x="37" y="0"/>
                      <a:pt x="37" y="0"/>
                      <a:pt x="37" y="0"/>
                    </a:cubicBezTo>
                    <a:cubicBezTo>
                      <a:pt x="45" y="0"/>
                      <a:pt x="45" y="0"/>
                      <a:pt x="45" y="0"/>
                    </a:cubicBezTo>
                    <a:cubicBezTo>
                      <a:pt x="45" y="97"/>
                      <a:pt x="45" y="97"/>
                      <a:pt x="45" y="97"/>
                    </a:cubicBezTo>
                    <a:cubicBezTo>
                      <a:pt x="45" y="99"/>
                      <a:pt x="43" y="100"/>
                      <a:pt x="41" y="101"/>
                    </a:cubicBezTo>
                    <a:cubicBezTo>
                      <a:pt x="7" y="108"/>
                      <a:pt x="7" y="108"/>
                      <a:pt x="7" y="108"/>
                    </a:cubicBezTo>
                    <a:lnTo>
                      <a:pt x="6" y="110"/>
                    </a:lnTo>
                    <a:close/>
                  </a:path>
                </a:pathLst>
              </a:cu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2" name="Rectangle 1032"/>
              <p:cNvSpPr>
                <a:spLocks noChangeArrowheads="1"/>
              </p:cNvSpPr>
              <p:nvPr/>
            </p:nvSpPr>
            <p:spPr bwMode="auto">
              <a:xfrm>
                <a:off x="1184275" y="1760538"/>
                <a:ext cx="6350" cy="100012"/>
              </a:xfrm>
              <a:prstGeom prst="rect">
                <a:avLst/>
              </a:prstGeom>
              <a:grpFill/>
              <a:ln w="9525">
                <a:solidFill>
                  <a:srgbClr val="000000"/>
                </a:solidFill>
                <a:miter lim="800000"/>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3" name="Oval 1033"/>
              <p:cNvSpPr>
                <a:spLocks noChangeArrowheads="1"/>
              </p:cNvSpPr>
              <p:nvPr/>
            </p:nvSpPr>
            <p:spPr bwMode="auto">
              <a:xfrm>
                <a:off x="1049338" y="1844675"/>
                <a:ext cx="44450" cy="42862"/>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sp>
            <p:nvSpPr>
              <p:cNvPr id="44" name="Oval 1034"/>
              <p:cNvSpPr>
                <a:spLocks noChangeArrowheads="1"/>
              </p:cNvSpPr>
              <p:nvPr/>
            </p:nvSpPr>
            <p:spPr bwMode="auto">
              <a:xfrm>
                <a:off x="1166813" y="1844675"/>
                <a:ext cx="42863" cy="42862"/>
              </a:xfrm>
              <a:prstGeom prst="ellipse">
                <a:avLst/>
              </a:prstGeom>
              <a:grpFill/>
              <a:ln w="9525">
                <a:solidFill>
                  <a:srgbClr val="000000"/>
                </a:solidFill>
                <a:round/>
              </a:ln>
            </p:spPr>
            <p:txBody>
              <a:bodyPr/>
              <a:lstStyle/>
              <a:p>
                <a:endParaRPr lang="zh-CN" altLang="en-US" sz="2140">
                  <a:solidFill>
                    <a:schemeClr val="bg1"/>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分布式数据管理</a:t>
            </a:r>
            <a:endParaRPr lang="zh-CN" altLang="en-US" dirty="0"/>
          </a:p>
        </p:txBody>
      </p:sp>
      <p:sp>
        <p:nvSpPr>
          <p:cNvPr id="4" name="文本占位符 3"/>
          <p:cNvSpPr>
            <a:spLocks noGrp="1"/>
          </p:cNvSpPr>
          <p:nvPr>
            <p:ph type="body" sz="quarter" idx="10"/>
          </p:nvPr>
        </p:nvSpPr>
        <p:spPr>
          <a:xfrm>
            <a:off x="455612" y="1047750"/>
            <a:ext cx="11293475" cy="1562935"/>
          </a:xfrm>
        </p:spPr>
        <p:txBody>
          <a:bodyPr>
            <a:normAutofit/>
          </a:bodyPr>
          <a:lstStyle/>
          <a:p>
            <a:r>
              <a:rPr lang="zh-CN" altLang="en-US" dirty="0"/>
              <a:t>用户数据不再与单一物理设备绑定，业务逻辑与数据存储分离，跨设备的数据处理如同本地数据处理一样方便快捷，让开发者能够轻松实现全场景、多设备下的数据存储、共享和访问，为打造一致、流畅的用户体验创造了基础条件。</a:t>
            </a:r>
            <a:endParaRPr lang="en-US" altLang="zh-CN" dirty="0"/>
          </a:p>
          <a:p>
            <a:endParaRPr lang="zh-CN" altLang="en-US" dirty="0"/>
          </a:p>
        </p:txBody>
      </p:sp>
      <p:grpSp>
        <p:nvGrpSpPr>
          <p:cNvPr id="45" name="组合 44"/>
          <p:cNvGrpSpPr/>
          <p:nvPr/>
        </p:nvGrpSpPr>
        <p:grpSpPr>
          <a:xfrm>
            <a:off x="827986" y="2436310"/>
            <a:ext cx="10473917" cy="3465788"/>
            <a:chOff x="557350" y="1878048"/>
            <a:chExt cx="11086012" cy="3835157"/>
          </a:xfrm>
          <a:solidFill>
            <a:schemeClr val="tx1"/>
          </a:solidFill>
        </p:grpSpPr>
        <p:grpSp>
          <p:nvGrpSpPr>
            <p:cNvPr id="46" name="组合 45"/>
            <p:cNvGrpSpPr/>
            <p:nvPr/>
          </p:nvGrpSpPr>
          <p:grpSpPr>
            <a:xfrm>
              <a:off x="3755209" y="3587934"/>
              <a:ext cx="2095957" cy="785944"/>
              <a:chOff x="3755209" y="3587934"/>
              <a:chExt cx="2095957" cy="944598"/>
            </a:xfrm>
            <a:grpFill/>
          </p:grpSpPr>
          <p:sp>
            <p:nvSpPr>
              <p:cNvPr id="100" name="上下箭头 99"/>
              <p:cNvSpPr/>
              <p:nvPr/>
            </p:nvSpPr>
            <p:spPr>
              <a:xfrm>
                <a:off x="3755209" y="3587934"/>
                <a:ext cx="434566" cy="944598"/>
              </a:xfrm>
              <a:prstGeom prst="upDownArrow">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4189775" y="3875566"/>
                <a:ext cx="1661391" cy="491194"/>
              </a:xfrm>
              <a:prstGeom prst="rect">
                <a:avLst/>
              </a:prstGeom>
              <a:grpFill/>
              <a:ln>
                <a:solidFill>
                  <a:schemeClr val="bg2"/>
                </a:solidFill>
              </a:ln>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数据同步管理</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9349083" y="3587932"/>
              <a:ext cx="2095957" cy="785946"/>
              <a:chOff x="9349083" y="3587932"/>
              <a:chExt cx="2095957" cy="944598"/>
            </a:xfrm>
            <a:grpFill/>
          </p:grpSpPr>
          <p:sp>
            <p:nvSpPr>
              <p:cNvPr id="98" name="上下箭头 97"/>
              <p:cNvSpPr/>
              <p:nvPr/>
            </p:nvSpPr>
            <p:spPr>
              <a:xfrm>
                <a:off x="9349083" y="3587932"/>
                <a:ext cx="434566" cy="944598"/>
              </a:xfrm>
              <a:prstGeom prst="upDownArrow">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9783649" y="3875566"/>
                <a:ext cx="1661391" cy="491193"/>
              </a:xfrm>
              <a:prstGeom prst="rect">
                <a:avLst/>
              </a:prstGeom>
              <a:grpFill/>
              <a:ln>
                <a:solidFill>
                  <a:schemeClr val="bg2"/>
                </a:solidFill>
              </a:ln>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数据同步管理</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48" name="组合 47"/>
            <p:cNvGrpSpPr/>
            <p:nvPr/>
          </p:nvGrpSpPr>
          <p:grpSpPr>
            <a:xfrm>
              <a:off x="7489371" y="1878048"/>
              <a:ext cx="4153991" cy="1709885"/>
              <a:chOff x="7489371" y="1878048"/>
              <a:chExt cx="4153991" cy="1709885"/>
            </a:xfrm>
            <a:grpFill/>
          </p:grpSpPr>
          <p:sp>
            <p:nvSpPr>
              <p:cNvPr id="85" name="矩形 84"/>
              <p:cNvSpPr/>
              <p:nvPr/>
            </p:nvSpPr>
            <p:spPr>
              <a:xfrm>
                <a:off x="7489371" y="1885561"/>
                <a:ext cx="4153991" cy="1702372"/>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86" name="组合 85"/>
              <p:cNvGrpSpPr/>
              <p:nvPr/>
            </p:nvGrpSpPr>
            <p:grpSpPr>
              <a:xfrm>
                <a:off x="7489371" y="1878048"/>
                <a:ext cx="3929664" cy="1465382"/>
                <a:chOff x="7489371" y="1878048"/>
                <a:chExt cx="3929664" cy="1465382"/>
              </a:xfrm>
              <a:grpFill/>
            </p:grpSpPr>
            <p:sp>
              <p:nvSpPr>
                <p:cNvPr id="87" name="文本框 86"/>
                <p:cNvSpPr txBox="1"/>
                <p:nvPr/>
              </p:nvSpPr>
              <p:spPr>
                <a:xfrm>
                  <a:off x="7489371" y="1878048"/>
                  <a:ext cx="3895922" cy="408694"/>
                </a:xfrm>
                <a:prstGeom prst="rect">
                  <a:avLst/>
                </a:prstGeom>
                <a:grpFill/>
                <a:ln>
                  <a:solidFill>
                    <a:schemeClr val="bg2"/>
                  </a:solidFill>
                </a:ln>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设备</a:t>
                  </a:r>
                  <a:r>
                    <a:rPr lang="en-US" altLang="zh-CN" b="1" dirty="0">
                      <a:solidFill>
                        <a:schemeClr val="bg1"/>
                      </a:solidFill>
                      <a:latin typeface="微软雅黑" panose="020B0503020204020204" pitchFamily="34" charset="-122"/>
                      <a:ea typeface="微软雅黑" panose="020B0503020204020204" pitchFamily="34" charset="-122"/>
                    </a:rPr>
                    <a:t>B</a:t>
                  </a:r>
                  <a:r>
                    <a:rPr lang="zh-CN" altLang="en-US" dirty="0">
                      <a:solidFill>
                        <a:schemeClr val="bg1"/>
                      </a:solidFill>
                      <a:latin typeface="微软雅黑" panose="020B0503020204020204" pitchFamily="34" charset="-122"/>
                      <a:ea typeface="微软雅黑" panose="020B0503020204020204" pitchFamily="34" charset="-122"/>
                    </a:rPr>
                    <a:t>：应用程序数据 </a:t>
                  </a:r>
                  <a:r>
                    <a:rPr lang="en-US" altLang="zh-CN" dirty="0">
                      <a:solidFill>
                        <a:schemeClr val="bg1"/>
                      </a:solidFill>
                      <a:latin typeface="微软雅黑" panose="020B0503020204020204" pitchFamily="34" charset="-122"/>
                      <a:ea typeface="微软雅黑" panose="020B0503020204020204" pitchFamily="34" charset="-122"/>
                    </a:rPr>
                    <a:t>&amp; </a:t>
                  </a:r>
                  <a:r>
                    <a:rPr lang="zh-CN" altLang="en-US" dirty="0">
                      <a:solidFill>
                        <a:schemeClr val="bg1"/>
                      </a:solidFill>
                      <a:latin typeface="微软雅黑" panose="020B0503020204020204" pitchFamily="34" charset="-122"/>
                      <a:ea typeface="微软雅黑" panose="020B0503020204020204" pitchFamily="34" charset="-122"/>
                    </a:rPr>
                    <a:t>用户数据</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88" name="组合 87"/>
                <p:cNvGrpSpPr/>
                <p:nvPr/>
              </p:nvGrpSpPr>
              <p:grpSpPr>
                <a:xfrm>
                  <a:off x="7599937" y="2331342"/>
                  <a:ext cx="3819098" cy="1012088"/>
                  <a:chOff x="7599937" y="2331342"/>
                  <a:chExt cx="3819098" cy="1012088"/>
                </a:xfrm>
                <a:grpFill/>
              </p:grpSpPr>
              <p:grpSp>
                <p:nvGrpSpPr>
                  <p:cNvPr id="89" name="组合 88"/>
                  <p:cNvGrpSpPr/>
                  <p:nvPr/>
                </p:nvGrpSpPr>
                <p:grpSpPr>
                  <a:xfrm>
                    <a:off x="7599937" y="2336612"/>
                    <a:ext cx="1156120" cy="1006818"/>
                    <a:chOff x="925254" y="2323829"/>
                    <a:chExt cx="1156120" cy="1006818"/>
                  </a:xfrm>
                  <a:grpFill/>
                </p:grpSpPr>
                <p:sp>
                  <p:nvSpPr>
                    <p:cNvPr id="96" name="流程图: 多文档 95"/>
                    <p:cNvSpPr/>
                    <p:nvPr/>
                  </p:nvSpPr>
                  <p:spPr>
                    <a:xfrm>
                      <a:off x="1059180" y="2323829"/>
                      <a:ext cx="891540" cy="662940"/>
                    </a:xfrm>
                    <a:prstGeom prst="flowChartMultidocumen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925254" y="2990068"/>
                      <a:ext cx="1156120" cy="340579"/>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Profile</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90" name="组合 89"/>
                  <p:cNvGrpSpPr/>
                  <p:nvPr/>
                </p:nvGrpSpPr>
                <p:grpSpPr>
                  <a:xfrm>
                    <a:off x="9088579" y="2336612"/>
                    <a:ext cx="955572" cy="1006817"/>
                    <a:chOff x="1025529" y="2323829"/>
                    <a:chExt cx="955572" cy="1006817"/>
                  </a:xfrm>
                  <a:grpFill/>
                </p:grpSpPr>
                <p:sp>
                  <p:nvSpPr>
                    <p:cNvPr id="94" name="流程图: 多文档 93"/>
                    <p:cNvSpPr/>
                    <p:nvPr/>
                  </p:nvSpPr>
                  <p:spPr>
                    <a:xfrm>
                      <a:off x="1059180" y="2323829"/>
                      <a:ext cx="891540" cy="662940"/>
                    </a:xfrm>
                    <a:prstGeom prst="flowChartMultidocumen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1025529" y="2990067"/>
                      <a:ext cx="955572" cy="340579"/>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状态事件</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91" name="组合 90"/>
                  <p:cNvGrpSpPr/>
                  <p:nvPr/>
                </p:nvGrpSpPr>
                <p:grpSpPr>
                  <a:xfrm>
                    <a:off x="10463463" y="2331342"/>
                    <a:ext cx="955572" cy="1008790"/>
                    <a:chOff x="4749458" y="2331342"/>
                    <a:chExt cx="955572" cy="1008790"/>
                  </a:xfrm>
                  <a:grpFill/>
                </p:grpSpPr>
                <p:sp>
                  <p:nvSpPr>
                    <p:cNvPr id="92" name="圆柱形 91"/>
                    <p:cNvSpPr/>
                    <p:nvPr/>
                  </p:nvSpPr>
                  <p:spPr>
                    <a:xfrm>
                      <a:off x="4801023" y="2331342"/>
                      <a:ext cx="852444" cy="662940"/>
                    </a:xfrm>
                    <a:prstGeom prst="can">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4749458" y="2999553"/>
                      <a:ext cx="955572" cy="340579"/>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文本数据</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grpSp>
        </p:grpSp>
        <p:grpSp>
          <p:nvGrpSpPr>
            <p:cNvPr id="49" name="组合 48"/>
            <p:cNvGrpSpPr/>
            <p:nvPr/>
          </p:nvGrpSpPr>
          <p:grpSpPr>
            <a:xfrm>
              <a:off x="557350" y="1880487"/>
              <a:ext cx="6827520" cy="1707445"/>
              <a:chOff x="557350" y="1880487"/>
              <a:chExt cx="6827520" cy="1707445"/>
            </a:xfrm>
            <a:grpFill/>
          </p:grpSpPr>
          <p:sp>
            <p:nvSpPr>
              <p:cNvPr id="68" name="矩形 67"/>
              <p:cNvSpPr/>
              <p:nvPr/>
            </p:nvSpPr>
            <p:spPr>
              <a:xfrm>
                <a:off x="557350" y="1885562"/>
                <a:ext cx="6827520" cy="170237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69" name="组合 68"/>
              <p:cNvGrpSpPr/>
              <p:nvPr/>
            </p:nvGrpSpPr>
            <p:grpSpPr>
              <a:xfrm>
                <a:off x="557350" y="1880487"/>
                <a:ext cx="6534783" cy="1462943"/>
                <a:chOff x="557350" y="1880487"/>
                <a:chExt cx="6534783" cy="1462943"/>
              </a:xfrm>
              <a:grpFill/>
            </p:grpSpPr>
            <p:sp>
              <p:nvSpPr>
                <p:cNvPr id="70" name="文本框 69"/>
                <p:cNvSpPr txBox="1"/>
                <p:nvPr/>
              </p:nvSpPr>
              <p:spPr>
                <a:xfrm>
                  <a:off x="557350" y="1880487"/>
                  <a:ext cx="3912889" cy="408694"/>
                </a:xfrm>
                <a:prstGeom prst="rect">
                  <a:avLst/>
                </a:prstGeom>
                <a:grpFill/>
                <a:ln>
                  <a:solidFill>
                    <a:schemeClr val="bg2"/>
                  </a:solidFill>
                </a:ln>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设备</a:t>
                  </a:r>
                  <a:r>
                    <a:rPr lang="en-US" altLang="zh-CN" b="1" dirty="0">
                      <a:solidFill>
                        <a:schemeClr val="bg1"/>
                      </a:solidFill>
                      <a:latin typeface="微软雅黑" panose="020B0503020204020204" pitchFamily="34" charset="-122"/>
                      <a:ea typeface="微软雅黑" panose="020B0503020204020204" pitchFamily="34" charset="-122"/>
                    </a:rPr>
                    <a:t>A</a:t>
                  </a:r>
                  <a:r>
                    <a:rPr lang="zh-CN" altLang="en-US" dirty="0">
                      <a:solidFill>
                        <a:schemeClr val="bg1"/>
                      </a:solidFill>
                      <a:latin typeface="微软雅黑" panose="020B0503020204020204" pitchFamily="34" charset="-122"/>
                      <a:ea typeface="微软雅黑" panose="020B0503020204020204" pitchFamily="34" charset="-122"/>
                    </a:rPr>
                    <a:t>：应用程序数据 </a:t>
                  </a:r>
                  <a:r>
                    <a:rPr lang="en-US" altLang="zh-CN" dirty="0">
                      <a:solidFill>
                        <a:schemeClr val="bg1"/>
                      </a:solidFill>
                      <a:latin typeface="微软雅黑" panose="020B0503020204020204" pitchFamily="34" charset="-122"/>
                      <a:ea typeface="微软雅黑" panose="020B0503020204020204" pitchFamily="34" charset="-122"/>
                    </a:rPr>
                    <a:t>&amp; </a:t>
                  </a:r>
                  <a:r>
                    <a:rPr lang="zh-CN" altLang="en-US" dirty="0">
                      <a:solidFill>
                        <a:schemeClr val="bg1"/>
                      </a:solidFill>
                      <a:latin typeface="微软雅黑" panose="020B0503020204020204" pitchFamily="34" charset="-122"/>
                      <a:ea typeface="微软雅黑" panose="020B0503020204020204" pitchFamily="34" charset="-122"/>
                    </a:rPr>
                    <a:t>用户数据</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71" name="组合 70"/>
                <p:cNvGrpSpPr/>
                <p:nvPr/>
              </p:nvGrpSpPr>
              <p:grpSpPr>
                <a:xfrm>
                  <a:off x="706669" y="2331342"/>
                  <a:ext cx="6385464" cy="1012088"/>
                  <a:chOff x="706669" y="2331342"/>
                  <a:chExt cx="6385464" cy="1012088"/>
                </a:xfrm>
                <a:grpFill/>
              </p:grpSpPr>
              <p:grpSp>
                <p:nvGrpSpPr>
                  <p:cNvPr id="72" name="组合 71"/>
                  <p:cNvGrpSpPr/>
                  <p:nvPr/>
                </p:nvGrpSpPr>
                <p:grpSpPr>
                  <a:xfrm>
                    <a:off x="706669" y="2336612"/>
                    <a:ext cx="2079115" cy="1006818"/>
                    <a:chOff x="539751" y="2323829"/>
                    <a:chExt cx="2079115" cy="1006818"/>
                  </a:xfrm>
                  <a:grpFill/>
                </p:grpSpPr>
                <p:sp>
                  <p:nvSpPr>
                    <p:cNvPr id="83" name="流程图: 多文档 82"/>
                    <p:cNvSpPr/>
                    <p:nvPr/>
                  </p:nvSpPr>
                  <p:spPr>
                    <a:xfrm>
                      <a:off x="1059180" y="2323829"/>
                      <a:ext cx="891540" cy="662940"/>
                    </a:xfrm>
                    <a:prstGeom prst="flowChartMultidocumen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539751" y="2990068"/>
                      <a:ext cx="2079115" cy="340579"/>
                    </a:xfrm>
                    <a:prstGeom prst="rect">
                      <a:avLst/>
                    </a:prstGeom>
                    <a:grpFill/>
                    <a:ln>
                      <a:solidFill>
                        <a:schemeClr val="bg2"/>
                      </a:solidFill>
                    </a:ln>
                  </p:spPr>
                  <p:txBody>
                    <a:bodyPr wrap="non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用户</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应用</a:t>
                      </a:r>
                      <a:r>
                        <a:rPr lang="en-US" altLang="zh-CN" sz="1400" dirty="0">
                          <a:solidFill>
                            <a:schemeClr val="bg1"/>
                          </a:solidFill>
                          <a:latin typeface="微软雅黑" panose="020B0503020204020204" pitchFamily="34" charset="-122"/>
                          <a:ea typeface="微软雅黑" panose="020B0503020204020204" pitchFamily="34" charset="-122"/>
                        </a:rPr>
                        <a:t>Profile</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73" name="组合 72"/>
                  <p:cNvGrpSpPr/>
                  <p:nvPr/>
                </p:nvGrpSpPr>
                <p:grpSpPr>
                  <a:xfrm>
                    <a:off x="2590989" y="2336612"/>
                    <a:ext cx="1408587" cy="1006817"/>
                    <a:chOff x="799024" y="2323829"/>
                    <a:chExt cx="1408587" cy="1006817"/>
                  </a:xfrm>
                  <a:grpFill/>
                </p:grpSpPr>
                <p:sp>
                  <p:nvSpPr>
                    <p:cNvPr id="81" name="流程图: 多文档 80"/>
                    <p:cNvSpPr/>
                    <p:nvPr/>
                  </p:nvSpPr>
                  <p:spPr>
                    <a:xfrm>
                      <a:off x="1059180" y="2323829"/>
                      <a:ext cx="891540" cy="662940"/>
                    </a:xfrm>
                    <a:prstGeom prst="flowChartMultidocumen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799024" y="2990067"/>
                      <a:ext cx="1408587" cy="340579"/>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状态事件</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位置</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4087373" y="2331342"/>
                    <a:ext cx="955572" cy="1008790"/>
                    <a:chOff x="4749458" y="2331342"/>
                    <a:chExt cx="955572" cy="1008790"/>
                  </a:xfrm>
                  <a:grpFill/>
                </p:grpSpPr>
                <p:sp>
                  <p:nvSpPr>
                    <p:cNvPr id="79" name="圆柱形 78"/>
                    <p:cNvSpPr/>
                    <p:nvPr/>
                  </p:nvSpPr>
                  <p:spPr>
                    <a:xfrm>
                      <a:off x="4801023" y="2331342"/>
                      <a:ext cx="852444" cy="662940"/>
                    </a:xfrm>
                    <a:prstGeom prst="can">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4749458" y="2999553"/>
                      <a:ext cx="955572" cy="340579"/>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文本数据</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75" name="组合 74"/>
                  <p:cNvGrpSpPr/>
                  <p:nvPr/>
                </p:nvGrpSpPr>
                <p:grpSpPr>
                  <a:xfrm>
                    <a:off x="5391635" y="2336612"/>
                    <a:ext cx="955572" cy="1005613"/>
                    <a:chOff x="5904440" y="2336612"/>
                    <a:chExt cx="955572" cy="1005613"/>
                  </a:xfrm>
                  <a:grpFill/>
                </p:grpSpPr>
                <p:sp>
                  <p:nvSpPr>
                    <p:cNvPr id="77" name="立方体 76"/>
                    <p:cNvSpPr/>
                    <p:nvPr/>
                  </p:nvSpPr>
                  <p:spPr>
                    <a:xfrm>
                      <a:off x="6006940" y="2336612"/>
                      <a:ext cx="738006" cy="666239"/>
                    </a:xfrm>
                    <a:prstGeom prst="cube">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5904440" y="3001646"/>
                      <a:ext cx="955572" cy="340579"/>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媒体数据</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76" name="文本框 75"/>
                  <p:cNvSpPr txBox="1"/>
                  <p:nvPr/>
                </p:nvSpPr>
                <p:spPr>
                  <a:xfrm>
                    <a:off x="6587878" y="2994282"/>
                    <a:ext cx="504255" cy="340579"/>
                  </a:xfrm>
                  <a:prstGeom prst="rect">
                    <a:avLst/>
                  </a:prstGeom>
                  <a:grpFill/>
                  <a:ln>
                    <a:solidFill>
                      <a:schemeClr val="bg2"/>
                    </a:solidFill>
                  </a:ln>
                </p:spPr>
                <p:txBody>
                  <a:bodyPr wrap="non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grpSp>
        <p:grpSp>
          <p:nvGrpSpPr>
            <p:cNvPr id="50" name="组合 49"/>
            <p:cNvGrpSpPr/>
            <p:nvPr/>
          </p:nvGrpSpPr>
          <p:grpSpPr>
            <a:xfrm>
              <a:off x="557350" y="4373878"/>
              <a:ext cx="11086012" cy="1339327"/>
              <a:chOff x="557350" y="4373878"/>
              <a:chExt cx="11086012" cy="1339327"/>
            </a:xfrm>
            <a:grpFill/>
          </p:grpSpPr>
          <p:sp>
            <p:nvSpPr>
              <p:cNvPr id="51" name="矩形 50"/>
              <p:cNvSpPr/>
              <p:nvPr/>
            </p:nvSpPr>
            <p:spPr>
              <a:xfrm>
                <a:off x="557350" y="4373880"/>
                <a:ext cx="11086012" cy="1338943"/>
              </a:xfrm>
              <a:prstGeom prst="rect">
                <a:avLst/>
              </a:prstGeom>
              <a:grpFill/>
              <a:ln w="28575">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557350" y="4373878"/>
                <a:ext cx="9378927" cy="1339327"/>
                <a:chOff x="557350" y="4373878"/>
                <a:chExt cx="9378927" cy="1339327"/>
              </a:xfrm>
              <a:grpFill/>
            </p:grpSpPr>
            <p:sp>
              <p:nvSpPr>
                <p:cNvPr id="53" name="文本框 52"/>
                <p:cNvSpPr txBox="1"/>
                <p:nvPr/>
              </p:nvSpPr>
              <p:spPr>
                <a:xfrm>
                  <a:off x="557350" y="4373878"/>
                  <a:ext cx="4706937" cy="408694"/>
                </a:xfrm>
                <a:prstGeom prst="rect">
                  <a:avLst/>
                </a:prstGeom>
                <a:grpFill/>
                <a:ln>
                  <a:solidFill>
                    <a:schemeClr val="bg2"/>
                  </a:solidFill>
                </a:ln>
              </p:spPr>
              <p:txBody>
                <a:bodyPr wrap="non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超级虚拟终端</a:t>
                  </a:r>
                  <a:r>
                    <a:rPr lang="zh-CN" altLang="en-US" dirty="0">
                      <a:solidFill>
                        <a:schemeClr val="bg1"/>
                      </a:solidFill>
                      <a:latin typeface="微软雅黑" panose="020B0503020204020204" pitchFamily="34" charset="-122"/>
                      <a:ea typeface="微软雅黑" panose="020B0503020204020204" pitchFamily="34" charset="-122"/>
                    </a:rPr>
                    <a:t>：应用程序数据 </a:t>
                  </a:r>
                  <a:r>
                    <a:rPr lang="en-US" altLang="zh-CN" dirty="0">
                      <a:solidFill>
                        <a:schemeClr val="bg1"/>
                      </a:solidFill>
                      <a:latin typeface="微软雅黑" panose="020B0503020204020204" pitchFamily="34" charset="-122"/>
                      <a:ea typeface="微软雅黑" panose="020B0503020204020204" pitchFamily="34" charset="-122"/>
                    </a:rPr>
                    <a:t>&amp; </a:t>
                  </a:r>
                  <a:r>
                    <a:rPr lang="zh-CN" altLang="en-US" dirty="0">
                      <a:solidFill>
                        <a:schemeClr val="bg1"/>
                      </a:solidFill>
                      <a:latin typeface="微软雅黑" panose="020B0503020204020204" pitchFamily="34" charset="-122"/>
                      <a:ea typeface="微软雅黑" panose="020B0503020204020204" pitchFamily="34" charset="-122"/>
                    </a:rPr>
                    <a:t>用户数据</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54" name="组合 53"/>
                <p:cNvGrpSpPr/>
                <p:nvPr/>
              </p:nvGrpSpPr>
              <p:grpSpPr>
                <a:xfrm>
                  <a:off x="2439525" y="4700098"/>
                  <a:ext cx="7496752" cy="1013107"/>
                  <a:chOff x="2439525" y="4700098"/>
                  <a:chExt cx="7496752" cy="1013107"/>
                </a:xfrm>
                <a:grpFill/>
              </p:grpSpPr>
              <p:grpSp>
                <p:nvGrpSpPr>
                  <p:cNvPr id="55" name="组合 54"/>
                  <p:cNvGrpSpPr/>
                  <p:nvPr/>
                </p:nvGrpSpPr>
                <p:grpSpPr>
                  <a:xfrm>
                    <a:off x="2439525" y="4706388"/>
                    <a:ext cx="2079115" cy="1006817"/>
                    <a:chOff x="463761" y="2323829"/>
                    <a:chExt cx="2079115" cy="1006817"/>
                  </a:xfrm>
                  <a:grpFill/>
                </p:grpSpPr>
                <p:sp>
                  <p:nvSpPr>
                    <p:cNvPr id="66" name="流程图: 多文档 65"/>
                    <p:cNvSpPr/>
                    <p:nvPr/>
                  </p:nvSpPr>
                  <p:spPr>
                    <a:xfrm>
                      <a:off x="1059180" y="2323829"/>
                      <a:ext cx="891540" cy="662940"/>
                    </a:xfrm>
                    <a:prstGeom prst="flowChartMultidocumen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463761" y="2990068"/>
                      <a:ext cx="2079115" cy="340578"/>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设备</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用户</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应用</a:t>
                      </a:r>
                      <a:r>
                        <a:rPr lang="en-US" altLang="zh-CN" sz="1400" dirty="0">
                          <a:solidFill>
                            <a:schemeClr val="bg1"/>
                          </a:solidFill>
                          <a:latin typeface="微软雅黑" panose="020B0503020204020204" pitchFamily="34" charset="-122"/>
                          <a:ea typeface="微软雅黑" panose="020B0503020204020204" pitchFamily="34" charset="-122"/>
                        </a:rPr>
                        <a:t>Profile</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4656030" y="4706388"/>
                    <a:ext cx="1408587" cy="1006817"/>
                    <a:chOff x="799025" y="2323829"/>
                    <a:chExt cx="1408587" cy="1006817"/>
                  </a:xfrm>
                  <a:grpFill/>
                </p:grpSpPr>
                <p:sp>
                  <p:nvSpPr>
                    <p:cNvPr id="64" name="流程图: 多文档 63"/>
                    <p:cNvSpPr/>
                    <p:nvPr/>
                  </p:nvSpPr>
                  <p:spPr>
                    <a:xfrm>
                      <a:off x="1059180" y="2323829"/>
                      <a:ext cx="891540" cy="662940"/>
                    </a:xfrm>
                    <a:prstGeom prst="flowChartMultidocumen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799025" y="2990068"/>
                      <a:ext cx="1408587" cy="340578"/>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状态事件</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位置</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6519350" y="4700098"/>
                    <a:ext cx="955572" cy="1008788"/>
                    <a:chOff x="4749458" y="2331342"/>
                    <a:chExt cx="955572" cy="1008788"/>
                  </a:xfrm>
                  <a:grpFill/>
                </p:grpSpPr>
                <p:sp>
                  <p:nvSpPr>
                    <p:cNvPr id="62" name="圆柱形 61"/>
                    <p:cNvSpPr/>
                    <p:nvPr/>
                  </p:nvSpPr>
                  <p:spPr>
                    <a:xfrm>
                      <a:off x="4801023" y="2331342"/>
                      <a:ext cx="852444" cy="662940"/>
                    </a:xfrm>
                    <a:prstGeom prst="can">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4749458" y="2999552"/>
                      <a:ext cx="955572" cy="340578"/>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文本数据</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a:off x="7974369" y="4700098"/>
                    <a:ext cx="955572" cy="1005611"/>
                    <a:chOff x="5904440" y="2336612"/>
                    <a:chExt cx="955572" cy="1005611"/>
                  </a:xfrm>
                  <a:grpFill/>
                </p:grpSpPr>
                <p:sp>
                  <p:nvSpPr>
                    <p:cNvPr id="60" name="立方体 59"/>
                    <p:cNvSpPr/>
                    <p:nvPr/>
                  </p:nvSpPr>
                  <p:spPr>
                    <a:xfrm>
                      <a:off x="6006940" y="2336612"/>
                      <a:ext cx="738006" cy="666239"/>
                    </a:xfrm>
                    <a:prstGeom prst="cube">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5904440" y="3001645"/>
                      <a:ext cx="955572" cy="340578"/>
                    </a:xfrm>
                    <a:prstGeom prst="rect">
                      <a:avLst/>
                    </a:prstGeom>
                    <a:grpFill/>
                    <a:ln>
                      <a:solidFill>
                        <a:schemeClr val="bg2"/>
                      </a:solidFill>
                    </a:ln>
                  </p:spPr>
                  <p:txBody>
                    <a:bodyPr wrap="non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媒体数据</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
                <p:nvSpPr>
                  <p:cNvPr id="59" name="文本框 58"/>
                  <p:cNvSpPr txBox="1"/>
                  <p:nvPr/>
                </p:nvSpPr>
                <p:spPr>
                  <a:xfrm>
                    <a:off x="9432022" y="5363038"/>
                    <a:ext cx="504255" cy="340578"/>
                  </a:xfrm>
                  <a:prstGeom prst="rect">
                    <a:avLst/>
                  </a:prstGeom>
                  <a:grpFill/>
                  <a:ln>
                    <a:solidFill>
                      <a:schemeClr val="bg2"/>
                    </a:solidFill>
                  </a:ln>
                </p:spPr>
                <p:txBody>
                  <a:bodyPr wrap="non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分布式任务调度</a:t>
            </a:r>
            <a:endParaRPr lang="zh-CN" altLang="en-US" dirty="0"/>
          </a:p>
        </p:txBody>
      </p:sp>
      <p:sp>
        <p:nvSpPr>
          <p:cNvPr id="3" name="文本占位符 2"/>
          <p:cNvSpPr>
            <a:spLocks noGrp="1"/>
          </p:cNvSpPr>
          <p:nvPr>
            <p:ph type="body" sz="quarter" idx="10"/>
          </p:nvPr>
        </p:nvSpPr>
        <p:spPr/>
        <p:txBody>
          <a:bodyPr/>
          <a:lstStyle/>
          <a:p>
            <a:r>
              <a:rPr lang="zh-CN" altLang="en-US" dirty="0"/>
              <a:t>分布式任务调度基于分布式软总线、分布式数据管理、分布式</a:t>
            </a:r>
            <a:r>
              <a:rPr lang="en-US" altLang="zh-CN" dirty="0"/>
              <a:t>Profile</a:t>
            </a:r>
            <a:r>
              <a:rPr lang="zh-CN" altLang="en-US" dirty="0"/>
              <a:t>等技术特性，构建统一的分布式服务管理（发现、同步、注册、调用）机制，支持对跨设备的应用进行远程启动、远程调用、远程连接以及迁移等操作，能够根据不同设备的能力、位置、业务运行状态、资源使用情况，以及用户的习惯和意图，选择合适的设备运行分布式任务。</a:t>
            </a:r>
            <a:endParaRPr lang="zh-CN" altLang="en-US" dirty="0"/>
          </a:p>
        </p:txBody>
      </p:sp>
      <p:grpSp>
        <p:nvGrpSpPr>
          <p:cNvPr id="4" name="组合 3"/>
          <p:cNvGrpSpPr/>
          <p:nvPr/>
        </p:nvGrpSpPr>
        <p:grpSpPr>
          <a:xfrm>
            <a:off x="1903754" y="3102964"/>
            <a:ext cx="8407436" cy="3080354"/>
            <a:chOff x="1596000" y="1702547"/>
            <a:chExt cx="9000000" cy="4014318"/>
          </a:xfrm>
          <a:solidFill>
            <a:schemeClr val="tx1"/>
          </a:solidFill>
        </p:grpSpPr>
        <p:sp>
          <p:nvSpPr>
            <p:cNvPr id="5" name="矩形 4"/>
            <p:cNvSpPr/>
            <p:nvPr/>
          </p:nvSpPr>
          <p:spPr>
            <a:xfrm>
              <a:off x="1596001" y="1702547"/>
              <a:ext cx="3781758" cy="72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bg1"/>
                  </a:solidFill>
                  <a:latin typeface="微软雅黑" panose="020B0503020204020204" pitchFamily="34" charset="-122"/>
                  <a:ea typeface="微软雅黑" panose="020B0503020204020204" pitchFamily="34" charset="-122"/>
                </a:rPr>
                <a:t>设备 </a:t>
              </a:r>
              <a:r>
                <a:rPr lang="en-US" altLang="zh-CN" sz="1600" dirty="0">
                  <a:solidFill>
                    <a:schemeClr val="bg1"/>
                  </a:solidFill>
                  <a:latin typeface="微软雅黑" panose="020B0503020204020204" pitchFamily="34" charset="-122"/>
                  <a:ea typeface="微软雅黑" panose="020B0503020204020204" pitchFamily="34" charset="-122"/>
                </a:rPr>
                <a:t>A</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1596000" y="5176865"/>
              <a:ext cx="9000000" cy="54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分布式软总线 </a:t>
              </a:r>
              <a:r>
                <a:rPr lang="en-US" altLang="zh-CN" sz="1600" dirty="0">
                  <a:solidFill>
                    <a:schemeClr val="bg1"/>
                  </a:solidFill>
                  <a:latin typeface="微软雅黑" panose="020B0503020204020204" pitchFamily="34" charset="-122"/>
                  <a:ea typeface="微软雅黑" panose="020B0503020204020204" pitchFamily="34" charset="-122"/>
                </a:rPr>
                <a:t>+ </a:t>
              </a:r>
              <a:r>
                <a:rPr lang="zh-CN" altLang="en-US" sz="1600" dirty="0">
                  <a:solidFill>
                    <a:schemeClr val="bg1"/>
                  </a:solidFill>
                  <a:latin typeface="微软雅黑" panose="020B0503020204020204" pitchFamily="34" charset="-122"/>
                  <a:ea typeface="微软雅黑" panose="020B0503020204020204" pitchFamily="34" charset="-122"/>
                </a:rPr>
                <a:t>分布式数据管理</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1596000" y="4636865"/>
              <a:ext cx="9000000" cy="54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分布式 </a:t>
              </a:r>
              <a:r>
                <a:rPr lang="en-US" altLang="zh-CN" sz="1600" dirty="0">
                  <a:solidFill>
                    <a:schemeClr val="bg1"/>
                  </a:solidFill>
                  <a:latin typeface="微软雅黑" panose="020B0503020204020204" pitchFamily="34" charset="-122"/>
                  <a:ea typeface="微软雅黑" panose="020B0503020204020204" pitchFamily="34" charset="-122"/>
                </a:rPr>
                <a:t>Profile</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8" name="矩形 7"/>
            <p:cNvSpPr/>
            <p:nvPr/>
          </p:nvSpPr>
          <p:spPr>
            <a:xfrm>
              <a:off x="1596000" y="4096865"/>
              <a:ext cx="9000000" cy="54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分布式安全认证</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1596000" y="2989706"/>
              <a:ext cx="9000000" cy="108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bg1"/>
                  </a:solidFill>
                  <a:latin typeface="微软雅黑" panose="020B0503020204020204" pitchFamily="34" charset="-122"/>
                  <a:ea typeface="微软雅黑" panose="020B0503020204020204" pitchFamily="34" charset="-122"/>
                </a:rPr>
                <a:t>分布式任务调度</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0" name="下弧形箭头 9"/>
            <p:cNvSpPr/>
            <p:nvPr/>
          </p:nvSpPr>
          <p:spPr>
            <a:xfrm>
              <a:off x="3300303" y="2449706"/>
              <a:ext cx="5585988" cy="512842"/>
            </a:xfrm>
            <a:prstGeom prst="curvedUpArrow">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应用迁移</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1" name="矩形 10"/>
            <p:cNvSpPr/>
            <p:nvPr/>
          </p:nvSpPr>
          <p:spPr>
            <a:xfrm>
              <a:off x="6814242" y="1702547"/>
              <a:ext cx="3781758" cy="72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dirty="0">
                  <a:solidFill>
                    <a:schemeClr val="bg1"/>
                  </a:solidFill>
                  <a:latin typeface="微软雅黑" panose="020B0503020204020204" pitchFamily="34" charset="-122"/>
                  <a:ea typeface="微软雅黑" panose="020B0503020204020204" pitchFamily="34" charset="-122"/>
                </a:rPr>
                <a:t>设备 </a:t>
              </a:r>
              <a:r>
                <a:rPr lang="en-US" altLang="zh-CN" sz="1600" dirty="0">
                  <a:solidFill>
                    <a:schemeClr val="bg1"/>
                  </a:solidFill>
                  <a:latin typeface="微软雅黑" panose="020B0503020204020204" pitchFamily="34" charset="-122"/>
                  <a:ea typeface="微软雅黑" panose="020B0503020204020204" pitchFamily="34" charset="-122"/>
                </a:rPr>
                <a:t>B</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2" name="圆角矩形 11"/>
            <p:cNvSpPr/>
            <p:nvPr/>
          </p:nvSpPr>
          <p:spPr>
            <a:xfrm>
              <a:off x="2445731" y="2039470"/>
              <a:ext cx="2082297" cy="353086"/>
            </a:xfrm>
            <a:prstGeom prst="round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导航应用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3" name="圆角矩形 12"/>
            <p:cNvSpPr/>
            <p:nvPr/>
          </p:nvSpPr>
          <p:spPr>
            <a:xfrm>
              <a:off x="7663972" y="2039470"/>
              <a:ext cx="2082297" cy="353086"/>
            </a:xfrm>
            <a:prstGeom prst="round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导航应用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4" name="矩形 13"/>
            <p:cNvSpPr/>
            <p:nvPr/>
          </p:nvSpPr>
          <p:spPr>
            <a:xfrm>
              <a:off x="1892174" y="3434539"/>
              <a:ext cx="1530036" cy="4324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服务发现</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5" name="矩形 14"/>
            <p:cNvSpPr/>
            <p:nvPr/>
          </p:nvSpPr>
          <p:spPr>
            <a:xfrm>
              <a:off x="8764570" y="3434539"/>
              <a:ext cx="1530036" cy="4324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服务调用</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6" name="矩形 15"/>
            <p:cNvSpPr/>
            <p:nvPr/>
          </p:nvSpPr>
          <p:spPr>
            <a:xfrm>
              <a:off x="4178430" y="3433394"/>
              <a:ext cx="1530036" cy="4324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服务同步</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7" name="矩形 16"/>
            <p:cNvSpPr/>
            <p:nvPr/>
          </p:nvSpPr>
          <p:spPr>
            <a:xfrm>
              <a:off x="6471500" y="3434539"/>
              <a:ext cx="1530036" cy="432498"/>
            </a:xfrm>
            <a:prstGeom prst="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服务注册</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多设备信息融合，体验智能化健身模式</a:t>
            </a:r>
            <a:endParaRPr lang="zh-CN" altLang="en-US" dirty="0"/>
          </a:p>
        </p:txBody>
      </p:sp>
      <p:sp>
        <p:nvSpPr>
          <p:cNvPr id="4" name="文本框 3"/>
          <p:cNvSpPr txBox="1"/>
          <p:nvPr/>
        </p:nvSpPr>
        <p:spPr>
          <a:xfrm>
            <a:off x="8586952" y="1873805"/>
            <a:ext cx="3279227" cy="1422954"/>
          </a:xfrm>
          <a:prstGeom prst="rect">
            <a:avLst/>
          </a:prstGeom>
          <a:solidFill>
            <a:schemeClr val="tx1"/>
          </a:solidFill>
          <a:ln>
            <a:noFill/>
          </a:ln>
        </p:spPr>
        <p:txBody>
          <a:bodyPr wrap="square" rtlCol="0">
            <a:spAutoFit/>
          </a:bodyPr>
          <a:lstStyle/>
          <a:p>
            <a:pP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讨论：</a:t>
            </a:r>
            <a:endParaRPr lang="en-US" altLang="zh-CN" sz="2000"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bg1"/>
                </a:solidFill>
                <a:latin typeface="微软雅黑" panose="020B0503020204020204" pitchFamily="34" charset="-122"/>
                <a:ea typeface="微软雅黑" panose="020B0503020204020204" pitchFamily="34" charset="-122"/>
              </a:rPr>
              <a:t>该场景中主要应用了哪些</a:t>
            </a:r>
            <a:r>
              <a:rPr lang="en-US" altLang="zh-CN" sz="2000" dirty="0" err="1">
                <a:solidFill>
                  <a:schemeClr val="bg1"/>
                </a:solidFill>
                <a:latin typeface="微软雅黑" panose="020B0503020204020204" pitchFamily="34" charset="-122"/>
                <a:ea typeface="微软雅黑" panose="020B0503020204020204" pitchFamily="34" charset="-122"/>
              </a:rPr>
              <a:t>HarmonyOS</a:t>
            </a:r>
            <a:r>
              <a:rPr lang="zh-CN" altLang="en-US" sz="2000" dirty="0">
                <a:solidFill>
                  <a:schemeClr val="bg1"/>
                </a:solidFill>
                <a:latin typeface="微软雅黑" panose="020B0503020204020204" pitchFamily="34" charset="-122"/>
                <a:ea typeface="微软雅黑" panose="020B0503020204020204" pitchFamily="34" charset="-122"/>
              </a:rPr>
              <a:t>的分布式技术？</a:t>
            </a:r>
            <a:endParaRPr lang="zh-CN" altLang="en-US" sz="2000"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483021" y="1873805"/>
            <a:ext cx="8103931" cy="3596266"/>
          </a:xfrm>
          <a:prstGeom prst="rect">
            <a:avLst/>
          </a:prstGeom>
          <a:solidFill>
            <a:schemeClr val="tx1"/>
          </a:solidFill>
          <a:ln>
            <a:solidFill>
              <a:schemeClr val="bg2"/>
            </a:solid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solidFill>
                  <a:schemeClr val="tx1">
                    <a:lumMod val="50000"/>
                  </a:schemeClr>
                </a:solidFill>
              </a:rPr>
              <a:t>HarmonyOS</a:t>
            </a:r>
            <a:r>
              <a:rPr lang="zh-CN" altLang="en-US" dirty="0">
                <a:solidFill>
                  <a:schemeClr val="tx1">
                    <a:lumMod val="50000"/>
                  </a:schemeClr>
                </a:solidFill>
              </a:rPr>
              <a:t>简介</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t>HarmonyOS</a:t>
            </a:r>
            <a:r>
              <a:rPr lang="zh-CN" altLang="en-US" dirty="0"/>
              <a:t>关键特性</a:t>
            </a:r>
            <a:endParaRPr lang="en-US" altLang="zh-CN" dirty="0"/>
          </a:p>
          <a:p>
            <a:pPr lvl="1">
              <a:buSzPct val="50000"/>
              <a:buFont typeface="Wingdings" panose="05000000000000000000" pitchFamily="2" charset="2"/>
              <a:buChar char="p"/>
            </a:pPr>
            <a:r>
              <a:rPr lang="zh-CN" altLang="en-US" dirty="0">
                <a:solidFill>
                  <a:schemeClr val="tx1">
                    <a:lumMod val="50000"/>
                  </a:schemeClr>
                </a:solidFill>
              </a:rPr>
              <a:t>硬件互助，资源共享</a:t>
            </a:r>
            <a:endParaRPr lang="en-US" altLang="zh-CN" dirty="0">
              <a:solidFill>
                <a:schemeClr val="tx1">
                  <a:lumMod val="50000"/>
                </a:schemeClr>
              </a:solidFill>
            </a:endParaRPr>
          </a:p>
          <a:p>
            <a:pPr lvl="1">
              <a:buSzPct val="60000"/>
              <a:buFont typeface="Wingdings" panose="05000000000000000000" pitchFamily="2" charset="2"/>
              <a:buChar char="n"/>
            </a:pPr>
            <a:r>
              <a:rPr lang="zh-CN" altLang="en-US" dirty="0"/>
              <a:t>一次开发，多端部署</a:t>
            </a:r>
            <a:endParaRPr lang="en-US" altLang="zh-CN" dirty="0"/>
          </a:p>
          <a:p>
            <a:pPr lvl="1">
              <a:buSzPct val="60000"/>
              <a:buFont typeface="Wingdings" panose="05000000000000000000" pitchFamily="2" charset="2"/>
              <a:buChar char="n"/>
            </a:pPr>
            <a:r>
              <a:rPr lang="zh-CN" altLang="en-US" dirty="0">
                <a:solidFill>
                  <a:schemeClr val="tx2">
                    <a:lumMod val="50000"/>
                  </a:schemeClr>
                </a:solidFill>
              </a:rPr>
              <a:t>弹性部署，原生智能</a:t>
            </a:r>
            <a:endParaRPr lang="zh-CN" altLang="en-US" dirty="0">
              <a:solidFill>
                <a:schemeClr val="tx2">
                  <a:lumMod val="50000"/>
                </a:schemeClr>
              </a:solidFill>
            </a:endParaRPr>
          </a:p>
          <a:p>
            <a:pPr marL="0" indent="0">
              <a:buNone/>
            </a:pPr>
            <a:r>
              <a:rPr lang="en-US" altLang="zh-CN" dirty="0">
                <a:solidFill>
                  <a:srgbClr val="888888"/>
                </a:solidFill>
              </a:rPr>
              <a:t>4. </a:t>
            </a:r>
            <a:r>
              <a:rPr lang="en-US" altLang="zh-CN" dirty="0" err="1">
                <a:solidFill>
                  <a:srgbClr val="888888"/>
                </a:solidFill>
              </a:rPr>
              <a:t>HarmonyOS</a:t>
            </a:r>
            <a:r>
              <a:rPr lang="zh-CN" altLang="en-US" dirty="0">
                <a:solidFill>
                  <a:srgbClr val="888888"/>
                </a:solidFill>
              </a:rPr>
              <a:t>生态</a:t>
            </a:r>
            <a:endParaRPr lang="en-US" altLang="zh-CN" dirty="0">
              <a:solidFill>
                <a:srgbClr val="888888"/>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一次开发，多端部署</a:t>
            </a:r>
            <a:endParaRPr lang="zh-CN" altLang="en-US" dirty="0"/>
          </a:p>
        </p:txBody>
      </p:sp>
      <p:sp>
        <p:nvSpPr>
          <p:cNvPr id="4" name="文本占位符 3"/>
          <p:cNvSpPr>
            <a:spLocks noGrp="1"/>
          </p:cNvSpPr>
          <p:nvPr>
            <p:ph type="body" sz="quarter" idx="10"/>
          </p:nvPr>
        </p:nvSpPr>
        <p:spPr/>
        <p:txBody>
          <a:bodyPr/>
          <a:lstStyle/>
          <a:p>
            <a:r>
              <a:rPr lang="en-US" altLang="zh-CN" sz="2000" dirty="0" err="1"/>
              <a:t>HarmonyOS</a:t>
            </a:r>
            <a:r>
              <a:rPr lang="zh-CN" altLang="en-US" sz="2000" dirty="0"/>
              <a:t>提供了用户程序框架、</a:t>
            </a:r>
            <a:r>
              <a:rPr lang="en-US" altLang="zh-CN" sz="2000" dirty="0"/>
              <a:t>Ability</a:t>
            </a:r>
            <a:r>
              <a:rPr lang="zh-CN" altLang="en-US" sz="2000" dirty="0"/>
              <a:t>框架以及</a:t>
            </a:r>
            <a:r>
              <a:rPr lang="en-US" altLang="zh-CN" sz="2000" dirty="0"/>
              <a:t>UI</a:t>
            </a:r>
            <a:r>
              <a:rPr lang="zh-CN" altLang="en-US" sz="2000" dirty="0"/>
              <a:t>框架，支持应用开发过程中多终端的业务逻辑和界面逻辑进行复用，能够实现应用的一次开发，多端部署，提升了跨设备应用的开发效率。</a:t>
            </a:r>
            <a:endParaRPr lang="en-US" altLang="zh-CN" sz="2000" dirty="0"/>
          </a:p>
          <a:p>
            <a:r>
              <a:rPr lang="zh-CN" altLang="en-US" sz="2000" dirty="0"/>
              <a:t>采用业界主流设计方式，提供多种响应式布局方案，支持栅格化布局，满足不同屏幕的界面适配能力。</a:t>
            </a:r>
            <a:endParaRPr lang="en-US" altLang="zh-CN" sz="2000" dirty="0"/>
          </a:p>
          <a:p>
            <a:endParaRPr lang="zh-CN" altLang="en-US" sz="2000" dirty="0"/>
          </a:p>
        </p:txBody>
      </p:sp>
      <p:grpSp>
        <p:nvGrpSpPr>
          <p:cNvPr id="5" name="组合 4"/>
          <p:cNvGrpSpPr/>
          <p:nvPr/>
        </p:nvGrpSpPr>
        <p:grpSpPr>
          <a:xfrm>
            <a:off x="2387715" y="2818152"/>
            <a:ext cx="7760625" cy="3309918"/>
            <a:chOff x="1142998" y="1582323"/>
            <a:chExt cx="7115176" cy="3371494"/>
          </a:xfrm>
          <a:solidFill>
            <a:schemeClr val="tx1"/>
          </a:solidFill>
        </p:grpSpPr>
        <p:sp>
          <p:nvSpPr>
            <p:cNvPr id="6" name="矩形 5"/>
            <p:cNvSpPr/>
            <p:nvPr/>
          </p:nvSpPr>
          <p:spPr>
            <a:xfrm>
              <a:off x="1142998" y="1582323"/>
              <a:ext cx="7115175" cy="720000"/>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143000" y="1787169"/>
              <a:ext cx="1790700" cy="344852"/>
            </a:xfrm>
            <a:prstGeom prst="rect">
              <a:avLst/>
            </a:prstGeom>
            <a:grpFill/>
            <a:ln>
              <a:solidFill>
                <a:schemeClr val="bg2"/>
              </a:solidFill>
            </a:ln>
          </p:spPr>
          <p:txBody>
            <a:bodyPr wrap="square" rtlCol="0" anchor="ctr">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应用层</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3090862" y="1684266"/>
              <a:ext cx="2133600" cy="520701"/>
            </a:xfrm>
            <a:prstGeom prst="round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latin typeface="微软雅黑" panose="020B0503020204020204" pitchFamily="34" charset="-122"/>
                  <a:ea typeface="微软雅黑" panose="020B0503020204020204" pitchFamily="34" charset="-122"/>
                </a:rPr>
                <a:t>用户程序</a:t>
              </a:r>
              <a:r>
                <a:rPr lang="en-US" altLang="zh-CN" sz="1600">
                  <a:solidFill>
                    <a:schemeClr val="bg1"/>
                  </a:solidFill>
                  <a:latin typeface="微软雅黑" panose="020B0503020204020204" pitchFamily="34" charset="-122"/>
                  <a:ea typeface="微软雅黑" panose="020B0503020204020204" pitchFamily="34" charset="-122"/>
                </a:rPr>
                <a:t>A</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2" name="圆角矩形 11"/>
            <p:cNvSpPr/>
            <p:nvPr/>
          </p:nvSpPr>
          <p:spPr>
            <a:xfrm>
              <a:off x="5734050" y="1684266"/>
              <a:ext cx="2014537" cy="520701"/>
            </a:xfrm>
            <a:prstGeom prst="roundRect">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latin typeface="微软雅黑" panose="020B0503020204020204" pitchFamily="34" charset="-122"/>
                  <a:ea typeface="微软雅黑" panose="020B0503020204020204" pitchFamily="34" charset="-122"/>
                </a:rPr>
                <a:t>用户程序</a:t>
              </a:r>
              <a:r>
                <a:rPr lang="en-US" altLang="zh-CN" sz="1600">
                  <a:solidFill>
                    <a:schemeClr val="bg1"/>
                  </a:solidFill>
                  <a:latin typeface="微软雅黑" panose="020B0503020204020204" pitchFamily="34" charset="-122"/>
                  <a:ea typeface="微软雅黑" panose="020B0503020204020204" pitchFamily="34" charset="-122"/>
                </a:rPr>
                <a:t>B</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1142999" y="2448742"/>
              <a:ext cx="7115175" cy="2505075"/>
              <a:chOff x="1142999" y="2371163"/>
              <a:chExt cx="7115175" cy="2505075"/>
            </a:xfrm>
            <a:grpFill/>
          </p:grpSpPr>
          <p:sp>
            <p:nvSpPr>
              <p:cNvPr id="18" name="矩形 17"/>
              <p:cNvSpPr/>
              <p:nvPr/>
            </p:nvSpPr>
            <p:spPr>
              <a:xfrm>
                <a:off x="1142999" y="2371163"/>
                <a:ext cx="7115175" cy="2505075"/>
              </a:xfrm>
              <a:prstGeom prst="rect">
                <a:avLst/>
              </a:prstGeom>
              <a:grp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zh-CN" altLang="en-US" sz="1600">
                  <a:solidFill>
                    <a:schemeClr val="bg1"/>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1142999" y="3448893"/>
                <a:ext cx="1790700" cy="344852"/>
              </a:xfrm>
              <a:prstGeom prst="rect">
                <a:avLst/>
              </a:prstGeom>
              <a:grpFill/>
              <a:ln>
                <a:solidFill>
                  <a:schemeClr val="bg2"/>
                </a:solidFill>
              </a:ln>
            </p:spPr>
            <p:txBody>
              <a:bodyPr wrap="square" rtlCol="0" anchor="ctr">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框架层</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0" name="矩形 19"/>
              <p:cNvSpPr/>
              <p:nvPr/>
            </p:nvSpPr>
            <p:spPr>
              <a:xfrm>
                <a:off x="2933700" y="2481495"/>
                <a:ext cx="2438400" cy="2279652"/>
              </a:xfrm>
              <a:prstGeom prst="rect">
                <a:avLst/>
              </a:prstGeom>
              <a:grpFill/>
              <a:ln w="1905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1" name="矩形 20"/>
              <p:cNvSpPr/>
              <p:nvPr/>
            </p:nvSpPr>
            <p:spPr>
              <a:xfrm>
                <a:off x="5553075" y="2481495"/>
                <a:ext cx="2438400" cy="2279652"/>
              </a:xfrm>
              <a:prstGeom prst="rect">
                <a:avLst/>
              </a:prstGeom>
              <a:grpFill/>
              <a:ln w="1905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3019425" y="2665780"/>
                <a:ext cx="2266951" cy="313503"/>
              </a:xfrm>
              <a:prstGeom prst="rect">
                <a:avLst/>
              </a:prstGeom>
              <a:grpFill/>
              <a:ln>
                <a:solidFill>
                  <a:schemeClr val="bg2"/>
                </a:solidFill>
              </a:ln>
            </p:spPr>
            <p:txBody>
              <a:bodyPr wrap="square" rtlCol="0" anchor="ctr">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用户程序框架、</a:t>
                </a:r>
                <a:r>
                  <a:rPr lang="en-US" altLang="zh-CN" sz="1400" b="1" dirty="0">
                    <a:solidFill>
                      <a:schemeClr val="bg1"/>
                    </a:solidFill>
                    <a:latin typeface="微软雅黑" panose="020B0503020204020204" pitchFamily="34" charset="-122"/>
                    <a:ea typeface="微软雅黑" panose="020B0503020204020204" pitchFamily="34" charset="-122"/>
                  </a:rPr>
                  <a:t>Ability </a:t>
                </a:r>
                <a:r>
                  <a:rPr lang="zh-CN" altLang="en-US" sz="1400" b="1" dirty="0">
                    <a:solidFill>
                      <a:schemeClr val="bg1"/>
                    </a:solidFill>
                    <a:latin typeface="微软雅黑" panose="020B0503020204020204" pitchFamily="34" charset="-122"/>
                    <a:ea typeface="微软雅黑" panose="020B0503020204020204" pitchFamily="34" charset="-122"/>
                  </a:rPr>
                  <a:t>框架</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5638799" y="2665779"/>
                <a:ext cx="2266951" cy="313503"/>
              </a:xfrm>
              <a:prstGeom prst="rect">
                <a:avLst/>
              </a:prstGeom>
              <a:grpFill/>
              <a:ln>
                <a:solidFill>
                  <a:schemeClr val="bg2"/>
                </a:solidFill>
              </a:ln>
            </p:spPr>
            <p:txBody>
              <a:bodyPr wrap="square" rtlCol="0" anchor="ctr">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rPr>
                  <a:t>UI </a:t>
                </a:r>
                <a:r>
                  <a:rPr lang="zh-CN" altLang="en-US" sz="1400" b="1" dirty="0">
                    <a:solidFill>
                      <a:schemeClr val="bg1"/>
                    </a:solidFill>
                    <a:latin typeface="微软雅黑" panose="020B0503020204020204" pitchFamily="34" charset="-122"/>
                    <a:ea typeface="微软雅黑" panose="020B0503020204020204" pitchFamily="34" charset="-122"/>
                  </a:rPr>
                  <a:t>框架</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4" name="矩形 23"/>
              <p:cNvSpPr/>
              <p:nvPr/>
            </p:nvSpPr>
            <p:spPr>
              <a:xfrm>
                <a:off x="3090861" y="3123638"/>
                <a:ext cx="1463813"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运行环境</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a:xfrm>
                <a:off x="3090860" y="3663626"/>
                <a:ext cx="1463813"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应用管理</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3090859" y="4227237"/>
                <a:ext cx="1463813"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跨设备调用</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7" name="矩形 26"/>
              <p:cNvSpPr/>
              <p:nvPr/>
            </p:nvSpPr>
            <p:spPr>
              <a:xfrm>
                <a:off x="4735648" y="3117455"/>
                <a:ext cx="488813" cy="1469782"/>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安全子系统</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8" name="矩形 27"/>
              <p:cNvSpPr/>
              <p:nvPr/>
            </p:nvSpPr>
            <p:spPr>
              <a:xfrm>
                <a:off x="5810250" y="3129288"/>
                <a:ext cx="1928811"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图形控件</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29" name="矩形 28"/>
              <p:cNvSpPr/>
              <p:nvPr/>
            </p:nvSpPr>
            <p:spPr>
              <a:xfrm>
                <a:off x="5810251" y="3669276"/>
                <a:ext cx="1928809"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布局</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0" name="矩形 29"/>
              <p:cNvSpPr/>
              <p:nvPr/>
            </p:nvSpPr>
            <p:spPr>
              <a:xfrm>
                <a:off x="5810251" y="4232887"/>
                <a:ext cx="1928809" cy="360000"/>
              </a:xfrm>
              <a:prstGeom prst="rect">
                <a:avLst/>
              </a:prstGeom>
              <a:grp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窗口管理框架</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solidFill>
                  <a:schemeClr val="tx1">
                    <a:lumMod val="50000"/>
                  </a:schemeClr>
                </a:solidFill>
              </a:rPr>
              <a:t>HarmonyOS</a:t>
            </a:r>
            <a:r>
              <a:rPr lang="zh-CN" altLang="en-US" dirty="0">
                <a:solidFill>
                  <a:schemeClr val="tx1">
                    <a:lumMod val="50000"/>
                  </a:schemeClr>
                </a:solidFill>
              </a:rPr>
              <a:t>简介</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t>HarmonyOS</a:t>
            </a:r>
            <a:r>
              <a:rPr lang="zh-CN" altLang="en-US" dirty="0"/>
              <a:t>关键特性</a:t>
            </a:r>
            <a:endParaRPr lang="en-US" altLang="zh-CN" dirty="0"/>
          </a:p>
          <a:p>
            <a:pPr lvl="1">
              <a:buSzPct val="50000"/>
              <a:buFont typeface="Wingdings" panose="05000000000000000000" pitchFamily="2" charset="2"/>
              <a:buChar char="p"/>
            </a:pPr>
            <a:r>
              <a:rPr lang="zh-CN" altLang="en-US" dirty="0">
                <a:solidFill>
                  <a:schemeClr val="tx1">
                    <a:lumMod val="50000"/>
                  </a:schemeClr>
                </a:solidFill>
              </a:rPr>
              <a:t>硬件互助，资源共享</a:t>
            </a:r>
            <a:endParaRPr lang="en-US" altLang="zh-CN" dirty="0">
              <a:solidFill>
                <a:schemeClr val="tx1">
                  <a:lumMod val="50000"/>
                </a:schemeClr>
              </a:solidFill>
            </a:endParaRPr>
          </a:p>
          <a:p>
            <a:pPr lvl="1">
              <a:buSzPct val="50000"/>
              <a:buFont typeface="Wingdings" panose="05000000000000000000" pitchFamily="2" charset="2"/>
              <a:buChar char="p"/>
            </a:pPr>
            <a:r>
              <a:rPr lang="zh-CN" altLang="en-US" dirty="0">
                <a:solidFill>
                  <a:schemeClr val="tx1">
                    <a:lumMod val="50000"/>
                  </a:schemeClr>
                </a:solidFill>
              </a:rPr>
              <a:t>一次开发，多端部署</a:t>
            </a:r>
            <a:endParaRPr lang="en-US" altLang="zh-CN" dirty="0">
              <a:solidFill>
                <a:schemeClr val="tx1">
                  <a:lumMod val="50000"/>
                </a:schemeClr>
              </a:solidFill>
            </a:endParaRPr>
          </a:p>
          <a:p>
            <a:pPr lvl="1">
              <a:buSzPct val="60000"/>
              <a:buFont typeface="Wingdings" panose="05000000000000000000" pitchFamily="2" charset="2"/>
              <a:buChar char="n"/>
            </a:pPr>
            <a:r>
              <a:rPr lang="zh-CN" altLang="en-US" dirty="0"/>
              <a:t>弹性部署，原生智能</a:t>
            </a:r>
            <a:endParaRPr lang="en-US" altLang="zh-CN" dirty="0"/>
          </a:p>
          <a:p>
            <a:r>
              <a:rPr lang="en-US" altLang="zh-CN" dirty="0" err="1">
                <a:solidFill>
                  <a:srgbClr val="888888"/>
                </a:solidFill>
              </a:rPr>
              <a:t>HarmonyOS</a:t>
            </a:r>
            <a:r>
              <a:rPr lang="zh-CN" altLang="en-US" dirty="0">
                <a:solidFill>
                  <a:srgbClr val="888888"/>
                </a:solidFill>
              </a:rPr>
              <a:t>生态</a:t>
            </a:r>
            <a:endParaRPr lang="en-US" altLang="zh-CN" dirty="0">
              <a:solidFill>
                <a:srgbClr val="888888"/>
              </a:solidFill>
            </a:endParaRPr>
          </a:p>
          <a:p>
            <a:pPr marL="171450" indent="0">
              <a:buSzPct val="60000"/>
              <a:buNone/>
            </a:pP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弹性部署，原生智能</a:t>
            </a:r>
            <a:endParaRPr lang="zh-CN" altLang="en-US" dirty="0"/>
          </a:p>
        </p:txBody>
      </p:sp>
      <p:sp>
        <p:nvSpPr>
          <p:cNvPr id="4" name="文本占位符 3"/>
          <p:cNvSpPr>
            <a:spLocks noGrp="1"/>
          </p:cNvSpPr>
          <p:nvPr>
            <p:ph type="body" sz="quarter" idx="10"/>
          </p:nvPr>
        </p:nvSpPr>
        <p:spPr/>
        <p:txBody>
          <a:bodyPr/>
          <a:lstStyle/>
          <a:p>
            <a:r>
              <a:rPr lang="en-US" altLang="zh-CN" sz="2000" dirty="0" err="1"/>
              <a:t>HarmonyOS</a:t>
            </a:r>
            <a:r>
              <a:rPr lang="zh-CN" altLang="en-US" dirty="0"/>
              <a:t>通过组件化和小型化等设计方法，支持多种终端设备按需弹性部署，能够适配不同类别的硬件资源和功能需求。支撑通过编译链关系去自动生成组件化的依赖关系，形成组件树依赖图，支撑产品系统的便捷开发，降低硬件设备的开发门槛。</a:t>
            </a:r>
            <a:endParaRPr lang="zh-CN" altLang="en-US" dirty="0"/>
          </a:p>
          <a:p>
            <a:pPr lvl="1"/>
            <a:r>
              <a:rPr lang="zh-CN" altLang="en-US" dirty="0"/>
              <a:t>支持各组件的选择（组件可有可无）：</a:t>
            </a:r>
            <a:endParaRPr lang="en-US" altLang="zh-CN" dirty="0"/>
          </a:p>
          <a:p>
            <a:pPr lvl="2"/>
            <a:r>
              <a:rPr lang="zh-CN" altLang="en-US" dirty="0"/>
              <a:t>根据硬件的</a:t>
            </a:r>
            <a:r>
              <a:rPr lang="zh-CN" altLang="en-US" b="1" dirty="0">
                <a:solidFill>
                  <a:srgbClr val="C00000"/>
                </a:solidFill>
              </a:rPr>
              <a:t>形态和需求</a:t>
            </a:r>
            <a:r>
              <a:rPr lang="zh-CN" altLang="en-US" dirty="0"/>
              <a:t>，可以选择所需的组件。</a:t>
            </a:r>
            <a:endParaRPr lang="zh-CN" altLang="en-US" dirty="0"/>
          </a:p>
          <a:p>
            <a:pPr lvl="1"/>
            <a:r>
              <a:rPr lang="zh-CN" altLang="en-US" dirty="0"/>
              <a:t>支持组件内功能集的配置（组件可大可小）：</a:t>
            </a:r>
            <a:endParaRPr lang="en-US" altLang="zh-CN" dirty="0"/>
          </a:p>
          <a:p>
            <a:pPr lvl="2"/>
            <a:r>
              <a:rPr lang="zh-CN" altLang="en-US" dirty="0"/>
              <a:t>根据硬件的</a:t>
            </a:r>
            <a:r>
              <a:rPr lang="zh-CN" altLang="en-US" b="1" dirty="0">
                <a:solidFill>
                  <a:srgbClr val="C00000"/>
                </a:solidFill>
              </a:rPr>
              <a:t>资源情况和功能需求</a:t>
            </a:r>
            <a:r>
              <a:rPr lang="zh-CN" altLang="en-US" dirty="0"/>
              <a:t>，可以选择配置组件中的功能集。例如，选择配置图形框架组件中的部分控件。</a:t>
            </a:r>
            <a:endParaRPr lang="zh-CN" altLang="en-US" dirty="0"/>
          </a:p>
          <a:p>
            <a:pPr lvl="1"/>
            <a:r>
              <a:rPr lang="zh-CN" altLang="en-US" dirty="0"/>
              <a:t>支持组件间依赖的关联（平台可大可小）：</a:t>
            </a:r>
            <a:endParaRPr lang="en-US" altLang="zh-CN" dirty="0"/>
          </a:p>
          <a:p>
            <a:pPr lvl="2"/>
            <a:r>
              <a:rPr lang="zh-CN" altLang="en-US" dirty="0"/>
              <a:t>根据</a:t>
            </a:r>
            <a:r>
              <a:rPr lang="zh-CN" altLang="en-US" b="1" dirty="0">
                <a:solidFill>
                  <a:srgbClr val="C00000"/>
                </a:solidFill>
              </a:rPr>
              <a:t>编译链</a:t>
            </a:r>
            <a:r>
              <a:rPr lang="zh-CN" altLang="en-US" b="1" dirty="0"/>
              <a:t>关系</a:t>
            </a:r>
            <a:r>
              <a:rPr lang="zh-CN" altLang="en-US" dirty="0"/>
              <a:t>，可以自动生成组件化的依赖关系。例如，选择图形框架组件，将会自动选择依赖的图形引擎组件等。</a:t>
            </a:r>
            <a:endParaRPr lang="zh-CN" altLang="en-US" dirty="0"/>
          </a:p>
          <a:p>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弹性部署，原生智能</a:t>
            </a:r>
            <a:endParaRPr lang="zh-CN" altLang="en-US" dirty="0"/>
          </a:p>
        </p:txBody>
      </p:sp>
      <p:pic>
        <p:nvPicPr>
          <p:cNvPr id="4" name="object 6"/>
          <p:cNvPicPr/>
          <p:nvPr/>
        </p:nvPicPr>
        <p:blipFill>
          <a:blip r:embed="rId1" cstate="print"/>
          <a:stretch>
            <a:fillRect/>
          </a:stretch>
        </p:blipFill>
        <p:spPr>
          <a:xfrm>
            <a:off x="868680" y="3584447"/>
            <a:ext cx="7441692" cy="1959864"/>
          </a:xfrm>
          <a:prstGeom prst="rect">
            <a:avLst/>
          </a:prstGeom>
        </p:spPr>
      </p:pic>
      <p:sp>
        <p:nvSpPr>
          <p:cNvPr id="5" name="object 7"/>
          <p:cNvSpPr txBox="1"/>
          <p:nvPr/>
        </p:nvSpPr>
        <p:spPr>
          <a:xfrm>
            <a:off x="3766565" y="3626358"/>
            <a:ext cx="1647189" cy="258404"/>
          </a:xfrm>
          <a:prstGeom prst="rect">
            <a:avLst/>
          </a:prstGeom>
        </p:spPr>
        <p:txBody>
          <a:bodyPr vert="horz" wrap="square" lIns="0" tIns="12065" rIns="0" bIns="0" rtlCol="0">
            <a:spAutoFit/>
          </a:bodyPr>
          <a:lstStyle/>
          <a:p>
            <a:pPr marL="12700">
              <a:lnSpc>
                <a:spcPct val="100000"/>
              </a:lnSpc>
              <a:spcBef>
                <a:spcPts val="95"/>
              </a:spcBef>
            </a:pPr>
            <a:r>
              <a:rPr sz="1600" spc="-3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原生智能操作系统</a:t>
            </a:r>
            <a:endParaRPr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object 8"/>
          <p:cNvSpPr/>
          <p:nvPr/>
        </p:nvSpPr>
        <p:spPr>
          <a:xfrm>
            <a:off x="2485644" y="4314444"/>
            <a:ext cx="4319270" cy="654050"/>
          </a:xfrm>
          <a:custGeom>
            <a:avLst/>
            <a:gdLst/>
            <a:ahLst/>
            <a:cxnLst/>
            <a:rect l="l" t="t" r="r" b="b"/>
            <a:pathLst>
              <a:path w="4319270" h="654050">
                <a:moveTo>
                  <a:pt x="4319016" y="365760"/>
                </a:moveTo>
                <a:lnTo>
                  <a:pt x="0" y="365760"/>
                </a:lnTo>
                <a:lnTo>
                  <a:pt x="0" y="653796"/>
                </a:lnTo>
                <a:lnTo>
                  <a:pt x="4319016" y="653796"/>
                </a:lnTo>
                <a:lnTo>
                  <a:pt x="4319016" y="365760"/>
                </a:lnTo>
                <a:close/>
              </a:path>
              <a:path w="4319270" h="654050">
                <a:moveTo>
                  <a:pt x="4319016" y="0"/>
                </a:moveTo>
                <a:lnTo>
                  <a:pt x="0" y="0"/>
                </a:lnTo>
                <a:lnTo>
                  <a:pt x="0" y="288036"/>
                </a:lnTo>
                <a:lnTo>
                  <a:pt x="4319016" y="288036"/>
                </a:lnTo>
                <a:lnTo>
                  <a:pt x="4319016" y="0"/>
                </a:lnTo>
                <a:close/>
              </a:path>
            </a:pathLst>
          </a:custGeom>
          <a:solidFill>
            <a:srgbClr val="FFFFFF">
              <a:alpha val="14901"/>
            </a:srgbClr>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7" name="object 9"/>
          <p:cNvSpPr txBox="1"/>
          <p:nvPr/>
        </p:nvSpPr>
        <p:spPr>
          <a:xfrm>
            <a:off x="3672332" y="4200296"/>
            <a:ext cx="1946275" cy="703782"/>
          </a:xfrm>
          <a:prstGeom prst="rect">
            <a:avLst/>
          </a:prstGeom>
        </p:spPr>
        <p:txBody>
          <a:bodyPr vert="horz" wrap="square" lIns="0" tIns="12700" rIns="0" bIns="0" rtlCol="0">
            <a:spAutoFit/>
          </a:bodyPr>
          <a:lstStyle/>
          <a:p>
            <a:pPr marL="466725" marR="5080" indent="-454660">
              <a:lnSpc>
                <a:spcPct val="149000"/>
              </a:lnSpc>
              <a:spcBef>
                <a:spcPts val="100"/>
              </a:spcBef>
            </a:pPr>
            <a:r>
              <a:rPr sz="1600" spc="-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端侧模型 </a:t>
            </a:r>
            <a:r>
              <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&amp;</a:t>
            </a:r>
            <a:r>
              <a:rPr sz="1600" spc="-3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端云协同向量数据库</a:t>
            </a:r>
            <a:endPar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object 10"/>
          <p:cNvSpPr txBox="1"/>
          <p:nvPr/>
        </p:nvSpPr>
        <p:spPr>
          <a:xfrm>
            <a:off x="2485644" y="3950208"/>
            <a:ext cx="4319270" cy="263534"/>
          </a:xfrm>
          <a:prstGeom prst="rect">
            <a:avLst/>
          </a:prstGeom>
          <a:solidFill>
            <a:srgbClr val="FFFFFF">
              <a:alpha val="14901"/>
            </a:srgbClr>
          </a:solidFill>
        </p:spPr>
        <p:txBody>
          <a:bodyPr vert="horz" wrap="square" lIns="0" tIns="17145" rIns="0" bIns="0" rtlCol="0">
            <a:spAutoFit/>
          </a:bodyPr>
          <a:lstStyle/>
          <a:p>
            <a:pPr algn="ctr">
              <a:lnSpc>
                <a:spcPct val="100000"/>
              </a:lnSpc>
              <a:spcBef>
                <a:spcPts val="135"/>
              </a:spcBef>
            </a:pPr>
            <a:r>
              <a:rPr sz="1600" spc="-1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智能服务 </a:t>
            </a:r>
            <a:r>
              <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&amp;</a:t>
            </a:r>
            <a:r>
              <a:rPr sz="1600" spc="-2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编排</a:t>
            </a:r>
            <a:endPar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object 11"/>
          <p:cNvPicPr/>
          <p:nvPr/>
        </p:nvPicPr>
        <p:blipFill>
          <a:blip r:embed="rId2" cstate="print"/>
          <a:stretch>
            <a:fillRect/>
          </a:stretch>
        </p:blipFill>
        <p:spPr>
          <a:xfrm>
            <a:off x="2296667" y="3121151"/>
            <a:ext cx="4988052" cy="320039"/>
          </a:xfrm>
          <a:prstGeom prst="rect">
            <a:avLst/>
          </a:prstGeom>
        </p:spPr>
      </p:pic>
      <p:sp>
        <p:nvSpPr>
          <p:cNvPr id="10" name="object 12"/>
          <p:cNvSpPr txBox="1"/>
          <p:nvPr/>
        </p:nvSpPr>
        <p:spPr>
          <a:xfrm>
            <a:off x="3968241" y="3142868"/>
            <a:ext cx="1647189" cy="258404"/>
          </a:xfrm>
          <a:prstGeom prst="rect">
            <a:avLst/>
          </a:prstGeom>
        </p:spPr>
        <p:txBody>
          <a:bodyPr vert="horz" wrap="square" lIns="0" tIns="12065" rIns="0" bIns="0" rtlCol="0">
            <a:spAutoFit/>
          </a:bodyPr>
          <a:lstStyle/>
          <a:p>
            <a:pPr marL="12700">
              <a:lnSpc>
                <a:spcPct val="100000"/>
              </a:lnSpc>
              <a:spcBef>
                <a:spcPts val="95"/>
              </a:spcBef>
            </a:pPr>
            <a:r>
              <a:rPr sz="1600" spc="-3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原生智能应用生态</a:t>
            </a:r>
            <a:endParaRPr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object 13"/>
          <p:cNvSpPr/>
          <p:nvPr/>
        </p:nvSpPr>
        <p:spPr>
          <a:xfrm>
            <a:off x="2485644" y="5056632"/>
            <a:ext cx="4319270" cy="287020"/>
          </a:xfrm>
          <a:custGeom>
            <a:avLst/>
            <a:gdLst/>
            <a:ahLst/>
            <a:cxnLst/>
            <a:rect l="l" t="t" r="r" b="b"/>
            <a:pathLst>
              <a:path w="4319270" h="287020">
                <a:moveTo>
                  <a:pt x="4319015" y="0"/>
                </a:moveTo>
                <a:lnTo>
                  <a:pt x="0" y="0"/>
                </a:lnTo>
                <a:lnTo>
                  <a:pt x="0" y="286512"/>
                </a:lnTo>
                <a:lnTo>
                  <a:pt x="4319015" y="286512"/>
                </a:lnTo>
                <a:lnTo>
                  <a:pt x="4319015" y="0"/>
                </a:lnTo>
                <a:close/>
              </a:path>
            </a:pathLst>
          </a:custGeom>
          <a:solidFill>
            <a:srgbClr val="FFFFFF">
              <a:alpha val="14901"/>
            </a:srgbClr>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12" name="object 14"/>
          <p:cNvSpPr txBox="1"/>
          <p:nvPr/>
        </p:nvSpPr>
        <p:spPr>
          <a:xfrm>
            <a:off x="3416300" y="5062220"/>
            <a:ext cx="2458085" cy="258404"/>
          </a:xfrm>
          <a:prstGeom prst="rect">
            <a:avLst/>
          </a:prstGeom>
        </p:spPr>
        <p:txBody>
          <a:bodyPr vert="horz" wrap="square" lIns="0" tIns="12065" rIns="0" bIns="0" rtlCol="0">
            <a:spAutoFit/>
          </a:bodyPr>
          <a:lstStyle/>
          <a:p>
            <a:pPr marL="12700">
              <a:lnSpc>
                <a:spcPct val="100000"/>
              </a:lnSpc>
              <a:spcBef>
                <a:spcPts val="95"/>
              </a:spcBef>
            </a:pPr>
            <a:r>
              <a:rPr sz="1600" spc="-25"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符合</a:t>
            </a:r>
            <a:r>
              <a:rPr sz="1600" spc="-2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AI</a:t>
            </a:r>
            <a:r>
              <a:rPr sz="1600" spc="-3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负载特征的资源管理</a:t>
            </a:r>
            <a:endParaRPr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3" name="object 15"/>
          <p:cNvGrpSpPr/>
          <p:nvPr/>
        </p:nvGrpSpPr>
        <p:grpSpPr>
          <a:xfrm>
            <a:off x="1042416" y="3588258"/>
            <a:ext cx="9777730" cy="1755139"/>
            <a:chOff x="1042416" y="3588258"/>
            <a:chExt cx="9777730" cy="1755139"/>
          </a:xfrm>
        </p:grpSpPr>
        <p:pic>
          <p:nvPicPr>
            <p:cNvPr id="14" name="object 16"/>
            <p:cNvPicPr/>
            <p:nvPr/>
          </p:nvPicPr>
          <p:blipFill>
            <a:blip r:embed="rId3" cstate="print"/>
            <a:stretch>
              <a:fillRect/>
            </a:stretch>
          </p:blipFill>
          <p:spPr>
            <a:xfrm>
              <a:off x="1042416" y="3944112"/>
              <a:ext cx="1258823" cy="1399032"/>
            </a:xfrm>
            <a:prstGeom prst="rect">
              <a:avLst/>
            </a:prstGeom>
          </p:spPr>
        </p:pic>
        <p:pic>
          <p:nvPicPr>
            <p:cNvPr id="15" name="object 17"/>
            <p:cNvPicPr/>
            <p:nvPr/>
          </p:nvPicPr>
          <p:blipFill>
            <a:blip r:embed="rId3" cstate="print"/>
            <a:stretch>
              <a:fillRect/>
            </a:stretch>
          </p:blipFill>
          <p:spPr>
            <a:xfrm>
              <a:off x="6989063" y="3944112"/>
              <a:ext cx="1258824" cy="1399032"/>
            </a:xfrm>
            <a:prstGeom prst="rect">
              <a:avLst/>
            </a:prstGeom>
          </p:spPr>
        </p:pic>
        <p:pic>
          <p:nvPicPr>
            <p:cNvPr id="16" name="object 18"/>
            <p:cNvPicPr/>
            <p:nvPr/>
          </p:nvPicPr>
          <p:blipFill>
            <a:blip r:embed="rId4" cstate="print"/>
            <a:stretch>
              <a:fillRect/>
            </a:stretch>
          </p:blipFill>
          <p:spPr>
            <a:xfrm>
              <a:off x="8666860" y="3588258"/>
              <a:ext cx="2152904" cy="782320"/>
            </a:xfrm>
            <a:prstGeom prst="rect">
              <a:avLst/>
            </a:prstGeom>
          </p:spPr>
        </p:pic>
        <p:pic>
          <p:nvPicPr>
            <p:cNvPr id="17" name="object 19"/>
            <p:cNvPicPr/>
            <p:nvPr/>
          </p:nvPicPr>
          <p:blipFill>
            <a:blip r:embed="rId5" cstate="print"/>
            <a:stretch>
              <a:fillRect/>
            </a:stretch>
          </p:blipFill>
          <p:spPr>
            <a:xfrm>
              <a:off x="8779001" y="3627120"/>
              <a:ext cx="1969134" cy="666115"/>
            </a:xfrm>
            <a:prstGeom prst="rect">
              <a:avLst/>
            </a:prstGeom>
          </p:spPr>
        </p:pic>
      </p:grpSp>
      <p:sp>
        <p:nvSpPr>
          <p:cNvPr id="18" name="object 20"/>
          <p:cNvSpPr txBox="1"/>
          <p:nvPr/>
        </p:nvSpPr>
        <p:spPr>
          <a:xfrm>
            <a:off x="9148698" y="3551326"/>
            <a:ext cx="1038860" cy="756920"/>
          </a:xfrm>
          <a:prstGeom prst="rect">
            <a:avLst/>
          </a:prstGeom>
        </p:spPr>
        <p:txBody>
          <a:bodyPr vert="horz" wrap="square" lIns="0" tIns="134620" rIns="0" bIns="0" rtlCol="0">
            <a:spAutoFit/>
          </a:bodyPr>
          <a:lstStyle/>
          <a:p>
            <a:pPr marL="12700">
              <a:lnSpc>
                <a:spcPct val="100000"/>
              </a:lnSpc>
              <a:spcBef>
                <a:spcPts val="1060"/>
              </a:spcBef>
            </a:pPr>
            <a:r>
              <a:rPr sz="1600" spc="-3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云端大模型</a:t>
            </a:r>
            <a:endPar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marL="114300">
              <a:lnSpc>
                <a:spcPct val="100000"/>
              </a:lnSpc>
              <a:spcBef>
                <a:spcPts val="960"/>
              </a:spcBef>
            </a:pPr>
            <a:r>
              <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e.g.</a:t>
            </a:r>
            <a:r>
              <a:rPr sz="1600" spc="-3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盘古</a:t>
            </a:r>
            <a:endParaRPr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9" name="object 21"/>
          <p:cNvGrpSpPr/>
          <p:nvPr/>
        </p:nvGrpSpPr>
        <p:grpSpPr>
          <a:xfrm>
            <a:off x="1469136" y="4180585"/>
            <a:ext cx="8369934" cy="1609090"/>
            <a:chOff x="1469136" y="4180585"/>
            <a:chExt cx="8369934" cy="1609090"/>
          </a:xfrm>
        </p:grpSpPr>
        <p:sp>
          <p:nvSpPr>
            <p:cNvPr id="20" name="object 22"/>
            <p:cNvSpPr/>
            <p:nvPr/>
          </p:nvSpPr>
          <p:spPr>
            <a:xfrm>
              <a:off x="4532375" y="4363973"/>
              <a:ext cx="5306695" cy="1425575"/>
            </a:xfrm>
            <a:custGeom>
              <a:avLst/>
              <a:gdLst/>
              <a:ahLst/>
              <a:cxnLst/>
              <a:rect l="l" t="t" r="r" b="b"/>
              <a:pathLst>
                <a:path w="5306695" h="1425575">
                  <a:moveTo>
                    <a:pt x="76200" y="1272806"/>
                  </a:moveTo>
                  <a:lnTo>
                    <a:pt x="38100" y="1272806"/>
                  </a:lnTo>
                  <a:lnTo>
                    <a:pt x="38100" y="1425206"/>
                  </a:lnTo>
                  <a:lnTo>
                    <a:pt x="5230495" y="1425206"/>
                  </a:lnTo>
                  <a:lnTo>
                    <a:pt x="5230495" y="1406156"/>
                  </a:lnTo>
                  <a:lnTo>
                    <a:pt x="76200" y="1406156"/>
                  </a:lnTo>
                  <a:lnTo>
                    <a:pt x="57150" y="1387106"/>
                  </a:lnTo>
                  <a:lnTo>
                    <a:pt x="76200" y="1387106"/>
                  </a:lnTo>
                  <a:lnTo>
                    <a:pt x="76200" y="1272806"/>
                  </a:lnTo>
                  <a:close/>
                </a:path>
                <a:path w="5306695" h="1425575">
                  <a:moveTo>
                    <a:pt x="76200" y="1387106"/>
                  </a:moveTo>
                  <a:lnTo>
                    <a:pt x="57150" y="1387106"/>
                  </a:lnTo>
                  <a:lnTo>
                    <a:pt x="76200" y="1406156"/>
                  </a:lnTo>
                  <a:lnTo>
                    <a:pt x="76200" y="1387106"/>
                  </a:lnTo>
                  <a:close/>
                </a:path>
                <a:path w="5306695" h="1425575">
                  <a:moveTo>
                    <a:pt x="5192395" y="1387106"/>
                  </a:moveTo>
                  <a:lnTo>
                    <a:pt x="76200" y="1387106"/>
                  </a:lnTo>
                  <a:lnTo>
                    <a:pt x="76200" y="1406156"/>
                  </a:lnTo>
                  <a:lnTo>
                    <a:pt x="5192395" y="1406156"/>
                  </a:lnTo>
                  <a:lnTo>
                    <a:pt x="5192395" y="1387106"/>
                  </a:lnTo>
                  <a:close/>
                </a:path>
                <a:path w="5306695" h="1425575">
                  <a:moveTo>
                    <a:pt x="5230495" y="171450"/>
                  </a:moveTo>
                  <a:lnTo>
                    <a:pt x="5192395" y="171450"/>
                  </a:lnTo>
                  <a:lnTo>
                    <a:pt x="5192395" y="1406156"/>
                  </a:lnTo>
                  <a:lnTo>
                    <a:pt x="5211445" y="1387106"/>
                  </a:lnTo>
                  <a:lnTo>
                    <a:pt x="5230495" y="1387106"/>
                  </a:lnTo>
                  <a:lnTo>
                    <a:pt x="5230495" y="171450"/>
                  </a:lnTo>
                  <a:close/>
                </a:path>
                <a:path w="5306695" h="1425575">
                  <a:moveTo>
                    <a:pt x="5230495" y="1387106"/>
                  </a:moveTo>
                  <a:lnTo>
                    <a:pt x="5211445" y="1387106"/>
                  </a:lnTo>
                  <a:lnTo>
                    <a:pt x="5192395" y="1406156"/>
                  </a:lnTo>
                  <a:lnTo>
                    <a:pt x="5230495" y="1406156"/>
                  </a:lnTo>
                  <a:lnTo>
                    <a:pt x="5230495" y="1387106"/>
                  </a:lnTo>
                  <a:close/>
                </a:path>
                <a:path w="5306695" h="1425575">
                  <a:moveTo>
                    <a:pt x="57150" y="1177544"/>
                  </a:moveTo>
                  <a:lnTo>
                    <a:pt x="0" y="1291856"/>
                  </a:lnTo>
                  <a:lnTo>
                    <a:pt x="38100" y="1291856"/>
                  </a:lnTo>
                  <a:lnTo>
                    <a:pt x="38100" y="1272806"/>
                  </a:lnTo>
                  <a:lnTo>
                    <a:pt x="104776" y="1272806"/>
                  </a:lnTo>
                  <a:lnTo>
                    <a:pt x="57150" y="1177544"/>
                  </a:lnTo>
                  <a:close/>
                </a:path>
                <a:path w="5306695" h="1425575">
                  <a:moveTo>
                    <a:pt x="104776" y="1272806"/>
                  </a:moveTo>
                  <a:lnTo>
                    <a:pt x="76200" y="1272806"/>
                  </a:lnTo>
                  <a:lnTo>
                    <a:pt x="76200" y="1291856"/>
                  </a:lnTo>
                  <a:lnTo>
                    <a:pt x="114300" y="1291856"/>
                  </a:lnTo>
                  <a:lnTo>
                    <a:pt x="104776" y="1272806"/>
                  </a:lnTo>
                  <a:close/>
                </a:path>
                <a:path w="5306695" h="1425575">
                  <a:moveTo>
                    <a:pt x="5211445" y="0"/>
                  </a:moveTo>
                  <a:lnTo>
                    <a:pt x="5116195" y="190500"/>
                  </a:lnTo>
                  <a:lnTo>
                    <a:pt x="5192395" y="190500"/>
                  </a:lnTo>
                  <a:lnTo>
                    <a:pt x="5192395" y="171450"/>
                  </a:lnTo>
                  <a:lnTo>
                    <a:pt x="5297170" y="171450"/>
                  </a:lnTo>
                  <a:lnTo>
                    <a:pt x="5211445" y="0"/>
                  </a:lnTo>
                  <a:close/>
                </a:path>
                <a:path w="5306695" h="1425575">
                  <a:moveTo>
                    <a:pt x="5297170" y="171450"/>
                  </a:moveTo>
                  <a:lnTo>
                    <a:pt x="5230495" y="171450"/>
                  </a:lnTo>
                  <a:lnTo>
                    <a:pt x="5230495" y="190500"/>
                  </a:lnTo>
                  <a:lnTo>
                    <a:pt x="5306695" y="190500"/>
                  </a:lnTo>
                  <a:lnTo>
                    <a:pt x="5297170" y="171450"/>
                  </a:lnTo>
                  <a:close/>
                </a:path>
              </a:pathLst>
            </a:custGeom>
            <a:solidFill>
              <a:srgbClr val="FFFFFF">
                <a:alpha val="30195"/>
              </a:srgbClr>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sp>
          <p:nvSpPr>
            <p:cNvPr id="21" name="object 23"/>
            <p:cNvSpPr/>
            <p:nvPr/>
          </p:nvSpPr>
          <p:spPr>
            <a:xfrm>
              <a:off x="1469136" y="4218463"/>
              <a:ext cx="421005" cy="401320"/>
            </a:xfrm>
            <a:custGeom>
              <a:avLst/>
              <a:gdLst/>
              <a:ahLst/>
              <a:cxnLst/>
              <a:rect l="l" t="t" r="r" b="b"/>
              <a:pathLst>
                <a:path w="421005" h="401320">
                  <a:moveTo>
                    <a:pt x="210010" y="0"/>
                  </a:moveTo>
                  <a:lnTo>
                    <a:pt x="46735" y="49371"/>
                  </a:lnTo>
                  <a:lnTo>
                    <a:pt x="13128" y="71516"/>
                  </a:lnTo>
                  <a:lnTo>
                    <a:pt x="0" y="106140"/>
                  </a:lnTo>
                  <a:lnTo>
                    <a:pt x="82" y="203549"/>
                  </a:lnTo>
                  <a:lnTo>
                    <a:pt x="7161" y="247124"/>
                  </a:lnTo>
                  <a:lnTo>
                    <a:pt x="26420" y="287448"/>
                  </a:lnTo>
                  <a:lnTo>
                    <a:pt x="56917" y="322859"/>
                  </a:lnTo>
                  <a:lnTo>
                    <a:pt x="97154" y="350869"/>
                  </a:lnTo>
                  <a:lnTo>
                    <a:pt x="167386" y="389985"/>
                  </a:lnTo>
                  <a:lnTo>
                    <a:pt x="210312" y="400780"/>
                  </a:lnTo>
                  <a:lnTo>
                    <a:pt x="221713" y="400075"/>
                  </a:lnTo>
                  <a:lnTo>
                    <a:pt x="232812" y="398002"/>
                  </a:lnTo>
                  <a:lnTo>
                    <a:pt x="243376" y="394618"/>
                  </a:lnTo>
                  <a:lnTo>
                    <a:pt x="253745" y="389731"/>
                  </a:lnTo>
                  <a:lnTo>
                    <a:pt x="305222" y="361061"/>
                  </a:lnTo>
                  <a:lnTo>
                    <a:pt x="209661" y="361061"/>
                  </a:lnTo>
                  <a:lnTo>
                    <a:pt x="200626" y="359941"/>
                  </a:lnTo>
                  <a:lnTo>
                    <a:pt x="122047" y="317595"/>
                  </a:lnTo>
                  <a:lnTo>
                    <a:pt x="67436" y="268763"/>
                  </a:lnTo>
                  <a:lnTo>
                    <a:pt x="46735" y="203549"/>
                  </a:lnTo>
                  <a:lnTo>
                    <a:pt x="46847" y="106140"/>
                  </a:lnTo>
                  <a:lnTo>
                    <a:pt x="198374" y="42259"/>
                  </a:lnTo>
                  <a:lnTo>
                    <a:pt x="202056" y="40862"/>
                  </a:lnTo>
                  <a:lnTo>
                    <a:pt x="206247" y="40227"/>
                  </a:lnTo>
                  <a:lnTo>
                    <a:pt x="346300" y="40227"/>
                  </a:lnTo>
                  <a:lnTo>
                    <a:pt x="239013" y="4667"/>
                  </a:lnTo>
                  <a:lnTo>
                    <a:pt x="224696" y="1166"/>
                  </a:lnTo>
                  <a:lnTo>
                    <a:pt x="210010" y="0"/>
                  </a:lnTo>
                  <a:close/>
                </a:path>
                <a:path w="421005" h="401320">
                  <a:moveTo>
                    <a:pt x="346300" y="40227"/>
                  </a:moveTo>
                  <a:lnTo>
                    <a:pt x="214375" y="40227"/>
                  </a:lnTo>
                  <a:lnTo>
                    <a:pt x="218566" y="40862"/>
                  </a:lnTo>
                  <a:lnTo>
                    <a:pt x="222250" y="42005"/>
                  </a:lnTo>
                  <a:lnTo>
                    <a:pt x="356615" y="86201"/>
                  </a:lnTo>
                  <a:lnTo>
                    <a:pt x="373888" y="106140"/>
                  </a:lnTo>
                  <a:lnTo>
                    <a:pt x="373798" y="203549"/>
                  </a:lnTo>
                  <a:lnTo>
                    <a:pt x="352488" y="268287"/>
                  </a:lnTo>
                  <a:lnTo>
                    <a:pt x="297180" y="316579"/>
                  </a:lnTo>
                  <a:lnTo>
                    <a:pt x="227075" y="356584"/>
                  </a:lnTo>
                  <a:lnTo>
                    <a:pt x="209661" y="361061"/>
                  </a:lnTo>
                  <a:lnTo>
                    <a:pt x="305222" y="361061"/>
                  </a:lnTo>
                  <a:lnTo>
                    <a:pt x="363974" y="322574"/>
                  </a:lnTo>
                  <a:lnTo>
                    <a:pt x="394207" y="287448"/>
                  </a:lnTo>
                  <a:lnTo>
                    <a:pt x="413435" y="247124"/>
                  </a:lnTo>
                  <a:lnTo>
                    <a:pt x="420541" y="203549"/>
                  </a:lnTo>
                  <a:lnTo>
                    <a:pt x="420624" y="106140"/>
                  </a:lnTo>
                  <a:lnTo>
                    <a:pt x="417054" y="87786"/>
                  </a:lnTo>
                  <a:lnTo>
                    <a:pt x="407495" y="71516"/>
                  </a:lnTo>
                  <a:lnTo>
                    <a:pt x="392816" y="58366"/>
                  </a:lnTo>
                  <a:lnTo>
                    <a:pt x="373888" y="49371"/>
                  </a:lnTo>
                  <a:lnTo>
                    <a:pt x="346300" y="40227"/>
                  </a:lnTo>
                  <a:close/>
                </a:path>
              </a:pathLst>
            </a:custGeom>
            <a:solidFill>
              <a:srgbClr val="C7C7C7"/>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pic>
          <p:nvPicPr>
            <p:cNvPr id="22" name="object 24"/>
            <p:cNvPicPr/>
            <p:nvPr/>
          </p:nvPicPr>
          <p:blipFill>
            <a:blip r:embed="rId6" cstate="print"/>
            <a:stretch>
              <a:fillRect/>
            </a:stretch>
          </p:blipFill>
          <p:spPr>
            <a:xfrm>
              <a:off x="1572736" y="4348152"/>
              <a:ext cx="240430" cy="149171"/>
            </a:xfrm>
            <a:prstGeom prst="rect">
              <a:avLst/>
            </a:prstGeom>
          </p:spPr>
        </p:pic>
        <p:sp>
          <p:nvSpPr>
            <p:cNvPr id="23" name="object 25"/>
            <p:cNvSpPr/>
            <p:nvPr/>
          </p:nvSpPr>
          <p:spPr>
            <a:xfrm>
              <a:off x="7403592" y="4180585"/>
              <a:ext cx="437515" cy="397510"/>
            </a:xfrm>
            <a:custGeom>
              <a:avLst/>
              <a:gdLst/>
              <a:ahLst/>
              <a:cxnLst/>
              <a:rect l="l" t="t" r="r" b="b"/>
              <a:pathLst>
                <a:path w="437515" h="397510">
                  <a:moveTo>
                    <a:pt x="358140" y="44069"/>
                  </a:moveTo>
                  <a:lnTo>
                    <a:pt x="351790" y="42799"/>
                  </a:lnTo>
                  <a:lnTo>
                    <a:pt x="348615" y="42418"/>
                  </a:lnTo>
                  <a:lnTo>
                    <a:pt x="347472" y="51562"/>
                  </a:lnTo>
                  <a:lnTo>
                    <a:pt x="350393" y="51943"/>
                  </a:lnTo>
                  <a:lnTo>
                    <a:pt x="353314" y="52451"/>
                  </a:lnTo>
                  <a:lnTo>
                    <a:pt x="356108" y="53086"/>
                  </a:lnTo>
                  <a:lnTo>
                    <a:pt x="358140" y="44069"/>
                  </a:lnTo>
                  <a:close/>
                </a:path>
                <a:path w="437515" h="397510">
                  <a:moveTo>
                    <a:pt x="377952" y="50038"/>
                  </a:moveTo>
                  <a:lnTo>
                    <a:pt x="374904" y="48895"/>
                  </a:lnTo>
                  <a:lnTo>
                    <a:pt x="371856" y="47879"/>
                  </a:lnTo>
                  <a:lnTo>
                    <a:pt x="368554" y="46990"/>
                  </a:lnTo>
                  <a:lnTo>
                    <a:pt x="365760" y="54864"/>
                  </a:lnTo>
                  <a:lnTo>
                    <a:pt x="371602" y="56642"/>
                  </a:lnTo>
                  <a:lnTo>
                    <a:pt x="374269" y="57658"/>
                  </a:lnTo>
                  <a:lnTo>
                    <a:pt x="377952" y="50038"/>
                  </a:lnTo>
                  <a:close/>
                </a:path>
                <a:path w="437515" h="397510">
                  <a:moveTo>
                    <a:pt x="387096" y="241935"/>
                  </a:moveTo>
                  <a:lnTo>
                    <a:pt x="379095" y="237490"/>
                  </a:lnTo>
                  <a:lnTo>
                    <a:pt x="377571" y="240284"/>
                  </a:lnTo>
                  <a:lnTo>
                    <a:pt x="376174" y="243332"/>
                  </a:lnTo>
                  <a:lnTo>
                    <a:pt x="374904" y="246253"/>
                  </a:lnTo>
                  <a:lnTo>
                    <a:pt x="383413" y="249682"/>
                  </a:lnTo>
                  <a:lnTo>
                    <a:pt x="384429" y="246888"/>
                  </a:lnTo>
                  <a:lnTo>
                    <a:pt x="385699" y="244348"/>
                  </a:lnTo>
                  <a:lnTo>
                    <a:pt x="387096" y="241935"/>
                  </a:lnTo>
                  <a:close/>
                </a:path>
                <a:path w="437515" h="397510">
                  <a:moveTo>
                    <a:pt x="394716" y="57912"/>
                  </a:moveTo>
                  <a:lnTo>
                    <a:pt x="392049" y="56261"/>
                  </a:lnTo>
                  <a:lnTo>
                    <a:pt x="389509" y="54610"/>
                  </a:lnTo>
                  <a:lnTo>
                    <a:pt x="386715" y="53086"/>
                  </a:lnTo>
                  <a:lnTo>
                    <a:pt x="382524" y="60833"/>
                  </a:lnTo>
                  <a:lnTo>
                    <a:pt x="385064" y="62230"/>
                  </a:lnTo>
                  <a:lnTo>
                    <a:pt x="387477" y="63627"/>
                  </a:lnTo>
                  <a:lnTo>
                    <a:pt x="389763" y="65278"/>
                  </a:lnTo>
                  <a:lnTo>
                    <a:pt x="394716" y="57912"/>
                  </a:lnTo>
                  <a:close/>
                </a:path>
                <a:path w="437515" h="397510">
                  <a:moveTo>
                    <a:pt x="397764" y="227203"/>
                  </a:moveTo>
                  <a:lnTo>
                    <a:pt x="389763" y="222250"/>
                  </a:lnTo>
                  <a:lnTo>
                    <a:pt x="387731" y="224663"/>
                  </a:lnTo>
                  <a:lnTo>
                    <a:pt x="385953" y="227203"/>
                  </a:lnTo>
                  <a:lnTo>
                    <a:pt x="384136" y="229616"/>
                  </a:lnTo>
                  <a:lnTo>
                    <a:pt x="384048" y="229743"/>
                  </a:lnTo>
                  <a:lnTo>
                    <a:pt x="392303" y="234442"/>
                  </a:lnTo>
                  <a:lnTo>
                    <a:pt x="395757" y="229743"/>
                  </a:lnTo>
                  <a:lnTo>
                    <a:pt x="397764" y="227203"/>
                  </a:lnTo>
                  <a:close/>
                </a:path>
                <a:path w="437515" h="397510">
                  <a:moveTo>
                    <a:pt x="408647" y="213360"/>
                  </a:moveTo>
                  <a:lnTo>
                    <a:pt x="400177" y="208534"/>
                  </a:lnTo>
                  <a:lnTo>
                    <a:pt x="396621" y="213360"/>
                  </a:lnTo>
                  <a:lnTo>
                    <a:pt x="394716" y="215773"/>
                  </a:lnTo>
                  <a:lnTo>
                    <a:pt x="402844" y="220726"/>
                  </a:lnTo>
                  <a:lnTo>
                    <a:pt x="404749" y="218186"/>
                  </a:lnTo>
                  <a:lnTo>
                    <a:pt x="406654" y="215773"/>
                  </a:lnTo>
                  <a:lnTo>
                    <a:pt x="408343" y="213360"/>
                  </a:lnTo>
                  <a:lnTo>
                    <a:pt x="408647" y="213360"/>
                  </a:lnTo>
                  <a:close/>
                </a:path>
                <a:path w="437515" h="397510">
                  <a:moveTo>
                    <a:pt x="409956" y="69977"/>
                  </a:moveTo>
                  <a:lnTo>
                    <a:pt x="407797" y="67691"/>
                  </a:lnTo>
                  <a:lnTo>
                    <a:pt x="405638" y="65659"/>
                  </a:lnTo>
                  <a:lnTo>
                    <a:pt x="403225" y="63754"/>
                  </a:lnTo>
                  <a:lnTo>
                    <a:pt x="397764" y="70358"/>
                  </a:lnTo>
                  <a:lnTo>
                    <a:pt x="399923" y="72136"/>
                  </a:lnTo>
                  <a:lnTo>
                    <a:pt x="401955" y="74041"/>
                  </a:lnTo>
                  <a:lnTo>
                    <a:pt x="403860" y="75946"/>
                  </a:lnTo>
                  <a:lnTo>
                    <a:pt x="409956" y="69977"/>
                  </a:lnTo>
                  <a:close/>
                </a:path>
                <a:path w="437515" h="397510">
                  <a:moveTo>
                    <a:pt x="423672" y="84074"/>
                  </a:moveTo>
                  <a:lnTo>
                    <a:pt x="419862" y="79502"/>
                  </a:lnTo>
                  <a:lnTo>
                    <a:pt x="417576" y="77470"/>
                  </a:lnTo>
                  <a:lnTo>
                    <a:pt x="409956" y="82169"/>
                  </a:lnTo>
                  <a:lnTo>
                    <a:pt x="411861" y="84074"/>
                  </a:lnTo>
                  <a:lnTo>
                    <a:pt x="413766" y="86106"/>
                  </a:lnTo>
                  <a:lnTo>
                    <a:pt x="415417" y="88138"/>
                  </a:lnTo>
                  <a:lnTo>
                    <a:pt x="423672" y="84074"/>
                  </a:lnTo>
                  <a:close/>
                </a:path>
                <a:path w="437515" h="397510">
                  <a:moveTo>
                    <a:pt x="431292" y="100711"/>
                  </a:moveTo>
                  <a:lnTo>
                    <a:pt x="430149" y="97917"/>
                  </a:lnTo>
                  <a:lnTo>
                    <a:pt x="428879" y="95250"/>
                  </a:lnTo>
                  <a:lnTo>
                    <a:pt x="427482" y="92710"/>
                  </a:lnTo>
                  <a:lnTo>
                    <a:pt x="419100" y="96139"/>
                  </a:lnTo>
                  <a:lnTo>
                    <a:pt x="420370" y="98552"/>
                  </a:lnTo>
                  <a:lnTo>
                    <a:pt x="421386" y="100711"/>
                  </a:lnTo>
                  <a:lnTo>
                    <a:pt x="422529" y="103378"/>
                  </a:lnTo>
                  <a:lnTo>
                    <a:pt x="431292" y="100711"/>
                  </a:lnTo>
                  <a:close/>
                </a:path>
                <a:path w="437515" h="397510">
                  <a:moveTo>
                    <a:pt x="433717" y="180340"/>
                  </a:moveTo>
                  <a:lnTo>
                    <a:pt x="432181" y="172720"/>
                  </a:lnTo>
                  <a:lnTo>
                    <a:pt x="427736" y="167640"/>
                  </a:lnTo>
                  <a:lnTo>
                    <a:pt x="421271" y="162560"/>
                  </a:lnTo>
                  <a:lnTo>
                    <a:pt x="414147" y="160299"/>
                  </a:lnTo>
                  <a:lnTo>
                    <a:pt x="414147" y="175260"/>
                  </a:lnTo>
                  <a:lnTo>
                    <a:pt x="414096" y="176530"/>
                  </a:lnTo>
                  <a:lnTo>
                    <a:pt x="414020" y="182880"/>
                  </a:lnTo>
                  <a:lnTo>
                    <a:pt x="409702" y="185420"/>
                  </a:lnTo>
                  <a:lnTo>
                    <a:pt x="398780" y="185420"/>
                  </a:lnTo>
                  <a:lnTo>
                    <a:pt x="394462" y="182880"/>
                  </a:lnTo>
                  <a:lnTo>
                    <a:pt x="394462" y="175260"/>
                  </a:lnTo>
                  <a:lnTo>
                    <a:pt x="398907" y="172720"/>
                  </a:lnTo>
                  <a:lnTo>
                    <a:pt x="409702" y="172720"/>
                  </a:lnTo>
                  <a:lnTo>
                    <a:pt x="414147" y="175260"/>
                  </a:lnTo>
                  <a:lnTo>
                    <a:pt x="414147" y="160299"/>
                  </a:lnTo>
                  <a:lnTo>
                    <a:pt x="413296" y="160020"/>
                  </a:lnTo>
                  <a:lnTo>
                    <a:pt x="404368" y="158750"/>
                  </a:lnTo>
                  <a:lnTo>
                    <a:pt x="395351" y="160020"/>
                  </a:lnTo>
                  <a:lnTo>
                    <a:pt x="387350" y="162560"/>
                  </a:lnTo>
                  <a:lnTo>
                    <a:pt x="380860" y="167640"/>
                  </a:lnTo>
                  <a:lnTo>
                    <a:pt x="376428" y="172720"/>
                  </a:lnTo>
                  <a:lnTo>
                    <a:pt x="315595" y="172720"/>
                  </a:lnTo>
                  <a:lnTo>
                    <a:pt x="315595" y="146050"/>
                  </a:lnTo>
                  <a:lnTo>
                    <a:pt x="360426" y="146050"/>
                  </a:lnTo>
                  <a:lnTo>
                    <a:pt x="364744" y="143510"/>
                  </a:lnTo>
                  <a:lnTo>
                    <a:pt x="364744" y="133350"/>
                  </a:lnTo>
                  <a:lnTo>
                    <a:pt x="364744" y="111760"/>
                  </a:lnTo>
                  <a:lnTo>
                    <a:pt x="373913" y="107950"/>
                  </a:lnTo>
                  <a:lnTo>
                    <a:pt x="380555" y="102870"/>
                  </a:lnTo>
                  <a:lnTo>
                    <a:pt x="382701" y="99060"/>
                  </a:lnTo>
                  <a:lnTo>
                    <a:pt x="384136" y="96520"/>
                  </a:lnTo>
                  <a:lnTo>
                    <a:pt x="384175" y="88900"/>
                  </a:lnTo>
                  <a:lnTo>
                    <a:pt x="382778" y="86360"/>
                  </a:lnTo>
                  <a:lnTo>
                    <a:pt x="380682" y="82550"/>
                  </a:lnTo>
                  <a:lnTo>
                    <a:pt x="374154" y="77470"/>
                  </a:lnTo>
                  <a:lnTo>
                    <a:pt x="365366" y="73660"/>
                  </a:lnTo>
                  <a:lnTo>
                    <a:pt x="364744" y="73583"/>
                  </a:lnTo>
                  <a:lnTo>
                    <a:pt x="364744" y="88900"/>
                  </a:lnTo>
                  <a:lnTo>
                    <a:pt x="364744" y="96520"/>
                  </a:lnTo>
                  <a:lnTo>
                    <a:pt x="360299" y="99060"/>
                  </a:lnTo>
                  <a:lnTo>
                    <a:pt x="349504" y="99060"/>
                  </a:lnTo>
                  <a:lnTo>
                    <a:pt x="345186" y="96520"/>
                  </a:lnTo>
                  <a:lnTo>
                    <a:pt x="345186" y="88900"/>
                  </a:lnTo>
                  <a:lnTo>
                    <a:pt x="349504" y="86360"/>
                  </a:lnTo>
                  <a:lnTo>
                    <a:pt x="360426" y="86360"/>
                  </a:lnTo>
                  <a:lnTo>
                    <a:pt x="364744" y="88900"/>
                  </a:lnTo>
                  <a:lnTo>
                    <a:pt x="364744" y="73583"/>
                  </a:lnTo>
                  <a:lnTo>
                    <a:pt x="325755" y="88900"/>
                  </a:lnTo>
                  <a:lnTo>
                    <a:pt x="325805" y="91440"/>
                  </a:lnTo>
                  <a:lnTo>
                    <a:pt x="325907" y="96520"/>
                  </a:lnTo>
                  <a:lnTo>
                    <a:pt x="329514" y="102870"/>
                  </a:lnTo>
                  <a:lnTo>
                    <a:pt x="336092" y="107950"/>
                  </a:lnTo>
                  <a:lnTo>
                    <a:pt x="345186" y="111760"/>
                  </a:lnTo>
                  <a:lnTo>
                    <a:pt x="345186" y="133350"/>
                  </a:lnTo>
                  <a:lnTo>
                    <a:pt x="315595" y="133350"/>
                  </a:lnTo>
                  <a:lnTo>
                    <a:pt x="315595" y="125730"/>
                  </a:lnTo>
                  <a:lnTo>
                    <a:pt x="315595" y="115570"/>
                  </a:lnTo>
                  <a:lnTo>
                    <a:pt x="311023" y="113030"/>
                  </a:lnTo>
                  <a:lnTo>
                    <a:pt x="295783" y="113030"/>
                  </a:lnTo>
                  <a:lnTo>
                    <a:pt x="295783" y="125730"/>
                  </a:lnTo>
                  <a:lnTo>
                    <a:pt x="295783" y="193040"/>
                  </a:lnTo>
                  <a:lnTo>
                    <a:pt x="226822" y="193040"/>
                  </a:lnTo>
                  <a:lnTo>
                    <a:pt x="226822" y="125730"/>
                  </a:lnTo>
                  <a:lnTo>
                    <a:pt x="295783" y="125730"/>
                  </a:lnTo>
                  <a:lnTo>
                    <a:pt x="295783" y="113030"/>
                  </a:lnTo>
                  <a:lnTo>
                    <a:pt x="285877" y="113030"/>
                  </a:lnTo>
                  <a:lnTo>
                    <a:pt x="285877" y="78740"/>
                  </a:lnTo>
                  <a:lnTo>
                    <a:pt x="295046" y="74930"/>
                  </a:lnTo>
                  <a:lnTo>
                    <a:pt x="301675" y="69850"/>
                  </a:lnTo>
                  <a:lnTo>
                    <a:pt x="303834" y="66040"/>
                  </a:lnTo>
                  <a:lnTo>
                    <a:pt x="305269" y="63500"/>
                  </a:lnTo>
                  <a:lnTo>
                    <a:pt x="305308" y="55880"/>
                  </a:lnTo>
                  <a:lnTo>
                    <a:pt x="303860" y="53340"/>
                  </a:lnTo>
                  <a:lnTo>
                    <a:pt x="301701" y="49530"/>
                  </a:lnTo>
                  <a:lnTo>
                    <a:pt x="295186" y="44450"/>
                  </a:lnTo>
                  <a:lnTo>
                    <a:pt x="286461" y="40640"/>
                  </a:lnTo>
                  <a:lnTo>
                    <a:pt x="285877" y="40576"/>
                  </a:lnTo>
                  <a:lnTo>
                    <a:pt x="285877" y="55880"/>
                  </a:lnTo>
                  <a:lnTo>
                    <a:pt x="285877" y="63500"/>
                  </a:lnTo>
                  <a:lnTo>
                    <a:pt x="281432" y="66040"/>
                  </a:lnTo>
                  <a:lnTo>
                    <a:pt x="270637" y="66040"/>
                  </a:lnTo>
                  <a:lnTo>
                    <a:pt x="266192" y="63500"/>
                  </a:lnTo>
                  <a:lnTo>
                    <a:pt x="266192" y="58420"/>
                  </a:lnTo>
                  <a:lnTo>
                    <a:pt x="267208" y="55880"/>
                  </a:lnTo>
                  <a:lnTo>
                    <a:pt x="269240" y="54610"/>
                  </a:lnTo>
                  <a:lnTo>
                    <a:pt x="271018" y="53340"/>
                  </a:lnTo>
                  <a:lnTo>
                    <a:pt x="281432" y="53340"/>
                  </a:lnTo>
                  <a:lnTo>
                    <a:pt x="285877" y="55880"/>
                  </a:lnTo>
                  <a:lnTo>
                    <a:pt x="285877" y="40576"/>
                  </a:lnTo>
                  <a:lnTo>
                    <a:pt x="246888" y="55880"/>
                  </a:lnTo>
                  <a:lnTo>
                    <a:pt x="246913" y="63500"/>
                  </a:lnTo>
                  <a:lnTo>
                    <a:pt x="250507" y="69850"/>
                  </a:lnTo>
                  <a:lnTo>
                    <a:pt x="257136" y="74930"/>
                  </a:lnTo>
                  <a:lnTo>
                    <a:pt x="266319" y="78740"/>
                  </a:lnTo>
                  <a:lnTo>
                    <a:pt x="266319" y="113030"/>
                  </a:lnTo>
                  <a:lnTo>
                    <a:pt x="226822" y="113030"/>
                  </a:lnTo>
                  <a:lnTo>
                    <a:pt x="226822" y="13970"/>
                  </a:lnTo>
                  <a:lnTo>
                    <a:pt x="226822" y="5080"/>
                  </a:lnTo>
                  <a:lnTo>
                    <a:pt x="225679" y="3810"/>
                  </a:lnTo>
                  <a:lnTo>
                    <a:pt x="222123" y="1270"/>
                  </a:lnTo>
                  <a:lnTo>
                    <a:pt x="219583" y="0"/>
                  </a:lnTo>
                  <a:lnTo>
                    <a:pt x="216916" y="0"/>
                  </a:lnTo>
                  <a:lnTo>
                    <a:pt x="207137" y="863"/>
                  </a:lnTo>
                  <a:lnTo>
                    <a:pt x="207137" y="257810"/>
                  </a:lnTo>
                  <a:lnTo>
                    <a:pt x="207137" y="331470"/>
                  </a:lnTo>
                  <a:lnTo>
                    <a:pt x="137287" y="331470"/>
                  </a:lnTo>
                  <a:lnTo>
                    <a:pt x="131368" y="317500"/>
                  </a:lnTo>
                  <a:lnTo>
                    <a:pt x="121069" y="302260"/>
                  </a:lnTo>
                  <a:lnTo>
                    <a:pt x="108077" y="288290"/>
                  </a:lnTo>
                  <a:lnTo>
                    <a:pt x="94107" y="274320"/>
                  </a:lnTo>
                  <a:lnTo>
                    <a:pt x="87972" y="269240"/>
                  </a:lnTo>
                  <a:lnTo>
                    <a:pt x="82270" y="262890"/>
                  </a:lnTo>
                  <a:lnTo>
                    <a:pt x="50660" y="223520"/>
                  </a:lnTo>
                  <a:lnTo>
                    <a:pt x="23520" y="162560"/>
                  </a:lnTo>
                  <a:lnTo>
                    <a:pt x="19812" y="135890"/>
                  </a:lnTo>
                  <a:lnTo>
                    <a:pt x="29121" y="97790"/>
                  </a:lnTo>
                  <a:lnTo>
                    <a:pt x="55232" y="64770"/>
                  </a:lnTo>
                  <a:lnTo>
                    <a:pt x="95402" y="39370"/>
                  </a:lnTo>
                  <a:lnTo>
                    <a:pt x="146913" y="21590"/>
                  </a:lnTo>
                  <a:lnTo>
                    <a:pt x="207010" y="13970"/>
                  </a:lnTo>
                  <a:lnTo>
                    <a:pt x="207010" y="59690"/>
                  </a:lnTo>
                  <a:lnTo>
                    <a:pt x="207010" y="77470"/>
                  </a:lnTo>
                  <a:lnTo>
                    <a:pt x="207010" y="100330"/>
                  </a:lnTo>
                  <a:lnTo>
                    <a:pt x="207010" y="113030"/>
                  </a:lnTo>
                  <a:lnTo>
                    <a:pt x="207010" y="205740"/>
                  </a:lnTo>
                  <a:lnTo>
                    <a:pt x="183476" y="199390"/>
                  </a:lnTo>
                  <a:lnTo>
                    <a:pt x="164757" y="189230"/>
                  </a:lnTo>
                  <a:lnTo>
                    <a:pt x="152412" y="175260"/>
                  </a:lnTo>
                  <a:lnTo>
                    <a:pt x="147955" y="158750"/>
                  </a:lnTo>
                  <a:lnTo>
                    <a:pt x="152425" y="142240"/>
                  </a:lnTo>
                  <a:lnTo>
                    <a:pt x="164807" y="128270"/>
                  </a:lnTo>
                  <a:lnTo>
                    <a:pt x="183527" y="118110"/>
                  </a:lnTo>
                  <a:lnTo>
                    <a:pt x="207010" y="113030"/>
                  </a:lnTo>
                  <a:lnTo>
                    <a:pt x="207010" y="100330"/>
                  </a:lnTo>
                  <a:lnTo>
                    <a:pt x="175844" y="106680"/>
                  </a:lnTo>
                  <a:lnTo>
                    <a:pt x="150850" y="119380"/>
                  </a:lnTo>
                  <a:lnTo>
                    <a:pt x="134226" y="137160"/>
                  </a:lnTo>
                  <a:lnTo>
                    <a:pt x="128143" y="158750"/>
                  </a:lnTo>
                  <a:lnTo>
                    <a:pt x="134226" y="180340"/>
                  </a:lnTo>
                  <a:lnTo>
                    <a:pt x="150850" y="199390"/>
                  </a:lnTo>
                  <a:lnTo>
                    <a:pt x="175844" y="212090"/>
                  </a:lnTo>
                  <a:lnTo>
                    <a:pt x="207010" y="218440"/>
                  </a:lnTo>
                  <a:lnTo>
                    <a:pt x="207010" y="241300"/>
                  </a:lnTo>
                  <a:lnTo>
                    <a:pt x="205359" y="236220"/>
                  </a:lnTo>
                  <a:lnTo>
                    <a:pt x="204724" y="233680"/>
                  </a:lnTo>
                  <a:lnTo>
                    <a:pt x="201422" y="231140"/>
                  </a:lnTo>
                  <a:lnTo>
                    <a:pt x="191770" y="229870"/>
                  </a:lnTo>
                  <a:lnTo>
                    <a:pt x="185928" y="229870"/>
                  </a:lnTo>
                  <a:lnTo>
                    <a:pt x="180467" y="227330"/>
                  </a:lnTo>
                  <a:lnTo>
                    <a:pt x="174371" y="227330"/>
                  </a:lnTo>
                  <a:lnTo>
                    <a:pt x="171577" y="228600"/>
                  </a:lnTo>
                  <a:lnTo>
                    <a:pt x="169672" y="229870"/>
                  </a:lnTo>
                  <a:lnTo>
                    <a:pt x="160528" y="236220"/>
                  </a:lnTo>
                  <a:lnTo>
                    <a:pt x="155321" y="234950"/>
                  </a:lnTo>
                  <a:lnTo>
                    <a:pt x="150241" y="232410"/>
                  </a:lnTo>
                  <a:lnTo>
                    <a:pt x="145542" y="231140"/>
                  </a:lnTo>
                  <a:lnTo>
                    <a:pt x="149860" y="222250"/>
                  </a:lnTo>
                  <a:lnTo>
                    <a:pt x="151130" y="219710"/>
                  </a:lnTo>
                  <a:lnTo>
                    <a:pt x="150495" y="218440"/>
                  </a:lnTo>
                  <a:lnTo>
                    <a:pt x="149860" y="217170"/>
                  </a:lnTo>
                  <a:lnTo>
                    <a:pt x="146812" y="214630"/>
                  </a:lnTo>
                  <a:lnTo>
                    <a:pt x="142367" y="212090"/>
                  </a:lnTo>
                  <a:lnTo>
                    <a:pt x="138049" y="209550"/>
                  </a:lnTo>
                  <a:lnTo>
                    <a:pt x="134239" y="207010"/>
                  </a:lnTo>
                  <a:lnTo>
                    <a:pt x="131572" y="204470"/>
                  </a:lnTo>
                  <a:lnTo>
                    <a:pt x="127381" y="203200"/>
                  </a:lnTo>
                  <a:lnTo>
                    <a:pt x="123571" y="204470"/>
                  </a:lnTo>
                  <a:lnTo>
                    <a:pt x="110490" y="207010"/>
                  </a:lnTo>
                  <a:lnTo>
                    <a:pt x="107315" y="204470"/>
                  </a:lnTo>
                  <a:lnTo>
                    <a:pt x="104394" y="200660"/>
                  </a:lnTo>
                  <a:lnTo>
                    <a:pt x="101854" y="196850"/>
                  </a:lnTo>
                  <a:lnTo>
                    <a:pt x="112268" y="190500"/>
                  </a:lnTo>
                  <a:lnTo>
                    <a:pt x="115189" y="189230"/>
                  </a:lnTo>
                  <a:lnTo>
                    <a:pt x="116205" y="186690"/>
                  </a:lnTo>
                  <a:lnTo>
                    <a:pt x="115062" y="184150"/>
                  </a:lnTo>
                  <a:lnTo>
                    <a:pt x="112903" y="180340"/>
                  </a:lnTo>
                  <a:lnTo>
                    <a:pt x="111379" y="176530"/>
                  </a:lnTo>
                  <a:lnTo>
                    <a:pt x="110363" y="172720"/>
                  </a:lnTo>
                  <a:lnTo>
                    <a:pt x="109601" y="168910"/>
                  </a:lnTo>
                  <a:lnTo>
                    <a:pt x="106553" y="167640"/>
                  </a:lnTo>
                  <a:lnTo>
                    <a:pt x="102616" y="167640"/>
                  </a:lnTo>
                  <a:lnTo>
                    <a:pt x="88773" y="165100"/>
                  </a:lnTo>
                  <a:lnTo>
                    <a:pt x="88773" y="153670"/>
                  </a:lnTo>
                  <a:lnTo>
                    <a:pt x="102616" y="151130"/>
                  </a:lnTo>
                  <a:lnTo>
                    <a:pt x="106553" y="151130"/>
                  </a:lnTo>
                  <a:lnTo>
                    <a:pt x="109601" y="148590"/>
                  </a:lnTo>
                  <a:lnTo>
                    <a:pt x="110363" y="146050"/>
                  </a:lnTo>
                  <a:lnTo>
                    <a:pt x="111379" y="142240"/>
                  </a:lnTo>
                  <a:lnTo>
                    <a:pt x="112903" y="138430"/>
                  </a:lnTo>
                  <a:lnTo>
                    <a:pt x="115062" y="134620"/>
                  </a:lnTo>
                  <a:lnTo>
                    <a:pt x="116205" y="132080"/>
                  </a:lnTo>
                  <a:lnTo>
                    <a:pt x="115189" y="129540"/>
                  </a:lnTo>
                  <a:lnTo>
                    <a:pt x="112141" y="127000"/>
                  </a:lnTo>
                  <a:lnTo>
                    <a:pt x="101854" y="121920"/>
                  </a:lnTo>
                  <a:lnTo>
                    <a:pt x="104394" y="118110"/>
                  </a:lnTo>
                  <a:lnTo>
                    <a:pt x="107315" y="114300"/>
                  </a:lnTo>
                  <a:lnTo>
                    <a:pt x="110490" y="111760"/>
                  </a:lnTo>
                  <a:lnTo>
                    <a:pt x="123571" y="114300"/>
                  </a:lnTo>
                  <a:lnTo>
                    <a:pt x="127381" y="115570"/>
                  </a:lnTo>
                  <a:lnTo>
                    <a:pt x="131572" y="114300"/>
                  </a:lnTo>
                  <a:lnTo>
                    <a:pt x="134239" y="111760"/>
                  </a:lnTo>
                  <a:lnTo>
                    <a:pt x="138049" y="109220"/>
                  </a:lnTo>
                  <a:lnTo>
                    <a:pt x="142367" y="106680"/>
                  </a:lnTo>
                  <a:lnTo>
                    <a:pt x="146812" y="104140"/>
                  </a:lnTo>
                  <a:lnTo>
                    <a:pt x="149860" y="101600"/>
                  </a:lnTo>
                  <a:lnTo>
                    <a:pt x="150495" y="100330"/>
                  </a:lnTo>
                  <a:lnTo>
                    <a:pt x="151130" y="99060"/>
                  </a:lnTo>
                  <a:lnTo>
                    <a:pt x="149860" y="96520"/>
                  </a:lnTo>
                  <a:lnTo>
                    <a:pt x="145542" y="87630"/>
                  </a:lnTo>
                  <a:lnTo>
                    <a:pt x="150241" y="85090"/>
                  </a:lnTo>
                  <a:lnTo>
                    <a:pt x="160528" y="82550"/>
                  </a:lnTo>
                  <a:lnTo>
                    <a:pt x="172339" y="91440"/>
                  </a:lnTo>
                  <a:lnTo>
                    <a:pt x="176657" y="91440"/>
                  </a:lnTo>
                  <a:lnTo>
                    <a:pt x="180467" y="90170"/>
                  </a:lnTo>
                  <a:lnTo>
                    <a:pt x="185928" y="88900"/>
                  </a:lnTo>
                  <a:lnTo>
                    <a:pt x="191770" y="88900"/>
                  </a:lnTo>
                  <a:lnTo>
                    <a:pt x="197485" y="87630"/>
                  </a:lnTo>
                  <a:lnTo>
                    <a:pt x="201422" y="87630"/>
                  </a:lnTo>
                  <a:lnTo>
                    <a:pt x="204724" y="85090"/>
                  </a:lnTo>
                  <a:lnTo>
                    <a:pt x="205359" y="82550"/>
                  </a:lnTo>
                  <a:lnTo>
                    <a:pt x="207010" y="77470"/>
                  </a:lnTo>
                  <a:lnTo>
                    <a:pt x="207010" y="59690"/>
                  </a:lnTo>
                  <a:lnTo>
                    <a:pt x="204343" y="59690"/>
                  </a:lnTo>
                  <a:lnTo>
                    <a:pt x="198882" y="60960"/>
                  </a:lnTo>
                  <a:lnTo>
                    <a:pt x="194818" y="60960"/>
                  </a:lnTo>
                  <a:lnTo>
                    <a:pt x="191389" y="63500"/>
                  </a:lnTo>
                  <a:lnTo>
                    <a:pt x="190500" y="66040"/>
                  </a:lnTo>
                  <a:lnTo>
                    <a:pt x="187452" y="76200"/>
                  </a:lnTo>
                  <a:lnTo>
                    <a:pt x="182626" y="76200"/>
                  </a:lnTo>
                  <a:lnTo>
                    <a:pt x="180086" y="77470"/>
                  </a:lnTo>
                  <a:lnTo>
                    <a:pt x="170180" y="69850"/>
                  </a:lnTo>
                  <a:lnTo>
                    <a:pt x="167513" y="67310"/>
                  </a:lnTo>
                  <a:lnTo>
                    <a:pt x="159004" y="67310"/>
                  </a:lnTo>
                  <a:lnTo>
                    <a:pt x="150901" y="69850"/>
                  </a:lnTo>
                  <a:lnTo>
                    <a:pt x="143014" y="73660"/>
                  </a:lnTo>
                  <a:lnTo>
                    <a:pt x="135331" y="76200"/>
                  </a:lnTo>
                  <a:lnTo>
                    <a:pt x="127889" y="80010"/>
                  </a:lnTo>
                  <a:lnTo>
                    <a:pt x="124714" y="81280"/>
                  </a:lnTo>
                  <a:lnTo>
                    <a:pt x="123317" y="85090"/>
                  </a:lnTo>
                  <a:lnTo>
                    <a:pt x="124587" y="87630"/>
                  </a:lnTo>
                  <a:lnTo>
                    <a:pt x="129159" y="96520"/>
                  </a:lnTo>
                  <a:lnTo>
                    <a:pt x="127254" y="97790"/>
                  </a:lnTo>
                  <a:lnTo>
                    <a:pt x="125476" y="99060"/>
                  </a:lnTo>
                  <a:lnTo>
                    <a:pt x="123571" y="100330"/>
                  </a:lnTo>
                  <a:lnTo>
                    <a:pt x="109982" y="97790"/>
                  </a:lnTo>
                  <a:lnTo>
                    <a:pt x="105791" y="96520"/>
                  </a:lnTo>
                  <a:lnTo>
                    <a:pt x="101473" y="97790"/>
                  </a:lnTo>
                  <a:lnTo>
                    <a:pt x="80899" y="120650"/>
                  </a:lnTo>
                  <a:lnTo>
                    <a:pt x="79248" y="123190"/>
                  </a:lnTo>
                  <a:lnTo>
                    <a:pt x="80137" y="125730"/>
                  </a:lnTo>
                  <a:lnTo>
                    <a:pt x="83439" y="128270"/>
                  </a:lnTo>
                  <a:lnTo>
                    <a:pt x="94361" y="134620"/>
                  </a:lnTo>
                  <a:lnTo>
                    <a:pt x="93599" y="135890"/>
                  </a:lnTo>
                  <a:lnTo>
                    <a:pt x="92329" y="139700"/>
                  </a:lnTo>
                  <a:lnTo>
                    <a:pt x="76962" y="142240"/>
                  </a:lnTo>
                  <a:lnTo>
                    <a:pt x="72390" y="142240"/>
                  </a:lnTo>
                  <a:lnTo>
                    <a:pt x="68961" y="144780"/>
                  </a:lnTo>
                  <a:lnTo>
                    <a:pt x="68961" y="173990"/>
                  </a:lnTo>
                  <a:lnTo>
                    <a:pt x="72390" y="176530"/>
                  </a:lnTo>
                  <a:lnTo>
                    <a:pt x="76962" y="177800"/>
                  </a:lnTo>
                  <a:lnTo>
                    <a:pt x="92329" y="179070"/>
                  </a:lnTo>
                  <a:lnTo>
                    <a:pt x="92964" y="180340"/>
                  </a:lnTo>
                  <a:lnTo>
                    <a:pt x="93599" y="182880"/>
                  </a:lnTo>
                  <a:lnTo>
                    <a:pt x="94361" y="184150"/>
                  </a:lnTo>
                  <a:lnTo>
                    <a:pt x="83439" y="190500"/>
                  </a:lnTo>
                  <a:lnTo>
                    <a:pt x="80137" y="193040"/>
                  </a:lnTo>
                  <a:lnTo>
                    <a:pt x="79248" y="195580"/>
                  </a:lnTo>
                  <a:lnTo>
                    <a:pt x="80899" y="198120"/>
                  </a:lnTo>
                  <a:lnTo>
                    <a:pt x="84670" y="203200"/>
                  </a:lnTo>
                  <a:lnTo>
                    <a:pt x="88976" y="209550"/>
                  </a:lnTo>
                  <a:lnTo>
                    <a:pt x="93764" y="214630"/>
                  </a:lnTo>
                  <a:lnTo>
                    <a:pt x="99060" y="219710"/>
                  </a:lnTo>
                  <a:lnTo>
                    <a:pt x="101473" y="220980"/>
                  </a:lnTo>
                  <a:lnTo>
                    <a:pt x="105791" y="222250"/>
                  </a:lnTo>
                  <a:lnTo>
                    <a:pt x="123571" y="218440"/>
                  </a:lnTo>
                  <a:lnTo>
                    <a:pt x="125476" y="219710"/>
                  </a:lnTo>
                  <a:lnTo>
                    <a:pt x="129032" y="222250"/>
                  </a:lnTo>
                  <a:lnTo>
                    <a:pt x="123317" y="233680"/>
                  </a:lnTo>
                  <a:lnTo>
                    <a:pt x="124714" y="237490"/>
                  </a:lnTo>
                  <a:lnTo>
                    <a:pt x="127889" y="238760"/>
                  </a:lnTo>
                  <a:lnTo>
                    <a:pt x="135331" y="242570"/>
                  </a:lnTo>
                  <a:lnTo>
                    <a:pt x="150901" y="247650"/>
                  </a:lnTo>
                  <a:lnTo>
                    <a:pt x="159004" y="251460"/>
                  </a:lnTo>
                  <a:lnTo>
                    <a:pt x="167513" y="251460"/>
                  </a:lnTo>
                  <a:lnTo>
                    <a:pt x="170180" y="248920"/>
                  </a:lnTo>
                  <a:lnTo>
                    <a:pt x="180086" y="241300"/>
                  </a:lnTo>
                  <a:lnTo>
                    <a:pt x="182626" y="242570"/>
                  </a:lnTo>
                  <a:lnTo>
                    <a:pt x="185039" y="242570"/>
                  </a:lnTo>
                  <a:lnTo>
                    <a:pt x="187452" y="243840"/>
                  </a:lnTo>
                  <a:lnTo>
                    <a:pt x="191389" y="255270"/>
                  </a:lnTo>
                  <a:lnTo>
                    <a:pt x="194818" y="257810"/>
                  </a:lnTo>
                  <a:lnTo>
                    <a:pt x="207137" y="257810"/>
                  </a:lnTo>
                  <a:lnTo>
                    <a:pt x="207137" y="863"/>
                  </a:lnTo>
                  <a:lnTo>
                    <a:pt x="158597" y="5080"/>
                  </a:lnTo>
                  <a:lnTo>
                    <a:pt x="106603" y="19050"/>
                  </a:lnTo>
                  <a:lnTo>
                    <a:pt x="62826" y="39370"/>
                  </a:lnTo>
                  <a:lnTo>
                    <a:pt x="29197" y="66040"/>
                  </a:lnTo>
                  <a:lnTo>
                    <a:pt x="7607" y="99060"/>
                  </a:lnTo>
                  <a:lnTo>
                    <a:pt x="0" y="135890"/>
                  </a:lnTo>
                  <a:lnTo>
                    <a:pt x="3835" y="163830"/>
                  </a:lnTo>
                  <a:lnTo>
                    <a:pt x="32296" y="227330"/>
                  </a:lnTo>
                  <a:lnTo>
                    <a:pt x="55372" y="259080"/>
                  </a:lnTo>
                  <a:lnTo>
                    <a:pt x="65811" y="270510"/>
                  </a:lnTo>
                  <a:lnTo>
                    <a:pt x="71755" y="276860"/>
                  </a:lnTo>
                  <a:lnTo>
                    <a:pt x="77978" y="281940"/>
                  </a:lnTo>
                  <a:lnTo>
                    <a:pt x="91401" y="295910"/>
                  </a:lnTo>
                  <a:lnTo>
                    <a:pt x="103771" y="308610"/>
                  </a:lnTo>
                  <a:lnTo>
                    <a:pt x="113207" y="322580"/>
                  </a:lnTo>
                  <a:lnTo>
                    <a:pt x="117856" y="335280"/>
                  </a:lnTo>
                  <a:lnTo>
                    <a:pt x="110363" y="339090"/>
                  </a:lnTo>
                  <a:lnTo>
                    <a:pt x="105791" y="345440"/>
                  </a:lnTo>
                  <a:lnTo>
                    <a:pt x="105892" y="347980"/>
                  </a:lnTo>
                  <a:lnTo>
                    <a:pt x="105930" y="349250"/>
                  </a:lnTo>
                  <a:lnTo>
                    <a:pt x="106045" y="355600"/>
                  </a:lnTo>
                  <a:lnTo>
                    <a:pt x="108331" y="360680"/>
                  </a:lnTo>
                  <a:lnTo>
                    <a:pt x="112649" y="363220"/>
                  </a:lnTo>
                  <a:lnTo>
                    <a:pt x="106680" y="367030"/>
                  </a:lnTo>
                  <a:lnTo>
                    <a:pt x="103505" y="372110"/>
                  </a:lnTo>
                  <a:lnTo>
                    <a:pt x="103505" y="378460"/>
                  </a:lnTo>
                  <a:lnTo>
                    <a:pt x="105892" y="386080"/>
                  </a:lnTo>
                  <a:lnTo>
                    <a:pt x="112242" y="392430"/>
                  </a:lnTo>
                  <a:lnTo>
                    <a:pt x="121627" y="396240"/>
                  </a:lnTo>
                  <a:lnTo>
                    <a:pt x="133096" y="397510"/>
                  </a:lnTo>
                  <a:lnTo>
                    <a:pt x="308737" y="397510"/>
                  </a:lnTo>
                  <a:lnTo>
                    <a:pt x="316230" y="396240"/>
                  </a:lnTo>
                  <a:lnTo>
                    <a:pt x="321691" y="392430"/>
                  </a:lnTo>
                  <a:lnTo>
                    <a:pt x="327279" y="388620"/>
                  </a:lnTo>
                  <a:lnTo>
                    <a:pt x="329653" y="384810"/>
                  </a:lnTo>
                  <a:lnTo>
                    <a:pt x="330454" y="383540"/>
                  </a:lnTo>
                  <a:lnTo>
                    <a:pt x="330327" y="372110"/>
                  </a:lnTo>
                  <a:lnTo>
                    <a:pt x="329501" y="370840"/>
                  </a:lnTo>
                  <a:lnTo>
                    <a:pt x="327025" y="367030"/>
                  </a:lnTo>
                  <a:lnTo>
                    <a:pt x="321310" y="363220"/>
                  </a:lnTo>
                  <a:lnTo>
                    <a:pt x="325628" y="359410"/>
                  </a:lnTo>
                  <a:lnTo>
                    <a:pt x="326339" y="358140"/>
                  </a:lnTo>
                  <a:lnTo>
                    <a:pt x="327787" y="355600"/>
                  </a:lnTo>
                  <a:lnTo>
                    <a:pt x="327787" y="350520"/>
                  </a:lnTo>
                  <a:lnTo>
                    <a:pt x="326288" y="345440"/>
                  </a:lnTo>
                  <a:lnTo>
                    <a:pt x="325539" y="342900"/>
                  </a:lnTo>
                  <a:lnTo>
                    <a:pt x="319443" y="337820"/>
                  </a:lnTo>
                  <a:lnTo>
                    <a:pt x="310642" y="332841"/>
                  </a:lnTo>
                  <a:lnTo>
                    <a:pt x="310642" y="375920"/>
                  </a:lnTo>
                  <a:lnTo>
                    <a:pt x="310515" y="382270"/>
                  </a:lnTo>
                  <a:lnTo>
                    <a:pt x="306197" y="384810"/>
                  </a:lnTo>
                  <a:lnTo>
                    <a:pt x="127635" y="384810"/>
                  </a:lnTo>
                  <a:lnTo>
                    <a:pt x="123063" y="382270"/>
                  </a:lnTo>
                  <a:lnTo>
                    <a:pt x="123317" y="378460"/>
                  </a:lnTo>
                  <a:lnTo>
                    <a:pt x="123317" y="374650"/>
                  </a:lnTo>
                  <a:lnTo>
                    <a:pt x="127762" y="370840"/>
                  </a:lnTo>
                  <a:lnTo>
                    <a:pt x="303276" y="370840"/>
                  </a:lnTo>
                  <a:lnTo>
                    <a:pt x="306070" y="372110"/>
                  </a:lnTo>
                  <a:lnTo>
                    <a:pt x="309626" y="374650"/>
                  </a:lnTo>
                  <a:lnTo>
                    <a:pt x="310642" y="375920"/>
                  </a:lnTo>
                  <a:lnTo>
                    <a:pt x="310642" y="332841"/>
                  </a:lnTo>
                  <a:lnTo>
                    <a:pt x="310476" y="332740"/>
                  </a:lnTo>
                  <a:lnTo>
                    <a:pt x="308229" y="332486"/>
                  </a:lnTo>
                  <a:lnTo>
                    <a:pt x="308229" y="349250"/>
                  </a:lnTo>
                  <a:lnTo>
                    <a:pt x="308102" y="350520"/>
                  </a:lnTo>
                  <a:lnTo>
                    <a:pt x="307975" y="355600"/>
                  </a:lnTo>
                  <a:lnTo>
                    <a:pt x="303657" y="358140"/>
                  </a:lnTo>
                  <a:lnTo>
                    <a:pt x="132969" y="358140"/>
                  </a:lnTo>
                  <a:lnTo>
                    <a:pt x="130429" y="356870"/>
                  </a:lnTo>
                  <a:lnTo>
                    <a:pt x="128651" y="355600"/>
                  </a:lnTo>
                  <a:lnTo>
                    <a:pt x="126746" y="354330"/>
                  </a:lnTo>
                  <a:lnTo>
                    <a:pt x="125730" y="353060"/>
                  </a:lnTo>
                  <a:lnTo>
                    <a:pt x="125730" y="350520"/>
                  </a:lnTo>
                  <a:lnTo>
                    <a:pt x="125984" y="349250"/>
                  </a:lnTo>
                  <a:lnTo>
                    <a:pt x="126873" y="347980"/>
                  </a:lnTo>
                  <a:lnTo>
                    <a:pt x="130429" y="345440"/>
                  </a:lnTo>
                  <a:lnTo>
                    <a:pt x="303276" y="345440"/>
                  </a:lnTo>
                  <a:lnTo>
                    <a:pt x="307086" y="347980"/>
                  </a:lnTo>
                  <a:lnTo>
                    <a:pt x="308229" y="349250"/>
                  </a:lnTo>
                  <a:lnTo>
                    <a:pt x="308229" y="332486"/>
                  </a:lnTo>
                  <a:lnTo>
                    <a:pt x="299593" y="331470"/>
                  </a:lnTo>
                  <a:lnTo>
                    <a:pt x="226822" y="331470"/>
                  </a:lnTo>
                  <a:lnTo>
                    <a:pt x="226822" y="205740"/>
                  </a:lnTo>
                  <a:lnTo>
                    <a:pt x="246507" y="205740"/>
                  </a:lnTo>
                  <a:lnTo>
                    <a:pt x="246507" y="229870"/>
                  </a:lnTo>
                  <a:lnTo>
                    <a:pt x="251079" y="232410"/>
                  </a:lnTo>
                  <a:lnTo>
                    <a:pt x="285877" y="232410"/>
                  </a:lnTo>
                  <a:lnTo>
                    <a:pt x="285877" y="240030"/>
                  </a:lnTo>
                  <a:lnTo>
                    <a:pt x="276834" y="243840"/>
                  </a:lnTo>
                  <a:lnTo>
                    <a:pt x="270281" y="248920"/>
                  </a:lnTo>
                  <a:lnTo>
                    <a:pt x="266725" y="255270"/>
                  </a:lnTo>
                  <a:lnTo>
                    <a:pt x="266700" y="262890"/>
                  </a:lnTo>
                  <a:lnTo>
                    <a:pt x="270179" y="269240"/>
                  </a:lnTo>
                  <a:lnTo>
                    <a:pt x="276707" y="274320"/>
                  </a:lnTo>
                  <a:lnTo>
                    <a:pt x="285496" y="278130"/>
                  </a:lnTo>
                  <a:lnTo>
                    <a:pt x="295783" y="279400"/>
                  </a:lnTo>
                  <a:lnTo>
                    <a:pt x="306158" y="278130"/>
                  </a:lnTo>
                  <a:lnTo>
                    <a:pt x="314972" y="274320"/>
                  </a:lnTo>
                  <a:lnTo>
                    <a:pt x="321513" y="269240"/>
                  </a:lnTo>
                  <a:lnTo>
                    <a:pt x="323672" y="265430"/>
                  </a:lnTo>
                  <a:lnTo>
                    <a:pt x="325120" y="262890"/>
                  </a:lnTo>
                  <a:lnTo>
                    <a:pt x="325005" y="257810"/>
                  </a:lnTo>
                  <a:lnTo>
                    <a:pt x="324954" y="255270"/>
                  </a:lnTo>
                  <a:lnTo>
                    <a:pt x="322795" y="251460"/>
                  </a:lnTo>
                  <a:lnTo>
                    <a:pt x="321348" y="248920"/>
                  </a:lnTo>
                  <a:lnTo>
                    <a:pt x="314769" y="243840"/>
                  </a:lnTo>
                  <a:lnTo>
                    <a:pt x="305689" y="240030"/>
                  </a:lnTo>
                  <a:lnTo>
                    <a:pt x="305689" y="222250"/>
                  </a:lnTo>
                  <a:lnTo>
                    <a:pt x="305435" y="222034"/>
                  </a:lnTo>
                  <a:lnTo>
                    <a:pt x="305435" y="255270"/>
                  </a:lnTo>
                  <a:lnTo>
                    <a:pt x="305435" y="262890"/>
                  </a:lnTo>
                  <a:lnTo>
                    <a:pt x="301117" y="265430"/>
                  </a:lnTo>
                  <a:lnTo>
                    <a:pt x="290449" y="265430"/>
                  </a:lnTo>
                  <a:lnTo>
                    <a:pt x="285877" y="262890"/>
                  </a:lnTo>
                  <a:lnTo>
                    <a:pt x="285877" y="256540"/>
                  </a:lnTo>
                  <a:lnTo>
                    <a:pt x="287020" y="255270"/>
                  </a:lnTo>
                  <a:lnTo>
                    <a:pt x="288798" y="254000"/>
                  </a:lnTo>
                  <a:lnTo>
                    <a:pt x="290703" y="252730"/>
                  </a:lnTo>
                  <a:lnTo>
                    <a:pt x="293243" y="251460"/>
                  </a:lnTo>
                  <a:lnTo>
                    <a:pt x="301117" y="251460"/>
                  </a:lnTo>
                  <a:lnTo>
                    <a:pt x="305435" y="255270"/>
                  </a:lnTo>
                  <a:lnTo>
                    <a:pt x="305435" y="222034"/>
                  </a:lnTo>
                  <a:lnTo>
                    <a:pt x="301371" y="218440"/>
                  </a:lnTo>
                  <a:lnTo>
                    <a:pt x="266319" y="218440"/>
                  </a:lnTo>
                  <a:lnTo>
                    <a:pt x="266319" y="205740"/>
                  </a:lnTo>
                  <a:lnTo>
                    <a:pt x="311023" y="205740"/>
                  </a:lnTo>
                  <a:lnTo>
                    <a:pt x="315595" y="203200"/>
                  </a:lnTo>
                  <a:lnTo>
                    <a:pt x="315595" y="193040"/>
                  </a:lnTo>
                  <a:lnTo>
                    <a:pt x="315595" y="185420"/>
                  </a:lnTo>
                  <a:lnTo>
                    <a:pt x="376428" y="185420"/>
                  </a:lnTo>
                  <a:lnTo>
                    <a:pt x="382524" y="193040"/>
                  </a:lnTo>
                  <a:lnTo>
                    <a:pt x="391668" y="196850"/>
                  </a:lnTo>
                  <a:lnTo>
                    <a:pt x="402602" y="199390"/>
                  </a:lnTo>
                  <a:lnTo>
                    <a:pt x="406603" y="198958"/>
                  </a:lnTo>
                  <a:lnTo>
                    <a:pt x="405384" y="201168"/>
                  </a:lnTo>
                  <a:lnTo>
                    <a:pt x="413258" y="205486"/>
                  </a:lnTo>
                  <a:lnTo>
                    <a:pt x="414782" y="202819"/>
                  </a:lnTo>
                  <a:lnTo>
                    <a:pt x="416179" y="200025"/>
                  </a:lnTo>
                  <a:lnTo>
                    <a:pt x="417576" y="197104"/>
                  </a:lnTo>
                  <a:lnTo>
                    <a:pt x="417233" y="196951"/>
                  </a:lnTo>
                  <a:lnTo>
                    <a:pt x="424180" y="194310"/>
                  </a:lnTo>
                  <a:lnTo>
                    <a:pt x="430872" y="187960"/>
                  </a:lnTo>
                  <a:lnTo>
                    <a:pt x="433717" y="180340"/>
                  </a:lnTo>
                  <a:close/>
                </a:path>
                <a:path w="437515" h="397510">
                  <a:moveTo>
                    <a:pt x="435864" y="119126"/>
                  </a:moveTo>
                  <a:lnTo>
                    <a:pt x="435483" y="115824"/>
                  </a:lnTo>
                  <a:lnTo>
                    <a:pt x="434213" y="109474"/>
                  </a:lnTo>
                  <a:lnTo>
                    <a:pt x="425196" y="111506"/>
                  </a:lnTo>
                  <a:lnTo>
                    <a:pt x="425831" y="114300"/>
                  </a:lnTo>
                  <a:lnTo>
                    <a:pt x="426339" y="117221"/>
                  </a:lnTo>
                  <a:lnTo>
                    <a:pt x="426720" y="120142"/>
                  </a:lnTo>
                  <a:lnTo>
                    <a:pt x="435864" y="119126"/>
                  </a:lnTo>
                  <a:close/>
                </a:path>
                <a:path w="437515" h="397510">
                  <a:moveTo>
                    <a:pt x="437375" y="127889"/>
                  </a:moveTo>
                  <a:lnTo>
                    <a:pt x="427228" y="127889"/>
                  </a:lnTo>
                  <a:lnTo>
                    <a:pt x="427228" y="130937"/>
                  </a:lnTo>
                  <a:lnTo>
                    <a:pt x="426720" y="136144"/>
                  </a:lnTo>
                  <a:lnTo>
                    <a:pt x="437007" y="136906"/>
                  </a:lnTo>
                  <a:lnTo>
                    <a:pt x="437261" y="134112"/>
                  </a:lnTo>
                  <a:lnTo>
                    <a:pt x="437375" y="127889"/>
                  </a:lnTo>
                  <a:close/>
                </a:path>
              </a:pathLst>
            </a:custGeom>
            <a:solidFill>
              <a:srgbClr val="C7C7C7"/>
            </a:solidFill>
          </p:spPr>
          <p:txBody>
            <a:bodyPr wrap="square" lIns="0" tIns="0" rIns="0" bIns="0" rtlCol="0"/>
            <a:lstStyle/>
            <a:p>
              <a:endParaRPr>
                <a:solidFill>
                  <a:schemeClr val="bg1"/>
                </a:solidFill>
                <a:latin typeface="微软雅黑" panose="020B0503020204020204" pitchFamily="34" charset="-122"/>
                <a:ea typeface="微软雅黑" panose="020B0503020204020204" pitchFamily="34" charset="-122"/>
              </a:endParaRPr>
            </a:p>
          </p:txBody>
        </p:sp>
      </p:grpSp>
      <p:sp>
        <p:nvSpPr>
          <p:cNvPr id="24" name="矩形 23"/>
          <p:cNvSpPr/>
          <p:nvPr/>
        </p:nvSpPr>
        <p:spPr>
          <a:xfrm>
            <a:off x="708913" y="1068452"/>
            <a:ext cx="7633361" cy="1200329"/>
          </a:xfrm>
          <a:prstGeom prst="rect">
            <a:avLst/>
          </a:prstGeom>
        </p:spPr>
        <p:txBody>
          <a:bodyPr wrap="square">
            <a:spAutoFit/>
          </a:bodyPr>
          <a:lstStyle/>
          <a:p>
            <a:pPr marL="285750" indent="-285750">
              <a:buFont typeface="Wingdings" panose="05000000000000000000" pitchFamily="2" charset="2"/>
              <a:buChar char="l"/>
            </a:pPr>
            <a:r>
              <a:rPr lang="zh-CN" altLang="en-US" dirty="0">
                <a:solidFill>
                  <a:schemeClr val="bg1"/>
                </a:solidFill>
                <a:latin typeface="微软雅黑" panose="020B0503020204020204" pitchFamily="34" charset="-122"/>
                <a:ea typeface="微软雅黑" panose="020B0503020204020204" pitchFamily="34" charset="-122"/>
              </a:rPr>
              <a:t>智能：端侧模型与云端大模型协同、智能服务与编排、向量数据库 </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dirty="0">
                <a:solidFill>
                  <a:schemeClr val="bg1"/>
                </a:solidFill>
                <a:latin typeface="微软雅黑" panose="020B0503020204020204" pitchFamily="34" charset="-122"/>
                <a:ea typeface="微软雅黑" panose="020B0503020204020204" pitchFamily="34" charset="-122"/>
              </a:rPr>
              <a:t>安全隐私：可信基安全、隐私数据保护、用</a:t>
            </a:r>
            <a:r>
              <a:rPr lang="en-US" altLang="zh-CN" dirty="0">
                <a:solidFill>
                  <a:schemeClr val="bg1"/>
                </a:solidFill>
                <a:latin typeface="微软雅黑" panose="020B0503020204020204" pitchFamily="34" charset="-122"/>
                <a:ea typeface="微软雅黑" panose="020B0503020204020204" pitchFamily="34" charset="-122"/>
              </a:rPr>
              <a:t>AI</a:t>
            </a:r>
            <a:r>
              <a:rPr lang="zh-CN" altLang="en-US" dirty="0">
                <a:solidFill>
                  <a:schemeClr val="bg1"/>
                </a:solidFill>
                <a:latin typeface="微软雅黑" panose="020B0503020204020204" pitchFamily="34" charset="-122"/>
                <a:ea typeface="微软雅黑" panose="020B0503020204020204" pitchFamily="34" charset="-122"/>
              </a:rPr>
              <a:t>防</a:t>
            </a:r>
            <a:r>
              <a:rPr lang="en-US" altLang="zh-CN" dirty="0">
                <a:solidFill>
                  <a:schemeClr val="bg1"/>
                </a:solidFill>
                <a:latin typeface="微软雅黑" panose="020B0503020204020204" pitchFamily="34" charset="-122"/>
                <a:ea typeface="微软雅黑" panose="020B0503020204020204" pitchFamily="34" charset="-122"/>
              </a:rPr>
              <a:t>AI </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dirty="0">
                <a:solidFill>
                  <a:schemeClr val="bg1"/>
                </a:solidFill>
                <a:latin typeface="微软雅黑" panose="020B0503020204020204" pitchFamily="34" charset="-122"/>
                <a:ea typeface="微软雅黑" panose="020B0503020204020204" pitchFamily="34" charset="-122"/>
              </a:rPr>
              <a:t>流畅低功耗：符合</a:t>
            </a:r>
            <a:r>
              <a:rPr lang="en-US" altLang="zh-CN" dirty="0">
                <a:solidFill>
                  <a:schemeClr val="bg1"/>
                </a:solidFill>
                <a:latin typeface="微软雅黑" panose="020B0503020204020204" pitchFamily="34" charset="-122"/>
                <a:ea typeface="微软雅黑" panose="020B0503020204020204" pitchFamily="34" charset="-122"/>
              </a:rPr>
              <a:t>AI</a:t>
            </a:r>
            <a:r>
              <a:rPr lang="zh-CN" altLang="en-US" dirty="0">
                <a:solidFill>
                  <a:schemeClr val="bg1"/>
                </a:solidFill>
                <a:latin typeface="微软雅黑" panose="020B0503020204020204" pitchFamily="34" charset="-122"/>
                <a:ea typeface="微软雅黑" panose="020B0503020204020204" pitchFamily="34" charset="-122"/>
              </a:rPr>
              <a:t>负载特征的资源管理与调度</a:t>
            </a:r>
            <a:endParaRPr lang="en-US" altLang="zh-CN"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dirty="0">
                <a:solidFill>
                  <a:schemeClr val="bg1"/>
                </a:solidFill>
                <a:latin typeface="微软雅黑" panose="020B0503020204020204" pitchFamily="34" charset="-122"/>
                <a:ea typeface="微软雅黑" panose="020B0503020204020204" pitchFamily="34" charset="-122"/>
              </a:rPr>
              <a:t>应用开发：</a:t>
            </a:r>
            <a:r>
              <a:rPr lang="en-US" altLang="zh-CN" dirty="0">
                <a:solidFill>
                  <a:schemeClr val="bg1"/>
                </a:solidFill>
                <a:latin typeface="微软雅黑" panose="020B0503020204020204" pitchFamily="34" charset="-122"/>
                <a:ea typeface="微软雅黑" panose="020B0503020204020204" pitchFamily="34" charset="-122"/>
              </a:rPr>
              <a:t>AI</a:t>
            </a:r>
            <a:r>
              <a:rPr lang="zh-CN" altLang="en-US" dirty="0">
                <a:solidFill>
                  <a:schemeClr val="bg1"/>
                </a:solidFill>
                <a:latin typeface="微软雅黑" panose="020B0503020204020204" pitchFamily="34" charset="-122"/>
                <a:ea typeface="微软雅黑" panose="020B0503020204020204" pitchFamily="34" charset="-122"/>
              </a:rPr>
              <a:t>辅助开发 </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5" name="矩形 24"/>
          <p:cNvSpPr/>
          <p:nvPr/>
        </p:nvSpPr>
        <p:spPr>
          <a:xfrm>
            <a:off x="918481" y="4911765"/>
            <a:ext cx="1406154" cy="369332"/>
          </a:xfrm>
          <a:prstGeom prst="rect">
            <a:avLst/>
          </a:prstGeom>
        </p:spPr>
        <p:txBody>
          <a:bodyPr wrap="none">
            <a:spAutoFit/>
          </a:bodyPr>
          <a:lstStyle/>
          <a:p>
            <a:r>
              <a:rPr lang="en-US" altLang="zh-CN">
                <a:solidFill>
                  <a:schemeClr val="bg1"/>
                </a:solidFill>
                <a:latin typeface="微软雅黑" panose="020B0503020204020204" pitchFamily="34" charset="-122"/>
                <a:ea typeface="微软雅黑" panose="020B0503020204020204" pitchFamily="34" charset="-122"/>
              </a:rPr>
              <a:t>AI</a:t>
            </a:r>
            <a:r>
              <a:rPr lang="zh-CN" altLang="en-US">
                <a:solidFill>
                  <a:schemeClr val="bg1"/>
                </a:solidFill>
                <a:latin typeface="微软雅黑" panose="020B0503020204020204" pitchFamily="34" charset="-122"/>
                <a:ea typeface="微软雅黑" panose="020B0503020204020204" pitchFamily="34" charset="-122"/>
              </a:rPr>
              <a:t>安全隐私 </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7138725" y="4718111"/>
            <a:ext cx="1107996" cy="369332"/>
          </a:xfrm>
          <a:prstGeom prst="rect">
            <a:avLst/>
          </a:prstGeom>
        </p:spPr>
        <p:txBody>
          <a:bodyPr wrap="none">
            <a:spAutoFit/>
          </a:bodyPr>
          <a:lstStyle/>
          <a:p>
            <a:r>
              <a:rPr lang="zh-CN" altLang="en-US" dirty="0">
                <a:solidFill>
                  <a:schemeClr val="bg1"/>
                </a:solidFill>
                <a:latin typeface="微软雅黑" panose="020B0503020204020204" pitchFamily="34" charset="-122"/>
                <a:ea typeface="微软雅黑" panose="020B0503020204020204" pitchFamily="34" charset="-122"/>
              </a:rPr>
              <a:t>智能开发</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8" name="object 26"/>
          <p:cNvSpPr txBox="1"/>
          <p:nvPr/>
        </p:nvSpPr>
        <p:spPr>
          <a:xfrm>
            <a:off x="3254973" y="2412038"/>
            <a:ext cx="6125845" cy="382797"/>
          </a:xfrm>
          <a:prstGeom prst="rect">
            <a:avLst/>
          </a:prstGeom>
          <a:effectLst/>
        </p:spPr>
        <p:txBody>
          <a:bodyPr vert="horz" wrap="square" lIns="0" tIns="13335" rIns="0" bIns="0" rtlCol="0" anchor="t">
            <a:spAutoFit/>
          </a:bodyPr>
          <a:lstStyle>
            <a:lvl1pPr algn="l" defTabSz="457200" rtl="0" eaLnBrk="1" latinLnBrk="0" hangingPunct="1">
              <a:spcBef>
                <a:spcPct val="0"/>
              </a:spcBef>
              <a:buNone/>
              <a:defRPr lang="zh-CN" altLang="en-US" sz="3200" u="none" strike="noStrike" kern="1200" cap="none" spc="0" normalizeH="0" baseline="0" dirty="0">
                <a:ln w="3175" cmpd="sng">
                  <a:noFill/>
                </a:ln>
                <a:solidFill>
                  <a:schemeClr val="bg1"/>
                </a:solidFill>
                <a:effectLst/>
                <a:uFillTx/>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2700">
              <a:spcBef>
                <a:spcPts val="105"/>
              </a:spcBef>
            </a:pPr>
            <a:r>
              <a:rPr lang="zh-CN" altLang="en-US" sz="2400" spc="-15" dirty="0"/>
              <a:t>系统架构上，向原生智能架构演进</a:t>
            </a:r>
            <a:endParaRPr lang="zh-CN" altLang="en-US" sz="2400" spc="-1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err="1">
                <a:solidFill>
                  <a:schemeClr val="tx1">
                    <a:lumMod val="50000"/>
                  </a:schemeClr>
                </a:solidFill>
              </a:rPr>
              <a:t>HarmonyOS</a:t>
            </a:r>
            <a:r>
              <a:rPr lang="zh-CN" altLang="en-US" dirty="0">
                <a:solidFill>
                  <a:schemeClr val="tx1">
                    <a:lumMod val="50000"/>
                  </a:schemeClr>
                </a:solidFill>
              </a:rPr>
              <a:t>简介</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架构与安全</a:t>
            </a:r>
            <a:endParaRPr lang="en-US" altLang="zh-CN" dirty="0">
              <a:solidFill>
                <a:schemeClr val="tx1">
                  <a:lumMod val="50000"/>
                </a:schemeClr>
              </a:solidFill>
            </a:endParaRPr>
          </a:p>
          <a:p>
            <a:r>
              <a:rPr lang="en-US" altLang="zh-CN" dirty="0" err="1">
                <a:solidFill>
                  <a:schemeClr val="tx1">
                    <a:lumMod val="50000"/>
                  </a:schemeClr>
                </a:solidFill>
              </a:rPr>
              <a:t>HarmonyOS</a:t>
            </a:r>
            <a:r>
              <a:rPr lang="zh-CN" altLang="en-US" dirty="0">
                <a:solidFill>
                  <a:schemeClr val="tx1">
                    <a:lumMod val="50000"/>
                  </a:schemeClr>
                </a:solidFill>
              </a:rPr>
              <a:t>关键特性</a:t>
            </a:r>
            <a:endParaRPr lang="en-US" altLang="zh-CN" dirty="0">
              <a:solidFill>
                <a:schemeClr val="tx1">
                  <a:lumMod val="50000"/>
                </a:schemeClr>
              </a:solidFill>
            </a:endParaRPr>
          </a:p>
          <a:p>
            <a:pPr lvl="1">
              <a:buSzPct val="50000"/>
              <a:buFont typeface="Wingdings" panose="05000000000000000000" pitchFamily="2" charset="2"/>
              <a:buChar char="p"/>
            </a:pPr>
            <a:r>
              <a:rPr lang="zh-CN" altLang="en-US" dirty="0">
                <a:solidFill>
                  <a:schemeClr val="tx1">
                    <a:lumMod val="50000"/>
                  </a:schemeClr>
                </a:solidFill>
              </a:rPr>
              <a:t>硬件互助，资源共享</a:t>
            </a:r>
            <a:endParaRPr lang="en-US" altLang="zh-CN" dirty="0">
              <a:solidFill>
                <a:schemeClr val="tx1">
                  <a:lumMod val="50000"/>
                </a:schemeClr>
              </a:solidFill>
            </a:endParaRPr>
          </a:p>
          <a:p>
            <a:pPr lvl="1">
              <a:buSzPct val="50000"/>
              <a:buFont typeface="Wingdings" panose="05000000000000000000" pitchFamily="2" charset="2"/>
              <a:buChar char="p"/>
            </a:pPr>
            <a:r>
              <a:rPr lang="zh-CN" altLang="en-US" dirty="0">
                <a:solidFill>
                  <a:schemeClr val="tx1">
                    <a:lumMod val="50000"/>
                  </a:schemeClr>
                </a:solidFill>
              </a:rPr>
              <a:t>一次开发，多端部署</a:t>
            </a:r>
            <a:endParaRPr lang="en-US" altLang="zh-CN" dirty="0">
              <a:solidFill>
                <a:schemeClr val="tx1">
                  <a:lumMod val="50000"/>
                </a:schemeClr>
              </a:solidFill>
            </a:endParaRPr>
          </a:p>
          <a:p>
            <a:pPr lvl="1">
              <a:buSzPct val="50000"/>
              <a:buFont typeface="Wingdings" panose="05000000000000000000" pitchFamily="2" charset="2"/>
              <a:buChar char="p"/>
            </a:pPr>
            <a:r>
              <a:rPr lang="zh-CN" altLang="en-US" dirty="0">
                <a:solidFill>
                  <a:schemeClr val="tx1">
                    <a:lumMod val="50000"/>
                  </a:schemeClr>
                </a:solidFill>
              </a:rPr>
              <a:t>统一</a:t>
            </a:r>
            <a:r>
              <a:rPr lang="en-US" altLang="zh-CN" dirty="0">
                <a:solidFill>
                  <a:schemeClr val="tx1">
                    <a:lumMod val="50000"/>
                  </a:schemeClr>
                </a:solidFill>
              </a:rPr>
              <a:t>OS</a:t>
            </a:r>
            <a:r>
              <a:rPr lang="zh-CN" altLang="en-US" dirty="0">
                <a:solidFill>
                  <a:schemeClr val="tx1">
                    <a:lumMod val="50000"/>
                  </a:schemeClr>
                </a:solidFill>
              </a:rPr>
              <a:t>，弹性部署</a:t>
            </a:r>
            <a:endParaRPr lang="en-US" altLang="zh-CN" dirty="0">
              <a:solidFill>
                <a:schemeClr val="tx1">
                  <a:lumMod val="50000"/>
                </a:schemeClr>
              </a:solidFill>
            </a:endParaRPr>
          </a:p>
          <a:p>
            <a:r>
              <a:rPr lang="en-US" altLang="zh-CN" dirty="0" err="1"/>
              <a:t>HarmonyOS</a:t>
            </a:r>
            <a:r>
              <a:rPr lang="zh-CN" altLang="en-US" dirty="0"/>
              <a:t>生态</a:t>
            </a:r>
            <a:endParaRPr lang="en-US" altLang="zh-CN" dirty="0"/>
          </a:p>
          <a:p>
            <a:pPr marL="171450" indent="0">
              <a:buSzPct val="60000"/>
              <a:buNone/>
            </a:pP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p:nvPr/>
        </p:nvSpPr>
        <p:spPr>
          <a:xfrm>
            <a:off x="1993773" y="3822953"/>
            <a:ext cx="7797165" cy="330835"/>
          </a:xfrm>
          <a:prstGeom prst="rect">
            <a:avLst/>
          </a:prstGeom>
        </p:spPr>
        <p:txBody>
          <a:bodyPr vert="horz" wrap="square" lIns="0" tIns="12700" rIns="0" bIns="0" rtlCol="0">
            <a:spAutoFit/>
          </a:bodyPr>
          <a:lstStyle/>
          <a:p>
            <a:pPr marL="12700">
              <a:lnSpc>
                <a:spcPct val="100000"/>
              </a:lnSpc>
              <a:spcBef>
                <a:spcPts val="100"/>
              </a:spcBef>
            </a:pPr>
            <a:r>
              <a:rPr sz="2000" spc="-20" dirty="0">
                <a:solidFill>
                  <a:schemeClr val="bg1"/>
                </a:solidFill>
                <a:latin typeface="微软雅黑" panose="020B0503020204020204" pitchFamily="34" charset="-122"/>
                <a:cs typeface="微软雅黑" panose="020B0503020204020204" pitchFamily="34" charset="-122"/>
              </a:rPr>
              <a:t>425</a:t>
            </a:r>
            <a:r>
              <a:rPr sz="2000" spc="-10" dirty="0">
                <a:solidFill>
                  <a:schemeClr val="bg1"/>
                </a:solidFill>
                <a:latin typeface="微软雅黑" panose="020B0503020204020204" pitchFamily="34" charset="-122"/>
                <a:cs typeface="微软雅黑" panose="020B0503020204020204" pitchFamily="34" charset="-122"/>
              </a:rPr>
              <a:t>+款软硬件产品通过OpenHarmony</a:t>
            </a:r>
            <a:r>
              <a:rPr sz="2000" spc="-20" dirty="0">
                <a:solidFill>
                  <a:schemeClr val="bg1"/>
                </a:solidFill>
                <a:latin typeface="微软雅黑" panose="020B0503020204020204" pitchFamily="34" charset="-122"/>
                <a:cs typeface="微软雅黑" panose="020B0503020204020204" pitchFamily="34" charset="-122"/>
              </a:rPr>
              <a:t>兼容性测评，覆盖各关键行业</a:t>
            </a:r>
            <a:endParaRPr sz="2000" dirty="0">
              <a:solidFill>
                <a:schemeClr val="bg1"/>
              </a:solidFill>
              <a:latin typeface="微软雅黑" panose="020B0503020204020204" pitchFamily="34" charset="-122"/>
              <a:cs typeface="微软雅黑" panose="020B0503020204020204" pitchFamily="34" charset="-122"/>
            </a:endParaRPr>
          </a:p>
        </p:txBody>
      </p:sp>
      <p:pic>
        <p:nvPicPr>
          <p:cNvPr id="6" name="object 4"/>
          <p:cNvPicPr/>
          <p:nvPr/>
        </p:nvPicPr>
        <p:blipFill>
          <a:blip r:embed="rId1" cstate="print"/>
          <a:stretch>
            <a:fillRect/>
          </a:stretch>
        </p:blipFill>
        <p:spPr>
          <a:xfrm>
            <a:off x="137160" y="4323588"/>
            <a:ext cx="11884152" cy="1647444"/>
          </a:xfrm>
          <a:prstGeom prst="rect">
            <a:avLst/>
          </a:prstGeom>
        </p:spPr>
      </p:pic>
      <p:pic>
        <p:nvPicPr>
          <p:cNvPr id="7" name="object 5"/>
          <p:cNvPicPr/>
          <p:nvPr/>
        </p:nvPicPr>
        <p:blipFill>
          <a:blip r:embed="rId2" cstate="print"/>
          <a:stretch>
            <a:fillRect/>
          </a:stretch>
        </p:blipFill>
        <p:spPr>
          <a:xfrm>
            <a:off x="2924555" y="2138172"/>
            <a:ext cx="1080516" cy="1080515"/>
          </a:xfrm>
          <a:prstGeom prst="rect">
            <a:avLst/>
          </a:prstGeom>
        </p:spPr>
      </p:pic>
      <p:pic>
        <p:nvPicPr>
          <p:cNvPr id="8" name="object 6"/>
          <p:cNvPicPr/>
          <p:nvPr/>
        </p:nvPicPr>
        <p:blipFill>
          <a:blip r:embed="rId3" cstate="print"/>
          <a:stretch>
            <a:fillRect/>
          </a:stretch>
        </p:blipFill>
        <p:spPr>
          <a:xfrm>
            <a:off x="1246632" y="2121407"/>
            <a:ext cx="1078992" cy="1080515"/>
          </a:xfrm>
          <a:prstGeom prst="rect">
            <a:avLst/>
          </a:prstGeom>
        </p:spPr>
      </p:pic>
      <p:pic>
        <p:nvPicPr>
          <p:cNvPr id="9" name="object 7"/>
          <p:cNvPicPr/>
          <p:nvPr/>
        </p:nvPicPr>
        <p:blipFill>
          <a:blip r:embed="rId4" cstate="print"/>
          <a:stretch>
            <a:fillRect/>
          </a:stretch>
        </p:blipFill>
        <p:spPr>
          <a:xfrm>
            <a:off x="4604003" y="2121407"/>
            <a:ext cx="1078991" cy="1080515"/>
          </a:xfrm>
          <a:prstGeom prst="rect">
            <a:avLst/>
          </a:prstGeom>
        </p:spPr>
      </p:pic>
      <p:pic>
        <p:nvPicPr>
          <p:cNvPr id="10" name="object 8"/>
          <p:cNvPicPr/>
          <p:nvPr/>
        </p:nvPicPr>
        <p:blipFill>
          <a:blip r:embed="rId5" cstate="print"/>
          <a:stretch>
            <a:fillRect/>
          </a:stretch>
        </p:blipFill>
        <p:spPr>
          <a:xfrm>
            <a:off x="6278879" y="2122932"/>
            <a:ext cx="1078992" cy="1080515"/>
          </a:xfrm>
          <a:prstGeom prst="rect">
            <a:avLst/>
          </a:prstGeom>
        </p:spPr>
      </p:pic>
      <p:pic>
        <p:nvPicPr>
          <p:cNvPr id="11" name="object 9"/>
          <p:cNvPicPr/>
          <p:nvPr/>
        </p:nvPicPr>
        <p:blipFill>
          <a:blip r:embed="rId6" cstate="print"/>
          <a:stretch>
            <a:fillRect/>
          </a:stretch>
        </p:blipFill>
        <p:spPr>
          <a:xfrm>
            <a:off x="7952231" y="2122932"/>
            <a:ext cx="1080516" cy="1080515"/>
          </a:xfrm>
          <a:prstGeom prst="rect">
            <a:avLst/>
          </a:prstGeom>
        </p:spPr>
      </p:pic>
      <p:pic>
        <p:nvPicPr>
          <p:cNvPr id="12" name="object 10"/>
          <p:cNvPicPr/>
          <p:nvPr/>
        </p:nvPicPr>
        <p:blipFill>
          <a:blip r:embed="rId7" cstate="print"/>
          <a:stretch>
            <a:fillRect/>
          </a:stretch>
        </p:blipFill>
        <p:spPr>
          <a:xfrm>
            <a:off x="9627107" y="2121407"/>
            <a:ext cx="1080516" cy="1080515"/>
          </a:xfrm>
          <a:prstGeom prst="rect">
            <a:avLst/>
          </a:prstGeom>
        </p:spPr>
      </p:pic>
      <p:sp>
        <p:nvSpPr>
          <p:cNvPr id="13" name="object 11"/>
          <p:cNvSpPr txBox="1"/>
          <p:nvPr/>
        </p:nvSpPr>
        <p:spPr>
          <a:xfrm>
            <a:off x="2481452" y="1554226"/>
            <a:ext cx="6823075" cy="330835"/>
          </a:xfrm>
          <a:prstGeom prst="rect">
            <a:avLst/>
          </a:prstGeom>
        </p:spPr>
        <p:txBody>
          <a:bodyPr vert="horz" wrap="square" lIns="0" tIns="13335" rIns="0" bIns="0" rtlCol="0">
            <a:spAutoFit/>
          </a:bodyPr>
          <a:lstStyle/>
          <a:p>
            <a:pPr marL="12700">
              <a:lnSpc>
                <a:spcPct val="100000"/>
              </a:lnSpc>
              <a:spcBef>
                <a:spcPts val="105"/>
              </a:spcBef>
            </a:pPr>
            <a:r>
              <a:rPr sz="2000" spc="-10" dirty="0">
                <a:solidFill>
                  <a:schemeClr val="bg1"/>
                </a:solidFill>
                <a:latin typeface="微软雅黑" panose="020B0503020204020204" pitchFamily="34" charset="-122"/>
                <a:cs typeface="微软雅黑" panose="020B0503020204020204" pitchFamily="34" charset="-122"/>
              </a:rPr>
              <a:t>HarmonyOS</a:t>
            </a:r>
            <a:r>
              <a:rPr sz="2000" dirty="0">
                <a:solidFill>
                  <a:schemeClr val="bg1"/>
                </a:solidFill>
                <a:latin typeface="微软雅黑" panose="020B0503020204020204" pitchFamily="34" charset="-122"/>
                <a:cs typeface="微软雅黑" panose="020B0503020204020204" pitchFamily="34" charset="-122"/>
              </a:rPr>
              <a:t>为华为</a:t>
            </a:r>
            <a:r>
              <a:rPr sz="2000" spc="-20" dirty="0">
                <a:solidFill>
                  <a:schemeClr val="bg1"/>
                </a:solidFill>
                <a:latin typeface="微软雅黑" panose="020B0503020204020204" pitchFamily="34" charset="-122"/>
                <a:cs typeface="微软雅黑" panose="020B0503020204020204" pitchFamily="34" charset="-122"/>
              </a:rPr>
              <a:t>1+8设备打造极致体验，深受消费者喜爱</a:t>
            </a:r>
            <a:endParaRPr sz="2000" dirty="0">
              <a:solidFill>
                <a:schemeClr val="bg1"/>
              </a:solidFill>
              <a:latin typeface="微软雅黑" panose="020B0503020204020204" pitchFamily="34" charset="-122"/>
              <a:cs typeface="微软雅黑" panose="020B0503020204020204" pitchFamily="34" charset="-122"/>
            </a:endParaRPr>
          </a:p>
        </p:txBody>
      </p:sp>
      <p:sp>
        <p:nvSpPr>
          <p:cNvPr id="14" name="object 12"/>
          <p:cNvSpPr txBox="1"/>
          <p:nvPr/>
        </p:nvSpPr>
        <p:spPr>
          <a:xfrm>
            <a:off x="1537842" y="3189477"/>
            <a:ext cx="38227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微软雅黑" panose="020B0503020204020204" pitchFamily="34" charset="-122"/>
                <a:cs typeface="微软雅黑" panose="020B0503020204020204" pitchFamily="34" charset="-122"/>
              </a:rPr>
              <a:t>手机</a:t>
            </a:r>
            <a:endParaRPr sz="1400">
              <a:latin typeface="微软雅黑" panose="020B0503020204020204" pitchFamily="34" charset="-122"/>
              <a:cs typeface="微软雅黑" panose="020B0503020204020204" pitchFamily="34" charset="-122"/>
            </a:endParaRPr>
          </a:p>
        </p:txBody>
      </p:sp>
      <p:sp>
        <p:nvSpPr>
          <p:cNvPr id="15" name="object 13"/>
          <p:cNvSpPr txBox="1"/>
          <p:nvPr/>
        </p:nvSpPr>
        <p:spPr>
          <a:xfrm>
            <a:off x="3273297" y="3189477"/>
            <a:ext cx="38227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微软雅黑" panose="020B0503020204020204" pitchFamily="34" charset="-122"/>
                <a:cs typeface="微软雅黑" panose="020B0503020204020204" pitchFamily="34" charset="-122"/>
              </a:rPr>
              <a:t>穿戴</a:t>
            </a:r>
            <a:endParaRPr sz="1400">
              <a:latin typeface="微软雅黑" panose="020B0503020204020204" pitchFamily="34" charset="-122"/>
              <a:cs typeface="微软雅黑" panose="020B0503020204020204" pitchFamily="34" charset="-122"/>
            </a:endParaRPr>
          </a:p>
        </p:txBody>
      </p:sp>
      <p:sp>
        <p:nvSpPr>
          <p:cNvPr id="16" name="object 14"/>
          <p:cNvSpPr txBox="1"/>
          <p:nvPr/>
        </p:nvSpPr>
        <p:spPr>
          <a:xfrm>
            <a:off x="5008626" y="3189477"/>
            <a:ext cx="382905"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微软雅黑" panose="020B0503020204020204" pitchFamily="34" charset="-122"/>
                <a:cs typeface="微软雅黑" panose="020B0503020204020204" pitchFamily="34" charset="-122"/>
              </a:rPr>
              <a:t>平板</a:t>
            </a:r>
            <a:endParaRPr sz="1400">
              <a:latin typeface="微软雅黑" panose="020B0503020204020204" pitchFamily="34" charset="-122"/>
              <a:cs typeface="微软雅黑" panose="020B0503020204020204" pitchFamily="34" charset="-122"/>
            </a:endParaRPr>
          </a:p>
        </p:txBody>
      </p:sp>
      <p:sp>
        <p:nvSpPr>
          <p:cNvPr id="17" name="object 15"/>
          <p:cNvSpPr txBox="1"/>
          <p:nvPr/>
        </p:nvSpPr>
        <p:spPr>
          <a:xfrm>
            <a:off x="6625590" y="3189477"/>
            <a:ext cx="38227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微软雅黑" panose="020B0503020204020204" pitchFamily="34" charset="-122"/>
                <a:cs typeface="微软雅黑" panose="020B0503020204020204" pitchFamily="34" charset="-122"/>
              </a:rPr>
              <a:t>耳机</a:t>
            </a:r>
            <a:endParaRPr sz="1400">
              <a:latin typeface="微软雅黑" panose="020B0503020204020204" pitchFamily="34" charset="-122"/>
              <a:cs typeface="微软雅黑" panose="020B0503020204020204" pitchFamily="34" charset="-122"/>
            </a:endParaRPr>
          </a:p>
        </p:txBody>
      </p:sp>
      <p:sp>
        <p:nvSpPr>
          <p:cNvPr id="18" name="object 16"/>
          <p:cNvSpPr txBox="1"/>
          <p:nvPr/>
        </p:nvSpPr>
        <p:spPr>
          <a:xfrm>
            <a:off x="8301608" y="3189477"/>
            <a:ext cx="382270" cy="239395"/>
          </a:xfrm>
          <a:prstGeom prst="rect">
            <a:avLst/>
          </a:prstGeom>
        </p:spPr>
        <p:txBody>
          <a:bodyPr vert="horz" wrap="square" lIns="0" tIns="13335" rIns="0" bIns="0" rtlCol="0">
            <a:spAutoFit/>
          </a:bodyPr>
          <a:lstStyle/>
          <a:p>
            <a:pPr marL="12700">
              <a:lnSpc>
                <a:spcPct val="100000"/>
              </a:lnSpc>
              <a:spcBef>
                <a:spcPts val="105"/>
              </a:spcBef>
            </a:pPr>
            <a:r>
              <a:rPr sz="1400" spc="-25" dirty="0">
                <a:solidFill>
                  <a:srgbClr val="FFFFFF"/>
                </a:solidFill>
                <a:latin typeface="微软雅黑" panose="020B0503020204020204" pitchFamily="34" charset="-122"/>
                <a:cs typeface="微软雅黑" panose="020B0503020204020204" pitchFamily="34" charset="-122"/>
              </a:rPr>
              <a:t>座舱</a:t>
            </a:r>
            <a:endParaRPr sz="1400">
              <a:latin typeface="微软雅黑" panose="020B0503020204020204" pitchFamily="34" charset="-122"/>
              <a:cs typeface="微软雅黑" panose="020B0503020204020204" pitchFamily="34" charset="-122"/>
            </a:endParaRPr>
          </a:p>
        </p:txBody>
      </p:sp>
      <p:sp>
        <p:nvSpPr>
          <p:cNvPr id="19" name="object 17"/>
          <p:cNvSpPr txBox="1"/>
          <p:nvPr/>
        </p:nvSpPr>
        <p:spPr>
          <a:xfrm>
            <a:off x="9878059" y="3190748"/>
            <a:ext cx="560705" cy="239395"/>
          </a:xfrm>
          <a:prstGeom prst="rect">
            <a:avLst/>
          </a:prstGeom>
        </p:spPr>
        <p:txBody>
          <a:bodyPr vert="horz" wrap="square" lIns="0" tIns="13335" rIns="0" bIns="0" rtlCol="0">
            <a:spAutoFit/>
          </a:bodyPr>
          <a:lstStyle/>
          <a:p>
            <a:pPr marL="12700">
              <a:lnSpc>
                <a:spcPct val="100000"/>
              </a:lnSpc>
              <a:spcBef>
                <a:spcPts val="105"/>
              </a:spcBef>
            </a:pPr>
            <a:r>
              <a:rPr sz="1400" spc="-20" dirty="0">
                <a:solidFill>
                  <a:srgbClr val="FFFFFF"/>
                </a:solidFill>
                <a:latin typeface="微软雅黑" panose="020B0503020204020204" pitchFamily="34" charset="-122"/>
                <a:cs typeface="微软雅黑" panose="020B0503020204020204" pitchFamily="34" charset="-122"/>
              </a:rPr>
              <a:t>智慧屏</a:t>
            </a:r>
            <a:endParaRPr sz="1400">
              <a:latin typeface="微软雅黑" panose="020B0503020204020204" pitchFamily="34" charset="-122"/>
              <a:cs typeface="微软雅黑" panose="020B0503020204020204" pitchFamily="34" charset="-122"/>
            </a:endParaRPr>
          </a:p>
        </p:txBody>
      </p:sp>
      <p:sp>
        <p:nvSpPr>
          <p:cNvPr id="20" name="标题 2"/>
          <p:cNvSpPr txBox="1"/>
          <p:nvPr/>
        </p:nvSpPr>
        <p:spPr>
          <a:xfrm>
            <a:off x="455613" y="234950"/>
            <a:ext cx="11293474" cy="698500"/>
          </a:xfrm>
          <a:prstGeom prst="rect">
            <a:avLst/>
          </a:prstGeom>
          <a:effectLst/>
        </p:spPr>
        <p:txBody>
          <a:bodyPr vert="horz" lIns="0" tIns="0" rIns="0" bIns="0" rtlCol="0" anchor="t">
            <a:normAutofit/>
          </a:bodyPr>
          <a:lstStyle>
            <a:lvl1pPr algn="l" defTabSz="457200" rtl="0" eaLnBrk="1" latinLnBrk="0" hangingPunct="1">
              <a:spcBef>
                <a:spcPct val="0"/>
              </a:spcBef>
              <a:buNone/>
              <a:defRPr lang="zh-CN" altLang="en-US" sz="3200" u="none" strike="noStrike" kern="1200" cap="none" spc="0" normalizeH="0" baseline="0" dirty="0">
                <a:ln w="3175" cmpd="sng">
                  <a:noFill/>
                </a:ln>
                <a:solidFill>
                  <a:schemeClr val="bg1"/>
                </a:solidFill>
                <a:effectLst/>
                <a:uFillTx/>
                <a:latin typeface="微软雅黑" panose="020B0503020204020204" pitchFamily="34" charset="-122"/>
                <a:ea typeface="微软雅黑"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CN" dirty="0" err="1"/>
              <a:t>HarmonyOS</a:t>
            </a:r>
            <a:r>
              <a:rPr lang="zh-CN" altLang="en-US" dirty="0"/>
              <a:t>生态</a:t>
            </a:r>
            <a:endParaRPr lang="zh-CN" altLang="en-US" dirty="0"/>
          </a:p>
        </p:txBody>
      </p:sp>
      <p:sp>
        <p:nvSpPr>
          <p:cNvPr id="22" name="文本框 21"/>
          <p:cNvSpPr txBox="1"/>
          <p:nvPr/>
        </p:nvSpPr>
        <p:spPr>
          <a:xfrm>
            <a:off x="2325624" y="912734"/>
            <a:ext cx="6096000" cy="461665"/>
          </a:xfrm>
          <a:prstGeom prst="rect">
            <a:avLst/>
          </a:prstGeom>
          <a:noFill/>
        </p:spPr>
        <p:txBody>
          <a:bodyPr wrap="square">
            <a:spAutoFit/>
          </a:bodyPr>
          <a:lstStyle/>
          <a:p>
            <a:r>
              <a:rPr lang="zh-CN" altLang="en-US" sz="2400" spc="-35" dirty="0">
                <a:solidFill>
                  <a:schemeClr val="bg1"/>
                </a:solidFill>
                <a:latin typeface="微软雅黑" panose="020B0503020204020204" pitchFamily="34" charset="-122"/>
                <a:ea typeface="微软雅黑" panose="020B0503020204020204" pitchFamily="34" charset="-122"/>
              </a:rPr>
              <a:t>鸿蒙生态设备达到</a:t>
            </a:r>
            <a:r>
              <a:rPr lang="en-US" altLang="zh-CN" sz="2400" dirty="0">
                <a:solidFill>
                  <a:schemeClr val="bg1"/>
                </a:solidFill>
                <a:latin typeface="微软雅黑" panose="020B0503020204020204" pitchFamily="34" charset="-122"/>
                <a:ea typeface="微软雅黑" panose="020B0503020204020204" pitchFamily="34" charset="-122"/>
              </a:rPr>
              <a:t>10</a:t>
            </a:r>
            <a:r>
              <a:rPr lang="zh-CN" altLang="en-US" sz="2400" spc="-45" dirty="0">
                <a:solidFill>
                  <a:schemeClr val="bg1"/>
                </a:solidFill>
                <a:latin typeface="微软雅黑" panose="020B0503020204020204" pitchFamily="34" charset="-122"/>
                <a:ea typeface="微软雅黑" panose="020B0503020204020204" pitchFamily="34" charset="-122"/>
              </a:rPr>
              <a:t>亿</a:t>
            </a:r>
            <a:r>
              <a:rPr lang="en-US" altLang="zh-CN" sz="2400" spc="-45" dirty="0">
                <a:solidFill>
                  <a:schemeClr val="bg1"/>
                </a:solidFill>
                <a:latin typeface="微软雅黑" panose="020B0503020204020204" pitchFamily="34" charset="-122"/>
                <a:ea typeface="微软雅黑" panose="020B0503020204020204" pitchFamily="34" charset="-122"/>
              </a:rPr>
              <a:t>+</a:t>
            </a:r>
            <a:r>
              <a:rPr lang="zh-CN" altLang="en-US" sz="2400" spc="-45" dirty="0">
                <a:solidFill>
                  <a:schemeClr val="bg1"/>
                </a:solidFill>
                <a:latin typeface="微软雅黑" panose="020B0503020204020204" pitchFamily="34" charset="-122"/>
                <a:ea typeface="微软雅黑" panose="020B0503020204020204" pitchFamily="34" charset="-122"/>
              </a:rPr>
              <a:t>，学习鸿蒙正当时</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err="1"/>
              <a:t>HarmonyOS</a:t>
            </a:r>
            <a:r>
              <a:rPr lang="zh-CN" altLang="en-US" dirty="0"/>
              <a:t>生态</a:t>
            </a:r>
            <a:endParaRPr lang="zh-CN" altLang="en-US" dirty="0"/>
          </a:p>
        </p:txBody>
      </p:sp>
      <p:pic>
        <p:nvPicPr>
          <p:cNvPr id="5" name="object 4"/>
          <p:cNvPicPr/>
          <p:nvPr/>
        </p:nvPicPr>
        <p:blipFill>
          <a:blip r:embed="rId1" cstate="print"/>
          <a:stretch>
            <a:fillRect/>
          </a:stretch>
        </p:blipFill>
        <p:spPr>
          <a:xfrm>
            <a:off x="2823972" y="3081527"/>
            <a:ext cx="179831" cy="175260"/>
          </a:xfrm>
          <a:prstGeom prst="rect">
            <a:avLst/>
          </a:prstGeom>
        </p:spPr>
      </p:pic>
      <p:pic>
        <p:nvPicPr>
          <p:cNvPr id="6" name="object 5"/>
          <p:cNvPicPr/>
          <p:nvPr/>
        </p:nvPicPr>
        <p:blipFill>
          <a:blip r:embed="rId2" cstate="print"/>
          <a:stretch>
            <a:fillRect/>
          </a:stretch>
        </p:blipFill>
        <p:spPr>
          <a:xfrm>
            <a:off x="5228844" y="3086100"/>
            <a:ext cx="170687" cy="178308"/>
          </a:xfrm>
          <a:prstGeom prst="rect">
            <a:avLst/>
          </a:prstGeom>
        </p:spPr>
      </p:pic>
      <p:pic>
        <p:nvPicPr>
          <p:cNvPr id="7" name="object 6"/>
          <p:cNvPicPr/>
          <p:nvPr/>
        </p:nvPicPr>
        <p:blipFill>
          <a:blip r:embed="rId3" cstate="print"/>
          <a:stretch>
            <a:fillRect/>
          </a:stretch>
        </p:blipFill>
        <p:spPr>
          <a:xfrm>
            <a:off x="6917435" y="2560320"/>
            <a:ext cx="172212" cy="169163"/>
          </a:xfrm>
          <a:prstGeom prst="rect">
            <a:avLst/>
          </a:prstGeom>
        </p:spPr>
      </p:pic>
      <p:pic>
        <p:nvPicPr>
          <p:cNvPr id="8" name="object 7"/>
          <p:cNvPicPr/>
          <p:nvPr/>
        </p:nvPicPr>
        <p:blipFill>
          <a:blip r:embed="rId4" cstate="print"/>
          <a:stretch>
            <a:fillRect/>
          </a:stretch>
        </p:blipFill>
        <p:spPr>
          <a:xfrm>
            <a:off x="4887467" y="3086100"/>
            <a:ext cx="170687" cy="178308"/>
          </a:xfrm>
          <a:prstGeom prst="rect">
            <a:avLst/>
          </a:prstGeom>
        </p:spPr>
      </p:pic>
      <p:pic>
        <p:nvPicPr>
          <p:cNvPr id="9" name="object 8"/>
          <p:cNvPicPr/>
          <p:nvPr/>
        </p:nvPicPr>
        <p:blipFill>
          <a:blip r:embed="rId5" cstate="print"/>
          <a:stretch>
            <a:fillRect/>
          </a:stretch>
        </p:blipFill>
        <p:spPr>
          <a:xfrm>
            <a:off x="7612380" y="2555748"/>
            <a:ext cx="184403" cy="178308"/>
          </a:xfrm>
          <a:prstGeom prst="rect">
            <a:avLst/>
          </a:prstGeom>
        </p:spPr>
      </p:pic>
      <p:pic>
        <p:nvPicPr>
          <p:cNvPr id="10" name="object 9"/>
          <p:cNvPicPr/>
          <p:nvPr/>
        </p:nvPicPr>
        <p:blipFill>
          <a:blip r:embed="rId6" cstate="print"/>
          <a:stretch>
            <a:fillRect/>
          </a:stretch>
        </p:blipFill>
        <p:spPr>
          <a:xfrm>
            <a:off x="3858767" y="3086100"/>
            <a:ext cx="172212" cy="178308"/>
          </a:xfrm>
          <a:prstGeom prst="rect">
            <a:avLst/>
          </a:prstGeom>
        </p:spPr>
      </p:pic>
      <p:pic>
        <p:nvPicPr>
          <p:cNvPr id="11" name="object 10"/>
          <p:cNvPicPr/>
          <p:nvPr/>
        </p:nvPicPr>
        <p:blipFill>
          <a:blip r:embed="rId7" cstate="print"/>
          <a:stretch>
            <a:fillRect/>
          </a:stretch>
        </p:blipFill>
        <p:spPr>
          <a:xfrm>
            <a:off x="9044940" y="2787395"/>
            <a:ext cx="147827" cy="222503"/>
          </a:xfrm>
          <a:prstGeom prst="rect">
            <a:avLst/>
          </a:prstGeom>
        </p:spPr>
      </p:pic>
      <p:pic>
        <p:nvPicPr>
          <p:cNvPr id="12" name="object 11"/>
          <p:cNvPicPr/>
          <p:nvPr/>
        </p:nvPicPr>
        <p:blipFill>
          <a:blip r:embed="rId8" cstate="print"/>
          <a:stretch>
            <a:fillRect/>
          </a:stretch>
        </p:blipFill>
        <p:spPr>
          <a:xfrm>
            <a:off x="9363456" y="2813304"/>
            <a:ext cx="172212" cy="179832"/>
          </a:xfrm>
          <a:prstGeom prst="rect">
            <a:avLst/>
          </a:prstGeom>
        </p:spPr>
      </p:pic>
      <p:pic>
        <p:nvPicPr>
          <p:cNvPr id="13" name="object 12"/>
          <p:cNvPicPr/>
          <p:nvPr/>
        </p:nvPicPr>
        <p:blipFill>
          <a:blip r:embed="rId9" cstate="print"/>
          <a:stretch>
            <a:fillRect/>
          </a:stretch>
        </p:blipFill>
        <p:spPr>
          <a:xfrm>
            <a:off x="5570220" y="3086100"/>
            <a:ext cx="170687" cy="178308"/>
          </a:xfrm>
          <a:prstGeom prst="rect">
            <a:avLst/>
          </a:prstGeom>
        </p:spPr>
      </p:pic>
      <p:pic>
        <p:nvPicPr>
          <p:cNvPr id="14" name="object 13"/>
          <p:cNvPicPr/>
          <p:nvPr/>
        </p:nvPicPr>
        <p:blipFill>
          <a:blip r:embed="rId10" cstate="print"/>
          <a:stretch>
            <a:fillRect/>
          </a:stretch>
        </p:blipFill>
        <p:spPr>
          <a:xfrm>
            <a:off x="5911596" y="3086100"/>
            <a:ext cx="172212" cy="178308"/>
          </a:xfrm>
          <a:prstGeom prst="rect">
            <a:avLst/>
          </a:prstGeom>
        </p:spPr>
      </p:pic>
      <p:pic>
        <p:nvPicPr>
          <p:cNvPr id="15" name="object 14"/>
          <p:cNvPicPr/>
          <p:nvPr/>
        </p:nvPicPr>
        <p:blipFill>
          <a:blip r:embed="rId11" cstate="print"/>
          <a:stretch>
            <a:fillRect/>
          </a:stretch>
        </p:blipFill>
        <p:spPr>
          <a:xfrm>
            <a:off x="6917435" y="3086100"/>
            <a:ext cx="172212" cy="178308"/>
          </a:xfrm>
          <a:prstGeom prst="rect">
            <a:avLst/>
          </a:prstGeom>
        </p:spPr>
      </p:pic>
      <p:pic>
        <p:nvPicPr>
          <p:cNvPr id="16" name="object 15"/>
          <p:cNvPicPr/>
          <p:nvPr/>
        </p:nvPicPr>
        <p:blipFill>
          <a:blip r:embed="rId12" cstate="print"/>
          <a:stretch>
            <a:fillRect/>
          </a:stretch>
        </p:blipFill>
        <p:spPr>
          <a:xfrm>
            <a:off x="7601711" y="3069335"/>
            <a:ext cx="205740" cy="211836"/>
          </a:xfrm>
          <a:prstGeom prst="rect">
            <a:avLst/>
          </a:prstGeom>
        </p:spPr>
      </p:pic>
      <p:pic>
        <p:nvPicPr>
          <p:cNvPr id="17" name="object 16"/>
          <p:cNvPicPr/>
          <p:nvPr/>
        </p:nvPicPr>
        <p:blipFill>
          <a:blip r:embed="rId13" cstate="print"/>
          <a:stretch>
            <a:fillRect/>
          </a:stretch>
        </p:blipFill>
        <p:spPr>
          <a:xfrm>
            <a:off x="6249967" y="3084621"/>
            <a:ext cx="172124" cy="179720"/>
          </a:xfrm>
          <a:prstGeom prst="rect">
            <a:avLst/>
          </a:prstGeom>
        </p:spPr>
      </p:pic>
      <p:pic>
        <p:nvPicPr>
          <p:cNvPr id="18" name="object 17"/>
          <p:cNvPicPr/>
          <p:nvPr/>
        </p:nvPicPr>
        <p:blipFill>
          <a:blip r:embed="rId14" cstate="print"/>
          <a:stretch>
            <a:fillRect/>
          </a:stretch>
        </p:blipFill>
        <p:spPr>
          <a:xfrm>
            <a:off x="6579107" y="3086100"/>
            <a:ext cx="170688" cy="178308"/>
          </a:xfrm>
          <a:prstGeom prst="rect">
            <a:avLst/>
          </a:prstGeom>
        </p:spPr>
      </p:pic>
      <p:pic>
        <p:nvPicPr>
          <p:cNvPr id="19" name="object 18"/>
          <p:cNvPicPr/>
          <p:nvPr/>
        </p:nvPicPr>
        <p:blipFill>
          <a:blip r:embed="rId15" cstate="print"/>
          <a:stretch>
            <a:fillRect/>
          </a:stretch>
        </p:blipFill>
        <p:spPr>
          <a:xfrm>
            <a:off x="7959852" y="3089148"/>
            <a:ext cx="172211" cy="178308"/>
          </a:xfrm>
          <a:prstGeom prst="rect">
            <a:avLst/>
          </a:prstGeom>
        </p:spPr>
      </p:pic>
      <p:pic>
        <p:nvPicPr>
          <p:cNvPr id="20" name="object 19"/>
          <p:cNvPicPr/>
          <p:nvPr/>
        </p:nvPicPr>
        <p:blipFill>
          <a:blip r:embed="rId16" cstate="print"/>
          <a:stretch>
            <a:fillRect/>
          </a:stretch>
        </p:blipFill>
        <p:spPr>
          <a:xfrm>
            <a:off x="8336280" y="3087623"/>
            <a:ext cx="176784" cy="181355"/>
          </a:xfrm>
          <a:prstGeom prst="rect">
            <a:avLst/>
          </a:prstGeom>
        </p:spPr>
      </p:pic>
      <p:pic>
        <p:nvPicPr>
          <p:cNvPr id="21" name="object 20"/>
          <p:cNvPicPr/>
          <p:nvPr/>
        </p:nvPicPr>
        <p:blipFill>
          <a:blip r:embed="rId17" cstate="print"/>
          <a:stretch>
            <a:fillRect/>
          </a:stretch>
        </p:blipFill>
        <p:spPr>
          <a:xfrm>
            <a:off x="9034271" y="3086100"/>
            <a:ext cx="170687" cy="178308"/>
          </a:xfrm>
          <a:prstGeom prst="rect">
            <a:avLst/>
          </a:prstGeom>
        </p:spPr>
      </p:pic>
      <p:pic>
        <p:nvPicPr>
          <p:cNvPr id="22" name="object 21"/>
          <p:cNvPicPr/>
          <p:nvPr/>
        </p:nvPicPr>
        <p:blipFill>
          <a:blip r:embed="rId18" cstate="print"/>
          <a:stretch>
            <a:fillRect/>
          </a:stretch>
        </p:blipFill>
        <p:spPr>
          <a:xfrm>
            <a:off x="8695943" y="2558795"/>
            <a:ext cx="172211" cy="173736"/>
          </a:xfrm>
          <a:prstGeom prst="rect">
            <a:avLst/>
          </a:prstGeom>
        </p:spPr>
      </p:pic>
      <p:pic>
        <p:nvPicPr>
          <p:cNvPr id="23" name="object 22"/>
          <p:cNvPicPr/>
          <p:nvPr/>
        </p:nvPicPr>
        <p:blipFill>
          <a:blip r:embed="rId19" cstate="print"/>
          <a:stretch>
            <a:fillRect/>
          </a:stretch>
        </p:blipFill>
        <p:spPr>
          <a:xfrm>
            <a:off x="3177539" y="2560320"/>
            <a:ext cx="175260" cy="176784"/>
          </a:xfrm>
          <a:prstGeom prst="rect">
            <a:avLst/>
          </a:prstGeom>
        </p:spPr>
      </p:pic>
      <p:pic>
        <p:nvPicPr>
          <p:cNvPr id="24" name="object 23"/>
          <p:cNvPicPr/>
          <p:nvPr/>
        </p:nvPicPr>
        <p:blipFill>
          <a:blip r:embed="rId20" cstate="print"/>
          <a:stretch>
            <a:fillRect/>
          </a:stretch>
        </p:blipFill>
        <p:spPr>
          <a:xfrm>
            <a:off x="3858767" y="2557272"/>
            <a:ext cx="172212" cy="173736"/>
          </a:xfrm>
          <a:prstGeom prst="rect">
            <a:avLst/>
          </a:prstGeom>
        </p:spPr>
      </p:pic>
      <p:pic>
        <p:nvPicPr>
          <p:cNvPr id="25" name="object 24"/>
          <p:cNvPicPr/>
          <p:nvPr/>
        </p:nvPicPr>
        <p:blipFill>
          <a:blip r:embed="rId21" cstate="print"/>
          <a:stretch>
            <a:fillRect/>
          </a:stretch>
        </p:blipFill>
        <p:spPr>
          <a:xfrm>
            <a:off x="5911596" y="2558795"/>
            <a:ext cx="172212" cy="173736"/>
          </a:xfrm>
          <a:prstGeom prst="rect">
            <a:avLst/>
          </a:prstGeom>
        </p:spPr>
      </p:pic>
      <p:pic>
        <p:nvPicPr>
          <p:cNvPr id="27" name="object 26"/>
          <p:cNvPicPr/>
          <p:nvPr/>
        </p:nvPicPr>
        <p:blipFill>
          <a:blip r:embed="rId22" cstate="print"/>
          <a:stretch>
            <a:fillRect/>
          </a:stretch>
        </p:blipFill>
        <p:spPr>
          <a:xfrm>
            <a:off x="5911596" y="2820923"/>
            <a:ext cx="172212" cy="173736"/>
          </a:xfrm>
          <a:prstGeom prst="rect">
            <a:avLst/>
          </a:prstGeom>
        </p:spPr>
      </p:pic>
      <p:pic>
        <p:nvPicPr>
          <p:cNvPr id="28" name="object 27"/>
          <p:cNvPicPr/>
          <p:nvPr/>
        </p:nvPicPr>
        <p:blipFill>
          <a:blip r:embed="rId23" cstate="print"/>
          <a:stretch>
            <a:fillRect/>
          </a:stretch>
        </p:blipFill>
        <p:spPr>
          <a:xfrm>
            <a:off x="6917435" y="2816351"/>
            <a:ext cx="172211" cy="173736"/>
          </a:xfrm>
          <a:prstGeom prst="rect">
            <a:avLst/>
          </a:prstGeom>
        </p:spPr>
      </p:pic>
      <p:pic>
        <p:nvPicPr>
          <p:cNvPr id="29" name="object 28"/>
          <p:cNvPicPr/>
          <p:nvPr/>
        </p:nvPicPr>
        <p:blipFill>
          <a:blip r:embed="rId24" cstate="print"/>
          <a:stretch>
            <a:fillRect/>
          </a:stretch>
        </p:blipFill>
        <p:spPr>
          <a:xfrm>
            <a:off x="8336280" y="2813304"/>
            <a:ext cx="176783" cy="179832"/>
          </a:xfrm>
          <a:prstGeom prst="rect">
            <a:avLst/>
          </a:prstGeom>
        </p:spPr>
      </p:pic>
      <p:pic>
        <p:nvPicPr>
          <p:cNvPr id="30" name="object 29"/>
          <p:cNvPicPr/>
          <p:nvPr/>
        </p:nvPicPr>
        <p:blipFill>
          <a:blip r:embed="rId25" cstate="print"/>
          <a:stretch>
            <a:fillRect/>
          </a:stretch>
        </p:blipFill>
        <p:spPr>
          <a:xfrm>
            <a:off x="4552188" y="2816351"/>
            <a:ext cx="172212" cy="173736"/>
          </a:xfrm>
          <a:prstGeom prst="rect">
            <a:avLst/>
          </a:prstGeom>
        </p:spPr>
      </p:pic>
      <p:pic>
        <p:nvPicPr>
          <p:cNvPr id="31" name="object 30"/>
          <p:cNvPicPr/>
          <p:nvPr/>
        </p:nvPicPr>
        <p:blipFill>
          <a:blip r:embed="rId26" cstate="print"/>
          <a:stretch>
            <a:fillRect/>
          </a:stretch>
        </p:blipFill>
        <p:spPr>
          <a:xfrm>
            <a:off x="8692895" y="2808732"/>
            <a:ext cx="176783" cy="179832"/>
          </a:xfrm>
          <a:prstGeom prst="rect">
            <a:avLst/>
          </a:prstGeom>
        </p:spPr>
      </p:pic>
      <p:pic>
        <p:nvPicPr>
          <p:cNvPr id="32" name="object 31"/>
          <p:cNvPicPr/>
          <p:nvPr/>
        </p:nvPicPr>
        <p:blipFill>
          <a:blip r:embed="rId27" cstate="print"/>
          <a:stretch>
            <a:fillRect/>
          </a:stretch>
        </p:blipFill>
        <p:spPr>
          <a:xfrm>
            <a:off x="6249923" y="2558795"/>
            <a:ext cx="172212" cy="172212"/>
          </a:xfrm>
          <a:prstGeom prst="rect">
            <a:avLst/>
          </a:prstGeom>
        </p:spPr>
      </p:pic>
      <p:pic>
        <p:nvPicPr>
          <p:cNvPr id="33" name="object 32"/>
          <p:cNvPicPr/>
          <p:nvPr/>
        </p:nvPicPr>
        <p:blipFill>
          <a:blip r:embed="rId28" cstate="print"/>
          <a:stretch>
            <a:fillRect/>
          </a:stretch>
        </p:blipFill>
        <p:spPr>
          <a:xfrm>
            <a:off x="4210811" y="2558795"/>
            <a:ext cx="170687" cy="172212"/>
          </a:xfrm>
          <a:prstGeom prst="rect">
            <a:avLst/>
          </a:prstGeom>
        </p:spPr>
      </p:pic>
      <p:pic>
        <p:nvPicPr>
          <p:cNvPr id="34" name="object 33"/>
          <p:cNvPicPr/>
          <p:nvPr/>
        </p:nvPicPr>
        <p:blipFill>
          <a:blip r:embed="rId29" cstate="print"/>
          <a:stretch>
            <a:fillRect/>
          </a:stretch>
        </p:blipFill>
        <p:spPr>
          <a:xfrm>
            <a:off x="9034271" y="2561844"/>
            <a:ext cx="170688" cy="172212"/>
          </a:xfrm>
          <a:prstGeom prst="rect">
            <a:avLst/>
          </a:prstGeom>
        </p:spPr>
      </p:pic>
      <p:pic>
        <p:nvPicPr>
          <p:cNvPr id="35" name="object 34"/>
          <p:cNvPicPr/>
          <p:nvPr/>
        </p:nvPicPr>
        <p:blipFill>
          <a:blip r:embed="rId30" cstate="print"/>
          <a:stretch>
            <a:fillRect/>
          </a:stretch>
        </p:blipFill>
        <p:spPr>
          <a:xfrm>
            <a:off x="3518915" y="2819400"/>
            <a:ext cx="172212" cy="173736"/>
          </a:xfrm>
          <a:prstGeom prst="rect">
            <a:avLst/>
          </a:prstGeom>
        </p:spPr>
      </p:pic>
      <p:pic>
        <p:nvPicPr>
          <p:cNvPr id="36" name="object 35"/>
          <p:cNvPicPr/>
          <p:nvPr/>
        </p:nvPicPr>
        <p:blipFill>
          <a:blip r:embed="rId31" cstate="print"/>
          <a:stretch>
            <a:fillRect/>
          </a:stretch>
        </p:blipFill>
        <p:spPr>
          <a:xfrm>
            <a:off x="6249923" y="2816351"/>
            <a:ext cx="172212" cy="173736"/>
          </a:xfrm>
          <a:prstGeom prst="rect">
            <a:avLst/>
          </a:prstGeom>
        </p:spPr>
      </p:pic>
      <p:pic>
        <p:nvPicPr>
          <p:cNvPr id="37" name="object 36"/>
          <p:cNvPicPr/>
          <p:nvPr/>
        </p:nvPicPr>
        <p:blipFill>
          <a:blip r:embed="rId32" cstate="print"/>
          <a:stretch>
            <a:fillRect/>
          </a:stretch>
        </p:blipFill>
        <p:spPr>
          <a:xfrm>
            <a:off x="3179064" y="3086100"/>
            <a:ext cx="172212" cy="173736"/>
          </a:xfrm>
          <a:prstGeom prst="rect">
            <a:avLst/>
          </a:prstGeom>
        </p:spPr>
      </p:pic>
      <p:pic>
        <p:nvPicPr>
          <p:cNvPr id="38" name="object 37"/>
          <p:cNvPicPr/>
          <p:nvPr/>
        </p:nvPicPr>
        <p:blipFill>
          <a:blip r:embed="rId33" cstate="print"/>
          <a:stretch>
            <a:fillRect/>
          </a:stretch>
        </p:blipFill>
        <p:spPr>
          <a:xfrm>
            <a:off x="4210811" y="2820923"/>
            <a:ext cx="170687" cy="173736"/>
          </a:xfrm>
          <a:prstGeom prst="rect">
            <a:avLst/>
          </a:prstGeom>
        </p:spPr>
      </p:pic>
      <p:pic>
        <p:nvPicPr>
          <p:cNvPr id="39" name="object 38"/>
          <p:cNvPicPr/>
          <p:nvPr/>
        </p:nvPicPr>
        <p:blipFill>
          <a:blip r:embed="rId34" cstate="print"/>
          <a:stretch>
            <a:fillRect/>
          </a:stretch>
        </p:blipFill>
        <p:spPr>
          <a:xfrm>
            <a:off x="6579107" y="2555748"/>
            <a:ext cx="172211" cy="173736"/>
          </a:xfrm>
          <a:prstGeom prst="rect">
            <a:avLst/>
          </a:prstGeom>
        </p:spPr>
      </p:pic>
      <p:pic>
        <p:nvPicPr>
          <p:cNvPr id="40" name="object 39"/>
          <p:cNvPicPr/>
          <p:nvPr/>
        </p:nvPicPr>
        <p:blipFill>
          <a:blip r:embed="rId35" cstate="print"/>
          <a:stretch>
            <a:fillRect/>
          </a:stretch>
        </p:blipFill>
        <p:spPr>
          <a:xfrm>
            <a:off x="3179064" y="2820923"/>
            <a:ext cx="172212" cy="173736"/>
          </a:xfrm>
          <a:prstGeom prst="rect">
            <a:avLst/>
          </a:prstGeom>
        </p:spPr>
      </p:pic>
      <p:pic>
        <p:nvPicPr>
          <p:cNvPr id="41" name="object 40"/>
          <p:cNvPicPr/>
          <p:nvPr/>
        </p:nvPicPr>
        <p:blipFill>
          <a:blip r:embed="rId36" cstate="print"/>
          <a:stretch>
            <a:fillRect/>
          </a:stretch>
        </p:blipFill>
        <p:spPr>
          <a:xfrm>
            <a:off x="7255764" y="2816351"/>
            <a:ext cx="172211" cy="173736"/>
          </a:xfrm>
          <a:prstGeom prst="rect">
            <a:avLst/>
          </a:prstGeom>
        </p:spPr>
      </p:pic>
      <p:pic>
        <p:nvPicPr>
          <p:cNvPr id="42" name="object 41"/>
          <p:cNvPicPr/>
          <p:nvPr/>
        </p:nvPicPr>
        <p:blipFill>
          <a:blip r:embed="rId37" cstate="print"/>
          <a:stretch>
            <a:fillRect/>
          </a:stretch>
        </p:blipFill>
        <p:spPr>
          <a:xfrm>
            <a:off x="7618476" y="2816351"/>
            <a:ext cx="172211" cy="173736"/>
          </a:xfrm>
          <a:prstGeom prst="rect">
            <a:avLst/>
          </a:prstGeom>
        </p:spPr>
      </p:pic>
      <p:pic>
        <p:nvPicPr>
          <p:cNvPr id="43" name="object 42"/>
          <p:cNvPicPr/>
          <p:nvPr/>
        </p:nvPicPr>
        <p:blipFill>
          <a:blip r:embed="rId38" cstate="print"/>
          <a:stretch>
            <a:fillRect/>
          </a:stretch>
        </p:blipFill>
        <p:spPr>
          <a:xfrm>
            <a:off x="7959852" y="2816351"/>
            <a:ext cx="172211" cy="173736"/>
          </a:xfrm>
          <a:prstGeom prst="rect">
            <a:avLst/>
          </a:prstGeom>
        </p:spPr>
      </p:pic>
      <p:grpSp>
        <p:nvGrpSpPr>
          <p:cNvPr id="44" name="object 43"/>
          <p:cNvGrpSpPr/>
          <p:nvPr/>
        </p:nvGrpSpPr>
        <p:grpSpPr>
          <a:xfrm>
            <a:off x="5558028" y="2807207"/>
            <a:ext cx="220979" cy="220979"/>
            <a:chOff x="5558028" y="2807207"/>
            <a:chExt cx="220979" cy="220979"/>
          </a:xfrm>
        </p:grpSpPr>
        <p:pic>
          <p:nvPicPr>
            <p:cNvPr id="45" name="object 44"/>
            <p:cNvPicPr/>
            <p:nvPr/>
          </p:nvPicPr>
          <p:blipFill>
            <a:blip r:embed="rId39" cstate="print"/>
            <a:stretch>
              <a:fillRect/>
            </a:stretch>
          </p:blipFill>
          <p:spPr>
            <a:xfrm>
              <a:off x="5558028" y="2807207"/>
              <a:ext cx="220979" cy="220979"/>
            </a:xfrm>
            <a:prstGeom prst="rect">
              <a:avLst/>
            </a:prstGeom>
          </p:spPr>
        </p:pic>
        <p:pic>
          <p:nvPicPr>
            <p:cNvPr id="46" name="object 45"/>
            <p:cNvPicPr/>
            <p:nvPr/>
          </p:nvPicPr>
          <p:blipFill>
            <a:blip r:embed="rId40" cstate="print"/>
            <a:stretch>
              <a:fillRect/>
            </a:stretch>
          </p:blipFill>
          <p:spPr>
            <a:xfrm>
              <a:off x="5570220" y="2871215"/>
              <a:ext cx="195072" cy="92963"/>
            </a:xfrm>
            <a:prstGeom prst="rect">
              <a:avLst/>
            </a:prstGeom>
          </p:spPr>
        </p:pic>
      </p:grpSp>
      <p:pic>
        <p:nvPicPr>
          <p:cNvPr id="47" name="object 46"/>
          <p:cNvPicPr/>
          <p:nvPr/>
        </p:nvPicPr>
        <p:blipFill>
          <a:blip r:embed="rId41" cstate="print"/>
          <a:stretch>
            <a:fillRect/>
          </a:stretch>
        </p:blipFill>
        <p:spPr>
          <a:xfrm>
            <a:off x="7246619" y="3080004"/>
            <a:ext cx="188975" cy="178308"/>
          </a:xfrm>
          <a:prstGeom prst="rect">
            <a:avLst/>
          </a:prstGeom>
        </p:spPr>
      </p:pic>
      <p:pic>
        <p:nvPicPr>
          <p:cNvPr id="48" name="object 47"/>
          <p:cNvPicPr/>
          <p:nvPr/>
        </p:nvPicPr>
        <p:blipFill>
          <a:blip r:embed="rId42" cstate="print"/>
          <a:stretch>
            <a:fillRect/>
          </a:stretch>
        </p:blipFill>
        <p:spPr>
          <a:xfrm>
            <a:off x="3514344" y="3087623"/>
            <a:ext cx="179831" cy="181355"/>
          </a:xfrm>
          <a:prstGeom prst="rect">
            <a:avLst/>
          </a:prstGeom>
        </p:spPr>
      </p:pic>
      <p:pic>
        <p:nvPicPr>
          <p:cNvPr id="49" name="object 48"/>
          <p:cNvPicPr/>
          <p:nvPr/>
        </p:nvPicPr>
        <p:blipFill>
          <a:blip r:embed="rId43" cstate="print"/>
          <a:stretch>
            <a:fillRect/>
          </a:stretch>
        </p:blipFill>
        <p:spPr>
          <a:xfrm>
            <a:off x="9363456" y="3083051"/>
            <a:ext cx="172212" cy="172212"/>
          </a:xfrm>
          <a:prstGeom prst="rect">
            <a:avLst/>
          </a:prstGeom>
        </p:spPr>
      </p:pic>
      <p:pic>
        <p:nvPicPr>
          <p:cNvPr id="50" name="object 49"/>
          <p:cNvPicPr/>
          <p:nvPr/>
        </p:nvPicPr>
        <p:blipFill>
          <a:blip r:embed="rId44" cstate="print"/>
          <a:stretch>
            <a:fillRect/>
          </a:stretch>
        </p:blipFill>
        <p:spPr>
          <a:xfrm>
            <a:off x="6588252" y="2820923"/>
            <a:ext cx="152400" cy="173736"/>
          </a:xfrm>
          <a:prstGeom prst="rect">
            <a:avLst/>
          </a:prstGeom>
        </p:spPr>
      </p:pic>
      <p:pic>
        <p:nvPicPr>
          <p:cNvPr id="51" name="object 50"/>
          <p:cNvPicPr/>
          <p:nvPr/>
        </p:nvPicPr>
        <p:blipFill>
          <a:blip r:embed="rId45" cstate="print"/>
          <a:stretch>
            <a:fillRect/>
          </a:stretch>
        </p:blipFill>
        <p:spPr>
          <a:xfrm>
            <a:off x="9363456" y="2566416"/>
            <a:ext cx="172212" cy="163068"/>
          </a:xfrm>
          <a:prstGeom prst="rect">
            <a:avLst/>
          </a:prstGeom>
        </p:spPr>
      </p:pic>
      <p:grpSp>
        <p:nvGrpSpPr>
          <p:cNvPr id="52" name="object 82"/>
          <p:cNvGrpSpPr/>
          <p:nvPr/>
        </p:nvGrpSpPr>
        <p:grpSpPr>
          <a:xfrm>
            <a:off x="5219700" y="2567939"/>
            <a:ext cx="215265" cy="425450"/>
            <a:chOff x="5219700" y="2567939"/>
            <a:chExt cx="215265" cy="425450"/>
          </a:xfrm>
        </p:grpSpPr>
        <p:pic>
          <p:nvPicPr>
            <p:cNvPr id="53" name="object 83"/>
            <p:cNvPicPr/>
            <p:nvPr/>
          </p:nvPicPr>
          <p:blipFill>
            <a:blip r:embed="rId46" cstate="print"/>
            <a:stretch>
              <a:fillRect/>
            </a:stretch>
          </p:blipFill>
          <p:spPr>
            <a:xfrm>
              <a:off x="5228844" y="2813303"/>
              <a:ext cx="170687" cy="179832"/>
            </a:xfrm>
            <a:prstGeom prst="rect">
              <a:avLst/>
            </a:prstGeom>
          </p:spPr>
        </p:pic>
        <p:pic>
          <p:nvPicPr>
            <p:cNvPr id="54" name="object 84"/>
            <p:cNvPicPr/>
            <p:nvPr/>
          </p:nvPicPr>
          <p:blipFill>
            <a:blip r:embed="rId47" cstate="print"/>
            <a:stretch>
              <a:fillRect/>
            </a:stretch>
          </p:blipFill>
          <p:spPr>
            <a:xfrm>
              <a:off x="5219700" y="2567939"/>
              <a:ext cx="214884" cy="204216"/>
            </a:xfrm>
            <a:prstGeom prst="rect">
              <a:avLst/>
            </a:prstGeom>
          </p:spPr>
        </p:pic>
      </p:grpSp>
      <p:pic>
        <p:nvPicPr>
          <p:cNvPr id="55" name="object 90"/>
          <p:cNvPicPr/>
          <p:nvPr/>
        </p:nvPicPr>
        <p:blipFill>
          <a:blip r:embed="rId48" cstate="print"/>
          <a:stretch>
            <a:fillRect/>
          </a:stretch>
        </p:blipFill>
        <p:spPr>
          <a:xfrm>
            <a:off x="2823972" y="2554223"/>
            <a:ext cx="179831" cy="184403"/>
          </a:xfrm>
          <a:prstGeom prst="rect">
            <a:avLst/>
          </a:prstGeom>
        </p:spPr>
      </p:pic>
      <p:pic>
        <p:nvPicPr>
          <p:cNvPr id="56" name="object 91"/>
          <p:cNvPicPr/>
          <p:nvPr/>
        </p:nvPicPr>
        <p:blipFill>
          <a:blip r:embed="rId49" cstate="print"/>
          <a:stretch>
            <a:fillRect/>
          </a:stretch>
        </p:blipFill>
        <p:spPr>
          <a:xfrm>
            <a:off x="3858767" y="2778251"/>
            <a:ext cx="170687" cy="256032"/>
          </a:xfrm>
          <a:prstGeom prst="rect">
            <a:avLst/>
          </a:prstGeom>
        </p:spPr>
      </p:pic>
      <p:pic>
        <p:nvPicPr>
          <p:cNvPr id="57" name="object 92"/>
          <p:cNvPicPr/>
          <p:nvPr/>
        </p:nvPicPr>
        <p:blipFill>
          <a:blip r:embed="rId50" cstate="print"/>
          <a:stretch>
            <a:fillRect/>
          </a:stretch>
        </p:blipFill>
        <p:spPr>
          <a:xfrm>
            <a:off x="3517391" y="2560320"/>
            <a:ext cx="173736" cy="173735"/>
          </a:xfrm>
          <a:prstGeom prst="rect">
            <a:avLst/>
          </a:prstGeom>
        </p:spPr>
      </p:pic>
      <p:pic>
        <p:nvPicPr>
          <p:cNvPr id="58" name="object 93"/>
          <p:cNvPicPr/>
          <p:nvPr/>
        </p:nvPicPr>
        <p:blipFill>
          <a:blip r:embed="rId51" cstate="print"/>
          <a:stretch>
            <a:fillRect/>
          </a:stretch>
        </p:blipFill>
        <p:spPr>
          <a:xfrm>
            <a:off x="4544567" y="3087623"/>
            <a:ext cx="187451" cy="179831"/>
          </a:xfrm>
          <a:prstGeom prst="rect">
            <a:avLst/>
          </a:prstGeom>
        </p:spPr>
      </p:pic>
      <p:pic>
        <p:nvPicPr>
          <p:cNvPr id="59" name="object 94"/>
          <p:cNvPicPr/>
          <p:nvPr/>
        </p:nvPicPr>
        <p:blipFill>
          <a:blip r:embed="rId52" cstate="print"/>
          <a:stretch>
            <a:fillRect/>
          </a:stretch>
        </p:blipFill>
        <p:spPr>
          <a:xfrm>
            <a:off x="4181855" y="3072383"/>
            <a:ext cx="228600" cy="210312"/>
          </a:xfrm>
          <a:prstGeom prst="rect">
            <a:avLst/>
          </a:prstGeom>
        </p:spPr>
      </p:pic>
      <p:pic>
        <p:nvPicPr>
          <p:cNvPr id="60" name="object 95"/>
          <p:cNvPicPr/>
          <p:nvPr/>
        </p:nvPicPr>
        <p:blipFill>
          <a:blip r:embed="rId53" cstate="print"/>
          <a:stretch>
            <a:fillRect/>
          </a:stretch>
        </p:blipFill>
        <p:spPr>
          <a:xfrm>
            <a:off x="2808732" y="2793492"/>
            <a:ext cx="210312" cy="220979"/>
          </a:xfrm>
          <a:prstGeom prst="rect">
            <a:avLst/>
          </a:prstGeom>
        </p:spPr>
      </p:pic>
      <p:sp>
        <p:nvSpPr>
          <p:cNvPr id="61" name="object 96"/>
          <p:cNvSpPr txBox="1"/>
          <p:nvPr/>
        </p:nvSpPr>
        <p:spPr>
          <a:xfrm>
            <a:off x="9677781" y="2557924"/>
            <a:ext cx="139700" cy="746125"/>
          </a:xfrm>
          <a:prstGeom prst="rect">
            <a:avLst/>
          </a:prstGeom>
        </p:spPr>
        <p:txBody>
          <a:bodyPr vert="horz" wrap="square" lIns="0" tIns="67945" rIns="0" bIns="0" rtlCol="0">
            <a:spAutoFit/>
          </a:bodyPr>
          <a:lstStyle/>
          <a:p>
            <a:pPr marL="12700">
              <a:lnSpc>
                <a:spcPct val="100000"/>
              </a:lnSpc>
              <a:spcBef>
                <a:spcPts val="535"/>
              </a:spcBef>
            </a:pPr>
            <a:r>
              <a:rPr sz="1100" spc="-50" dirty="0">
                <a:solidFill>
                  <a:srgbClr val="FFFFFF"/>
                </a:solidFill>
                <a:latin typeface="微软雅黑" panose="020B0503020204020204" pitchFamily="34" charset="-122"/>
                <a:cs typeface="微软雅黑" panose="020B0503020204020204" pitchFamily="34" charset="-122"/>
              </a:rPr>
              <a:t>…</a:t>
            </a:r>
            <a:endParaRPr sz="1100">
              <a:latin typeface="微软雅黑" panose="020B0503020204020204" pitchFamily="34" charset="-122"/>
              <a:cs typeface="微软雅黑" panose="020B0503020204020204" pitchFamily="34" charset="-122"/>
            </a:endParaRPr>
          </a:p>
          <a:p>
            <a:pPr marL="12700">
              <a:lnSpc>
                <a:spcPct val="100000"/>
              </a:lnSpc>
              <a:spcBef>
                <a:spcPts val="440"/>
              </a:spcBef>
            </a:pPr>
            <a:r>
              <a:rPr sz="1100" spc="-50" dirty="0">
                <a:solidFill>
                  <a:srgbClr val="FFFFFF"/>
                </a:solidFill>
                <a:latin typeface="微软雅黑" panose="020B0503020204020204" pitchFamily="34" charset="-122"/>
                <a:cs typeface="微软雅黑" panose="020B0503020204020204" pitchFamily="34" charset="-122"/>
              </a:rPr>
              <a:t>…</a:t>
            </a:r>
            <a:endParaRPr sz="1100">
              <a:latin typeface="微软雅黑" panose="020B0503020204020204" pitchFamily="34" charset="-122"/>
              <a:cs typeface="微软雅黑" panose="020B0503020204020204" pitchFamily="34" charset="-122"/>
            </a:endParaRPr>
          </a:p>
          <a:p>
            <a:pPr marL="12700">
              <a:lnSpc>
                <a:spcPct val="100000"/>
              </a:lnSpc>
              <a:spcBef>
                <a:spcPts val="835"/>
              </a:spcBef>
            </a:pPr>
            <a:r>
              <a:rPr sz="1100" spc="-50" dirty="0">
                <a:solidFill>
                  <a:srgbClr val="FFFFFF"/>
                </a:solidFill>
                <a:latin typeface="微软雅黑" panose="020B0503020204020204" pitchFamily="34" charset="-122"/>
                <a:cs typeface="微软雅黑" panose="020B0503020204020204" pitchFamily="34" charset="-122"/>
              </a:rPr>
              <a:t>…</a:t>
            </a:r>
            <a:endParaRPr sz="1100">
              <a:latin typeface="微软雅黑" panose="020B0503020204020204" pitchFamily="34" charset="-122"/>
              <a:cs typeface="微软雅黑" panose="020B0503020204020204" pitchFamily="34" charset="-122"/>
            </a:endParaRPr>
          </a:p>
        </p:txBody>
      </p:sp>
      <p:pic>
        <p:nvPicPr>
          <p:cNvPr id="62" name="object 97"/>
          <p:cNvPicPr/>
          <p:nvPr/>
        </p:nvPicPr>
        <p:blipFill>
          <a:blip r:embed="rId54" cstate="print"/>
          <a:stretch>
            <a:fillRect/>
          </a:stretch>
        </p:blipFill>
        <p:spPr>
          <a:xfrm>
            <a:off x="4884420" y="2837688"/>
            <a:ext cx="188975" cy="195072"/>
          </a:xfrm>
          <a:prstGeom prst="rect">
            <a:avLst/>
          </a:prstGeom>
        </p:spPr>
      </p:pic>
      <p:pic>
        <p:nvPicPr>
          <p:cNvPr id="63" name="object 98"/>
          <p:cNvPicPr/>
          <p:nvPr/>
        </p:nvPicPr>
        <p:blipFill>
          <a:blip r:embed="rId55" cstate="print"/>
          <a:stretch>
            <a:fillRect/>
          </a:stretch>
        </p:blipFill>
        <p:spPr>
          <a:xfrm>
            <a:off x="7927847" y="2532888"/>
            <a:ext cx="236220" cy="236220"/>
          </a:xfrm>
          <a:prstGeom prst="rect">
            <a:avLst/>
          </a:prstGeom>
        </p:spPr>
      </p:pic>
      <p:pic>
        <p:nvPicPr>
          <p:cNvPr id="64" name="object 99"/>
          <p:cNvPicPr/>
          <p:nvPr/>
        </p:nvPicPr>
        <p:blipFill>
          <a:blip r:embed="rId56" cstate="print"/>
          <a:stretch>
            <a:fillRect/>
          </a:stretch>
        </p:blipFill>
        <p:spPr>
          <a:xfrm>
            <a:off x="8691371" y="3087623"/>
            <a:ext cx="179831" cy="178308"/>
          </a:xfrm>
          <a:prstGeom prst="rect">
            <a:avLst/>
          </a:prstGeom>
        </p:spPr>
      </p:pic>
      <p:pic>
        <p:nvPicPr>
          <p:cNvPr id="65" name="object 100"/>
          <p:cNvPicPr/>
          <p:nvPr/>
        </p:nvPicPr>
        <p:blipFill>
          <a:blip r:embed="rId57" cstate="print"/>
          <a:stretch>
            <a:fillRect/>
          </a:stretch>
        </p:blipFill>
        <p:spPr>
          <a:xfrm>
            <a:off x="4879847" y="2569464"/>
            <a:ext cx="202691" cy="198120"/>
          </a:xfrm>
          <a:prstGeom prst="rect">
            <a:avLst/>
          </a:prstGeom>
        </p:spPr>
      </p:pic>
      <p:pic>
        <p:nvPicPr>
          <p:cNvPr id="66" name="object 101"/>
          <p:cNvPicPr/>
          <p:nvPr/>
        </p:nvPicPr>
        <p:blipFill>
          <a:blip r:embed="rId58" cstate="print"/>
          <a:stretch>
            <a:fillRect/>
          </a:stretch>
        </p:blipFill>
        <p:spPr>
          <a:xfrm>
            <a:off x="5580888" y="2567939"/>
            <a:ext cx="184403" cy="172212"/>
          </a:xfrm>
          <a:prstGeom prst="rect">
            <a:avLst/>
          </a:prstGeom>
        </p:spPr>
      </p:pic>
      <p:pic>
        <p:nvPicPr>
          <p:cNvPr id="67" name="object 102"/>
          <p:cNvPicPr/>
          <p:nvPr/>
        </p:nvPicPr>
        <p:blipFill>
          <a:blip r:embed="rId59" cstate="print"/>
          <a:stretch>
            <a:fillRect/>
          </a:stretch>
        </p:blipFill>
        <p:spPr>
          <a:xfrm>
            <a:off x="8307323" y="2546604"/>
            <a:ext cx="234696" cy="211836"/>
          </a:xfrm>
          <a:prstGeom prst="rect">
            <a:avLst/>
          </a:prstGeom>
        </p:spPr>
      </p:pic>
      <p:pic>
        <p:nvPicPr>
          <p:cNvPr id="68" name="object 103"/>
          <p:cNvPicPr/>
          <p:nvPr/>
        </p:nvPicPr>
        <p:blipFill>
          <a:blip r:embed="rId60" cstate="print"/>
          <a:stretch>
            <a:fillRect/>
          </a:stretch>
        </p:blipFill>
        <p:spPr>
          <a:xfrm>
            <a:off x="7243571" y="2548127"/>
            <a:ext cx="196596" cy="196596"/>
          </a:xfrm>
          <a:prstGeom prst="rect">
            <a:avLst/>
          </a:prstGeom>
        </p:spPr>
      </p:pic>
      <p:grpSp>
        <p:nvGrpSpPr>
          <p:cNvPr id="69" name="object 107"/>
          <p:cNvGrpSpPr/>
          <p:nvPr/>
        </p:nvGrpSpPr>
        <p:grpSpPr>
          <a:xfrm>
            <a:off x="3223260" y="3361893"/>
            <a:ext cx="5844540" cy="285115"/>
            <a:chOff x="3223260" y="3361893"/>
            <a:chExt cx="5844540" cy="285115"/>
          </a:xfrm>
        </p:grpSpPr>
        <p:pic>
          <p:nvPicPr>
            <p:cNvPr id="70" name="object 108"/>
            <p:cNvPicPr/>
            <p:nvPr/>
          </p:nvPicPr>
          <p:blipFill>
            <a:blip r:embed="rId61" cstate="print"/>
            <a:stretch>
              <a:fillRect/>
            </a:stretch>
          </p:blipFill>
          <p:spPr>
            <a:xfrm>
              <a:off x="3223260" y="3361893"/>
              <a:ext cx="5844540" cy="285038"/>
            </a:xfrm>
            <a:prstGeom prst="rect">
              <a:avLst/>
            </a:prstGeom>
          </p:spPr>
        </p:pic>
        <p:pic>
          <p:nvPicPr>
            <p:cNvPr id="71" name="object 109"/>
            <p:cNvPicPr/>
            <p:nvPr/>
          </p:nvPicPr>
          <p:blipFill>
            <a:blip r:embed="rId62" cstate="print"/>
            <a:stretch>
              <a:fillRect/>
            </a:stretch>
          </p:blipFill>
          <p:spPr>
            <a:xfrm>
              <a:off x="3276600" y="3453384"/>
              <a:ext cx="5742432" cy="182879"/>
            </a:xfrm>
            <a:prstGeom prst="rect">
              <a:avLst/>
            </a:prstGeom>
          </p:spPr>
        </p:pic>
      </p:grpSp>
      <p:sp>
        <p:nvSpPr>
          <p:cNvPr id="72" name="object 111"/>
          <p:cNvSpPr txBox="1"/>
          <p:nvPr/>
        </p:nvSpPr>
        <p:spPr>
          <a:xfrm>
            <a:off x="5642228" y="3419347"/>
            <a:ext cx="861060" cy="239395"/>
          </a:xfrm>
          <a:prstGeom prst="rect">
            <a:avLst/>
          </a:prstGeom>
        </p:spPr>
        <p:txBody>
          <a:bodyPr vert="horz" wrap="square" lIns="0" tIns="13335" rIns="0" bIns="0" rtlCol="0">
            <a:spAutoFit/>
          </a:bodyPr>
          <a:lstStyle/>
          <a:p>
            <a:pPr marL="12700">
              <a:lnSpc>
                <a:spcPct val="100000"/>
              </a:lnSpc>
              <a:spcBef>
                <a:spcPts val="105"/>
              </a:spcBef>
            </a:pPr>
            <a:r>
              <a:rPr sz="1400" spc="225" dirty="0">
                <a:solidFill>
                  <a:srgbClr val="0D316D"/>
                </a:solidFill>
                <a:latin typeface="微软雅黑" panose="020B0503020204020204" pitchFamily="34" charset="-122"/>
                <a:cs typeface="微软雅黑" panose="020B0503020204020204" pitchFamily="34" charset="-122"/>
              </a:rPr>
              <a:t>合作共赢</a:t>
            </a:r>
            <a:endParaRPr sz="1400">
              <a:latin typeface="微软雅黑" panose="020B0503020204020204" pitchFamily="34" charset="-122"/>
              <a:cs typeface="微软雅黑" panose="020B0503020204020204" pitchFamily="34" charset="-122"/>
            </a:endParaRPr>
          </a:p>
        </p:txBody>
      </p:sp>
      <p:sp>
        <p:nvSpPr>
          <p:cNvPr id="73" name="object 112"/>
          <p:cNvSpPr txBox="1"/>
          <p:nvPr/>
        </p:nvSpPr>
        <p:spPr>
          <a:xfrm>
            <a:off x="2808732" y="1600846"/>
            <a:ext cx="7894182" cy="443070"/>
          </a:xfrm>
          <a:prstGeom prst="rect">
            <a:avLst/>
          </a:prstGeom>
        </p:spPr>
        <p:txBody>
          <a:bodyPr vert="horz" wrap="square" lIns="0" tIns="12065" rIns="0" bIns="0" rtlCol="0">
            <a:spAutoFit/>
          </a:bodyPr>
          <a:lstStyle/>
          <a:p>
            <a:pPr marL="12700">
              <a:lnSpc>
                <a:spcPct val="100000"/>
              </a:lnSpc>
              <a:spcBef>
                <a:spcPts val="95"/>
              </a:spcBef>
            </a:pPr>
            <a:r>
              <a:rPr sz="2800" spc="-40"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携手伙伴</a:t>
            </a:r>
            <a:r>
              <a:rPr lang="zh-CN" altLang="en-US" sz="2800" spc="-4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及开发者</a:t>
            </a:r>
            <a:r>
              <a:rPr sz="2800" spc="-4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sz="2800" spc="-40" dirty="0">
                <a:solidFill>
                  <a:schemeClr val="bg1"/>
                </a:solidFill>
                <a:latin typeface="微软雅黑" panose="020B0503020204020204" pitchFamily="34" charset="-122"/>
                <a:cs typeface="微软雅黑" panose="020B0503020204020204" pitchFamily="34" charset="-122"/>
              </a:rPr>
              <a:t>共建鸿蒙原生应用生态</a:t>
            </a:r>
            <a:endParaRPr sz="2800" dirty="0">
              <a:solidFill>
                <a:schemeClr val="bg1"/>
              </a:solidFill>
              <a:latin typeface="微软雅黑" panose="020B0503020204020204" pitchFamily="34" charset="-122"/>
              <a:cs typeface="微软雅黑" panose="020B0503020204020204" pitchFamily="34" charset="-122"/>
            </a:endParaRPr>
          </a:p>
        </p:txBody>
      </p:sp>
      <p:pic>
        <p:nvPicPr>
          <p:cNvPr id="75" name="图片 74"/>
          <p:cNvPicPr>
            <a:picLocks noChangeAspect="1"/>
          </p:cNvPicPr>
          <p:nvPr/>
        </p:nvPicPr>
        <p:blipFill>
          <a:blip r:embed="rId63"/>
          <a:stretch>
            <a:fillRect/>
          </a:stretch>
        </p:blipFill>
        <p:spPr>
          <a:xfrm>
            <a:off x="4503972" y="2552671"/>
            <a:ext cx="255479" cy="251733"/>
          </a:xfrm>
          <a:prstGeom prst="rect">
            <a:avLst/>
          </a:prstGeom>
        </p:spPr>
      </p:pic>
      <p:sp>
        <p:nvSpPr>
          <p:cNvPr id="76" name="object 11"/>
          <p:cNvSpPr txBox="1"/>
          <p:nvPr/>
        </p:nvSpPr>
        <p:spPr>
          <a:xfrm>
            <a:off x="3276600" y="4098683"/>
            <a:ext cx="6823075" cy="330835"/>
          </a:xfrm>
          <a:prstGeom prst="rect">
            <a:avLst/>
          </a:prstGeom>
        </p:spPr>
        <p:txBody>
          <a:bodyPr vert="horz" wrap="square" lIns="0" tIns="13335" rIns="0" bIns="0" rtlCol="0">
            <a:spAutoFit/>
          </a:bodyPr>
          <a:lstStyle/>
          <a:p>
            <a:pPr marL="12700">
              <a:lnSpc>
                <a:spcPct val="100000"/>
              </a:lnSpc>
              <a:spcBef>
                <a:spcPts val="105"/>
              </a:spcBef>
            </a:pPr>
            <a:r>
              <a:rPr lang="zh-CN" altLang="en-US" sz="2000" spc="-1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面向鸿蒙应用市场“蓝海”，个人开发者大有可为</a:t>
            </a:r>
            <a:endParaRPr sz="2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normAutofit/>
          </a:bodyPr>
          <a:lstStyle/>
          <a:p>
            <a:pPr marL="0" indent="0">
              <a:buNone/>
            </a:pPr>
            <a:r>
              <a:rPr lang="en-US" altLang="zh-CN" dirty="0"/>
              <a:t>1. </a:t>
            </a:r>
            <a:r>
              <a:rPr lang="zh-CN" altLang="en-US" dirty="0"/>
              <a:t>（单选题）驱动子系统位于</a:t>
            </a:r>
            <a:r>
              <a:rPr lang="en-US" altLang="zh-CN" dirty="0" err="1"/>
              <a:t>HarmonyOS</a:t>
            </a:r>
            <a:r>
              <a:rPr lang="zh-CN" altLang="en-US" dirty="0"/>
              <a:t>操作系统的（）</a:t>
            </a:r>
            <a:endParaRPr lang="zh-CN" altLang="en-US" dirty="0"/>
          </a:p>
          <a:p>
            <a:pPr marL="0" indent="0">
              <a:buNone/>
            </a:pPr>
            <a:r>
              <a:rPr lang="zh-CN" altLang="en-US" dirty="0"/>
              <a:t>A.内核层</a:t>
            </a:r>
            <a:endParaRPr lang="zh-CN" altLang="en-US" dirty="0"/>
          </a:p>
          <a:p>
            <a:pPr marL="0" indent="0">
              <a:buNone/>
            </a:pPr>
            <a:r>
              <a:rPr lang="zh-CN" altLang="en-US" dirty="0"/>
              <a:t>B.系统服务层</a:t>
            </a:r>
            <a:endParaRPr lang="zh-CN" altLang="en-US" dirty="0"/>
          </a:p>
          <a:p>
            <a:pPr marL="0" indent="0">
              <a:buNone/>
            </a:pPr>
            <a:r>
              <a:rPr lang="zh-CN" altLang="en-US" dirty="0"/>
              <a:t>C.框架层</a:t>
            </a:r>
            <a:endParaRPr lang="zh-CN" altLang="en-US" dirty="0"/>
          </a:p>
          <a:p>
            <a:pPr marL="0" indent="0">
              <a:buNone/>
            </a:pPr>
            <a:r>
              <a:rPr lang="zh-CN" altLang="en-US" dirty="0"/>
              <a:t>D.应用层</a:t>
            </a:r>
            <a:endParaRPr lang="zh-CN" altLang="en-US" dirty="0"/>
          </a:p>
          <a:p>
            <a:pPr marL="0" indent="0">
              <a:buNone/>
            </a:pPr>
            <a:r>
              <a:rPr lang="en-US" altLang="zh-CN" dirty="0"/>
              <a:t>2. （</a:t>
            </a:r>
            <a:r>
              <a:rPr lang="en-US" altLang="zh-CN" dirty="0" err="1"/>
              <a:t>判断题）通过HarmonyOS分布式数据管理技术，能够让开发者轻松实现全场景，多设备下的数据存储、共享和访问</a:t>
            </a:r>
            <a:r>
              <a:rPr lang="en-US" altLang="zh-CN" dirty="0"/>
              <a:t>（）</a:t>
            </a:r>
            <a:endParaRPr lang="en-US" altLang="zh-CN" dirty="0"/>
          </a:p>
          <a:p>
            <a:pPr marL="0" indent="0">
              <a:buNone/>
            </a:pPr>
            <a:r>
              <a:rPr lang="en-US" altLang="zh-CN" dirty="0" err="1"/>
              <a:t>A.正确</a:t>
            </a:r>
            <a:endParaRPr lang="en-US" altLang="zh-CN" dirty="0"/>
          </a:p>
          <a:p>
            <a:pPr marL="0" indent="0">
              <a:buNone/>
            </a:pPr>
            <a:r>
              <a:rPr lang="en-US" altLang="zh-CN" dirty="0" err="1"/>
              <a:t>B.错误</a:t>
            </a:r>
            <a:endParaRPr lang="en-US" altLang="zh-C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sz="quarter" idx="10"/>
          </p:nvPr>
        </p:nvSpPr>
        <p:spPr/>
        <p:txBody>
          <a:bodyPr/>
          <a:lstStyle/>
          <a:p>
            <a:r>
              <a:rPr lang="zh-CN" altLang="en-US" dirty="0"/>
              <a:t>本章讲述了</a:t>
            </a:r>
            <a:r>
              <a:rPr lang="en-US" altLang="zh-CN" dirty="0" err="1"/>
              <a:t>HarmonyOS</a:t>
            </a:r>
            <a:r>
              <a:rPr lang="zh-CN" altLang="en-US" dirty="0"/>
              <a:t>的相关概念，介绍了</a:t>
            </a:r>
            <a:r>
              <a:rPr lang="en-US" altLang="zh-CN" dirty="0" err="1"/>
              <a:t>HarmonyOS</a:t>
            </a:r>
            <a:r>
              <a:rPr lang="zh-CN" altLang="en-US" dirty="0"/>
              <a:t>的设计理念和技术架构，了解了</a:t>
            </a:r>
            <a:r>
              <a:rPr lang="en-US" altLang="zh-CN" dirty="0" err="1"/>
              <a:t>HarmonyOS</a:t>
            </a:r>
            <a:r>
              <a:rPr lang="zh-CN" altLang="en-US" dirty="0"/>
              <a:t>全场景系统的关键特性，帮助大家认识全新的“面向未来”的</a:t>
            </a:r>
            <a:r>
              <a:rPr lang="en-US" altLang="zh-CN" dirty="0" err="1"/>
              <a:t>HarmonyOS</a:t>
            </a:r>
            <a:r>
              <a:rPr lang="zh-CN" altLang="en-US" dirty="0"/>
              <a:t>操作系统。</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天体">
  <a:themeElements>
    <a:clrScheme name="天体">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天体">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天体">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8173</Words>
  <Application>WPS 演示</Application>
  <PresentationFormat>宽屏</PresentationFormat>
  <Paragraphs>1114</Paragraphs>
  <Slides>54</Slides>
  <Notes>45</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54</vt:i4>
      </vt:variant>
    </vt:vector>
  </HeadingPairs>
  <TitlesOfParts>
    <vt:vector size="72" baseType="lpstr">
      <vt:lpstr>Arial</vt:lpstr>
      <vt:lpstr>宋体</vt:lpstr>
      <vt:lpstr>Wingdings</vt:lpstr>
      <vt:lpstr>微软雅黑</vt:lpstr>
      <vt:lpstr>Arial</vt:lpstr>
      <vt:lpstr>方正兰亭黑简体</vt:lpstr>
      <vt:lpstr>Huawei Sans</vt:lpstr>
      <vt:lpstr>DejaVu Math TeX Gyre</vt:lpstr>
      <vt:lpstr>Arial Unicode MS</vt:lpstr>
      <vt:lpstr>Calibri</vt:lpstr>
      <vt:lpstr>等线</vt:lpstr>
      <vt:lpstr>Gill Sans</vt:lpstr>
      <vt:lpstr>Yu Gothic UI</vt:lpstr>
      <vt:lpstr>MS PGothic</vt:lpstr>
      <vt:lpstr>Wingdings</vt:lpstr>
      <vt:lpstr>Saturday Sans Regular</vt:lpstr>
      <vt:lpstr>天体</vt:lpstr>
      <vt:lpstr>5_感谢页模板</vt:lpstr>
      <vt:lpstr>第一章 HarmonyOS操作系统概述</vt:lpstr>
      <vt:lpstr>PowerPoint 演示文稿</vt:lpstr>
      <vt:lpstr>PowerPoint 演示文稿</vt:lpstr>
      <vt:lpstr>PowerPoint 演示文稿</vt:lpstr>
      <vt:lpstr>PowerPoint 演示文稿</vt:lpstr>
      <vt:lpstr>PowerPoint 演示文稿</vt:lpstr>
      <vt:lpstr>全球智能终端的发展</vt:lpstr>
      <vt:lpstr>我国移动操作系统的机遇与挑战</vt:lpstr>
      <vt:lpstr>HarmonyOS小场景 - 导航信息流转</vt:lpstr>
      <vt:lpstr>讨论：场景中需要实现哪些功能点？</vt:lpstr>
      <vt:lpstr>HarmonyOS简介</vt:lpstr>
      <vt:lpstr>PowerPoint 演示文稿</vt:lpstr>
      <vt:lpstr>HarmonyOS系统定位 - 万物互联的操作系统</vt:lpstr>
      <vt:lpstr>PowerPoint 演示文稿</vt:lpstr>
      <vt:lpstr>HarmonyOS应用场景总览</vt:lpstr>
      <vt:lpstr>HarmonyOS典型应用场景 - 全新办公模式</vt:lpstr>
      <vt:lpstr>HarmonyOS典型应用场景 - 跨设备信息流转</vt:lpstr>
      <vt:lpstr>PowerPoint 演示文稿</vt:lpstr>
      <vt:lpstr>HarmonyOS架构图</vt:lpstr>
      <vt:lpstr>HarmonyOS架构解析</vt:lpstr>
      <vt:lpstr>HarmonyOS架构解析 - 内核层</vt:lpstr>
      <vt:lpstr>统一驱动框架：驱动与内核解耦，支持运行动态加载，让更多IoT设备接入超级终端</vt:lpstr>
      <vt:lpstr>HarmonyOS架构解析 - 系统服务层</vt:lpstr>
      <vt:lpstr>HarmonyOS架构解析 - 框架层</vt:lpstr>
      <vt:lpstr>HarmonyOS架构解析 - 应用层</vt:lpstr>
      <vt:lpstr>HarmonyOS应用服务智能分发</vt:lpstr>
      <vt:lpstr>PowerPoint 演示文稿</vt:lpstr>
      <vt:lpstr>HarmonyOS系统安全</vt:lpstr>
      <vt:lpstr>正确的人</vt:lpstr>
      <vt:lpstr>正确的设备</vt:lpstr>
      <vt:lpstr>设备证书使用示意图</vt:lpstr>
      <vt:lpstr>正确地使用数据</vt:lpstr>
      <vt:lpstr>PowerPoint 演示文稿</vt:lpstr>
      <vt:lpstr>“超级终端”概览图</vt:lpstr>
      <vt:lpstr>硬件互助，资源共享关键技术</vt:lpstr>
      <vt:lpstr>分布式软总线</vt:lpstr>
      <vt:lpstr>不同设备组成超级终端的核心基础能力，无感自组网</vt:lpstr>
      <vt:lpstr>分布式软总线 - 自发现&amp;连接</vt:lpstr>
      <vt:lpstr>分布式软总线 - 多设备互联、组网</vt:lpstr>
      <vt:lpstr>分布式设备虚拟化</vt:lpstr>
      <vt:lpstr>分布式数据管理</vt:lpstr>
      <vt:lpstr>分布式任务调度</vt:lpstr>
      <vt:lpstr>多设备信息融合，体验智能化健身模式</vt:lpstr>
      <vt:lpstr>PowerPoint 演示文稿</vt:lpstr>
      <vt:lpstr>一次开发，多端部署</vt:lpstr>
      <vt:lpstr>PowerPoint 演示文稿</vt:lpstr>
      <vt:lpstr>弹性部署，原生智能</vt:lpstr>
      <vt:lpstr>弹性部署，原生智能</vt:lpstr>
      <vt:lpstr>PowerPoint 演示文稿</vt:lpstr>
      <vt:lpstr>PowerPoint 演示文稿</vt:lpstr>
      <vt:lpstr>HarmonyOS生态</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初识OpenHarmony</dc:title>
  <dc:creator>zxgang301</dc:creator>
  <cp:lastModifiedBy>罗来干</cp:lastModifiedBy>
  <cp:revision>84</cp:revision>
  <dcterms:created xsi:type="dcterms:W3CDTF">2024-04-24T13:45:00Z</dcterms:created>
  <dcterms:modified xsi:type="dcterms:W3CDTF">2026-03-12T12:50:01Z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83C43996503A4CA0A8400219D640AABB_12</vt:lpwstr>
  </property>
</Properties>
</file>
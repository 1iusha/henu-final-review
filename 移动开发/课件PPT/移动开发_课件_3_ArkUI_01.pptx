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3.xml" ContentType="application/vnd.openxmlformats-officedocument.theme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notesSlides/notesSlide4.xml" ContentType="application/vnd.openxmlformats-officedocument.presentationml.notesSlide+xml"/>
  <Override PartName="/ppt/tags/tag4.xml" ContentType="application/vnd.openxmlformats-officedocument.presentationml.tags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tags/tag5.xml" ContentType="application/vnd.openxmlformats-officedocument.presentationml.tags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tags/tag6.xml" ContentType="application/vnd.openxmlformats-officedocument.presentationml.tags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7" r:id="rId2"/>
    <p:sldMasterId id="2147483669" r:id="rId3"/>
    <p:sldMasterId id="2147483681" r:id="rId4"/>
  </p:sldMasterIdLst>
  <p:notesMasterIdLst>
    <p:notesMasterId r:id="rId46"/>
  </p:notesMasterIdLst>
  <p:handoutMasterIdLst>
    <p:handoutMasterId r:id="rId47"/>
  </p:handoutMasterIdLst>
  <p:sldIdLst>
    <p:sldId id="557" r:id="rId5"/>
    <p:sldId id="666" r:id="rId6"/>
    <p:sldId id="668" r:id="rId7"/>
    <p:sldId id="669" r:id="rId8"/>
    <p:sldId id="700" r:id="rId9"/>
    <p:sldId id="671" r:id="rId10"/>
    <p:sldId id="698" r:id="rId11"/>
    <p:sldId id="708" r:id="rId12"/>
    <p:sldId id="672" r:id="rId13"/>
    <p:sldId id="652" r:id="rId14"/>
    <p:sldId id="653" r:id="rId15"/>
    <p:sldId id="673" r:id="rId16"/>
    <p:sldId id="675" r:id="rId17"/>
    <p:sldId id="710" r:id="rId18"/>
    <p:sldId id="701" r:id="rId19"/>
    <p:sldId id="676" r:id="rId20"/>
    <p:sldId id="693" r:id="rId21"/>
    <p:sldId id="677" r:id="rId22"/>
    <p:sldId id="702" r:id="rId23"/>
    <p:sldId id="678" r:id="rId24"/>
    <p:sldId id="694" r:id="rId25"/>
    <p:sldId id="704" r:id="rId26"/>
    <p:sldId id="679" r:id="rId27"/>
    <p:sldId id="705" r:id="rId28"/>
    <p:sldId id="706" r:id="rId29"/>
    <p:sldId id="680" r:id="rId30"/>
    <p:sldId id="707" r:id="rId31"/>
    <p:sldId id="695" r:id="rId32"/>
    <p:sldId id="699" r:id="rId33"/>
    <p:sldId id="709" r:id="rId34"/>
    <p:sldId id="654" r:id="rId35"/>
    <p:sldId id="655" r:id="rId36"/>
    <p:sldId id="656" r:id="rId37"/>
    <p:sldId id="657" r:id="rId38"/>
    <p:sldId id="658" r:id="rId39"/>
    <p:sldId id="659" r:id="rId40"/>
    <p:sldId id="660" r:id="rId41"/>
    <p:sldId id="661" r:id="rId42"/>
    <p:sldId id="662" r:id="rId43"/>
    <p:sldId id="663" r:id="rId44"/>
    <p:sldId id="665" r:id="rId45"/>
  </p:sldIdLst>
  <p:sldSz cx="12190413" cy="6859588"/>
  <p:notesSz cx="6858000" cy="9144000"/>
  <p:custDataLst>
    <p:tags r:id="rId48"/>
  </p:custDataLst>
  <p:defaultTextStyle>
    <a:defPPr>
      <a:defRPr lang="zh-CN"/>
    </a:defPPr>
    <a:lvl1pPr marL="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6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92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8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84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80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76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72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68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94" userDrawn="1">
          <p15:clr>
            <a:srgbClr val="A4A3A4"/>
          </p15:clr>
        </p15:guide>
        <p15:guide id="2" pos="256" userDrawn="1">
          <p15:clr>
            <a:srgbClr val="A4A3A4"/>
          </p15:clr>
        </p15:guide>
        <p15:guide id="3" pos="665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5">
          <p15:clr>
            <a:srgbClr val="A4A3A4"/>
          </p15:clr>
        </p15:guide>
        <p15:guide id="2" pos="2262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992DB"/>
    <a:srgbClr val="008DF6"/>
    <a:srgbClr val="0075CC"/>
    <a:srgbClr val="005DA2"/>
    <a:srgbClr val="1369B2"/>
    <a:srgbClr val="595959"/>
    <a:srgbClr val="FAFAFA"/>
    <a:srgbClr val="F2F2F2"/>
    <a:srgbClr val="006BBC"/>
    <a:srgbClr val="F5F5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中度样式 1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浅色样式 2 - 强调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130" autoAdjust="0"/>
    <p:restoredTop sz="79131" autoAdjust="0"/>
  </p:normalViewPr>
  <p:slideViewPr>
    <p:cSldViewPr showGuides="1">
      <p:cViewPr varScale="1">
        <p:scale>
          <a:sx n="66" d="100"/>
          <a:sy n="66" d="100"/>
        </p:scale>
        <p:origin x="1042" y="58"/>
      </p:cViewPr>
      <p:guideLst>
        <p:guide orient="horz" pos="2194"/>
        <p:guide pos="256"/>
        <p:guide pos="665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86" d="100"/>
          <a:sy n="86" d="100"/>
        </p:scale>
        <p:origin x="-3810" y="-90"/>
      </p:cViewPr>
      <p:guideLst>
        <p:guide orient="horz" pos="2925"/>
        <p:guide pos="2262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handoutMaster" Target="handoutMasters/handoutMaster1.xml"/><Relationship Id="rId50" Type="http://schemas.openxmlformats.org/officeDocument/2006/relationships/viewProps" Target="viewProps.xml"/><Relationship Id="rId7" Type="http://schemas.openxmlformats.org/officeDocument/2006/relationships/slide" Target="slides/slide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tableStyles" Target="tableStyle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tags" Target="tags/tag1.xml"/><Relationship Id="rId8" Type="http://schemas.openxmlformats.org/officeDocument/2006/relationships/slide" Target="slides/slide4.xml"/><Relationship Id="rId51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53A075-29DF-4CAE-8BA7-CDA0ED456C88}" type="datetimeFigureOut">
              <a:rPr lang="zh-CN" altLang="en-US" smtClean="0"/>
              <a:t>2025/3/31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3924EE-29F1-4E68-A53A-86CBCBDF827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2B73EA-EE91-4E33-A9C1-8BF5DD7139A2}" type="datetimeFigureOut">
              <a:rPr lang="zh-CN" altLang="en-US" smtClean="0"/>
              <a:t>2025/3/31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92B679-AE23-4750-8FB0-6513430B895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6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92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8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84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80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6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2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68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在方舟开发框架中，这些组件和概念之间有着紧密的逻辑联系，共同构成了一个完整的开发生态系统。以下是它们之间的逻辑联系：</a:t>
            </a:r>
          </a:p>
          <a:p>
            <a:endParaRPr lang="zh-CN" altLang="en-US" dirty="0"/>
          </a:p>
          <a:p>
            <a:r>
              <a:rPr lang="zh-CN" altLang="en-US" dirty="0"/>
              <a:t>类 </a:t>
            </a:r>
            <a:r>
              <a:rPr lang="en-US" altLang="zh-CN" dirty="0"/>
              <a:t>Web </a:t>
            </a:r>
            <a:r>
              <a:rPr lang="zh-CN" altLang="en-US" dirty="0"/>
              <a:t>开发范式和声明式开发范式：</a:t>
            </a:r>
          </a:p>
          <a:p>
            <a:endParaRPr lang="zh-CN" altLang="en-US" dirty="0"/>
          </a:p>
          <a:p>
            <a:r>
              <a:rPr lang="zh-CN" altLang="en-US" dirty="0"/>
              <a:t>这两种开发范式是方舟开发框架的基础，提供了不同的编程方式来构建应用。开发者可以根据项目需求选择适合的范式。</a:t>
            </a:r>
          </a:p>
          <a:p>
            <a:r>
              <a:rPr lang="en-US" altLang="zh-CN" dirty="0"/>
              <a:t>JS Framework</a:t>
            </a:r>
            <a:r>
              <a:rPr lang="zh-CN" altLang="en-US" dirty="0"/>
              <a:t>：</a:t>
            </a:r>
          </a:p>
          <a:p>
            <a:endParaRPr lang="zh-CN" altLang="en-US" dirty="0"/>
          </a:p>
          <a:p>
            <a:r>
              <a:rPr lang="en-US" altLang="zh-CN" dirty="0"/>
              <a:t>JS Framework</a:t>
            </a:r>
            <a:r>
              <a:rPr lang="zh-CN" altLang="en-US" dirty="0"/>
              <a:t>是构建应用的核心，提供了必要的工具和库，支持类 </a:t>
            </a:r>
            <a:r>
              <a:rPr lang="en-US" altLang="zh-CN" dirty="0"/>
              <a:t>Web </a:t>
            </a:r>
            <a:r>
              <a:rPr lang="zh-CN" altLang="en-US" dirty="0"/>
              <a:t>和声明式开发范式。它与</a:t>
            </a:r>
            <a:r>
              <a:rPr lang="en-US" altLang="zh-CN" dirty="0"/>
              <a:t>UI</a:t>
            </a:r>
            <a:r>
              <a:rPr lang="zh-CN" altLang="en-US" dirty="0"/>
              <a:t>后端引擎、工具链等组件紧密集成，确保开发过程的高效和顺畅。</a:t>
            </a:r>
          </a:p>
          <a:p>
            <a:r>
              <a:rPr lang="en-US" altLang="zh-CN" dirty="0"/>
              <a:t>UI</a:t>
            </a:r>
            <a:r>
              <a:rPr lang="zh-CN" altLang="en-US" dirty="0"/>
              <a:t>后端引擎：</a:t>
            </a:r>
          </a:p>
          <a:p>
            <a:endParaRPr lang="zh-CN" altLang="en-US" dirty="0"/>
          </a:p>
          <a:p>
            <a:r>
              <a:rPr lang="en-US" altLang="zh-CN" dirty="0"/>
              <a:t>UI</a:t>
            </a:r>
            <a:r>
              <a:rPr lang="zh-CN" altLang="en-US" dirty="0"/>
              <a:t>后端引擎是方舟开发框架的核心部分，负责处理用户界面的渲染和管理。它包括</a:t>
            </a:r>
            <a:r>
              <a:rPr lang="en-US" altLang="zh-CN" dirty="0"/>
              <a:t>UI</a:t>
            </a:r>
            <a:r>
              <a:rPr lang="zh-CN" altLang="en-US" dirty="0"/>
              <a:t>组件、布局、动画、绘制等子组件，确保界面的动态性和交互性。</a:t>
            </a:r>
          </a:p>
          <a:p>
            <a:r>
              <a:rPr lang="en-US" altLang="zh-CN" dirty="0"/>
              <a:t>UI</a:t>
            </a:r>
            <a:r>
              <a:rPr lang="zh-CN" altLang="en-US" dirty="0"/>
              <a:t>组件、布局、动画、绘制：</a:t>
            </a:r>
          </a:p>
          <a:p>
            <a:endParaRPr lang="zh-CN" altLang="en-US" dirty="0"/>
          </a:p>
          <a:p>
            <a:r>
              <a:rPr lang="zh-CN" altLang="en-US" dirty="0"/>
              <a:t>这些子组件是</a:t>
            </a:r>
            <a:r>
              <a:rPr lang="en-US" altLang="zh-CN" dirty="0"/>
              <a:t>UI</a:t>
            </a:r>
            <a:r>
              <a:rPr lang="zh-CN" altLang="en-US" dirty="0"/>
              <a:t>后端引擎的重要组成部分，分别负责界面的基本构建块、布局管理、动画效果和绘制渲染。它们共同作用，提供一个丰富且灵活的用户界面。</a:t>
            </a:r>
          </a:p>
          <a:p>
            <a:r>
              <a:rPr lang="zh-CN" altLang="en-US" dirty="0"/>
              <a:t>工具链：</a:t>
            </a:r>
          </a:p>
          <a:p>
            <a:endParaRPr lang="zh-CN" altLang="en-US" dirty="0"/>
          </a:p>
          <a:p>
            <a:r>
              <a:rPr lang="zh-CN" altLang="en-US" dirty="0"/>
              <a:t>工具链提供了开发、测试、构建和部署应用所需的各种工具和插件。它与</a:t>
            </a:r>
            <a:r>
              <a:rPr lang="en-US" altLang="zh-CN" dirty="0"/>
              <a:t>JS Framework</a:t>
            </a:r>
            <a:r>
              <a:rPr lang="zh-CN" altLang="en-US" dirty="0"/>
              <a:t>和</a:t>
            </a:r>
            <a:r>
              <a:rPr lang="en-US" altLang="zh-CN" dirty="0"/>
              <a:t>UI</a:t>
            </a:r>
            <a:r>
              <a:rPr lang="zh-CN" altLang="en-US" dirty="0"/>
              <a:t>后端引擎紧密集成，帮助开发者更高效地开发和维护应用。</a:t>
            </a:r>
          </a:p>
          <a:p>
            <a:r>
              <a:rPr lang="zh-CN" altLang="en-US" dirty="0"/>
              <a:t>方舟编译器和</a:t>
            </a:r>
            <a:r>
              <a:rPr lang="en-US" altLang="zh-CN" dirty="0"/>
              <a:t>Runtime</a:t>
            </a:r>
            <a:r>
              <a:rPr lang="zh-CN" altLang="en-US" dirty="0"/>
              <a:t>：</a:t>
            </a:r>
          </a:p>
          <a:p>
            <a:endParaRPr lang="zh-CN" altLang="en-US" dirty="0"/>
          </a:p>
          <a:p>
            <a:r>
              <a:rPr lang="zh-CN" altLang="en-US" dirty="0"/>
              <a:t>方舟编译器将代码编译成可在目标平台上运行的格式，</a:t>
            </a:r>
            <a:r>
              <a:rPr lang="en-US" altLang="zh-CN" dirty="0"/>
              <a:t>Runtime</a:t>
            </a:r>
            <a:r>
              <a:rPr lang="zh-CN" altLang="en-US" dirty="0"/>
              <a:t>提供运行时环境。它们确保代码能够在不同的设备上高效运行，并与</a:t>
            </a:r>
            <a:r>
              <a:rPr lang="en-US" altLang="zh-CN" dirty="0"/>
              <a:t>UI</a:t>
            </a:r>
            <a:r>
              <a:rPr lang="zh-CN" altLang="en-US" dirty="0"/>
              <a:t>后端引擎和平台适配层</a:t>
            </a:r>
            <a:r>
              <a:rPr lang="en-US" altLang="zh-CN" dirty="0"/>
              <a:t>&amp;</a:t>
            </a:r>
            <a:r>
              <a:rPr lang="zh-CN" altLang="en-US" dirty="0"/>
              <a:t>平台桥接层紧密协作。</a:t>
            </a:r>
          </a:p>
          <a:p>
            <a:r>
              <a:rPr lang="zh-CN" altLang="en-US" dirty="0"/>
              <a:t>交互事件和平台</a:t>
            </a:r>
            <a:r>
              <a:rPr lang="en-US" altLang="zh-CN" dirty="0"/>
              <a:t>API</a:t>
            </a:r>
            <a:r>
              <a:rPr lang="zh-CN" altLang="en-US" dirty="0"/>
              <a:t>通道：</a:t>
            </a:r>
          </a:p>
          <a:p>
            <a:endParaRPr lang="zh-CN" altLang="en-US" dirty="0"/>
          </a:p>
          <a:p>
            <a:r>
              <a:rPr lang="zh-CN" altLang="en-US" dirty="0"/>
              <a:t>交互事件处理用户与界面的交互，平台</a:t>
            </a:r>
            <a:r>
              <a:rPr lang="en-US" altLang="zh-CN" dirty="0"/>
              <a:t>API</a:t>
            </a:r>
            <a:r>
              <a:rPr lang="zh-CN" altLang="en-US" dirty="0"/>
              <a:t>通道提供与底层平台（如操作系统）交互的接口。它们与</a:t>
            </a:r>
            <a:r>
              <a:rPr lang="en-US" altLang="zh-CN" dirty="0"/>
              <a:t>UI</a:t>
            </a:r>
            <a:r>
              <a:rPr lang="zh-CN" altLang="en-US" dirty="0"/>
              <a:t>后端引擎和</a:t>
            </a:r>
            <a:r>
              <a:rPr lang="en-US" altLang="zh-CN" dirty="0"/>
              <a:t>Render Engine</a:t>
            </a:r>
            <a:r>
              <a:rPr lang="zh-CN" altLang="en-US" dirty="0"/>
              <a:t>紧密集成，确保应用的交互性和平台兼容性。</a:t>
            </a:r>
          </a:p>
          <a:p>
            <a:r>
              <a:rPr lang="en-US" altLang="zh-CN" dirty="0"/>
              <a:t>Render Engine</a:t>
            </a:r>
            <a:r>
              <a:rPr lang="zh-CN" altLang="en-US" dirty="0"/>
              <a:t>：</a:t>
            </a:r>
          </a:p>
          <a:p>
            <a:endParaRPr lang="zh-CN" altLang="en-US" dirty="0"/>
          </a:p>
          <a:p>
            <a:r>
              <a:rPr lang="en-US" altLang="zh-CN" dirty="0"/>
              <a:t>Render Engine</a:t>
            </a:r>
            <a:r>
              <a:rPr lang="zh-CN" altLang="en-US" dirty="0"/>
              <a:t>负责将</a:t>
            </a:r>
            <a:r>
              <a:rPr lang="en-US" altLang="zh-CN" dirty="0"/>
              <a:t>UI</a:t>
            </a:r>
            <a:r>
              <a:rPr lang="zh-CN" altLang="en-US" dirty="0"/>
              <a:t>组件渲染到屏幕上，确保界面的显示效果和性能。它与</a:t>
            </a:r>
            <a:r>
              <a:rPr lang="en-US" altLang="zh-CN" dirty="0"/>
              <a:t>UI</a:t>
            </a:r>
            <a:r>
              <a:rPr lang="zh-CN" altLang="en-US" dirty="0"/>
              <a:t>后端引擎和平台适配层</a:t>
            </a:r>
            <a:r>
              <a:rPr lang="en-US" altLang="zh-CN" dirty="0"/>
              <a:t>&amp;</a:t>
            </a:r>
            <a:r>
              <a:rPr lang="zh-CN" altLang="en-US" dirty="0"/>
              <a:t>平台桥接层紧密协作，提供一个流畅的用户体验。</a:t>
            </a:r>
          </a:p>
          <a:p>
            <a:r>
              <a:rPr lang="zh-CN" altLang="en-US" dirty="0"/>
              <a:t>平台适配层</a:t>
            </a:r>
            <a:r>
              <a:rPr lang="en-US" altLang="zh-CN" dirty="0"/>
              <a:t>&amp;</a:t>
            </a:r>
            <a:r>
              <a:rPr lang="zh-CN" altLang="en-US" dirty="0"/>
              <a:t>平台桥接层：</a:t>
            </a:r>
          </a:p>
          <a:p>
            <a:endParaRPr lang="zh-CN" altLang="en-US" dirty="0"/>
          </a:p>
          <a:p>
            <a:r>
              <a:rPr lang="zh-CN" altLang="en-US" dirty="0"/>
              <a:t>这些层负责处理不同平台之间的差异，确保应用能够在多种硬件和软件环境中无缝运行。它们与</a:t>
            </a:r>
            <a:r>
              <a:rPr lang="en-US" altLang="zh-CN" dirty="0"/>
              <a:t>Render Engine</a:t>
            </a:r>
            <a:r>
              <a:rPr lang="zh-CN" altLang="en-US" dirty="0"/>
              <a:t>和平台</a:t>
            </a:r>
            <a:r>
              <a:rPr lang="en-US" altLang="zh-CN" dirty="0"/>
              <a:t>API</a:t>
            </a:r>
            <a:r>
              <a:rPr lang="zh-CN" altLang="en-US" dirty="0"/>
              <a:t>通道紧密集成，提供跨平台的兼容性和支持。</a:t>
            </a:r>
          </a:p>
          <a:p>
            <a:endParaRPr lang="zh-CN" altLang="en-US" dirty="0"/>
          </a:p>
          <a:p>
            <a:r>
              <a:rPr lang="zh-CN" altLang="en-US" dirty="0"/>
              <a:t>总的来说，方舟开发框架通过这些组件的紧密协作，提供了一个灵活且高效的开发环境，支持多种开发范式和平台，适用于构建复杂的用户界面和应用。每个组件都有其特定的职责和功能，共同构成了一个完整的开发生态系统。</a:t>
            </a:r>
          </a:p>
          <a:p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81537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br>
              <a:rPr lang="zh-CN" altLang="en-US" sz="16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zh-CN" altLang="en-US" dirty="0"/>
              <a:t>在</a:t>
            </a:r>
            <a:r>
              <a:rPr lang="en-US" altLang="zh-CN" dirty="0" err="1"/>
              <a:t>ArkTS</a:t>
            </a:r>
            <a:r>
              <a:rPr lang="zh-CN" altLang="en-US" dirty="0"/>
              <a:t>（</a:t>
            </a:r>
            <a:r>
              <a:rPr lang="en-US" altLang="zh-CN" dirty="0"/>
              <a:t>Ark TypeScript</a:t>
            </a:r>
            <a:r>
              <a:rPr lang="zh-CN" altLang="en-US" dirty="0"/>
              <a:t>）开发框架中，状态管理是一个核心特性，它允许开发者以灵活的方式管理和传递与</a:t>
            </a:r>
            <a:r>
              <a:rPr lang="en-US" altLang="zh-CN" dirty="0"/>
              <a:t>UI</a:t>
            </a:r>
            <a:r>
              <a:rPr lang="zh-CN" altLang="en-US" dirty="0"/>
              <a:t>相关联的数据。以下是对这一机制的通俗解释：</a:t>
            </a:r>
          </a:p>
          <a:p>
            <a:r>
              <a:rPr lang="zh-CN" altLang="en-US" dirty="0"/>
              <a:t>多维度的状态管理机制</a:t>
            </a:r>
          </a:p>
          <a:p>
            <a:endParaRPr lang="zh-CN" altLang="en-US" dirty="0"/>
          </a:p>
          <a:p>
            <a:r>
              <a:rPr lang="zh-CN" altLang="en-US" dirty="0"/>
              <a:t>组件内部状态管理：使用</a:t>
            </a:r>
            <a:r>
              <a:rPr lang="en-US" altLang="zh-CN" dirty="0"/>
              <a:t>@State</a:t>
            </a:r>
            <a:r>
              <a:rPr lang="zh-CN" altLang="en-US" dirty="0"/>
              <a:t>装饰器，开发者可以标记组件内部的变量为状态变量。当这些状态变量的值发生变化时，</a:t>
            </a:r>
            <a:r>
              <a:rPr lang="en-US" altLang="zh-CN" dirty="0"/>
              <a:t>UI</a:t>
            </a:r>
            <a:r>
              <a:rPr lang="zh-CN" altLang="en-US" dirty="0"/>
              <a:t>会自动更新以反映这些变化。这就像你在家里挂了一面镜子，当你在镜子里移动时，镜子里你的位置也会随之改变。</a:t>
            </a:r>
          </a:p>
          <a:p>
            <a:r>
              <a:rPr lang="zh-CN" altLang="en-US" dirty="0"/>
              <a:t>父子组件间的状态传递：</a:t>
            </a:r>
          </a:p>
          <a:p>
            <a:endParaRPr lang="zh-CN" altLang="en-US" dirty="0"/>
          </a:p>
          <a:p>
            <a:r>
              <a:rPr lang="zh-CN" altLang="en-US" dirty="0"/>
              <a:t>单向传递：使用</a:t>
            </a:r>
            <a:r>
              <a:rPr lang="en-US" altLang="zh-CN" dirty="0"/>
              <a:t>@Prop</a:t>
            </a:r>
            <a:r>
              <a:rPr lang="zh-CN" altLang="en-US" dirty="0"/>
              <a:t>装饰器，父组件可以将数据传递给子组件，但子组件不能修改这些数据，确保了数据的安全性和稳定性。这就像父母给孩子零花钱，孩子不能自己印钱。双向传递：使用</a:t>
            </a:r>
            <a:r>
              <a:rPr lang="en-US" altLang="zh-CN" dirty="0"/>
              <a:t>@Link</a:t>
            </a:r>
            <a:r>
              <a:rPr lang="zh-CN" altLang="en-US" dirty="0"/>
              <a:t>装饰器，父子组件之间可以实现双向数据绑定，即子组件可以修改父组件的状态，反之亦然。这就像你和你的朋友互相借钱，你们都能看到账户余额的变化。</a:t>
            </a:r>
          </a:p>
          <a:p>
            <a:r>
              <a:rPr lang="zh-CN" altLang="en-US" dirty="0"/>
              <a:t>跨组件层级和全局状态管理：</a:t>
            </a:r>
            <a:r>
              <a:rPr lang="en-US" altLang="zh-CN" dirty="0" err="1"/>
              <a:t>ArkTS</a:t>
            </a:r>
            <a:r>
              <a:rPr lang="zh-CN" altLang="en-US" dirty="0"/>
              <a:t>还支持跨多个组件层级甚至全局的状态共享。通过</a:t>
            </a:r>
            <a:r>
              <a:rPr lang="en-US" altLang="zh-CN" dirty="0"/>
              <a:t>@Provide</a:t>
            </a:r>
            <a:r>
              <a:rPr lang="zh-CN" altLang="en-US" dirty="0"/>
              <a:t>和</a:t>
            </a:r>
            <a:r>
              <a:rPr lang="en-US" altLang="zh-CN" dirty="0"/>
              <a:t>@Consume</a:t>
            </a:r>
            <a:r>
              <a:rPr lang="zh-CN" altLang="en-US" dirty="0"/>
              <a:t>装饰器，开发者可以在不同层级的组件之间共享状态，实现复杂应用的状态管理。</a:t>
            </a:r>
          </a:p>
          <a:p>
            <a:endParaRPr lang="zh-CN" altLang="en-US" dirty="0"/>
          </a:p>
          <a:p>
            <a:r>
              <a:rPr lang="zh-CN" altLang="en-US" dirty="0"/>
              <a:t>数据传递形式的灵活性</a:t>
            </a:r>
          </a:p>
          <a:p>
            <a:endParaRPr lang="zh-CN" altLang="en-US" dirty="0"/>
          </a:p>
          <a:p>
            <a:r>
              <a:rPr lang="zh-CN" altLang="en-US" dirty="0"/>
              <a:t>只读的单向传递：确保数据的安全性和稳定性，适用于不需要频繁修改的数据。可变更的双向传递：方便在不同组件间进行数据的交互和更新，适用于需要实时同步的数据。</a:t>
            </a:r>
          </a:p>
          <a:p>
            <a:r>
              <a:rPr lang="zh-CN" altLang="en-US" dirty="0"/>
              <a:t>通过这些机制，开发者可以灵活地管理应用的状态，实现数据和</a:t>
            </a:r>
            <a:r>
              <a:rPr lang="en-US" altLang="zh-CN" dirty="0"/>
              <a:t>UI</a:t>
            </a:r>
            <a:r>
              <a:rPr lang="zh-CN" altLang="en-US" dirty="0"/>
              <a:t>的高效联动，提升开发效率和用户体验。</a:t>
            </a:r>
          </a:p>
          <a:p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93283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6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声明式</a:t>
            </a:r>
            <a:r>
              <a:rPr lang="en-US" altLang="zh-CN" sz="16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UI</a:t>
            </a:r>
            <a:r>
              <a:rPr lang="zh-CN" altLang="en-US" sz="16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是一种通过声明的方式来描述用户界面的编程范式。</a:t>
            </a:r>
            <a:r>
              <a:rPr lang="zh-CN" altLang="en-US" dirty="0"/>
              <a:t>‌</a:t>
            </a:r>
            <a:r>
              <a:rPr lang="zh-CN" altLang="en-US" sz="16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与传统的命令式</a:t>
            </a:r>
            <a:r>
              <a:rPr lang="en-US" altLang="zh-CN" sz="16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UI</a:t>
            </a:r>
            <a:r>
              <a:rPr lang="zh-CN" altLang="en-US" sz="16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编程不同，声明式</a:t>
            </a:r>
            <a:r>
              <a:rPr lang="en-US" altLang="zh-CN" sz="16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UI</a:t>
            </a:r>
            <a:r>
              <a:rPr lang="zh-CN" altLang="en-US" sz="16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侧重于“什么”而非“怎么做”。在声明式</a:t>
            </a:r>
            <a:r>
              <a:rPr lang="en-US" altLang="zh-CN" sz="16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UI</a:t>
            </a:r>
            <a:r>
              <a:rPr lang="zh-CN" altLang="en-US" sz="16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中，开发者通过定义</a:t>
            </a:r>
            <a:r>
              <a:rPr lang="en-US" altLang="zh-CN" sz="16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UI</a:t>
            </a:r>
            <a:r>
              <a:rPr lang="zh-CN" altLang="en-US" sz="16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的状态和属性，来告诉系统应该如何渲染界面，而不是编写一系列操作界面的命令。‌</a:t>
            </a:r>
            <a:endParaRPr lang="en-US" altLang="zh-CN" sz="16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6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开发者只需要描述</a:t>
            </a:r>
            <a:r>
              <a:rPr lang="en-US" altLang="zh-CN" sz="16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UI</a:t>
            </a:r>
            <a:r>
              <a:rPr lang="zh-CN" altLang="en-US" sz="16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应该呈现的结果，而不需要关心内部如何实现。这种方式简化了</a:t>
            </a:r>
            <a:r>
              <a:rPr lang="en-US" altLang="zh-CN" sz="16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UI</a:t>
            </a:r>
            <a:r>
              <a:rPr lang="zh-CN" altLang="en-US" sz="16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逻辑，提高了代码的可读性和维护性。</a:t>
            </a:r>
            <a:endParaRPr lang="en-US" altLang="zh-CN" sz="16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6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在声明式</a:t>
            </a:r>
            <a:r>
              <a:rPr lang="en-US" altLang="zh-CN" sz="16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UI</a:t>
            </a:r>
            <a:r>
              <a:rPr lang="zh-CN" altLang="en-US" sz="16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中，视图的变化是通过状态数据的改变来驱动的。当状态数据发生变化时，框架会自动更新相关的视图，从而实现内容的动态更新。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93886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  <a:t>10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  <a:t>11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基本概念</a:t>
            </a:r>
          </a:p>
          <a:p>
            <a:r>
              <a:rPr lang="zh-CN" altLang="en-US" dirty="0"/>
              <a:t>事件处理：在</a:t>
            </a:r>
            <a:r>
              <a:rPr lang="en-US" altLang="zh-CN" dirty="0"/>
              <a:t>UI</a:t>
            </a:r>
            <a:r>
              <a:rPr lang="zh-CN" altLang="en-US" dirty="0"/>
              <a:t>开发中，事件处理是指对用户交互（如点击、触摸、按键等）的响应。通过事件处理，开发者可以定义用户与</a:t>
            </a:r>
            <a:r>
              <a:rPr lang="en-US" altLang="zh-CN" dirty="0"/>
              <a:t>UI</a:t>
            </a:r>
            <a:r>
              <a:rPr lang="zh-CN" altLang="en-US" dirty="0"/>
              <a:t>交互时应用的行为。</a:t>
            </a:r>
          </a:p>
          <a:p>
            <a:r>
              <a:rPr lang="zh-CN" altLang="en-US" dirty="0"/>
              <a:t>在</a:t>
            </a:r>
            <a:r>
              <a:rPr lang="en-US" altLang="zh-CN" dirty="0" err="1"/>
              <a:t>ArkTS</a:t>
            </a:r>
            <a:r>
              <a:rPr lang="zh-CN" altLang="en-US" dirty="0"/>
              <a:t>中处理</a:t>
            </a:r>
            <a:r>
              <a:rPr lang="en-US" altLang="zh-CN" dirty="0"/>
              <a:t>onclick</a:t>
            </a:r>
            <a:r>
              <a:rPr lang="zh-CN" altLang="en-US" dirty="0"/>
              <a:t>事件</a:t>
            </a:r>
          </a:p>
          <a:p>
            <a:r>
              <a:rPr lang="zh-CN" altLang="en-US" dirty="0"/>
              <a:t>在</a:t>
            </a:r>
            <a:r>
              <a:rPr lang="en-US" altLang="zh-CN" dirty="0" err="1"/>
              <a:t>ArkTS</a:t>
            </a:r>
            <a:r>
              <a:rPr lang="zh-CN" altLang="en-US" dirty="0"/>
              <a:t>中，处理</a:t>
            </a:r>
            <a:r>
              <a:rPr lang="en-US" altLang="zh-CN" dirty="0"/>
              <a:t>onclick</a:t>
            </a:r>
            <a:r>
              <a:rPr lang="zh-CN" altLang="en-US" dirty="0"/>
              <a:t>事件通常涉及以下几个步骤：</a:t>
            </a:r>
          </a:p>
          <a:p>
            <a:endParaRPr lang="zh-CN" altLang="en-US" dirty="0"/>
          </a:p>
          <a:p>
            <a:r>
              <a:rPr lang="en-US" altLang="zh-CN" dirty="0"/>
              <a:t>1.</a:t>
            </a:r>
          </a:p>
          <a:p>
            <a:r>
              <a:rPr lang="zh-CN" altLang="en-US" dirty="0"/>
              <a:t>定义事件处理函数：</a:t>
            </a:r>
          </a:p>
          <a:p>
            <a:endParaRPr lang="zh-CN" altLang="en-US" dirty="0"/>
          </a:p>
          <a:p>
            <a:r>
              <a:rPr lang="zh-CN" altLang="en-US" dirty="0"/>
              <a:t>首先，你需要定义一个函数来处理点击事件。这个函数通常会包含你希望在用户点击时执行的逻辑。</a:t>
            </a:r>
          </a:p>
          <a:p>
            <a:r>
              <a:rPr lang="en-US" altLang="zh-CN" dirty="0"/>
              <a:t>2.</a:t>
            </a:r>
          </a:p>
          <a:p>
            <a:r>
              <a:rPr lang="zh-CN" altLang="en-US" dirty="0"/>
              <a:t>绑定事件处理函数：</a:t>
            </a:r>
          </a:p>
          <a:p>
            <a:endParaRPr lang="zh-CN" altLang="en-US" dirty="0"/>
          </a:p>
          <a:p>
            <a:r>
              <a:rPr lang="zh-CN" altLang="en-US" dirty="0"/>
              <a:t>然后，你需要将这个函数绑定到</a:t>
            </a:r>
            <a:r>
              <a:rPr lang="en-US" altLang="zh-CN" dirty="0"/>
              <a:t>UI</a:t>
            </a:r>
            <a:r>
              <a:rPr lang="zh-CN" altLang="en-US" dirty="0"/>
              <a:t>组件（如按钮）的</a:t>
            </a:r>
            <a:r>
              <a:rPr lang="en-US" altLang="zh-CN" dirty="0"/>
              <a:t>onclick</a:t>
            </a:r>
            <a:r>
              <a:rPr lang="zh-CN" altLang="en-US" dirty="0"/>
              <a:t>事件上。这样，当用户点击该组件时，就会触发这个函数。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91277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0B10D2-6CAF-B952-6EFD-351D1DABEC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F748108-D23C-D955-672F-097F668024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2E38777-C51E-1890-632C-4E0B600741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spcBef>
                <a:spcPts val="1800"/>
              </a:spcBef>
              <a:buNone/>
            </a:pPr>
            <a:r>
              <a:rPr lang="zh-CN" altLang="en-US" dirty="0"/>
              <a:t>简单的响应的例子，这个例子</a:t>
            </a:r>
            <a:r>
              <a:rPr lang="zh-CN" altLang="en-US" b="0" i="0" dirty="0">
                <a:effectLst/>
                <a:latin typeface="PingFang SC"/>
              </a:rPr>
              <a:t>响应式更新</a:t>
            </a:r>
          </a:p>
          <a:p>
            <a:pPr algn="just">
              <a:lnSpc>
                <a:spcPts val="1838"/>
              </a:lnSpc>
            </a:pPr>
            <a:r>
              <a:rPr lang="en-US" altLang="zh-CN" b="0" i="0" dirty="0" err="1">
                <a:effectLst/>
                <a:latin typeface="PingFang SC"/>
              </a:rPr>
              <a:t>ArkTS</a:t>
            </a:r>
            <a:r>
              <a:rPr lang="zh-CN" altLang="en-US" b="0" i="0" dirty="0">
                <a:effectLst/>
                <a:latin typeface="PingFang SC"/>
              </a:rPr>
              <a:t>的一个关键特性是响应式更新。当你在事件处理函数中修改组件的状态（如上面的</a:t>
            </a:r>
            <a:r>
              <a:rPr lang="en-US" altLang="zh-CN" b="0" i="0" dirty="0">
                <a:effectLst/>
                <a:latin typeface="PingFang SC"/>
              </a:rPr>
              <a:t>count</a:t>
            </a:r>
            <a:r>
              <a:rPr lang="zh-CN" altLang="en-US" b="0" i="0" dirty="0">
                <a:effectLst/>
                <a:latin typeface="PingFang SC"/>
              </a:rPr>
              <a:t>变量）时，</a:t>
            </a:r>
            <a:r>
              <a:rPr lang="en-US" altLang="zh-CN" b="0" i="0" dirty="0" err="1">
                <a:effectLst/>
                <a:latin typeface="PingFang SC"/>
              </a:rPr>
              <a:t>ArkTS</a:t>
            </a:r>
            <a:r>
              <a:rPr lang="zh-CN" altLang="en-US" b="0" i="0" dirty="0">
                <a:effectLst/>
                <a:latin typeface="PingFang SC"/>
              </a:rPr>
              <a:t>会自动检测到这些变化，并重新渲染</a:t>
            </a:r>
            <a:r>
              <a:rPr lang="en-US" altLang="zh-CN" b="0" i="0" dirty="0">
                <a:effectLst/>
                <a:latin typeface="PingFang SC"/>
              </a:rPr>
              <a:t>UI</a:t>
            </a:r>
            <a:r>
              <a:rPr lang="zh-CN" altLang="en-US" b="0" i="0" dirty="0">
                <a:effectLst/>
                <a:latin typeface="PingFang SC"/>
              </a:rPr>
              <a:t>以反映最新的状态。这使得开发者无需手动管理</a:t>
            </a:r>
            <a:r>
              <a:rPr lang="en-US" altLang="zh-CN" b="0" i="0" dirty="0">
                <a:effectLst/>
                <a:latin typeface="PingFang SC"/>
              </a:rPr>
              <a:t>DOM</a:t>
            </a:r>
            <a:r>
              <a:rPr lang="zh-CN" altLang="en-US" b="0" i="0" dirty="0">
                <a:effectLst/>
                <a:latin typeface="PingFang SC"/>
              </a:rPr>
              <a:t>更新，从而简化了开发过程。</a:t>
            </a:r>
          </a:p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A95E020-FC2C-649D-A867-93DA52128F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7662616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在 </a:t>
            </a:r>
            <a:r>
              <a:rPr lang="en-US" altLang="zh-CN" dirty="0" err="1"/>
              <a:t>ArkTS</a:t>
            </a:r>
            <a:r>
              <a:rPr lang="en-US" altLang="zh-CN" dirty="0"/>
              <a:t> </a:t>
            </a:r>
            <a:r>
              <a:rPr lang="zh-CN" altLang="en-US" dirty="0"/>
              <a:t>中，</a:t>
            </a:r>
            <a:r>
              <a:rPr lang="en-US" altLang="zh-CN" dirty="0"/>
              <a:t>struct </a:t>
            </a:r>
            <a:r>
              <a:rPr lang="zh-CN" altLang="en-US" dirty="0"/>
              <a:t>不支持继承关系是指开发者无法通过传统的类继承（如 </a:t>
            </a:r>
            <a:r>
              <a:rPr lang="en-US" altLang="zh-CN" dirty="0"/>
              <a:t>extends </a:t>
            </a:r>
            <a:r>
              <a:rPr lang="zh-CN" altLang="en-US" dirty="0"/>
              <a:t>关键字）让一个自定义组件（</a:t>
            </a:r>
            <a:r>
              <a:rPr lang="en-US" altLang="zh-CN" dirty="0"/>
              <a:t>struct</a:t>
            </a:r>
            <a:r>
              <a:rPr lang="zh-CN" altLang="en-US" dirty="0"/>
              <a:t>）继承另一个组件的属性和方法。这一设计是 </a:t>
            </a:r>
            <a:r>
              <a:rPr lang="en-US" altLang="zh-CN" dirty="0" err="1"/>
              <a:t>ArkTS</a:t>
            </a:r>
            <a:r>
              <a:rPr lang="en-US" altLang="zh-CN" dirty="0"/>
              <a:t> </a:t>
            </a:r>
            <a:r>
              <a:rPr lang="zh-CN" altLang="en-US" dirty="0"/>
              <a:t>框架的明确限制，具体表现为以下几点：</a:t>
            </a:r>
          </a:p>
          <a:p>
            <a:endParaRPr lang="zh-CN" altLang="en-US" dirty="0"/>
          </a:p>
          <a:p>
            <a:r>
              <a:rPr lang="en-US" altLang="zh-CN" dirty="0"/>
              <a:t>1.</a:t>
            </a:r>
          </a:p>
          <a:p>
            <a:r>
              <a:rPr lang="zh-CN" altLang="en-US" dirty="0"/>
              <a:t>语法限制</a:t>
            </a:r>
          </a:p>
          <a:p>
            <a:r>
              <a:rPr lang="en-US" altLang="zh-CN" dirty="0" err="1"/>
              <a:t>ArkTS</a:t>
            </a:r>
            <a:r>
              <a:rPr lang="en-US" altLang="zh-CN" dirty="0"/>
              <a:t> </a:t>
            </a:r>
            <a:r>
              <a:rPr lang="zh-CN" altLang="en-US" dirty="0"/>
              <a:t>的组件通过 </a:t>
            </a:r>
            <a:r>
              <a:rPr lang="en-US" altLang="zh-CN" dirty="0"/>
              <a:t>struct </a:t>
            </a:r>
            <a:r>
              <a:rPr lang="zh-CN" altLang="en-US" dirty="0"/>
              <a:t>关键字声明，且不允许使用继承语法（如 </a:t>
            </a:r>
            <a:r>
              <a:rPr lang="en-US" altLang="zh-CN" dirty="0"/>
              <a:t>struct Child extends Parent</a:t>
            </a:r>
            <a:r>
              <a:rPr lang="zh-CN" altLang="en-US" dirty="0"/>
              <a:t>）。这与传统面向对象编程中的类继承不同，开发者无法通过继承复用父组件的结构或逻辑。</a:t>
            </a:r>
          </a:p>
          <a:p>
            <a:endParaRPr lang="zh-CN" altLang="en-US" dirty="0"/>
          </a:p>
          <a:p>
            <a:r>
              <a:rPr lang="en-US" altLang="zh-CN" dirty="0"/>
              <a:t>2.</a:t>
            </a:r>
          </a:p>
          <a:p>
            <a:r>
              <a:rPr lang="zh-CN" altLang="en-US" dirty="0"/>
              <a:t>设计理念</a:t>
            </a:r>
          </a:p>
          <a:p>
            <a:r>
              <a:rPr lang="en-US" altLang="zh-CN" dirty="0" err="1"/>
              <a:t>ArkTS</a:t>
            </a:r>
            <a:r>
              <a:rPr lang="en-US" altLang="zh-CN" dirty="0"/>
              <a:t> </a:t>
            </a:r>
            <a:r>
              <a:rPr lang="zh-CN" altLang="en-US" dirty="0"/>
              <a:t>采用声明式 </a:t>
            </a:r>
            <a:r>
              <a:rPr lang="en-US" altLang="zh-CN" dirty="0"/>
              <a:t>UI </a:t>
            </a:r>
            <a:r>
              <a:rPr lang="zh-CN" altLang="en-US" dirty="0"/>
              <a:t>开发范式，强调通过组合（</a:t>
            </a:r>
            <a:r>
              <a:rPr lang="en-US" altLang="zh-CN" dirty="0"/>
              <a:t>Composition</a:t>
            </a:r>
            <a:r>
              <a:rPr lang="zh-CN" altLang="en-US" dirty="0"/>
              <a:t>）而非继承（</a:t>
            </a:r>
            <a:r>
              <a:rPr lang="en-US" altLang="zh-CN" dirty="0"/>
              <a:t>Inheritance</a:t>
            </a:r>
            <a:r>
              <a:rPr lang="zh-CN" altLang="en-US" dirty="0"/>
              <a:t>）来实现组件复用。这种设计避免了继承链的复杂性，使组件更独立、易于维护。例如，通过拆分 </a:t>
            </a:r>
            <a:r>
              <a:rPr lang="en-US" altLang="zh-CN" dirty="0"/>
              <a:t>Header</a:t>
            </a:r>
            <a:r>
              <a:rPr lang="zh-CN" altLang="en-US" dirty="0"/>
              <a:t>、</a:t>
            </a:r>
            <a:r>
              <a:rPr lang="en-US" altLang="zh-CN" dirty="0"/>
              <a:t>Main</a:t>
            </a:r>
            <a:r>
              <a:rPr lang="zh-CN" altLang="en-US" dirty="0"/>
              <a:t>、</a:t>
            </a:r>
            <a:r>
              <a:rPr lang="en-US" altLang="zh-CN" dirty="0"/>
              <a:t>Footer </a:t>
            </a:r>
            <a:r>
              <a:rPr lang="zh-CN" altLang="en-US" dirty="0"/>
              <a:t>等子组件并组合使用，而非通过继承扩展功能。</a:t>
            </a:r>
            <a:br>
              <a:rPr lang="en-US" altLang="zh-CN" dirty="0"/>
            </a:br>
            <a:br>
              <a:rPr lang="en-US" altLang="zh-CN" dirty="0"/>
            </a:br>
            <a:r>
              <a:rPr lang="en-US" altLang="zh-CN" dirty="0"/>
              <a:t>1. build</a:t>
            </a:r>
            <a:r>
              <a:rPr lang="zh-CN" altLang="en-US" dirty="0"/>
              <a:t>函数的常见应用场景</a:t>
            </a:r>
          </a:p>
          <a:p>
            <a:r>
              <a:rPr lang="en-US" altLang="zh-CN" dirty="0"/>
              <a:t>build</a:t>
            </a:r>
            <a:r>
              <a:rPr lang="zh-CN" altLang="en-US" dirty="0"/>
              <a:t>函数是</a:t>
            </a:r>
            <a:r>
              <a:rPr lang="en-US" altLang="zh-CN" dirty="0" err="1"/>
              <a:t>ArkTS</a:t>
            </a:r>
            <a:r>
              <a:rPr lang="zh-CN" altLang="en-US" dirty="0"/>
              <a:t>中用于定义</a:t>
            </a:r>
            <a:r>
              <a:rPr lang="en-US" altLang="zh-CN" dirty="0"/>
              <a:t>UI</a:t>
            </a:r>
            <a:r>
              <a:rPr lang="zh-CN" altLang="en-US" dirty="0"/>
              <a:t>结构的核心函数。它通常与</a:t>
            </a:r>
            <a:r>
              <a:rPr lang="en-US" altLang="zh-CN" dirty="0"/>
              <a:t>@Entry</a:t>
            </a:r>
            <a:r>
              <a:rPr lang="zh-CN" altLang="en-US" dirty="0"/>
              <a:t>、</a:t>
            </a:r>
            <a:r>
              <a:rPr lang="en-US" altLang="zh-CN" dirty="0"/>
              <a:t>@Component</a:t>
            </a:r>
            <a:r>
              <a:rPr lang="zh-CN" altLang="en-US" dirty="0"/>
              <a:t>等装饰器一起使用，用于描述组件的</a:t>
            </a:r>
            <a:r>
              <a:rPr lang="en-US" altLang="zh-CN" dirty="0"/>
              <a:t>UI</a:t>
            </a:r>
            <a:r>
              <a:rPr lang="zh-CN" altLang="en-US" dirty="0"/>
              <a:t>布局和逻辑。</a:t>
            </a:r>
          </a:p>
          <a:p>
            <a:endParaRPr lang="zh-CN" altLang="en-US" dirty="0"/>
          </a:p>
          <a:p>
            <a:r>
              <a:rPr lang="en-US" altLang="zh-CN" dirty="0"/>
              <a:t>1.1 </a:t>
            </a:r>
            <a:r>
              <a:rPr lang="zh-CN" altLang="en-US" dirty="0"/>
              <a:t>组件</a:t>
            </a:r>
            <a:r>
              <a:rPr lang="en-US" altLang="zh-CN" dirty="0"/>
              <a:t>UI</a:t>
            </a:r>
            <a:r>
              <a:rPr lang="zh-CN" altLang="en-US" dirty="0"/>
              <a:t>构建</a:t>
            </a:r>
          </a:p>
          <a:p>
            <a:r>
              <a:rPr lang="en-US" altLang="zh-CN" dirty="0"/>
              <a:t>build</a:t>
            </a:r>
            <a:r>
              <a:rPr lang="zh-CN" altLang="en-US" dirty="0"/>
              <a:t>函数最常见的用途是构建组件的</a:t>
            </a:r>
            <a:r>
              <a:rPr lang="en-US" altLang="zh-CN" dirty="0"/>
              <a:t>UI</a:t>
            </a:r>
            <a:r>
              <a:rPr lang="zh-CN" altLang="en-US" dirty="0"/>
              <a:t>。它返回一个或多个</a:t>
            </a:r>
            <a:r>
              <a:rPr lang="en-US" altLang="zh-CN" dirty="0"/>
              <a:t>UI</a:t>
            </a:r>
            <a:r>
              <a:rPr lang="zh-CN" altLang="en-US" dirty="0"/>
              <a:t>节点，这些节点可以是基本组件（如</a:t>
            </a:r>
            <a:r>
              <a:rPr lang="en-US" altLang="zh-CN" dirty="0"/>
              <a:t>Text</a:t>
            </a:r>
            <a:r>
              <a:rPr lang="zh-CN" altLang="en-US" dirty="0"/>
              <a:t>、</a:t>
            </a:r>
            <a:r>
              <a:rPr lang="en-US" altLang="zh-CN" dirty="0"/>
              <a:t>Stack</a:t>
            </a:r>
            <a:r>
              <a:rPr lang="zh-CN" altLang="en-US" dirty="0"/>
              <a:t>、</a:t>
            </a:r>
            <a:r>
              <a:rPr lang="en-US" altLang="zh-CN" dirty="0"/>
              <a:t>Column</a:t>
            </a:r>
            <a:r>
              <a:rPr lang="zh-CN" altLang="en-US" dirty="0"/>
              <a:t>等）或自定义组件。</a:t>
            </a:r>
          </a:p>
          <a:p>
            <a:endParaRPr lang="zh-CN" altLang="en-US" dirty="0"/>
          </a:p>
          <a:p>
            <a:r>
              <a:rPr lang="en-US" altLang="zh-CN" dirty="0"/>
              <a:t>2. Builder</a:t>
            </a:r>
            <a:r>
              <a:rPr lang="zh-CN" altLang="en-US" dirty="0"/>
              <a:t>接口的常见应用场景</a:t>
            </a:r>
          </a:p>
          <a:p>
            <a:r>
              <a:rPr lang="en-US" altLang="zh-CN" dirty="0"/>
              <a:t>Builder</a:t>
            </a:r>
            <a:r>
              <a:rPr lang="zh-CN" altLang="en-US" dirty="0"/>
              <a:t>接口是</a:t>
            </a:r>
            <a:r>
              <a:rPr lang="en-US" altLang="zh-CN" dirty="0" err="1"/>
              <a:t>ArkTS</a:t>
            </a:r>
            <a:r>
              <a:rPr lang="zh-CN" altLang="en-US" dirty="0"/>
              <a:t>中用于创建</a:t>
            </a:r>
            <a:r>
              <a:rPr lang="en-US" altLang="zh-CN" dirty="0"/>
              <a:t>UI</a:t>
            </a:r>
            <a:r>
              <a:rPr lang="zh-CN" altLang="en-US" dirty="0"/>
              <a:t>节点的另一种方式。它通常用于更复杂的</a:t>
            </a:r>
            <a:r>
              <a:rPr lang="en-US" altLang="zh-CN" dirty="0"/>
              <a:t>UI</a:t>
            </a:r>
            <a:r>
              <a:rPr lang="zh-CN" altLang="en-US" dirty="0"/>
              <a:t>构建场景，或者需要延迟构建</a:t>
            </a:r>
            <a:r>
              <a:rPr lang="en-US" altLang="zh-CN" dirty="0"/>
              <a:t>UI</a:t>
            </a:r>
            <a:r>
              <a:rPr lang="zh-CN" altLang="en-US" dirty="0"/>
              <a:t>的情况。</a:t>
            </a:r>
          </a:p>
          <a:p>
            <a:endParaRPr lang="zh-CN" altLang="en-US" dirty="0"/>
          </a:p>
          <a:p>
            <a:r>
              <a:rPr lang="en-US" altLang="zh-CN" dirty="0"/>
              <a:t>2.1 </a:t>
            </a:r>
            <a:r>
              <a:rPr lang="zh-CN" altLang="en-US" dirty="0"/>
              <a:t>延迟</a:t>
            </a:r>
            <a:r>
              <a:rPr lang="en-US" altLang="zh-CN" dirty="0"/>
              <a:t>UI</a:t>
            </a:r>
            <a:r>
              <a:rPr lang="zh-CN" altLang="en-US" dirty="0"/>
              <a:t>构建</a:t>
            </a:r>
          </a:p>
          <a:p>
            <a:r>
              <a:rPr lang="en-US" altLang="zh-CN" dirty="0"/>
              <a:t>Builder</a:t>
            </a:r>
            <a:r>
              <a:rPr lang="zh-CN" altLang="en-US" dirty="0"/>
              <a:t>接口可以用于延迟</a:t>
            </a:r>
            <a:r>
              <a:rPr lang="en-US" altLang="zh-CN" dirty="0"/>
              <a:t>UI</a:t>
            </a:r>
            <a:r>
              <a:rPr lang="zh-CN" altLang="en-US" dirty="0"/>
              <a:t>的构建，直到某些条件满足或某些操作完成。例如，在异步操作完成后动态创建</a:t>
            </a:r>
            <a:r>
              <a:rPr lang="en-US" altLang="zh-CN" dirty="0"/>
              <a:t>UI</a:t>
            </a:r>
            <a:r>
              <a:rPr lang="zh-CN" altLang="en-US" dirty="0"/>
              <a:t>。</a:t>
            </a:r>
          </a:p>
          <a:p>
            <a:pPr algn="l">
              <a:buNone/>
            </a:pPr>
            <a:r>
              <a:rPr lang="en-US" altLang="zh-CN" b="0" i="0" dirty="0">
                <a:effectLst/>
                <a:latin typeface="PingFang SC"/>
              </a:rPr>
              <a:t>2.2 </a:t>
            </a:r>
            <a:r>
              <a:rPr lang="zh-CN" altLang="en-US" b="1" i="0" dirty="0">
                <a:effectLst/>
                <a:latin typeface="PingFang SC"/>
              </a:rPr>
              <a:t>复杂</a:t>
            </a:r>
            <a:r>
              <a:rPr lang="en-US" altLang="zh-CN" b="1" i="0" dirty="0">
                <a:effectLst/>
                <a:latin typeface="PingFang SC"/>
              </a:rPr>
              <a:t>UI</a:t>
            </a:r>
            <a:r>
              <a:rPr lang="zh-CN" altLang="en-US" b="1" i="0" dirty="0">
                <a:effectLst/>
                <a:latin typeface="PingFang SC"/>
              </a:rPr>
              <a:t>结构</a:t>
            </a:r>
            <a:endParaRPr lang="zh-CN" altLang="en-US" b="0" i="0" dirty="0">
              <a:effectLst/>
              <a:latin typeface="PingFang SC"/>
            </a:endParaRPr>
          </a:p>
          <a:p>
            <a:pPr algn="just">
              <a:lnSpc>
                <a:spcPts val="1838"/>
              </a:lnSpc>
            </a:pPr>
            <a:r>
              <a:rPr lang="en-US" altLang="zh-CN" b="0" i="0" dirty="0">
                <a:effectLst/>
                <a:latin typeface="PingFang SC"/>
              </a:rPr>
              <a:t>Builder</a:t>
            </a:r>
            <a:r>
              <a:rPr lang="zh-CN" altLang="en-US" b="0" i="0" dirty="0">
                <a:effectLst/>
                <a:latin typeface="PingFang SC"/>
              </a:rPr>
              <a:t>接口可以用于构建复杂的</a:t>
            </a:r>
            <a:r>
              <a:rPr lang="en-US" altLang="zh-CN" b="0" i="0" dirty="0">
                <a:effectLst/>
                <a:latin typeface="PingFang SC"/>
              </a:rPr>
              <a:t>UI</a:t>
            </a:r>
            <a:r>
              <a:rPr lang="zh-CN" altLang="en-US" b="0" i="0" dirty="0">
                <a:effectLst/>
                <a:latin typeface="PingFang SC"/>
              </a:rPr>
              <a:t>结构，特别是当</a:t>
            </a:r>
            <a:r>
              <a:rPr lang="en-US" altLang="zh-CN" b="0" i="0" dirty="0">
                <a:effectLst/>
                <a:latin typeface="PingFang SC"/>
              </a:rPr>
              <a:t>UI</a:t>
            </a:r>
            <a:r>
              <a:rPr lang="zh-CN" altLang="en-US" b="0" i="0" dirty="0">
                <a:effectLst/>
                <a:latin typeface="PingFang SC"/>
              </a:rPr>
              <a:t>的构建逻辑较为复杂时。通过</a:t>
            </a:r>
            <a:r>
              <a:rPr lang="en-US" altLang="zh-CN" b="0" i="0" dirty="0">
                <a:effectLst/>
                <a:latin typeface="PingFang SC"/>
              </a:rPr>
              <a:t>Builder</a:t>
            </a:r>
            <a:r>
              <a:rPr lang="zh-CN" altLang="en-US" b="0" i="0" dirty="0">
                <a:effectLst/>
                <a:latin typeface="PingFang SC"/>
              </a:rPr>
              <a:t>，可以将</a:t>
            </a:r>
            <a:r>
              <a:rPr lang="en-US" altLang="zh-CN" b="0" i="0" dirty="0">
                <a:effectLst/>
                <a:latin typeface="PingFang SC"/>
              </a:rPr>
              <a:t>UI</a:t>
            </a:r>
            <a:r>
              <a:rPr lang="zh-CN" altLang="en-US" b="0" i="0" dirty="0">
                <a:effectLst/>
                <a:latin typeface="PingFang SC"/>
              </a:rPr>
              <a:t>构建逻辑分解为多个步骤，或者根据不同的条件动态添加子节点。</a:t>
            </a:r>
          </a:p>
          <a:p>
            <a:endParaRPr lang="en-US" altLang="zh-CN" dirty="0"/>
          </a:p>
          <a:p>
            <a:r>
              <a:rPr lang="en-US" altLang="zh-CN" dirty="0"/>
              <a:t>3. build</a:t>
            </a:r>
            <a:r>
              <a:rPr lang="zh-CN" altLang="en-US" dirty="0"/>
              <a:t>函数与</a:t>
            </a:r>
            <a:r>
              <a:rPr lang="en-US" altLang="zh-CN" dirty="0"/>
              <a:t>Builder</a:t>
            </a:r>
            <a:r>
              <a:rPr lang="zh-CN" altLang="en-US" dirty="0"/>
              <a:t>接口的对比</a:t>
            </a:r>
          </a:p>
          <a:p>
            <a:r>
              <a:rPr lang="en-US" altLang="zh-CN" dirty="0"/>
              <a:t>build</a:t>
            </a:r>
            <a:r>
              <a:rPr lang="zh-CN" altLang="en-US" dirty="0"/>
              <a:t>函数：通常用于定义组件的</a:t>
            </a:r>
            <a:r>
              <a:rPr lang="en-US" altLang="zh-CN" dirty="0"/>
              <a:t>UI</a:t>
            </a:r>
            <a:r>
              <a:rPr lang="zh-CN" altLang="en-US" dirty="0"/>
              <a:t>结构，适合大多数常见的</a:t>
            </a:r>
            <a:r>
              <a:rPr lang="en-US" altLang="zh-CN" dirty="0"/>
              <a:t>UI</a:t>
            </a:r>
            <a:r>
              <a:rPr lang="zh-CN" altLang="en-US" dirty="0"/>
              <a:t>构建场景。它直接返回</a:t>
            </a:r>
            <a:r>
              <a:rPr lang="en-US" altLang="zh-CN" dirty="0"/>
              <a:t>UI</a:t>
            </a:r>
            <a:r>
              <a:rPr lang="zh-CN" altLang="en-US" dirty="0"/>
              <a:t>节点，代码简洁易读。</a:t>
            </a:r>
          </a:p>
          <a:p>
            <a:r>
              <a:rPr lang="en-US" altLang="zh-CN" dirty="0"/>
              <a:t>Builder</a:t>
            </a:r>
            <a:r>
              <a:rPr lang="zh-CN" altLang="en-US" dirty="0"/>
              <a:t>接口：更适合复杂的</a:t>
            </a:r>
            <a:r>
              <a:rPr lang="en-US" altLang="zh-CN" dirty="0"/>
              <a:t>UI</a:t>
            </a:r>
            <a:r>
              <a:rPr lang="zh-CN" altLang="en-US" dirty="0"/>
              <a:t>构建场景，特别是需要延迟构建或动态添加子节点的情况。它提供了更灵活的控制方式。</a:t>
            </a:r>
          </a:p>
          <a:p>
            <a:r>
              <a:rPr lang="en-US" altLang="zh-CN" dirty="0"/>
              <a:t>4. </a:t>
            </a:r>
            <a:r>
              <a:rPr lang="zh-CN" altLang="en-US" dirty="0"/>
              <a:t>总结</a:t>
            </a:r>
          </a:p>
          <a:p>
            <a:r>
              <a:rPr lang="en-US" altLang="zh-CN" dirty="0"/>
              <a:t>build</a:t>
            </a:r>
            <a:r>
              <a:rPr lang="zh-CN" altLang="en-US" dirty="0"/>
              <a:t>函数：适用于大多数</a:t>
            </a:r>
            <a:r>
              <a:rPr lang="en-US" altLang="zh-CN" dirty="0"/>
              <a:t>UI</a:t>
            </a:r>
            <a:r>
              <a:rPr lang="zh-CN" altLang="en-US" dirty="0"/>
              <a:t>构建场景，特别是当</a:t>
            </a:r>
            <a:r>
              <a:rPr lang="en-US" altLang="zh-CN" dirty="0"/>
              <a:t>UI</a:t>
            </a:r>
            <a:r>
              <a:rPr lang="zh-CN" altLang="en-US" dirty="0"/>
              <a:t>结构相对简单或可以直接定义时。</a:t>
            </a:r>
          </a:p>
          <a:p>
            <a:r>
              <a:rPr lang="en-US" altLang="zh-CN" dirty="0"/>
              <a:t>Builder</a:t>
            </a:r>
            <a:r>
              <a:rPr lang="zh-CN" altLang="en-US" dirty="0"/>
              <a:t>接口：适用于复杂的</a:t>
            </a:r>
            <a:r>
              <a:rPr lang="en-US" altLang="zh-CN" dirty="0"/>
              <a:t>UI</a:t>
            </a:r>
            <a:r>
              <a:rPr lang="zh-CN" altLang="en-US" dirty="0"/>
              <a:t>构建场景，特别是当需要延迟构建、动态添加子节点或根据条件生成不同</a:t>
            </a:r>
            <a:r>
              <a:rPr lang="en-US" altLang="zh-CN" dirty="0"/>
              <a:t>UI</a:t>
            </a:r>
            <a:r>
              <a:rPr lang="zh-CN" altLang="en-US" dirty="0"/>
              <a:t>时。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203823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441466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11690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v-SE" altLang="zh-CN" dirty="0"/>
              <a:t>@Prop</a:t>
            </a:r>
            <a:r>
              <a:rPr lang="sv-SE" altLang="zh-CN" b="0" i="0" dirty="0">
                <a:effectLst/>
                <a:latin typeface="PingFang SC"/>
              </a:rPr>
              <a:t> </a:t>
            </a:r>
            <a:r>
              <a:rPr lang="zh-CN" altLang="sv-SE" b="0" i="0" dirty="0">
                <a:effectLst/>
                <a:latin typeface="PingFang SC"/>
              </a:rPr>
              <a:t>是 </a:t>
            </a:r>
            <a:r>
              <a:rPr lang="sv-SE" altLang="zh-CN" b="0" i="0" dirty="0">
                <a:effectLst/>
                <a:latin typeface="PingFang SC"/>
              </a:rPr>
              <a:t>ArkTS</a:t>
            </a:r>
            <a:r>
              <a:rPr lang="zh-CN" altLang="sv-SE" b="0" i="0" dirty="0">
                <a:effectLst/>
                <a:latin typeface="PingFang SC"/>
              </a:rPr>
              <a:t>（方舟 </a:t>
            </a:r>
            <a:r>
              <a:rPr lang="sv-SE" altLang="zh-CN" b="0" i="0" dirty="0">
                <a:effectLst/>
                <a:latin typeface="PingFang SC"/>
              </a:rPr>
              <a:t>TypeScript</a:t>
            </a:r>
            <a:r>
              <a:rPr lang="zh-CN" altLang="sv-SE" b="0" i="0" dirty="0">
                <a:effectLst/>
                <a:latin typeface="PingFang SC"/>
              </a:rPr>
              <a:t>）中的一个装饰器，用于在自定义组件中声明属性。这些属性允许外部组件或页面向自定义组件传递数据。使用 </a:t>
            </a:r>
            <a:r>
              <a:rPr lang="sv-SE" altLang="zh-CN" dirty="0"/>
              <a:t>@Prop</a:t>
            </a:r>
            <a:r>
              <a:rPr lang="sv-SE" altLang="zh-CN" b="0" i="0" dirty="0">
                <a:effectLst/>
                <a:latin typeface="PingFang SC"/>
              </a:rPr>
              <a:t> </a:t>
            </a:r>
            <a:r>
              <a:rPr lang="zh-CN" altLang="sv-SE" b="0" i="0" dirty="0">
                <a:effectLst/>
                <a:latin typeface="PingFang SC"/>
              </a:rPr>
              <a:t>是在组件之间传递参数的一种常见和推荐的方式，但它并不是唯一的方式。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434441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  <a:t>31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  <a:t>32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  <a:t>33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declare class</a:t>
            </a:r>
            <a:r>
              <a:rPr lang="zh-CN" altLang="en-US" dirty="0"/>
              <a:t>的主要用途</a:t>
            </a:r>
          </a:p>
          <a:p>
            <a:r>
              <a:rPr lang="en-US" altLang="zh-CN" dirty="0"/>
              <a:t>1.</a:t>
            </a:r>
          </a:p>
          <a:p>
            <a:r>
              <a:rPr lang="zh-CN" altLang="en-US" dirty="0"/>
              <a:t>全局声明：</a:t>
            </a:r>
          </a:p>
          <a:p>
            <a:endParaRPr lang="zh-CN" altLang="en-US" dirty="0"/>
          </a:p>
          <a:p>
            <a:r>
              <a:rPr lang="zh-CN" altLang="en-US" dirty="0"/>
              <a:t>当你需要告诉</a:t>
            </a:r>
            <a:r>
              <a:rPr lang="en-US" altLang="zh-CN" dirty="0"/>
              <a:t>TypeScript</a:t>
            </a:r>
            <a:r>
              <a:rPr lang="zh-CN" altLang="en-US" dirty="0"/>
              <a:t>编译器某个类、接口或函数的存在，但又不希望在当前文件中提供具体实现时，可以使用</a:t>
            </a:r>
            <a:r>
              <a:rPr lang="en-US" altLang="zh-CN" dirty="0"/>
              <a:t>declare</a:t>
            </a:r>
            <a:r>
              <a:rPr lang="zh-CN" altLang="en-US" dirty="0"/>
              <a:t>。</a:t>
            </a:r>
          </a:p>
          <a:p>
            <a:r>
              <a:rPr lang="en-US" altLang="zh-CN" dirty="0"/>
              <a:t>2.</a:t>
            </a:r>
          </a:p>
          <a:p>
            <a:r>
              <a:rPr lang="zh-CN" altLang="en-US" dirty="0"/>
              <a:t>第三方库类型定义：</a:t>
            </a:r>
          </a:p>
          <a:p>
            <a:endParaRPr lang="zh-CN" altLang="en-US" dirty="0"/>
          </a:p>
          <a:p>
            <a:r>
              <a:rPr lang="zh-CN" altLang="en-US" dirty="0"/>
              <a:t>对于没有自带类型声明文件的</a:t>
            </a:r>
            <a:r>
              <a:rPr lang="en-US" altLang="zh-CN" dirty="0"/>
              <a:t>JavaScript</a:t>
            </a:r>
            <a:r>
              <a:rPr lang="zh-CN" altLang="en-US" dirty="0"/>
              <a:t>库，开发者可以通过编写</a:t>
            </a:r>
            <a:r>
              <a:rPr lang="en-US" altLang="zh-CN" dirty="0"/>
              <a:t>.</a:t>
            </a:r>
            <a:r>
              <a:rPr lang="en-US" altLang="zh-CN" dirty="0" err="1"/>
              <a:t>d.ts</a:t>
            </a:r>
            <a:r>
              <a:rPr lang="zh-CN" altLang="en-US" dirty="0"/>
              <a:t>文件并使用</a:t>
            </a:r>
            <a:r>
              <a:rPr lang="en-US" altLang="zh-CN" dirty="0"/>
              <a:t>declare class</a:t>
            </a:r>
            <a:r>
              <a:rPr lang="zh-CN" altLang="en-US" dirty="0"/>
              <a:t>来提供类型信息，以便在</a:t>
            </a:r>
            <a:r>
              <a:rPr lang="en-US" altLang="zh-CN" dirty="0"/>
              <a:t>TypeScript</a:t>
            </a:r>
            <a:r>
              <a:rPr lang="zh-CN" altLang="en-US" dirty="0"/>
              <a:t>项目中获得更好的类型检查和代码提示。</a:t>
            </a:r>
          </a:p>
          <a:p>
            <a:r>
              <a:rPr lang="en-US" altLang="zh-CN" dirty="0"/>
              <a:t>3.</a:t>
            </a:r>
          </a:p>
          <a:p>
            <a:r>
              <a:rPr lang="zh-CN" altLang="en-US" dirty="0"/>
              <a:t>模块扩展：</a:t>
            </a:r>
          </a:p>
          <a:p>
            <a:endParaRPr lang="zh-CN" altLang="en-US" dirty="0"/>
          </a:p>
          <a:p>
            <a:r>
              <a:rPr lang="zh-CN" altLang="en-US" dirty="0"/>
              <a:t>可以在不修改原始模块代码的情况下，为其添加额外的类型声明。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  <a:t>34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0" i="0" dirty="0">
                <a:effectLst/>
                <a:latin typeface="PingFang SC"/>
              </a:rPr>
              <a:t>“</a:t>
            </a:r>
            <a:r>
              <a:rPr lang="en-US" altLang="zh-CN" b="0" i="0" dirty="0">
                <a:effectLst/>
                <a:latin typeface="PingFang SC"/>
              </a:rPr>
              <a:t>T”</a:t>
            </a:r>
            <a:r>
              <a:rPr lang="zh-CN" altLang="en-US" b="0" i="0" dirty="0">
                <a:effectLst/>
                <a:latin typeface="PingFang SC"/>
              </a:rPr>
              <a:t>，在</a:t>
            </a:r>
            <a:r>
              <a:rPr lang="en-US" altLang="zh-CN" b="0" i="0" dirty="0" err="1">
                <a:effectLst/>
                <a:latin typeface="PingFang SC"/>
              </a:rPr>
              <a:t>ArkTS</a:t>
            </a:r>
            <a:r>
              <a:rPr lang="zh-CN" altLang="en-US" b="0" i="0" dirty="0">
                <a:effectLst/>
                <a:latin typeface="PingFang SC"/>
              </a:rPr>
              <a:t>（以及标准的</a:t>
            </a:r>
            <a:r>
              <a:rPr lang="en-US" altLang="zh-CN" b="0" i="0" dirty="0">
                <a:effectLst/>
                <a:latin typeface="PingFang SC"/>
              </a:rPr>
              <a:t>TypeScript</a:t>
            </a:r>
            <a:r>
              <a:rPr lang="zh-CN" altLang="en-US" b="0" i="0" dirty="0">
                <a:effectLst/>
                <a:latin typeface="PingFang SC"/>
              </a:rPr>
              <a:t>）中，它通常用作类型参数的占位符。类型参数允许你编写可以处理多种类型的泛型代码，而不是为每种类型编写重复的代码。</a:t>
            </a:r>
            <a:r>
              <a:rPr lang="en-US" altLang="zh-CN" dirty="0"/>
              <a:t>T</a:t>
            </a:r>
            <a:r>
              <a:rPr lang="zh-CN" altLang="en-US" b="0" i="0" dirty="0">
                <a:effectLst/>
                <a:latin typeface="PingFang SC"/>
              </a:rPr>
              <a:t> 只是一个常用的符号，你可以使用任何有效的标识符来代替它。</a:t>
            </a:r>
            <a:br>
              <a:rPr lang="en-US" altLang="zh-CN" b="0" i="0" dirty="0">
                <a:effectLst/>
                <a:latin typeface="PingFang SC"/>
              </a:rPr>
            </a:br>
            <a:r>
              <a:rPr lang="en-US" altLang="zh-CN" dirty="0"/>
              <a:t>T</a:t>
            </a:r>
            <a:r>
              <a:rPr lang="zh-CN" altLang="en-US" b="0" i="0" dirty="0">
                <a:effectLst/>
                <a:latin typeface="PingFang SC"/>
              </a:rPr>
              <a:t> 是一个类型参数，它在函数调用时被具体的类型（如 </a:t>
            </a:r>
            <a:r>
              <a:rPr lang="en-US" altLang="zh-CN" dirty="0"/>
              <a:t>string</a:t>
            </a:r>
            <a:r>
              <a:rPr lang="zh-CN" altLang="en-US" b="0" i="0" dirty="0">
                <a:effectLst/>
                <a:latin typeface="PingFang SC"/>
              </a:rPr>
              <a:t> 或 </a:t>
            </a:r>
            <a:r>
              <a:rPr lang="en-US" altLang="zh-CN" dirty="0"/>
              <a:t>number</a:t>
            </a:r>
            <a:r>
              <a:rPr lang="zh-CN" altLang="en-US" b="0" i="0" dirty="0">
                <a:effectLst/>
                <a:latin typeface="PingFang SC"/>
              </a:rPr>
              <a:t>）所替换。这使得 </a:t>
            </a:r>
            <a:r>
              <a:rPr lang="en-US" altLang="zh-CN" dirty="0"/>
              <a:t>identity</a:t>
            </a:r>
            <a:r>
              <a:rPr lang="zh-CN" altLang="en-US" b="0" i="0" dirty="0">
                <a:effectLst/>
                <a:latin typeface="PingFang SC"/>
              </a:rPr>
              <a:t> 函数可以处理多种类型的参数，而不仅仅是单一类型。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  <a:t>35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  <a:t>36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  <a:t>37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  <a:t>38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  <a:t>39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1. </a:t>
            </a:r>
            <a:r>
              <a:rPr lang="en-US" altLang="zh-CN" dirty="0" err="1"/>
              <a:t>px</a:t>
            </a:r>
            <a:r>
              <a:rPr lang="en-US" altLang="zh-CN" dirty="0"/>
              <a:t>-pixel</a:t>
            </a:r>
            <a:r>
              <a:rPr lang="zh-CN" altLang="en-US" dirty="0"/>
              <a:t>（像素）</a:t>
            </a:r>
          </a:p>
          <a:p>
            <a:r>
              <a:rPr lang="zh-CN" altLang="en-US" dirty="0"/>
              <a:t>定义：</a:t>
            </a:r>
            <a:r>
              <a:rPr lang="en-US" altLang="zh-CN" dirty="0" err="1"/>
              <a:t>px</a:t>
            </a:r>
            <a:r>
              <a:rPr lang="en-US" altLang="zh-CN" dirty="0"/>
              <a:t> </a:t>
            </a:r>
            <a:r>
              <a:rPr lang="zh-CN" altLang="en-US" dirty="0"/>
              <a:t>是传统的像素单位，表示屏幕上的一个物理像素点。</a:t>
            </a:r>
          </a:p>
          <a:p>
            <a:r>
              <a:rPr lang="zh-CN" altLang="en-US" dirty="0"/>
              <a:t>用途：适用于需要精确控制元素大小的场景，例如图标、边框等。</a:t>
            </a:r>
          </a:p>
          <a:p>
            <a:r>
              <a:rPr lang="en-US" altLang="zh-CN" dirty="0"/>
              <a:t>2. </a:t>
            </a:r>
            <a:r>
              <a:rPr lang="en-US" altLang="zh-CN" dirty="0" err="1"/>
              <a:t>vp</a:t>
            </a:r>
            <a:r>
              <a:rPr lang="en-US" altLang="zh-CN" dirty="0"/>
              <a:t>-viewport percentage</a:t>
            </a:r>
            <a:r>
              <a:rPr lang="zh-CN" altLang="en-US" dirty="0"/>
              <a:t>（视口宽度百分比）</a:t>
            </a:r>
          </a:p>
          <a:p>
            <a:r>
              <a:rPr lang="zh-CN" altLang="en-US" dirty="0"/>
              <a:t>定义：</a:t>
            </a:r>
            <a:r>
              <a:rPr lang="en-US" altLang="zh-CN" dirty="0" err="1"/>
              <a:t>vp</a:t>
            </a:r>
            <a:r>
              <a:rPr lang="en-US" altLang="zh-CN" dirty="0"/>
              <a:t> </a:t>
            </a:r>
            <a:r>
              <a:rPr lang="zh-CN" altLang="en-US" dirty="0"/>
              <a:t>是基于视口宽度的百分比单位，</a:t>
            </a:r>
            <a:r>
              <a:rPr lang="en-US" altLang="zh-CN" dirty="0"/>
              <a:t>1vp </a:t>
            </a:r>
            <a:r>
              <a:rPr lang="zh-CN" altLang="en-US" dirty="0"/>
              <a:t>等于视口宽度的 </a:t>
            </a:r>
            <a:r>
              <a:rPr lang="en-US" altLang="zh-CN" dirty="0"/>
              <a:t>1%</a:t>
            </a:r>
            <a:r>
              <a:rPr lang="zh-CN" altLang="en-US" dirty="0"/>
              <a:t>。</a:t>
            </a:r>
          </a:p>
          <a:p>
            <a:r>
              <a:rPr lang="zh-CN" altLang="en-US" dirty="0"/>
              <a:t>用途：适用于需要响应式设计的场景，可以根据不同设备的屏幕宽度自动调整元素大小。</a:t>
            </a:r>
          </a:p>
          <a:p>
            <a:r>
              <a:rPr lang="en-US" altLang="zh-CN" dirty="0"/>
              <a:t>3. </a:t>
            </a:r>
            <a:r>
              <a:rPr lang="en-US" altLang="zh-CN" dirty="0" err="1"/>
              <a:t>fp-fron</a:t>
            </a:r>
            <a:r>
              <a:rPr lang="en-US" altLang="zh-CN" dirty="0"/>
              <a:t> percentage</a:t>
            </a:r>
            <a:r>
              <a:rPr lang="zh-CN" altLang="en-US" dirty="0"/>
              <a:t>（框架宽度百分比）</a:t>
            </a:r>
          </a:p>
          <a:p>
            <a:r>
              <a:rPr lang="zh-CN" altLang="en-US" dirty="0"/>
              <a:t>定义：</a:t>
            </a:r>
            <a:r>
              <a:rPr lang="en-US" altLang="zh-CN" dirty="0" err="1"/>
              <a:t>fp</a:t>
            </a:r>
            <a:r>
              <a:rPr lang="en-US" altLang="zh-CN" dirty="0"/>
              <a:t> </a:t>
            </a:r>
            <a:r>
              <a:rPr lang="zh-CN" altLang="en-US" dirty="0"/>
              <a:t>是基于框架宽度的百分比单位，</a:t>
            </a:r>
            <a:r>
              <a:rPr lang="en-US" altLang="zh-CN" dirty="0"/>
              <a:t>1fp </a:t>
            </a:r>
            <a:r>
              <a:rPr lang="zh-CN" altLang="en-US" dirty="0"/>
              <a:t>等于框架宽度的 </a:t>
            </a:r>
            <a:r>
              <a:rPr lang="en-US" altLang="zh-CN" dirty="0"/>
              <a:t>1%</a:t>
            </a:r>
            <a:r>
              <a:rPr lang="zh-CN" altLang="en-US" dirty="0"/>
              <a:t>。</a:t>
            </a:r>
          </a:p>
          <a:p>
            <a:r>
              <a:rPr lang="zh-CN" altLang="en-US" dirty="0"/>
              <a:t>用途：适用于需要在框架内进行布局的场景，可以根据框架的大小自动调整元素大小。</a:t>
            </a:r>
          </a:p>
          <a:p>
            <a:r>
              <a:rPr lang="en-US" altLang="zh-CN" dirty="0"/>
              <a:t>4. </a:t>
            </a:r>
            <a:r>
              <a:rPr lang="en-US" altLang="zh-CN" dirty="0" err="1"/>
              <a:t>lpx</a:t>
            </a:r>
            <a:r>
              <a:rPr lang="en-US" altLang="zh-CN" dirty="0"/>
              <a:t>-logical pixel</a:t>
            </a:r>
            <a:r>
              <a:rPr lang="zh-CN" altLang="en-US" dirty="0"/>
              <a:t>（逻辑像素）</a:t>
            </a:r>
          </a:p>
          <a:p>
            <a:r>
              <a:rPr lang="zh-CN" altLang="en-US" dirty="0"/>
              <a:t>定义：</a:t>
            </a:r>
            <a:r>
              <a:rPr lang="en-US" altLang="zh-CN" dirty="0" err="1"/>
              <a:t>lpx</a:t>
            </a:r>
            <a:r>
              <a:rPr lang="en-US" altLang="zh-CN" dirty="0"/>
              <a:t> </a:t>
            </a:r>
            <a:r>
              <a:rPr lang="zh-CN" altLang="en-US" dirty="0"/>
              <a:t>是一种逻辑像素单位，用于在不同分辨率的设备上保持一致的显示效果。</a:t>
            </a:r>
          </a:p>
          <a:p>
            <a:r>
              <a:rPr lang="zh-CN" altLang="en-US" dirty="0"/>
              <a:t>用途：适用于需要跨设备保持一致视觉效果的场景，例如字体大小、间距等。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  <a:t>40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95A699-AB68-4A20-99FB-6F69DC266D45}" type="slidenum">
              <a:rPr lang="zh-CN" altLang="en-US" smtClean="0"/>
              <a:t>41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4.png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4.png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4.png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669777" y="2309308"/>
            <a:ext cx="10850541" cy="899333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5400" b="0" spc="600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669820" y="3566185"/>
            <a:ext cx="10850454" cy="801518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2400" u="none" strike="noStrike" kern="1200" cap="none" spc="20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5365" indent="0" algn="ctr">
              <a:buNone/>
              <a:defRPr sz="1600"/>
            </a:lvl6pPr>
            <a:lvl7pPr marL="2742565" indent="0" algn="ctr">
              <a:buNone/>
              <a:defRPr sz="1600"/>
            </a:lvl7pPr>
            <a:lvl8pPr marL="3199765" indent="0" algn="ctr">
              <a:buNone/>
              <a:defRPr sz="1600"/>
            </a:lvl8pPr>
            <a:lvl9pPr marL="3656965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777" y="581333"/>
            <a:ext cx="10850541" cy="64812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2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669820" y="1508404"/>
            <a:ext cx="10850454" cy="475004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839974" y="727845"/>
            <a:ext cx="3931306" cy="1115266"/>
          </a:xfrm>
        </p:spPr>
        <p:txBody>
          <a:bodyPr anchor="ctr" anchorCtr="0"/>
          <a:lstStyle>
            <a:lvl1pPr>
              <a:defRPr sz="32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5137617" y="727845"/>
            <a:ext cx="6171235" cy="5404215"/>
          </a:xfrm>
        </p:spPr>
        <p:txBody>
          <a:bodyPr/>
          <a:lstStyle>
            <a:lvl1pPr>
              <a:defRPr sz="2400">
                <a:latin typeface="+mn-ea"/>
                <a:ea typeface="+mn-ea"/>
              </a:defRPr>
            </a:lvl1pPr>
            <a:lvl2pPr marL="457200" indent="0">
              <a:buNone/>
              <a:defRPr sz="2400">
                <a:latin typeface="+mn-ea"/>
                <a:ea typeface="+mn-ea"/>
              </a:defRPr>
            </a:lvl2pPr>
            <a:lvl3pPr>
              <a:defRPr sz="2400">
                <a:latin typeface="+mn-ea"/>
                <a:ea typeface="+mn-ea"/>
              </a:defRPr>
            </a:lvl3pPr>
            <a:lvl4pPr>
              <a:defRPr sz="2400">
                <a:latin typeface="+mn-ea"/>
                <a:ea typeface="+mn-ea"/>
              </a:defRPr>
            </a:lvl4pPr>
            <a:lvl5pPr>
              <a:defRPr sz="2400">
                <a:latin typeface="+mn-ea"/>
                <a:ea typeface="+mn-ea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839974" y="2240060"/>
            <a:ext cx="3931306" cy="3892636"/>
          </a:xfr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 sz="2400">
                <a:latin typeface="+mn-ea"/>
                <a:ea typeface="+mn-ea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5365" indent="0">
              <a:buNone/>
              <a:defRPr sz="1000"/>
            </a:lvl6pPr>
            <a:lvl7pPr marL="2742565" indent="0">
              <a:buNone/>
              <a:defRPr sz="1000"/>
            </a:lvl7pPr>
            <a:lvl8pPr marL="3199765" indent="0">
              <a:buNone/>
              <a:defRPr sz="1000"/>
            </a:lvl8pPr>
            <a:lvl9pPr marL="3656965" indent="0">
              <a:buNone/>
              <a:defRPr sz="100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669820" y="5606183"/>
            <a:ext cx="10850454" cy="558268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669820" y="641469"/>
            <a:ext cx="10850454" cy="4556969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457200" marR="0" lvl="1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6765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12194539" cy="6869432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457200" marR="0" lvl="1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6765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467922" y="565255"/>
            <a:ext cx="5399196" cy="572876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6765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6286787" y="565255"/>
            <a:ext cx="5399196" cy="572876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6765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777" y="623706"/>
            <a:ext cx="10850541" cy="899333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3200" b="0" i="0" u="none" strike="noStrike" kern="1200" cap="none" spc="600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组合 41"/>
          <p:cNvGrpSpPr/>
          <p:nvPr userDrawn="1"/>
        </p:nvGrpSpPr>
        <p:grpSpPr>
          <a:xfrm>
            <a:off x="0" y="2202951"/>
            <a:ext cx="12190413" cy="2420263"/>
            <a:chOff x="170694" y="177982"/>
            <a:chExt cx="3936004" cy="781165"/>
          </a:xfrm>
        </p:grpSpPr>
        <p:sp>
          <p:nvSpPr>
            <p:cNvPr id="44" name="等腰三角形 43"/>
            <p:cNvSpPr/>
            <p:nvPr/>
          </p:nvSpPr>
          <p:spPr>
            <a:xfrm>
              <a:off x="1233863" y="177982"/>
              <a:ext cx="355284" cy="356514"/>
            </a:xfrm>
            <a:prstGeom prst="triangle">
              <a:avLst/>
            </a:pr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5" name="等腰三角形 44"/>
            <p:cNvSpPr/>
            <p:nvPr/>
          </p:nvSpPr>
          <p:spPr>
            <a:xfrm flipV="1">
              <a:off x="200258" y="602633"/>
              <a:ext cx="355284" cy="356514"/>
            </a:xfrm>
            <a:prstGeom prst="triangle">
              <a:avLst/>
            </a:pr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6" name="矩形 45"/>
            <p:cNvSpPr/>
            <p:nvPr/>
          </p:nvSpPr>
          <p:spPr>
            <a:xfrm>
              <a:off x="170694" y="261768"/>
              <a:ext cx="3936004" cy="61198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7" name="平行四边形 46"/>
            <p:cNvSpPr/>
            <p:nvPr/>
          </p:nvSpPr>
          <p:spPr>
            <a:xfrm>
              <a:off x="376965" y="178257"/>
              <a:ext cx="1036076" cy="779005"/>
            </a:xfrm>
            <a:prstGeom prst="parallelogram">
              <a:avLst>
                <a:gd name="adj" fmla="val 48207"/>
              </a:avLst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8" name="文本框 6"/>
            <p:cNvSpPr txBox="1"/>
            <p:nvPr/>
          </p:nvSpPr>
          <p:spPr>
            <a:xfrm>
              <a:off x="619911" y="284178"/>
              <a:ext cx="650908" cy="553578"/>
            </a:xfrm>
            <a:prstGeom prst="rect">
              <a:avLst/>
            </a:prstGeom>
            <a:noFill/>
          </p:spPr>
          <p:txBody>
            <a:bodyPr wrap="square" lIns="68580" tIns="34290" rIns="68580" bIns="34290" rtlCol="0">
              <a:spAutoFit/>
            </a:bodyPr>
            <a:lstStyle/>
            <a:p>
              <a:endParaRPr lang="zh-CN" altLang="en-US" sz="10700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7" name="组合 6"/>
          <p:cNvGrpSpPr/>
          <p:nvPr userDrawn="1"/>
        </p:nvGrpSpPr>
        <p:grpSpPr>
          <a:xfrm>
            <a:off x="7919172" y="1700153"/>
            <a:ext cx="575989" cy="577246"/>
            <a:chOff x="6084168" y="1274820"/>
            <a:chExt cx="432048" cy="432834"/>
          </a:xfrm>
        </p:grpSpPr>
        <p:sp>
          <p:nvSpPr>
            <p:cNvPr id="14" name="椭圆 22"/>
            <p:cNvSpPr>
              <a:spLocks noChangeArrowheads="1"/>
            </p:cNvSpPr>
            <p:nvPr/>
          </p:nvSpPr>
          <p:spPr bwMode="auto">
            <a:xfrm>
              <a:off x="6084168" y="1274820"/>
              <a:ext cx="432048" cy="432834"/>
            </a:xfrm>
            <a:prstGeom prst="ellipse">
              <a:avLst/>
            </a:prstGeom>
            <a:solidFill>
              <a:srgbClr val="1369B2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9" name="Freeform 59"/>
            <p:cNvSpPr>
              <a:spLocks noChangeArrowheads="1"/>
            </p:cNvSpPr>
            <p:nvPr/>
          </p:nvSpPr>
          <p:spPr bwMode="auto">
            <a:xfrm>
              <a:off x="6180302" y="1365898"/>
              <a:ext cx="239780" cy="250679"/>
            </a:xfrm>
            <a:custGeom>
              <a:avLst/>
              <a:gdLst>
                <a:gd name="T0" fmla="*/ 73627430 w 581"/>
                <a:gd name="T1" fmla="*/ 67678707 h 609"/>
                <a:gd name="T2" fmla="*/ 61659637 w 581"/>
                <a:gd name="T3" fmla="*/ 78678142 h 609"/>
                <a:gd name="T4" fmla="*/ 54244957 w 581"/>
                <a:gd name="T5" fmla="*/ 72208055 h 609"/>
                <a:gd name="T6" fmla="*/ 57106883 w 581"/>
                <a:gd name="T7" fmla="*/ 65867111 h 609"/>
                <a:gd name="T8" fmla="*/ 61659637 w 581"/>
                <a:gd name="T9" fmla="*/ 69490662 h 609"/>
                <a:gd name="T10" fmla="*/ 71806401 w 581"/>
                <a:gd name="T11" fmla="*/ 61338122 h 609"/>
                <a:gd name="T12" fmla="*/ 73627430 w 581"/>
                <a:gd name="T13" fmla="*/ 67678707 h 609"/>
                <a:gd name="T14" fmla="*/ 61659637 w 581"/>
                <a:gd name="T15" fmla="*/ 64055516 h 609"/>
                <a:gd name="T16" fmla="*/ 49691843 w 581"/>
                <a:gd name="T17" fmla="*/ 69490662 h 609"/>
                <a:gd name="T18" fmla="*/ 51513233 w 581"/>
                <a:gd name="T19" fmla="*/ 75054951 h 609"/>
                <a:gd name="T20" fmla="*/ 3772261 w 581"/>
                <a:gd name="T21" fmla="*/ 78678142 h 609"/>
                <a:gd name="T22" fmla="*/ 0 w 581"/>
                <a:gd name="T23" fmla="*/ 10999436 h 609"/>
                <a:gd name="T24" fmla="*/ 10146404 w 581"/>
                <a:gd name="T25" fmla="*/ 7246742 h 609"/>
                <a:gd name="T26" fmla="*/ 17561444 w 581"/>
                <a:gd name="T27" fmla="*/ 18246178 h 609"/>
                <a:gd name="T28" fmla="*/ 24845922 w 581"/>
                <a:gd name="T29" fmla="*/ 7246742 h 609"/>
                <a:gd name="T30" fmla="*/ 28488341 w 581"/>
                <a:gd name="T31" fmla="*/ 10999436 h 609"/>
                <a:gd name="T32" fmla="*/ 43318061 w 581"/>
                <a:gd name="T33" fmla="*/ 10999436 h 609"/>
                <a:gd name="T34" fmla="*/ 46960119 w 581"/>
                <a:gd name="T35" fmla="*/ 7246742 h 609"/>
                <a:gd name="T36" fmla="*/ 54244957 w 581"/>
                <a:gd name="T37" fmla="*/ 18246178 h 609"/>
                <a:gd name="T38" fmla="*/ 61659637 w 581"/>
                <a:gd name="T39" fmla="*/ 7246742 h 609"/>
                <a:gd name="T40" fmla="*/ 71806401 w 581"/>
                <a:gd name="T41" fmla="*/ 10999436 h 609"/>
                <a:gd name="T42" fmla="*/ 66212751 w 581"/>
                <a:gd name="T43" fmla="*/ 59526167 h 609"/>
                <a:gd name="T44" fmla="*/ 10146404 w 581"/>
                <a:gd name="T45" fmla="*/ 63149718 h 609"/>
                <a:gd name="T46" fmla="*/ 12878128 w 581"/>
                <a:gd name="T47" fmla="*/ 65867111 h 609"/>
                <a:gd name="T48" fmla="*/ 39545439 w 581"/>
                <a:gd name="T49" fmla="*/ 63149718 h 609"/>
                <a:gd name="T50" fmla="*/ 39545439 w 581"/>
                <a:gd name="T51" fmla="*/ 63149718 h 609"/>
                <a:gd name="T52" fmla="*/ 39545439 w 581"/>
                <a:gd name="T53" fmla="*/ 63149718 h 609"/>
                <a:gd name="T54" fmla="*/ 12878128 w 581"/>
                <a:gd name="T55" fmla="*/ 60431965 h 609"/>
                <a:gd name="T56" fmla="*/ 58017218 w 581"/>
                <a:gd name="T57" fmla="*/ 28339815 h 609"/>
                <a:gd name="T58" fmla="*/ 13788823 w 581"/>
                <a:gd name="T59" fmla="*/ 28339815 h 609"/>
                <a:gd name="T60" fmla="*/ 13788823 w 581"/>
                <a:gd name="T61" fmla="*/ 35715700 h 609"/>
                <a:gd name="T62" fmla="*/ 61659637 w 581"/>
                <a:gd name="T63" fmla="*/ 31963007 h 609"/>
                <a:gd name="T64" fmla="*/ 58017218 w 581"/>
                <a:gd name="T65" fmla="*/ 43868240 h 609"/>
                <a:gd name="T66" fmla="*/ 35903020 w 581"/>
                <a:gd name="T67" fmla="*/ 43868240 h 609"/>
                <a:gd name="T68" fmla="*/ 13788823 w 581"/>
                <a:gd name="T69" fmla="*/ 43868240 h 609"/>
                <a:gd name="T70" fmla="*/ 13788823 w 581"/>
                <a:gd name="T71" fmla="*/ 51244484 h 609"/>
                <a:gd name="T72" fmla="*/ 35903020 w 581"/>
                <a:gd name="T73" fmla="*/ 51244484 h 609"/>
                <a:gd name="T74" fmla="*/ 61659637 w 581"/>
                <a:gd name="T75" fmla="*/ 47491791 h 609"/>
                <a:gd name="T76" fmla="*/ 54244957 w 581"/>
                <a:gd name="T77" fmla="*/ 14622627 h 609"/>
                <a:gd name="T78" fmla="*/ 50602538 w 581"/>
                <a:gd name="T79" fmla="*/ 10999436 h 609"/>
                <a:gd name="T80" fmla="*/ 54244957 w 581"/>
                <a:gd name="T81" fmla="*/ 0 h 609"/>
                <a:gd name="T82" fmla="*/ 58017218 w 581"/>
                <a:gd name="T83" fmla="*/ 10999436 h 609"/>
                <a:gd name="T84" fmla="*/ 35903020 w 581"/>
                <a:gd name="T85" fmla="*/ 14622627 h 609"/>
                <a:gd name="T86" fmla="*/ 32260601 w 581"/>
                <a:gd name="T87" fmla="*/ 10999436 h 609"/>
                <a:gd name="T88" fmla="*/ 35903020 w 581"/>
                <a:gd name="T89" fmla="*/ 0 h 609"/>
                <a:gd name="T90" fmla="*/ 39545439 w 581"/>
                <a:gd name="T91" fmla="*/ 10999436 h 609"/>
                <a:gd name="T92" fmla="*/ 17561444 w 581"/>
                <a:gd name="T93" fmla="*/ 14622627 h 609"/>
                <a:gd name="T94" fmla="*/ 13788823 w 581"/>
                <a:gd name="T95" fmla="*/ 10999436 h 609"/>
                <a:gd name="T96" fmla="*/ 17561444 w 581"/>
                <a:gd name="T97" fmla="*/ 0 h 609"/>
                <a:gd name="T98" fmla="*/ 21203502 w 581"/>
                <a:gd name="T99" fmla="*/ 10999436 h 609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0" t="0" r="r" b="b"/>
              <a:pathLst>
                <a:path w="581" h="609">
                  <a:moveTo>
                    <a:pt x="566" y="523"/>
                  </a:moveTo>
                  <a:lnTo>
                    <a:pt x="566" y="523"/>
                  </a:lnTo>
                  <a:cubicBezTo>
                    <a:pt x="495" y="594"/>
                    <a:pt x="495" y="594"/>
                    <a:pt x="495" y="594"/>
                  </a:cubicBezTo>
                  <a:cubicBezTo>
                    <a:pt x="488" y="601"/>
                    <a:pt x="481" y="608"/>
                    <a:pt x="474" y="608"/>
                  </a:cubicBezTo>
                  <a:cubicBezTo>
                    <a:pt x="467" y="608"/>
                    <a:pt x="460" y="601"/>
                    <a:pt x="453" y="594"/>
                  </a:cubicBezTo>
                  <a:cubicBezTo>
                    <a:pt x="417" y="558"/>
                    <a:pt x="417" y="558"/>
                    <a:pt x="417" y="558"/>
                  </a:cubicBezTo>
                  <a:cubicBezTo>
                    <a:pt x="410" y="551"/>
                    <a:pt x="410" y="544"/>
                    <a:pt x="410" y="537"/>
                  </a:cubicBezTo>
                  <a:cubicBezTo>
                    <a:pt x="410" y="523"/>
                    <a:pt x="417" y="509"/>
                    <a:pt x="439" y="509"/>
                  </a:cubicBezTo>
                  <a:cubicBezTo>
                    <a:pt x="446" y="509"/>
                    <a:pt x="453" y="516"/>
                    <a:pt x="453" y="523"/>
                  </a:cubicBezTo>
                  <a:cubicBezTo>
                    <a:pt x="474" y="537"/>
                    <a:pt x="474" y="537"/>
                    <a:pt x="474" y="537"/>
                  </a:cubicBezTo>
                  <a:cubicBezTo>
                    <a:pt x="530" y="481"/>
                    <a:pt x="530" y="481"/>
                    <a:pt x="530" y="481"/>
                  </a:cubicBezTo>
                  <a:cubicBezTo>
                    <a:pt x="537" y="474"/>
                    <a:pt x="545" y="474"/>
                    <a:pt x="552" y="474"/>
                  </a:cubicBezTo>
                  <a:cubicBezTo>
                    <a:pt x="566" y="474"/>
                    <a:pt x="580" y="488"/>
                    <a:pt x="580" y="502"/>
                  </a:cubicBezTo>
                  <a:cubicBezTo>
                    <a:pt x="580" y="509"/>
                    <a:pt x="573" y="516"/>
                    <a:pt x="566" y="523"/>
                  </a:cubicBezTo>
                  <a:close/>
                  <a:moveTo>
                    <a:pt x="474" y="495"/>
                  </a:moveTo>
                  <a:lnTo>
                    <a:pt x="474" y="495"/>
                  </a:lnTo>
                  <a:cubicBezTo>
                    <a:pt x="467" y="488"/>
                    <a:pt x="453" y="481"/>
                    <a:pt x="439" y="481"/>
                  </a:cubicBezTo>
                  <a:cubicBezTo>
                    <a:pt x="403" y="481"/>
                    <a:pt x="382" y="509"/>
                    <a:pt x="382" y="537"/>
                  </a:cubicBezTo>
                  <a:cubicBezTo>
                    <a:pt x="382" y="558"/>
                    <a:pt x="389" y="573"/>
                    <a:pt x="396" y="580"/>
                  </a:cubicBezTo>
                  <a:cubicBezTo>
                    <a:pt x="424" y="608"/>
                    <a:pt x="424" y="608"/>
                    <a:pt x="424" y="608"/>
                  </a:cubicBezTo>
                  <a:cubicBezTo>
                    <a:pt x="29" y="608"/>
                    <a:pt x="29" y="608"/>
                    <a:pt x="29" y="608"/>
                  </a:cubicBezTo>
                  <a:cubicBezTo>
                    <a:pt x="15" y="608"/>
                    <a:pt x="0" y="594"/>
                    <a:pt x="0" y="580"/>
                  </a:cubicBezTo>
                  <a:cubicBezTo>
                    <a:pt x="0" y="85"/>
                    <a:pt x="0" y="85"/>
                    <a:pt x="0" y="85"/>
                  </a:cubicBezTo>
                  <a:cubicBezTo>
                    <a:pt x="0" y="71"/>
                    <a:pt x="15" y="56"/>
                    <a:pt x="29" y="56"/>
                  </a:cubicBezTo>
                  <a:cubicBezTo>
                    <a:pt x="78" y="56"/>
                    <a:pt x="78" y="56"/>
                    <a:pt x="78" y="56"/>
                  </a:cubicBezTo>
                  <a:cubicBezTo>
                    <a:pt x="78" y="85"/>
                    <a:pt x="78" y="85"/>
                    <a:pt x="78" y="85"/>
                  </a:cubicBezTo>
                  <a:cubicBezTo>
                    <a:pt x="78" y="120"/>
                    <a:pt x="106" y="141"/>
                    <a:pt x="135" y="141"/>
                  </a:cubicBezTo>
                  <a:cubicBezTo>
                    <a:pt x="163" y="141"/>
                    <a:pt x="191" y="120"/>
                    <a:pt x="191" y="85"/>
                  </a:cubicBezTo>
                  <a:cubicBezTo>
                    <a:pt x="191" y="56"/>
                    <a:pt x="191" y="56"/>
                    <a:pt x="191" y="56"/>
                  </a:cubicBezTo>
                  <a:cubicBezTo>
                    <a:pt x="219" y="56"/>
                    <a:pt x="219" y="56"/>
                    <a:pt x="219" y="56"/>
                  </a:cubicBezTo>
                  <a:cubicBezTo>
                    <a:pt x="219" y="85"/>
                    <a:pt x="219" y="85"/>
                    <a:pt x="219" y="85"/>
                  </a:cubicBezTo>
                  <a:cubicBezTo>
                    <a:pt x="219" y="120"/>
                    <a:pt x="248" y="141"/>
                    <a:pt x="276" y="141"/>
                  </a:cubicBezTo>
                  <a:cubicBezTo>
                    <a:pt x="304" y="141"/>
                    <a:pt x="333" y="120"/>
                    <a:pt x="333" y="85"/>
                  </a:cubicBezTo>
                  <a:cubicBezTo>
                    <a:pt x="333" y="56"/>
                    <a:pt x="333" y="56"/>
                    <a:pt x="333" y="56"/>
                  </a:cubicBezTo>
                  <a:cubicBezTo>
                    <a:pt x="361" y="56"/>
                    <a:pt x="361" y="56"/>
                    <a:pt x="361" y="56"/>
                  </a:cubicBezTo>
                  <a:cubicBezTo>
                    <a:pt x="361" y="85"/>
                    <a:pt x="361" y="85"/>
                    <a:pt x="361" y="85"/>
                  </a:cubicBezTo>
                  <a:cubicBezTo>
                    <a:pt x="361" y="120"/>
                    <a:pt x="389" y="141"/>
                    <a:pt x="417" y="141"/>
                  </a:cubicBezTo>
                  <a:cubicBezTo>
                    <a:pt x="446" y="141"/>
                    <a:pt x="474" y="120"/>
                    <a:pt x="474" y="85"/>
                  </a:cubicBezTo>
                  <a:cubicBezTo>
                    <a:pt x="474" y="56"/>
                    <a:pt x="474" y="56"/>
                    <a:pt x="474" y="56"/>
                  </a:cubicBezTo>
                  <a:cubicBezTo>
                    <a:pt x="523" y="56"/>
                    <a:pt x="523" y="56"/>
                    <a:pt x="523" y="56"/>
                  </a:cubicBezTo>
                  <a:cubicBezTo>
                    <a:pt x="537" y="56"/>
                    <a:pt x="552" y="71"/>
                    <a:pt x="552" y="85"/>
                  </a:cubicBezTo>
                  <a:cubicBezTo>
                    <a:pt x="552" y="445"/>
                    <a:pt x="552" y="445"/>
                    <a:pt x="552" y="445"/>
                  </a:cubicBezTo>
                  <a:cubicBezTo>
                    <a:pt x="530" y="445"/>
                    <a:pt x="516" y="452"/>
                    <a:pt x="509" y="460"/>
                  </a:cubicBezTo>
                  <a:lnTo>
                    <a:pt x="474" y="495"/>
                  </a:lnTo>
                  <a:close/>
                  <a:moveTo>
                    <a:pt x="78" y="488"/>
                  </a:moveTo>
                  <a:lnTo>
                    <a:pt x="78" y="488"/>
                  </a:lnTo>
                  <a:cubicBezTo>
                    <a:pt x="78" y="502"/>
                    <a:pt x="85" y="509"/>
                    <a:pt x="99" y="509"/>
                  </a:cubicBezTo>
                  <a:cubicBezTo>
                    <a:pt x="283" y="509"/>
                    <a:pt x="283" y="509"/>
                    <a:pt x="283" y="509"/>
                  </a:cubicBezTo>
                  <a:cubicBezTo>
                    <a:pt x="297" y="509"/>
                    <a:pt x="304" y="502"/>
                    <a:pt x="304" y="488"/>
                  </a:cubicBezTo>
                  <a:cubicBezTo>
                    <a:pt x="304" y="474"/>
                    <a:pt x="297" y="467"/>
                    <a:pt x="283" y="467"/>
                  </a:cubicBezTo>
                  <a:cubicBezTo>
                    <a:pt x="99" y="467"/>
                    <a:pt x="99" y="467"/>
                    <a:pt x="99" y="467"/>
                  </a:cubicBezTo>
                  <a:cubicBezTo>
                    <a:pt x="85" y="467"/>
                    <a:pt x="78" y="474"/>
                    <a:pt x="78" y="488"/>
                  </a:cubicBezTo>
                  <a:close/>
                  <a:moveTo>
                    <a:pt x="446" y="219"/>
                  </a:moveTo>
                  <a:lnTo>
                    <a:pt x="446" y="219"/>
                  </a:lnTo>
                  <a:cubicBezTo>
                    <a:pt x="106" y="219"/>
                    <a:pt x="106" y="219"/>
                    <a:pt x="106" y="219"/>
                  </a:cubicBezTo>
                  <a:cubicBezTo>
                    <a:pt x="92" y="219"/>
                    <a:pt x="78" y="233"/>
                    <a:pt x="78" y="247"/>
                  </a:cubicBezTo>
                  <a:cubicBezTo>
                    <a:pt x="78" y="262"/>
                    <a:pt x="92" y="276"/>
                    <a:pt x="106" y="276"/>
                  </a:cubicBezTo>
                  <a:cubicBezTo>
                    <a:pt x="446" y="276"/>
                    <a:pt x="446" y="276"/>
                    <a:pt x="446" y="276"/>
                  </a:cubicBezTo>
                  <a:cubicBezTo>
                    <a:pt x="460" y="276"/>
                    <a:pt x="474" y="262"/>
                    <a:pt x="474" y="247"/>
                  </a:cubicBezTo>
                  <a:cubicBezTo>
                    <a:pt x="474" y="233"/>
                    <a:pt x="460" y="219"/>
                    <a:pt x="446" y="219"/>
                  </a:cubicBezTo>
                  <a:close/>
                  <a:moveTo>
                    <a:pt x="446" y="339"/>
                  </a:moveTo>
                  <a:lnTo>
                    <a:pt x="446" y="339"/>
                  </a:lnTo>
                  <a:cubicBezTo>
                    <a:pt x="276" y="339"/>
                    <a:pt x="276" y="339"/>
                    <a:pt x="276" y="339"/>
                  </a:cubicBezTo>
                  <a:cubicBezTo>
                    <a:pt x="226" y="339"/>
                    <a:pt x="226" y="339"/>
                    <a:pt x="226" y="339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92" y="339"/>
                    <a:pt x="78" y="353"/>
                    <a:pt x="78" y="367"/>
                  </a:cubicBezTo>
                  <a:cubicBezTo>
                    <a:pt x="78" y="389"/>
                    <a:pt x="92" y="396"/>
                    <a:pt x="106" y="396"/>
                  </a:cubicBezTo>
                  <a:cubicBezTo>
                    <a:pt x="226" y="396"/>
                    <a:pt x="226" y="396"/>
                    <a:pt x="226" y="396"/>
                  </a:cubicBezTo>
                  <a:cubicBezTo>
                    <a:pt x="276" y="396"/>
                    <a:pt x="276" y="396"/>
                    <a:pt x="276" y="396"/>
                  </a:cubicBezTo>
                  <a:cubicBezTo>
                    <a:pt x="446" y="396"/>
                    <a:pt x="446" y="396"/>
                    <a:pt x="446" y="396"/>
                  </a:cubicBezTo>
                  <a:cubicBezTo>
                    <a:pt x="460" y="396"/>
                    <a:pt x="474" y="389"/>
                    <a:pt x="474" y="367"/>
                  </a:cubicBezTo>
                  <a:cubicBezTo>
                    <a:pt x="474" y="353"/>
                    <a:pt x="460" y="339"/>
                    <a:pt x="446" y="339"/>
                  </a:cubicBezTo>
                  <a:close/>
                  <a:moveTo>
                    <a:pt x="417" y="113"/>
                  </a:moveTo>
                  <a:lnTo>
                    <a:pt x="417" y="113"/>
                  </a:lnTo>
                  <a:cubicBezTo>
                    <a:pt x="403" y="113"/>
                    <a:pt x="389" y="106"/>
                    <a:pt x="389" y="85"/>
                  </a:cubicBezTo>
                  <a:cubicBezTo>
                    <a:pt x="389" y="28"/>
                    <a:pt x="389" y="28"/>
                    <a:pt x="389" y="28"/>
                  </a:cubicBezTo>
                  <a:cubicBezTo>
                    <a:pt x="389" y="14"/>
                    <a:pt x="403" y="0"/>
                    <a:pt x="417" y="0"/>
                  </a:cubicBezTo>
                  <a:cubicBezTo>
                    <a:pt x="431" y="0"/>
                    <a:pt x="446" y="14"/>
                    <a:pt x="446" y="28"/>
                  </a:cubicBezTo>
                  <a:cubicBezTo>
                    <a:pt x="446" y="85"/>
                    <a:pt x="446" y="85"/>
                    <a:pt x="446" y="85"/>
                  </a:cubicBezTo>
                  <a:cubicBezTo>
                    <a:pt x="446" y="106"/>
                    <a:pt x="431" y="113"/>
                    <a:pt x="417" y="113"/>
                  </a:cubicBezTo>
                  <a:close/>
                  <a:moveTo>
                    <a:pt x="276" y="113"/>
                  </a:moveTo>
                  <a:lnTo>
                    <a:pt x="276" y="113"/>
                  </a:lnTo>
                  <a:cubicBezTo>
                    <a:pt x="262" y="113"/>
                    <a:pt x="248" y="106"/>
                    <a:pt x="248" y="85"/>
                  </a:cubicBezTo>
                  <a:cubicBezTo>
                    <a:pt x="248" y="28"/>
                    <a:pt x="248" y="28"/>
                    <a:pt x="248" y="28"/>
                  </a:cubicBezTo>
                  <a:cubicBezTo>
                    <a:pt x="248" y="14"/>
                    <a:pt x="262" y="0"/>
                    <a:pt x="276" y="0"/>
                  </a:cubicBezTo>
                  <a:cubicBezTo>
                    <a:pt x="290" y="0"/>
                    <a:pt x="304" y="14"/>
                    <a:pt x="304" y="28"/>
                  </a:cubicBezTo>
                  <a:cubicBezTo>
                    <a:pt x="304" y="85"/>
                    <a:pt x="304" y="85"/>
                    <a:pt x="304" y="85"/>
                  </a:cubicBezTo>
                  <a:cubicBezTo>
                    <a:pt x="304" y="106"/>
                    <a:pt x="290" y="113"/>
                    <a:pt x="276" y="11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21" y="113"/>
                    <a:pt x="106" y="106"/>
                    <a:pt x="106" y="85"/>
                  </a:cubicBezTo>
                  <a:cubicBezTo>
                    <a:pt x="106" y="28"/>
                    <a:pt x="106" y="28"/>
                    <a:pt x="106" y="28"/>
                  </a:cubicBezTo>
                  <a:cubicBezTo>
                    <a:pt x="106" y="14"/>
                    <a:pt x="121" y="0"/>
                    <a:pt x="135" y="0"/>
                  </a:cubicBezTo>
                  <a:cubicBezTo>
                    <a:pt x="149" y="0"/>
                    <a:pt x="163" y="14"/>
                    <a:pt x="163" y="28"/>
                  </a:cubicBezTo>
                  <a:cubicBezTo>
                    <a:pt x="163" y="85"/>
                    <a:pt x="163" y="85"/>
                    <a:pt x="163" y="85"/>
                  </a:cubicBezTo>
                  <a:cubicBezTo>
                    <a:pt x="163" y="106"/>
                    <a:pt x="149" y="113"/>
                    <a:pt x="135" y="113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8" name="组合 7"/>
          <p:cNvGrpSpPr/>
          <p:nvPr userDrawn="1"/>
        </p:nvGrpSpPr>
        <p:grpSpPr>
          <a:xfrm>
            <a:off x="6191205" y="1700678"/>
            <a:ext cx="575989" cy="576197"/>
            <a:chOff x="4788024" y="1275213"/>
            <a:chExt cx="432048" cy="432048"/>
          </a:xfrm>
        </p:grpSpPr>
        <p:sp>
          <p:nvSpPr>
            <p:cNvPr id="17" name="椭圆 65"/>
            <p:cNvSpPr>
              <a:spLocks noChangeArrowheads="1"/>
            </p:cNvSpPr>
            <p:nvPr/>
          </p:nvSpPr>
          <p:spPr bwMode="auto">
            <a:xfrm>
              <a:off x="4788024" y="1275213"/>
              <a:ext cx="432048" cy="432048"/>
            </a:xfrm>
            <a:prstGeom prst="ellipse">
              <a:avLst/>
            </a:prstGeom>
            <a:solidFill>
              <a:srgbClr val="F79600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0" name="Freeform 110"/>
            <p:cNvSpPr>
              <a:spLocks noChangeArrowheads="1"/>
            </p:cNvSpPr>
            <p:nvPr/>
          </p:nvSpPr>
          <p:spPr bwMode="auto">
            <a:xfrm>
              <a:off x="4891102" y="1366806"/>
              <a:ext cx="250679" cy="248862"/>
            </a:xfrm>
            <a:custGeom>
              <a:avLst/>
              <a:gdLst>
                <a:gd name="T0" fmla="*/ 78678142 w 609"/>
                <a:gd name="T1" fmla="*/ 71002280 h 602"/>
                <a:gd name="T2" fmla="*/ 78678142 w 609"/>
                <a:gd name="T3" fmla="*/ 71002280 h 602"/>
                <a:gd name="T4" fmla="*/ 71302258 w 609"/>
                <a:gd name="T5" fmla="*/ 78441997 h 602"/>
                <a:gd name="T6" fmla="*/ 65867111 w 609"/>
                <a:gd name="T7" fmla="*/ 76614673 h 602"/>
                <a:gd name="T8" fmla="*/ 44774038 w 609"/>
                <a:gd name="T9" fmla="*/ 54426302 h 602"/>
                <a:gd name="T10" fmla="*/ 29245613 w 609"/>
                <a:gd name="T11" fmla="*/ 59125033 h 602"/>
                <a:gd name="T12" fmla="*/ 0 w 609"/>
                <a:gd name="T13" fmla="*/ 29497307 h 602"/>
                <a:gd name="T14" fmla="*/ 29245613 w 609"/>
                <a:gd name="T15" fmla="*/ 0 h 602"/>
                <a:gd name="T16" fmla="*/ 58491226 w 609"/>
                <a:gd name="T17" fmla="*/ 29497307 h 602"/>
                <a:gd name="T18" fmla="*/ 54867675 w 609"/>
                <a:gd name="T19" fmla="*/ 44376380 h 602"/>
                <a:gd name="T20" fmla="*/ 75960749 w 609"/>
                <a:gd name="T21" fmla="*/ 65520668 h 602"/>
                <a:gd name="T22" fmla="*/ 78678142 w 609"/>
                <a:gd name="T23" fmla="*/ 71002280 h 602"/>
                <a:gd name="T24" fmla="*/ 29245613 w 609"/>
                <a:gd name="T25" fmla="*/ 7439717 h 602"/>
                <a:gd name="T26" fmla="*/ 29245613 w 609"/>
                <a:gd name="T27" fmla="*/ 7439717 h 602"/>
                <a:gd name="T28" fmla="*/ 7246742 w 609"/>
                <a:gd name="T29" fmla="*/ 29497307 h 602"/>
                <a:gd name="T30" fmla="*/ 29245613 w 609"/>
                <a:gd name="T31" fmla="*/ 51685677 h 602"/>
                <a:gd name="T32" fmla="*/ 51244484 w 609"/>
                <a:gd name="T33" fmla="*/ 29497307 h 602"/>
                <a:gd name="T34" fmla="*/ 29245613 w 609"/>
                <a:gd name="T35" fmla="*/ 7439717 h 602"/>
                <a:gd name="T36" fmla="*/ 42056644 w 609"/>
                <a:gd name="T37" fmla="*/ 33282375 h 602"/>
                <a:gd name="T38" fmla="*/ 42056644 w 609"/>
                <a:gd name="T39" fmla="*/ 33282375 h 602"/>
                <a:gd name="T40" fmla="*/ 32868804 w 609"/>
                <a:gd name="T41" fmla="*/ 33282375 h 602"/>
                <a:gd name="T42" fmla="*/ 32868804 w 609"/>
                <a:gd name="T43" fmla="*/ 41504973 h 602"/>
                <a:gd name="T44" fmla="*/ 29245613 w 609"/>
                <a:gd name="T45" fmla="*/ 45290042 h 602"/>
                <a:gd name="T46" fmla="*/ 25622062 w 609"/>
                <a:gd name="T47" fmla="*/ 41504973 h 602"/>
                <a:gd name="T48" fmla="*/ 25622062 w 609"/>
                <a:gd name="T49" fmla="*/ 33282375 h 602"/>
                <a:gd name="T50" fmla="*/ 17340380 w 609"/>
                <a:gd name="T51" fmla="*/ 33282375 h 602"/>
                <a:gd name="T52" fmla="*/ 13716829 w 609"/>
                <a:gd name="T53" fmla="*/ 29497307 h 602"/>
                <a:gd name="T54" fmla="*/ 17340380 w 609"/>
                <a:gd name="T55" fmla="*/ 25842658 h 602"/>
                <a:gd name="T56" fmla="*/ 25622062 w 609"/>
                <a:gd name="T57" fmla="*/ 25842658 h 602"/>
                <a:gd name="T58" fmla="*/ 25622062 w 609"/>
                <a:gd name="T59" fmla="*/ 16575978 h 602"/>
                <a:gd name="T60" fmla="*/ 29245613 w 609"/>
                <a:gd name="T61" fmla="*/ 12921329 h 602"/>
                <a:gd name="T62" fmla="*/ 32868804 w 609"/>
                <a:gd name="T63" fmla="*/ 16575978 h 602"/>
                <a:gd name="T64" fmla="*/ 32868804 w 609"/>
                <a:gd name="T65" fmla="*/ 25842658 h 602"/>
                <a:gd name="T66" fmla="*/ 42056644 w 609"/>
                <a:gd name="T67" fmla="*/ 25842658 h 602"/>
                <a:gd name="T68" fmla="*/ 45679835 w 609"/>
                <a:gd name="T69" fmla="*/ 29497307 h 602"/>
                <a:gd name="T70" fmla="*/ 42056644 w 609"/>
                <a:gd name="T71" fmla="*/ 33282375 h 60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609" h="602">
                  <a:moveTo>
                    <a:pt x="608" y="544"/>
                  </a:moveTo>
                  <a:lnTo>
                    <a:pt x="608" y="544"/>
                  </a:lnTo>
                  <a:cubicBezTo>
                    <a:pt x="608" y="573"/>
                    <a:pt x="579" y="601"/>
                    <a:pt x="551" y="601"/>
                  </a:cubicBezTo>
                  <a:cubicBezTo>
                    <a:pt x="530" y="601"/>
                    <a:pt x="516" y="594"/>
                    <a:pt x="509" y="587"/>
                  </a:cubicBezTo>
                  <a:cubicBezTo>
                    <a:pt x="346" y="417"/>
                    <a:pt x="346" y="417"/>
                    <a:pt x="346" y="417"/>
                  </a:cubicBezTo>
                  <a:cubicBezTo>
                    <a:pt x="311" y="438"/>
                    <a:pt x="269" y="453"/>
                    <a:pt x="226" y="453"/>
                  </a:cubicBezTo>
                  <a:cubicBezTo>
                    <a:pt x="106" y="453"/>
                    <a:pt x="0" y="347"/>
                    <a:pt x="0" y="226"/>
                  </a:cubicBezTo>
                  <a:cubicBezTo>
                    <a:pt x="0" y="99"/>
                    <a:pt x="106" y="0"/>
                    <a:pt x="226" y="0"/>
                  </a:cubicBezTo>
                  <a:cubicBezTo>
                    <a:pt x="353" y="0"/>
                    <a:pt x="452" y="99"/>
                    <a:pt x="452" y="226"/>
                  </a:cubicBezTo>
                  <a:cubicBezTo>
                    <a:pt x="452" y="269"/>
                    <a:pt x="445" y="304"/>
                    <a:pt x="424" y="340"/>
                  </a:cubicBezTo>
                  <a:cubicBezTo>
                    <a:pt x="587" y="502"/>
                    <a:pt x="587" y="502"/>
                    <a:pt x="587" y="502"/>
                  </a:cubicBezTo>
                  <a:cubicBezTo>
                    <a:pt x="601" y="516"/>
                    <a:pt x="608" y="530"/>
                    <a:pt x="608" y="544"/>
                  </a:cubicBezTo>
                  <a:close/>
                  <a:moveTo>
                    <a:pt x="226" y="57"/>
                  </a:moveTo>
                  <a:lnTo>
                    <a:pt x="226" y="57"/>
                  </a:lnTo>
                  <a:cubicBezTo>
                    <a:pt x="134" y="57"/>
                    <a:pt x="56" y="127"/>
                    <a:pt x="56" y="226"/>
                  </a:cubicBezTo>
                  <a:cubicBezTo>
                    <a:pt x="56" y="318"/>
                    <a:pt x="134" y="396"/>
                    <a:pt x="226" y="396"/>
                  </a:cubicBezTo>
                  <a:cubicBezTo>
                    <a:pt x="325" y="396"/>
                    <a:pt x="396" y="318"/>
                    <a:pt x="396" y="226"/>
                  </a:cubicBezTo>
                  <a:cubicBezTo>
                    <a:pt x="396" y="127"/>
                    <a:pt x="325" y="57"/>
                    <a:pt x="226" y="57"/>
                  </a:cubicBezTo>
                  <a:close/>
                  <a:moveTo>
                    <a:pt x="325" y="255"/>
                  </a:moveTo>
                  <a:lnTo>
                    <a:pt x="325" y="255"/>
                  </a:lnTo>
                  <a:cubicBezTo>
                    <a:pt x="254" y="255"/>
                    <a:pt x="254" y="255"/>
                    <a:pt x="254" y="255"/>
                  </a:cubicBezTo>
                  <a:cubicBezTo>
                    <a:pt x="254" y="318"/>
                    <a:pt x="254" y="318"/>
                    <a:pt x="254" y="318"/>
                  </a:cubicBezTo>
                  <a:cubicBezTo>
                    <a:pt x="254" y="333"/>
                    <a:pt x="247" y="347"/>
                    <a:pt x="226" y="347"/>
                  </a:cubicBezTo>
                  <a:cubicBezTo>
                    <a:pt x="212" y="347"/>
                    <a:pt x="198" y="333"/>
                    <a:pt x="198" y="318"/>
                  </a:cubicBezTo>
                  <a:cubicBezTo>
                    <a:pt x="198" y="255"/>
                    <a:pt x="198" y="255"/>
                    <a:pt x="198" y="255"/>
                  </a:cubicBezTo>
                  <a:cubicBezTo>
                    <a:pt x="134" y="255"/>
                    <a:pt x="134" y="255"/>
                    <a:pt x="134" y="255"/>
                  </a:cubicBezTo>
                  <a:cubicBezTo>
                    <a:pt x="120" y="255"/>
                    <a:pt x="106" y="241"/>
                    <a:pt x="106" y="226"/>
                  </a:cubicBezTo>
                  <a:cubicBezTo>
                    <a:pt x="106" y="205"/>
                    <a:pt x="120" y="198"/>
                    <a:pt x="134" y="198"/>
                  </a:cubicBezTo>
                  <a:cubicBezTo>
                    <a:pt x="198" y="198"/>
                    <a:pt x="198" y="198"/>
                    <a:pt x="198" y="198"/>
                  </a:cubicBezTo>
                  <a:cubicBezTo>
                    <a:pt x="198" y="127"/>
                    <a:pt x="198" y="127"/>
                    <a:pt x="198" y="127"/>
                  </a:cubicBezTo>
                  <a:cubicBezTo>
                    <a:pt x="198" y="113"/>
                    <a:pt x="212" y="99"/>
                    <a:pt x="226" y="99"/>
                  </a:cubicBezTo>
                  <a:cubicBezTo>
                    <a:pt x="247" y="99"/>
                    <a:pt x="254" y="113"/>
                    <a:pt x="254" y="127"/>
                  </a:cubicBezTo>
                  <a:cubicBezTo>
                    <a:pt x="254" y="198"/>
                    <a:pt x="254" y="198"/>
                    <a:pt x="254" y="198"/>
                  </a:cubicBezTo>
                  <a:cubicBezTo>
                    <a:pt x="325" y="198"/>
                    <a:pt x="325" y="198"/>
                    <a:pt x="325" y="198"/>
                  </a:cubicBezTo>
                  <a:cubicBezTo>
                    <a:pt x="339" y="198"/>
                    <a:pt x="353" y="205"/>
                    <a:pt x="353" y="226"/>
                  </a:cubicBezTo>
                  <a:cubicBezTo>
                    <a:pt x="353" y="241"/>
                    <a:pt x="339" y="255"/>
                    <a:pt x="325" y="25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9" name="组合 8"/>
          <p:cNvGrpSpPr/>
          <p:nvPr userDrawn="1"/>
        </p:nvGrpSpPr>
        <p:grpSpPr>
          <a:xfrm>
            <a:off x="7055189" y="1700153"/>
            <a:ext cx="577036" cy="577246"/>
            <a:chOff x="5436096" y="1274820"/>
            <a:chExt cx="432833" cy="432834"/>
          </a:xfrm>
        </p:grpSpPr>
        <p:sp>
          <p:nvSpPr>
            <p:cNvPr id="25" name="椭圆 16"/>
            <p:cNvSpPr>
              <a:spLocks noChangeArrowheads="1"/>
            </p:cNvSpPr>
            <p:nvPr/>
          </p:nvSpPr>
          <p:spPr bwMode="auto">
            <a:xfrm>
              <a:off x="5436096" y="1274820"/>
              <a:ext cx="432833" cy="43283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1" name="Freeform 16"/>
            <p:cNvSpPr>
              <a:spLocks noChangeArrowheads="1"/>
            </p:cNvSpPr>
            <p:nvPr/>
          </p:nvSpPr>
          <p:spPr bwMode="auto">
            <a:xfrm>
              <a:off x="5554420" y="1377705"/>
              <a:ext cx="196183" cy="227065"/>
            </a:xfrm>
            <a:custGeom>
              <a:avLst/>
              <a:gdLst>
                <a:gd name="T0" fmla="*/ 58106390 w 475"/>
                <a:gd name="T1" fmla="*/ 71207247 h 552"/>
                <a:gd name="T2" fmla="*/ 58106390 w 475"/>
                <a:gd name="T3" fmla="*/ 71207247 h 552"/>
                <a:gd name="T4" fmla="*/ 54327993 w 475"/>
                <a:gd name="T5" fmla="*/ 71207247 h 552"/>
                <a:gd name="T6" fmla="*/ 54327993 w 475"/>
                <a:gd name="T7" fmla="*/ 0 h 552"/>
                <a:gd name="T8" fmla="*/ 58106390 w 475"/>
                <a:gd name="T9" fmla="*/ 0 h 552"/>
                <a:gd name="T10" fmla="*/ 61754124 w 475"/>
                <a:gd name="T11" fmla="*/ 3618618 h 552"/>
                <a:gd name="T12" fmla="*/ 61754124 w 475"/>
                <a:gd name="T13" fmla="*/ 67588630 h 552"/>
                <a:gd name="T14" fmla="*/ 58106390 w 475"/>
                <a:gd name="T15" fmla="*/ 71207247 h 552"/>
                <a:gd name="T16" fmla="*/ 7426131 w 475"/>
                <a:gd name="T17" fmla="*/ 67588630 h 552"/>
                <a:gd name="T18" fmla="*/ 7426131 w 475"/>
                <a:gd name="T19" fmla="*/ 67588630 h 552"/>
                <a:gd name="T20" fmla="*/ 7426131 w 475"/>
                <a:gd name="T21" fmla="*/ 63970012 h 552"/>
                <a:gd name="T22" fmla="*/ 13809846 w 475"/>
                <a:gd name="T23" fmla="*/ 63970012 h 552"/>
                <a:gd name="T24" fmla="*/ 21235977 w 475"/>
                <a:gd name="T25" fmla="*/ 56603721 h 552"/>
                <a:gd name="T26" fmla="*/ 13809846 w 475"/>
                <a:gd name="T27" fmla="*/ 49237429 h 552"/>
                <a:gd name="T28" fmla="*/ 7426131 w 475"/>
                <a:gd name="T29" fmla="*/ 49237429 h 552"/>
                <a:gd name="T30" fmla="*/ 7426131 w 475"/>
                <a:gd name="T31" fmla="*/ 42905028 h 552"/>
                <a:gd name="T32" fmla="*/ 13809846 w 475"/>
                <a:gd name="T33" fmla="*/ 42905028 h 552"/>
                <a:gd name="T34" fmla="*/ 21235977 w 475"/>
                <a:gd name="T35" fmla="*/ 35539095 h 552"/>
                <a:gd name="T36" fmla="*/ 13809846 w 475"/>
                <a:gd name="T37" fmla="*/ 28301860 h 552"/>
                <a:gd name="T38" fmla="*/ 7426131 w 475"/>
                <a:gd name="T39" fmla="*/ 28301860 h 552"/>
                <a:gd name="T40" fmla="*/ 7426131 w 475"/>
                <a:gd name="T41" fmla="*/ 21840403 h 552"/>
                <a:gd name="T42" fmla="*/ 13809846 w 475"/>
                <a:gd name="T43" fmla="*/ 21840403 h 552"/>
                <a:gd name="T44" fmla="*/ 21235977 w 475"/>
                <a:gd name="T45" fmla="*/ 14603167 h 552"/>
                <a:gd name="T46" fmla="*/ 13809846 w 475"/>
                <a:gd name="T47" fmla="*/ 7236876 h 552"/>
                <a:gd name="T48" fmla="*/ 7426131 w 475"/>
                <a:gd name="T49" fmla="*/ 7236876 h 552"/>
                <a:gd name="T50" fmla="*/ 7426131 w 475"/>
                <a:gd name="T51" fmla="*/ 3618618 h 552"/>
                <a:gd name="T52" fmla="*/ 11074226 w 475"/>
                <a:gd name="T53" fmla="*/ 0 h 552"/>
                <a:gd name="T54" fmla="*/ 50680259 w 475"/>
                <a:gd name="T55" fmla="*/ 0 h 552"/>
                <a:gd name="T56" fmla="*/ 50680259 w 475"/>
                <a:gd name="T57" fmla="*/ 71207247 h 552"/>
                <a:gd name="T58" fmla="*/ 11074226 w 475"/>
                <a:gd name="T59" fmla="*/ 71207247 h 552"/>
                <a:gd name="T60" fmla="*/ 7426131 w 475"/>
                <a:gd name="T61" fmla="*/ 67588630 h 552"/>
                <a:gd name="T62" fmla="*/ 17588243 w 475"/>
                <a:gd name="T63" fmla="*/ 14603167 h 552"/>
                <a:gd name="T64" fmla="*/ 17588243 w 475"/>
                <a:gd name="T65" fmla="*/ 14603167 h 552"/>
                <a:gd name="T66" fmla="*/ 13809846 w 475"/>
                <a:gd name="T67" fmla="*/ 18221785 h 552"/>
                <a:gd name="T68" fmla="*/ 3778036 w 475"/>
                <a:gd name="T69" fmla="*/ 18221785 h 552"/>
                <a:gd name="T70" fmla="*/ 0 w 475"/>
                <a:gd name="T71" fmla="*/ 14603167 h 552"/>
                <a:gd name="T72" fmla="*/ 3778036 w 475"/>
                <a:gd name="T73" fmla="*/ 10984909 h 552"/>
                <a:gd name="T74" fmla="*/ 13809846 w 475"/>
                <a:gd name="T75" fmla="*/ 10984909 h 552"/>
                <a:gd name="T76" fmla="*/ 17588243 w 475"/>
                <a:gd name="T77" fmla="*/ 14603167 h 552"/>
                <a:gd name="T78" fmla="*/ 3778036 w 475"/>
                <a:gd name="T79" fmla="*/ 31920478 h 552"/>
                <a:gd name="T80" fmla="*/ 3778036 w 475"/>
                <a:gd name="T81" fmla="*/ 31920478 h 552"/>
                <a:gd name="T82" fmla="*/ 13809846 w 475"/>
                <a:gd name="T83" fmla="*/ 31920478 h 552"/>
                <a:gd name="T84" fmla="*/ 17588243 w 475"/>
                <a:gd name="T85" fmla="*/ 35539095 h 552"/>
                <a:gd name="T86" fmla="*/ 13809846 w 475"/>
                <a:gd name="T87" fmla="*/ 39286770 h 552"/>
                <a:gd name="T88" fmla="*/ 3778036 w 475"/>
                <a:gd name="T89" fmla="*/ 39286770 h 552"/>
                <a:gd name="T90" fmla="*/ 0 w 475"/>
                <a:gd name="T91" fmla="*/ 35539095 h 552"/>
                <a:gd name="T92" fmla="*/ 3778036 w 475"/>
                <a:gd name="T93" fmla="*/ 31920478 h 552"/>
                <a:gd name="T94" fmla="*/ 3778036 w 475"/>
                <a:gd name="T95" fmla="*/ 52985462 h 552"/>
                <a:gd name="T96" fmla="*/ 3778036 w 475"/>
                <a:gd name="T97" fmla="*/ 52985462 h 552"/>
                <a:gd name="T98" fmla="*/ 13809846 w 475"/>
                <a:gd name="T99" fmla="*/ 52985462 h 552"/>
                <a:gd name="T100" fmla="*/ 17588243 w 475"/>
                <a:gd name="T101" fmla="*/ 56603721 h 552"/>
                <a:gd name="T102" fmla="*/ 13809846 w 475"/>
                <a:gd name="T103" fmla="*/ 60222338 h 552"/>
                <a:gd name="T104" fmla="*/ 3778036 w 475"/>
                <a:gd name="T105" fmla="*/ 60222338 h 552"/>
                <a:gd name="T106" fmla="*/ 0 w 475"/>
                <a:gd name="T107" fmla="*/ 56603721 h 552"/>
                <a:gd name="T108" fmla="*/ 3778036 w 475"/>
                <a:gd name="T109" fmla="*/ 52985462 h 552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475" h="552">
                  <a:moveTo>
                    <a:pt x="446" y="551"/>
                  </a:moveTo>
                  <a:lnTo>
                    <a:pt x="446" y="551"/>
                  </a:lnTo>
                  <a:cubicBezTo>
                    <a:pt x="417" y="551"/>
                    <a:pt x="417" y="551"/>
                    <a:pt x="417" y="551"/>
                  </a:cubicBezTo>
                  <a:cubicBezTo>
                    <a:pt x="417" y="0"/>
                    <a:pt x="417" y="0"/>
                    <a:pt x="417" y="0"/>
                  </a:cubicBezTo>
                  <a:cubicBezTo>
                    <a:pt x="446" y="0"/>
                    <a:pt x="446" y="0"/>
                    <a:pt x="446" y="0"/>
                  </a:cubicBezTo>
                  <a:cubicBezTo>
                    <a:pt x="460" y="0"/>
                    <a:pt x="474" y="14"/>
                    <a:pt x="474" y="28"/>
                  </a:cubicBezTo>
                  <a:cubicBezTo>
                    <a:pt x="474" y="523"/>
                    <a:pt x="474" y="523"/>
                    <a:pt x="474" y="523"/>
                  </a:cubicBezTo>
                  <a:cubicBezTo>
                    <a:pt x="474" y="537"/>
                    <a:pt x="460" y="551"/>
                    <a:pt x="446" y="551"/>
                  </a:cubicBezTo>
                  <a:close/>
                  <a:moveTo>
                    <a:pt x="57" y="523"/>
                  </a:moveTo>
                  <a:lnTo>
                    <a:pt x="57" y="523"/>
                  </a:lnTo>
                  <a:cubicBezTo>
                    <a:pt x="57" y="495"/>
                    <a:pt x="57" y="495"/>
                    <a:pt x="57" y="495"/>
                  </a:cubicBezTo>
                  <a:cubicBezTo>
                    <a:pt x="106" y="495"/>
                    <a:pt x="106" y="495"/>
                    <a:pt x="106" y="495"/>
                  </a:cubicBezTo>
                  <a:cubicBezTo>
                    <a:pt x="135" y="495"/>
                    <a:pt x="163" y="466"/>
                    <a:pt x="163" y="438"/>
                  </a:cubicBezTo>
                  <a:cubicBezTo>
                    <a:pt x="163" y="403"/>
                    <a:pt x="135" y="381"/>
                    <a:pt x="106" y="381"/>
                  </a:cubicBezTo>
                  <a:cubicBezTo>
                    <a:pt x="57" y="381"/>
                    <a:pt x="57" y="381"/>
                    <a:pt x="57" y="381"/>
                  </a:cubicBezTo>
                  <a:cubicBezTo>
                    <a:pt x="57" y="332"/>
                    <a:pt x="57" y="332"/>
                    <a:pt x="57" y="332"/>
                  </a:cubicBezTo>
                  <a:cubicBezTo>
                    <a:pt x="106" y="332"/>
                    <a:pt x="106" y="332"/>
                    <a:pt x="106" y="332"/>
                  </a:cubicBezTo>
                  <a:cubicBezTo>
                    <a:pt x="135" y="332"/>
                    <a:pt x="163" y="304"/>
                    <a:pt x="163" y="275"/>
                  </a:cubicBezTo>
                  <a:cubicBezTo>
                    <a:pt x="163" y="247"/>
                    <a:pt x="135" y="219"/>
                    <a:pt x="106" y="219"/>
                  </a:cubicBezTo>
                  <a:cubicBezTo>
                    <a:pt x="57" y="219"/>
                    <a:pt x="57" y="219"/>
                    <a:pt x="57" y="219"/>
                  </a:cubicBezTo>
                  <a:cubicBezTo>
                    <a:pt x="57" y="169"/>
                    <a:pt x="57" y="169"/>
                    <a:pt x="57" y="169"/>
                  </a:cubicBezTo>
                  <a:cubicBezTo>
                    <a:pt x="106" y="169"/>
                    <a:pt x="106" y="169"/>
                    <a:pt x="106" y="169"/>
                  </a:cubicBezTo>
                  <a:cubicBezTo>
                    <a:pt x="135" y="169"/>
                    <a:pt x="163" y="148"/>
                    <a:pt x="163" y="113"/>
                  </a:cubicBezTo>
                  <a:cubicBezTo>
                    <a:pt x="163" y="85"/>
                    <a:pt x="135" y="56"/>
                    <a:pt x="106" y="56"/>
                  </a:cubicBezTo>
                  <a:cubicBezTo>
                    <a:pt x="57" y="56"/>
                    <a:pt x="57" y="56"/>
                    <a:pt x="57" y="56"/>
                  </a:cubicBezTo>
                  <a:cubicBezTo>
                    <a:pt x="57" y="28"/>
                    <a:pt x="57" y="28"/>
                    <a:pt x="57" y="28"/>
                  </a:cubicBezTo>
                  <a:cubicBezTo>
                    <a:pt x="57" y="14"/>
                    <a:pt x="71" y="0"/>
                    <a:pt x="85" y="0"/>
                  </a:cubicBezTo>
                  <a:cubicBezTo>
                    <a:pt x="389" y="0"/>
                    <a:pt x="389" y="0"/>
                    <a:pt x="389" y="0"/>
                  </a:cubicBezTo>
                  <a:cubicBezTo>
                    <a:pt x="389" y="551"/>
                    <a:pt x="389" y="551"/>
                    <a:pt x="389" y="551"/>
                  </a:cubicBezTo>
                  <a:cubicBezTo>
                    <a:pt x="85" y="551"/>
                    <a:pt x="85" y="551"/>
                    <a:pt x="85" y="551"/>
                  </a:cubicBezTo>
                  <a:cubicBezTo>
                    <a:pt x="71" y="551"/>
                    <a:pt x="57" y="537"/>
                    <a:pt x="57" y="52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35" y="134"/>
                    <a:pt x="120" y="141"/>
                    <a:pt x="106" y="141"/>
                  </a:cubicBezTo>
                  <a:cubicBezTo>
                    <a:pt x="29" y="141"/>
                    <a:pt x="29" y="141"/>
                    <a:pt x="29" y="141"/>
                  </a:cubicBezTo>
                  <a:cubicBezTo>
                    <a:pt x="15" y="141"/>
                    <a:pt x="0" y="134"/>
                    <a:pt x="0" y="113"/>
                  </a:cubicBezTo>
                  <a:cubicBezTo>
                    <a:pt x="0" y="99"/>
                    <a:pt x="15" y="85"/>
                    <a:pt x="29" y="85"/>
                  </a:cubicBezTo>
                  <a:cubicBezTo>
                    <a:pt x="106" y="85"/>
                    <a:pt x="106" y="85"/>
                    <a:pt x="106" y="85"/>
                  </a:cubicBezTo>
                  <a:cubicBezTo>
                    <a:pt x="120" y="85"/>
                    <a:pt x="135" y="99"/>
                    <a:pt x="135" y="113"/>
                  </a:cubicBezTo>
                  <a:close/>
                  <a:moveTo>
                    <a:pt x="29" y="247"/>
                  </a:moveTo>
                  <a:lnTo>
                    <a:pt x="29" y="247"/>
                  </a:lnTo>
                  <a:cubicBezTo>
                    <a:pt x="106" y="247"/>
                    <a:pt x="106" y="247"/>
                    <a:pt x="106" y="247"/>
                  </a:cubicBezTo>
                  <a:cubicBezTo>
                    <a:pt x="120" y="247"/>
                    <a:pt x="135" y="261"/>
                    <a:pt x="135" y="275"/>
                  </a:cubicBezTo>
                  <a:cubicBezTo>
                    <a:pt x="135" y="290"/>
                    <a:pt x="120" y="304"/>
                    <a:pt x="106" y="304"/>
                  </a:cubicBezTo>
                  <a:cubicBezTo>
                    <a:pt x="29" y="304"/>
                    <a:pt x="29" y="304"/>
                    <a:pt x="29" y="304"/>
                  </a:cubicBezTo>
                  <a:cubicBezTo>
                    <a:pt x="15" y="304"/>
                    <a:pt x="0" y="290"/>
                    <a:pt x="0" y="275"/>
                  </a:cubicBezTo>
                  <a:cubicBezTo>
                    <a:pt x="0" y="261"/>
                    <a:pt x="15" y="247"/>
                    <a:pt x="29" y="247"/>
                  </a:cubicBezTo>
                  <a:close/>
                  <a:moveTo>
                    <a:pt x="29" y="410"/>
                  </a:moveTo>
                  <a:lnTo>
                    <a:pt x="29" y="410"/>
                  </a:lnTo>
                  <a:cubicBezTo>
                    <a:pt x="106" y="410"/>
                    <a:pt x="106" y="410"/>
                    <a:pt x="106" y="410"/>
                  </a:cubicBezTo>
                  <a:cubicBezTo>
                    <a:pt x="120" y="410"/>
                    <a:pt x="135" y="417"/>
                    <a:pt x="135" y="438"/>
                  </a:cubicBezTo>
                  <a:cubicBezTo>
                    <a:pt x="135" y="452"/>
                    <a:pt x="120" y="466"/>
                    <a:pt x="106" y="466"/>
                  </a:cubicBezTo>
                  <a:cubicBezTo>
                    <a:pt x="29" y="466"/>
                    <a:pt x="29" y="466"/>
                    <a:pt x="29" y="466"/>
                  </a:cubicBezTo>
                  <a:cubicBezTo>
                    <a:pt x="15" y="466"/>
                    <a:pt x="0" y="452"/>
                    <a:pt x="0" y="438"/>
                  </a:cubicBezTo>
                  <a:cubicBezTo>
                    <a:pt x="0" y="417"/>
                    <a:pt x="15" y="410"/>
                    <a:pt x="29" y="41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0" name="组合 9"/>
          <p:cNvGrpSpPr/>
          <p:nvPr userDrawn="1"/>
        </p:nvGrpSpPr>
        <p:grpSpPr>
          <a:xfrm>
            <a:off x="4463238" y="1700153"/>
            <a:ext cx="577036" cy="577246"/>
            <a:chOff x="3491880" y="1274820"/>
            <a:chExt cx="432833" cy="432834"/>
          </a:xfrm>
        </p:grpSpPr>
        <p:sp>
          <p:nvSpPr>
            <p:cNvPr id="11" name="椭圆 16"/>
            <p:cNvSpPr>
              <a:spLocks noChangeArrowheads="1"/>
            </p:cNvSpPr>
            <p:nvPr/>
          </p:nvSpPr>
          <p:spPr bwMode="auto">
            <a:xfrm>
              <a:off x="3491880" y="1274820"/>
              <a:ext cx="432833" cy="432834"/>
            </a:xfrm>
            <a:prstGeom prst="ellipse">
              <a:avLst/>
            </a:prstGeom>
            <a:solidFill>
              <a:srgbClr val="1369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2" name="Freeform 75"/>
            <p:cNvSpPr>
              <a:spLocks noChangeArrowheads="1"/>
            </p:cNvSpPr>
            <p:nvPr/>
          </p:nvSpPr>
          <p:spPr bwMode="auto">
            <a:xfrm>
              <a:off x="3583864" y="1385879"/>
              <a:ext cx="248863" cy="210716"/>
            </a:xfrm>
            <a:custGeom>
              <a:avLst/>
              <a:gdLst>
                <a:gd name="T0" fmla="*/ 74657633 w 602"/>
                <a:gd name="T1" fmla="*/ 66362244 h 510"/>
                <a:gd name="T2" fmla="*/ 74657633 w 602"/>
                <a:gd name="T3" fmla="*/ 66362244 h 510"/>
                <a:gd name="T4" fmla="*/ 3654665 w 602"/>
                <a:gd name="T5" fmla="*/ 66362244 h 510"/>
                <a:gd name="T6" fmla="*/ 0 w 602"/>
                <a:gd name="T7" fmla="*/ 62711741 h 510"/>
                <a:gd name="T8" fmla="*/ 0 w 602"/>
                <a:gd name="T9" fmla="*/ 3650503 h 510"/>
                <a:gd name="T10" fmla="*/ 3654665 w 602"/>
                <a:gd name="T11" fmla="*/ 0 h 510"/>
                <a:gd name="T12" fmla="*/ 7308970 w 602"/>
                <a:gd name="T13" fmla="*/ 3650503 h 510"/>
                <a:gd name="T14" fmla="*/ 7308970 w 602"/>
                <a:gd name="T15" fmla="*/ 50717076 h 510"/>
                <a:gd name="T16" fmla="*/ 7308970 w 602"/>
                <a:gd name="T17" fmla="*/ 50717076 h 510"/>
                <a:gd name="T18" fmla="*/ 7308970 w 602"/>
                <a:gd name="T19" fmla="*/ 58930528 h 510"/>
                <a:gd name="T20" fmla="*/ 74657633 w 602"/>
                <a:gd name="T21" fmla="*/ 58930528 h 510"/>
                <a:gd name="T22" fmla="*/ 78442719 w 602"/>
                <a:gd name="T23" fmla="*/ 62711741 h 510"/>
                <a:gd name="T24" fmla="*/ 74657633 w 602"/>
                <a:gd name="T25" fmla="*/ 66362244 h 510"/>
                <a:gd name="T26" fmla="*/ 66434636 w 602"/>
                <a:gd name="T27" fmla="*/ 55280025 h 510"/>
                <a:gd name="T28" fmla="*/ 66434636 w 602"/>
                <a:gd name="T29" fmla="*/ 55280025 h 510"/>
                <a:gd name="T30" fmla="*/ 58995246 w 602"/>
                <a:gd name="T31" fmla="*/ 55280025 h 510"/>
                <a:gd name="T32" fmla="*/ 55340580 w 602"/>
                <a:gd name="T33" fmla="*/ 51629522 h 510"/>
                <a:gd name="T34" fmla="*/ 55340580 w 602"/>
                <a:gd name="T35" fmla="*/ 25814941 h 510"/>
                <a:gd name="T36" fmla="*/ 58995246 w 602"/>
                <a:gd name="T37" fmla="*/ 22164077 h 510"/>
                <a:gd name="T38" fmla="*/ 66434636 w 602"/>
                <a:gd name="T39" fmla="*/ 22164077 h 510"/>
                <a:gd name="T40" fmla="*/ 70089301 w 602"/>
                <a:gd name="T41" fmla="*/ 25814941 h 510"/>
                <a:gd name="T42" fmla="*/ 70089301 w 602"/>
                <a:gd name="T43" fmla="*/ 51629522 h 510"/>
                <a:gd name="T44" fmla="*/ 66434636 w 602"/>
                <a:gd name="T45" fmla="*/ 55280025 h 510"/>
                <a:gd name="T46" fmla="*/ 45159830 w 602"/>
                <a:gd name="T47" fmla="*/ 55280025 h 510"/>
                <a:gd name="T48" fmla="*/ 45159830 w 602"/>
                <a:gd name="T49" fmla="*/ 55280025 h 510"/>
                <a:gd name="T50" fmla="*/ 37850860 w 602"/>
                <a:gd name="T51" fmla="*/ 55280025 h 510"/>
                <a:gd name="T52" fmla="*/ 34065774 w 602"/>
                <a:gd name="T53" fmla="*/ 51629522 h 510"/>
                <a:gd name="T54" fmla="*/ 34065774 w 602"/>
                <a:gd name="T55" fmla="*/ 11082219 h 510"/>
                <a:gd name="T56" fmla="*/ 37850860 w 602"/>
                <a:gd name="T57" fmla="*/ 7431355 h 510"/>
                <a:gd name="T58" fmla="*/ 45159830 w 602"/>
                <a:gd name="T59" fmla="*/ 7431355 h 510"/>
                <a:gd name="T60" fmla="*/ 48814495 w 602"/>
                <a:gd name="T61" fmla="*/ 11082219 h 510"/>
                <a:gd name="T62" fmla="*/ 48814495 w 602"/>
                <a:gd name="T63" fmla="*/ 51629522 h 510"/>
                <a:gd name="T64" fmla="*/ 45159830 w 602"/>
                <a:gd name="T65" fmla="*/ 55280025 h 510"/>
                <a:gd name="T66" fmla="*/ 24929472 w 602"/>
                <a:gd name="T67" fmla="*/ 55280025 h 510"/>
                <a:gd name="T68" fmla="*/ 24929472 w 602"/>
                <a:gd name="T69" fmla="*/ 55280025 h 510"/>
                <a:gd name="T70" fmla="*/ 17489720 w 602"/>
                <a:gd name="T71" fmla="*/ 55280025 h 510"/>
                <a:gd name="T72" fmla="*/ 13835055 w 602"/>
                <a:gd name="T73" fmla="*/ 51629522 h 510"/>
                <a:gd name="T74" fmla="*/ 13835055 w 602"/>
                <a:gd name="T75" fmla="*/ 44198166 h 510"/>
                <a:gd name="T76" fmla="*/ 17489720 w 602"/>
                <a:gd name="T77" fmla="*/ 40547302 h 510"/>
                <a:gd name="T78" fmla="*/ 24929472 w 602"/>
                <a:gd name="T79" fmla="*/ 40547302 h 510"/>
                <a:gd name="T80" fmla="*/ 28583776 w 602"/>
                <a:gd name="T81" fmla="*/ 44198166 h 510"/>
                <a:gd name="T82" fmla="*/ 28583776 w 602"/>
                <a:gd name="T83" fmla="*/ 51629522 h 510"/>
                <a:gd name="T84" fmla="*/ 24929472 w 602"/>
                <a:gd name="T85" fmla="*/ 55280025 h 510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602" h="510">
                  <a:moveTo>
                    <a:pt x="572" y="509"/>
                  </a:moveTo>
                  <a:lnTo>
                    <a:pt x="572" y="509"/>
                  </a:lnTo>
                  <a:cubicBezTo>
                    <a:pt x="28" y="509"/>
                    <a:pt x="28" y="509"/>
                    <a:pt x="28" y="509"/>
                  </a:cubicBezTo>
                  <a:cubicBezTo>
                    <a:pt x="14" y="509"/>
                    <a:pt x="0" y="502"/>
                    <a:pt x="0" y="481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14"/>
                    <a:pt x="14" y="0"/>
                    <a:pt x="28" y="0"/>
                  </a:cubicBezTo>
                  <a:cubicBezTo>
                    <a:pt x="42" y="0"/>
                    <a:pt x="56" y="14"/>
                    <a:pt x="56" y="28"/>
                  </a:cubicBezTo>
                  <a:cubicBezTo>
                    <a:pt x="56" y="389"/>
                    <a:pt x="56" y="389"/>
                    <a:pt x="56" y="389"/>
                  </a:cubicBezTo>
                  <a:cubicBezTo>
                    <a:pt x="56" y="452"/>
                    <a:pt x="56" y="452"/>
                    <a:pt x="56" y="452"/>
                  </a:cubicBezTo>
                  <a:cubicBezTo>
                    <a:pt x="572" y="452"/>
                    <a:pt x="572" y="452"/>
                    <a:pt x="572" y="452"/>
                  </a:cubicBezTo>
                  <a:cubicBezTo>
                    <a:pt x="594" y="452"/>
                    <a:pt x="601" y="467"/>
                    <a:pt x="601" y="481"/>
                  </a:cubicBezTo>
                  <a:cubicBezTo>
                    <a:pt x="601" y="502"/>
                    <a:pt x="594" y="509"/>
                    <a:pt x="572" y="509"/>
                  </a:cubicBezTo>
                  <a:close/>
                  <a:moveTo>
                    <a:pt x="509" y="424"/>
                  </a:moveTo>
                  <a:lnTo>
                    <a:pt x="509" y="424"/>
                  </a:lnTo>
                  <a:cubicBezTo>
                    <a:pt x="452" y="424"/>
                    <a:pt x="452" y="424"/>
                    <a:pt x="452" y="424"/>
                  </a:cubicBezTo>
                  <a:cubicBezTo>
                    <a:pt x="438" y="424"/>
                    <a:pt x="424" y="417"/>
                    <a:pt x="424" y="396"/>
                  </a:cubicBezTo>
                  <a:cubicBezTo>
                    <a:pt x="424" y="198"/>
                    <a:pt x="424" y="198"/>
                    <a:pt x="424" y="198"/>
                  </a:cubicBezTo>
                  <a:cubicBezTo>
                    <a:pt x="424" y="184"/>
                    <a:pt x="438" y="170"/>
                    <a:pt x="452" y="170"/>
                  </a:cubicBezTo>
                  <a:cubicBezTo>
                    <a:pt x="509" y="170"/>
                    <a:pt x="509" y="170"/>
                    <a:pt x="509" y="170"/>
                  </a:cubicBezTo>
                  <a:cubicBezTo>
                    <a:pt x="523" y="170"/>
                    <a:pt x="537" y="184"/>
                    <a:pt x="537" y="198"/>
                  </a:cubicBezTo>
                  <a:cubicBezTo>
                    <a:pt x="537" y="396"/>
                    <a:pt x="537" y="396"/>
                    <a:pt x="537" y="396"/>
                  </a:cubicBezTo>
                  <a:cubicBezTo>
                    <a:pt x="537" y="417"/>
                    <a:pt x="523" y="424"/>
                    <a:pt x="509" y="424"/>
                  </a:cubicBezTo>
                  <a:close/>
                  <a:moveTo>
                    <a:pt x="346" y="424"/>
                  </a:moveTo>
                  <a:lnTo>
                    <a:pt x="346" y="424"/>
                  </a:lnTo>
                  <a:cubicBezTo>
                    <a:pt x="290" y="424"/>
                    <a:pt x="290" y="424"/>
                    <a:pt x="290" y="424"/>
                  </a:cubicBezTo>
                  <a:cubicBezTo>
                    <a:pt x="276" y="424"/>
                    <a:pt x="261" y="417"/>
                    <a:pt x="261" y="396"/>
                  </a:cubicBezTo>
                  <a:cubicBezTo>
                    <a:pt x="261" y="85"/>
                    <a:pt x="261" y="85"/>
                    <a:pt x="261" y="85"/>
                  </a:cubicBezTo>
                  <a:cubicBezTo>
                    <a:pt x="261" y="71"/>
                    <a:pt x="276" y="57"/>
                    <a:pt x="290" y="57"/>
                  </a:cubicBezTo>
                  <a:cubicBezTo>
                    <a:pt x="346" y="57"/>
                    <a:pt x="346" y="57"/>
                    <a:pt x="346" y="57"/>
                  </a:cubicBezTo>
                  <a:cubicBezTo>
                    <a:pt x="367" y="57"/>
                    <a:pt x="374" y="71"/>
                    <a:pt x="374" y="85"/>
                  </a:cubicBezTo>
                  <a:cubicBezTo>
                    <a:pt x="374" y="396"/>
                    <a:pt x="374" y="396"/>
                    <a:pt x="374" y="396"/>
                  </a:cubicBezTo>
                  <a:cubicBezTo>
                    <a:pt x="374" y="417"/>
                    <a:pt x="367" y="424"/>
                    <a:pt x="346" y="424"/>
                  </a:cubicBezTo>
                  <a:close/>
                  <a:moveTo>
                    <a:pt x="191" y="424"/>
                  </a:moveTo>
                  <a:lnTo>
                    <a:pt x="191" y="424"/>
                  </a:lnTo>
                  <a:cubicBezTo>
                    <a:pt x="134" y="424"/>
                    <a:pt x="134" y="424"/>
                    <a:pt x="134" y="424"/>
                  </a:cubicBezTo>
                  <a:cubicBezTo>
                    <a:pt x="113" y="424"/>
                    <a:pt x="106" y="417"/>
                    <a:pt x="106" y="396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106" y="325"/>
                    <a:pt x="113" y="311"/>
                    <a:pt x="134" y="311"/>
                  </a:cubicBezTo>
                  <a:cubicBezTo>
                    <a:pt x="191" y="311"/>
                    <a:pt x="191" y="311"/>
                    <a:pt x="191" y="311"/>
                  </a:cubicBezTo>
                  <a:cubicBezTo>
                    <a:pt x="205" y="311"/>
                    <a:pt x="219" y="325"/>
                    <a:pt x="219" y="339"/>
                  </a:cubicBezTo>
                  <a:cubicBezTo>
                    <a:pt x="219" y="396"/>
                    <a:pt x="219" y="396"/>
                    <a:pt x="219" y="396"/>
                  </a:cubicBezTo>
                  <a:cubicBezTo>
                    <a:pt x="219" y="417"/>
                    <a:pt x="205" y="424"/>
                    <a:pt x="191" y="42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2" name="组合 11"/>
          <p:cNvGrpSpPr/>
          <p:nvPr userDrawn="1"/>
        </p:nvGrpSpPr>
        <p:grpSpPr>
          <a:xfrm>
            <a:off x="5327222" y="1700153"/>
            <a:ext cx="577036" cy="577246"/>
            <a:chOff x="4139952" y="1274820"/>
            <a:chExt cx="432833" cy="432834"/>
          </a:xfrm>
        </p:grpSpPr>
        <p:sp>
          <p:nvSpPr>
            <p:cNvPr id="24" name="椭圆 16"/>
            <p:cNvSpPr>
              <a:spLocks noChangeArrowheads="1"/>
            </p:cNvSpPr>
            <p:nvPr/>
          </p:nvSpPr>
          <p:spPr bwMode="auto">
            <a:xfrm>
              <a:off x="4139952" y="1274820"/>
              <a:ext cx="432833" cy="432834"/>
            </a:xfrm>
            <a:prstGeom prst="ellipse">
              <a:avLst/>
            </a:prstGeom>
            <a:solidFill>
              <a:srgbClr val="3992DB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3" name="Freeform 84"/>
            <p:cNvSpPr>
              <a:spLocks noChangeArrowheads="1"/>
            </p:cNvSpPr>
            <p:nvPr/>
          </p:nvSpPr>
          <p:spPr bwMode="auto">
            <a:xfrm>
              <a:off x="4241546" y="1366806"/>
              <a:ext cx="248863" cy="248863"/>
            </a:xfrm>
            <a:custGeom>
              <a:avLst/>
              <a:gdLst>
                <a:gd name="T0" fmla="*/ 43332858 w 602"/>
                <a:gd name="T1" fmla="*/ 34979440 h 602"/>
                <a:gd name="T2" fmla="*/ 43332858 w 602"/>
                <a:gd name="T3" fmla="*/ 34979440 h 602"/>
                <a:gd name="T4" fmla="*/ 43332858 w 602"/>
                <a:gd name="T5" fmla="*/ 0 h 602"/>
                <a:gd name="T6" fmla="*/ 78442719 w 602"/>
                <a:gd name="T7" fmla="*/ 34979440 h 602"/>
                <a:gd name="T8" fmla="*/ 43332858 w 602"/>
                <a:gd name="T9" fmla="*/ 34979440 h 602"/>
                <a:gd name="T10" fmla="*/ 36023527 w 602"/>
                <a:gd name="T11" fmla="*/ 78442719 h 602"/>
                <a:gd name="T12" fmla="*/ 36023527 w 602"/>
                <a:gd name="T13" fmla="*/ 78442719 h 602"/>
                <a:gd name="T14" fmla="*/ 0 w 602"/>
                <a:gd name="T15" fmla="*/ 42419192 h 602"/>
                <a:gd name="T16" fmla="*/ 36023527 w 602"/>
                <a:gd name="T17" fmla="*/ 7308970 h 602"/>
                <a:gd name="T18" fmla="*/ 36023527 w 602"/>
                <a:gd name="T19" fmla="*/ 42419192 h 602"/>
                <a:gd name="T20" fmla="*/ 71002968 w 602"/>
                <a:gd name="T21" fmla="*/ 42419192 h 602"/>
                <a:gd name="T22" fmla="*/ 36023527 w 602"/>
                <a:gd name="T23" fmla="*/ 78442719 h 60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602" h="602">
                  <a:moveTo>
                    <a:pt x="332" y="268"/>
                  </a:moveTo>
                  <a:lnTo>
                    <a:pt x="332" y="268"/>
                  </a:lnTo>
                  <a:cubicBezTo>
                    <a:pt x="332" y="0"/>
                    <a:pt x="332" y="0"/>
                    <a:pt x="332" y="0"/>
                  </a:cubicBezTo>
                  <a:cubicBezTo>
                    <a:pt x="481" y="0"/>
                    <a:pt x="601" y="120"/>
                    <a:pt x="601" y="268"/>
                  </a:cubicBezTo>
                  <a:lnTo>
                    <a:pt x="332" y="268"/>
                  </a:lnTo>
                  <a:close/>
                  <a:moveTo>
                    <a:pt x="276" y="601"/>
                  </a:moveTo>
                  <a:lnTo>
                    <a:pt x="276" y="601"/>
                  </a:lnTo>
                  <a:cubicBezTo>
                    <a:pt x="120" y="601"/>
                    <a:pt x="0" y="480"/>
                    <a:pt x="0" y="325"/>
                  </a:cubicBezTo>
                  <a:cubicBezTo>
                    <a:pt x="0" y="176"/>
                    <a:pt x="120" y="56"/>
                    <a:pt x="276" y="56"/>
                  </a:cubicBezTo>
                  <a:cubicBezTo>
                    <a:pt x="276" y="325"/>
                    <a:pt x="276" y="325"/>
                    <a:pt x="276" y="325"/>
                  </a:cubicBezTo>
                  <a:cubicBezTo>
                    <a:pt x="544" y="325"/>
                    <a:pt x="544" y="325"/>
                    <a:pt x="544" y="325"/>
                  </a:cubicBezTo>
                  <a:cubicBezTo>
                    <a:pt x="544" y="480"/>
                    <a:pt x="424" y="601"/>
                    <a:pt x="276" y="60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pic>
        <p:nvPicPr>
          <p:cNvPr id="4" name="图片 3" descr="河大logo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632460" y="476630"/>
            <a:ext cx="2207762" cy="6444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/>
          <p:cNvCxnSpPr/>
          <p:nvPr userDrawn="1"/>
        </p:nvCxnSpPr>
        <p:spPr>
          <a:xfrm>
            <a:off x="1007304" y="834057"/>
            <a:ext cx="104638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 5"/>
          <p:cNvSpPr/>
          <p:nvPr userDrawn="1"/>
        </p:nvSpPr>
        <p:spPr>
          <a:xfrm>
            <a:off x="0" y="6794447"/>
            <a:ext cx="10631710" cy="84639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/>
          <p:cNvSpPr/>
          <p:nvPr userDrawn="1"/>
        </p:nvSpPr>
        <p:spPr>
          <a:xfrm>
            <a:off x="10703717" y="6794446"/>
            <a:ext cx="1486695" cy="8463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" name="图片 1" descr="三个三角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2255" y="103505"/>
            <a:ext cx="779145" cy="617855"/>
          </a:xfrm>
          <a:prstGeom prst="rect">
            <a:avLst/>
          </a:prstGeom>
        </p:spPr>
      </p:pic>
      <p:pic>
        <p:nvPicPr>
          <p:cNvPr id="4" name="图片 3" descr="河大logo"/>
          <p:cNvPicPr>
            <a:picLocks noChangeAspect="1"/>
          </p:cNvPicPr>
          <p:nvPr userDrawn="1"/>
        </p:nvPicPr>
        <p:blipFill>
          <a:blip r:embed="rId4" cstate="print"/>
          <a:srcRect r="69715"/>
          <a:stretch>
            <a:fillRect/>
          </a:stretch>
        </p:blipFill>
        <p:spPr>
          <a:xfrm>
            <a:off x="10875010" y="132080"/>
            <a:ext cx="611505" cy="5892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2959" y="4407922"/>
            <a:ext cx="10361851" cy="1362390"/>
          </a:xfrm>
        </p:spPr>
        <p:txBody>
          <a:bodyPr anchor="t"/>
          <a:lstStyle>
            <a:lvl1pPr algn="l">
              <a:defRPr sz="53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2959" y="2907386"/>
            <a:ext cx="10361851" cy="1500534"/>
          </a:xfrm>
        </p:spPr>
        <p:txBody>
          <a:bodyPr anchor="b"/>
          <a:lstStyle>
            <a:lvl1pPr marL="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1pPr>
            <a:lvl2pPr marL="609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8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84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80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76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72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68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2025/3/31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521" y="1600572"/>
            <a:ext cx="5384099" cy="4527011"/>
          </a:xfrm>
        </p:spPr>
        <p:txBody>
          <a:bodyPr/>
          <a:lstStyle>
            <a:lvl1pPr>
              <a:defRPr sz="3700"/>
            </a:lvl1pPr>
            <a:lvl2pPr>
              <a:defRPr sz="3200"/>
            </a:lvl2pPr>
            <a:lvl3pPr>
              <a:defRPr sz="27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6793" y="1600572"/>
            <a:ext cx="5384099" cy="4527011"/>
          </a:xfrm>
        </p:spPr>
        <p:txBody>
          <a:bodyPr/>
          <a:lstStyle>
            <a:lvl1pPr>
              <a:defRPr sz="3700"/>
            </a:lvl1pPr>
            <a:lvl2pPr>
              <a:defRPr sz="3200"/>
            </a:lvl2pPr>
            <a:lvl3pPr>
              <a:defRPr sz="27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2025/3/31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521" y="1535469"/>
            <a:ext cx="5386216" cy="639911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600" indent="0">
              <a:buNone/>
              <a:defRPr sz="2700" b="1"/>
            </a:lvl2pPr>
            <a:lvl3pPr marL="1219200" indent="0">
              <a:buNone/>
              <a:defRPr sz="2400" b="1"/>
            </a:lvl3pPr>
            <a:lvl4pPr marL="1828800" indent="0">
              <a:buNone/>
              <a:defRPr sz="2100" b="1"/>
            </a:lvl4pPr>
            <a:lvl5pPr marL="2438400" indent="0">
              <a:buNone/>
              <a:defRPr sz="2100" b="1"/>
            </a:lvl5pPr>
            <a:lvl6pPr marL="3048000" indent="0">
              <a:buNone/>
              <a:defRPr sz="2100" b="1"/>
            </a:lvl6pPr>
            <a:lvl7pPr marL="3657600" indent="0">
              <a:buNone/>
              <a:defRPr sz="2100" b="1"/>
            </a:lvl7pPr>
            <a:lvl8pPr marL="4267200" indent="0">
              <a:buNone/>
              <a:defRPr sz="2100" b="1"/>
            </a:lvl8pPr>
            <a:lvl9pPr marL="4876800" indent="0">
              <a:buNone/>
              <a:defRPr sz="21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521" y="2175378"/>
            <a:ext cx="5386216" cy="3952203"/>
          </a:xfrm>
        </p:spPr>
        <p:txBody>
          <a:bodyPr/>
          <a:lstStyle>
            <a:lvl1pPr>
              <a:defRPr sz="3200"/>
            </a:lvl1pPr>
            <a:lvl2pPr>
              <a:defRPr sz="2700"/>
            </a:lvl2pPr>
            <a:lvl3pPr>
              <a:defRPr sz="24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2562" y="1535469"/>
            <a:ext cx="5388332" cy="639911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600" indent="0">
              <a:buNone/>
              <a:defRPr sz="2700" b="1"/>
            </a:lvl2pPr>
            <a:lvl3pPr marL="1219200" indent="0">
              <a:buNone/>
              <a:defRPr sz="2400" b="1"/>
            </a:lvl3pPr>
            <a:lvl4pPr marL="1828800" indent="0">
              <a:buNone/>
              <a:defRPr sz="2100" b="1"/>
            </a:lvl4pPr>
            <a:lvl5pPr marL="2438400" indent="0">
              <a:buNone/>
              <a:defRPr sz="2100" b="1"/>
            </a:lvl5pPr>
            <a:lvl6pPr marL="3048000" indent="0">
              <a:buNone/>
              <a:defRPr sz="2100" b="1"/>
            </a:lvl6pPr>
            <a:lvl7pPr marL="3657600" indent="0">
              <a:buNone/>
              <a:defRPr sz="2100" b="1"/>
            </a:lvl7pPr>
            <a:lvl8pPr marL="4267200" indent="0">
              <a:buNone/>
              <a:defRPr sz="2100" b="1"/>
            </a:lvl8pPr>
            <a:lvl9pPr marL="4876800" indent="0">
              <a:buNone/>
              <a:defRPr sz="21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2562" y="2175378"/>
            <a:ext cx="5388332" cy="3952203"/>
          </a:xfrm>
        </p:spPr>
        <p:txBody>
          <a:bodyPr/>
          <a:lstStyle>
            <a:lvl1pPr>
              <a:defRPr sz="3200"/>
            </a:lvl1pPr>
            <a:lvl2pPr>
              <a:defRPr sz="2700"/>
            </a:lvl2pPr>
            <a:lvl3pPr>
              <a:defRPr sz="24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2025/3/31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2025/3/31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2025/3/31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等腰三角形 7"/>
          <p:cNvSpPr/>
          <p:nvPr userDrawn="1"/>
        </p:nvSpPr>
        <p:spPr>
          <a:xfrm flipH="1" flipV="1">
            <a:off x="-767029" y="-29126"/>
            <a:ext cx="3825848" cy="1804442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等腰三角形 8"/>
          <p:cNvSpPr/>
          <p:nvPr userDrawn="1"/>
        </p:nvSpPr>
        <p:spPr>
          <a:xfrm flipH="1" flipV="1">
            <a:off x="1413539" y="0"/>
            <a:ext cx="3825848" cy="1804442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等腰三角形 9"/>
          <p:cNvSpPr/>
          <p:nvPr userDrawn="1"/>
        </p:nvSpPr>
        <p:spPr>
          <a:xfrm>
            <a:off x="6085438" y="4298493"/>
            <a:ext cx="5426766" cy="2559507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等腰三角形 10"/>
          <p:cNvSpPr/>
          <p:nvPr userDrawn="1"/>
        </p:nvSpPr>
        <p:spPr>
          <a:xfrm>
            <a:off x="7741543" y="3609725"/>
            <a:ext cx="6887119" cy="3248275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1" name="组合 40"/>
          <p:cNvGrpSpPr/>
          <p:nvPr userDrawn="1"/>
        </p:nvGrpSpPr>
        <p:grpSpPr>
          <a:xfrm>
            <a:off x="2299248" y="4024505"/>
            <a:ext cx="7551038" cy="105497"/>
            <a:chOff x="2101845" y="3387257"/>
            <a:chExt cx="7551038" cy="105497"/>
          </a:xfrm>
        </p:grpSpPr>
        <p:cxnSp>
          <p:nvCxnSpPr>
            <p:cNvPr id="42" name="直接连接符 41"/>
            <p:cNvCxnSpPr/>
            <p:nvPr/>
          </p:nvCxnSpPr>
          <p:spPr>
            <a:xfrm>
              <a:off x="2369489" y="3440005"/>
              <a:ext cx="7283394" cy="0"/>
            </a:xfrm>
            <a:prstGeom prst="line">
              <a:avLst/>
            </a:prstGeom>
            <a:ln w="285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椭圆 44"/>
            <p:cNvSpPr/>
            <p:nvPr/>
          </p:nvSpPr>
          <p:spPr>
            <a:xfrm>
              <a:off x="2101845" y="3387257"/>
              <a:ext cx="105497" cy="105497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椭圆 1"/>
          <p:cNvSpPr/>
          <p:nvPr userDrawn="1"/>
        </p:nvSpPr>
        <p:spPr>
          <a:xfrm>
            <a:off x="9983383" y="4024505"/>
            <a:ext cx="105497" cy="105497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" name="图片 3" descr="南门线稿x4222222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1414780" y="4149725"/>
            <a:ext cx="9155430" cy="2318385"/>
          </a:xfrm>
          <a:prstGeom prst="rect">
            <a:avLst/>
          </a:prstGeom>
        </p:spPr>
      </p:pic>
      <p:pic>
        <p:nvPicPr>
          <p:cNvPr id="5" name="图片 4" descr="河大logo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632460" y="476630"/>
            <a:ext cx="2207762" cy="6444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直接连接符 7"/>
          <p:cNvCxnSpPr/>
          <p:nvPr userDrawn="1"/>
        </p:nvCxnSpPr>
        <p:spPr>
          <a:xfrm>
            <a:off x="984634" y="1413103"/>
            <a:ext cx="1019847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组合 8"/>
          <p:cNvGrpSpPr/>
          <p:nvPr userDrawn="1"/>
        </p:nvGrpSpPr>
        <p:grpSpPr>
          <a:xfrm>
            <a:off x="10607120" y="654595"/>
            <a:ext cx="575989" cy="577246"/>
            <a:chOff x="6084168" y="1274820"/>
            <a:chExt cx="432048" cy="432834"/>
          </a:xfrm>
        </p:grpSpPr>
        <p:sp>
          <p:nvSpPr>
            <p:cNvPr id="10" name="椭圆 22"/>
            <p:cNvSpPr>
              <a:spLocks noChangeArrowheads="1"/>
            </p:cNvSpPr>
            <p:nvPr/>
          </p:nvSpPr>
          <p:spPr bwMode="auto">
            <a:xfrm>
              <a:off x="6084168" y="1274820"/>
              <a:ext cx="432048" cy="432834"/>
            </a:xfrm>
            <a:prstGeom prst="ellipse">
              <a:avLst/>
            </a:prstGeom>
            <a:solidFill>
              <a:srgbClr val="1369B2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1" name="Freeform 59"/>
            <p:cNvSpPr>
              <a:spLocks noChangeArrowheads="1"/>
            </p:cNvSpPr>
            <p:nvPr/>
          </p:nvSpPr>
          <p:spPr bwMode="auto">
            <a:xfrm>
              <a:off x="6180302" y="1365898"/>
              <a:ext cx="239780" cy="250679"/>
            </a:xfrm>
            <a:custGeom>
              <a:avLst/>
              <a:gdLst>
                <a:gd name="T0" fmla="*/ 73627430 w 581"/>
                <a:gd name="T1" fmla="*/ 67678707 h 609"/>
                <a:gd name="T2" fmla="*/ 61659637 w 581"/>
                <a:gd name="T3" fmla="*/ 78678142 h 609"/>
                <a:gd name="T4" fmla="*/ 54244957 w 581"/>
                <a:gd name="T5" fmla="*/ 72208055 h 609"/>
                <a:gd name="T6" fmla="*/ 57106883 w 581"/>
                <a:gd name="T7" fmla="*/ 65867111 h 609"/>
                <a:gd name="T8" fmla="*/ 61659637 w 581"/>
                <a:gd name="T9" fmla="*/ 69490662 h 609"/>
                <a:gd name="T10" fmla="*/ 71806401 w 581"/>
                <a:gd name="T11" fmla="*/ 61338122 h 609"/>
                <a:gd name="T12" fmla="*/ 73627430 w 581"/>
                <a:gd name="T13" fmla="*/ 67678707 h 609"/>
                <a:gd name="T14" fmla="*/ 61659637 w 581"/>
                <a:gd name="T15" fmla="*/ 64055516 h 609"/>
                <a:gd name="T16" fmla="*/ 49691843 w 581"/>
                <a:gd name="T17" fmla="*/ 69490662 h 609"/>
                <a:gd name="T18" fmla="*/ 51513233 w 581"/>
                <a:gd name="T19" fmla="*/ 75054951 h 609"/>
                <a:gd name="T20" fmla="*/ 3772261 w 581"/>
                <a:gd name="T21" fmla="*/ 78678142 h 609"/>
                <a:gd name="T22" fmla="*/ 0 w 581"/>
                <a:gd name="T23" fmla="*/ 10999436 h 609"/>
                <a:gd name="T24" fmla="*/ 10146404 w 581"/>
                <a:gd name="T25" fmla="*/ 7246742 h 609"/>
                <a:gd name="T26" fmla="*/ 17561444 w 581"/>
                <a:gd name="T27" fmla="*/ 18246178 h 609"/>
                <a:gd name="T28" fmla="*/ 24845922 w 581"/>
                <a:gd name="T29" fmla="*/ 7246742 h 609"/>
                <a:gd name="T30" fmla="*/ 28488341 w 581"/>
                <a:gd name="T31" fmla="*/ 10999436 h 609"/>
                <a:gd name="T32" fmla="*/ 43318061 w 581"/>
                <a:gd name="T33" fmla="*/ 10999436 h 609"/>
                <a:gd name="T34" fmla="*/ 46960119 w 581"/>
                <a:gd name="T35" fmla="*/ 7246742 h 609"/>
                <a:gd name="T36" fmla="*/ 54244957 w 581"/>
                <a:gd name="T37" fmla="*/ 18246178 h 609"/>
                <a:gd name="T38" fmla="*/ 61659637 w 581"/>
                <a:gd name="T39" fmla="*/ 7246742 h 609"/>
                <a:gd name="T40" fmla="*/ 71806401 w 581"/>
                <a:gd name="T41" fmla="*/ 10999436 h 609"/>
                <a:gd name="T42" fmla="*/ 66212751 w 581"/>
                <a:gd name="T43" fmla="*/ 59526167 h 609"/>
                <a:gd name="T44" fmla="*/ 10146404 w 581"/>
                <a:gd name="T45" fmla="*/ 63149718 h 609"/>
                <a:gd name="T46" fmla="*/ 12878128 w 581"/>
                <a:gd name="T47" fmla="*/ 65867111 h 609"/>
                <a:gd name="T48" fmla="*/ 39545439 w 581"/>
                <a:gd name="T49" fmla="*/ 63149718 h 609"/>
                <a:gd name="T50" fmla="*/ 39545439 w 581"/>
                <a:gd name="T51" fmla="*/ 63149718 h 609"/>
                <a:gd name="T52" fmla="*/ 39545439 w 581"/>
                <a:gd name="T53" fmla="*/ 63149718 h 609"/>
                <a:gd name="T54" fmla="*/ 12878128 w 581"/>
                <a:gd name="T55" fmla="*/ 60431965 h 609"/>
                <a:gd name="T56" fmla="*/ 58017218 w 581"/>
                <a:gd name="T57" fmla="*/ 28339815 h 609"/>
                <a:gd name="T58" fmla="*/ 13788823 w 581"/>
                <a:gd name="T59" fmla="*/ 28339815 h 609"/>
                <a:gd name="T60" fmla="*/ 13788823 w 581"/>
                <a:gd name="T61" fmla="*/ 35715700 h 609"/>
                <a:gd name="T62" fmla="*/ 61659637 w 581"/>
                <a:gd name="T63" fmla="*/ 31963007 h 609"/>
                <a:gd name="T64" fmla="*/ 58017218 w 581"/>
                <a:gd name="T65" fmla="*/ 43868240 h 609"/>
                <a:gd name="T66" fmla="*/ 35903020 w 581"/>
                <a:gd name="T67" fmla="*/ 43868240 h 609"/>
                <a:gd name="T68" fmla="*/ 13788823 w 581"/>
                <a:gd name="T69" fmla="*/ 43868240 h 609"/>
                <a:gd name="T70" fmla="*/ 13788823 w 581"/>
                <a:gd name="T71" fmla="*/ 51244484 h 609"/>
                <a:gd name="T72" fmla="*/ 35903020 w 581"/>
                <a:gd name="T73" fmla="*/ 51244484 h 609"/>
                <a:gd name="T74" fmla="*/ 61659637 w 581"/>
                <a:gd name="T75" fmla="*/ 47491791 h 609"/>
                <a:gd name="T76" fmla="*/ 54244957 w 581"/>
                <a:gd name="T77" fmla="*/ 14622627 h 609"/>
                <a:gd name="T78" fmla="*/ 50602538 w 581"/>
                <a:gd name="T79" fmla="*/ 10999436 h 609"/>
                <a:gd name="T80" fmla="*/ 54244957 w 581"/>
                <a:gd name="T81" fmla="*/ 0 h 609"/>
                <a:gd name="T82" fmla="*/ 58017218 w 581"/>
                <a:gd name="T83" fmla="*/ 10999436 h 609"/>
                <a:gd name="T84" fmla="*/ 35903020 w 581"/>
                <a:gd name="T85" fmla="*/ 14622627 h 609"/>
                <a:gd name="T86" fmla="*/ 32260601 w 581"/>
                <a:gd name="T87" fmla="*/ 10999436 h 609"/>
                <a:gd name="T88" fmla="*/ 35903020 w 581"/>
                <a:gd name="T89" fmla="*/ 0 h 609"/>
                <a:gd name="T90" fmla="*/ 39545439 w 581"/>
                <a:gd name="T91" fmla="*/ 10999436 h 609"/>
                <a:gd name="T92" fmla="*/ 17561444 w 581"/>
                <a:gd name="T93" fmla="*/ 14622627 h 609"/>
                <a:gd name="T94" fmla="*/ 13788823 w 581"/>
                <a:gd name="T95" fmla="*/ 10999436 h 609"/>
                <a:gd name="T96" fmla="*/ 17561444 w 581"/>
                <a:gd name="T97" fmla="*/ 0 h 609"/>
                <a:gd name="T98" fmla="*/ 21203502 w 581"/>
                <a:gd name="T99" fmla="*/ 10999436 h 609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0" t="0" r="r" b="b"/>
              <a:pathLst>
                <a:path w="581" h="609">
                  <a:moveTo>
                    <a:pt x="566" y="523"/>
                  </a:moveTo>
                  <a:lnTo>
                    <a:pt x="566" y="523"/>
                  </a:lnTo>
                  <a:cubicBezTo>
                    <a:pt x="495" y="594"/>
                    <a:pt x="495" y="594"/>
                    <a:pt x="495" y="594"/>
                  </a:cubicBezTo>
                  <a:cubicBezTo>
                    <a:pt x="488" y="601"/>
                    <a:pt x="481" y="608"/>
                    <a:pt x="474" y="608"/>
                  </a:cubicBezTo>
                  <a:cubicBezTo>
                    <a:pt x="467" y="608"/>
                    <a:pt x="460" y="601"/>
                    <a:pt x="453" y="594"/>
                  </a:cubicBezTo>
                  <a:cubicBezTo>
                    <a:pt x="417" y="558"/>
                    <a:pt x="417" y="558"/>
                    <a:pt x="417" y="558"/>
                  </a:cubicBezTo>
                  <a:cubicBezTo>
                    <a:pt x="410" y="551"/>
                    <a:pt x="410" y="544"/>
                    <a:pt x="410" y="537"/>
                  </a:cubicBezTo>
                  <a:cubicBezTo>
                    <a:pt x="410" y="523"/>
                    <a:pt x="417" y="509"/>
                    <a:pt x="439" y="509"/>
                  </a:cubicBezTo>
                  <a:cubicBezTo>
                    <a:pt x="446" y="509"/>
                    <a:pt x="453" y="516"/>
                    <a:pt x="453" y="523"/>
                  </a:cubicBezTo>
                  <a:cubicBezTo>
                    <a:pt x="474" y="537"/>
                    <a:pt x="474" y="537"/>
                    <a:pt x="474" y="537"/>
                  </a:cubicBezTo>
                  <a:cubicBezTo>
                    <a:pt x="530" y="481"/>
                    <a:pt x="530" y="481"/>
                    <a:pt x="530" y="481"/>
                  </a:cubicBezTo>
                  <a:cubicBezTo>
                    <a:pt x="537" y="474"/>
                    <a:pt x="545" y="474"/>
                    <a:pt x="552" y="474"/>
                  </a:cubicBezTo>
                  <a:cubicBezTo>
                    <a:pt x="566" y="474"/>
                    <a:pt x="580" y="488"/>
                    <a:pt x="580" y="502"/>
                  </a:cubicBezTo>
                  <a:cubicBezTo>
                    <a:pt x="580" y="509"/>
                    <a:pt x="573" y="516"/>
                    <a:pt x="566" y="523"/>
                  </a:cubicBezTo>
                  <a:close/>
                  <a:moveTo>
                    <a:pt x="474" y="495"/>
                  </a:moveTo>
                  <a:lnTo>
                    <a:pt x="474" y="495"/>
                  </a:lnTo>
                  <a:cubicBezTo>
                    <a:pt x="467" y="488"/>
                    <a:pt x="453" y="481"/>
                    <a:pt x="439" y="481"/>
                  </a:cubicBezTo>
                  <a:cubicBezTo>
                    <a:pt x="403" y="481"/>
                    <a:pt x="382" y="509"/>
                    <a:pt x="382" y="537"/>
                  </a:cubicBezTo>
                  <a:cubicBezTo>
                    <a:pt x="382" y="558"/>
                    <a:pt x="389" y="573"/>
                    <a:pt x="396" y="580"/>
                  </a:cubicBezTo>
                  <a:cubicBezTo>
                    <a:pt x="424" y="608"/>
                    <a:pt x="424" y="608"/>
                    <a:pt x="424" y="608"/>
                  </a:cubicBezTo>
                  <a:cubicBezTo>
                    <a:pt x="29" y="608"/>
                    <a:pt x="29" y="608"/>
                    <a:pt x="29" y="608"/>
                  </a:cubicBezTo>
                  <a:cubicBezTo>
                    <a:pt x="15" y="608"/>
                    <a:pt x="0" y="594"/>
                    <a:pt x="0" y="580"/>
                  </a:cubicBezTo>
                  <a:cubicBezTo>
                    <a:pt x="0" y="85"/>
                    <a:pt x="0" y="85"/>
                    <a:pt x="0" y="85"/>
                  </a:cubicBezTo>
                  <a:cubicBezTo>
                    <a:pt x="0" y="71"/>
                    <a:pt x="15" y="56"/>
                    <a:pt x="29" y="56"/>
                  </a:cubicBezTo>
                  <a:cubicBezTo>
                    <a:pt x="78" y="56"/>
                    <a:pt x="78" y="56"/>
                    <a:pt x="78" y="56"/>
                  </a:cubicBezTo>
                  <a:cubicBezTo>
                    <a:pt x="78" y="85"/>
                    <a:pt x="78" y="85"/>
                    <a:pt x="78" y="85"/>
                  </a:cubicBezTo>
                  <a:cubicBezTo>
                    <a:pt x="78" y="120"/>
                    <a:pt x="106" y="141"/>
                    <a:pt x="135" y="141"/>
                  </a:cubicBezTo>
                  <a:cubicBezTo>
                    <a:pt x="163" y="141"/>
                    <a:pt x="191" y="120"/>
                    <a:pt x="191" y="85"/>
                  </a:cubicBezTo>
                  <a:cubicBezTo>
                    <a:pt x="191" y="56"/>
                    <a:pt x="191" y="56"/>
                    <a:pt x="191" y="56"/>
                  </a:cubicBezTo>
                  <a:cubicBezTo>
                    <a:pt x="219" y="56"/>
                    <a:pt x="219" y="56"/>
                    <a:pt x="219" y="56"/>
                  </a:cubicBezTo>
                  <a:cubicBezTo>
                    <a:pt x="219" y="85"/>
                    <a:pt x="219" y="85"/>
                    <a:pt x="219" y="85"/>
                  </a:cubicBezTo>
                  <a:cubicBezTo>
                    <a:pt x="219" y="120"/>
                    <a:pt x="248" y="141"/>
                    <a:pt x="276" y="141"/>
                  </a:cubicBezTo>
                  <a:cubicBezTo>
                    <a:pt x="304" y="141"/>
                    <a:pt x="333" y="120"/>
                    <a:pt x="333" y="85"/>
                  </a:cubicBezTo>
                  <a:cubicBezTo>
                    <a:pt x="333" y="56"/>
                    <a:pt x="333" y="56"/>
                    <a:pt x="333" y="56"/>
                  </a:cubicBezTo>
                  <a:cubicBezTo>
                    <a:pt x="361" y="56"/>
                    <a:pt x="361" y="56"/>
                    <a:pt x="361" y="56"/>
                  </a:cubicBezTo>
                  <a:cubicBezTo>
                    <a:pt x="361" y="85"/>
                    <a:pt x="361" y="85"/>
                    <a:pt x="361" y="85"/>
                  </a:cubicBezTo>
                  <a:cubicBezTo>
                    <a:pt x="361" y="120"/>
                    <a:pt x="389" y="141"/>
                    <a:pt x="417" y="141"/>
                  </a:cubicBezTo>
                  <a:cubicBezTo>
                    <a:pt x="446" y="141"/>
                    <a:pt x="474" y="120"/>
                    <a:pt x="474" y="85"/>
                  </a:cubicBezTo>
                  <a:cubicBezTo>
                    <a:pt x="474" y="56"/>
                    <a:pt x="474" y="56"/>
                    <a:pt x="474" y="56"/>
                  </a:cubicBezTo>
                  <a:cubicBezTo>
                    <a:pt x="523" y="56"/>
                    <a:pt x="523" y="56"/>
                    <a:pt x="523" y="56"/>
                  </a:cubicBezTo>
                  <a:cubicBezTo>
                    <a:pt x="537" y="56"/>
                    <a:pt x="552" y="71"/>
                    <a:pt x="552" y="85"/>
                  </a:cubicBezTo>
                  <a:cubicBezTo>
                    <a:pt x="552" y="445"/>
                    <a:pt x="552" y="445"/>
                    <a:pt x="552" y="445"/>
                  </a:cubicBezTo>
                  <a:cubicBezTo>
                    <a:pt x="530" y="445"/>
                    <a:pt x="516" y="452"/>
                    <a:pt x="509" y="460"/>
                  </a:cubicBezTo>
                  <a:lnTo>
                    <a:pt x="474" y="495"/>
                  </a:lnTo>
                  <a:close/>
                  <a:moveTo>
                    <a:pt x="78" y="488"/>
                  </a:moveTo>
                  <a:lnTo>
                    <a:pt x="78" y="488"/>
                  </a:lnTo>
                  <a:cubicBezTo>
                    <a:pt x="78" y="502"/>
                    <a:pt x="85" y="509"/>
                    <a:pt x="99" y="509"/>
                  </a:cubicBezTo>
                  <a:cubicBezTo>
                    <a:pt x="283" y="509"/>
                    <a:pt x="283" y="509"/>
                    <a:pt x="283" y="509"/>
                  </a:cubicBezTo>
                  <a:cubicBezTo>
                    <a:pt x="297" y="509"/>
                    <a:pt x="304" y="502"/>
                    <a:pt x="304" y="488"/>
                  </a:cubicBezTo>
                  <a:cubicBezTo>
                    <a:pt x="304" y="474"/>
                    <a:pt x="297" y="467"/>
                    <a:pt x="283" y="467"/>
                  </a:cubicBezTo>
                  <a:cubicBezTo>
                    <a:pt x="99" y="467"/>
                    <a:pt x="99" y="467"/>
                    <a:pt x="99" y="467"/>
                  </a:cubicBezTo>
                  <a:cubicBezTo>
                    <a:pt x="85" y="467"/>
                    <a:pt x="78" y="474"/>
                    <a:pt x="78" y="488"/>
                  </a:cubicBezTo>
                  <a:close/>
                  <a:moveTo>
                    <a:pt x="446" y="219"/>
                  </a:moveTo>
                  <a:lnTo>
                    <a:pt x="446" y="219"/>
                  </a:lnTo>
                  <a:cubicBezTo>
                    <a:pt x="106" y="219"/>
                    <a:pt x="106" y="219"/>
                    <a:pt x="106" y="219"/>
                  </a:cubicBezTo>
                  <a:cubicBezTo>
                    <a:pt x="92" y="219"/>
                    <a:pt x="78" y="233"/>
                    <a:pt x="78" y="247"/>
                  </a:cubicBezTo>
                  <a:cubicBezTo>
                    <a:pt x="78" y="262"/>
                    <a:pt x="92" y="276"/>
                    <a:pt x="106" y="276"/>
                  </a:cubicBezTo>
                  <a:cubicBezTo>
                    <a:pt x="446" y="276"/>
                    <a:pt x="446" y="276"/>
                    <a:pt x="446" y="276"/>
                  </a:cubicBezTo>
                  <a:cubicBezTo>
                    <a:pt x="460" y="276"/>
                    <a:pt x="474" y="262"/>
                    <a:pt x="474" y="247"/>
                  </a:cubicBezTo>
                  <a:cubicBezTo>
                    <a:pt x="474" y="233"/>
                    <a:pt x="460" y="219"/>
                    <a:pt x="446" y="219"/>
                  </a:cubicBezTo>
                  <a:close/>
                  <a:moveTo>
                    <a:pt x="446" y="339"/>
                  </a:moveTo>
                  <a:lnTo>
                    <a:pt x="446" y="339"/>
                  </a:lnTo>
                  <a:cubicBezTo>
                    <a:pt x="276" y="339"/>
                    <a:pt x="276" y="339"/>
                    <a:pt x="276" y="339"/>
                  </a:cubicBezTo>
                  <a:cubicBezTo>
                    <a:pt x="226" y="339"/>
                    <a:pt x="226" y="339"/>
                    <a:pt x="226" y="339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92" y="339"/>
                    <a:pt x="78" y="353"/>
                    <a:pt x="78" y="367"/>
                  </a:cubicBezTo>
                  <a:cubicBezTo>
                    <a:pt x="78" y="389"/>
                    <a:pt x="92" y="396"/>
                    <a:pt x="106" y="396"/>
                  </a:cubicBezTo>
                  <a:cubicBezTo>
                    <a:pt x="226" y="396"/>
                    <a:pt x="226" y="396"/>
                    <a:pt x="226" y="396"/>
                  </a:cubicBezTo>
                  <a:cubicBezTo>
                    <a:pt x="276" y="396"/>
                    <a:pt x="276" y="396"/>
                    <a:pt x="276" y="396"/>
                  </a:cubicBezTo>
                  <a:cubicBezTo>
                    <a:pt x="446" y="396"/>
                    <a:pt x="446" y="396"/>
                    <a:pt x="446" y="396"/>
                  </a:cubicBezTo>
                  <a:cubicBezTo>
                    <a:pt x="460" y="396"/>
                    <a:pt x="474" y="389"/>
                    <a:pt x="474" y="367"/>
                  </a:cubicBezTo>
                  <a:cubicBezTo>
                    <a:pt x="474" y="353"/>
                    <a:pt x="460" y="339"/>
                    <a:pt x="446" y="339"/>
                  </a:cubicBezTo>
                  <a:close/>
                  <a:moveTo>
                    <a:pt x="417" y="113"/>
                  </a:moveTo>
                  <a:lnTo>
                    <a:pt x="417" y="113"/>
                  </a:lnTo>
                  <a:cubicBezTo>
                    <a:pt x="403" y="113"/>
                    <a:pt x="389" y="106"/>
                    <a:pt x="389" y="85"/>
                  </a:cubicBezTo>
                  <a:cubicBezTo>
                    <a:pt x="389" y="28"/>
                    <a:pt x="389" y="28"/>
                    <a:pt x="389" y="28"/>
                  </a:cubicBezTo>
                  <a:cubicBezTo>
                    <a:pt x="389" y="14"/>
                    <a:pt x="403" y="0"/>
                    <a:pt x="417" y="0"/>
                  </a:cubicBezTo>
                  <a:cubicBezTo>
                    <a:pt x="431" y="0"/>
                    <a:pt x="446" y="14"/>
                    <a:pt x="446" y="28"/>
                  </a:cubicBezTo>
                  <a:cubicBezTo>
                    <a:pt x="446" y="85"/>
                    <a:pt x="446" y="85"/>
                    <a:pt x="446" y="85"/>
                  </a:cubicBezTo>
                  <a:cubicBezTo>
                    <a:pt x="446" y="106"/>
                    <a:pt x="431" y="113"/>
                    <a:pt x="417" y="113"/>
                  </a:cubicBezTo>
                  <a:close/>
                  <a:moveTo>
                    <a:pt x="276" y="113"/>
                  </a:moveTo>
                  <a:lnTo>
                    <a:pt x="276" y="113"/>
                  </a:lnTo>
                  <a:cubicBezTo>
                    <a:pt x="262" y="113"/>
                    <a:pt x="248" y="106"/>
                    <a:pt x="248" y="85"/>
                  </a:cubicBezTo>
                  <a:cubicBezTo>
                    <a:pt x="248" y="28"/>
                    <a:pt x="248" y="28"/>
                    <a:pt x="248" y="28"/>
                  </a:cubicBezTo>
                  <a:cubicBezTo>
                    <a:pt x="248" y="14"/>
                    <a:pt x="262" y="0"/>
                    <a:pt x="276" y="0"/>
                  </a:cubicBezTo>
                  <a:cubicBezTo>
                    <a:pt x="290" y="0"/>
                    <a:pt x="304" y="14"/>
                    <a:pt x="304" y="28"/>
                  </a:cubicBezTo>
                  <a:cubicBezTo>
                    <a:pt x="304" y="85"/>
                    <a:pt x="304" y="85"/>
                    <a:pt x="304" y="85"/>
                  </a:cubicBezTo>
                  <a:cubicBezTo>
                    <a:pt x="304" y="106"/>
                    <a:pt x="290" y="113"/>
                    <a:pt x="276" y="11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21" y="113"/>
                    <a:pt x="106" y="106"/>
                    <a:pt x="106" y="85"/>
                  </a:cubicBezTo>
                  <a:cubicBezTo>
                    <a:pt x="106" y="28"/>
                    <a:pt x="106" y="28"/>
                    <a:pt x="106" y="28"/>
                  </a:cubicBezTo>
                  <a:cubicBezTo>
                    <a:pt x="106" y="14"/>
                    <a:pt x="121" y="0"/>
                    <a:pt x="135" y="0"/>
                  </a:cubicBezTo>
                  <a:cubicBezTo>
                    <a:pt x="149" y="0"/>
                    <a:pt x="163" y="14"/>
                    <a:pt x="163" y="28"/>
                  </a:cubicBezTo>
                  <a:cubicBezTo>
                    <a:pt x="163" y="85"/>
                    <a:pt x="163" y="85"/>
                    <a:pt x="163" y="85"/>
                  </a:cubicBezTo>
                  <a:cubicBezTo>
                    <a:pt x="163" y="106"/>
                    <a:pt x="149" y="113"/>
                    <a:pt x="135" y="113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2" name="组合 11"/>
          <p:cNvGrpSpPr/>
          <p:nvPr userDrawn="1"/>
        </p:nvGrpSpPr>
        <p:grpSpPr>
          <a:xfrm>
            <a:off x="8879153" y="655120"/>
            <a:ext cx="575989" cy="576197"/>
            <a:chOff x="4788024" y="1275213"/>
            <a:chExt cx="432048" cy="432048"/>
          </a:xfrm>
        </p:grpSpPr>
        <p:sp>
          <p:nvSpPr>
            <p:cNvPr id="13" name="椭圆 65"/>
            <p:cNvSpPr>
              <a:spLocks noChangeArrowheads="1"/>
            </p:cNvSpPr>
            <p:nvPr/>
          </p:nvSpPr>
          <p:spPr bwMode="auto">
            <a:xfrm>
              <a:off x="4788024" y="1275213"/>
              <a:ext cx="432048" cy="432048"/>
            </a:xfrm>
            <a:prstGeom prst="ellipse">
              <a:avLst/>
            </a:prstGeom>
            <a:solidFill>
              <a:srgbClr val="F79600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4" name="Freeform 110"/>
            <p:cNvSpPr>
              <a:spLocks noChangeArrowheads="1"/>
            </p:cNvSpPr>
            <p:nvPr/>
          </p:nvSpPr>
          <p:spPr bwMode="auto">
            <a:xfrm>
              <a:off x="4891102" y="1366806"/>
              <a:ext cx="250679" cy="248862"/>
            </a:xfrm>
            <a:custGeom>
              <a:avLst/>
              <a:gdLst>
                <a:gd name="T0" fmla="*/ 78678142 w 609"/>
                <a:gd name="T1" fmla="*/ 71002280 h 602"/>
                <a:gd name="T2" fmla="*/ 78678142 w 609"/>
                <a:gd name="T3" fmla="*/ 71002280 h 602"/>
                <a:gd name="T4" fmla="*/ 71302258 w 609"/>
                <a:gd name="T5" fmla="*/ 78441997 h 602"/>
                <a:gd name="T6" fmla="*/ 65867111 w 609"/>
                <a:gd name="T7" fmla="*/ 76614673 h 602"/>
                <a:gd name="T8" fmla="*/ 44774038 w 609"/>
                <a:gd name="T9" fmla="*/ 54426302 h 602"/>
                <a:gd name="T10" fmla="*/ 29245613 w 609"/>
                <a:gd name="T11" fmla="*/ 59125033 h 602"/>
                <a:gd name="T12" fmla="*/ 0 w 609"/>
                <a:gd name="T13" fmla="*/ 29497307 h 602"/>
                <a:gd name="T14" fmla="*/ 29245613 w 609"/>
                <a:gd name="T15" fmla="*/ 0 h 602"/>
                <a:gd name="T16" fmla="*/ 58491226 w 609"/>
                <a:gd name="T17" fmla="*/ 29497307 h 602"/>
                <a:gd name="T18" fmla="*/ 54867675 w 609"/>
                <a:gd name="T19" fmla="*/ 44376380 h 602"/>
                <a:gd name="T20" fmla="*/ 75960749 w 609"/>
                <a:gd name="T21" fmla="*/ 65520668 h 602"/>
                <a:gd name="T22" fmla="*/ 78678142 w 609"/>
                <a:gd name="T23" fmla="*/ 71002280 h 602"/>
                <a:gd name="T24" fmla="*/ 29245613 w 609"/>
                <a:gd name="T25" fmla="*/ 7439717 h 602"/>
                <a:gd name="T26" fmla="*/ 29245613 w 609"/>
                <a:gd name="T27" fmla="*/ 7439717 h 602"/>
                <a:gd name="T28" fmla="*/ 7246742 w 609"/>
                <a:gd name="T29" fmla="*/ 29497307 h 602"/>
                <a:gd name="T30" fmla="*/ 29245613 w 609"/>
                <a:gd name="T31" fmla="*/ 51685677 h 602"/>
                <a:gd name="T32" fmla="*/ 51244484 w 609"/>
                <a:gd name="T33" fmla="*/ 29497307 h 602"/>
                <a:gd name="T34" fmla="*/ 29245613 w 609"/>
                <a:gd name="T35" fmla="*/ 7439717 h 602"/>
                <a:gd name="T36" fmla="*/ 42056644 w 609"/>
                <a:gd name="T37" fmla="*/ 33282375 h 602"/>
                <a:gd name="T38" fmla="*/ 42056644 w 609"/>
                <a:gd name="T39" fmla="*/ 33282375 h 602"/>
                <a:gd name="T40" fmla="*/ 32868804 w 609"/>
                <a:gd name="T41" fmla="*/ 33282375 h 602"/>
                <a:gd name="T42" fmla="*/ 32868804 w 609"/>
                <a:gd name="T43" fmla="*/ 41504973 h 602"/>
                <a:gd name="T44" fmla="*/ 29245613 w 609"/>
                <a:gd name="T45" fmla="*/ 45290042 h 602"/>
                <a:gd name="T46" fmla="*/ 25622062 w 609"/>
                <a:gd name="T47" fmla="*/ 41504973 h 602"/>
                <a:gd name="T48" fmla="*/ 25622062 w 609"/>
                <a:gd name="T49" fmla="*/ 33282375 h 602"/>
                <a:gd name="T50" fmla="*/ 17340380 w 609"/>
                <a:gd name="T51" fmla="*/ 33282375 h 602"/>
                <a:gd name="T52" fmla="*/ 13716829 w 609"/>
                <a:gd name="T53" fmla="*/ 29497307 h 602"/>
                <a:gd name="T54" fmla="*/ 17340380 w 609"/>
                <a:gd name="T55" fmla="*/ 25842658 h 602"/>
                <a:gd name="T56" fmla="*/ 25622062 w 609"/>
                <a:gd name="T57" fmla="*/ 25842658 h 602"/>
                <a:gd name="T58" fmla="*/ 25622062 w 609"/>
                <a:gd name="T59" fmla="*/ 16575978 h 602"/>
                <a:gd name="T60" fmla="*/ 29245613 w 609"/>
                <a:gd name="T61" fmla="*/ 12921329 h 602"/>
                <a:gd name="T62" fmla="*/ 32868804 w 609"/>
                <a:gd name="T63" fmla="*/ 16575978 h 602"/>
                <a:gd name="T64" fmla="*/ 32868804 w 609"/>
                <a:gd name="T65" fmla="*/ 25842658 h 602"/>
                <a:gd name="T66" fmla="*/ 42056644 w 609"/>
                <a:gd name="T67" fmla="*/ 25842658 h 602"/>
                <a:gd name="T68" fmla="*/ 45679835 w 609"/>
                <a:gd name="T69" fmla="*/ 29497307 h 602"/>
                <a:gd name="T70" fmla="*/ 42056644 w 609"/>
                <a:gd name="T71" fmla="*/ 33282375 h 60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609" h="602">
                  <a:moveTo>
                    <a:pt x="608" y="544"/>
                  </a:moveTo>
                  <a:lnTo>
                    <a:pt x="608" y="544"/>
                  </a:lnTo>
                  <a:cubicBezTo>
                    <a:pt x="608" y="573"/>
                    <a:pt x="579" y="601"/>
                    <a:pt x="551" y="601"/>
                  </a:cubicBezTo>
                  <a:cubicBezTo>
                    <a:pt x="530" y="601"/>
                    <a:pt x="516" y="594"/>
                    <a:pt x="509" y="587"/>
                  </a:cubicBezTo>
                  <a:cubicBezTo>
                    <a:pt x="346" y="417"/>
                    <a:pt x="346" y="417"/>
                    <a:pt x="346" y="417"/>
                  </a:cubicBezTo>
                  <a:cubicBezTo>
                    <a:pt x="311" y="438"/>
                    <a:pt x="269" y="453"/>
                    <a:pt x="226" y="453"/>
                  </a:cubicBezTo>
                  <a:cubicBezTo>
                    <a:pt x="106" y="453"/>
                    <a:pt x="0" y="347"/>
                    <a:pt x="0" y="226"/>
                  </a:cubicBezTo>
                  <a:cubicBezTo>
                    <a:pt x="0" y="99"/>
                    <a:pt x="106" y="0"/>
                    <a:pt x="226" y="0"/>
                  </a:cubicBezTo>
                  <a:cubicBezTo>
                    <a:pt x="353" y="0"/>
                    <a:pt x="452" y="99"/>
                    <a:pt x="452" y="226"/>
                  </a:cubicBezTo>
                  <a:cubicBezTo>
                    <a:pt x="452" y="269"/>
                    <a:pt x="445" y="304"/>
                    <a:pt x="424" y="340"/>
                  </a:cubicBezTo>
                  <a:cubicBezTo>
                    <a:pt x="587" y="502"/>
                    <a:pt x="587" y="502"/>
                    <a:pt x="587" y="502"/>
                  </a:cubicBezTo>
                  <a:cubicBezTo>
                    <a:pt x="601" y="516"/>
                    <a:pt x="608" y="530"/>
                    <a:pt x="608" y="544"/>
                  </a:cubicBezTo>
                  <a:close/>
                  <a:moveTo>
                    <a:pt x="226" y="57"/>
                  </a:moveTo>
                  <a:lnTo>
                    <a:pt x="226" y="57"/>
                  </a:lnTo>
                  <a:cubicBezTo>
                    <a:pt x="134" y="57"/>
                    <a:pt x="56" y="127"/>
                    <a:pt x="56" y="226"/>
                  </a:cubicBezTo>
                  <a:cubicBezTo>
                    <a:pt x="56" y="318"/>
                    <a:pt x="134" y="396"/>
                    <a:pt x="226" y="396"/>
                  </a:cubicBezTo>
                  <a:cubicBezTo>
                    <a:pt x="325" y="396"/>
                    <a:pt x="396" y="318"/>
                    <a:pt x="396" y="226"/>
                  </a:cubicBezTo>
                  <a:cubicBezTo>
                    <a:pt x="396" y="127"/>
                    <a:pt x="325" y="57"/>
                    <a:pt x="226" y="57"/>
                  </a:cubicBezTo>
                  <a:close/>
                  <a:moveTo>
                    <a:pt x="325" y="255"/>
                  </a:moveTo>
                  <a:lnTo>
                    <a:pt x="325" y="255"/>
                  </a:lnTo>
                  <a:cubicBezTo>
                    <a:pt x="254" y="255"/>
                    <a:pt x="254" y="255"/>
                    <a:pt x="254" y="255"/>
                  </a:cubicBezTo>
                  <a:cubicBezTo>
                    <a:pt x="254" y="318"/>
                    <a:pt x="254" y="318"/>
                    <a:pt x="254" y="318"/>
                  </a:cubicBezTo>
                  <a:cubicBezTo>
                    <a:pt x="254" y="333"/>
                    <a:pt x="247" y="347"/>
                    <a:pt x="226" y="347"/>
                  </a:cubicBezTo>
                  <a:cubicBezTo>
                    <a:pt x="212" y="347"/>
                    <a:pt x="198" y="333"/>
                    <a:pt x="198" y="318"/>
                  </a:cubicBezTo>
                  <a:cubicBezTo>
                    <a:pt x="198" y="255"/>
                    <a:pt x="198" y="255"/>
                    <a:pt x="198" y="255"/>
                  </a:cubicBezTo>
                  <a:cubicBezTo>
                    <a:pt x="134" y="255"/>
                    <a:pt x="134" y="255"/>
                    <a:pt x="134" y="255"/>
                  </a:cubicBezTo>
                  <a:cubicBezTo>
                    <a:pt x="120" y="255"/>
                    <a:pt x="106" y="241"/>
                    <a:pt x="106" y="226"/>
                  </a:cubicBezTo>
                  <a:cubicBezTo>
                    <a:pt x="106" y="205"/>
                    <a:pt x="120" y="198"/>
                    <a:pt x="134" y="198"/>
                  </a:cubicBezTo>
                  <a:cubicBezTo>
                    <a:pt x="198" y="198"/>
                    <a:pt x="198" y="198"/>
                    <a:pt x="198" y="198"/>
                  </a:cubicBezTo>
                  <a:cubicBezTo>
                    <a:pt x="198" y="127"/>
                    <a:pt x="198" y="127"/>
                    <a:pt x="198" y="127"/>
                  </a:cubicBezTo>
                  <a:cubicBezTo>
                    <a:pt x="198" y="113"/>
                    <a:pt x="212" y="99"/>
                    <a:pt x="226" y="99"/>
                  </a:cubicBezTo>
                  <a:cubicBezTo>
                    <a:pt x="247" y="99"/>
                    <a:pt x="254" y="113"/>
                    <a:pt x="254" y="127"/>
                  </a:cubicBezTo>
                  <a:cubicBezTo>
                    <a:pt x="254" y="198"/>
                    <a:pt x="254" y="198"/>
                    <a:pt x="254" y="198"/>
                  </a:cubicBezTo>
                  <a:cubicBezTo>
                    <a:pt x="325" y="198"/>
                    <a:pt x="325" y="198"/>
                    <a:pt x="325" y="198"/>
                  </a:cubicBezTo>
                  <a:cubicBezTo>
                    <a:pt x="339" y="198"/>
                    <a:pt x="353" y="205"/>
                    <a:pt x="353" y="226"/>
                  </a:cubicBezTo>
                  <a:cubicBezTo>
                    <a:pt x="353" y="241"/>
                    <a:pt x="339" y="255"/>
                    <a:pt x="325" y="25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5" name="组合 14"/>
          <p:cNvGrpSpPr/>
          <p:nvPr userDrawn="1"/>
        </p:nvGrpSpPr>
        <p:grpSpPr>
          <a:xfrm>
            <a:off x="9743137" y="654595"/>
            <a:ext cx="577036" cy="577246"/>
            <a:chOff x="5436096" y="1274820"/>
            <a:chExt cx="432833" cy="432834"/>
          </a:xfrm>
        </p:grpSpPr>
        <p:sp>
          <p:nvSpPr>
            <p:cNvPr id="16" name="椭圆 16"/>
            <p:cNvSpPr>
              <a:spLocks noChangeArrowheads="1"/>
            </p:cNvSpPr>
            <p:nvPr/>
          </p:nvSpPr>
          <p:spPr bwMode="auto">
            <a:xfrm>
              <a:off x="5436096" y="1274820"/>
              <a:ext cx="432833" cy="43283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7" name="Freeform 16"/>
            <p:cNvSpPr>
              <a:spLocks noChangeArrowheads="1"/>
            </p:cNvSpPr>
            <p:nvPr/>
          </p:nvSpPr>
          <p:spPr bwMode="auto">
            <a:xfrm>
              <a:off x="5554420" y="1377705"/>
              <a:ext cx="196183" cy="227065"/>
            </a:xfrm>
            <a:custGeom>
              <a:avLst/>
              <a:gdLst>
                <a:gd name="T0" fmla="*/ 58106390 w 475"/>
                <a:gd name="T1" fmla="*/ 71207247 h 552"/>
                <a:gd name="T2" fmla="*/ 58106390 w 475"/>
                <a:gd name="T3" fmla="*/ 71207247 h 552"/>
                <a:gd name="T4" fmla="*/ 54327993 w 475"/>
                <a:gd name="T5" fmla="*/ 71207247 h 552"/>
                <a:gd name="T6" fmla="*/ 54327993 w 475"/>
                <a:gd name="T7" fmla="*/ 0 h 552"/>
                <a:gd name="T8" fmla="*/ 58106390 w 475"/>
                <a:gd name="T9" fmla="*/ 0 h 552"/>
                <a:gd name="T10" fmla="*/ 61754124 w 475"/>
                <a:gd name="T11" fmla="*/ 3618618 h 552"/>
                <a:gd name="T12" fmla="*/ 61754124 w 475"/>
                <a:gd name="T13" fmla="*/ 67588630 h 552"/>
                <a:gd name="T14" fmla="*/ 58106390 w 475"/>
                <a:gd name="T15" fmla="*/ 71207247 h 552"/>
                <a:gd name="T16" fmla="*/ 7426131 w 475"/>
                <a:gd name="T17" fmla="*/ 67588630 h 552"/>
                <a:gd name="T18" fmla="*/ 7426131 w 475"/>
                <a:gd name="T19" fmla="*/ 67588630 h 552"/>
                <a:gd name="T20" fmla="*/ 7426131 w 475"/>
                <a:gd name="T21" fmla="*/ 63970012 h 552"/>
                <a:gd name="T22" fmla="*/ 13809846 w 475"/>
                <a:gd name="T23" fmla="*/ 63970012 h 552"/>
                <a:gd name="T24" fmla="*/ 21235977 w 475"/>
                <a:gd name="T25" fmla="*/ 56603721 h 552"/>
                <a:gd name="T26" fmla="*/ 13809846 w 475"/>
                <a:gd name="T27" fmla="*/ 49237429 h 552"/>
                <a:gd name="T28" fmla="*/ 7426131 w 475"/>
                <a:gd name="T29" fmla="*/ 49237429 h 552"/>
                <a:gd name="T30" fmla="*/ 7426131 w 475"/>
                <a:gd name="T31" fmla="*/ 42905028 h 552"/>
                <a:gd name="T32" fmla="*/ 13809846 w 475"/>
                <a:gd name="T33" fmla="*/ 42905028 h 552"/>
                <a:gd name="T34" fmla="*/ 21235977 w 475"/>
                <a:gd name="T35" fmla="*/ 35539095 h 552"/>
                <a:gd name="T36" fmla="*/ 13809846 w 475"/>
                <a:gd name="T37" fmla="*/ 28301860 h 552"/>
                <a:gd name="T38" fmla="*/ 7426131 w 475"/>
                <a:gd name="T39" fmla="*/ 28301860 h 552"/>
                <a:gd name="T40" fmla="*/ 7426131 w 475"/>
                <a:gd name="T41" fmla="*/ 21840403 h 552"/>
                <a:gd name="T42" fmla="*/ 13809846 w 475"/>
                <a:gd name="T43" fmla="*/ 21840403 h 552"/>
                <a:gd name="T44" fmla="*/ 21235977 w 475"/>
                <a:gd name="T45" fmla="*/ 14603167 h 552"/>
                <a:gd name="T46" fmla="*/ 13809846 w 475"/>
                <a:gd name="T47" fmla="*/ 7236876 h 552"/>
                <a:gd name="T48" fmla="*/ 7426131 w 475"/>
                <a:gd name="T49" fmla="*/ 7236876 h 552"/>
                <a:gd name="T50" fmla="*/ 7426131 w 475"/>
                <a:gd name="T51" fmla="*/ 3618618 h 552"/>
                <a:gd name="T52" fmla="*/ 11074226 w 475"/>
                <a:gd name="T53" fmla="*/ 0 h 552"/>
                <a:gd name="T54" fmla="*/ 50680259 w 475"/>
                <a:gd name="T55" fmla="*/ 0 h 552"/>
                <a:gd name="T56" fmla="*/ 50680259 w 475"/>
                <a:gd name="T57" fmla="*/ 71207247 h 552"/>
                <a:gd name="T58" fmla="*/ 11074226 w 475"/>
                <a:gd name="T59" fmla="*/ 71207247 h 552"/>
                <a:gd name="T60" fmla="*/ 7426131 w 475"/>
                <a:gd name="T61" fmla="*/ 67588630 h 552"/>
                <a:gd name="T62" fmla="*/ 17588243 w 475"/>
                <a:gd name="T63" fmla="*/ 14603167 h 552"/>
                <a:gd name="T64" fmla="*/ 17588243 w 475"/>
                <a:gd name="T65" fmla="*/ 14603167 h 552"/>
                <a:gd name="T66" fmla="*/ 13809846 w 475"/>
                <a:gd name="T67" fmla="*/ 18221785 h 552"/>
                <a:gd name="T68" fmla="*/ 3778036 w 475"/>
                <a:gd name="T69" fmla="*/ 18221785 h 552"/>
                <a:gd name="T70" fmla="*/ 0 w 475"/>
                <a:gd name="T71" fmla="*/ 14603167 h 552"/>
                <a:gd name="T72" fmla="*/ 3778036 w 475"/>
                <a:gd name="T73" fmla="*/ 10984909 h 552"/>
                <a:gd name="T74" fmla="*/ 13809846 w 475"/>
                <a:gd name="T75" fmla="*/ 10984909 h 552"/>
                <a:gd name="T76" fmla="*/ 17588243 w 475"/>
                <a:gd name="T77" fmla="*/ 14603167 h 552"/>
                <a:gd name="T78" fmla="*/ 3778036 w 475"/>
                <a:gd name="T79" fmla="*/ 31920478 h 552"/>
                <a:gd name="T80" fmla="*/ 3778036 w 475"/>
                <a:gd name="T81" fmla="*/ 31920478 h 552"/>
                <a:gd name="T82" fmla="*/ 13809846 w 475"/>
                <a:gd name="T83" fmla="*/ 31920478 h 552"/>
                <a:gd name="T84" fmla="*/ 17588243 w 475"/>
                <a:gd name="T85" fmla="*/ 35539095 h 552"/>
                <a:gd name="T86" fmla="*/ 13809846 w 475"/>
                <a:gd name="T87" fmla="*/ 39286770 h 552"/>
                <a:gd name="T88" fmla="*/ 3778036 w 475"/>
                <a:gd name="T89" fmla="*/ 39286770 h 552"/>
                <a:gd name="T90" fmla="*/ 0 w 475"/>
                <a:gd name="T91" fmla="*/ 35539095 h 552"/>
                <a:gd name="T92" fmla="*/ 3778036 w 475"/>
                <a:gd name="T93" fmla="*/ 31920478 h 552"/>
                <a:gd name="T94" fmla="*/ 3778036 w 475"/>
                <a:gd name="T95" fmla="*/ 52985462 h 552"/>
                <a:gd name="T96" fmla="*/ 3778036 w 475"/>
                <a:gd name="T97" fmla="*/ 52985462 h 552"/>
                <a:gd name="T98" fmla="*/ 13809846 w 475"/>
                <a:gd name="T99" fmla="*/ 52985462 h 552"/>
                <a:gd name="T100" fmla="*/ 17588243 w 475"/>
                <a:gd name="T101" fmla="*/ 56603721 h 552"/>
                <a:gd name="T102" fmla="*/ 13809846 w 475"/>
                <a:gd name="T103" fmla="*/ 60222338 h 552"/>
                <a:gd name="T104" fmla="*/ 3778036 w 475"/>
                <a:gd name="T105" fmla="*/ 60222338 h 552"/>
                <a:gd name="T106" fmla="*/ 0 w 475"/>
                <a:gd name="T107" fmla="*/ 56603721 h 552"/>
                <a:gd name="T108" fmla="*/ 3778036 w 475"/>
                <a:gd name="T109" fmla="*/ 52985462 h 552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475" h="552">
                  <a:moveTo>
                    <a:pt x="446" y="551"/>
                  </a:moveTo>
                  <a:lnTo>
                    <a:pt x="446" y="551"/>
                  </a:lnTo>
                  <a:cubicBezTo>
                    <a:pt x="417" y="551"/>
                    <a:pt x="417" y="551"/>
                    <a:pt x="417" y="551"/>
                  </a:cubicBezTo>
                  <a:cubicBezTo>
                    <a:pt x="417" y="0"/>
                    <a:pt x="417" y="0"/>
                    <a:pt x="417" y="0"/>
                  </a:cubicBezTo>
                  <a:cubicBezTo>
                    <a:pt x="446" y="0"/>
                    <a:pt x="446" y="0"/>
                    <a:pt x="446" y="0"/>
                  </a:cubicBezTo>
                  <a:cubicBezTo>
                    <a:pt x="460" y="0"/>
                    <a:pt x="474" y="14"/>
                    <a:pt x="474" y="28"/>
                  </a:cubicBezTo>
                  <a:cubicBezTo>
                    <a:pt x="474" y="523"/>
                    <a:pt x="474" y="523"/>
                    <a:pt x="474" y="523"/>
                  </a:cubicBezTo>
                  <a:cubicBezTo>
                    <a:pt x="474" y="537"/>
                    <a:pt x="460" y="551"/>
                    <a:pt x="446" y="551"/>
                  </a:cubicBezTo>
                  <a:close/>
                  <a:moveTo>
                    <a:pt x="57" y="523"/>
                  </a:moveTo>
                  <a:lnTo>
                    <a:pt x="57" y="523"/>
                  </a:lnTo>
                  <a:cubicBezTo>
                    <a:pt x="57" y="495"/>
                    <a:pt x="57" y="495"/>
                    <a:pt x="57" y="495"/>
                  </a:cubicBezTo>
                  <a:cubicBezTo>
                    <a:pt x="106" y="495"/>
                    <a:pt x="106" y="495"/>
                    <a:pt x="106" y="495"/>
                  </a:cubicBezTo>
                  <a:cubicBezTo>
                    <a:pt x="135" y="495"/>
                    <a:pt x="163" y="466"/>
                    <a:pt x="163" y="438"/>
                  </a:cubicBezTo>
                  <a:cubicBezTo>
                    <a:pt x="163" y="403"/>
                    <a:pt x="135" y="381"/>
                    <a:pt x="106" y="381"/>
                  </a:cubicBezTo>
                  <a:cubicBezTo>
                    <a:pt x="57" y="381"/>
                    <a:pt x="57" y="381"/>
                    <a:pt x="57" y="381"/>
                  </a:cubicBezTo>
                  <a:cubicBezTo>
                    <a:pt x="57" y="332"/>
                    <a:pt x="57" y="332"/>
                    <a:pt x="57" y="332"/>
                  </a:cubicBezTo>
                  <a:cubicBezTo>
                    <a:pt x="106" y="332"/>
                    <a:pt x="106" y="332"/>
                    <a:pt x="106" y="332"/>
                  </a:cubicBezTo>
                  <a:cubicBezTo>
                    <a:pt x="135" y="332"/>
                    <a:pt x="163" y="304"/>
                    <a:pt x="163" y="275"/>
                  </a:cubicBezTo>
                  <a:cubicBezTo>
                    <a:pt x="163" y="247"/>
                    <a:pt x="135" y="219"/>
                    <a:pt x="106" y="219"/>
                  </a:cubicBezTo>
                  <a:cubicBezTo>
                    <a:pt x="57" y="219"/>
                    <a:pt x="57" y="219"/>
                    <a:pt x="57" y="219"/>
                  </a:cubicBezTo>
                  <a:cubicBezTo>
                    <a:pt x="57" y="169"/>
                    <a:pt x="57" y="169"/>
                    <a:pt x="57" y="169"/>
                  </a:cubicBezTo>
                  <a:cubicBezTo>
                    <a:pt x="106" y="169"/>
                    <a:pt x="106" y="169"/>
                    <a:pt x="106" y="169"/>
                  </a:cubicBezTo>
                  <a:cubicBezTo>
                    <a:pt x="135" y="169"/>
                    <a:pt x="163" y="148"/>
                    <a:pt x="163" y="113"/>
                  </a:cubicBezTo>
                  <a:cubicBezTo>
                    <a:pt x="163" y="85"/>
                    <a:pt x="135" y="56"/>
                    <a:pt x="106" y="56"/>
                  </a:cubicBezTo>
                  <a:cubicBezTo>
                    <a:pt x="57" y="56"/>
                    <a:pt x="57" y="56"/>
                    <a:pt x="57" y="56"/>
                  </a:cubicBezTo>
                  <a:cubicBezTo>
                    <a:pt x="57" y="28"/>
                    <a:pt x="57" y="28"/>
                    <a:pt x="57" y="28"/>
                  </a:cubicBezTo>
                  <a:cubicBezTo>
                    <a:pt x="57" y="14"/>
                    <a:pt x="71" y="0"/>
                    <a:pt x="85" y="0"/>
                  </a:cubicBezTo>
                  <a:cubicBezTo>
                    <a:pt x="389" y="0"/>
                    <a:pt x="389" y="0"/>
                    <a:pt x="389" y="0"/>
                  </a:cubicBezTo>
                  <a:cubicBezTo>
                    <a:pt x="389" y="551"/>
                    <a:pt x="389" y="551"/>
                    <a:pt x="389" y="551"/>
                  </a:cubicBezTo>
                  <a:cubicBezTo>
                    <a:pt x="85" y="551"/>
                    <a:pt x="85" y="551"/>
                    <a:pt x="85" y="551"/>
                  </a:cubicBezTo>
                  <a:cubicBezTo>
                    <a:pt x="71" y="551"/>
                    <a:pt x="57" y="537"/>
                    <a:pt x="57" y="52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35" y="134"/>
                    <a:pt x="120" y="141"/>
                    <a:pt x="106" y="141"/>
                  </a:cubicBezTo>
                  <a:cubicBezTo>
                    <a:pt x="29" y="141"/>
                    <a:pt x="29" y="141"/>
                    <a:pt x="29" y="141"/>
                  </a:cubicBezTo>
                  <a:cubicBezTo>
                    <a:pt x="15" y="141"/>
                    <a:pt x="0" y="134"/>
                    <a:pt x="0" y="113"/>
                  </a:cubicBezTo>
                  <a:cubicBezTo>
                    <a:pt x="0" y="99"/>
                    <a:pt x="15" y="85"/>
                    <a:pt x="29" y="85"/>
                  </a:cubicBezTo>
                  <a:cubicBezTo>
                    <a:pt x="106" y="85"/>
                    <a:pt x="106" y="85"/>
                    <a:pt x="106" y="85"/>
                  </a:cubicBezTo>
                  <a:cubicBezTo>
                    <a:pt x="120" y="85"/>
                    <a:pt x="135" y="99"/>
                    <a:pt x="135" y="113"/>
                  </a:cubicBezTo>
                  <a:close/>
                  <a:moveTo>
                    <a:pt x="29" y="247"/>
                  </a:moveTo>
                  <a:lnTo>
                    <a:pt x="29" y="247"/>
                  </a:lnTo>
                  <a:cubicBezTo>
                    <a:pt x="106" y="247"/>
                    <a:pt x="106" y="247"/>
                    <a:pt x="106" y="247"/>
                  </a:cubicBezTo>
                  <a:cubicBezTo>
                    <a:pt x="120" y="247"/>
                    <a:pt x="135" y="261"/>
                    <a:pt x="135" y="275"/>
                  </a:cubicBezTo>
                  <a:cubicBezTo>
                    <a:pt x="135" y="290"/>
                    <a:pt x="120" y="304"/>
                    <a:pt x="106" y="304"/>
                  </a:cubicBezTo>
                  <a:cubicBezTo>
                    <a:pt x="29" y="304"/>
                    <a:pt x="29" y="304"/>
                    <a:pt x="29" y="304"/>
                  </a:cubicBezTo>
                  <a:cubicBezTo>
                    <a:pt x="15" y="304"/>
                    <a:pt x="0" y="290"/>
                    <a:pt x="0" y="275"/>
                  </a:cubicBezTo>
                  <a:cubicBezTo>
                    <a:pt x="0" y="261"/>
                    <a:pt x="15" y="247"/>
                    <a:pt x="29" y="247"/>
                  </a:cubicBezTo>
                  <a:close/>
                  <a:moveTo>
                    <a:pt x="29" y="410"/>
                  </a:moveTo>
                  <a:lnTo>
                    <a:pt x="29" y="410"/>
                  </a:lnTo>
                  <a:cubicBezTo>
                    <a:pt x="106" y="410"/>
                    <a:pt x="106" y="410"/>
                    <a:pt x="106" y="410"/>
                  </a:cubicBezTo>
                  <a:cubicBezTo>
                    <a:pt x="120" y="410"/>
                    <a:pt x="135" y="417"/>
                    <a:pt x="135" y="438"/>
                  </a:cubicBezTo>
                  <a:cubicBezTo>
                    <a:pt x="135" y="452"/>
                    <a:pt x="120" y="466"/>
                    <a:pt x="106" y="466"/>
                  </a:cubicBezTo>
                  <a:cubicBezTo>
                    <a:pt x="29" y="466"/>
                    <a:pt x="29" y="466"/>
                    <a:pt x="29" y="466"/>
                  </a:cubicBezTo>
                  <a:cubicBezTo>
                    <a:pt x="15" y="466"/>
                    <a:pt x="0" y="452"/>
                    <a:pt x="0" y="438"/>
                  </a:cubicBezTo>
                  <a:cubicBezTo>
                    <a:pt x="0" y="417"/>
                    <a:pt x="15" y="410"/>
                    <a:pt x="29" y="41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8" name="组合 17"/>
          <p:cNvGrpSpPr/>
          <p:nvPr userDrawn="1"/>
        </p:nvGrpSpPr>
        <p:grpSpPr>
          <a:xfrm>
            <a:off x="7151187" y="654595"/>
            <a:ext cx="577036" cy="577246"/>
            <a:chOff x="3491880" y="1274820"/>
            <a:chExt cx="432833" cy="432834"/>
          </a:xfrm>
        </p:grpSpPr>
        <p:sp>
          <p:nvSpPr>
            <p:cNvPr id="19" name="椭圆 16"/>
            <p:cNvSpPr>
              <a:spLocks noChangeArrowheads="1"/>
            </p:cNvSpPr>
            <p:nvPr/>
          </p:nvSpPr>
          <p:spPr bwMode="auto">
            <a:xfrm>
              <a:off x="3491880" y="1274820"/>
              <a:ext cx="432833" cy="432834"/>
            </a:xfrm>
            <a:prstGeom prst="ellipse">
              <a:avLst/>
            </a:prstGeom>
            <a:solidFill>
              <a:srgbClr val="1369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0" name="Freeform 75"/>
            <p:cNvSpPr>
              <a:spLocks noChangeArrowheads="1"/>
            </p:cNvSpPr>
            <p:nvPr/>
          </p:nvSpPr>
          <p:spPr bwMode="auto">
            <a:xfrm>
              <a:off x="3583864" y="1385879"/>
              <a:ext cx="248863" cy="210716"/>
            </a:xfrm>
            <a:custGeom>
              <a:avLst/>
              <a:gdLst>
                <a:gd name="T0" fmla="*/ 74657633 w 602"/>
                <a:gd name="T1" fmla="*/ 66362244 h 510"/>
                <a:gd name="T2" fmla="*/ 74657633 w 602"/>
                <a:gd name="T3" fmla="*/ 66362244 h 510"/>
                <a:gd name="T4" fmla="*/ 3654665 w 602"/>
                <a:gd name="T5" fmla="*/ 66362244 h 510"/>
                <a:gd name="T6" fmla="*/ 0 w 602"/>
                <a:gd name="T7" fmla="*/ 62711741 h 510"/>
                <a:gd name="T8" fmla="*/ 0 w 602"/>
                <a:gd name="T9" fmla="*/ 3650503 h 510"/>
                <a:gd name="T10" fmla="*/ 3654665 w 602"/>
                <a:gd name="T11" fmla="*/ 0 h 510"/>
                <a:gd name="T12" fmla="*/ 7308970 w 602"/>
                <a:gd name="T13" fmla="*/ 3650503 h 510"/>
                <a:gd name="T14" fmla="*/ 7308970 w 602"/>
                <a:gd name="T15" fmla="*/ 50717076 h 510"/>
                <a:gd name="T16" fmla="*/ 7308970 w 602"/>
                <a:gd name="T17" fmla="*/ 50717076 h 510"/>
                <a:gd name="T18" fmla="*/ 7308970 w 602"/>
                <a:gd name="T19" fmla="*/ 58930528 h 510"/>
                <a:gd name="T20" fmla="*/ 74657633 w 602"/>
                <a:gd name="T21" fmla="*/ 58930528 h 510"/>
                <a:gd name="T22" fmla="*/ 78442719 w 602"/>
                <a:gd name="T23" fmla="*/ 62711741 h 510"/>
                <a:gd name="T24" fmla="*/ 74657633 w 602"/>
                <a:gd name="T25" fmla="*/ 66362244 h 510"/>
                <a:gd name="T26" fmla="*/ 66434636 w 602"/>
                <a:gd name="T27" fmla="*/ 55280025 h 510"/>
                <a:gd name="T28" fmla="*/ 66434636 w 602"/>
                <a:gd name="T29" fmla="*/ 55280025 h 510"/>
                <a:gd name="T30" fmla="*/ 58995246 w 602"/>
                <a:gd name="T31" fmla="*/ 55280025 h 510"/>
                <a:gd name="T32" fmla="*/ 55340580 w 602"/>
                <a:gd name="T33" fmla="*/ 51629522 h 510"/>
                <a:gd name="T34" fmla="*/ 55340580 w 602"/>
                <a:gd name="T35" fmla="*/ 25814941 h 510"/>
                <a:gd name="T36" fmla="*/ 58995246 w 602"/>
                <a:gd name="T37" fmla="*/ 22164077 h 510"/>
                <a:gd name="T38" fmla="*/ 66434636 w 602"/>
                <a:gd name="T39" fmla="*/ 22164077 h 510"/>
                <a:gd name="T40" fmla="*/ 70089301 w 602"/>
                <a:gd name="T41" fmla="*/ 25814941 h 510"/>
                <a:gd name="T42" fmla="*/ 70089301 w 602"/>
                <a:gd name="T43" fmla="*/ 51629522 h 510"/>
                <a:gd name="T44" fmla="*/ 66434636 w 602"/>
                <a:gd name="T45" fmla="*/ 55280025 h 510"/>
                <a:gd name="T46" fmla="*/ 45159830 w 602"/>
                <a:gd name="T47" fmla="*/ 55280025 h 510"/>
                <a:gd name="T48" fmla="*/ 45159830 w 602"/>
                <a:gd name="T49" fmla="*/ 55280025 h 510"/>
                <a:gd name="T50" fmla="*/ 37850860 w 602"/>
                <a:gd name="T51" fmla="*/ 55280025 h 510"/>
                <a:gd name="T52" fmla="*/ 34065774 w 602"/>
                <a:gd name="T53" fmla="*/ 51629522 h 510"/>
                <a:gd name="T54" fmla="*/ 34065774 w 602"/>
                <a:gd name="T55" fmla="*/ 11082219 h 510"/>
                <a:gd name="T56" fmla="*/ 37850860 w 602"/>
                <a:gd name="T57" fmla="*/ 7431355 h 510"/>
                <a:gd name="T58" fmla="*/ 45159830 w 602"/>
                <a:gd name="T59" fmla="*/ 7431355 h 510"/>
                <a:gd name="T60" fmla="*/ 48814495 w 602"/>
                <a:gd name="T61" fmla="*/ 11082219 h 510"/>
                <a:gd name="T62" fmla="*/ 48814495 w 602"/>
                <a:gd name="T63" fmla="*/ 51629522 h 510"/>
                <a:gd name="T64" fmla="*/ 45159830 w 602"/>
                <a:gd name="T65" fmla="*/ 55280025 h 510"/>
                <a:gd name="T66" fmla="*/ 24929472 w 602"/>
                <a:gd name="T67" fmla="*/ 55280025 h 510"/>
                <a:gd name="T68" fmla="*/ 24929472 w 602"/>
                <a:gd name="T69" fmla="*/ 55280025 h 510"/>
                <a:gd name="T70" fmla="*/ 17489720 w 602"/>
                <a:gd name="T71" fmla="*/ 55280025 h 510"/>
                <a:gd name="T72" fmla="*/ 13835055 w 602"/>
                <a:gd name="T73" fmla="*/ 51629522 h 510"/>
                <a:gd name="T74" fmla="*/ 13835055 w 602"/>
                <a:gd name="T75" fmla="*/ 44198166 h 510"/>
                <a:gd name="T76" fmla="*/ 17489720 w 602"/>
                <a:gd name="T77" fmla="*/ 40547302 h 510"/>
                <a:gd name="T78" fmla="*/ 24929472 w 602"/>
                <a:gd name="T79" fmla="*/ 40547302 h 510"/>
                <a:gd name="T80" fmla="*/ 28583776 w 602"/>
                <a:gd name="T81" fmla="*/ 44198166 h 510"/>
                <a:gd name="T82" fmla="*/ 28583776 w 602"/>
                <a:gd name="T83" fmla="*/ 51629522 h 510"/>
                <a:gd name="T84" fmla="*/ 24929472 w 602"/>
                <a:gd name="T85" fmla="*/ 55280025 h 510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602" h="510">
                  <a:moveTo>
                    <a:pt x="572" y="509"/>
                  </a:moveTo>
                  <a:lnTo>
                    <a:pt x="572" y="509"/>
                  </a:lnTo>
                  <a:cubicBezTo>
                    <a:pt x="28" y="509"/>
                    <a:pt x="28" y="509"/>
                    <a:pt x="28" y="509"/>
                  </a:cubicBezTo>
                  <a:cubicBezTo>
                    <a:pt x="14" y="509"/>
                    <a:pt x="0" y="502"/>
                    <a:pt x="0" y="481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14"/>
                    <a:pt x="14" y="0"/>
                    <a:pt x="28" y="0"/>
                  </a:cubicBezTo>
                  <a:cubicBezTo>
                    <a:pt x="42" y="0"/>
                    <a:pt x="56" y="14"/>
                    <a:pt x="56" y="28"/>
                  </a:cubicBezTo>
                  <a:cubicBezTo>
                    <a:pt x="56" y="389"/>
                    <a:pt x="56" y="389"/>
                    <a:pt x="56" y="389"/>
                  </a:cubicBezTo>
                  <a:cubicBezTo>
                    <a:pt x="56" y="452"/>
                    <a:pt x="56" y="452"/>
                    <a:pt x="56" y="452"/>
                  </a:cubicBezTo>
                  <a:cubicBezTo>
                    <a:pt x="572" y="452"/>
                    <a:pt x="572" y="452"/>
                    <a:pt x="572" y="452"/>
                  </a:cubicBezTo>
                  <a:cubicBezTo>
                    <a:pt x="594" y="452"/>
                    <a:pt x="601" y="467"/>
                    <a:pt x="601" y="481"/>
                  </a:cubicBezTo>
                  <a:cubicBezTo>
                    <a:pt x="601" y="502"/>
                    <a:pt x="594" y="509"/>
                    <a:pt x="572" y="509"/>
                  </a:cubicBezTo>
                  <a:close/>
                  <a:moveTo>
                    <a:pt x="509" y="424"/>
                  </a:moveTo>
                  <a:lnTo>
                    <a:pt x="509" y="424"/>
                  </a:lnTo>
                  <a:cubicBezTo>
                    <a:pt x="452" y="424"/>
                    <a:pt x="452" y="424"/>
                    <a:pt x="452" y="424"/>
                  </a:cubicBezTo>
                  <a:cubicBezTo>
                    <a:pt x="438" y="424"/>
                    <a:pt x="424" y="417"/>
                    <a:pt x="424" y="396"/>
                  </a:cubicBezTo>
                  <a:cubicBezTo>
                    <a:pt x="424" y="198"/>
                    <a:pt x="424" y="198"/>
                    <a:pt x="424" y="198"/>
                  </a:cubicBezTo>
                  <a:cubicBezTo>
                    <a:pt x="424" y="184"/>
                    <a:pt x="438" y="170"/>
                    <a:pt x="452" y="170"/>
                  </a:cubicBezTo>
                  <a:cubicBezTo>
                    <a:pt x="509" y="170"/>
                    <a:pt x="509" y="170"/>
                    <a:pt x="509" y="170"/>
                  </a:cubicBezTo>
                  <a:cubicBezTo>
                    <a:pt x="523" y="170"/>
                    <a:pt x="537" y="184"/>
                    <a:pt x="537" y="198"/>
                  </a:cubicBezTo>
                  <a:cubicBezTo>
                    <a:pt x="537" y="396"/>
                    <a:pt x="537" y="396"/>
                    <a:pt x="537" y="396"/>
                  </a:cubicBezTo>
                  <a:cubicBezTo>
                    <a:pt x="537" y="417"/>
                    <a:pt x="523" y="424"/>
                    <a:pt x="509" y="424"/>
                  </a:cubicBezTo>
                  <a:close/>
                  <a:moveTo>
                    <a:pt x="346" y="424"/>
                  </a:moveTo>
                  <a:lnTo>
                    <a:pt x="346" y="424"/>
                  </a:lnTo>
                  <a:cubicBezTo>
                    <a:pt x="290" y="424"/>
                    <a:pt x="290" y="424"/>
                    <a:pt x="290" y="424"/>
                  </a:cubicBezTo>
                  <a:cubicBezTo>
                    <a:pt x="276" y="424"/>
                    <a:pt x="261" y="417"/>
                    <a:pt x="261" y="396"/>
                  </a:cubicBezTo>
                  <a:cubicBezTo>
                    <a:pt x="261" y="85"/>
                    <a:pt x="261" y="85"/>
                    <a:pt x="261" y="85"/>
                  </a:cubicBezTo>
                  <a:cubicBezTo>
                    <a:pt x="261" y="71"/>
                    <a:pt x="276" y="57"/>
                    <a:pt x="290" y="57"/>
                  </a:cubicBezTo>
                  <a:cubicBezTo>
                    <a:pt x="346" y="57"/>
                    <a:pt x="346" y="57"/>
                    <a:pt x="346" y="57"/>
                  </a:cubicBezTo>
                  <a:cubicBezTo>
                    <a:pt x="367" y="57"/>
                    <a:pt x="374" y="71"/>
                    <a:pt x="374" y="85"/>
                  </a:cubicBezTo>
                  <a:cubicBezTo>
                    <a:pt x="374" y="396"/>
                    <a:pt x="374" y="396"/>
                    <a:pt x="374" y="396"/>
                  </a:cubicBezTo>
                  <a:cubicBezTo>
                    <a:pt x="374" y="417"/>
                    <a:pt x="367" y="424"/>
                    <a:pt x="346" y="424"/>
                  </a:cubicBezTo>
                  <a:close/>
                  <a:moveTo>
                    <a:pt x="191" y="424"/>
                  </a:moveTo>
                  <a:lnTo>
                    <a:pt x="191" y="424"/>
                  </a:lnTo>
                  <a:cubicBezTo>
                    <a:pt x="134" y="424"/>
                    <a:pt x="134" y="424"/>
                    <a:pt x="134" y="424"/>
                  </a:cubicBezTo>
                  <a:cubicBezTo>
                    <a:pt x="113" y="424"/>
                    <a:pt x="106" y="417"/>
                    <a:pt x="106" y="396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106" y="325"/>
                    <a:pt x="113" y="311"/>
                    <a:pt x="134" y="311"/>
                  </a:cubicBezTo>
                  <a:cubicBezTo>
                    <a:pt x="191" y="311"/>
                    <a:pt x="191" y="311"/>
                    <a:pt x="191" y="311"/>
                  </a:cubicBezTo>
                  <a:cubicBezTo>
                    <a:pt x="205" y="311"/>
                    <a:pt x="219" y="325"/>
                    <a:pt x="219" y="339"/>
                  </a:cubicBezTo>
                  <a:cubicBezTo>
                    <a:pt x="219" y="396"/>
                    <a:pt x="219" y="396"/>
                    <a:pt x="219" y="396"/>
                  </a:cubicBezTo>
                  <a:cubicBezTo>
                    <a:pt x="219" y="417"/>
                    <a:pt x="205" y="424"/>
                    <a:pt x="191" y="42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21" name="组合 20"/>
          <p:cNvGrpSpPr/>
          <p:nvPr userDrawn="1"/>
        </p:nvGrpSpPr>
        <p:grpSpPr>
          <a:xfrm>
            <a:off x="8015170" y="654595"/>
            <a:ext cx="577036" cy="577246"/>
            <a:chOff x="4139952" y="1274820"/>
            <a:chExt cx="432833" cy="432834"/>
          </a:xfrm>
        </p:grpSpPr>
        <p:sp>
          <p:nvSpPr>
            <p:cNvPr id="22" name="椭圆 16"/>
            <p:cNvSpPr>
              <a:spLocks noChangeArrowheads="1"/>
            </p:cNvSpPr>
            <p:nvPr/>
          </p:nvSpPr>
          <p:spPr bwMode="auto">
            <a:xfrm>
              <a:off x="4139952" y="1274820"/>
              <a:ext cx="432833" cy="432834"/>
            </a:xfrm>
            <a:prstGeom prst="ellipse">
              <a:avLst/>
            </a:prstGeom>
            <a:solidFill>
              <a:srgbClr val="3992DB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3" name="Freeform 84"/>
            <p:cNvSpPr>
              <a:spLocks noChangeArrowheads="1"/>
            </p:cNvSpPr>
            <p:nvPr/>
          </p:nvSpPr>
          <p:spPr bwMode="auto">
            <a:xfrm>
              <a:off x="4241546" y="1366806"/>
              <a:ext cx="248863" cy="248863"/>
            </a:xfrm>
            <a:custGeom>
              <a:avLst/>
              <a:gdLst>
                <a:gd name="T0" fmla="*/ 43332858 w 602"/>
                <a:gd name="T1" fmla="*/ 34979440 h 602"/>
                <a:gd name="T2" fmla="*/ 43332858 w 602"/>
                <a:gd name="T3" fmla="*/ 34979440 h 602"/>
                <a:gd name="T4" fmla="*/ 43332858 w 602"/>
                <a:gd name="T5" fmla="*/ 0 h 602"/>
                <a:gd name="T6" fmla="*/ 78442719 w 602"/>
                <a:gd name="T7" fmla="*/ 34979440 h 602"/>
                <a:gd name="T8" fmla="*/ 43332858 w 602"/>
                <a:gd name="T9" fmla="*/ 34979440 h 602"/>
                <a:gd name="T10" fmla="*/ 36023527 w 602"/>
                <a:gd name="T11" fmla="*/ 78442719 h 602"/>
                <a:gd name="T12" fmla="*/ 36023527 w 602"/>
                <a:gd name="T13" fmla="*/ 78442719 h 602"/>
                <a:gd name="T14" fmla="*/ 0 w 602"/>
                <a:gd name="T15" fmla="*/ 42419192 h 602"/>
                <a:gd name="T16" fmla="*/ 36023527 w 602"/>
                <a:gd name="T17" fmla="*/ 7308970 h 602"/>
                <a:gd name="T18" fmla="*/ 36023527 w 602"/>
                <a:gd name="T19" fmla="*/ 42419192 h 602"/>
                <a:gd name="T20" fmla="*/ 71002968 w 602"/>
                <a:gd name="T21" fmla="*/ 42419192 h 602"/>
                <a:gd name="T22" fmla="*/ 36023527 w 602"/>
                <a:gd name="T23" fmla="*/ 78442719 h 60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602" h="602">
                  <a:moveTo>
                    <a:pt x="332" y="268"/>
                  </a:moveTo>
                  <a:lnTo>
                    <a:pt x="332" y="268"/>
                  </a:lnTo>
                  <a:cubicBezTo>
                    <a:pt x="332" y="0"/>
                    <a:pt x="332" y="0"/>
                    <a:pt x="332" y="0"/>
                  </a:cubicBezTo>
                  <a:cubicBezTo>
                    <a:pt x="481" y="0"/>
                    <a:pt x="601" y="120"/>
                    <a:pt x="601" y="268"/>
                  </a:cubicBezTo>
                  <a:lnTo>
                    <a:pt x="332" y="268"/>
                  </a:lnTo>
                  <a:close/>
                  <a:moveTo>
                    <a:pt x="276" y="601"/>
                  </a:moveTo>
                  <a:lnTo>
                    <a:pt x="276" y="601"/>
                  </a:lnTo>
                  <a:cubicBezTo>
                    <a:pt x="120" y="601"/>
                    <a:pt x="0" y="480"/>
                    <a:pt x="0" y="325"/>
                  </a:cubicBezTo>
                  <a:cubicBezTo>
                    <a:pt x="0" y="176"/>
                    <a:pt x="120" y="56"/>
                    <a:pt x="276" y="56"/>
                  </a:cubicBezTo>
                  <a:cubicBezTo>
                    <a:pt x="276" y="325"/>
                    <a:pt x="276" y="325"/>
                    <a:pt x="276" y="325"/>
                  </a:cubicBezTo>
                  <a:cubicBezTo>
                    <a:pt x="544" y="325"/>
                    <a:pt x="544" y="325"/>
                    <a:pt x="544" y="325"/>
                  </a:cubicBezTo>
                  <a:cubicBezTo>
                    <a:pt x="544" y="480"/>
                    <a:pt x="424" y="601"/>
                    <a:pt x="276" y="60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2998" y="3789834"/>
            <a:ext cx="3952633" cy="616956"/>
          </a:xfrm>
          <a:prstGeom prst="rect">
            <a:avLst/>
          </a:prstGeom>
        </p:spPr>
      </p:pic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2025/3/31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40" name="等腰三角形 39"/>
          <p:cNvSpPr/>
          <p:nvPr userDrawn="1"/>
        </p:nvSpPr>
        <p:spPr>
          <a:xfrm>
            <a:off x="7741543" y="3609725"/>
            <a:ext cx="6887119" cy="3248275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等腰三角形 6"/>
          <p:cNvSpPr/>
          <p:nvPr userDrawn="1"/>
        </p:nvSpPr>
        <p:spPr>
          <a:xfrm flipH="1" flipV="1">
            <a:off x="-766394" y="-28491"/>
            <a:ext cx="3825848" cy="1804442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等腰三角形 7"/>
          <p:cNvSpPr/>
          <p:nvPr userDrawn="1"/>
        </p:nvSpPr>
        <p:spPr>
          <a:xfrm flipH="1" flipV="1">
            <a:off x="1414174" y="635"/>
            <a:ext cx="3825848" cy="1804442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等腰三角形 8"/>
          <p:cNvSpPr/>
          <p:nvPr userDrawn="1"/>
        </p:nvSpPr>
        <p:spPr>
          <a:xfrm>
            <a:off x="6086073" y="4299128"/>
            <a:ext cx="5426766" cy="2559507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1" name="组合 40"/>
          <p:cNvGrpSpPr/>
          <p:nvPr userDrawn="1"/>
        </p:nvGrpSpPr>
        <p:grpSpPr>
          <a:xfrm>
            <a:off x="2308773" y="3437345"/>
            <a:ext cx="7551038" cy="105497"/>
            <a:chOff x="2101845" y="3387257"/>
            <a:chExt cx="7551038" cy="105497"/>
          </a:xfrm>
        </p:grpSpPr>
        <p:cxnSp>
          <p:nvCxnSpPr>
            <p:cNvPr id="42" name="直接连接符 41"/>
            <p:cNvCxnSpPr/>
            <p:nvPr/>
          </p:nvCxnSpPr>
          <p:spPr>
            <a:xfrm>
              <a:off x="2369489" y="3440005"/>
              <a:ext cx="7283394" cy="0"/>
            </a:xfrm>
            <a:prstGeom prst="line">
              <a:avLst/>
            </a:prstGeom>
            <a:ln w="285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椭圆 44"/>
            <p:cNvSpPr/>
            <p:nvPr/>
          </p:nvSpPr>
          <p:spPr>
            <a:xfrm>
              <a:off x="2101845" y="3387257"/>
              <a:ext cx="105497" cy="105497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" name="椭圆 9"/>
          <p:cNvSpPr/>
          <p:nvPr userDrawn="1"/>
        </p:nvSpPr>
        <p:spPr>
          <a:xfrm>
            <a:off x="10011958" y="3437345"/>
            <a:ext cx="105497" cy="105497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图片 10" descr="寄语(1)"/>
          <p:cNvPicPr>
            <a:picLocks noChangeAspect="1"/>
          </p:cNvPicPr>
          <p:nvPr userDrawn="1"/>
        </p:nvPicPr>
        <p:blipFill>
          <a:blip r:embed="rId3"/>
          <a:srcRect l="114" t="60287" r="-114" b="572"/>
          <a:stretch>
            <a:fillRect/>
          </a:stretch>
        </p:blipFill>
        <p:spPr>
          <a:xfrm>
            <a:off x="2480310" y="2508250"/>
            <a:ext cx="7532370" cy="165798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8049" y="274702"/>
            <a:ext cx="2742843" cy="585288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521" y="274702"/>
            <a:ext cx="8025355" cy="585288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2025/3/31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组合 41"/>
          <p:cNvGrpSpPr/>
          <p:nvPr userDrawn="1"/>
        </p:nvGrpSpPr>
        <p:grpSpPr>
          <a:xfrm>
            <a:off x="0" y="2202951"/>
            <a:ext cx="12190413" cy="2420263"/>
            <a:chOff x="170694" y="177982"/>
            <a:chExt cx="3936004" cy="781165"/>
          </a:xfrm>
        </p:grpSpPr>
        <p:sp>
          <p:nvSpPr>
            <p:cNvPr id="44" name="等腰三角形 43"/>
            <p:cNvSpPr/>
            <p:nvPr/>
          </p:nvSpPr>
          <p:spPr>
            <a:xfrm>
              <a:off x="1233863" y="177982"/>
              <a:ext cx="355284" cy="356514"/>
            </a:xfrm>
            <a:prstGeom prst="triangle">
              <a:avLst/>
            </a:pr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5" name="等腰三角形 44"/>
            <p:cNvSpPr/>
            <p:nvPr/>
          </p:nvSpPr>
          <p:spPr>
            <a:xfrm flipV="1">
              <a:off x="200258" y="602633"/>
              <a:ext cx="355284" cy="356514"/>
            </a:xfrm>
            <a:prstGeom prst="triangle">
              <a:avLst/>
            </a:pr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6" name="矩形 45"/>
            <p:cNvSpPr/>
            <p:nvPr/>
          </p:nvSpPr>
          <p:spPr>
            <a:xfrm>
              <a:off x="170694" y="261768"/>
              <a:ext cx="3936004" cy="61198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7" name="平行四边形 46"/>
            <p:cNvSpPr/>
            <p:nvPr/>
          </p:nvSpPr>
          <p:spPr>
            <a:xfrm>
              <a:off x="376965" y="178257"/>
              <a:ext cx="1036076" cy="779005"/>
            </a:xfrm>
            <a:prstGeom prst="parallelogram">
              <a:avLst>
                <a:gd name="adj" fmla="val 48207"/>
              </a:avLst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8" name="文本框 6"/>
            <p:cNvSpPr txBox="1"/>
            <p:nvPr/>
          </p:nvSpPr>
          <p:spPr>
            <a:xfrm>
              <a:off x="619911" y="284178"/>
              <a:ext cx="650908" cy="553578"/>
            </a:xfrm>
            <a:prstGeom prst="rect">
              <a:avLst/>
            </a:prstGeom>
            <a:noFill/>
          </p:spPr>
          <p:txBody>
            <a:bodyPr wrap="square" lIns="68580" tIns="34290" rIns="68580" bIns="34290" rtlCol="0">
              <a:spAutoFit/>
            </a:bodyPr>
            <a:lstStyle/>
            <a:p>
              <a:endParaRPr lang="zh-CN" altLang="en-US" sz="10700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7" name="组合 6"/>
          <p:cNvGrpSpPr/>
          <p:nvPr userDrawn="1"/>
        </p:nvGrpSpPr>
        <p:grpSpPr>
          <a:xfrm>
            <a:off x="7919172" y="1700153"/>
            <a:ext cx="575989" cy="577246"/>
            <a:chOff x="6084168" y="1274820"/>
            <a:chExt cx="432048" cy="432834"/>
          </a:xfrm>
        </p:grpSpPr>
        <p:sp>
          <p:nvSpPr>
            <p:cNvPr id="14" name="椭圆 22"/>
            <p:cNvSpPr>
              <a:spLocks noChangeArrowheads="1"/>
            </p:cNvSpPr>
            <p:nvPr/>
          </p:nvSpPr>
          <p:spPr bwMode="auto">
            <a:xfrm>
              <a:off x="6084168" y="1274820"/>
              <a:ext cx="432048" cy="432834"/>
            </a:xfrm>
            <a:prstGeom prst="ellipse">
              <a:avLst/>
            </a:prstGeom>
            <a:solidFill>
              <a:srgbClr val="1369B2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9" name="Freeform 59"/>
            <p:cNvSpPr>
              <a:spLocks noChangeArrowheads="1"/>
            </p:cNvSpPr>
            <p:nvPr/>
          </p:nvSpPr>
          <p:spPr bwMode="auto">
            <a:xfrm>
              <a:off x="6180302" y="1365898"/>
              <a:ext cx="239780" cy="250679"/>
            </a:xfrm>
            <a:custGeom>
              <a:avLst/>
              <a:gdLst>
                <a:gd name="T0" fmla="*/ 73627430 w 581"/>
                <a:gd name="T1" fmla="*/ 67678707 h 609"/>
                <a:gd name="T2" fmla="*/ 61659637 w 581"/>
                <a:gd name="T3" fmla="*/ 78678142 h 609"/>
                <a:gd name="T4" fmla="*/ 54244957 w 581"/>
                <a:gd name="T5" fmla="*/ 72208055 h 609"/>
                <a:gd name="T6" fmla="*/ 57106883 w 581"/>
                <a:gd name="T7" fmla="*/ 65867111 h 609"/>
                <a:gd name="T8" fmla="*/ 61659637 w 581"/>
                <a:gd name="T9" fmla="*/ 69490662 h 609"/>
                <a:gd name="T10" fmla="*/ 71806401 w 581"/>
                <a:gd name="T11" fmla="*/ 61338122 h 609"/>
                <a:gd name="T12" fmla="*/ 73627430 w 581"/>
                <a:gd name="T13" fmla="*/ 67678707 h 609"/>
                <a:gd name="T14" fmla="*/ 61659637 w 581"/>
                <a:gd name="T15" fmla="*/ 64055516 h 609"/>
                <a:gd name="T16" fmla="*/ 49691843 w 581"/>
                <a:gd name="T17" fmla="*/ 69490662 h 609"/>
                <a:gd name="T18" fmla="*/ 51513233 w 581"/>
                <a:gd name="T19" fmla="*/ 75054951 h 609"/>
                <a:gd name="T20" fmla="*/ 3772261 w 581"/>
                <a:gd name="T21" fmla="*/ 78678142 h 609"/>
                <a:gd name="T22" fmla="*/ 0 w 581"/>
                <a:gd name="T23" fmla="*/ 10999436 h 609"/>
                <a:gd name="T24" fmla="*/ 10146404 w 581"/>
                <a:gd name="T25" fmla="*/ 7246742 h 609"/>
                <a:gd name="T26" fmla="*/ 17561444 w 581"/>
                <a:gd name="T27" fmla="*/ 18246178 h 609"/>
                <a:gd name="T28" fmla="*/ 24845922 w 581"/>
                <a:gd name="T29" fmla="*/ 7246742 h 609"/>
                <a:gd name="T30" fmla="*/ 28488341 w 581"/>
                <a:gd name="T31" fmla="*/ 10999436 h 609"/>
                <a:gd name="T32" fmla="*/ 43318061 w 581"/>
                <a:gd name="T33" fmla="*/ 10999436 h 609"/>
                <a:gd name="T34" fmla="*/ 46960119 w 581"/>
                <a:gd name="T35" fmla="*/ 7246742 h 609"/>
                <a:gd name="T36" fmla="*/ 54244957 w 581"/>
                <a:gd name="T37" fmla="*/ 18246178 h 609"/>
                <a:gd name="T38" fmla="*/ 61659637 w 581"/>
                <a:gd name="T39" fmla="*/ 7246742 h 609"/>
                <a:gd name="T40" fmla="*/ 71806401 w 581"/>
                <a:gd name="T41" fmla="*/ 10999436 h 609"/>
                <a:gd name="T42" fmla="*/ 66212751 w 581"/>
                <a:gd name="T43" fmla="*/ 59526167 h 609"/>
                <a:gd name="T44" fmla="*/ 10146404 w 581"/>
                <a:gd name="T45" fmla="*/ 63149718 h 609"/>
                <a:gd name="T46" fmla="*/ 12878128 w 581"/>
                <a:gd name="T47" fmla="*/ 65867111 h 609"/>
                <a:gd name="T48" fmla="*/ 39545439 w 581"/>
                <a:gd name="T49" fmla="*/ 63149718 h 609"/>
                <a:gd name="T50" fmla="*/ 39545439 w 581"/>
                <a:gd name="T51" fmla="*/ 63149718 h 609"/>
                <a:gd name="T52" fmla="*/ 39545439 w 581"/>
                <a:gd name="T53" fmla="*/ 63149718 h 609"/>
                <a:gd name="T54" fmla="*/ 12878128 w 581"/>
                <a:gd name="T55" fmla="*/ 60431965 h 609"/>
                <a:gd name="T56" fmla="*/ 58017218 w 581"/>
                <a:gd name="T57" fmla="*/ 28339815 h 609"/>
                <a:gd name="T58" fmla="*/ 13788823 w 581"/>
                <a:gd name="T59" fmla="*/ 28339815 h 609"/>
                <a:gd name="T60" fmla="*/ 13788823 w 581"/>
                <a:gd name="T61" fmla="*/ 35715700 h 609"/>
                <a:gd name="T62" fmla="*/ 61659637 w 581"/>
                <a:gd name="T63" fmla="*/ 31963007 h 609"/>
                <a:gd name="T64" fmla="*/ 58017218 w 581"/>
                <a:gd name="T65" fmla="*/ 43868240 h 609"/>
                <a:gd name="T66" fmla="*/ 35903020 w 581"/>
                <a:gd name="T67" fmla="*/ 43868240 h 609"/>
                <a:gd name="T68" fmla="*/ 13788823 w 581"/>
                <a:gd name="T69" fmla="*/ 43868240 h 609"/>
                <a:gd name="T70" fmla="*/ 13788823 w 581"/>
                <a:gd name="T71" fmla="*/ 51244484 h 609"/>
                <a:gd name="T72" fmla="*/ 35903020 w 581"/>
                <a:gd name="T73" fmla="*/ 51244484 h 609"/>
                <a:gd name="T74" fmla="*/ 61659637 w 581"/>
                <a:gd name="T75" fmla="*/ 47491791 h 609"/>
                <a:gd name="T76" fmla="*/ 54244957 w 581"/>
                <a:gd name="T77" fmla="*/ 14622627 h 609"/>
                <a:gd name="T78" fmla="*/ 50602538 w 581"/>
                <a:gd name="T79" fmla="*/ 10999436 h 609"/>
                <a:gd name="T80" fmla="*/ 54244957 w 581"/>
                <a:gd name="T81" fmla="*/ 0 h 609"/>
                <a:gd name="T82" fmla="*/ 58017218 w 581"/>
                <a:gd name="T83" fmla="*/ 10999436 h 609"/>
                <a:gd name="T84" fmla="*/ 35903020 w 581"/>
                <a:gd name="T85" fmla="*/ 14622627 h 609"/>
                <a:gd name="T86" fmla="*/ 32260601 w 581"/>
                <a:gd name="T87" fmla="*/ 10999436 h 609"/>
                <a:gd name="T88" fmla="*/ 35903020 w 581"/>
                <a:gd name="T89" fmla="*/ 0 h 609"/>
                <a:gd name="T90" fmla="*/ 39545439 w 581"/>
                <a:gd name="T91" fmla="*/ 10999436 h 609"/>
                <a:gd name="T92" fmla="*/ 17561444 w 581"/>
                <a:gd name="T93" fmla="*/ 14622627 h 609"/>
                <a:gd name="T94" fmla="*/ 13788823 w 581"/>
                <a:gd name="T95" fmla="*/ 10999436 h 609"/>
                <a:gd name="T96" fmla="*/ 17561444 w 581"/>
                <a:gd name="T97" fmla="*/ 0 h 609"/>
                <a:gd name="T98" fmla="*/ 21203502 w 581"/>
                <a:gd name="T99" fmla="*/ 10999436 h 609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0" t="0" r="r" b="b"/>
              <a:pathLst>
                <a:path w="581" h="609">
                  <a:moveTo>
                    <a:pt x="566" y="523"/>
                  </a:moveTo>
                  <a:lnTo>
                    <a:pt x="566" y="523"/>
                  </a:lnTo>
                  <a:cubicBezTo>
                    <a:pt x="495" y="594"/>
                    <a:pt x="495" y="594"/>
                    <a:pt x="495" y="594"/>
                  </a:cubicBezTo>
                  <a:cubicBezTo>
                    <a:pt x="488" y="601"/>
                    <a:pt x="481" y="608"/>
                    <a:pt x="474" y="608"/>
                  </a:cubicBezTo>
                  <a:cubicBezTo>
                    <a:pt x="467" y="608"/>
                    <a:pt x="460" y="601"/>
                    <a:pt x="453" y="594"/>
                  </a:cubicBezTo>
                  <a:cubicBezTo>
                    <a:pt x="417" y="558"/>
                    <a:pt x="417" y="558"/>
                    <a:pt x="417" y="558"/>
                  </a:cubicBezTo>
                  <a:cubicBezTo>
                    <a:pt x="410" y="551"/>
                    <a:pt x="410" y="544"/>
                    <a:pt x="410" y="537"/>
                  </a:cubicBezTo>
                  <a:cubicBezTo>
                    <a:pt x="410" y="523"/>
                    <a:pt x="417" y="509"/>
                    <a:pt x="439" y="509"/>
                  </a:cubicBezTo>
                  <a:cubicBezTo>
                    <a:pt x="446" y="509"/>
                    <a:pt x="453" y="516"/>
                    <a:pt x="453" y="523"/>
                  </a:cubicBezTo>
                  <a:cubicBezTo>
                    <a:pt x="474" y="537"/>
                    <a:pt x="474" y="537"/>
                    <a:pt x="474" y="537"/>
                  </a:cubicBezTo>
                  <a:cubicBezTo>
                    <a:pt x="530" y="481"/>
                    <a:pt x="530" y="481"/>
                    <a:pt x="530" y="481"/>
                  </a:cubicBezTo>
                  <a:cubicBezTo>
                    <a:pt x="537" y="474"/>
                    <a:pt x="545" y="474"/>
                    <a:pt x="552" y="474"/>
                  </a:cubicBezTo>
                  <a:cubicBezTo>
                    <a:pt x="566" y="474"/>
                    <a:pt x="580" y="488"/>
                    <a:pt x="580" y="502"/>
                  </a:cubicBezTo>
                  <a:cubicBezTo>
                    <a:pt x="580" y="509"/>
                    <a:pt x="573" y="516"/>
                    <a:pt x="566" y="523"/>
                  </a:cubicBezTo>
                  <a:close/>
                  <a:moveTo>
                    <a:pt x="474" y="495"/>
                  </a:moveTo>
                  <a:lnTo>
                    <a:pt x="474" y="495"/>
                  </a:lnTo>
                  <a:cubicBezTo>
                    <a:pt x="467" y="488"/>
                    <a:pt x="453" y="481"/>
                    <a:pt x="439" y="481"/>
                  </a:cubicBezTo>
                  <a:cubicBezTo>
                    <a:pt x="403" y="481"/>
                    <a:pt x="382" y="509"/>
                    <a:pt x="382" y="537"/>
                  </a:cubicBezTo>
                  <a:cubicBezTo>
                    <a:pt x="382" y="558"/>
                    <a:pt x="389" y="573"/>
                    <a:pt x="396" y="580"/>
                  </a:cubicBezTo>
                  <a:cubicBezTo>
                    <a:pt x="424" y="608"/>
                    <a:pt x="424" y="608"/>
                    <a:pt x="424" y="608"/>
                  </a:cubicBezTo>
                  <a:cubicBezTo>
                    <a:pt x="29" y="608"/>
                    <a:pt x="29" y="608"/>
                    <a:pt x="29" y="608"/>
                  </a:cubicBezTo>
                  <a:cubicBezTo>
                    <a:pt x="15" y="608"/>
                    <a:pt x="0" y="594"/>
                    <a:pt x="0" y="580"/>
                  </a:cubicBezTo>
                  <a:cubicBezTo>
                    <a:pt x="0" y="85"/>
                    <a:pt x="0" y="85"/>
                    <a:pt x="0" y="85"/>
                  </a:cubicBezTo>
                  <a:cubicBezTo>
                    <a:pt x="0" y="71"/>
                    <a:pt x="15" y="56"/>
                    <a:pt x="29" y="56"/>
                  </a:cubicBezTo>
                  <a:cubicBezTo>
                    <a:pt x="78" y="56"/>
                    <a:pt x="78" y="56"/>
                    <a:pt x="78" y="56"/>
                  </a:cubicBezTo>
                  <a:cubicBezTo>
                    <a:pt x="78" y="85"/>
                    <a:pt x="78" y="85"/>
                    <a:pt x="78" y="85"/>
                  </a:cubicBezTo>
                  <a:cubicBezTo>
                    <a:pt x="78" y="120"/>
                    <a:pt x="106" y="141"/>
                    <a:pt x="135" y="141"/>
                  </a:cubicBezTo>
                  <a:cubicBezTo>
                    <a:pt x="163" y="141"/>
                    <a:pt x="191" y="120"/>
                    <a:pt x="191" y="85"/>
                  </a:cubicBezTo>
                  <a:cubicBezTo>
                    <a:pt x="191" y="56"/>
                    <a:pt x="191" y="56"/>
                    <a:pt x="191" y="56"/>
                  </a:cubicBezTo>
                  <a:cubicBezTo>
                    <a:pt x="219" y="56"/>
                    <a:pt x="219" y="56"/>
                    <a:pt x="219" y="56"/>
                  </a:cubicBezTo>
                  <a:cubicBezTo>
                    <a:pt x="219" y="85"/>
                    <a:pt x="219" y="85"/>
                    <a:pt x="219" y="85"/>
                  </a:cubicBezTo>
                  <a:cubicBezTo>
                    <a:pt x="219" y="120"/>
                    <a:pt x="248" y="141"/>
                    <a:pt x="276" y="141"/>
                  </a:cubicBezTo>
                  <a:cubicBezTo>
                    <a:pt x="304" y="141"/>
                    <a:pt x="333" y="120"/>
                    <a:pt x="333" y="85"/>
                  </a:cubicBezTo>
                  <a:cubicBezTo>
                    <a:pt x="333" y="56"/>
                    <a:pt x="333" y="56"/>
                    <a:pt x="333" y="56"/>
                  </a:cubicBezTo>
                  <a:cubicBezTo>
                    <a:pt x="361" y="56"/>
                    <a:pt x="361" y="56"/>
                    <a:pt x="361" y="56"/>
                  </a:cubicBezTo>
                  <a:cubicBezTo>
                    <a:pt x="361" y="85"/>
                    <a:pt x="361" y="85"/>
                    <a:pt x="361" y="85"/>
                  </a:cubicBezTo>
                  <a:cubicBezTo>
                    <a:pt x="361" y="120"/>
                    <a:pt x="389" y="141"/>
                    <a:pt x="417" y="141"/>
                  </a:cubicBezTo>
                  <a:cubicBezTo>
                    <a:pt x="446" y="141"/>
                    <a:pt x="474" y="120"/>
                    <a:pt x="474" y="85"/>
                  </a:cubicBezTo>
                  <a:cubicBezTo>
                    <a:pt x="474" y="56"/>
                    <a:pt x="474" y="56"/>
                    <a:pt x="474" y="56"/>
                  </a:cubicBezTo>
                  <a:cubicBezTo>
                    <a:pt x="523" y="56"/>
                    <a:pt x="523" y="56"/>
                    <a:pt x="523" y="56"/>
                  </a:cubicBezTo>
                  <a:cubicBezTo>
                    <a:pt x="537" y="56"/>
                    <a:pt x="552" y="71"/>
                    <a:pt x="552" y="85"/>
                  </a:cubicBezTo>
                  <a:cubicBezTo>
                    <a:pt x="552" y="445"/>
                    <a:pt x="552" y="445"/>
                    <a:pt x="552" y="445"/>
                  </a:cubicBezTo>
                  <a:cubicBezTo>
                    <a:pt x="530" y="445"/>
                    <a:pt x="516" y="452"/>
                    <a:pt x="509" y="460"/>
                  </a:cubicBezTo>
                  <a:lnTo>
                    <a:pt x="474" y="495"/>
                  </a:lnTo>
                  <a:close/>
                  <a:moveTo>
                    <a:pt x="78" y="488"/>
                  </a:moveTo>
                  <a:lnTo>
                    <a:pt x="78" y="488"/>
                  </a:lnTo>
                  <a:cubicBezTo>
                    <a:pt x="78" y="502"/>
                    <a:pt x="85" y="509"/>
                    <a:pt x="99" y="509"/>
                  </a:cubicBezTo>
                  <a:cubicBezTo>
                    <a:pt x="283" y="509"/>
                    <a:pt x="283" y="509"/>
                    <a:pt x="283" y="509"/>
                  </a:cubicBezTo>
                  <a:cubicBezTo>
                    <a:pt x="297" y="509"/>
                    <a:pt x="304" y="502"/>
                    <a:pt x="304" y="488"/>
                  </a:cubicBezTo>
                  <a:cubicBezTo>
                    <a:pt x="304" y="474"/>
                    <a:pt x="297" y="467"/>
                    <a:pt x="283" y="467"/>
                  </a:cubicBezTo>
                  <a:cubicBezTo>
                    <a:pt x="99" y="467"/>
                    <a:pt x="99" y="467"/>
                    <a:pt x="99" y="467"/>
                  </a:cubicBezTo>
                  <a:cubicBezTo>
                    <a:pt x="85" y="467"/>
                    <a:pt x="78" y="474"/>
                    <a:pt x="78" y="488"/>
                  </a:cubicBezTo>
                  <a:close/>
                  <a:moveTo>
                    <a:pt x="446" y="219"/>
                  </a:moveTo>
                  <a:lnTo>
                    <a:pt x="446" y="219"/>
                  </a:lnTo>
                  <a:cubicBezTo>
                    <a:pt x="106" y="219"/>
                    <a:pt x="106" y="219"/>
                    <a:pt x="106" y="219"/>
                  </a:cubicBezTo>
                  <a:cubicBezTo>
                    <a:pt x="92" y="219"/>
                    <a:pt x="78" y="233"/>
                    <a:pt x="78" y="247"/>
                  </a:cubicBezTo>
                  <a:cubicBezTo>
                    <a:pt x="78" y="262"/>
                    <a:pt x="92" y="276"/>
                    <a:pt x="106" y="276"/>
                  </a:cubicBezTo>
                  <a:cubicBezTo>
                    <a:pt x="446" y="276"/>
                    <a:pt x="446" y="276"/>
                    <a:pt x="446" y="276"/>
                  </a:cubicBezTo>
                  <a:cubicBezTo>
                    <a:pt x="460" y="276"/>
                    <a:pt x="474" y="262"/>
                    <a:pt x="474" y="247"/>
                  </a:cubicBezTo>
                  <a:cubicBezTo>
                    <a:pt x="474" y="233"/>
                    <a:pt x="460" y="219"/>
                    <a:pt x="446" y="219"/>
                  </a:cubicBezTo>
                  <a:close/>
                  <a:moveTo>
                    <a:pt x="446" y="339"/>
                  </a:moveTo>
                  <a:lnTo>
                    <a:pt x="446" y="339"/>
                  </a:lnTo>
                  <a:cubicBezTo>
                    <a:pt x="276" y="339"/>
                    <a:pt x="276" y="339"/>
                    <a:pt x="276" y="339"/>
                  </a:cubicBezTo>
                  <a:cubicBezTo>
                    <a:pt x="226" y="339"/>
                    <a:pt x="226" y="339"/>
                    <a:pt x="226" y="339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92" y="339"/>
                    <a:pt x="78" y="353"/>
                    <a:pt x="78" y="367"/>
                  </a:cubicBezTo>
                  <a:cubicBezTo>
                    <a:pt x="78" y="389"/>
                    <a:pt x="92" y="396"/>
                    <a:pt x="106" y="396"/>
                  </a:cubicBezTo>
                  <a:cubicBezTo>
                    <a:pt x="226" y="396"/>
                    <a:pt x="226" y="396"/>
                    <a:pt x="226" y="396"/>
                  </a:cubicBezTo>
                  <a:cubicBezTo>
                    <a:pt x="276" y="396"/>
                    <a:pt x="276" y="396"/>
                    <a:pt x="276" y="396"/>
                  </a:cubicBezTo>
                  <a:cubicBezTo>
                    <a:pt x="446" y="396"/>
                    <a:pt x="446" y="396"/>
                    <a:pt x="446" y="396"/>
                  </a:cubicBezTo>
                  <a:cubicBezTo>
                    <a:pt x="460" y="396"/>
                    <a:pt x="474" y="389"/>
                    <a:pt x="474" y="367"/>
                  </a:cubicBezTo>
                  <a:cubicBezTo>
                    <a:pt x="474" y="353"/>
                    <a:pt x="460" y="339"/>
                    <a:pt x="446" y="339"/>
                  </a:cubicBezTo>
                  <a:close/>
                  <a:moveTo>
                    <a:pt x="417" y="113"/>
                  </a:moveTo>
                  <a:lnTo>
                    <a:pt x="417" y="113"/>
                  </a:lnTo>
                  <a:cubicBezTo>
                    <a:pt x="403" y="113"/>
                    <a:pt x="389" y="106"/>
                    <a:pt x="389" y="85"/>
                  </a:cubicBezTo>
                  <a:cubicBezTo>
                    <a:pt x="389" y="28"/>
                    <a:pt x="389" y="28"/>
                    <a:pt x="389" y="28"/>
                  </a:cubicBezTo>
                  <a:cubicBezTo>
                    <a:pt x="389" y="14"/>
                    <a:pt x="403" y="0"/>
                    <a:pt x="417" y="0"/>
                  </a:cubicBezTo>
                  <a:cubicBezTo>
                    <a:pt x="431" y="0"/>
                    <a:pt x="446" y="14"/>
                    <a:pt x="446" y="28"/>
                  </a:cubicBezTo>
                  <a:cubicBezTo>
                    <a:pt x="446" y="85"/>
                    <a:pt x="446" y="85"/>
                    <a:pt x="446" y="85"/>
                  </a:cubicBezTo>
                  <a:cubicBezTo>
                    <a:pt x="446" y="106"/>
                    <a:pt x="431" y="113"/>
                    <a:pt x="417" y="113"/>
                  </a:cubicBezTo>
                  <a:close/>
                  <a:moveTo>
                    <a:pt x="276" y="113"/>
                  </a:moveTo>
                  <a:lnTo>
                    <a:pt x="276" y="113"/>
                  </a:lnTo>
                  <a:cubicBezTo>
                    <a:pt x="262" y="113"/>
                    <a:pt x="248" y="106"/>
                    <a:pt x="248" y="85"/>
                  </a:cubicBezTo>
                  <a:cubicBezTo>
                    <a:pt x="248" y="28"/>
                    <a:pt x="248" y="28"/>
                    <a:pt x="248" y="28"/>
                  </a:cubicBezTo>
                  <a:cubicBezTo>
                    <a:pt x="248" y="14"/>
                    <a:pt x="262" y="0"/>
                    <a:pt x="276" y="0"/>
                  </a:cubicBezTo>
                  <a:cubicBezTo>
                    <a:pt x="290" y="0"/>
                    <a:pt x="304" y="14"/>
                    <a:pt x="304" y="28"/>
                  </a:cubicBezTo>
                  <a:cubicBezTo>
                    <a:pt x="304" y="85"/>
                    <a:pt x="304" y="85"/>
                    <a:pt x="304" y="85"/>
                  </a:cubicBezTo>
                  <a:cubicBezTo>
                    <a:pt x="304" y="106"/>
                    <a:pt x="290" y="113"/>
                    <a:pt x="276" y="11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21" y="113"/>
                    <a:pt x="106" y="106"/>
                    <a:pt x="106" y="85"/>
                  </a:cubicBezTo>
                  <a:cubicBezTo>
                    <a:pt x="106" y="28"/>
                    <a:pt x="106" y="28"/>
                    <a:pt x="106" y="28"/>
                  </a:cubicBezTo>
                  <a:cubicBezTo>
                    <a:pt x="106" y="14"/>
                    <a:pt x="121" y="0"/>
                    <a:pt x="135" y="0"/>
                  </a:cubicBezTo>
                  <a:cubicBezTo>
                    <a:pt x="149" y="0"/>
                    <a:pt x="163" y="14"/>
                    <a:pt x="163" y="28"/>
                  </a:cubicBezTo>
                  <a:cubicBezTo>
                    <a:pt x="163" y="85"/>
                    <a:pt x="163" y="85"/>
                    <a:pt x="163" y="85"/>
                  </a:cubicBezTo>
                  <a:cubicBezTo>
                    <a:pt x="163" y="106"/>
                    <a:pt x="149" y="113"/>
                    <a:pt x="135" y="113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8" name="组合 7"/>
          <p:cNvGrpSpPr/>
          <p:nvPr userDrawn="1"/>
        </p:nvGrpSpPr>
        <p:grpSpPr>
          <a:xfrm>
            <a:off x="6191205" y="1700678"/>
            <a:ext cx="575989" cy="576197"/>
            <a:chOff x="4788024" y="1275213"/>
            <a:chExt cx="432048" cy="432048"/>
          </a:xfrm>
        </p:grpSpPr>
        <p:sp>
          <p:nvSpPr>
            <p:cNvPr id="17" name="椭圆 65"/>
            <p:cNvSpPr>
              <a:spLocks noChangeArrowheads="1"/>
            </p:cNvSpPr>
            <p:nvPr/>
          </p:nvSpPr>
          <p:spPr bwMode="auto">
            <a:xfrm>
              <a:off x="4788024" y="1275213"/>
              <a:ext cx="432048" cy="432048"/>
            </a:xfrm>
            <a:prstGeom prst="ellipse">
              <a:avLst/>
            </a:prstGeom>
            <a:solidFill>
              <a:srgbClr val="F79600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0" name="Freeform 110"/>
            <p:cNvSpPr>
              <a:spLocks noChangeArrowheads="1"/>
            </p:cNvSpPr>
            <p:nvPr/>
          </p:nvSpPr>
          <p:spPr bwMode="auto">
            <a:xfrm>
              <a:off x="4891102" y="1366806"/>
              <a:ext cx="250679" cy="248862"/>
            </a:xfrm>
            <a:custGeom>
              <a:avLst/>
              <a:gdLst>
                <a:gd name="T0" fmla="*/ 78678142 w 609"/>
                <a:gd name="T1" fmla="*/ 71002280 h 602"/>
                <a:gd name="T2" fmla="*/ 78678142 w 609"/>
                <a:gd name="T3" fmla="*/ 71002280 h 602"/>
                <a:gd name="T4" fmla="*/ 71302258 w 609"/>
                <a:gd name="T5" fmla="*/ 78441997 h 602"/>
                <a:gd name="T6" fmla="*/ 65867111 w 609"/>
                <a:gd name="T7" fmla="*/ 76614673 h 602"/>
                <a:gd name="T8" fmla="*/ 44774038 w 609"/>
                <a:gd name="T9" fmla="*/ 54426302 h 602"/>
                <a:gd name="T10" fmla="*/ 29245613 w 609"/>
                <a:gd name="T11" fmla="*/ 59125033 h 602"/>
                <a:gd name="T12" fmla="*/ 0 w 609"/>
                <a:gd name="T13" fmla="*/ 29497307 h 602"/>
                <a:gd name="T14" fmla="*/ 29245613 w 609"/>
                <a:gd name="T15" fmla="*/ 0 h 602"/>
                <a:gd name="T16" fmla="*/ 58491226 w 609"/>
                <a:gd name="T17" fmla="*/ 29497307 h 602"/>
                <a:gd name="T18" fmla="*/ 54867675 w 609"/>
                <a:gd name="T19" fmla="*/ 44376380 h 602"/>
                <a:gd name="T20" fmla="*/ 75960749 w 609"/>
                <a:gd name="T21" fmla="*/ 65520668 h 602"/>
                <a:gd name="T22" fmla="*/ 78678142 w 609"/>
                <a:gd name="T23" fmla="*/ 71002280 h 602"/>
                <a:gd name="T24" fmla="*/ 29245613 w 609"/>
                <a:gd name="T25" fmla="*/ 7439717 h 602"/>
                <a:gd name="T26" fmla="*/ 29245613 w 609"/>
                <a:gd name="T27" fmla="*/ 7439717 h 602"/>
                <a:gd name="T28" fmla="*/ 7246742 w 609"/>
                <a:gd name="T29" fmla="*/ 29497307 h 602"/>
                <a:gd name="T30" fmla="*/ 29245613 w 609"/>
                <a:gd name="T31" fmla="*/ 51685677 h 602"/>
                <a:gd name="T32" fmla="*/ 51244484 w 609"/>
                <a:gd name="T33" fmla="*/ 29497307 h 602"/>
                <a:gd name="T34" fmla="*/ 29245613 w 609"/>
                <a:gd name="T35" fmla="*/ 7439717 h 602"/>
                <a:gd name="T36" fmla="*/ 42056644 w 609"/>
                <a:gd name="T37" fmla="*/ 33282375 h 602"/>
                <a:gd name="T38" fmla="*/ 42056644 w 609"/>
                <a:gd name="T39" fmla="*/ 33282375 h 602"/>
                <a:gd name="T40" fmla="*/ 32868804 w 609"/>
                <a:gd name="T41" fmla="*/ 33282375 h 602"/>
                <a:gd name="T42" fmla="*/ 32868804 w 609"/>
                <a:gd name="T43" fmla="*/ 41504973 h 602"/>
                <a:gd name="T44" fmla="*/ 29245613 w 609"/>
                <a:gd name="T45" fmla="*/ 45290042 h 602"/>
                <a:gd name="T46" fmla="*/ 25622062 w 609"/>
                <a:gd name="T47" fmla="*/ 41504973 h 602"/>
                <a:gd name="T48" fmla="*/ 25622062 w 609"/>
                <a:gd name="T49" fmla="*/ 33282375 h 602"/>
                <a:gd name="T50" fmla="*/ 17340380 w 609"/>
                <a:gd name="T51" fmla="*/ 33282375 h 602"/>
                <a:gd name="T52" fmla="*/ 13716829 w 609"/>
                <a:gd name="T53" fmla="*/ 29497307 h 602"/>
                <a:gd name="T54" fmla="*/ 17340380 w 609"/>
                <a:gd name="T55" fmla="*/ 25842658 h 602"/>
                <a:gd name="T56" fmla="*/ 25622062 w 609"/>
                <a:gd name="T57" fmla="*/ 25842658 h 602"/>
                <a:gd name="T58" fmla="*/ 25622062 w 609"/>
                <a:gd name="T59" fmla="*/ 16575978 h 602"/>
                <a:gd name="T60" fmla="*/ 29245613 w 609"/>
                <a:gd name="T61" fmla="*/ 12921329 h 602"/>
                <a:gd name="T62" fmla="*/ 32868804 w 609"/>
                <a:gd name="T63" fmla="*/ 16575978 h 602"/>
                <a:gd name="T64" fmla="*/ 32868804 w 609"/>
                <a:gd name="T65" fmla="*/ 25842658 h 602"/>
                <a:gd name="T66" fmla="*/ 42056644 w 609"/>
                <a:gd name="T67" fmla="*/ 25842658 h 602"/>
                <a:gd name="T68" fmla="*/ 45679835 w 609"/>
                <a:gd name="T69" fmla="*/ 29497307 h 602"/>
                <a:gd name="T70" fmla="*/ 42056644 w 609"/>
                <a:gd name="T71" fmla="*/ 33282375 h 60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609" h="602">
                  <a:moveTo>
                    <a:pt x="608" y="544"/>
                  </a:moveTo>
                  <a:lnTo>
                    <a:pt x="608" y="544"/>
                  </a:lnTo>
                  <a:cubicBezTo>
                    <a:pt x="608" y="573"/>
                    <a:pt x="579" y="601"/>
                    <a:pt x="551" y="601"/>
                  </a:cubicBezTo>
                  <a:cubicBezTo>
                    <a:pt x="530" y="601"/>
                    <a:pt x="516" y="594"/>
                    <a:pt x="509" y="587"/>
                  </a:cubicBezTo>
                  <a:cubicBezTo>
                    <a:pt x="346" y="417"/>
                    <a:pt x="346" y="417"/>
                    <a:pt x="346" y="417"/>
                  </a:cubicBezTo>
                  <a:cubicBezTo>
                    <a:pt x="311" y="438"/>
                    <a:pt x="269" y="453"/>
                    <a:pt x="226" y="453"/>
                  </a:cubicBezTo>
                  <a:cubicBezTo>
                    <a:pt x="106" y="453"/>
                    <a:pt x="0" y="347"/>
                    <a:pt x="0" y="226"/>
                  </a:cubicBezTo>
                  <a:cubicBezTo>
                    <a:pt x="0" y="99"/>
                    <a:pt x="106" y="0"/>
                    <a:pt x="226" y="0"/>
                  </a:cubicBezTo>
                  <a:cubicBezTo>
                    <a:pt x="353" y="0"/>
                    <a:pt x="452" y="99"/>
                    <a:pt x="452" y="226"/>
                  </a:cubicBezTo>
                  <a:cubicBezTo>
                    <a:pt x="452" y="269"/>
                    <a:pt x="445" y="304"/>
                    <a:pt x="424" y="340"/>
                  </a:cubicBezTo>
                  <a:cubicBezTo>
                    <a:pt x="587" y="502"/>
                    <a:pt x="587" y="502"/>
                    <a:pt x="587" y="502"/>
                  </a:cubicBezTo>
                  <a:cubicBezTo>
                    <a:pt x="601" y="516"/>
                    <a:pt x="608" y="530"/>
                    <a:pt x="608" y="544"/>
                  </a:cubicBezTo>
                  <a:close/>
                  <a:moveTo>
                    <a:pt x="226" y="57"/>
                  </a:moveTo>
                  <a:lnTo>
                    <a:pt x="226" y="57"/>
                  </a:lnTo>
                  <a:cubicBezTo>
                    <a:pt x="134" y="57"/>
                    <a:pt x="56" y="127"/>
                    <a:pt x="56" y="226"/>
                  </a:cubicBezTo>
                  <a:cubicBezTo>
                    <a:pt x="56" y="318"/>
                    <a:pt x="134" y="396"/>
                    <a:pt x="226" y="396"/>
                  </a:cubicBezTo>
                  <a:cubicBezTo>
                    <a:pt x="325" y="396"/>
                    <a:pt x="396" y="318"/>
                    <a:pt x="396" y="226"/>
                  </a:cubicBezTo>
                  <a:cubicBezTo>
                    <a:pt x="396" y="127"/>
                    <a:pt x="325" y="57"/>
                    <a:pt x="226" y="57"/>
                  </a:cubicBezTo>
                  <a:close/>
                  <a:moveTo>
                    <a:pt x="325" y="255"/>
                  </a:moveTo>
                  <a:lnTo>
                    <a:pt x="325" y="255"/>
                  </a:lnTo>
                  <a:cubicBezTo>
                    <a:pt x="254" y="255"/>
                    <a:pt x="254" y="255"/>
                    <a:pt x="254" y="255"/>
                  </a:cubicBezTo>
                  <a:cubicBezTo>
                    <a:pt x="254" y="318"/>
                    <a:pt x="254" y="318"/>
                    <a:pt x="254" y="318"/>
                  </a:cubicBezTo>
                  <a:cubicBezTo>
                    <a:pt x="254" y="333"/>
                    <a:pt x="247" y="347"/>
                    <a:pt x="226" y="347"/>
                  </a:cubicBezTo>
                  <a:cubicBezTo>
                    <a:pt x="212" y="347"/>
                    <a:pt x="198" y="333"/>
                    <a:pt x="198" y="318"/>
                  </a:cubicBezTo>
                  <a:cubicBezTo>
                    <a:pt x="198" y="255"/>
                    <a:pt x="198" y="255"/>
                    <a:pt x="198" y="255"/>
                  </a:cubicBezTo>
                  <a:cubicBezTo>
                    <a:pt x="134" y="255"/>
                    <a:pt x="134" y="255"/>
                    <a:pt x="134" y="255"/>
                  </a:cubicBezTo>
                  <a:cubicBezTo>
                    <a:pt x="120" y="255"/>
                    <a:pt x="106" y="241"/>
                    <a:pt x="106" y="226"/>
                  </a:cubicBezTo>
                  <a:cubicBezTo>
                    <a:pt x="106" y="205"/>
                    <a:pt x="120" y="198"/>
                    <a:pt x="134" y="198"/>
                  </a:cubicBezTo>
                  <a:cubicBezTo>
                    <a:pt x="198" y="198"/>
                    <a:pt x="198" y="198"/>
                    <a:pt x="198" y="198"/>
                  </a:cubicBezTo>
                  <a:cubicBezTo>
                    <a:pt x="198" y="127"/>
                    <a:pt x="198" y="127"/>
                    <a:pt x="198" y="127"/>
                  </a:cubicBezTo>
                  <a:cubicBezTo>
                    <a:pt x="198" y="113"/>
                    <a:pt x="212" y="99"/>
                    <a:pt x="226" y="99"/>
                  </a:cubicBezTo>
                  <a:cubicBezTo>
                    <a:pt x="247" y="99"/>
                    <a:pt x="254" y="113"/>
                    <a:pt x="254" y="127"/>
                  </a:cubicBezTo>
                  <a:cubicBezTo>
                    <a:pt x="254" y="198"/>
                    <a:pt x="254" y="198"/>
                    <a:pt x="254" y="198"/>
                  </a:cubicBezTo>
                  <a:cubicBezTo>
                    <a:pt x="325" y="198"/>
                    <a:pt x="325" y="198"/>
                    <a:pt x="325" y="198"/>
                  </a:cubicBezTo>
                  <a:cubicBezTo>
                    <a:pt x="339" y="198"/>
                    <a:pt x="353" y="205"/>
                    <a:pt x="353" y="226"/>
                  </a:cubicBezTo>
                  <a:cubicBezTo>
                    <a:pt x="353" y="241"/>
                    <a:pt x="339" y="255"/>
                    <a:pt x="325" y="25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9" name="组合 8"/>
          <p:cNvGrpSpPr/>
          <p:nvPr userDrawn="1"/>
        </p:nvGrpSpPr>
        <p:grpSpPr>
          <a:xfrm>
            <a:off x="7055189" y="1700153"/>
            <a:ext cx="577036" cy="577246"/>
            <a:chOff x="5436096" y="1274820"/>
            <a:chExt cx="432833" cy="432834"/>
          </a:xfrm>
        </p:grpSpPr>
        <p:sp>
          <p:nvSpPr>
            <p:cNvPr id="25" name="椭圆 16"/>
            <p:cNvSpPr>
              <a:spLocks noChangeArrowheads="1"/>
            </p:cNvSpPr>
            <p:nvPr/>
          </p:nvSpPr>
          <p:spPr bwMode="auto">
            <a:xfrm>
              <a:off x="5436096" y="1274820"/>
              <a:ext cx="432833" cy="43283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1" name="Freeform 16"/>
            <p:cNvSpPr>
              <a:spLocks noChangeArrowheads="1"/>
            </p:cNvSpPr>
            <p:nvPr/>
          </p:nvSpPr>
          <p:spPr bwMode="auto">
            <a:xfrm>
              <a:off x="5554420" y="1377705"/>
              <a:ext cx="196183" cy="227065"/>
            </a:xfrm>
            <a:custGeom>
              <a:avLst/>
              <a:gdLst>
                <a:gd name="T0" fmla="*/ 58106390 w 475"/>
                <a:gd name="T1" fmla="*/ 71207247 h 552"/>
                <a:gd name="T2" fmla="*/ 58106390 w 475"/>
                <a:gd name="T3" fmla="*/ 71207247 h 552"/>
                <a:gd name="T4" fmla="*/ 54327993 w 475"/>
                <a:gd name="T5" fmla="*/ 71207247 h 552"/>
                <a:gd name="T6" fmla="*/ 54327993 w 475"/>
                <a:gd name="T7" fmla="*/ 0 h 552"/>
                <a:gd name="T8" fmla="*/ 58106390 w 475"/>
                <a:gd name="T9" fmla="*/ 0 h 552"/>
                <a:gd name="T10" fmla="*/ 61754124 w 475"/>
                <a:gd name="T11" fmla="*/ 3618618 h 552"/>
                <a:gd name="T12" fmla="*/ 61754124 w 475"/>
                <a:gd name="T13" fmla="*/ 67588630 h 552"/>
                <a:gd name="T14" fmla="*/ 58106390 w 475"/>
                <a:gd name="T15" fmla="*/ 71207247 h 552"/>
                <a:gd name="T16" fmla="*/ 7426131 w 475"/>
                <a:gd name="T17" fmla="*/ 67588630 h 552"/>
                <a:gd name="T18" fmla="*/ 7426131 w 475"/>
                <a:gd name="T19" fmla="*/ 67588630 h 552"/>
                <a:gd name="T20" fmla="*/ 7426131 w 475"/>
                <a:gd name="T21" fmla="*/ 63970012 h 552"/>
                <a:gd name="T22" fmla="*/ 13809846 w 475"/>
                <a:gd name="T23" fmla="*/ 63970012 h 552"/>
                <a:gd name="T24" fmla="*/ 21235977 w 475"/>
                <a:gd name="T25" fmla="*/ 56603721 h 552"/>
                <a:gd name="T26" fmla="*/ 13809846 w 475"/>
                <a:gd name="T27" fmla="*/ 49237429 h 552"/>
                <a:gd name="T28" fmla="*/ 7426131 w 475"/>
                <a:gd name="T29" fmla="*/ 49237429 h 552"/>
                <a:gd name="T30" fmla="*/ 7426131 w 475"/>
                <a:gd name="T31" fmla="*/ 42905028 h 552"/>
                <a:gd name="T32" fmla="*/ 13809846 w 475"/>
                <a:gd name="T33" fmla="*/ 42905028 h 552"/>
                <a:gd name="T34" fmla="*/ 21235977 w 475"/>
                <a:gd name="T35" fmla="*/ 35539095 h 552"/>
                <a:gd name="T36" fmla="*/ 13809846 w 475"/>
                <a:gd name="T37" fmla="*/ 28301860 h 552"/>
                <a:gd name="T38" fmla="*/ 7426131 w 475"/>
                <a:gd name="T39" fmla="*/ 28301860 h 552"/>
                <a:gd name="T40" fmla="*/ 7426131 w 475"/>
                <a:gd name="T41" fmla="*/ 21840403 h 552"/>
                <a:gd name="T42" fmla="*/ 13809846 w 475"/>
                <a:gd name="T43" fmla="*/ 21840403 h 552"/>
                <a:gd name="T44" fmla="*/ 21235977 w 475"/>
                <a:gd name="T45" fmla="*/ 14603167 h 552"/>
                <a:gd name="T46" fmla="*/ 13809846 w 475"/>
                <a:gd name="T47" fmla="*/ 7236876 h 552"/>
                <a:gd name="T48" fmla="*/ 7426131 w 475"/>
                <a:gd name="T49" fmla="*/ 7236876 h 552"/>
                <a:gd name="T50" fmla="*/ 7426131 w 475"/>
                <a:gd name="T51" fmla="*/ 3618618 h 552"/>
                <a:gd name="T52" fmla="*/ 11074226 w 475"/>
                <a:gd name="T53" fmla="*/ 0 h 552"/>
                <a:gd name="T54" fmla="*/ 50680259 w 475"/>
                <a:gd name="T55" fmla="*/ 0 h 552"/>
                <a:gd name="T56" fmla="*/ 50680259 w 475"/>
                <a:gd name="T57" fmla="*/ 71207247 h 552"/>
                <a:gd name="T58" fmla="*/ 11074226 w 475"/>
                <a:gd name="T59" fmla="*/ 71207247 h 552"/>
                <a:gd name="T60" fmla="*/ 7426131 w 475"/>
                <a:gd name="T61" fmla="*/ 67588630 h 552"/>
                <a:gd name="T62" fmla="*/ 17588243 w 475"/>
                <a:gd name="T63" fmla="*/ 14603167 h 552"/>
                <a:gd name="T64" fmla="*/ 17588243 w 475"/>
                <a:gd name="T65" fmla="*/ 14603167 h 552"/>
                <a:gd name="T66" fmla="*/ 13809846 w 475"/>
                <a:gd name="T67" fmla="*/ 18221785 h 552"/>
                <a:gd name="T68" fmla="*/ 3778036 w 475"/>
                <a:gd name="T69" fmla="*/ 18221785 h 552"/>
                <a:gd name="T70" fmla="*/ 0 w 475"/>
                <a:gd name="T71" fmla="*/ 14603167 h 552"/>
                <a:gd name="T72" fmla="*/ 3778036 w 475"/>
                <a:gd name="T73" fmla="*/ 10984909 h 552"/>
                <a:gd name="T74" fmla="*/ 13809846 w 475"/>
                <a:gd name="T75" fmla="*/ 10984909 h 552"/>
                <a:gd name="T76" fmla="*/ 17588243 w 475"/>
                <a:gd name="T77" fmla="*/ 14603167 h 552"/>
                <a:gd name="T78" fmla="*/ 3778036 w 475"/>
                <a:gd name="T79" fmla="*/ 31920478 h 552"/>
                <a:gd name="T80" fmla="*/ 3778036 w 475"/>
                <a:gd name="T81" fmla="*/ 31920478 h 552"/>
                <a:gd name="T82" fmla="*/ 13809846 w 475"/>
                <a:gd name="T83" fmla="*/ 31920478 h 552"/>
                <a:gd name="T84" fmla="*/ 17588243 w 475"/>
                <a:gd name="T85" fmla="*/ 35539095 h 552"/>
                <a:gd name="T86" fmla="*/ 13809846 w 475"/>
                <a:gd name="T87" fmla="*/ 39286770 h 552"/>
                <a:gd name="T88" fmla="*/ 3778036 w 475"/>
                <a:gd name="T89" fmla="*/ 39286770 h 552"/>
                <a:gd name="T90" fmla="*/ 0 w 475"/>
                <a:gd name="T91" fmla="*/ 35539095 h 552"/>
                <a:gd name="T92" fmla="*/ 3778036 w 475"/>
                <a:gd name="T93" fmla="*/ 31920478 h 552"/>
                <a:gd name="T94" fmla="*/ 3778036 w 475"/>
                <a:gd name="T95" fmla="*/ 52985462 h 552"/>
                <a:gd name="T96" fmla="*/ 3778036 w 475"/>
                <a:gd name="T97" fmla="*/ 52985462 h 552"/>
                <a:gd name="T98" fmla="*/ 13809846 w 475"/>
                <a:gd name="T99" fmla="*/ 52985462 h 552"/>
                <a:gd name="T100" fmla="*/ 17588243 w 475"/>
                <a:gd name="T101" fmla="*/ 56603721 h 552"/>
                <a:gd name="T102" fmla="*/ 13809846 w 475"/>
                <a:gd name="T103" fmla="*/ 60222338 h 552"/>
                <a:gd name="T104" fmla="*/ 3778036 w 475"/>
                <a:gd name="T105" fmla="*/ 60222338 h 552"/>
                <a:gd name="T106" fmla="*/ 0 w 475"/>
                <a:gd name="T107" fmla="*/ 56603721 h 552"/>
                <a:gd name="T108" fmla="*/ 3778036 w 475"/>
                <a:gd name="T109" fmla="*/ 52985462 h 552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475" h="552">
                  <a:moveTo>
                    <a:pt x="446" y="551"/>
                  </a:moveTo>
                  <a:lnTo>
                    <a:pt x="446" y="551"/>
                  </a:lnTo>
                  <a:cubicBezTo>
                    <a:pt x="417" y="551"/>
                    <a:pt x="417" y="551"/>
                    <a:pt x="417" y="551"/>
                  </a:cubicBezTo>
                  <a:cubicBezTo>
                    <a:pt x="417" y="0"/>
                    <a:pt x="417" y="0"/>
                    <a:pt x="417" y="0"/>
                  </a:cubicBezTo>
                  <a:cubicBezTo>
                    <a:pt x="446" y="0"/>
                    <a:pt x="446" y="0"/>
                    <a:pt x="446" y="0"/>
                  </a:cubicBezTo>
                  <a:cubicBezTo>
                    <a:pt x="460" y="0"/>
                    <a:pt x="474" y="14"/>
                    <a:pt x="474" y="28"/>
                  </a:cubicBezTo>
                  <a:cubicBezTo>
                    <a:pt x="474" y="523"/>
                    <a:pt x="474" y="523"/>
                    <a:pt x="474" y="523"/>
                  </a:cubicBezTo>
                  <a:cubicBezTo>
                    <a:pt x="474" y="537"/>
                    <a:pt x="460" y="551"/>
                    <a:pt x="446" y="551"/>
                  </a:cubicBezTo>
                  <a:close/>
                  <a:moveTo>
                    <a:pt x="57" y="523"/>
                  </a:moveTo>
                  <a:lnTo>
                    <a:pt x="57" y="523"/>
                  </a:lnTo>
                  <a:cubicBezTo>
                    <a:pt x="57" y="495"/>
                    <a:pt x="57" y="495"/>
                    <a:pt x="57" y="495"/>
                  </a:cubicBezTo>
                  <a:cubicBezTo>
                    <a:pt x="106" y="495"/>
                    <a:pt x="106" y="495"/>
                    <a:pt x="106" y="495"/>
                  </a:cubicBezTo>
                  <a:cubicBezTo>
                    <a:pt x="135" y="495"/>
                    <a:pt x="163" y="466"/>
                    <a:pt x="163" y="438"/>
                  </a:cubicBezTo>
                  <a:cubicBezTo>
                    <a:pt x="163" y="403"/>
                    <a:pt x="135" y="381"/>
                    <a:pt x="106" y="381"/>
                  </a:cubicBezTo>
                  <a:cubicBezTo>
                    <a:pt x="57" y="381"/>
                    <a:pt x="57" y="381"/>
                    <a:pt x="57" y="381"/>
                  </a:cubicBezTo>
                  <a:cubicBezTo>
                    <a:pt x="57" y="332"/>
                    <a:pt x="57" y="332"/>
                    <a:pt x="57" y="332"/>
                  </a:cubicBezTo>
                  <a:cubicBezTo>
                    <a:pt x="106" y="332"/>
                    <a:pt x="106" y="332"/>
                    <a:pt x="106" y="332"/>
                  </a:cubicBezTo>
                  <a:cubicBezTo>
                    <a:pt x="135" y="332"/>
                    <a:pt x="163" y="304"/>
                    <a:pt x="163" y="275"/>
                  </a:cubicBezTo>
                  <a:cubicBezTo>
                    <a:pt x="163" y="247"/>
                    <a:pt x="135" y="219"/>
                    <a:pt x="106" y="219"/>
                  </a:cubicBezTo>
                  <a:cubicBezTo>
                    <a:pt x="57" y="219"/>
                    <a:pt x="57" y="219"/>
                    <a:pt x="57" y="219"/>
                  </a:cubicBezTo>
                  <a:cubicBezTo>
                    <a:pt x="57" y="169"/>
                    <a:pt x="57" y="169"/>
                    <a:pt x="57" y="169"/>
                  </a:cubicBezTo>
                  <a:cubicBezTo>
                    <a:pt x="106" y="169"/>
                    <a:pt x="106" y="169"/>
                    <a:pt x="106" y="169"/>
                  </a:cubicBezTo>
                  <a:cubicBezTo>
                    <a:pt x="135" y="169"/>
                    <a:pt x="163" y="148"/>
                    <a:pt x="163" y="113"/>
                  </a:cubicBezTo>
                  <a:cubicBezTo>
                    <a:pt x="163" y="85"/>
                    <a:pt x="135" y="56"/>
                    <a:pt x="106" y="56"/>
                  </a:cubicBezTo>
                  <a:cubicBezTo>
                    <a:pt x="57" y="56"/>
                    <a:pt x="57" y="56"/>
                    <a:pt x="57" y="56"/>
                  </a:cubicBezTo>
                  <a:cubicBezTo>
                    <a:pt x="57" y="28"/>
                    <a:pt x="57" y="28"/>
                    <a:pt x="57" y="28"/>
                  </a:cubicBezTo>
                  <a:cubicBezTo>
                    <a:pt x="57" y="14"/>
                    <a:pt x="71" y="0"/>
                    <a:pt x="85" y="0"/>
                  </a:cubicBezTo>
                  <a:cubicBezTo>
                    <a:pt x="389" y="0"/>
                    <a:pt x="389" y="0"/>
                    <a:pt x="389" y="0"/>
                  </a:cubicBezTo>
                  <a:cubicBezTo>
                    <a:pt x="389" y="551"/>
                    <a:pt x="389" y="551"/>
                    <a:pt x="389" y="551"/>
                  </a:cubicBezTo>
                  <a:cubicBezTo>
                    <a:pt x="85" y="551"/>
                    <a:pt x="85" y="551"/>
                    <a:pt x="85" y="551"/>
                  </a:cubicBezTo>
                  <a:cubicBezTo>
                    <a:pt x="71" y="551"/>
                    <a:pt x="57" y="537"/>
                    <a:pt x="57" y="52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35" y="134"/>
                    <a:pt x="120" y="141"/>
                    <a:pt x="106" y="141"/>
                  </a:cubicBezTo>
                  <a:cubicBezTo>
                    <a:pt x="29" y="141"/>
                    <a:pt x="29" y="141"/>
                    <a:pt x="29" y="141"/>
                  </a:cubicBezTo>
                  <a:cubicBezTo>
                    <a:pt x="15" y="141"/>
                    <a:pt x="0" y="134"/>
                    <a:pt x="0" y="113"/>
                  </a:cubicBezTo>
                  <a:cubicBezTo>
                    <a:pt x="0" y="99"/>
                    <a:pt x="15" y="85"/>
                    <a:pt x="29" y="85"/>
                  </a:cubicBezTo>
                  <a:cubicBezTo>
                    <a:pt x="106" y="85"/>
                    <a:pt x="106" y="85"/>
                    <a:pt x="106" y="85"/>
                  </a:cubicBezTo>
                  <a:cubicBezTo>
                    <a:pt x="120" y="85"/>
                    <a:pt x="135" y="99"/>
                    <a:pt x="135" y="113"/>
                  </a:cubicBezTo>
                  <a:close/>
                  <a:moveTo>
                    <a:pt x="29" y="247"/>
                  </a:moveTo>
                  <a:lnTo>
                    <a:pt x="29" y="247"/>
                  </a:lnTo>
                  <a:cubicBezTo>
                    <a:pt x="106" y="247"/>
                    <a:pt x="106" y="247"/>
                    <a:pt x="106" y="247"/>
                  </a:cubicBezTo>
                  <a:cubicBezTo>
                    <a:pt x="120" y="247"/>
                    <a:pt x="135" y="261"/>
                    <a:pt x="135" y="275"/>
                  </a:cubicBezTo>
                  <a:cubicBezTo>
                    <a:pt x="135" y="290"/>
                    <a:pt x="120" y="304"/>
                    <a:pt x="106" y="304"/>
                  </a:cubicBezTo>
                  <a:cubicBezTo>
                    <a:pt x="29" y="304"/>
                    <a:pt x="29" y="304"/>
                    <a:pt x="29" y="304"/>
                  </a:cubicBezTo>
                  <a:cubicBezTo>
                    <a:pt x="15" y="304"/>
                    <a:pt x="0" y="290"/>
                    <a:pt x="0" y="275"/>
                  </a:cubicBezTo>
                  <a:cubicBezTo>
                    <a:pt x="0" y="261"/>
                    <a:pt x="15" y="247"/>
                    <a:pt x="29" y="247"/>
                  </a:cubicBezTo>
                  <a:close/>
                  <a:moveTo>
                    <a:pt x="29" y="410"/>
                  </a:moveTo>
                  <a:lnTo>
                    <a:pt x="29" y="410"/>
                  </a:lnTo>
                  <a:cubicBezTo>
                    <a:pt x="106" y="410"/>
                    <a:pt x="106" y="410"/>
                    <a:pt x="106" y="410"/>
                  </a:cubicBezTo>
                  <a:cubicBezTo>
                    <a:pt x="120" y="410"/>
                    <a:pt x="135" y="417"/>
                    <a:pt x="135" y="438"/>
                  </a:cubicBezTo>
                  <a:cubicBezTo>
                    <a:pt x="135" y="452"/>
                    <a:pt x="120" y="466"/>
                    <a:pt x="106" y="466"/>
                  </a:cubicBezTo>
                  <a:cubicBezTo>
                    <a:pt x="29" y="466"/>
                    <a:pt x="29" y="466"/>
                    <a:pt x="29" y="466"/>
                  </a:cubicBezTo>
                  <a:cubicBezTo>
                    <a:pt x="15" y="466"/>
                    <a:pt x="0" y="452"/>
                    <a:pt x="0" y="438"/>
                  </a:cubicBezTo>
                  <a:cubicBezTo>
                    <a:pt x="0" y="417"/>
                    <a:pt x="15" y="410"/>
                    <a:pt x="29" y="41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0" name="组合 9"/>
          <p:cNvGrpSpPr/>
          <p:nvPr userDrawn="1"/>
        </p:nvGrpSpPr>
        <p:grpSpPr>
          <a:xfrm>
            <a:off x="4463238" y="1700153"/>
            <a:ext cx="577036" cy="577246"/>
            <a:chOff x="3491880" y="1274820"/>
            <a:chExt cx="432833" cy="432834"/>
          </a:xfrm>
        </p:grpSpPr>
        <p:sp>
          <p:nvSpPr>
            <p:cNvPr id="11" name="椭圆 16"/>
            <p:cNvSpPr>
              <a:spLocks noChangeArrowheads="1"/>
            </p:cNvSpPr>
            <p:nvPr/>
          </p:nvSpPr>
          <p:spPr bwMode="auto">
            <a:xfrm>
              <a:off x="3491880" y="1274820"/>
              <a:ext cx="432833" cy="432834"/>
            </a:xfrm>
            <a:prstGeom prst="ellipse">
              <a:avLst/>
            </a:prstGeom>
            <a:solidFill>
              <a:srgbClr val="1369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2" name="Freeform 75"/>
            <p:cNvSpPr>
              <a:spLocks noChangeArrowheads="1"/>
            </p:cNvSpPr>
            <p:nvPr/>
          </p:nvSpPr>
          <p:spPr bwMode="auto">
            <a:xfrm>
              <a:off x="3583864" y="1385879"/>
              <a:ext cx="248863" cy="210716"/>
            </a:xfrm>
            <a:custGeom>
              <a:avLst/>
              <a:gdLst>
                <a:gd name="T0" fmla="*/ 74657633 w 602"/>
                <a:gd name="T1" fmla="*/ 66362244 h 510"/>
                <a:gd name="T2" fmla="*/ 74657633 w 602"/>
                <a:gd name="T3" fmla="*/ 66362244 h 510"/>
                <a:gd name="T4" fmla="*/ 3654665 w 602"/>
                <a:gd name="T5" fmla="*/ 66362244 h 510"/>
                <a:gd name="T6" fmla="*/ 0 w 602"/>
                <a:gd name="T7" fmla="*/ 62711741 h 510"/>
                <a:gd name="T8" fmla="*/ 0 w 602"/>
                <a:gd name="T9" fmla="*/ 3650503 h 510"/>
                <a:gd name="T10" fmla="*/ 3654665 w 602"/>
                <a:gd name="T11" fmla="*/ 0 h 510"/>
                <a:gd name="T12" fmla="*/ 7308970 w 602"/>
                <a:gd name="T13" fmla="*/ 3650503 h 510"/>
                <a:gd name="T14" fmla="*/ 7308970 w 602"/>
                <a:gd name="T15" fmla="*/ 50717076 h 510"/>
                <a:gd name="T16" fmla="*/ 7308970 w 602"/>
                <a:gd name="T17" fmla="*/ 50717076 h 510"/>
                <a:gd name="T18" fmla="*/ 7308970 w 602"/>
                <a:gd name="T19" fmla="*/ 58930528 h 510"/>
                <a:gd name="T20" fmla="*/ 74657633 w 602"/>
                <a:gd name="T21" fmla="*/ 58930528 h 510"/>
                <a:gd name="T22" fmla="*/ 78442719 w 602"/>
                <a:gd name="T23" fmla="*/ 62711741 h 510"/>
                <a:gd name="T24" fmla="*/ 74657633 w 602"/>
                <a:gd name="T25" fmla="*/ 66362244 h 510"/>
                <a:gd name="T26" fmla="*/ 66434636 w 602"/>
                <a:gd name="T27" fmla="*/ 55280025 h 510"/>
                <a:gd name="T28" fmla="*/ 66434636 w 602"/>
                <a:gd name="T29" fmla="*/ 55280025 h 510"/>
                <a:gd name="T30" fmla="*/ 58995246 w 602"/>
                <a:gd name="T31" fmla="*/ 55280025 h 510"/>
                <a:gd name="T32" fmla="*/ 55340580 w 602"/>
                <a:gd name="T33" fmla="*/ 51629522 h 510"/>
                <a:gd name="T34" fmla="*/ 55340580 w 602"/>
                <a:gd name="T35" fmla="*/ 25814941 h 510"/>
                <a:gd name="T36" fmla="*/ 58995246 w 602"/>
                <a:gd name="T37" fmla="*/ 22164077 h 510"/>
                <a:gd name="T38" fmla="*/ 66434636 w 602"/>
                <a:gd name="T39" fmla="*/ 22164077 h 510"/>
                <a:gd name="T40" fmla="*/ 70089301 w 602"/>
                <a:gd name="T41" fmla="*/ 25814941 h 510"/>
                <a:gd name="T42" fmla="*/ 70089301 w 602"/>
                <a:gd name="T43" fmla="*/ 51629522 h 510"/>
                <a:gd name="T44" fmla="*/ 66434636 w 602"/>
                <a:gd name="T45" fmla="*/ 55280025 h 510"/>
                <a:gd name="T46" fmla="*/ 45159830 w 602"/>
                <a:gd name="T47" fmla="*/ 55280025 h 510"/>
                <a:gd name="T48" fmla="*/ 45159830 w 602"/>
                <a:gd name="T49" fmla="*/ 55280025 h 510"/>
                <a:gd name="T50" fmla="*/ 37850860 w 602"/>
                <a:gd name="T51" fmla="*/ 55280025 h 510"/>
                <a:gd name="T52" fmla="*/ 34065774 w 602"/>
                <a:gd name="T53" fmla="*/ 51629522 h 510"/>
                <a:gd name="T54" fmla="*/ 34065774 w 602"/>
                <a:gd name="T55" fmla="*/ 11082219 h 510"/>
                <a:gd name="T56" fmla="*/ 37850860 w 602"/>
                <a:gd name="T57" fmla="*/ 7431355 h 510"/>
                <a:gd name="T58" fmla="*/ 45159830 w 602"/>
                <a:gd name="T59" fmla="*/ 7431355 h 510"/>
                <a:gd name="T60" fmla="*/ 48814495 w 602"/>
                <a:gd name="T61" fmla="*/ 11082219 h 510"/>
                <a:gd name="T62" fmla="*/ 48814495 w 602"/>
                <a:gd name="T63" fmla="*/ 51629522 h 510"/>
                <a:gd name="T64" fmla="*/ 45159830 w 602"/>
                <a:gd name="T65" fmla="*/ 55280025 h 510"/>
                <a:gd name="T66" fmla="*/ 24929472 w 602"/>
                <a:gd name="T67" fmla="*/ 55280025 h 510"/>
                <a:gd name="T68" fmla="*/ 24929472 w 602"/>
                <a:gd name="T69" fmla="*/ 55280025 h 510"/>
                <a:gd name="T70" fmla="*/ 17489720 w 602"/>
                <a:gd name="T71" fmla="*/ 55280025 h 510"/>
                <a:gd name="T72" fmla="*/ 13835055 w 602"/>
                <a:gd name="T73" fmla="*/ 51629522 h 510"/>
                <a:gd name="T74" fmla="*/ 13835055 w 602"/>
                <a:gd name="T75" fmla="*/ 44198166 h 510"/>
                <a:gd name="T76" fmla="*/ 17489720 w 602"/>
                <a:gd name="T77" fmla="*/ 40547302 h 510"/>
                <a:gd name="T78" fmla="*/ 24929472 w 602"/>
                <a:gd name="T79" fmla="*/ 40547302 h 510"/>
                <a:gd name="T80" fmla="*/ 28583776 w 602"/>
                <a:gd name="T81" fmla="*/ 44198166 h 510"/>
                <a:gd name="T82" fmla="*/ 28583776 w 602"/>
                <a:gd name="T83" fmla="*/ 51629522 h 510"/>
                <a:gd name="T84" fmla="*/ 24929472 w 602"/>
                <a:gd name="T85" fmla="*/ 55280025 h 510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602" h="510">
                  <a:moveTo>
                    <a:pt x="572" y="509"/>
                  </a:moveTo>
                  <a:lnTo>
                    <a:pt x="572" y="509"/>
                  </a:lnTo>
                  <a:cubicBezTo>
                    <a:pt x="28" y="509"/>
                    <a:pt x="28" y="509"/>
                    <a:pt x="28" y="509"/>
                  </a:cubicBezTo>
                  <a:cubicBezTo>
                    <a:pt x="14" y="509"/>
                    <a:pt x="0" y="502"/>
                    <a:pt x="0" y="481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14"/>
                    <a:pt x="14" y="0"/>
                    <a:pt x="28" y="0"/>
                  </a:cubicBezTo>
                  <a:cubicBezTo>
                    <a:pt x="42" y="0"/>
                    <a:pt x="56" y="14"/>
                    <a:pt x="56" y="28"/>
                  </a:cubicBezTo>
                  <a:cubicBezTo>
                    <a:pt x="56" y="389"/>
                    <a:pt x="56" y="389"/>
                    <a:pt x="56" y="389"/>
                  </a:cubicBezTo>
                  <a:cubicBezTo>
                    <a:pt x="56" y="452"/>
                    <a:pt x="56" y="452"/>
                    <a:pt x="56" y="452"/>
                  </a:cubicBezTo>
                  <a:cubicBezTo>
                    <a:pt x="572" y="452"/>
                    <a:pt x="572" y="452"/>
                    <a:pt x="572" y="452"/>
                  </a:cubicBezTo>
                  <a:cubicBezTo>
                    <a:pt x="594" y="452"/>
                    <a:pt x="601" y="467"/>
                    <a:pt x="601" y="481"/>
                  </a:cubicBezTo>
                  <a:cubicBezTo>
                    <a:pt x="601" y="502"/>
                    <a:pt x="594" y="509"/>
                    <a:pt x="572" y="509"/>
                  </a:cubicBezTo>
                  <a:close/>
                  <a:moveTo>
                    <a:pt x="509" y="424"/>
                  </a:moveTo>
                  <a:lnTo>
                    <a:pt x="509" y="424"/>
                  </a:lnTo>
                  <a:cubicBezTo>
                    <a:pt x="452" y="424"/>
                    <a:pt x="452" y="424"/>
                    <a:pt x="452" y="424"/>
                  </a:cubicBezTo>
                  <a:cubicBezTo>
                    <a:pt x="438" y="424"/>
                    <a:pt x="424" y="417"/>
                    <a:pt x="424" y="396"/>
                  </a:cubicBezTo>
                  <a:cubicBezTo>
                    <a:pt x="424" y="198"/>
                    <a:pt x="424" y="198"/>
                    <a:pt x="424" y="198"/>
                  </a:cubicBezTo>
                  <a:cubicBezTo>
                    <a:pt x="424" y="184"/>
                    <a:pt x="438" y="170"/>
                    <a:pt x="452" y="170"/>
                  </a:cubicBezTo>
                  <a:cubicBezTo>
                    <a:pt x="509" y="170"/>
                    <a:pt x="509" y="170"/>
                    <a:pt x="509" y="170"/>
                  </a:cubicBezTo>
                  <a:cubicBezTo>
                    <a:pt x="523" y="170"/>
                    <a:pt x="537" y="184"/>
                    <a:pt x="537" y="198"/>
                  </a:cubicBezTo>
                  <a:cubicBezTo>
                    <a:pt x="537" y="396"/>
                    <a:pt x="537" y="396"/>
                    <a:pt x="537" y="396"/>
                  </a:cubicBezTo>
                  <a:cubicBezTo>
                    <a:pt x="537" y="417"/>
                    <a:pt x="523" y="424"/>
                    <a:pt x="509" y="424"/>
                  </a:cubicBezTo>
                  <a:close/>
                  <a:moveTo>
                    <a:pt x="346" y="424"/>
                  </a:moveTo>
                  <a:lnTo>
                    <a:pt x="346" y="424"/>
                  </a:lnTo>
                  <a:cubicBezTo>
                    <a:pt x="290" y="424"/>
                    <a:pt x="290" y="424"/>
                    <a:pt x="290" y="424"/>
                  </a:cubicBezTo>
                  <a:cubicBezTo>
                    <a:pt x="276" y="424"/>
                    <a:pt x="261" y="417"/>
                    <a:pt x="261" y="396"/>
                  </a:cubicBezTo>
                  <a:cubicBezTo>
                    <a:pt x="261" y="85"/>
                    <a:pt x="261" y="85"/>
                    <a:pt x="261" y="85"/>
                  </a:cubicBezTo>
                  <a:cubicBezTo>
                    <a:pt x="261" y="71"/>
                    <a:pt x="276" y="57"/>
                    <a:pt x="290" y="57"/>
                  </a:cubicBezTo>
                  <a:cubicBezTo>
                    <a:pt x="346" y="57"/>
                    <a:pt x="346" y="57"/>
                    <a:pt x="346" y="57"/>
                  </a:cubicBezTo>
                  <a:cubicBezTo>
                    <a:pt x="367" y="57"/>
                    <a:pt x="374" y="71"/>
                    <a:pt x="374" y="85"/>
                  </a:cubicBezTo>
                  <a:cubicBezTo>
                    <a:pt x="374" y="396"/>
                    <a:pt x="374" y="396"/>
                    <a:pt x="374" y="396"/>
                  </a:cubicBezTo>
                  <a:cubicBezTo>
                    <a:pt x="374" y="417"/>
                    <a:pt x="367" y="424"/>
                    <a:pt x="346" y="424"/>
                  </a:cubicBezTo>
                  <a:close/>
                  <a:moveTo>
                    <a:pt x="191" y="424"/>
                  </a:moveTo>
                  <a:lnTo>
                    <a:pt x="191" y="424"/>
                  </a:lnTo>
                  <a:cubicBezTo>
                    <a:pt x="134" y="424"/>
                    <a:pt x="134" y="424"/>
                    <a:pt x="134" y="424"/>
                  </a:cubicBezTo>
                  <a:cubicBezTo>
                    <a:pt x="113" y="424"/>
                    <a:pt x="106" y="417"/>
                    <a:pt x="106" y="396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106" y="325"/>
                    <a:pt x="113" y="311"/>
                    <a:pt x="134" y="311"/>
                  </a:cubicBezTo>
                  <a:cubicBezTo>
                    <a:pt x="191" y="311"/>
                    <a:pt x="191" y="311"/>
                    <a:pt x="191" y="311"/>
                  </a:cubicBezTo>
                  <a:cubicBezTo>
                    <a:pt x="205" y="311"/>
                    <a:pt x="219" y="325"/>
                    <a:pt x="219" y="339"/>
                  </a:cubicBezTo>
                  <a:cubicBezTo>
                    <a:pt x="219" y="396"/>
                    <a:pt x="219" y="396"/>
                    <a:pt x="219" y="396"/>
                  </a:cubicBezTo>
                  <a:cubicBezTo>
                    <a:pt x="219" y="417"/>
                    <a:pt x="205" y="424"/>
                    <a:pt x="191" y="42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2" name="组合 11"/>
          <p:cNvGrpSpPr/>
          <p:nvPr userDrawn="1"/>
        </p:nvGrpSpPr>
        <p:grpSpPr>
          <a:xfrm>
            <a:off x="5327222" y="1700153"/>
            <a:ext cx="577036" cy="577246"/>
            <a:chOff x="4139952" y="1274820"/>
            <a:chExt cx="432833" cy="432834"/>
          </a:xfrm>
        </p:grpSpPr>
        <p:sp>
          <p:nvSpPr>
            <p:cNvPr id="24" name="椭圆 16"/>
            <p:cNvSpPr>
              <a:spLocks noChangeArrowheads="1"/>
            </p:cNvSpPr>
            <p:nvPr/>
          </p:nvSpPr>
          <p:spPr bwMode="auto">
            <a:xfrm>
              <a:off x="4139952" y="1274820"/>
              <a:ext cx="432833" cy="432834"/>
            </a:xfrm>
            <a:prstGeom prst="ellipse">
              <a:avLst/>
            </a:prstGeom>
            <a:solidFill>
              <a:srgbClr val="3992DB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3" name="Freeform 84"/>
            <p:cNvSpPr>
              <a:spLocks noChangeArrowheads="1"/>
            </p:cNvSpPr>
            <p:nvPr/>
          </p:nvSpPr>
          <p:spPr bwMode="auto">
            <a:xfrm>
              <a:off x="4241546" y="1366806"/>
              <a:ext cx="248863" cy="248863"/>
            </a:xfrm>
            <a:custGeom>
              <a:avLst/>
              <a:gdLst>
                <a:gd name="T0" fmla="*/ 43332858 w 602"/>
                <a:gd name="T1" fmla="*/ 34979440 h 602"/>
                <a:gd name="T2" fmla="*/ 43332858 w 602"/>
                <a:gd name="T3" fmla="*/ 34979440 h 602"/>
                <a:gd name="T4" fmla="*/ 43332858 w 602"/>
                <a:gd name="T5" fmla="*/ 0 h 602"/>
                <a:gd name="T6" fmla="*/ 78442719 w 602"/>
                <a:gd name="T7" fmla="*/ 34979440 h 602"/>
                <a:gd name="T8" fmla="*/ 43332858 w 602"/>
                <a:gd name="T9" fmla="*/ 34979440 h 602"/>
                <a:gd name="T10" fmla="*/ 36023527 w 602"/>
                <a:gd name="T11" fmla="*/ 78442719 h 602"/>
                <a:gd name="T12" fmla="*/ 36023527 w 602"/>
                <a:gd name="T13" fmla="*/ 78442719 h 602"/>
                <a:gd name="T14" fmla="*/ 0 w 602"/>
                <a:gd name="T15" fmla="*/ 42419192 h 602"/>
                <a:gd name="T16" fmla="*/ 36023527 w 602"/>
                <a:gd name="T17" fmla="*/ 7308970 h 602"/>
                <a:gd name="T18" fmla="*/ 36023527 w 602"/>
                <a:gd name="T19" fmla="*/ 42419192 h 602"/>
                <a:gd name="T20" fmla="*/ 71002968 w 602"/>
                <a:gd name="T21" fmla="*/ 42419192 h 602"/>
                <a:gd name="T22" fmla="*/ 36023527 w 602"/>
                <a:gd name="T23" fmla="*/ 78442719 h 60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602" h="602">
                  <a:moveTo>
                    <a:pt x="332" y="268"/>
                  </a:moveTo>
                  <a:lnTo>
                    <a:pt x="332" y="268"/>
                  </a:lnTo>
                  <a:cubicBezTo>
                    <a:pt x="332" y="0"/>
                    <a:pt x="332" y="0"/>
                    <a:pt x="332" y="0"/>
                  </a:cubicBezTo>
                  <a:cubicBezTo>
                    <a:pt x="481" y="0"/>
                    <a:pt x="601" y="120"/>
                    <a:pt x="601" y="268"/>
                  </a:cubicBezTo>
                  <a:lnTo>
                    <a:pt x="332" y="268"/>
                  </a:lnTo>
                  <a:close/>
                  <a:moveTo>
                    <a:pt x="276" y="601"/>
                  </a:moveTo>
                  <a:lnTo>
                    <a:pt x="276" y="601"/>
                  </a:lnTo>
                  <a:cubicBezTo>
                    <a:pt x="120" y="601"/>
                    <a:pt x="0" y="480"/>
                    <a:pt x="0" y="325"/>
                  </a:cubicBezTo>
                  <a:cubicBezTo>
                    <a:pt x="0" y="176"/>
                    <a:pt x="120" y="56"/>
                    <a:pt x="276" y="56"/>
                  </a:cubicBezTo>
                  <a:cubicBezTo>
                    <a:pt x="276" y="325"/>
                    <a:pt x="276" y="325"/>
                    <a:pt x="276" y="325"/>
                  </a:cubicBezTo>
                  <a:cubicBezTo>
                    <a:pt x="544" y="325"/>
                    <a:pt x="544" y="325"/>
                    <a:pt x="544" y="325"/>
                  </a:cubicBezTo>
                  <a:cubicBezTo>
                    <a:pt x="544" y="480"/>
                    <a:pt x="424" y="601"/>
                    <a:pt x="276" y="60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pic>
        <p:nvPicPr>
          <p:cNvPr id="4" name="图片 3" descr="河大logo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632460" y="476630"/>
            <a:ext cx="2207762" cy="6444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/>
          <p:cNvCxnSpPr/>
          <p:nvPr userDrawn="1"/>
        </p:nvCxnSpPr>
        <p:spPr>
          <a:xfrm>
            <a:off x="1007304" y="834057"/>
            <a:ext cx="104638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 5"/>
          <p:cNvSpPr/>
          <p:nvPr userDrawn="1"/>
        </p:nvSpPr>
        <p:spPr>
          <a:xfrm>
            <a:off x="0" y="6794447"/>
            <a:ext cx="10631710" cy="84639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/>
          <p:cNvSpPr/>
          <p:nvPr userDrawn="1"/>
        </p:nvSpPr>
        <p:spPr>
          <a:xfrm>
            <a:off x="10703717" y="6794446"/>
            <a:ext cx="1486695" cy="8463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" name="图片 1" descr="三个三角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2255" y="103505"/>
            <a:ext cx="779145" cy="617855"/>
          </a:xfrm>
          <a:prstGeom prst="rect">
            <a:avLst/>
          </a:prstGeom>
        </p:spPr>
      </p:pic>
      <p:pic>
        <p:nvPicPr>
          <p:cNvPr id="4" name="图片 3" descr="河大logo"/>
          <p:cNvPicPr>
            <a:picLocks noChangeAspect="1"/>
          </p:cNvPicPr>
          <p:nvPr userDrawn="1"/>
        </p:nvPicPr>
        <p:blipFill>
          <a:blip r:embed="rId4" cstate="print"/>
          <a:srcRect r="69715"/>
          <a:stretch>
            <a:fillRect/>
          </a:stretch>
        </p:blipFill>
        <p:spPr>
          <a:xfrm>
            <a:off x="10875010" y="132080"/>
            <a:ext cx="611505" cy="5892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2959" y="4407922"/>
            <a:ext cx="10361851" cy="1362390"/>
          </a:xfrm>
        </p:spPr>
        <p:txBody>
          <a:bodyPr anchor="t"/>
          <a:lstStyle>
            <a:lvl1pPr algn="l">
              <a:defRPr sz="53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2959" y="2907386"/>
            <a:ext cx="10361851" cy="1500534"/>
          </a:xfrm>
        </p:spPr>
        <p:txBody>
          <a:bodyPr anchor="b"/>
          <a:lstStyle>
            <a:lvl1pPr marL="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1pPr>
            <a:lvl2pPr marL="609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8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84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80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76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72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68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2025/3/31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521" y="1600572"/>
            <a:ext cx="5384099" cy="4527011"/>
          </a:xfrm>
        </p:spPr>
        <p:txBody>
          <a:bodyPr/>
          <a:lstStyle>
            <a:lvl1pPr>
              <a:defRPr sz="3700"/>
            </a:lvl1pPr>
            <a:lvl2pPr>
              <a:defRPr sz="3200"/>
            </a:lvl2pPr>
            <a:lvl3pPr>
              <a:defRPr sz="27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6793" y="1600572"/>
            <a:ext cx="5384099" cy="4527011"/>
          </a:xfrm>
        </p:spPr>
        <p:txBody>
          <a:bodyPr/>
          <a:lstStyle>
            <a:lvl1pPr>
              <a:defRPr sz="3700"/>
            </a:lvl1pPr>
            <a:lvl2pPr>
              <a:defRPr sz="3200"/>
            </a:lvl2pPr>
            <a:lvl3pPr>
              <a:defRPr sz="27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2025/3/31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521" y="1535469"/>
            <a:ext cx="5386216" cy="639911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600" indent="0">
              <a:buNone/>
              <a:defRPr sz="2700" b="1"/>
            </a:lvl2pPr>
            <a:lvl3pPr marL="1219200" indent="0">
              <a:buNone/>
              <a:defRPr sz="2400" b="1"/>
            </a:lvl3pPr>
            <a:lvl4pPr marL="1828800" indent="0">
              <a:buNone/>
              <a:defRPr sz="2100" b="1"/>
            </a:lvl4pPr>
            <a:lvl5pPr marL="2438400" indent="0">
              <a:buNone/>
              <a:defRPr sz="2100" b="1"/>
            </a:lvl5pPr>
            <a:lvl6pPr marL="3048000" indent="0">
              <a:buNone/>
              <a:defRPr sz="2100" b="1"/>
            </a:lvl6pPr>
            <a:lvl7pPr marL="3657600" indent="0">
              <a:buNone/>
              <a:defRPr sz="2100" b="1"/>
            </a:lvl7pPr>
            <a:lvl8pPr marL="4267200" indent="0">
              <a:buNone/>
              <a:defRPr sz="2100" b="1"/>
            </a:lvl8pPr>
            <a:lvl9pPr marL="4876800" indent="0">
              <a:buNone/>
              <a:defRPr sz="21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521" y="2175378"/>
            <a:ext cx="5386216" cy="3952203"/>
          </a:xfrm>
        </p:spPr>
        <p:txBody>
          <a:bodyPr/>
          <a:lstStyle>
            <a:lvl1pPr>
              <a:defRPr sz="3200"/>
            </a:lvl1pPr>
            <a:lvl2pPr>
              <a:defRPr sz="2700"/>
            </a:lvl2pPr>
            <a:lvl3pPr>
              <a:defRPr sz="24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2562" y="1535469"/>
            <a:ext cx="5388332" cy="639911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600" indent="0">
              <a:buNone/>
              <a:defRPr sz="2700" b="1"/>
            </a:lvl2pPr>
            <a:lvl3pPr marL="1219200" indent="0">
              <a:buNone/>
              <a:defRPr sz="2400" b="1"/>
            </a:lvl3pPr>
            <a:lvl4pPr marL="1828800" indent="0">
              <a:buNone/>
              <a:defRPr sz="2100" b="1"/>
            </a:lvl4pPr>
            <a:lvl5pPr marL="2438400" indent="0">
              <a:buNone/>
              <a:defRPr sz="2100" b="1"/>
            </a:lvl5pPr>
            <a:lvl6pPr marL="3048000" indent="0">
              <a:buNone/>
              <a:defRPr sz="2100" b="1"/>
            </a:lvl6pPr>
            <a:lvl7pPr marL="3657600" indent="0">
              <a:buNone/>
              <a:defRPr sz="2100" b="1"/>
            </a:lvl7pPr>
            <a:lvl8pPr marL="4267200" indent="0">
              <a:buNone/>
              <a:defRPr sz="2100" b="1"/>
            </a:lvl8pPr>
            <a:lvl9pPr marL="4876800" indent="0">
              <a:buNone/>
              <a:defRPr sz="21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2562" y="2175378"/>
            <a:ext cx="5388332" cy="3952203"/>
          </a:xfrm>
        </p:spPr>
        <p:txBody>
          <a:bodyPr/>
          <a:lstStyle>
            <a:lvl1pPr>
              <a:defRPr sz="3200"/>
            </a:lvl1pPr>
            <a:lvl2pPr>
              <a:defRPr sz="2700"/>
            </a:lvl2pPr>
            <a:lvl3pPr>
              <a:defRPr sz="24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2025/3/31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2025/3/31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2025/3/31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等腰三角形 7"/>
          <p:cNvSpPr/>
          <p:nvPr userDrawn="1"/>
        </p:nvSpPr>
        <p:spPr>
          <a:xfrm flipH="1" flipV="1">
            <a:off x="-767029" y="-29126"/>
            <a:ext cx="3825848" cy="1804442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等腰三角形 8"/>
          <p:cNvSpPr/>
          <p:nvPr userDrawn="1"/>
        </p:nvSpPr>
        <p:spPr>
          <a:xfrm flipH="1" flipV="1">
            <a:off x="1413539" y="0"/>
            <a:ext cx="3825848" cy="1804442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等腰三角形 9"/>
          <p:cNvSpPr/>
          <p:nvPr userDrawn="1"/>
        </p:nvSpPr>
        <p:spPr>
          <a:xfrm>
            <a:off x="6085438" y="4298493"/>
            <a:ext cx="5426766" cy="2559507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等腰三角形 10"/>
          <p:cNvSpPr/>
          <p:nvPr userDrawn="1"/>
        </p:nvSpPr>
        <p:spPr>
          <a:xfrm>
            <a:off x="7741543" y="3609725"/>
            <a:ext cx="6887119" cy="3248275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1" name="组合 40"/>
          <p:cNvGrpSpPr/>
          <p:nvPr userDrawn="1"/>
        </p:nvGrpSpPr>
        <p:grpSpPr>
          <a:xfrm>
            <a:off x="2299248" y="4024505"/>
            <a:ext cx="7551038" cy="105497"/>
            <a:chOff x="2101845" y="3387257"/>
            <a:chExt cx="7551038" cy="105497"/>
          </a:xfrm>
        </p:grpSpPr>
        <p:cxnSp>
          <p:nvCxnSpPr>
            <p:cNvPr id="42" name="直接连接符 41"/>
            <p:cNvCxnSpPr/>
            <p:nvPr/>
          </p:nvCxnSpPr>
          <p:spPr>
            <a:xfrm>
              <a:off x="2369489" y="3440005"/>
              <a:ext cx="7283394" cy="0"/>
            </a:xfrm>
            <a:prstGeom prst="line">
              <a:avLst/>
            </a:prstGeom>
            <a:ln w="285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椭圆 44"/>
            <p:cNvSpPr/>
            <p:nvPr/>
          </p:nvSpPr>
          <p:spPr>
            <a:xfrm>
              <a:off x="2101845" y="3387257"/>
              <a:ext cx="105497" cy="105497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椭圆 1"/>
          <p:cNvSpPr/>
          <p:nvPr userDrawn="1"/>
        </p:nvSpPr>
        <p:spPr>
          <a:xfrm>
            <a:off x="9983383" y="4024505"/>
            <a:ext cx="105497" cy="105497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" name="图片 3" descr="南门线稿x4222222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1414780" y="4149725"/>
            <a:ext cx="9155430" cy="2318385"/>
          </a:xfrm>
          <a:prstGeom prst="rect">
            <a:avLst/>
          </a:prstGeom>
        </p:spPr>
      </p:pic>
      <p:pic>
        <p:nvPicPr>
          <p:cNvPr id="5" name="图片 4" descr="河大logo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632460" y="476630"/>
            <a:ext cx="2207762" cy="6444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直接连接符 7"/>
          <p:cNvCxnSpPr/>
          <p:nvPr userDrawn="1"/>
        </p:nvCxnSpPr>
        <p:spPr>
          <a:xfrm>
            <a:off x="984634" y="1413103"/>
            <a:ext cx="1019847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组合 8"/>
          <p:cNvGrpSpPr/>
          <p:nvPr userDrawn="1"/>
        </p:nvGrpSpPr>
        <p:grpSpPr>
          <a:xfrm>
            <a:off x="10607120" y="654595"/>
            <a:ext cx="575989" cy="577246"/>
            <a:chOff x="6084168" y="1274820"/>
            <a:chExt cx="432048" cy="432834"/>
          </a:xfrm>
        </p:grpSpPr>
        <p:sp>
          <p:nvSpPr>
            <p:cNvPr id="10" name="椭圆 22"/>
            <p:cNvSpPr>
              <a:spLocks noChangeArrowheads="1"/>
            </p:cNvSpPr>
            <p:nvPr/>
          </p:nvSpPr>
          <p:spPr bwMode="auto">
            <a:xfrm>
              <a:off x="6084168" y="1274820"/>
              <a:ext cx="432048" cy="432834"/>
            </a:xfrm>
            <a:prstGeom prst="ellipse">
              <a:avLst/>
            </a:prstGeom>
            <a:solidFill>
              <a:srgbClr val="1369B2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1" name="Freeform 59"/>
            <p:cNvSpPr>
              <a:spLocks noChangeArrowheads="1"/>
            </p:cNvSpPr>
            <p:nvPr/>
          </p:nvSpPr>
          <p:spPr bwMode="auto">
            <a:xfrm>
              <a:off x="6180302" y="1365898"/>
              <a:ext cx="239780" cy="250679"/>
            </a:xfrm>
            <a:custGeom>
              <a:avLst/>
              <a:gdLst>
                <a:gd name="T0" fmla="*/ 73627430 w 581"/>
                <a:gd name="T1" fmla="*/ 67678707 h 609"/>
                <a:gd name="T2" fmla="*/ 61659637 w 581"/>
                <a:gd name="T3" fmla="*/ 78678142 h 609"/>
                <a:gd name="T4" fmla="*/ 54244957 w 581"/>
                <a:gd name="T5" fmla="*/ 72208055 h 609"/>
                <a:gd name="T6" fmla="*/ 57106883 w 581"/>
                <a:gd name="T7" fmla="*/ 65867111 h 609"/>
                <a:gd name="T8" fmla="*/ 61659637 w 581"/>
                <a:gd name="T9" fmla="*/ 69490662 h 609"/>
                <a:gd name="T10" fmla="*/ 71806401 w 581"/>
                <a:gd name="T11" fmla="*/ 61338122 h 609"/>
                <a:gd name="T12" fmla="*/ 73627430 w 581"/>
                <a:gd name="T13" fmla="*/ 67678707 h 609"/>
                <a:gd name="T14" fmla="*/ 61659637 w 581"/>
                <a:gd name="T15" fmla="*/ 64055516 h 609"/>
                <a:gd name="T16" fmla="*/ 49691843 w 581"/>
                <a:gd name="T17" fmla="*/ 69490662 h 609"/>
                <a:gd name="T18" fmla="*/ 51513233 w 581"/>
                <a:gd name="T19" fmla="*/ 75054951 h 609"/>
                <a:gd name="T20" fmla="*/ 3772261 w 581"/>
                <a:gd name="T21" fmla="*/ 78678142 h 609"/>
                <a:gd name="T22" fmla="*/ 0 w 581"/>
                <a:gd name="T23" fmla="*/ 10999436 h 609"/>
                <a:gd name="T24" fmla="*/ 10146404 w 581"/>
                <a:gd name="T25" fmla="*/ 7246742 h 609"/>
                <a:gd name="T26" fmla="*/ 17561444 w 581"/>
                <a:gd name="T27" fmla="*/ 18246178 h 609"/>
                <a:gd name="T28" fmla="*/ 24845922 w 581"/>
                <a:gd name="T29" fmla="*/ 7246742 h 609"/>
                <a:gd name="T30" fmla="*/ 28488341 w 581"/>
                <a:gd name="T31" fmla="*/ 10999436 h 609"/>
                <a:gd name="T32" fmla="*/ 43318061 w 581"/>
                <a:gd name="T33" fmla="*/ 10999436 h 609"/>
                <a:gd name="T34" fmla="*/ 46960119 w 581"/>
                <a:gd name="T35" fmla="*/ 7246742 h 609"/>
                <a:gd name="T36" fmla="*/ 54244957 w 581"/>
                <a:gd name="T37" fmla="*/ 18246178 h 609"/>
                <a:gd name="T38" fmla="*/ 61659637 w 581"/>
                <a:gd name="T39" fmla="*/ 7246742 h 609"/>
                <a:gd name="T40" fmla="*/ 71806401 w 581"/>
                <a:gd name="T41" fmla="*/ 10999436 h 609"/>
                <a:gd name="T42" fmla="*/ 66212751 w 581"/>
                <a:gd name="T43" fmla="*/ 59526167 h 609"/>
                <a:gd name="T44" fmla="*/ 10146404 w 581"/>
                <a:gd name="T45" fmla="*/ 63149718 h 609"/>
                <a:gd name="T46" fmla="*/ 12878128 w 581"/>
                <a:gd name="T47" fmla="*/ 65867111 h 609"/>
                <a:gd name="T48" fmla="*/ 39545439 w 581"/>
                <a:gd name="T49" fmla="*/ 63149718 h 609"/>
                <a:gd name="T50" fmla="*/ 39545439 w 581"/>
                <a:gd name="T51" fmla="*/ 63149718 h 609"/>
                <a:gd name="T52" fmla="*/ 39545439 w 581"/>
                <a:gd name="T53" fmla="*/ 63149718 h 609"/>
                <a:gd name="T54" fmla="*/ 12878128 w 581"/>
                <a:gd name="T55" fmla="*/ 60431965 h 609"/>
                <a:gd name="T56" fmla="*/ 58017218 w 581"/>
                <a:gd name="T57" fmla="*/ 28339815 h 609"/>
                <a:gd name="T58" fmla="*/ 13788823 w 581"/>
                <a:gd name="T59" fmla="*/ 28339815 h 609"/>
                <a:gd name="T60" fmla="*/ 13788823 w 581"/>
                <a:gd name="T61" fmla="*/ 35715700 h 609"/>
                <a:gd name="T62" fmla="*/ 61659637 w 581"/>
                <a:gd name="T63" fmla="*/ 31963007 h 609"/>
                <a:gd name="T64" fmla="*/ 58017218 w 581"/>
                <a:gd name="T65" fmla="*/ 43868240 h 609"/>
                <a:gd name="T66" fmla="*/ 35903020 w 581"/>
                <a:gd name="T67" fmla="*/ 43868240 h 609"/>
                <a:gd name="T68" fmla="*/ 13788823 w 581"/>
                <a:gd name="T69" fmla="*/ 43868240 h 609"/>
                <a:gd name="T70" fmla="*/ 13788823 w 581"/>
                <a:gd name="T71" fmla="*/ 51244484 h 609"/>
                <a:gd name="T72" fmla="*/ 35903020 w 581"/>
                <a:gd name="T73" fmla="*/ 51244484 h 609"/>
                <a:gd name="T74" fmla="*/ 61659637 w 581"/>
                <a:gd name="T75" fmla="*/ 47491791 h 609"/>
                <a:gd name="T76" fmla="*/ 54244957 w 581"/>
                <a:gd name="T77" fmla="*/ 14622627 h 609"/>
                <a:gd name="T78" fmla="*/ 50602538 w 581"/>
                <a:gd name="T79" fmla="*/ 10999436 h 609"/>
                <a:gd name="T80" fmla="*/ 54244957 w 581"/>
                <a:gd name="T81" fmla="*/ 0 h 609"/>
                <a:gd name="T82" fmla="*/ 58017218 w 581"/>
                <a:gd name="T83" fmla="*/ 10999436 h 609"/>
                <a:gd name="T84" fmla="*/ 35903020 w 581"/>
                <a:gd name="T85" fmla="*/ 14622627 h 609"/>
                <a:gd name="T86" fmla="*/ 32260601 w 581"/>
                <a:gd name="T87" fmla="*/ 10999436 h 609"/>
                <a:gd name="T88" fmla="*/ 35903020 w 581"/>
                <a:gd name="T89" fmla="*/ 0 h 609"/>
                <a:gd name="T90" fmla="*/ 39545439 w 581"/>
                <a:gd name="T91" fmla="*/ 10999436 h 609"/>
                <a:gd name="T92" fmla="*/ 17561444 w 581"/>
                <a:gd name="T93" fmla="*/ 14622627 h 609"/>
                <a:gd name="T94" fmla="*/ 13788823 w 581"/>
                <a:gd name="T95" fmla="*/ 10999436 h 609"/>
                <a:gd name="T96" fmla="*/ 17561444 w 581"/>
                <a:gd name="T97" fmla="*/ 0 h 609"/>
                <a:gd name="T98" fmla="*/ 21203502 w 581"/>
                <a:gd name="T99" fmla="*/ 10999436 h 609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0" t="0" r="r" b="b"/>
              <a:pathLst>
                <a:path w="581" h="609">
                  <a:moveTo>
                    <a:pt x="566" y="523"/>
                  </a:moveTo>
                  <a:lnTo>
                    <a:pt x="566" y="523"/>
                  </a:lnTo>
                  <a:cubicBezTo>
                    <a:pt x="495" y="594"/>
                    <a:pt x="495" y="594"/>
                    <a:pt x="495" y="594"/>
                  </a:cubicBezTo>
                  <a:cubicBezTo>
                    <a:pt x="488" y="601"/>
                    <a:pt x="481" y="608"/>
                    <a:pt x="474" y="608"/>
                  </a:cubicBezTo>
                  <a:cubicBezTo>
                    <a:pt x="467" y="608"/>
                    <a:pt x="460" y="601"/>
                    <a:pt x="453" y="594"/>
                  </a:cubicBezTo>
                  <a:cubicBezTo>
                    <a:pt x="417" y="558"/>
                    <a:pt x="417" y="558"/>
                    <a:pt x="417" y="558"/>
                  </a:cubicBezTo>
                  <a:cubicBezTo>
                    <a:pt x="410" y="551"/>
                    <a:pt x="410" y="544"/>
                    <a:pt x="410" y="537"/>
                  </a:cubicBezTo>
                  <a:cubicBezTo>
                    <a:pt x="410" y="523"/>
                    <a:pt x="417" y="509"/>
                    <a:pt x="439" y="509"/>
                  </a:cubicBezTo>
                  <a:cubicBezTo>
                    <a:pt x="446" y="509"/>
                    <a:pt x="453" y="516"/>
                    <a:pt x="453" y="523"/>
                  </a:cubicBezTo>
                  <a:cubicBezTo>
                    <a:pt x="474" y="537"/>
                    <a:pt x="474" y="537"/>
                    <a:pt x="474" y="537"/>
                  </a:cubicBezTo>
                  <a:cubicBezTo>
                    <a:pt x="530" y="481"/>
                    <a:pt x="530" y="481"/>
                    <a:pt x="530" y="481"/>
                  </a:cubicBezTo>
                  <a:cubicBezTo>
                    <a:pt x="537" y="474"/>
                    <a:pt x="545" y="474"/>
                    <a:pt x="552" y="474"/>
                  </a:cubicBezTo>
                  <a:cubicBezTo>
                    <a:pt x="566" y="474"/>
                    <a:pt x="580" y="488"/>
                    <a:pt x="580" y="502"/>
                  </a:cubicBezTo>
                  <a:cubicBezTo>
                    <a:pt x="580" y="509"/>
                    <a:pt x="573" y="516"/>
                    <a:pt x="566" y="523"/>
                  </a:cubicBezTo>
                  <a:close/>
                  <a:moveTo>
                    <a:pt x="474" y="495"/>
                  </a:moveTo>
                  <a:lnTo>
                    <a:pt x="474" y="495"/>
                  </a:lnTo>
                  <a:cubicBezTo>
                    <a:pt x="467" y="488"/>
                    <a:pt x="453" y="481"/>
                    <a:pt x="439" y="481"/>
                  </a:cubicBezTo>
                  <a:cubicBezTo>
                    <a:pt x="403" y="481"/>
                    <a:pt x="382" y="509"/>
                    <a:pt x="382" y="537"/>
                  </a:cubicBezTo>
                  <a:cubicBezTo>
                    <a:pt x="382" y="558"/>
                    <a:pt x="389" y="573"/>
                    <a:pt x="396" y="580"/>
                  </a:cubicBezTo>
                  <a:cubicBezTo>
                    <a:pt x="424" y="608"/>
                    <a:pt x="424" y="608"/>
                    <a:pt x="424" y="608"/>
                  </a:cubicBezTo>
                  <a:cubicBezTo>
                    <a:pt x="29" y="608"/>
                    <a:pt x="29" y="608"/>
                    <a:pt x="29" y="608"/>
                  </a:cubicBezTo>
                  <a:cubicBezTo>
                    <a:pt x="15" y="608"/>
                    <a:pt x="0" y="594"/>
                    <a:pt x="0" y="580"/>
                  </a:cubicBezTo>
                  <a:cubicBezTo>
                    <a:pt x="0" y="85"/>
                    <a:pt x="0" y="85"/>
                    <a:pt x="0" y="85"/>
                  </a:cubicBezTo>
                  <a:cubicBezTo>
                    <a:pt x="0" y="71"/>
                    <a:pt x="15" y="56"/>
                    <a:pt x="29" y="56"/>
                  </a:cubicBezTo>
                  <a:cubicBezTo>
                    <a:pt x="78" y="56"/>
                    <a:pt x="78" y="56"/>
                    <a:pt x="78" y="56"/>
                  </a:cubicBezTo>
                  <a:cubicBezTo>
                    <a:pt x="78" y="85"/>
                    <a:pt x="78" y="85"/>
                    <a:pt x="78" y="85"/>
                  </a:cubicBezTo>
                  <a:cubicBezTo>
                    <a:pt x="78" y="120"/>
                    <a:pt x="106" y="141"/>
                    <a:pt x="135" y="141"/>
                  </a:cubicBezTo>
                  <a:cubicBezTo>
                    <a:pt x="163" y="141"/>
                    <a:pt x="191" y="120"/>
                    <a:pt x="191" y="85"/>
                  </a:cubicBezTo>
                  <a:cubicBezTo>
                    <a:pt x="191" y="56"/>
                    <a:pt x="191" y="56"/>
                    <a:pt x="191" y="56"/>
                  </a:cubicBezTo>
                  <a:cubicBezTo>
                    <a:pt x="219" y="56"/>
                    <a:pt x="219" y="56"/>
                    <a:pt x="219" y="56"/>
                  </a:cubicBezTo>
                  <a:cubicBezTo>
                    <a:pt x="219" y="85"/>
                    <a:pt x="219" y="85"/>
                    <a:pt x="219" y="85"/>
                  </a:cubicBezTo>
                  <a:cubicBezTo>
                    <a:pt x="219" y="120"/>
                    <a:pt x="248" y="141"/>
                    <a:pt x="276" y="141"/>
                  </a:cubicBezTo>
                  <a:cubicBezTo>
                    <a:pt x="304" y="141"/>
                    <a:pt x="333" y="120"/>
                    <a:pt x="333" y="85"/>
                  </a:cubicBezTo>
                  <a:cubicBezTo>
                    <a:pt x="333" y="56"/>
                    <a:pt x="333" y="56"/>
                    <a:pt x="333" y="56"/>
                  </a:cubicBezTo>
                  <a:cubicBezTo>
                    <a:pt x="361" y="56"/>
                    <a:pt x="361" y="56"/>
                    <a:pt x="361" y="56"/>
                  </a:cubicBezTo>
                  <a:cubicBezTo>
                    <a:pt x="361" y="85"/>
                    <a:pt x="361" y="85"/>
                    <a:pt x="361" y="85"/>
                  </a:cubicBezTo>
                  <a:cubicBezTo>
                    <a:pt x="361" y="120"/>
                    <a:pt x="389" y="141"/>
                    <a:pt x="417" y="141"/>
                  </a:cubicBezTo>
                  <a:cubicBezTo>
                    <a:pt x="446" y="141"/>
                    <a:pt x="474" y="120"/>
                    <a:pt x="474" y="85"/>
                  </a:cubicBezTo>
                  <a:cubicBezTo>
                    <a:pt x="474" y="56"/>
                    <a:pt x="474" y="56"/>
                    <a:pt x="474" y="56"/>
                  </a:cubicBezTo>
                  <a:cubicBezTo>
                    <a:pt x="523" y="56"/>
                    <a:pt x="523" y="56"/>
                    <a:pt x="523" y="56"/>
                  </a:cubicBezTo>
                  <a:cubicBezTo>
                    <a:pt x="537" y="56"/>
                    <a:pt x="552" y="71"/>
                    <a:pt x="552" y="85"/>
                  </a:cubicBezTo>
                  <a:cubicBezTo>
                    <a:pt x="552" y="445"/>
                    <a:pt x="552" y="445"/>
                    <a:pt x="552" y="445"/>
                  </a:cubicBezTo>
                  <a:cubicBezTo>
                    <a:pt x="530" y="445"/>
                    <a:pt x="516" y="452"/>
                    <a:pt x="509" y="460"/>
                  </a:cubicBezTo>
                  <a:lnTo>
                    <a:pt x="474" y="495"/>
                  </a:lnTo>
                  <a:close/>
                  <a:moveTo>
                    <a:pt x="78" y="488"/>
                  </a:moveTo>
                  <a:lnTo>
                    <a:pt x="78" y="488"/>
                  </a:lnTo>
                  <a:cubicBezTo>
                    <a:pt x="78" y="502"/>
                    <a:pt x="85" y="509"/>
                    <a:pt x="99" y="509"/>
                  </a:cubicBezTo>
                  <a:cubicBezTo>
                    <a:pt x="283" y="509"/>
                    <a:pt x="283" y="509"/>
                    <a:pt x="283" y="509"/>
                  </a:cubicBezTo>
                  <a:cubicBezTo>
                    <a:pt x="297" y="509"/>
                    <a:pt x="304" y="502"/>
                    <a:pt x="304" y="488"/>
                  </a:cubicBezTo>
                  <a:cubicBezTo>
                    <a:pt x="304" y="474"/>
                    <a:pt x="297" y="467"/>
                    <a:pt x="283" y="467"/>
                  </a:cubicBezTo>
                  <a:cubicBezTo>
                    <a:pt x="99" y="467"/>
                    <a:pt x="99" y="467"/>
                    <a:pt x="99" y="467"/>
                  </a:cubicBezTo>
                  <a:cubicBezTo>
                    <a:pt x="85" y="467"/>
                    <a:pt x="78" y="474"/>
                    <a:pt x="78" y="488"/>
                  </a:cubicBezTo>
                  <a:close/>
                  <a:moveTo>
                    <a:pt x="446" y="219"/>
                  </a:moveTo>
                  <a:lnTo>
                    <a:pt x="446" y="219"/>
                  </a:lnTo>
                  <a:cubicBezTo>
                    <a:pt x="106" y="219"/>
                    <a:pt x="106" y="219"/>
                    <a:pt x="106" y="219"/>
                  </a:cubicBezTo>
                  <a:cubicBezTo>
                    <a:pt x="92" y="219"/>
                    <a:pt x="78" y="233"/>
                    <a:pt x="78" y="247"/>
                  </a:cubicBezTo>
                  <a:cubicBezTo>
                    <a:pt x="78" y="262"/>
                    <a:pt x="92" y="276"/>
                    <a:pt x="106" y="276"/>
                  </a:cubicBezTo>
                  <a:cubicBezTo>
                    <a:pt x="446" y="276"/>
                    <a:pt x="446" y="276"/>
                    <a:pt x="446" y="276"/>
                  </a:cubicBezTo>
                  <a:cubicBezTo>
                    <a:pt x="460" y="276"/>
                    <a:pt x="474" y="262"/>
                    <a:pt x="474" y="247"/>
                  </a:cubicBezTo>
                  <a:cubicBezTo>
                    <a:pt x="474" y="233"/>
                    <a:pt x="460" y="219"/>
                    <a:pt x="446" y="219"/>
                  </a:cubicBezTo>
                  <a:close/>
                  <a:moveTo>
                    <a:pt x="446" y="339"/>
                  </a:moveTo>
                  <a:lnTo>
                    <a:pt x="446" y="339"/>
                  </a:lnTo>
                  <a:cubicBezTo>
                    <a:pt x="276" y="339"/>
                    <a:pt x="276" y="339"/>
                    <a:pt x="276" y="339"/>
                  </a:cubicBezTo>
                  <a:cubicBezTo>
                    <a:pt x="226" y="339"/>
                    <a:pt x="226" y="339"/>
                    <a:pt x="226" y="339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92" y="339"/>
                    <a:pt x="78" y="353"/>
                    <a:pt x="78" y="367"/>
                  </a:cubicBezTo>
                  <a:cubicBezTo>
                    <a:pt x="78" y="389"/>
                    <a:pt x="92" y="396"/>
                    <a:pt x="106" y="396"/>
                  </a:cubicBezTo>
                  <a:cubicBezTo>
                    <a:pt x="226" y="396"/>
                    <a:pt x="226" y="396"/>
                    <a:pt x="226" y="396"/>
                  </a:cubicBezTo>
                  <a:cubicBezTo>
                    <a:pt x="276" y="396"/>
                    <a:pt x="276" y="396"/>
                    <a:pt x="276" y="396"/>
                  </a:cubicBezTo>
                  <a:cubicBezTo>
                    <a:pt x="446" y="396"/>
                    <a:pt x="446" y="396"/>
                    <a:pt x="446" y="396"/>
                  </a:cubicBezTo>
                  <a:cubicBezTo>
                    <a:pt x="460" y="396"/>
                    <a:pt x="474" y="389"/>
                    <a:pt x="474" y="367"/>
                  </a:cubicBezTo>
                  <a:cubicBezTo>
                    <a:pt x="474" y="353"/>
                    <a:pt x="460" y="339"/>
                    <a:pt x="446" y="339"/>
                  </a:cubicBezTo>
                  <a:close/>
                  <a:moveTo>
                    <a:pt x="417" y="113"/>
                  </a:moveTo>
                  <a:lnTo>
                    <a:pt x="417" y="113"/>
                  </a:lnTo>
                  <a:cubicBezTo>
                    <a:pt x="403" y="113"/>
                    <a:pt x="389" y="106"/>
                    <a:pt x="389" y="85"/>
                  </a:cubicBezTo>
                  <a:cubicBezTo>
                    <a:pt x="389" y="28"/>
                    <a:pt x="389" y="28"/>
                    <a:pt x="389" y="28"/>
                  </a:cubicBezTo>
                  <a:cubicBezTo>
                    <a:pt x="389" y="14"/>
                    <a:pt x="403" y="0"/>
                    <a:pt x="417" y="0"/>
                  </a:cubicBezTo>
                  <a:cubicBezTo>
                    <a:pt x="431" y="0"/>
                    <a:pt x="446" y="14"/>
                    <a:pt x="446" y="28"/>
                  </a:cubicBezTo>
                  <a:cubicBezTo>
                    <a:pt x="446" y="85"/>
                    <a:pt x="446" y="85"/>
                    <a:pt x="446" y="85"/>
                  </a:cubicBezTo>
                  <a:cubicBezTo>
                    <a:pt x="446" y="106"/>
                    <a:pt x="431" y="113"/>
                    <a:pt x="417" y="113"/>
                  </a:cubicBezTo>
                  <a:close/>
                  <a:moveTo>
                    <a:pt x="276" y="113"/>
                  </a:moveTo>
                  <a:lnTo>
                    <a:pt x="276" y="113"/>
                  </a:lnTo>
                  <a:cubicBezTo>
                    <a:pt x="262" y="113"/>
                    <a:pt x="248" y="106"/>
                    <a:pt x="248" y="85"/>
                  </a:cubicBezTo>
                  <a:cubicBezTo>
                    <a:pt x="248" y="28"/>
                    <a:pt x="248" y="28"/>
                    <a:pt x="248" y="28"/>
                  </a:cubicBezTo>
                  <a:cubicBezTo>
                    <a:pt x="248" y="14"/>
                    <a:pt x="262" y="0"/>
                    <a:pt x="276" y="0"/>
                  </a:cubicBezTo>
                  <a:cubicBezTo>
                    <a:pt x="290" y="0"/>
                    <a:pt x="304" y="14"/>
                    <a:pt x="304" y="28"/>
                  </a:cubicBezTo>
                  <a:cubicBezTo>
                    <a:pt x="304" y="85"/>
                    <a:pt x="304" y="85"/>
                    <a:pt x="304" y="85"/>
                  </a:cubicBezTo>
                  <a:cubicBezTo>
                    <a:pt x="304" y="106"/>
                    <a:pt x="290" y="113"/>
                    <a:pt x="276" y="11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21" y="113"/>
                    <a:pt x="106" y="106"/>
                    <a:pt x="106" y="85"/>
                  </a:cubicBezTo>
                  <a:cubicBezTo>
                    <a:pt x="106" y="28"/>
                    <a:pt x="106" y="28"/>
                    <a:pt x="106" y="28"/>
                  </a:cubicBezTo>
                  <a:cubicBezTo>
                    <a:pt x="106" y="14"/>
                    <a:pt x="121" y="0"/>
                    <a:pt x="135" y="0"/>
                  </a:cubicBezTo>
                  <a:cubicBezTo>
                    <a:pt x="149" y="0"/>
                    <a:pt x="163" y="14"/>
                    <a:pt x="163" y="28"/>
                  </a:cubicBezTo>
                  <a:cubicBezTo>
                    <a:pt x="163" y="85"/>
                    <a:pt x="163" y="85"/>
                    <a:pt x="163" y="85"/>
                  </a:cubicBezTo>
                  <a:cubicBezTo>
                    <a:pt x="163" y="106"/>
                    <a:pt x="149" y="113"/>
                    <a:pt x="135" y="113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2" name="组合 11"/>
          <p:cNvGrpSpPr/>
          <p:nvPr userDrawn="1"/>
        </p:nvGrpSpPr>
        <p:grpSpPr>
          <a:xfrm>
            <a:off x="8879153" y="655120"/>
            <a:ext cx="575989" cy="576197"/>
            <a:chOff x="4788024" y="1275213"/>
            <a:chExt cx="432048" cy="432048"/>
          </a:xfrm>
        </p:grpSpPr>
        <p:sp>
          <p:nvSpPr>
            <p:cNvPr id="13" name="椭圆 65"/>
            <p:cNvSpPr>
              <a:spLocks noChangeArrowheads="1"/>
            </p:cNvSpPr>
            <p:nvPr/>
          </p:nvSpPr>
          <p:spPr bwMode="auto">
            <a:xfrm>
              <a:off x="4788024" y="1275213"/>
              <a:ext cx="432048" cy="432048"/>
            </a:xfrm>
            <a:prstGeom prst="ellipse">
              <a:avLst/>
            </a:prstGeom>
            <a:solidFill>
              <a:srgbClr val="F79600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4" name="Freeform 110"/>
            <p:cNvSpPr>
              <a:spLocks noChangeArrowheads="1"/>
            </p:cNvSpPr>
            <p:nvPr/>
          </p:nvSpPr>
          <p:spPr bwMode="auto">
            <a:xfrm>
              <a:off x="4891102" y="1366806"/>
              <a:ext cx="250679" cy="248862"/>
            </a:xfrm>
            <a:custGeom>
              <a:avLst/>
              <a:gdLst>
                <a:gd name="T0" fmla="*/ 78678142 w 609"/>
                <a:gd name="T1" fmla="*/ 71002280 h 602"/>
                <a:gd name="T2" fmla="*/ 78678142 w 609"/>
                <a:gd name="T3" fmla="*/ 71002280 h 602"/>
                <a:gd name="T4" fmla="*/ 71302258 w 609"/>
                <a:gd name="T5" fmla="*/ 78441997 h 602"/>
                <a:gd name="T6" fmla="*/ 65867111 w 609"/>
                <a:gd name="T7" fmla="*/ 76614673 h 602"/>
                <a:gd name="T8" fmla="*/ 44774038 w 609"/>
                <a:gd name="T9" fmla="*/ 54426302 h 602"/>
                <a:gd name="T10" fmla="*/ 29245613 w 609"/>
                <a:gd name="T11" fmla="*/ 59125033 h 602"/>
                <a:gd name="T12" fmla="*/ 0 w 609"/>
                <a:gd name="T13" fmla="*/ 29497307 h 602"/>
                <a:gd name="T14" fmla="*/ 29245613 w 609"/>
                <a:gd name="T15" fmla="*/ 0 h 602"/>
                <a:gd name="T16" fmla="*/ 58491226 w 609"/>
                <a:gd name="T17" fmla="*/ 29497307 h 602"/>
                <a:gd name="T18" fmla="*/ 54867675 w 609"/>
                <a:gd name="T19" fmla="*/ 44376380 h 602"/>
                <a:gd name="T20" fmla="*/ 75960749 w 609"/>
                <a:gd name="T21" fmla="*/ 65520668 h 602"/>
                <a:gd name="T22" fmla="*/ 78678142 w 609"/>
                <a:gd name="T23" fmla="*/ 71002280 h 602"/>
                <a:gd name="T24" fmla="*/ 29245613 w 609"/>
                <a:gd name="T25" fmla="*/ 7439717 h 602"/>
                <a:gd name="T26" fmla="*/ 29245613 w 609"/>
                <a:gd name="T27" fmla="*/ 7439717 h 602"/>
                <a:gd name="T28" fmla="*/ 7246742 w 609"/>
                <a:gd name="T29" fmla="*/ 29497307 h 602"/>
                <a:gd name="T30" fmla="*/ 29245613 w 609"/>
                <a:gd name="T31" fmla="*/ 51685677 h 602"/>
                <a:gd name="T32" fmla="*/ 51244484 w 609"/>
                <a:gd name="T33" fmla="*/ 29497307 h 602"/>
                <a:gd name="T34" fmla="*/ 29245613 w 609"/>
                <a:gd name="T35" fmla="*/ 7439717 h 602"/>
                <a:gd name="T36" fmla="*/ 42056644 w 609"/>
                <a:gd name="T37" fmla="*/ 33282375 h 602"/>
                <a:gd name="T38" fmla="*/ 42056644 w 609"/>
                <a:gd name="T39" fmla="*/ 33282375 h 602"/>
                <a:gd name="T40" fmla="*/ 32868804 w 609"/>
                <a:gd name="T41" fmla="*/ 33282375 h 602"/>
                <a:gd name="T42" fmla="*/ 32868804 w 609"/>
                <a:gd name="T43" fmla="*/ 41504973 h 602"/>
                <a:gd name="T44" fmla="*/ 29245613 w 609"/>
                <a:gd name="T45" fmla="*/ 45290042 h 602"/>
                <a:gd name="T46" fmla="*/ 25622062 w 609"/>
                <a:gd name="T47" fmla="*/ 41504973 h 602"/>
                <a:gd name="T48" fmla="*/ 25622062 w 609"/>
                <a:gd name="T49" fmla="*/ 33282375 h 602"/>
                <a:gd name="T50" fmla="*/ 17340380 w 609"/>
                <a:gd name="T51" fmla="*/ 33282375 h 602"/>
                <a:gd name="T52" fmla="*/ 13716829 w 609"/>
                <a:gd name="T53" fmla="*/ 29497307 h 602"/>
                <a:gd name="T54" fmla="*/ 17340380 w 609"/>
                <a:gd name="T55" fmla="*/ 25842658 h 602"/>
                <a:gd name="T56" fmla="*/ 25622062 w 609"/>
                <a:gd name="T57" fmla="*/ 25842658 h 602"/>
                <a:gd name="T58" fmla="*/ 25622062 w 609"/>
                <a:gd name="T59" fmla="*/ 16575978 h 602"/>
                <a:gd name="T60" fmla="*/ 29245613 w 609"/>
                <a:gd name="T61" fmla="*/ 12921329 h 602"/>
                <a:gd name="T62" fmla="*/ 32868804 w 609"/>
                <a:gd name="T63" fmla="*/ 16575978 h 602"/>
                <a:gd name="T64" fmla="*/ 32868804 w 609"/>
                <a:gd name="T65" fmla="*/ 25842658 h 602"/>
                <a:gd name="T66" fmla="*/ 42056644 w 609"/>
                <a:gd name="T67" fmla="*/ 25842658 h 602"/>
                <a:gd name="T68" fmla="*/ 45679835 w 609"/>
                <a:gd name="T69" fmla="*/ 29497307 h 602"/>
                <a:gd name="T70" fmla="*/ 42056644 w 609"/>
                <a:gd name="T71" fmla="*/ 33282375 h 60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609" h="602">
                  <a:moveTo>
                    <a:pt x="608" y="544"/>
                  </a:moveTo>
                  <a:lnTo>
                    <a:pt x="608" y="544"/>
                  </a:lnTo>
                  <a:cubicBezTo>
                    <a:pt x="608" y="573"/>
                    <a:pt x="579" y="601"/>
                    <a:pt x="551" y="601"/>
                  </a:cubicBezTo>
                  <a:cubicBezTo>
                    <a:pt x="530" y="601"/>
                    <a:pt x="516" y="594"/>
                    <a:pt x="509" y="587"/>
                  </a:cubicBezTo>
                  <a:cubicBezTo>
                    <a:pt x="346" y="417"/>
                    <a:pt x="346" y="417"/>
                    <a:pt x="346" y="417"/>
                  </a:cubicBezTo>
                  <a:cubicBezTo>
                    <a:pt x="311" y="438"/>
                    <a:pt x="269" y="453"/>
                    <a:pt x="226" y="453"/>
                  </a:cubicBezTo>
                  <a:cubicBezTo>
                    <a:pt x="106" y="453"/>
                    <a:pt x="0" y="347"/>
                    <a:pt x="0" y="226"/>
                  </a:cubicBezTo>
                  <a:cubicBezTo>
                    <a:pt x="0" y="99"/>
                    <a:pt x="106" y="0"/>
                    <a:pt x="226" y="0"/>
                  </a:cubicBezTo>
                  <a:cubicBezTo>
                    <a:pt x="353" y="0"/>
                    <a:pt x="452" y="99"/>
                    <a:pt x="452" y="226"/>
                  </a:cubicBezTo>
                  <a:cubicBezTo>
                    <a:pt x="452" y="269"/>
                    <a:pt x="445" y="304"/>
                    <a:pt x="424" y="340"/>
                  </a:cubicBezTo>
                  <a:cubicBezTo>
                    <a:pt x="587" y="502"/>
                    <a:pt x="587" y="502"/>
                    <a:pt x="587" y="502"/>
                  </a:cubicBezTo>
                  <a:cubicBezTo>
                    <a:pt x="601" y="516"/>
                    <a:pt x="608" y="530"/>
                    <a:pt x="608" y="544"/>
                  </a:cubicBezTo>
                  <a:close/>
                  <a:moveTo>
                    <a:pt x="226" y="57"/>
                  </a:moveTo>
                  <a:lnTo>
                    <a:pt x="226" y="57"/>
                  </a:lnTo>
                  <a:cubicBezTo>
                    <a:pt x="134" y="57"/>
                    <a:pt x="56" y="127"/>
                    <a:pt x="56" y="226"/>
                  </a:cubicBezTo>
                  <a:cubicBezTo>
                    <a:pt x="56" y="318"/>
                    <a:pt x="134" y="396"/>
                    <a:pt x="226" y="396"/>
                  </a:cubicBezTo>
                  <a:cubicBezTo>
                    <a:pt x="325" y="396"/>
                    <a:pt x="396" y="318"/>
                    <a:pt x="396" y="226"/>
                  </a:cubicBezTo>
                  <a:cubicBezTo>
                    <a:pt x="396" y="127"/>
                    <a:pt x="325" y="57"/>
                    <a:pt x="226" y="57"/>
                  </a:cubicBezTo>
                  <a:close/>
                  <a:moveTo>
                    <a:pt x="325" y="255"/>
                  </a:moveTo>
                  <a:lnTo>
                    <a:pt x="325" y="255"/>
                  </a:lnTo>
                  <a:cubicBezTo>
                    <a:pt x="254" y="255"/>
                    <a:pt x="254" y="255"/>
                    <a:pt x="254" y="255"/>
                  </a:cubicBezTo>
                  <a:cubicBezTo>
                    <a:pt x="254" y="318"/>
                    <a:pt x="254" y="318"/>
                    <a:pt x="254" y="318"/>
                  </a:cubicBezTo>
                  <a:cubicBezTo>
                    <a:pt x="254" y="333"/>
                    <a:pt x="247" y="347"/>
                    <a:pt x="226" y="347"/>
                  </a:cubicBezTo>
                  <a:cubicBezTo>
                    <a:pt x="212" y="347"/>
                    <a:pt x="198" y="333"/>
                    <a:pt x="198" y="318"/>
                  </a:cubicBezTo>
                  <a:cubicBezTo>
                    <a:pt x="198" y="255"/>
                    <a:pt x="198" y="255"/>
                    <a:pt x="198" y="255"/>
                  </a:cubicBezTo>
                  <a:cubicBezTo>
                    <a:pt x="134" y="255"/>
                    <a:pt x="134" y="255"/>
                    <a:pt x="134" y="255"/>
                  </a:cubicBezTo>
                  <a:cubicBezTo>
                    <a:pt x="120" y="255"/>
                    <a:pt x="106" y="241"/>
                    <a:pt x="106" y="226"/>
                  </a:cubicBezTo>
                  <a:cubicBezTo>
                    <a:pt x="106" y="205"/>
                    <a:pt x="120" y="198"/>
                    <a:pt x="134" y="198"/>
                  </a:cubicBezTo>
                  <a:cubicBezTo>
                    <a:pt x="198" y="198"/>
                    <a:pt x="198" y="198"/>
                    <a:pt x="198" y="198"/>
                  </a:cubicBezTo>
                  <a:cubicBezTo>
                    <a:pt x="198" y="127"/>
                    <a:pt x="198" y="127"/>
                    <a:pt x="198" y="127"/>
                  </a:cubicBezTo>
                  <a:cubicBezTo>
                    <a:pt x="198" y="113"/>
                    <a:pt x="212" y="99"/>
                    <a:pt x="226" y="99"/>
                  </a:cubicBezTo>
                  <a:cubicBezTo>
                    <a:pt x="247" y="99"/>
                    <a:pt x="254" y="113"/>
                    <a:pt x="254" y="127"/>
                  </a:cubicBezTo>
                  <a:cubicBezTo>
                    <a:pt x="254" y="198"/>
                    <a:pt x="254" y="198"/>
                    <a:pt x="254" y="198"/>
                  </a:cubicBezTo>
                  <a:cubicBezTo>
                    <a:pt x="325" y="198"/>
                    <a:pt x="325" y="198"/>
                    <a:pt x="325" y="198"/>
                  </a:cubicBezTo>
                  <a:cubicBezTo>
                    <a:pt x="339" y="198"/>
                    <a:pt x="353" y="205"/>
                    <a:pt x="353" y="226"/>
                  </a:cubicBezTo>
                  <a:cubicBezTo>
                    <a:pt x="353" y="241"/>
                    <a:pt x="339" y="255"/>
                    <a:pt x="325" y="25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5" name="组合 14"/>
          <p:cNvGrpSpPr/>
          <p:nvPr userDrawn="1"/>
        </p:nvGrpSpPr>
        <p:grpSpPr>
          <a:xfrm>
            <a:off x="9743137" y="654595"/>
            <a:ext cx="577036" cy="577246"/>
            <a:chOff x="5436096" y="1274820"/>
            <a:chExt cx="432833" cy="432834"/>
          </a:xfrm>
        </p:grpSpPr>
        <p:sp>
          <p:nvSpPr>
            <p:cNvPr id="16" name="椭圆 16"/>
            <p:cNvSpPr>
              <a:spLocks noChangeArrowheads="1"/>
            </p:cNvSpPr>
            <p:nvPr/>
          </p:nvSpPr>
          <p:spPr bwMode="auto">
            <a:xfrm>
              <a:off x="5436096" y="1274820"/>
              <a:ext cx="432833" cy="43283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7" name="Freeform 16"/>
            <p:cNvSpPr>
              <a:spLocks noChangeArrowheads="1"/>
            </p:cNvSpPr>
            <p:nvPr/>
          </p:nvSpPr>
          <p:spPr bwMode="auto">
            <a:xfrm>
              <a:off x="5554420" y="1377705"/>
              <a:ext cx="196183" cy="227065"/>
            </a:xfrm>
            <a:custGeom>
              <a:avLst/>
              <a:gdLst>
                <a:gd name="T0" fmla="*/ 58106390 w 475"/>
                <a:gd name="T1" fmla="*/ 71207247 h 552"/>
                <a:gd name="T2" fmla="*/ 58106390 w 475"/>
                <a:gd name="T3" fmla="*/ 71207247 h 552"/>
                <a:gd name="T4" fmla="*/ 54327993 w 475"/>
                <a:gd name="T5" fmla="*/ 71207247 h 552"/>
                <a:gd name="T6" fmla="*/ 54327993 w 475"/>
                <a:gd name="T7" fmla="*/ 0 h 552"/>
                <a:gd name="T8" fmla="*/ 58106390 w 475"/>
                <a:gd name="T9" fmla="*/ 0 h 552"/>
                <a:gd name="T10" fmla="*/ 61754124 w 475"/>
                <a:gd name="T11" fmla="*/ 3618618 h 552"/>
                <a:gd name="T12" fmla="*/ 61754124 w 475"/>
                <a:gd name="T13" fmla="*/ 67588630 h 552"/>
                <a:gd name="T14" fmla="*/ 58106390 w 475"/>
                <a:gd name="T15" fmla="*/ 71207247 h 552"/>
                <a:gd name="T16" fmla="*/ 7426131 w 475"/>
                <a:gd name="T17" fmla="*/ 67588630 h 552"/>
                <a:gd name="T18" fmla="*/ 7426131 w 475"/>
                <a:gd name="T19" fmla="*/ 67588630 h 552"/>
                <a:gd name="T20" fmla="*/ 7426131 w 475"/>
                <a:gd name="T21" fmla="*/ 63970012 h 552"/>
                <a:gd name="T22" fmla="*/ 13809846 w 475"/>
                <a:gd name="T23" fmla="*/ 63970012 h 552"/>
                <a:gd name="T24" fmla="*/ 21235977 w 475"/>
                <a:gd name="T25" fmla="*/ 56603721 h 552"/>
                <a:gd name="T26" fmla="*/ 13809846 w 475"/>
                <a:gd name="T27" fmla="*/ 49237429 h 552"/>
                <a:gd name="T28" fmla="*/ 7426131 w 475"/>
                <a:gd name="T29" fmla="*/ 49237429 h 552"/>
                <a:gd name="T30" fmla="*/ 7426131 w 475"/>
                <a:gd name="T31" fmla="*/ 42905028 h 552"/>
                <a:gd name="T32" fmla="*/ 13809846 w 475"/>
                <a:gd name="T33" fmla="*/ 42905028 h 552"/>
                <a:gd name="T34" fmla="*/ 21235977 w 475"/>
                <a:gd name="T35" fmla="*/ 35539095 h 552"/>
                <a:gd name="T36" fmla="*/ 13809846 w 475"/>
                <a:gd name="T37" fmla="*/ 28301860 h 552"/>
                <a:gd name="T38" fmla="*/ 7426131 w 475"/>
                <a:gd name="T39" fmla="*/ 28301860 h 552"/>
                <a:gd name="T40" fmla="*/ 7426131 w 475"/>
                <a:gd name="T41" fmla="*/ 21840403 h 552"/>
                <a:gd name="T42" fmla="*/ 13809846 w 475"/>
                <a:gd name="T43" fmla="*/ 21840403 h 552"/>
                <a:gd name="T44" fmla="*/ 21235977 w 475"/>
                <a:gd name="T45" fmla="*/ 14603167 h 552"/>
                <a:gd name="T46" fmla="*/ 13809846 w 475"/>
                <a:gd name="T47" fmla="*/ 7236876 h 552"/>
                <a:gd name="T48" fmla="*/ 7426131 w 475"/>
                <a:gd name="T49" fmla="*/ 7236876 h 552"/>
                <a:gd name="T50" fmla="*/ 7426131 w 475"/>
                <a:gd name="T51" fmla="*/ 3618618 h 552"/>
                <a:gd name="T52" fmla="*/ 11074226 w 475"/>
                <a:gd name="T53" fmla="*/ 0 h 552"/>
                <a:gd name="T54" fmla="*/ 50680259 w 475"/>
                <a:gd name="T55" fmla="*/ 0 h 552"/>
                <a:gd name="T56" fmla="*/ 50680259 w 475"/>
                <a:gd name="T57" fmla="*/ 71207247 h 552"/>
                <a:gd name="T58" fmla="*/ 11074226 w 475"/>
                <a:gd name="T59" fmla="*/ 71207247 h 552"/>
                <a:gd name="T60" fmla="*/ 7426131 w 475"/>
                <a:gd name="T61" fmla="*/ 67588630 h 552"/>
                <a:gd name="T62" fmla="*/ 17588243 w 475"/>
                <a:gd name="T63" fmla="*/ 14603167 h 552"/>
                <a:gd name="T64" fmla="*/ 17588243 w 475"/>
                <a:gd name="T65" fmla="*/ 14603167 h 552"/>
                <a:gd name="T66" fmla="*/ 13809846 w 475"/>
                <a:gd name="T67" fmla="*/ 18221785 h 552"/>
                <a:gd name="T68" fmla="*/ 3778036 w 475"/>
                <a:gd name="T69" fmla="*/ 18221785 h 552"/>
                <a:gd name="T70" fmla="*/ 0 w 475"/>
                <a:gd name="T71" fmla="*/ 14603167 h 552"/>
                <a:gd name="T72" fmla="*/ 3778036 w 475"/>
                <a:gd name="T73" fmla="*/ 10984909 h 552"/>
                <a:gd name="T74" fmla="*/ 13809846 w 475"/>
                <a:gd name="T75" fmla="*/ 10984909 h 552"/>
                <a:gd name="T76" fmla="*/ 17588243 w 475"/>
                <a:gd name="T77" fmla="*/ 14603167 h 552"/>
                <a:gd name="T78" fmla="*/ 3778036 w 475"/>
                <a:gd name="T79" fmla="*/ 31920478 h 552"/>
                <a:gd name="T80" fmla="*/ 3778036 w 475"/>
                <a:gd name="T81" fmla="*/ 31920478 h 552"/>
                <a:gd name="T82" fmla="*/ 13809846 w 475"/>
                <a:gd name="T83" fmla="*/ 31920478 h 552"/>
                <a:gd name="T84" fmla="*/ 17588243 w 475"/>
                <a:gd name="T85" fmla="*/ 35539095 h 552"/>
                <a:gd name="T86" fmla="*/ 13809846 w 475"/>
                <a:gd name="T87" fmla="*/ 39286770 h 552"/>
                <a:gd name="T88" fmla="*/ 3778036 w 475"/>
                <a:gd name="T89" fmla="*/ 39286770 h 552"/>
                <a:gd name="T90" fmla="*/ 0 w 475"/>
                <a:gd name="T91" fmla="*/ 35539095 h 552"/>
                <a:gd name="T92" fmla="*/ 3778036 w 475"/>
                <a:gd name="T93" fmla="*/ 31920478 h 552"/>
                <a:gd name="T94" fmla="*/ 3778036 w 475"/>
                <a:gd name="T95" fmla="*/ 52985462 h 552"/>
                <a:gd name="T96" fmla="*/ 3778036 w 475"/>
                <a:gd name="T97" fmla="*/ 52985462 h 552"/>
                <a:gd name="T98" fmla="*/ 13809846 w 475"/>
                <a:gd name="T99" fmla="*/ 52985462 h 552"/>
                <a:gd name="T100" fmla="*/ 17588243 w 475"/>
                <a:gd name="T101" fmla="*/ 56603721 h 552"/>
                <a:gd name="T102" fmla="*/ 13809846 w 475"/>
                <a:gd name="T103" fmla="*/ 60222338 h 552"/>
                <a:gd name="T104" fmla="*/ 3778036 w 475"/>
                <a:gd name="T105" fmla="*/ 60222338 h 552"/>
                <a:gd name="T106" fmla="*/ 0 w 475"/>
                <a:gd name="T107" fmla="*/ 56603721 h 552"/>
                <a:gd name="T108" fmla="*/ 3778036 w 475"/>
                <a:gd name="T109" fmla="*/ 52985462 h 552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475" h="552">
                  <a:moveTo>
                    <a:pt x="446" y="551"/>
                  </a:moveTo>
                  <a:lnTo>
                    <a:pt x="446" y="551"/>
                  </a:lnTo>
                  <a:cubicBezTo>
                    <a:pt x="417" y="551"/>
                    <a:pt x="417" y="551"/>
                    <a:pt x="417" y="551"/>
                  </a:cubicBezTo>
                  <a:cubicBezTo>
                    <a:pt x="417" y="0"/>
                    <a:pt x="417" y="0"/>
                    <a:pt x="417" y="0"/>
                  </a:cubicBezTo>
                  <a:cubicBezTo>
                    <a:pt x="446" y="0"/>
                    <a:pt x="446" y="0"/>
                    <a:pt x="446" y="0"/>
                  </a:cubicBezTo>
                  <a:cubicBezTo>
                    <a:pt x="460" y="0"/>
                    <a:pt x="474" y="14"/>
                    <a:pt x="474" y="28"/>
                  </a:cubicBezTo>
                  <a:cubicBezTo>
                    <a:pt x="474" y="523"/>
                    <a:pt x="474" y="523"/>
                    <a:pt x="474" y="523"/>
                  </a:cubicBezTo>
                  <a:cubicBezTo>
                    <a:pt x="474" y="537"/>
                    <a:pt x="460" y="551"/>
                    <a:pt x="446" y="551"/>
                  </a:cubicBezTo>
                  <a:close/>
                  <a:moveTo>
                    <a:pt x="57" y="523"/>
                  </a:moveTo>
                  <a:lnTo>
                    <a:pt x="57" y="523"/>
                  </a:lnTo>
                  <a:cubicBezTo>
                    <a:pt x="57" y="495"/>
                    <a:pt x="57" y="495"/>
                    <a:pt x="57" y="495"/>
                  </a:cubicBezTo>
                  <a:cubicBezTo>
                    <a:pt x="106" y="495"/>
                    <a:pt x="106" y="495"/>
                    <a:pt x="106" y="495"/>
                  </a:cubicBezTo>
                  <a:cubicBezTo>
                    <a:pt x="135" y="495"/>
                    <a:pt x="163" y="466"/>
                    <a:pt x="163" y="438"/>
                  </a:cubicBezTo>
                  <a:cubicBezTo>
                    <a:pt x="163" y="403"/>
                    <a:pt x="135" y="381"/>
                    <a:pt x="106" y="381"/>
                  </a:cubicBezTo>
                  <a:cubicBezTo>
                    <a:pt x="57" y="381"/>
                    <a:pt x="57" y="381"/>
                    <a:pt x="57" y="381"/>
                  </a:cubicBezTo>
                  <a:cubicBezTo>
                    <a:pt x="57" y="332"/>
                    <a:pt x="57" y="332"/>
                    <a:pt x="57" y="332"/>
                  </a:cubicBezTo>
                  <a:cubicBezTo>
                    <a:pt x="106" y="332"/>
                    <a:pt x="106" y="332"/>
                    <a:pt x="106" y="332"/>
                  </a:cubicBezTo>
                  <a:cubicBezTo>
                    <a:pt x="135" y="332"/>
                    <a:pt x="163" y="304"/>
                    <a:pt x="163" y="275"/>
                  </a:cubicBezTo>
                  <a:cubicBezTo>
                    <a:pt x="163" y="247"/>
                    <a:pt x="135" y="219"/>
                    <a:pt x="106" y="219"/>
                  </a:cubicBezTo>
                  <a:cubicBezTo>
                    <a:pt x="57" y="219"/>
                    <a:pt x="57" y="219"/>
                    <a:pt x="57" y="219"/>
                  </a:cubicBezTo>
                  <a:cubicBezTo>
                    <a:pt x="57" y="169"/>
                    <a:pt x="57" y="169"/>
                    <a:pt x="57" y="169"/>
                  </a:cubicBezTo>
                  <a:cubicBezTo>
                    <a:pt x="106" y="169"/>
                    <a:pt x="106" y="169"/>
                    <a:pt x="106" y="169"/>
                  </a:cubicBezTo>
                  <a:cubicBezTo>
                    <a:pt x="135" y="169"/>
                    <a:pt x="163" y="148"/>
                    <a:pt x="163" y="113"/>
                  </a:cubicBezTo>
                  <a:cubicBezTo>
                    <a:pt x="163" y="85"/>
                    <a:pt x="135" y="56"/>
                    <a:pt x="106" y="56"/>
                  </a:cubicBezTo>
                  <a:cubicBezTo>
                    <a:pt x="57" y="56"/>
                    <a:pt x="57" y="56"/>
                    <a:pt x="57" y="56"/>
                  </a:cubicBezTo>
                  <a:cubicBezTo>
                    <a:pt x="57" y="28"/>
                    <a:pt x="57" y="28"/>
                    <a:pt x="57" y="28"/>
                  </a:cubicBezTo>
                  <a:cubicBezTo>
                    <a:pt x="57" y="14"/>
                    <a:pt x="71" y="0"/>
                    <a:pt x="85" y="0"/>
                  </a:cubicBezTo>
                  <a:cubicBezTo>
                    <a:pt x="389" y="0"/>
                    <a:pt x="389" y="0"/>
                    <a:pt x="389" y="0"/>
                  </a:cubicBezTo>
                  <a:cubicBezTo>
                    <a:pt x="389" y="551"/>
                    <a:pt x="389" y="551"/>
                    <a:pt x="389" y="551"/>
                  </a:cubicBezTo>
                  <a:cubicBezTo>
                    <a:pt x="85" y="551"/>
                    <a:pt x="85" y="551"/>
                    <a:pt x="85" y="551"/>
                  </a:cubicBezTo>
                  <a:cubicBezTo>
                    <a:pt x="71" y="551"/>
                    <a:pt x="57" y="537"/>
                    <a:pt x="57" y="52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35" y="134"/>
                    <a:pt x="120" y="141"/>
                    <a:pt x="106" y="141"/>
                  </a:cubicBezTo>
                  <a:cubicBezTo>
                    <a:pt x="29" y="141"/>
                    <a:pt x="29" y="141"/>
                    <a:pt x="29" y="141"/>
                  </a:cubicBezTo>
                  <a:cubicBezTo>
                    <a:pt x="15" y="141"/>
                    <a:pt x="0" y="134"/>
                    <a:pt x="0" y="113"/>
                  </a:cubicBezTo>
                  <a:cubicBezTo>
                    <a:pt x="0" y="99"/>
                    <a:pt x="15" y="85"/>
                    <a:pt x="29" y="85"/>
                  </a:cubicBezTo>
                  <a:cubicBezTo>
                    <a:pt x="106" y="85"/>
                    <a:pt x="106" y="85"/>
                    <a:pt x="106" y="85"/>
                  </a:cubicBezTo>
                  <a:cubicBezTo>
                    <a:pt x="120" y="85"/>
                    <a:pt x="135" y="99"/>
                    <a:pt x="135" y="113"/>
                  </a:cubicBezTo>
                  <a:close/>
                  <a:moveTo>
                    <a:pt x="29" y="247"/>
                  </a:moveTo>
                  <a:lnTo>
                    <a:pt x="29" y="247"/>
                  </a:lnTo>
                  <a:cubicBezTo>
                    <a:pt x="106" y="247"/>
                    <a:pt x="106" y="247"/>
                    <a:pt x="106" y="247"/>
                  </a:cubicBezTo>
                  <a:cubicBezTo>
                    <a:pt x="120" y="247"/>
                    <a:pt x="135" y="261"/>
                    <a:pt x="135" y="275"/>
                  </a:cubicBezTo>
                  <a:cubicBezTo>
                    <a:pt x="135" y="290"/>
                    <a:pt x="120" y="304"/>
                    <a:pt x="106" y="304"/>
                  </a:cubicBezTo>
                  <a:cubicBezTo>
                    <a:pt x="29" y="304"/>
                    <a:pt x="29" y="304"/>
                    <a:pt x="29" y="304"/>
                  </a:cubicBezTo>
                  <a:cubicBezTo>
                    <a:pt x="15" y="304"/>
                    <a:pt x="0" y="290"/>
                    <a:pt x="0" y="275"/>
                  </a:cubicBezTo>
                  <a:cubicBezTo>
                    <a:pt x="0" y="261"/>
                    <a:pt x="15" y="247"/>
                    <a:pt x="29" y="247"/>
                  </a:cubicBezTo>
                  <a:close/>
                  <a:moveTo>
                    <a:pt x="29" y="410"/>
                  </a:moveTo>
                  <a:lnTo>
                    <a:pt x="29" y="410"/>
                  </a:lnTo>
                  <a:cubicBezTo>
                    <a:pt x="106" y="410"/>
                    <a:pt x="106" y="410"/>
                    <a:pt x="106" y="410"/>
                  </a:cubicBezTo>
                  <a:cubicBezTo>
                    <a:pt x="120" y="410"/>
                    <a:pt x="135" y="417"/>
                    <a:pt x="135" y="438"/>
                  </a:cubicBezTo>
                  <a:cubicBezTo>
                    <a:pt x="135" y="452"/>
                    <a:pt x="120" y="466"/>
                    <a:pt x="106" y="466"/>
                  </a:cubicBezTo>
                  <a:cubicBezTo>
                    <a:pt x="29" y="466"/>
                    <a:pt x="29" y="466"/>
                    <a:pt x="29" y="466"/>
                  </a:cubicBezTo>
                  <a:cubicBezTo>
                    <a:pt x="15" y="466"/>
                    <a:pt x="0" y="452"/>
                    <a:pt x="0" y="438"/>
                  </a:cubicBezTo>
                  <a:cubicBezTo>
                    <a:pt x="0" y="417"/>
                    <a:pt x="15" y="410"/>
                    <a:pt x="29" y="41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8" name="组合 17"/>
          <p:cNvGrpSpPr/>
          <p:nvPr userDrawn="1"/>
        </p:nvGrpSpPr>
        <p:grpSpPr>
          <a:xfrm>
            <a:off x="7151187" y="654595"/>
            <a:ext cx="577036" cy="577246"/>
            <a:chOff x="3491880" y="1274820"/>
            <a:chExt cx="432833" cy="432834"/>
          </a:xfrm>
        </p:grpSpPr>
        <p:sp>
          <p:nvSpPr>
            <p:cNvPr id="19" name="椭圆 16"/>
            <p:cNvSpPr>
              <a:spLocks noChangeArrowheads="1"/>
            </p:cNvSpPr>
            <p:nvPr/>
          </p:nvSpPr>
          <p:spPr bwMode="auto">
            <a:xfrm>
              <a:off x="3491880" y="1274820"/>
              <a:ext cx="432833" cy="432834"/>
            </a:xfrm>
            <a:prstGeom prst="ellipse">
              <a:avLst/>
            </a:prstGeom>
            <a:solidFill>
              <a:srgbClr val="1369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0" name="Freeform 75"/>
            <p:cNvSpPr>
              <a:spLocks noChangeArrowheads="1"/>
            </p:cNvSpPr>
            <p:nvPr/>
          </p:nvSpPr>
          <p:spPr bwMode="auto">
            <a:xfrm>
              <a:off x="3583864" y="1385879"/>
              <a:ext cx="248863" cy="210716"/>
            </a:xfrm>
            <a:custGeom>
              <a:avLst/>
              <a:gdLst>
                <a:gd name="T0" fmla="*/ 74657633 w 602"/>
                <a:gd name="T1" fmla="*/ 66362244 h 510"/>
                <a:gd name="T2" fmla="*/ 74657633 w 602"/>
                <a:gd name="T3" fmla="*/ 66362244 h 510"/>
                <a:gd name="T4" fmla="*/ 3654665 w 602"/>
                <a:gd name="T5" fmla="*/ 66362244 h 510"/>
                <a:gd name="T6" fmla="*/ 0 w 602"/>
                <a:gd name="T7" fmla="*/ 62711741 h 510"/>
                <a:gd name="T8" fmla="*/ 0 w 602"/>
                <a:gd name="T9" fmla="*/ 3650503 h 510"/>
                <a:gd name="T10" fmla="*/ 3654665 w 602"/>
                <a:gd name="T11" fmla="*/ 0 h 510"/>
                <a:gd name="T12" fmla="*/ 7308970 w 602"/>
                <a:gd name="T13" fmla="*/ 3650503 h 510"/>
                <a:gd name="T14" fmla="*/ 7308970 w 602"/>
                <a:gd name="T15" fmla="*/ 50717076 h 510"/>
                <a:gd name="T16" fmla="*/ 7308970 w 602"/>
                <a:gd name="T17" fmla="*/ 50717076 h 510"/>
                <a:gd name="T18" fmla="*/ 7308970 w 602"/>
                <a:gd name="T19" fmla="*/ 58930528 h 510"/>
                <a:gd name="T20" fmla="*/ 74657633 w 602"/>
                <a:gd name="T21" fmla="*/ 58930528 h 510"/>
                <a:gd name="T22" fmla="*/ 78442719 w 602"/>
                <a:gd name="T23" fmla="*/ 62711741 h 510"/>
                <a:gd name="T24" fmla="*/ 74657633 w 602"/>
                <a:gd name="T25" fmla="*/ 66362244 h 510"/>
                <a:gd name="T26" fmla="*/ 66434636 w 602"/>
                <a:gd name="T27" fmla="*/ 55280025 h 510"/>
                <a:gd name="T28" fmla="*/ 66434636 w 602"/>
                <a:gd name="T29" fmla="*/ 55280025 h 510"/>
                <a:gd name="T30" fmla="*/ 58995246 w 602"/>
                <a:gd name="T31" fmla="*/ 55280025 h 510"/>
                <a:gd name="T32" fmla="*/ 55340580 w 602"/>
                <a:gd name="T33" fmla="*/ 51629522 h 510"/>
                <a:gd name="T34" fmla="*/ 55340580 w 602"/>
                <a:gd name="T35" fmla="*/ 25814941 h 510"/>
                <a:gd name="T36" fmla="*/ 58995246 w 602"/>
                <a:gd name="T37" fmla="*/ 22164077 h 510"/>
                <a:gd name="T38" fmla="*/ 66434636 w 602"/>
                <a:gd name="T39" fmla="*/ 22164077 h 510"/>
                <a:gd name="T40" fmla="*/ 70089301 w 602"/>
                <a:gd name="T41" fmla="*/ 25814941 h 510"/>
                <a:gd name="T42" fmla="*/ 70089301 w 602"/>
                <a:gd name="T43" fmla="*/ 51629522 h 510"/>
                <a:gd name="T44" fmla="*/ 66434636 w 602"/>
                <a:gd name="T45" fmla="*/ 55280025 h 510"/>
                <a:gd name="T46" fmla="*/ 45159830 w 602"/>
                <a:gd name="T47" fmla="*/ 55280025 h 510"/>
                <a:gd name="T48" fmla="*/ 45159830 w 602"/>
                <a:gd name="T49" fmla="*/ 55280025 h 510"/>
                <a:gd name="T50" fmla="*/ 37850860 w 602"/>
                <a:gd name="T51" fmla="*/ 55280025 h 510"/>
                <a:gd name="T52" fmla="*/ 34065774 w 602"/>
                <a:gd name="T53" fmla="*/ 51629522 h 510"/>
                <a:gd name="T54" fmla="*/ 34065774 w 602"/>
                <a:gd name="T55" fmla="*/ 11082219 h 510"/>
                <a:gd name="T56" fmla="*/ 37850860 w 602"/>
                <a:gd name="T57" fmla="*/ 7431355 h 510"/>
                <a:gd name="T58" fmla="*/ 45159830 w 602"/>
                <a:gd name="T59" fmla="*/ 7431355 h 510"/>
                <a:gd name="T60" fmla="*/ 48814495 w 602"/>
                <a:gd name="T61" fmla="*/ 11082219 h 510"/>
                <a:gd name="T62" fmla="*/ 48814495 w 602"/>
                <a:gd name="T63" fmla="*/ 51629522 h 510"/>
                <a:gd name="T64" fmla="*/ 45159830 w 602"/>
                <a:gd name="T65" fmla="*/ 55280025 h 510"/>
                <a:gd name="T66" fmla="*/ 24929472 w 602"/>
                <a:gd name="T67" fmla="*/ 55280025 h 510"/>
                <a:gd name="T68" fmla="*/ 24929472 w 602"/>
                <a:gd name="T69" fmla="*/ 55280025 h 510"/>
                <a:gd name="T70" fmla="*/ 17489720 w 602"/>
                <a:gd name="T71" fmla="*/ 55280025 h 510"/>
                <a:gd name="T72" fmla="*/ 13835055 w 602"/>
                <a:gd name="T73" fmla="*/ 51629522 h 510"/>
                <a:gd name="T74" fmla="*/ 13835055 w 602"/>
                <a:gd name="T75" fmla="*/ 44198166 h 510"/>
                <a:gd name="T76" fmla="*/ 17489720 w 602"/>
                <a:gd name="T77" fmla="*/ 40547302 h 510"/>
                <a:gd name="T78" fmla="*/ 24929472 w 602"/>
                <a:gd name="T79" fmla="*/ 40547302 h 510"/>
                <a:gd name="T80" fmla="*/ 28583776 w 602"/>
                <a:gd name="T81" fmla="*/ 44198166 h 510"/>
                <a:gd name="T82" fmla="*/ 28583776 w 602"/>
                <a:gd name="T83" fmla="*/ 51629522 h 510"/>
                <a:gd name="T84" fmla="*/ 24929472 w 602"/>
                <a:gd name="T85" fmla="*/ 55280025 h 510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602" h="510">
                  <a:moveTo>
                    <a:pt x="572" y="509"/>
                  </a:moveTo>
                  <a:lnTo>
                    <a:pt x="572" y="509"/>
                  </a:lnTo>
                  <a:cubicBezTo>
                    <a:pt x="28" y="509"/>
                    <a:pt x="28" y="509"/>
                    <a:pt x="28" y="509"/>
                  </a:cubicBezTo>
                  <a:cubicBezTo>
                    <a:pt x="14" y="509"/>
                    <a:pt x="0" y="502"/>
                    <a:pt x="0" y="481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14"/>
                    <a:pt x="14" y="0"/>
                    <a:pt x="28" y="0"/>
                  </a:cubicBezTo>
                  <a:cubicBezTo>
                    <a:pt x="42" y="0"/>
                    <a:pt x="56" y="14"/>
                    <a:pt x="56" y="28"/>
                  </a:cubicBezTo>
                  <a:cubicBezTo>
                    <a:pt x="56" y="389"/>
                    <a:pt x="56" y="389"/>
                    <a:pt x="56" y="389"/>
                  </a:cubicBezTo>
                  <a:cubicBezTo>
                    <a:pt x="56" y="452"/>
                    <a:pt x="56" y="452"/>
                    <a:pt x="56" y="452"/>
                  </a:cubicBezTo>
                  <a:cubicBezTo>
                    <a:pt x="572" y="452"/>
                    <a:pt x="572" y="452"/>
                    <a:pt x="572" y="452"/>
                  </a:cubicBezTo>
                  <a:cubicBezTo>
                    <a:pt x="594" y="452"/>
                    <a:pt x="601" y="467"/>
                    <a:pt x="601" y="481"/>
                  </a:cubicBezTo>
                  <a:cubicBezTo>
                    <a:pt x="601" y="502"/>
                    <a:pt x="594" y="509"/>
                    <a:pt x="572" y="509"/>
                  </a:cubicBezTo>
                  <a:close/>
                  <a:moveTo>
                    <a:pt x="509" y="424"/>
                  </a:moveTo>
                  <a:lnTo>
                    <a:pt x="509" y="424"/>
                  </a:lnTo>
                  <a:cubicBezTo>
                    <a:pt x="452" y="424"/>
                    <a:pt x="452" y="424"/>
                    <a:pt x="452" y="424"/>
                  </a:cubicBezTo>
                  <a:cubicBezTo>
                    <a:pt x="438" y="424"/>
                    <a:pt x="424" y="417"/>
                    <a:pt x="424" y="396"/>
                  </a:cubicBezTo>
                  <a:cubicBezTo>
                    <a:pt x="424" y="198"/>
                    <a:pt x="424" y="198"/>
                    <a:pt x="424" y="198"/>
                  </a:cubicBezTo>
                  <a:cubicBezTo>
                    <a:pt x="424" y="184"/>
                    <a:pt x="438" y="170"/>
                    <a:pt x="452" y="170"/>
                  </a:cubicBezTo>
                  <a:cubicBezTo>
                    <a:pt x="509" y="170"/>
                    <a:pt x="509" y="170"/>
                    <a:pt x="509" y="170"/>
                  </a:cubicBezTo>
                  <a:cubicBezTo>
                    <a:pt x="523" y="170"/>
                    <a:pt x="537" y="184"/>
                    <a:pt x="537" y="198"/>
                  </a:cubicBezTo>
                  <a:cubicBezTo>
                    <a:pt x="537" y="396"/>
                    <a:pt x="537" y="396"/>
                    <a:pt x="537" y="396"/>
                  </a:cubicBezTo>
                  <a:cubicBezTo>
                    <a:pt x="537" y="417"/>
                    <a:pt x="523" y="424"/>
                    <a:pt x="509" y="424"/>
                  </a:cubicBezTo>
                  <a:close/>
                  <a:moveTo>
                    <a:pt x="346" y="424"/>
                  </a:moveTo>
                  <a:lnTo>
                    <a:pt x="346" y="424"/>
                  </a:lnTo>
                  <a:cubicBezTo>
                    <a:pt x="290" y="424"/>
                    <a:pt x="290" y="424"/>
                    <a:pt x="290" y="424"/>
                  </a:cubicBezTo>
                  <a:cubicBezTo>
                    <a:pt x="276" y="424"/>
                    <a:pt x="261" y="417"/>
                    <a:pt x="261" y="396"/>
                  </a:cubicBezTo>
                  <a:cubicBezTo>
                    <a:pt x="261" y="85"/>
                    <a:pt x="261" y="85"/>
                    <a:pt x="261" y="85"/>
                  </a:cubicBezTo>
                  <a:cubicBezTo>
                    <a:pt x="261" y="71"/>
                    <a:pt x="276" y="57"/>
                    <a:pt x="290" y="57"/>
                  </a:cubicBezTo>
                  <a:cubicBezTo>
                    <a:pt x="346" y="57"/>
                    <a:pt x="346" y="57"/>
                    <a:pt x="346" y="57"/>
                  </a:cubicBezTo>
                  <a:cubicBezTo>
                    <a:pt x="367" y="57"/>
                    <a:pt x="374" y="71"/>
                    <a:pt x="374" y="85"/>
                  </a:cubicBezTo>
                  <a:cubicBezTo>
                    <a:pt x="374" y="396"/>
                    <a:pt x="374" y="396"/>
                    <a:pt x="374" y="396"/>
                  </a:cubicBezTo>
                  <a:cubicBezTo>
                    <a:pt x="374" y="417"/>
                    <a:pt x="367" y="424"/>
                    <a:pt x="346" y="424"/>
                  </a:cubicBezTo>
                  <a:close/>
                  <a:moveTo>
                    <a:pt x="191" y="424"/>
                  </a:moveTo>
                  <a:lnTo>
                    <a:pt x="191" y="424"/>
                  </a:lnTo>
                  <a:cubicBezTo>
                    <a:pt x="134" y="424"/>
                    <a:pt x="134" y="424"/>
                    <a:pt x="134" y="424"/>
                  </a:cubicBezTo>
                  <a:cubicBezTo>
                    <a:pt x="113" y="424"/>
                    <a:pt x="106" y="417"/>
                    <a:pt x="106" y="396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106" y="325"/>
                    <a:pt x="113" y="311"/>
                    <a:pt x="134" y="311"/>
                  </a:cubicBezTo>
                  <a:cubicBezTo>
                    <a:pt x="191" y="311"/>
                    <a:pt x="191" y="311"/>
                    <a:pt x="191" y="311"/>
                  </a:cubicBezTo>
                  <a:cubicBezTo>
                    <a:pt x="205" y="311"/>
                    <a:pt x="219" y="325"/>
                    <a:pt x="219" y="339"/>
                  </a:cubicBezTo>
                  <a:cubicBezTo>
                    <a:pt x="219" y="396"/>
                    <a:pt x="219" y="396"/>
                    <a:pt x="219" y="396"/>
                  </a:cubicBezTo>
                  <a:cubicBezTo>
                    <a:pt x="219" y="417"/>
                    <a:pt x="205" y="424"/>
                    <a:pt x="191" y="42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21" name="组合 20"/>
          <p:cNvGrpSpPr/>
          <p:nvPr userDrawn="1"/>
        </p:nvGrpSpPr>
        <p:grpSpPr>
          <a:xfrm>
            <a:off x="8015170" y="654595"/>
            <a:ext cx="577036" cy="577246"/>
            <a:chOff x="4139952" y="1274820"/>
            <a:chExt cx="432833" cy="432834"/>
          </a:xfrm>
        </p:grpSpPr>
        <p:sp>
          <p:nvSpPr>
            <p:cNvPr id="22" name="椭圆 16"/>
            <p:cNvSpPr>
              <a:spLocks noChangeArrowheads="1"/>
            </p:cNvSpPr>
            <p:nvPr/>
          </p:nvSpPr>
          <p:spPr bwMode="auto">
            <a:xfrm>
              <a:off x="4139952" y="1274820"/>
              <a:ext cx="432833" cy="432834"/>
            </a:xfrm>
            <a:prstGeom prst="ellipse">
              <a:avLst/>
            </a:prstGeom>
            <a:solidFill>
              <a:srgbClr val="3992DB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3" name="Freeform 84"/>
            <p:cNvSpPr>
              <a:spLocks noChangeArrowheads="1"/>
            </p:cNvSpPr>
            <p:nvPr/>
          </p:nvSpPr>
          <p:spPr bwMode="auto">
            <a:xfrm>
              <a:off x="4241546" y="1366806"/>
              <a:ext cx="248863" cy="248863"/>
            </a:xfrm>
            <a:custGeom>
              <a:avLst/>
              <a:gdLst>
                <a:gd name="T0" fmla="*/ 43332858 w 602"/>
                <a:gd name="T1" fmla="*/ 34979440 h 602"/>
                <a:gd name="T2" fmla="*/ 43332858 w 602"/>
                <a:gd name="T3" fmla="*/ 34979440 h 602"/>
                <a:gd name="T4" fmla="*/ 43332858 w 602"/>
                <a:gd name="T5" fmla="*/ 0 h 602"/>
                <a:gd name="T6" fmla="*/ 78442719 w 602"/>
                <a:gd name="T7" fmla="*/ 34979440 h 602"/>
                <a:gd name="T8" fmla="*/ 43332858 w 602"/>
                <a:gd name="T9" fmla="*/ 34979440 h 602"/>
                <a:gd name="T10" fmla="*/ 36023527 w 602"/>
                <a:gd name="T11" fmla="*/ 78442719 h 602"/>
                <a:gd name="T12" fmla="*/ 36023527 w 602"/>
                <a:gd name="T13" fmla="*/ 78442719 h 602"/>
                <a:gd name="T14" fmla="*/ 0 w 602"/>
                <a:gd name="T15" fmla="*/ 42419192 h 602"/>
                <a:gd name="T16" fmla="*/ 36023527 w 602"/>
                <a:gd name="T17" fmla="*/ 7308970 h 602"/>
                <a:gd name="T18" fmla="*/ 36023527 w 602"/>
                <a:gd name="T19" fmla="*/ 42419192 h 602"/>
                <a:gd name="T20" fmla="*/ 71002968 w 602"/>
                <a:gd name="T21" fmla="*/ 42419192 h 602"/>
                <a:gd name="T22" fmla="*/ 36023527 w 602"/>
                <a:gd name="T23" fmla="*/ 78442719 h 60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602" h="602">
                  <a:moveTo>
                    <a:pt x="332" y="268"/>
                  </a:moveTo>
                  <a:lnTo>
                    <a:pt x="332" y="268"/>
                  </a:lnTo>
                  <a:cubicBezTo>
                    <a:pt x="332" y="0"/>
                    <a:pt x="332" y="0"/>
                    <a:pt x="332" y="0"/>
                  </a:cubicBezTo>
                  <a:cubicBezTo>
                    <a:pt x="481" y="0"/>
                    <a:pt x="601" y="120"/>
                    <a:pt x="601" y="268"/>
                  </a:cubicBezTo>
                  <a:lnTo>
                    <a:pt x="332" y="268"/>
                  </a:lnTo>
                  <a:close/>
                  <a:moveTo>
                    <a:pt x="276" y="601"/>
                  </a:moveTo>
                  <a:lnTo>
                    <a:pt x="276" y="601"/>
                  </a:lnTo>
                  <a:cubicBezTo>
                    <a:pt x="120" y="601"/>
                    <a:pt x="0" y="480"/>
                    <a:pt x="0" y="325"/>
                  </a:cubicBezTo>
                  <a:cubicBezTo>
                    <a:pt x="0" y="176"/>
                    <a:pt x="120" y="56"/>
                    <a:pt x="276" y="56"/>
                  </a:cubicBezTo>
                  <a:cubicBezTo>
                    <a:pt x="276" y="325"/>
                    <a:pt x="276" y="325"/>
                    <a:pt x="276" y="325"/>
                  </a:cubicBezTo>
                  <a:cubicBezTo>
                    <a:pt x="544" y="325"/>
                    <a:pt x="544" y="325"/>
                    <a:pt x="544" y="325"/>
                  </a:cubicBezTo>
                  <a:cubicBezTo>
                    <a:pt x="544" y="480"/>
                    <a:pt x="424" y="601"/>
                    <a:pt x="276" y="60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2998" y="3789834"/>
            <a:ext cx="3952633" cy="616956"/>
          </a:xfrm>
          <a:prstGeom prst="rect">
            <a:avLst/>
          </a:prstGeom>
        </p:spPr>
      </p:pic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2025/3/31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40" name="等腰三角形 39"/>
          <p:cNvSpPr/>
          <p:nvPr userDrawn="1"/>
        </p:nvSpPr>
        <p:spPr>
          <a:xfrm>
            <a:off x="7741543" y="3609725"/>
            <a:ext cx="6887119" cy="3248275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等腰三角形 6"/>
          <p:cNvSpPr/>
          <p:nvPr userDrawn="1"/>
        </p:nvSpPr>
        <p:spPr>
          <a:xfrm flipH="1" flipV="1">
            <a:off x="-766394" y="-28491"/>
            <a:ext cx="3825848" cy="1804442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等腰三角形 7"/>
          <p:cNvSpPr/>
          <p:nvPr userDrawn="1"/>
        </p:nvSpPr>
        <p:spPr>
          <a:xfrm flipH="1" flipV="1">
            <a:off x="1414174" y="635"/>
            <a:ext cx="3825848" cy="1804442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等腰三角形 8"/>
          <p:cNvSpPr/>
          <p:nvPr userDrawn="1"/>
        </p:nvSpPr>
        <p:spPr>
          <a:xfrm>
            <a:off x="6086073" y="4299128"/>
            <a:ext cx="5426766" cy="2559507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1" name="组合 40"/>
          <p:cNvGrpSpPr/>
          <p:nvPr userDrawn="1"/>
        </p:nvGrpSpPr>
        <p:grpSpPr>
          <a:xfrm>
            <a:off x="2308773" y="3437345"/>
            <a:ext cx="7551038" cy="105497"/>
            <a:chOff x="2101845" y="3387257"/>
            <a:chExt cx="7551038" cy="105497"/>
          </a:xfrm>
        </p:grpSpPr>
        <p:cxnSp>
          <p:nvCxnSpPr>
            <p:cNvPr id="42" name="直接连接符 41"/>
            <p:cNvCxnSpPr/>
            <p:nvPr/>
          </p:nvCxnSpPr>
          <p:spPr>
            <a:xfrm>
              <a:off x="2369489" y="3440005"/>
              <a:ext cx="7283394" cy="0"/>
            </a:xfrm>
            <a:prstGeom prst="line">
              <a:avLst/>
            </a:prstGeom>
            <a:ln w="285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椭圆 44"/>
            <p:cNvSpPr/>
            <p:nvPr/>
          </p:nvSpPr>
          <p:spPr>
            <a:xfrm>
              <a:off x="2101845" y="3387257"/>
              <a:ext cx="105497" cy="105497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" name="椭圆 9"/>
          <p:cNvSpPr/>
          <p:nvPr userDrawn="1"/>
        </p:nvSpPr>
        <p:spPr>
          <a:xfrm>
            <a:off x="10011958" y="3437345"/>
            <a:ext cx="105497" cy="105497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图片 10" descr="寄语(1)"/>
          <p:cNvPicPr>
            <a:picLocks noChangeAspect="1"/>
          </p:cNvPicPr>
          <p:nvPr userDrawn="1"/>
        </p:nvPicPr>
        <p:blipFill>
          <a:blip r:embed="rId3"/>
          <a:srcRect l="114" t="60287" r="-114" b="572"/>
          <a:stretch>
            <a:fillRect/>
          </a:stretch>
        </p:blipFill>
        <p:spPr>
          <a:xfrm>
            <a:off x="2480310" y="2508250"/>
            <a:ext cx="7532370" cy="165798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8049" y="274702"/>
            <a:ext cx="2742843" cy="585288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521" y="274702"/>
            <a:ext cx="8025355" cy="585288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2025/3/31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组合 41"/>
          <p:cNvGrpSpPr/>
          <p:nvPr userDrawn="1"/>
        </p:nvGrpSpPr>
        <p:grpSpPr>
          <a:xfrm>
            <a:off x="0" y="2202951"/>
            <a:ext cx="12190413" cy="2420263"/>
            <a:chOff x="170694" y="177982"/>
            <a:chExt cx="3936004" cy="781165"/>
          </a:xfrm>
        </p:grpSpPr>
        <p:sp>
          <p:nvSpPr>
            <p:cNvPr id="44" name="等腰三角形 43"/>
            <p:cNvSpPr/>
            <p:nvPr/>
          </p:nvSpPr>
          <p:spPr>
            <a:xfrm>
              <a:off x="1233863" y="177982"/>
              <a:ext cx="355284" cy="356514"/>
            </a:xfrm>
            <a:prstGeom prst="triangle">
              <a:avLst/>
            </a:pr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5" name="等腰三角形 44"/>
            <p:cNvSpPr/>
            <p:nvPr/>
          </p:nvSpPr>
          <p:spPr>
            <a:xfrm flipV="1">
              <a:off x="200258" y="602633"/>
              <a:ext cx="355284" cy="356514"/>
            </a:xfrm>
            <a:prstGeom prst="triangle">
              <a:avLst/>
            </a:pr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6" name="矩形 45"/>
            <p:cNvSpPr/>
            <p:nvPr/>
          </p:nvSpPr>
          <p:spPr>
            <a:xfrm>
              <a:off x="170694" y="261768"/>
              <a:ext cx="3936004" cy="61198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7" name="平行四边形 46"/>
            <p:cNvSpPr/>
            <p:nvPr/>
          </p:nvSpPr>
          <p:spPr>
            <a:xfrm>
              <a:off x="376965" y="178257"/>
              <a:ext cx="1036076" cy="779005"/>
            </a:xfrm>
            <a:prstGeom prst="parallelogram">
              <a:avLst>
                <a:gd name="adj" fmla="val 48207"/>
              </a:avLst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8" name="文本框 6"/>
            <p:cNvSpPr txBox="1"/>
            <p:nvPr/>
          </p:nvSpPr>
          <p:spPr>
            <a:xfrm>
              <a:off x="619911" y="284178"/>
              <a:ext cx="650908" cy="553578"/>
            </a:xfrm>
            <a:prstGeom prst="rect">
              <a:avLst/>
            </a:prstGeom>
            <a:noFill/>
          </p:spPr>
          <p:txBody>
            <a:bodyPr wrap="square" lIns="68580" tIns="34290" rIns="68580" bIns="34290" rtlCol="0">
              <a:spAutoFit/>
            </a:bodyPr>
            <a:lstStyle/>
            <a:p>
              <a:endParaRPr lang="zh-CN" altLang="en-US" sz="10700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7" name="组合 6"/>
          <p:cNvGrpSpPr/>
          <p:nvPr userDrawn="1"/>
        </p:nvGrpSpPr>
        <p:grpSpPr>
          <a:xfrm>
            <a:off x="7919172" y="1700153"/>
            <a:ext cx="575989" cy="577246"/>
            <a:chOff x="6084168" y="1274820"/>
            <a:chExt cx="432048" cy="432834"/>
          </a:xfrm>
        </p:grpSpPr>
        <p:sp>
          <p:nvSpPr>
            <p:cNvPr id="14" name="椭圆 22"/>
            <p:cNvSpPr>
              <a:spLocks noChangeArrowheads="1"/>
            </p:cNvSpPr>
            <p:nvPr/>
          </p:nvSpPr>
          <p:spPr bwMode="auto">
            <a:xfrm>
              <a:off x="6084168" y="1274820"/>
              <a:ext cx="432048" cy="432834"/>
            </a:xfrm>
            <a:prstGeom prst="ellipse">
              <a:avLst/>
            </a:prstGeom>
            <a:solidFill>
              <a:srgbClr val="1369B2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9" name="Freeform 59"/>
            <p:cNvSpPr>
              <a:spLocks noChangeArrowheads="1"/>
            </p:cNvSpPr>
            <p:nvPr/>
          </p:nvSpPr>
          <p:spPr bwMode="auto">
            <a:xfrm>
              <a:off x="6180302" y="1365898"/>
              <a:ext cx="239780" cy="250679"/>
            </a:xfrm>
            <a:custGeom>
              <a:avLst/>
              <a:gdLst>
                <a:gd name="T0" fmla="*/ 73627430 w 581"/>
                <a:gd name="T1" fmla="*/ 67678707 h 609"/>
                <a:gd name="T2" fmla="*/ 61659637 w 581"/>
                <a:gd name="T3" fmla="*/ 78678142 h 609"/>
                <a:gd name="T4" fmla="*/ 54244957 w 581"/>
                <a:gd name="T5" fmla="*/ 72208055 h 609"/>
                <a:gd name="T6" fmla="*/ 57106883 w 581"/>
                <a:gd name="T7" fmla="*/ 65867111 h 609"/>
                <a:gd name="T8" fmla="*/ 61659637 w 581"/>
                <a:gd name="T9" fmla="*/ 69490662 h 609"/>
                <a:gd name="T10" fmla="*/ 71806401 w 581"/>
                <a:gd name="T11" fmla="*/ 61338122 h 609"/>
                <a:gd name="T12" fmla="*/ 73627430 w 581"/>
                <a:gd name="T13" fmla="*/ 67678707 h 609"/>
                <a:gd name="T14" fmla="*/ 61659637 w 581"/>
                <a:gd name="T15" fmla="*/ 64055516 h 609"/>
                <a:gd name="T16" fmla="*/ 49691843 w 581"/>
                <a:gd name="T17" fmla="*/ 69490662 h 609"/>
                <a:gd name="T18" fmla="*/ 51513233 w 581"/>
                <a:gd name="T19" fmla="*/ 75054951 h 609"/>
                <a:gd name="T20" fmla="*/ 3772261 w 581"/>
                <a:gd name="T21" fmla="*/ 78678142 h 609"/>
                <a:gd name="T22" fmla="*/ 0 w 581"/>
                <a:gd name="T23" fmla="*/ 10999436 h 609"/>
                <a:gd name="T24" fmla="*/ 10146404 w 581"/>
                <a:gd name="T25" fmla="*/ 7246742 h 609"/>
                <a:gd name="T26" fmla="*/ 17561444 w 581"/>
                <a:gd name="T27" fmla="*/ 18246178 h 609"/>
                <a:gd name="T28" fmla="*/ 24845922 w 581"/>
                <a:gd name="T29" fmla="*/ 7246742 h 609"/>
                <a:gd name="T30" fmla="*/ 28488341 w 581"/>
                <a:gd name="T31" fmla="*/ 10999436 h 609"/>
                <a:gd name="T32" fmla="*/ 43318061 w 581"/>
                <a:gd name="T33" fmla="*/ 10999436 h 609"/>
                <a:gd name="T34" fmla="*/ 46960119 w 581"/>
                <a:gd name="T35" fmla="*/ 7246742 h 609"/>
                <a:gd name="T36" fmla="*/ 54244957 w 581"/>
                <a:gd name="T37" fmla="*/ 18246178 h 609"/>
                <a:gd name="T38" fmla="*/ 61659637 w 581"/>
                <a:gd name="T39" fmla="*/ 7246742 h 609"/>
                <a:gd name="T40" fmla="*/ 71806401 w 581"/>
                <a:gd name="T41" fmla="*/ 10999436 h 609"/>
                <a:gd name="T42" fmla="*/ 66212751 w 581"/>
                <a:gd name="T43" fmla="*/ 59526167 h 609"/>
                <a:gd name="T44" fmla="*/ 10146404 w 581"/>
                <a:gd name="T45" fmla="*/ 63149718 h 609"/>
                <a:gd name="T46" fmla="*/ 12878128 w 581"/>
                <a:gd name="T47" fmla="*/ 65867111 h 609"/>
                <a:gd name="T48" fmla="*/ 39545439 w 581"/>
                <a:gd name="T49" fmla="*/ 63149718 h 609"/>
                <a:gd name="T50" fmla="*/ 39545439 w 581"/>
                <a:gd name="T51" fmla="*/ 63149718 h 609"/>
                <a:gd name="T52" fmla="*/ 39545439 w 581"/>
                <a:gd name="T53" fmla="*/ 63149718 h 609"/>
                <a:gd name="T54" fmla="*/ 12878128 w 581"/>
                <a:gd name="T55" fmla="*/ 60431965 h 609"/>
                <a:gd name="T56" fmla="*/ 58017218 w 581"/>
                <a:gd name="T57" fmla="*/ 28339815 h 609"/>
                <a:gd name="T58" fmla="*/ 13788823 w 581"/>
                <a:gd name="T59" fmla="*/ 28339815 h 609"/>
                <a:gd name="T60" fmla="*/ 13788823 w 581"/>
                <a:gd name="T61" fmla="*/ 35715700 h 609"/>
                <a:gd name="T62" fmla="*/ 61659637 w 581"/>
                <a:gd name="T63" fmla="*/ 31963007 h 609"/>
                <a:gd name="T64" fmla="*/ 58017218 w 581"/>
                <a:gd name="T65" fmla="*/ 43868240 h 609"/>
                <a:gd name="T66" fmla="*/ 35903020 w 581"/>
                <a:gd name="T67" fmla="*/ 43868240 h 609"/>
                <a:gd name="T68" fmla="*/ 13788823 w 581"/>
                <a:gd name="T69" fmla="*/ 43868240 h 609"/>
                <a:gd name="T70" fmla="*/ 13788823 w 581"/>
                <a:gd name="T71" fmla="*/ 51244484 h 609"/>
                <a:gd name="T72" fmla="*/ 35903020 w 581"/>
                <a:gd name="T73" fmla="*/ 51244484 h 609"/>
                <a:gd name="T74" fmla="*/ 61659637 w 581"/>
                <a:gd name="T75" fmla="*/ 47491791 h 609"/>
                <a:gd name="T76" fmla="*/ 54244957 w 581"/>
                <a:gd name="T77" fmla="*/ 14622627 h 609"/>
                <a:gd name="T78" fmla="*/ 50602538 w 581"/>
                <a:gd name="T79" fmla="*/ 10999436 h 609"/>
                <a:gd name="T80" fmla="*/ 54244957 w 581"/>
                <a:gd name="T81" fmla="*/ 0 h 609"/>
                <a:gd name="T82" fmla="*/ 58017218 w 581"/>
                <a:gd name="T83" fmla="*/ 10999436 h 609"/>
                <a:gd name="T84" fmla="*/ 35903020 w 581"/>
                <a:gd name="T85" fmla="*/ 14622627 h 609"/>
                <a:gd name="T86" fmla="*/ 32260601 w 581"/>
                <a:gd name="T87" fmla="*/ 10999436 h 609"/>
                <a:gd name="T88" fmla="*/ 35903020 w 581"/>
                <a:gd name="T89" fmla="*/ 0 h 609"/>
                <a:gd name="T90" fmla="*/ 39545439 w 581"/>
                <a:gd name="T91" fmla="*/ 10999436 h 609"/>
                <a:gd name="T92" fmla="*/ 17561444 w 581"/>
                <a:gd name="T93" fmla="*/ 14622627 h 609"/>
                <a:gd name="T94" fmla="*/ 13788823 w 581"/>
                <a:gd name="T95" fmla="*/ 10999436 h 609"/>
                <a:gd name="T96" fmla="*/ 17561444 w 581"/>
                <a:gd name="T97" fmla="*/ 0 h 609"/>
                <a:gd name="T98" fmla="*/ 21203502 w 581"/>
                <a:gd name="T99" fmla="*/ 10999436 h 609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0" t="0" r="r" b="b"/>
              <a:pathLst>
                <a:path w="581" h="609">
                  <a:moveTo>
                    <a:pt x="566" y="523"/>
                  </a:moveTo>
                  <a:lnTo>
                    <a:pt x="566" y="523"/>
                  </a:lnTo>
                  <a:cubicBezTo>
                    <a:pt x="495" y="594"/>
                    <a:pt x="495" y="594"/>
                    <a:pt x="495" y="594"/>
                  </a:cubicBezTo>
                  <a:cubicBezTo>
                    <a:pt x="488" y="601"/>
                    <a:pt x="481" y="608"/>
                    <a:pt x="474" y="608"/>
                  </a:cubicBezTo>
                  <a:cubicBezTo>
                    <a:pt x="467" y="608"/>
                    <a:pt x="460" y="601"/>
                    <a:pt x="453" y="594"/>
                  </a:cubicBezTo>
                  <a:cubicBezTo>
                    <a:pt x="417" y="558"/>
                    <a:pt x="417" y="558"/>
                    <a:pt x="417" y="558"/>
                  </a:cubicBezTo>
                  <a:cubicBezTo>
                    <a:pt x="410" y="551"/>
                    <a:pt x="410" y="544"/>
                    <a:pt x="410" y="537"/>
                  </a:cubicBezTo>
                  <a:cubicBezTo>
                    <a:pt x="410" y="523"/>
                    <a:pt x="417" y="509"/>
                    <a:pt x="439" y="509"/>
                  </a:cubicBezTo>
                  <a:cubicBezTo>
                    <a:pt x="446" y="509"/>
                    <a:pt x="453" y="516"/>
                    <a:pt x="453" y="523"/>
                  </a:cubicBezTo>
                  <a:cubicBezTo>
                    <a:pt x="474" y="537"/>
                    <a:pt x="474" y="537"/>
                    <a:pt x="474" y="537"/>
                  </a:cubicBezTo>
                  <a:cubicBezTo>
                    <a:pt x="530" y="481"/>
                    <a:pt x="530" y="481"/>
                    <a:pt x="530" y="481"/>
                  </a:cubicBezTo>
                  <a:cubicBezTo>
                    <a:pt x="537" y="474"/>
                    <a:pt x="545" y="474"/>
                    <a:pt x="552" y="474"/>
                  </a:cubicBezTo>
                  <a:cubicBezTo>
                    <a:pt x="566" y="474"/>
                    <a:pt x="580" y="488"/>
                    <a:pt x="580" y="502"/>
                  </a:cubicBezTo>
                  <a:cubicBezTo>
                    <a:pt x="580" y="509"/>
                    <a:pt x="573" y="516"/>
                    <a:pt x="566" y="523"/>
                  </a:cubicBezTo>
                  <a:close/>
                  <a:moveTo>
                    <a:pt x="474" y="495"/>
                  </a:moveTo>
                  <a:lnTo>
                    <a:pt x="474" y="495"/>
                  </a:lnTo>
                  <a:cubicBezTo>
                    <a:pt x="467" y="488"/>
                    <a:pt x="453" y="481"/>
                    <a:pt x="439" y="481"/>
                  </a:cubicBezTo>
                  <a:cubicBezTo>
                    <a:pt x="403" y="481"/>
                    <a:pt x="382" y="509"/>
                    <a:pt x="382" y="537"/>
                  </a:cubicBezTo>
                  <a:cubicBezTo>
                    <a:pt x="382" y="558"/>
                    <a:pt x="389" y="573"/>
                    <a:pt x="396" y="580"/>
                  </a:cubicBezTo>
                  <a:cubicBezTo>
                    <a:pt x="424" y="608"/>
                    <a:pt x="424" y="608"/>
                    <a:pt x="424" y="608"/>
                  </a:cubicBezTo>
                  <a:cubicBezTo>
                    <a:pt x="29" y="608"/>
                    <a:pt x="29" y="608"/>
                    <a:pt x="29" y="608"/>
                  </a:cubicBezTo>
                  <a:cubicBezTo>
                    <a:pt x="15" y="608"/>
                    <a:pt x="0" y="594"/>
                    <a:pt x="0" y="580"/>
                  </a:cubicBezTo>
                  <a:cubicBezTo>
                    <a:pt x="0" y="85"/>
                    <a:pt x="0" y="85"/>
                    <a:pt x="0" y="85"/>
                  </a:cubicBezTo>
                  <a:cubicBezTo>
                    <a:pt x="0" y="71"/>
                    <a:pt x="15" y="56"/>
                    <a:pt x="29" y="56"/>
                  </a:cubicBezTo>
                  <a:cubicBezTo>
                    <a:pt x="78" y="56"/>
                    <a:pt x="78" y="56"/>
                    <a:pt x="78" y="56"/>
                  </a:cubicBezTo>
                  <a:cubicBezTo>
                    <a:pt x="78" y="85"/>
                    <a:pt x="78" y="85"/>
                    <a:pt x="78" y="85"/>
                  </a:cubicBezTo>
                  <a:cubicBezTo>
                    <a:pt x="78" y="120"/>
                    <a:pt x="106" y="141"/>
                    <a:pt x="135" y="141"/>
                  </a:cubicBezTo>
                  <a:cubicBezTo>
                    <a:pt x="163" y="141"/>
                    <a:pt x="191" y="120"/>
                    <a:pt x="191" y="85"/>
                  </a:cubicBezTo>
                  <a:cubicBezTo>
                    <a:pt x="191" y="56"/>
                    <a:pt x="191" y="56"/>
                    <a:pt x="191" y="56"/>
                  </a:cubicBezTo>
                  <a:cubicBezTo>
                    <a:pt x="219" y="56"/>
                    <a:pt x="219" y="56"/>
                    <a:pt x="219" y="56"/>
                  </a:cubicBezTo>
                  <a:cubicBezTo>
                    <a:pt x="219" y="85"/>
                    <a:pt x="219" y="85"/>
                    <a:pt x="219" y="85"/>
                  </a:cubicBezTo>
                  <a:cubicBezTo>
                    <a:pt x="219" y="120"/>
                    <a:pt x="248" y="141"/>
                    <a:pt x="276" y="141"/>
                  </a:cubicBezTo>
                  <a:cubicBezTo>
                    <a:pt x="304" y="141"/>
                    <a:pt x="333" y="120"/>
                    <a:pt x="333" y="85"/>
                  </a:cubicBezTo>
                  <a:cubicBezTo>
                    <a:pt x="333" y="56"/>
                    <a:pt x="333" y="56"/>
                    <a:pt x="333" y="56"/>
                  </a:cubicBezTo>
                  <a:cubicBezTo>
                    <a:pt x="361" y="56"/>
                    <a:pt x="361" y="56"/>
                    <a:pt x="361" y="56"/>
                  </a:cubicBezTo>
                  <a:cubicBezTo>
                    <a:pt x="361" y="85"/>
                    <a:pt x="361" y="85"/>
                    <a:pt x="361" y="85"/>
                  </a:cubicBezTo>
                  <a:cubicBezTo>
                    <a:pt x="361" y="120"/>
                    <a:pt x="389" y="141"/>
                    <a:pt x="417" y="141"/>
                  </a:cubicBezTo>
                  <a:cubicBezTo>
                    <a:pt x="446" y="141"/>
                    <a:pt x="474" y="120"/>
                    <a:pt x="474" y="85"/>
                  </a:cubicBezTo>
                  <a:cubicBezTo>
                    <a:pt x="474" y="56"/>
                    <a:pt x="474" y="56"/>
                    <a:pt x="474" y="56"/>
                  </a:cubicBezTo>
                  <a:cubicBezTo>
                    <a:pt x="523" y="56"/>
                    <a:pt x="523" y="56"/>
                    <a:pt x="523" y="56"/>
                  </a:cubicBezTo>
                  <a:cubicBezTo>
                    <a:pt x="537" y="56"/>
                    <a:pt x="552" y="71"/>
                    <a:pt x="552" y="85"/>
                  </a:cubicBezTo>
                  <a:cubicBezTo>
                    <a:pt x="552" y="445"/>
                    <a:pt x="552" y="445"/>
                    <a:pt x="552" y="445"/>
                  </a:cubicBezTo>
                  <a:cubicBezTo>
                    <a:pt x="530" y="445"/>
                    <a:pt x="516" y="452"/>
                    <a:pt x="509" y="460"/>
                  </a:cubicBezTo>
                  <a:lnTo>
                    <a:pt x="474" y="495"/>
                  </a:lnTo>
                  <a:close/>
                  <a:moveTo>
                    <a:pt x="78" y="488"/>
                  </a:moveTo>
                  <a:lnTo>
                    <a:pt x="78" y="488"/>
                  </a:lnTo>
                  <a:cubicBezTo>
                    <a:pt x="78" y="502"/>
                    <a:pt x="85" y="509"/>
                    <a:pt x="99" y="509"/>
                  </a:cubicBezTo>
                  <a:cubicBezTo>
                    <a:pt x="283" y="509"/>
                    <a:pt x="283" y="509"/>
                    <a:pt x="283" y="509"/>
                  </a:cubicBezTo>
                  <a:cubicBezTo>
                    <a:pt x="297" y="509"/>
                    <a:pt x="304" y="502"/>
                    <a:pt x="304" y="488"/>
                  </a:cubicBezTo>
                  <a:cubicBezTo>
                    <a:pt x="304" y="474"/>
                    <a:pt x="297" y="467"/>
                    <a:pt x="283" y="467"/>
                  </a:cubicBezTo>
                  <a:cubicBezTo>
                    <a:pt x="99" y="467"/>
                    <a:pt x="99" y="467"/>
                    <a:pt x="99" y="467"/>
                  </a:cubicBezTo>
                  <a:cubicBezTo>
                    <a:pt x="85" y="467"/>
                    <a:pt x="78" y="474"/>
                    <a:pt x="78" y="488"/>
                  </a:cubicBezTo>
                  <a:close/>
                  <a:moveTo>
                    <a:pt x="446" y="219"/>
                  </a:moveTo>
                  <a:lnTo>
                    <a:pt x="446" y="219"/>
                  </a:lnTo>
                  <a:cubicBezTo>
                    <a:pt x="106" y="219"/>
                    <a:pt x="106" y="219"/>
                    <a:pt x="106" y="219"/>
                  </a:cubicBezTo>
                  <a:cubicBezTo>
                    <a:pt x="92" y="219"/>
                    <a:pt x="78" y="233"/>
                    <a:pt x="78" y="247"/>
                  </a:cubicBezTo>
                  <a:cubicBezTo>
                    <a:pt x="78" y="262"/>
                    <a:pt x="92" y="276"/>
                    <a:pt x="106" y="276"/>
                  </a:cubicBezTo>
                  <a:cubicBezTo>
                    <a:pt x="446" y="276"/>
                    <a:pt x="446" y="276"/>
                    <a:pt x="446" y="276"/>
                  </a:cubicBezTo>
                  <a:cubicBezTo>
                    <a:pt x="460" y="276"/>
                    <a:pt x="474" y="262"/>
                    <a:pt x="474" y="247"/>
                  </a:cubicBezTo>
                  <a:cubicBezTo>
                    <a:pt x="474" y="233"/>
                    <a:pt x="460" y="219"/>
                    <a:pt x="446" y="219"/>
                  </a:cubicBezTo>
                  <a:close/>
                  <a:moveTo>
                    <a:pt x="446" y="339"/>
                  </a:moveTo>
                  <a:lnTo>
                    <a:pt x="446" y="339"/>
                  </a:lnTo>
                  <a:cubicBezTo>
                    <a:pt x="276" y="339"/>
                    <a:pt x="276" y="339"/>
                    <a:pt x="276" y="339"/>
                  </a:cubicBezTo>
                  <a:cubicBezTo>
                    <a:pt x="226" y="339"/>
                    <a:pt x="226" y="339"/>
                    <a:pt x="226" y="339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92" y="339"/>
                    <a:pt x="78" y="353"/>
                    <a:pt x="78" y="367"/>
                  </a:cubicBezTo>
                  <a:cubicBezTo>
                    <a:pt x="78" y="389"/>
                    <a:pt x="92" y="396"/>
                    <a:pt x="106" y="396"/>
                  </a:cubicBezTo>
                  <a:cubicBezTo>
                    <a:pt x="226" y="396"/>
                    <a:pt x="226" y="396"/>
                    <a:pt x="226" y="396"/>
                  </a:cubicBezTo>
                  <a:cubicBezTo>
                    <a:pt x="276" y="396"/>
                    <a:pt x="276" y="396"/>
                    <a:pt x="276" y="396"/>
                  </a:cubicBezTo>
                  <a:cubicBezTo>
                    <a:pt x="446" y="396"/>
                    <a:pt x="446" y="396"/>
                    <a:pt x="446" y="396"/>
                  </a:cubicBezTo>
                  <a:cubicBezTo>
                    <a:pt x="460" y="396"/>
                    <a:pt x="474" y="389"/>
                    <a:pt x="474" y="367"/>
                  </a:cubicBezTo>
                  <a:cubicBezTo>
                    <a:pt x="474" y="353"/>
                    <a:pt x="460" y="339"/>
                    <a:pt x="446" y="339"/>
                  </a:cubicBezTo>
                  <a:close/>
                  <a:moveTo>
                    <a:pt x="417" y="113"/>
                  </a:moveTo>
                  <a:lnTo>
                    <a:pt x="417" y="113"/>
                  </a:lnTo>
                  <a:cubicBezTo>
                    <a:pt x="403" y="113"/>
                    <a:pt x="389" y="106"/>
                    <a:pt x="389" y="85"/>
                  </a:cubicBezTo>
                  <a:cubicBezTo>
                    <a:pt x="389" y="28"/>
                    <a:pt x="389" y="28"/>
                    <a:pt x="389" y="28"/>
                  </a:cubicBezTo>
                  <a:cubicBezTo>
                    <a:pt x="389" y="14"/>
                    <a:pt x="403" y="0"/>
                    <a:pt x="417" y="0"/>
                  </a:cubicBezTo>
                  <a:cubicBezTo>
                    <a:pt x="431" y="0"/>
                    <a:pt x="446" y="14"/>
                    <a:pt x="446" y="28"/>
                  </a:cubicBezTo>
                  <a:cubicBezTo>
                    <a:pt x="446" y="85"/>
                    <a:pt x="446" y="85"/>
                    <a:pt x="446" y="85"/>
                  </a:cubicBezTo>
                  <a:cubicBezTo>
                    <a:pt x="446" y="106"/>
                    <a:pt x="431" y="113"/>
                    <a:pt x="417" y="113"/>
                  </a:cubicBezTo>
                  <a:close/>
                  <a:moveTo>
                    <a:pt x="276" y="113"/>
                  </a:moveTo>
                  <a:lnTo>
                    <a:pt x="276" y="113"/>
                  </a:lnTo>
                  <a:cubicBezTo>
                    <a:pt x="262" y="113"/>
                    <a:pt x="248" y="106"/>
                    <a:pt x="248" y="85"/>
                  </a:cubicBezTo>
                  <a:cubicBezTo>
                    <a:pt x="248" y="28"/>
                    <a:pt x="248" y="28"/>
                    <a:pt x="248" y="28"/>
                  </a:cubicBezTo>
                  <a:cubicBezTo>
                    <a:pt x="248" y="14"/>
                    <a:pt x="262" y="0"/>
                    <a:pt x="276" y="0"/>
                  </a:cubicBezTo>
                  <a:cubicBezTo>
                    <a:pt x="290" y="0"/>
                    <a:pt x="304" y="14"/>
                    <a:pt x="304" y="28"/>
                  </a:cubicBezTo>
                  <a:cubicBezTo>
                    <a:pt x="304" y="85"/>
                    <a:pt x="304" y="85"/>
                    <a:pt x="304" y="85"/>
                  </a:cubicBezTo>
                  <a:cubicBezTo>
                    <a:pt x="304" y="106"/>
                    <a:pt x="290" y="113"/>
                    <a:pt x="276" y="11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21" y="113"/>
                    <a:pt x="106" y="106"/>
                    <a:pt x="106" y="85"/>
                  </a:cubicBezTo>
                  <a:cubicBezTo>
                    <a:pt x="106" y="28"/>
                    <a:pt x="106" y="28"/>
                    <a:pt x="106" y="28"/>
                  </a:cubicBezTo>
                  <a:cubicBezTo>
                    <a:pt x="106" y="14"/>
                    <a:pt x="121" y="0"/>
                    <a:pt x="135" y="0"/>
                  </a:cubicBezTo>
                  <a:cubicBezTo>
                    <a:pt x="149" y="0"/>
                    <a:pt x="163" y="14"/>
                    <a:pt x="163" y="28"/>
                  </a:cubicBezTo>
                  <a:cubicBezTo>
                    <a:pt x="163" y="85"/>
                    <a:pt x="163" y="85"/>
                    <a:pt x="163" y="85"/>
                  </a:cubicBezTo>
                  <a:cubicBezTo>
                    <a:pt x="163" y="106"/>
                    <a:pt x="149" y="113"/>
                    <a:pt x="135" y="113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8" name="组合 7"/>
          <p:cNvGrpSpPr/>
          <p:nvPr userDrawn="1"/>
        </p:nvGrpSpPr>
        <p:grpSpPr>
          <a:xfrm>
            <a:off x="6191205" y="1700678"/>
            <a:ext cx="575989" cy="576197"/>
            <a:chOff x="4788024" y="1275213"/>
            <a:chExt cx="432048" cy="432048"/>
          </a:xfrm>
        </p:grpSpPr>
        <p:sp>
          <p:nvSpPr>
            <p:cNvPr id="17" name="椭圆 65"/>
            <p:cNvSpPr>
              <a:spLocks noChangeArrowheads="1"/>
            </p:cNvSpPr>
            <p:nvPr/>
          </p:nvSpPr>
          <p:spPr bwMode="auto">
            <a:xfrm>
              <a:off x="4788024" y="1275213"/>
              <a:ext cx="432048" cy="432048"/>
            </a:xfrm>
            <a:prstGeom prst="ellipse">
              <a:avLst/>
            </a:prstGeom>
            <a:solidFill>
              <a:srgbClr val="F79600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0" name="Freeform 110"/>
            <p:cNvSpPr>
              <a:spLocks noChangeArrowheads="1"/>
            </p:cNvSpPr>
            <p:nvPr/>
          </p:nvSpPr>
          <p:spPr bwMode="auto">
            <a:xfrm>
              <a:off x="4891102" y="1366806"/>
              <a:ext cx="250679" cy="248862"/>
            </a:xfrm>
            <a:custGeom>
              <a:avLst/>
              <a:gdLst>
                <a:gd name="T0" fmla="*/ 78678142 w 609"/>
                <a:gd name="T1" fmla="*/ 71002280 h 602"/>
                <a:gd name="T2" fmla="*/ 78678142 w 609"/>
                <a:gd name="T3" fmla="*/ 71002280 h 602"/>
                <a:gd name="T4" fmla="*/ 71302258 w 609"/>
                <a:gd name="T5" fmla="*/ 78441997 h 602"/>
                <a:gd name="T6" fmla="*/ 65867111 w 609"/>
                <a:gd name="T7" fmla="*/ 76614673 h 602"/>
                <a:gd name="T8" fmla="*/ 44774038 w 609"/>
                <a:gd name="T9" fmla="*/ 54426302 h 602"/>
                <a:gd name="T10" fmla="*/ 29245613 w 609"/>
                <a:gd name="T11" fmla="*/ 59125033 h 602"/>
                <a:gd name="T12" fmla="*/ 0 w 609"/>
                <a:gd name="T13" fmla="*/ 29497307 h 602"/>
                <a:gd name="T14" fmla="*/ 29245613 w 609"/>
                <a:gd name="T15" fmla="*/ 0 h 602"/>
                <a:gd name="T16" fmla="*/ 58491226 w 609"/>
                <a:gd name="T17" fmla="*/ 29497307 h 602"/>
                <a:gd name="T18" fmla="*/ 54867675 w 609"/>
                <a:gd name="T19" fmla="*/ 44376380 h 602"/>
                <a:gd name="T20" fmla="*/ 75960749 w 609"/>
                <a:gd name="T21" fmla="*/ 65520668 h 602"/>
                <a:gd name="T22" fmla="*/ 78678142 w 609"/>
                <a:gd name="T23" fmla="*/ 71002280 h 602"/>
                <a:gd name="T24" fmla="*/ 29245613 w 609"/>
                <a:gd name="T25" fmla="*/ 7439717 h 602"/>
                <a:gd name="T26" fmla="*/ 29245613 w 609"/>
                <a:gd name="T27" fmla="*/ 7439717 h 602"/>
                <a:gd name="T28" fmla="*/ 7246742 w 609"/>
                <a:gd name="T29" fmla="*/ 29497307 h 602"/>
                <a:gd name="T30" fmla="*/ 29245613 w 609"/>
                <a:gd name="T31" fmla="*/ 51685677 h 602"/>
                <a:gd name="T32" fmla="*/ 51244484 w 609"/>
                <a:gd name="T33" fmla="*/ 29497307 h 602"/>
                <a:gd name="T34" fmla="*/ 29245613 w 609"/>
                <a:gd name="T35" fmla="*/ 7439717 h 602"/>
                <a:gd name="T36" fmla="*/ 42056644 w 609"/>
                <a:gd name="T37" fmla="*/ 33282375 h 602"/>
                <a:gd name="T38" fmla="*/ 42056644 w 609"/>
                <a:gd name="T39" fmla="*/ 33282375 h 602"/>
                <a:gd name="T40" fmla="*/ 32868804 w 609"/>
                <a:gd name="T41" fmla="*/ 33282375 h 602"/>
                <a:gd name="T42" fmla="*/ 32868804 w 609"/>
                <a:gd name="T43" fmla="*/ 41504973 h 602"/>
                <a:gd name="T44" fmla="*/ 29245613 w 609"/>
                <a:gd name="T45" fmla="*/ 45290042 h 602"/>
                <a:gd name="T46" fmla="*/ 25622062 w 609"/>
                <a:gd name="T47" fmla="*/ 41504973 h 602"/>
                <a:gd name="T48" fmla="*/ 25622062 w 609"/>
                <a:gd name="T49" fmla="*/ 33282375 h 602"/>
                <a:gd name="T50" fmla="*/ 17340380 w 609"/>
                <a:gd name="T51" fmla="*/ 33282375 h 602"/>
                <a:gd name="T52" fmla="*/ 13716829 w 609"/>
                <a:gd name="T53" fmla="*/ 29497307 h 602"/>
                <a:gd name="T54" fmla="*/ 17340380 w 609"/>
                <a:gd name="T55" fmla="*/ 25842658 h 602"/>
                <a:gd name="T56" fmla="*/ 25622062 w 609"/>
                <a:gd name="T57" fmla="*/ 25842658 h 602"/>
                <a:gd name="T58" fmla="*/ 25622062 w 609"/>
                <a:gd name="T59" fmla="*/ 16575978 h 602"/>
                <a:gd name="T60" fmla="*/ 29245613 w 609"/>
                <a:gd name="T61" fmla="*/ 12921329 h 602"/>
                <a:gd name="T62" fmla="*/ 32868804 w 609"/>
                <a:gd name="T63" fmla="*/ 16575978 h 602"/>
                <a:gd name="T64" fmla="*/ 32868804 w 609"/>
                <a:gd name="T65" fmla="*/ 25842658 h 602"/>
                <a:gd name="T66" fmla="*/ 42056644 w 609"/>
                <a:gd name="T67" fmla="*/ 25842658 h 602"/>
                <a:gd name="T68" fmla="*/ 45679835 w 609"/>
                <a:gd name="T69" fmla="*/ 29497307 h 602"/>
                <a:gd name="T70" fmla="*/ 42056644 w 609"/>
                <a:gd name="T71" fmla="*/ 33282375 h 60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609" h="602">
                  <a:moveTo>
                    <a:pt x="608" y="544"/>
                  </a:moveTo>
                  <a:lnTo>
                    <a:pt x="608" y="544"/>
                  </a:lnTo>
                  <a:cubicBezTo>
                    <a:pt x="608" y="573"/>
                    <a:pt x="579" y="601"/>
                    <a:pt x="551" y="601"/>
                  </a:cubicBezTo>
                  <a:cubicBezTo>
                    <a:pt x="530" y="601"/>
                    <a:pt x="516" y="594"/>
                    <a:pt x="509" y="587"/>
                  </a:cubicBezTo>
                  <a:cubicBezTo>
                    <a:pt x="346" y="417"/>
                    <a:pt x="346" y="417"/>
                    <a:pt x="346" y="417"/>
                  </a:cubicBezTo>
                  <a:cubicBezTo>
                    <a:pt x="311" y="438"/>
                    <a:pt x="269" y="453"/>
                    <a:pt x="226" y="453"/>
                  </a:cubicBezTo>
                  <a:cubicBezTo>
                    <a:pt x="106" y="453"/>
                    <a:pt x="0" y="347"/>
                    <a:pt x="0" y="226"/>
                  </a:cubicBezTo>
                  <a:cubicBezTo>
                    <a:pt x="0" y="99"/>
                    <a:pt x="106" y="0"/>
                    <a:pt x="226" y="0"/>
                  </a:cubicBezTo>
                  <a:cubicBezTo>
                    <a:pt x="353" y="0"/>
                    <a:pt x="452" y="99"/>
                    <a:pt x="452" y="226"/>
                  </a:cubicBezTo>
                  <a:cubicBezTo>
                    <a:pt x="452" y="269"/>
                    <a:pt x="445" y="304"/>
                    <a:pt x="424" y="340"/>
                  </a:cubicBezTo>
                  <a:cubicBezTo>
                    <a:pt x="587" y="502"/>
                    <a:pt x="587" y="502"/>
                    <a:pt x="587" y="502"/>
                  </a:cubicBezTo>
                  <a:cubicBezTo>
                    <a:pt x="601" y="516"/>
                    <a:pt x="608" y="530"/>
                    <a:pt x="608" y="544"/>
                  </a:cubicBezTo>
                  <a:close/>
                  <a:moveTo>
                    <a:pt x="226" y="57"/>
                  </a:moveTo>
                  <a:lnTo>
                    <a:pt x="226" y="57"/>
                  </a:lnTo>
                  <a:cubicBezTo>
                    <a:pt x="134" y="57"/>
                    <a:pt x="56" y="127"/>
                    <a:pt x="56" y="226"/>
                  </a:cubicBezTo>
                  <a:cubicBezTo>
                    <a:pt x="56" y="318"/>
                    <a:pt x="134" y="396"/>
                    <a:pt x="226" y="396"/>
                  </a:cubicBezTo>
                  <a:cubicBezTo>
                    <a:pt x="325" y="396"/>
                    <a:pt x="396" y="318"/>
                    <a:pt x="396" y="226"/>
                  </a:cubicBezTo>
                  <a:cubicBezTo>
                    <a:pt x="396" y="127"/>
                    <a:pt x="325" y="57"/>
                    <a:pt x="226" y="57"/>
                  </a:cubicBezTo>
                  <a:close/>
                  <a:moveTo>
                    <a:pt x="325" y="255"/>
                  </a:moveTo>
                  <a:lnTo>
                    <a:pt x="325" y="255"/>
                  </a:lnTo>
                  <a:cubicBezTo>
                    <a:pt x="254" y="255"/>
                    <a:pt x="254" y="255"/>
                    <a:pt x="254" y="255"/>
                  </a:cubicBezTo>
                  <a:cubicBezTo>
                    <a:pt x="254" y="318"/>
                    <a:pt x="254" y="318"/>
                    <a:pt x="254" y="318"/>
                  </a:cubicBezTo>
                  <a:cubicBezTo>
                    <a:pt x="254" y="333"/>
                    <a:pt x="247" y="347"/>
                    <a:pt x="226" y="347"/>
                  </a:cubicBezTo>
                  <a:cubicBezTo>
                    <a:pt x="212" y="347"/>
                    <a:pt x="198" y="333"/>
                    <a:pt x="198" y="318"/>
                  </a:cubicBezTo>
                  <a:cubicBezTo>
                    <a:pt x="198" y="255"/>
                    <a:pt x="198" y="255"/>
                    <a:pt x="198" y="255"/>
                  </a:cubicBezTo>
                  <a:cubicBezTo>
                    <a:pt x="134" y="255"/>
                    <a:pt x="134" y="255"/>
                    <a:pt x="134" y="255"/>
                  </a:cubicBezTo>
                  <a:cubicBezTo>
                    <a:pt x="120" y="255"/>
                    <a:pt x="106" y="241"/>
                    <a:pt x="106" y="226"/>
                  </a:cubicBezTo>
                  <a:cubicBezTo>
                    <a:pt x="106" y="205"/>
                    <a:pt x="120" y="198"/>
                    <a:pt x="134" y="198"/>
                  </a:cubicBezTo>
                  <a:cubicBezTo>
                    <a:pt x="198" y="198"/>
                    <a:pt x="198" y="198"/>
                    <a:pt x="198" y="198"/>
                  </a:cubicBezTo>
                  <a:cubicBezTo>
                    <a:pt x="198" y="127"/>
                    <a:pt x="198" y="127"/>
                    <a:pt x="198" y="127"/>
                  </a:cubicBezTo>
                  <a:cubicBezTo>
                    <a:pt x="198" y="113"/>
                    <a:pt x="212" y="99"/>
                    <a:pt x="226" y="99"/>
                  </a:cubicBezTo>
                  <a:cubicBezTo>
                    <a:pt x="247" y="99"/>
                    <a:pt x="254" y="113"/>
                    <a:pt x="254" y="127"/>
                  </a:cubicBezTo>
                  <a:cubicBezTo>
                    <a:pt x="254" y="198"/>
                    <a:pt x="254" y="198"/>
                    <a:pt x="254" y="198"/>
                  </a:cubicBezTo>
                  <a:cubicBezTo>
                    <a:pt x="325" y="198"/>
                    <a:pt x="325" y="198"/>
                    <a:pt x="325" y="198"/>
                  </a:cubicBezTo>
                  <a:cubicBezTo>
                    <a:pt x="339" y="198"/>
                    <a:pt x="353" y="205"/>
                    <a:pt x="353" y="226"/>
                  </a:cubicBezTo>
                  <a:cubicBezTo>
                    <a:pt x="353" y="241"/>
                    <a:pt x="339" y="255"/>
                    <a:pt x="325" y="25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9" name="组合 8"/>
          <p:cNvGrpSpPr/>
          <p:nvPr userDrawn="1"/>
        </p:nvGrpSpPr>
        <p:grpSpPr>
          <a:xfrm>
            <a:off x="7055189" y="1700153"/>
            <a:ext cx="577036" cy="577246"/>
            <a:chOff x="5436096" y="1274820"/>
            <a:chExt cx="432833" cy="432834"/>
          </a:xfrm>
        </p:grpSpPr>
        <p:sp>
          <p:nvSpPr>
            <p:cNvPr id="25" name="椭圆 16"/>
            <p:cNvSpPr>
              <a:spLocks noChangeArrowheads="1"/>
            </p:cNvSpPr>
            <p:nvPr/>
          </p:nvSpPr>
          <p:spPr bwMode="auto">
            <a:xfrm>
              <a:off x="5436096" y="1274820"/>
              <a:ext cx="432833" cy="43283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1" name="Freeform 16"/>
            <p:cNvSpPr>
              <a:spLocks noChangeArrowheads="1"/>
            </p:cNvSpPr>
            <p:nvPr/>
          </p:nvSpPr>
          <p:spPr bwMode="auto">
            <a:xfrm>
              <a:off x="5554420" y="1377705"/>
              <a:ext cx="196183" cy="227065"/>
            </a:xfrm>
            <a:custGeom>
              <a:avLst/>
              <a:gdLst>
                <a:gd name="T0" fmla="*/ 58106390 w 475"/>
                <a:gd name="T1" fmla="*/ 71207247 h 552"/>
                <a:gd name="T2" fmla="*/ 58106390 w 475"/>
                <a:gd name="T3" fmla="*/ 71207247 h 552"/>
                <a:gd name="T4" fmla="*/ 54327993 w 475"/>
                <a:gd name="T5" fmla="*/ 71207247 h 552"/>
                <a:gd name="T6" fmla="*/ 54327993 w 475"/>
                <a:gd name="T7" fmla="*/ 0 h 552"/>
                <a:gd name="T8" fmla="*/ 58106390 w 475"/>
                <a:gd name="T9" fmla="*/ 0 h 552"/>
                <a:gd name="T10" fmla="*/ 61754124 w 475"/>
                <a:gd name="T11" fmla="*/ 3618618 h 552"/>
                <a:gd name="T12" fmla="*/ 61754124 w 475"/>
                <a:gd name="T13" fmla="*/ 67588630 h 552"/>
                <a:gd name="T14" fmla="*/ 58106390 w 475"/>
                <a:gd name="T15" fmla="*/ 71207247 h 552"/>
                <a:gd name="T16" fmla="*/ 7426131 w 475"/>
                <a:gd name="T17" fmla="*/ 67588630 h 552"/>
                <a:gd name="T18" fmla="*/ 7426131 w 475"/>
                <a:gd name="T19" fmla="*/ 67588630 h 552"/>
                <a:gd name="T20" fmla="*/ 7426131 w 475"/>
                <a:gd name="T21" fmla="*/ 63970012 h 552"/>
                <a:gd name="T22" fmla="*/ 13809846 w 475"/>
                <a:gd name="T23" fmla="*/ 63970012 h 552"/>
                <a:gd name="T24" fmla="*/ 21235977 w 475"/>
                <a:gd name="T25" fmla="*/ 56603721 h 552"/>
                <a:gd name="T26" fmla="*/ 13809846 w 475"/>
                <a:gd name="T27" fmla="*/ 49237429 h 552"/>
                <a:gd name="T28" fmla="*/ 7426131 w 475"/>
                <a:gd name="T29" fmla="*/ 49237429 h 552"/>
                <a:gd name="T30" fmla="*/ 7426131 w 475"/>
                <a:gd name="T31" fmla="*/ 42905028 h 552"/>
                <a:gd name="T32" fmla="*/ 13809846 w 475"/>
                <a:gd name="T33" fmla="*/ 42905028 h 552"/>
                <a:gd name="T34" fmla="*/ 21235977 w 475"/>
                <a:gd name="T35" fmla="*/ 35539095 h 552"/>
                <a:gd name="T36" fmla="*/ 13809846 w 475"/>
                <a:gd name="T37" fmla="*/ 28301860 h 552"/>
                <a:gd name="T38" fmla="*/ 7426131 w 475"/>
                <a:gd name="T39" fmla="*/ 28301860 h 552"/>
                <a:gd name="T40" fmla="*/ 7426131 w 475"/>
                <a:gd name="T41" fmla="*/ 21840403 h 552"/>
                <a:gd name="T42" fmla="*/ 13809846 w 475"/>
                <a:gd name="T43" fmla="*/ 21840403 h 552"/>
                <a:gd name="T44" fmla="*/ 21235977 w 475"/>
                <a:gd name="T45" fmla="*/ 14603167 h 552"/>
                <a:gd name="T46" fmla="*/ 13809846 w 475"/>
                <a:gd name="T47" fmla="*/ 7236876 h 552"/>
                <a:gd name="T48" fmla="*/ 7426131 w 475"/>
                <a:gd name="T49" fmla="*/ 7236876 h 552"/>
                <a:gd name="T50" fmla="*/ 7426131 w 475"/>
                <a:gd name="T51" fmla="*/ 3618618 h 552"/>
                <a:gd name="T52" fmla="*/ 11074226 w 475"/>
                <a:gd name="T53" fmla="*/ 0 h 552"/>
                <a:gd name="T54" fmla="*/ 50680259 w 475"/>
                <a:gd name="T55" fmla="*/ 0 h 552"/>
                <a:gd name="T56" fmla="*/ 50680259 w 475"/>
                <a:gd name="T57" fmla="*/ 71207247 h 552"/>
                <a:gd name="T58" fmla="*/ 11074226 w 475"/>
                <a:gd name="T59" fmla="*/ 71207247 h 552"/>
                <a:gd name="T60" fmla="*/ 7426131 w 475"/>
                <a:gd name="T61" fmla="*/ 67588630 h 552"/>
                <a:gd name="T62" fmla="*/ 17588243 w 475"/>
                <a:gd name="T63" fmla="*/ 14603167 h 552"/>
                <a:gd name="T64" fmla="*/ 17588243 w 475"/>
                <a:gd name="T65" fmla="*/ 14603167 h 552"/>
                <a:gd name="T66" fmla="*/ 13809846 w 475"/>
                <a:gd name="T67" fmla="*/ 18221785 h 552"/>
                <a:gd name="T68" fmla="*/ 3778036 w 475"/>
                <a:gd name="T69" fmla="*/ 18221785 h 552"/>
                <a:gd name="T70" fmla="*/ 0 w 475"/>
                <a:gd name="T71" fmla="*/ 14603167 h 552"/>
                <a:gd name="T72" fmla="*/ 3778036 w 475"/>
                <a:gd name="T73" fmla="*/ 10984909 h 552"/>
                <a:gd name="T74" fmla="*/ 13809846 w 475"/>
                <a:gd name="T75" fmla="*/ 10984909 h 552"/>
                <a:gd name="T76" fmla="*/ 17588243 w 475"/>
                <a:gd name="T77" fmla="*/ 14603167 h 552"/>
                <a:gd name="T78" fmla="*/ 3778036 w 475"/>
                <a:gd name="T79" fmla="*/ 31920478 h 552"/>
                <a:gd name="T80" fmla="*/ 3778036 w 475"/>
                <a:gd name="T81" fmla="*/ 31920478 h 552"/>
                <a:gd name="T82" fmla="*/ 13809846 w 475"/>
                <a:gd name="T83" fmla="*/ 31920478 h 552"/>
                <a:gd name="T84" fmla="*/ 17588243 w 475"/>
                <a:gd name="T85" fmla="*/ 35539095 h 552"/>
                <a:gd name="T86" fmla="*/ 13809846 w 475"/>
                <a:gd name="T87" fmla="*/ 39286770 h 552"/>
                <a:gd name="T88" fmla="*/ 3778036 w 475"/>
                <a:gd name="T89" fmla="*/ 39286770 h 552"/>
                <a:gd name="T90" fmla="*/ 0 w 475"/>
                <a:gd name="T91" fmla="*/ 35539095 h 552"/>
                <a:gd name="T92" fmla="*/ 3778036 w 475"/>
                <a:gd name="T93" fmla="*/ 31920478 h 552"/>
                <a:gd name="T94" fmla="*/ 3778036 w 475"/>
                <a:gd name="T95" fmla="*/ 52985462 h 552"/>
                <a:gd name="T96" fmla="*/ 3778036 w 475"/>
                <a:gd name="T97" fmla="*/ 52985462 h 552"/>
                <a:gd name="T98" fmla="*/ 13809846 w 475"/>
                <a:gd name="T99" fmla="*/ 52985462 h 552"/>
                <a:gd name="T100" fmla="*/ 17588243 w 475"/>
                <a:gd name="T101" fmla="*/ 56603721 h 552"/>
                <a:gd name="T102" fmla="*/ 13809846 w 475"/>
                <a:gd name="T103" fmla="*/ 60222338 h 552"/>
                <a:gd name="T104" fmla="*/ 3778036 w 475"/>
                <a:gd name="T105" fmla="*/ 60222338 h 552"/>
                <a:gd name="T106" fmla="*/ 0 w 475"/>
                <a:gd name="T107" fmla="*/ 56603721 h 552"/>
                <a:gd name="T108" fmla="*/ 3778036 w 475"/>
                <a:gd name="T109" fmla="*/ 52985462 h 552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475" h="552">
                  <a:moveTo>
                    <a:pt x="446" y="551"/>
                  </a:moveTo>
                  <a:lnTo>
                    <a:pt x="446" y="551"/>
                  </a:lnTo>
                  <a:cubicBezTo>
                    <a:pt x="417" y="551"/>
                    <a:pt x="417" y="551"/>
                    <a:pt x="417" y="551"/>
                  </a:cubicBezTo>
                  <a:cubicBezTo>
                    <a:pt x="417" y="0"/>
                    <a:pt x="417" y="0"/>
                    <a:pt x="417" y="0"/>
                  </a:cubicBezTo>
                  <a:cubicBezTo>
                    <a:pt x="446" y="0"/>
                    <a:pt x="446" y="0"/>
                    <a:pt x="446" y="0"/>
                  </a:cubicBezTo>
                  <a:cubicBezTo>
                    <a:pt x="460" y="0"/>
                    <a:pt x="474" y="14"/>
                    <a:pt x="474" y="28"/>
                  </a:cubicBezTo>
                  <a:cubicBezTo>
                    <a:pt x="474" y="523"/>
                    <a:pt x="474" y="523"/>
                    <a:pt x="474" y="523"/>
                  </a:cubicBezTo>
                  <a:cubicBezTo>
                    <a:pt x="474" y="537"/>
                    <a:pt x="460" y="551"/>
                    <a:pt x="446" y="551"/>
                  </a:cubicBezTo>
                  <a:close/>
                  <a:moveTo>
                    <a:pt x="57" y="523"/>
                  </a:moveTo>
                  <a:lnTo>
                    <a:pt x="57" y="523"/>
                  </a:lnTo>
                  <a:cubicBezTo>
                    <a:pt x="57" y="495"/>
                    <a:pt x="57" y="495"/>
                    <a:pt x="57" y="495"/>
                  </a:cubicBezTo>
                  <a:cubicBezTo>
                    <a:pt x="106" y="495"/>
                    <a:pt x="106" y="495"/>
                    <a:pt x="106" y="495"/>
                  </a:cubicBezTo>
                  <a:cubicBezTo>
                    <a:pt x="135" y="495"/>
                    <a:pt x="163" y="466"/>
                    <a:pt x="163" y="438"/>
                  </a:cubicBezTo>
                  <a:cubicBezTo>
                    <a:pt x="163" y="403"/>
                    <a:pt x="135" y="381"/>
                    <a:pt x="106" y="381"/>
                  </a:cubicBezTo>
                  <a:cubicBezTo>
                    <a:pt x="57" y="381"/>
                    <a:pt x="57" y="381"/>
                    <a:pt x="57" y="381"/>
                  </a:cubicBezTo>
                  <a:cubicBezTo>
                    <a:pt x="57" y="332"/>
                    <a:pt x="57" y="332"/>
                    <a:pt x="57" y="332"/>
                  </a:cubicBezTo>
                  <a:cubicBezTo>
                    <a:pt x="106" y="332"/>
                    <a:pt x="106" y="332"/>
                    <a:pt x="106" y="332"/>
                  </a:cubicBezTo>
                  <a:cubicBezTo>
                    <a:pt x="135" y="332"/>
                    <a:pt x="163" y="304"/>
                    <a:pt x="163" y="275"/>
                  </a:cubicBezTo>
                  <a:cubicBezTo>
                    <a:pt x="163" y="247"/>
                    <a:pt x="135" y="219"/>
                    <a:pt x="106" y="219"/>
                  </a:cubicBezTo>
                  <a:cubicBezTo>
                    <a:pt x="57" y="219"/>
                    <a:pt x="57" y="219"/>
                    <a:pt x="57" y="219"/>
                  </a:cubicBezTo>
                  <a:cubicBezTo>
                    <a:pt x="57" y="169"/>
                    <a:pt x="57" y="169"/>
                    <a:pt x="57" y="169"/>
                  </a:cubicBezTo>
                  <a:cubicBezTo>
                    <a:pt x="106" y="169"/>
                    <a:pt x="106" y="169"/>
                    <a:pt x="106" y="169"/>
                  </a:cubicBezTo>
                  <a:cubicBezTo>
                    <a:pt x="135" y="169"/>
                    <a:pt x="163" y="148"/>
                    <a:pt x="163" y="113"/>
                  </a:cubicBezTo>
                  <a:cubicBezTo>
                    <a:pt x="163" y="85"/>
                    <a:pt x="135" y="56"/>
                    <a:pt x="106" y="56"/>
                  </a:cubicBezTo>
                  <a:cubicBezTo>
                    <a:pt x="57" y="56"/>
                    <a:pt x="57" y="56"/>
                    <a:pt x="57" y="56"/>
                  </a:cubicBezTo>
                  <a:cubicBezTo>
                    <a:pt x="57" y="28"/>
                    <a:pt x="57" y="28"/>
                    <a:pt x="57" y="28"/>
                  </a:cubicBezTo>
                  <a:cubicBezTo>
                    <a:pt x="57" y="14"/>
                    <a:pt x="71" y="0"/>
                    <a:pt x="85" y="0"/>
                  </a:cubicBezTo>
                  <a:cubicBezTo>
                    <a:pt x="389" y="0"/>
                    <a:pt x="389" y="0"/>
                    <a:pt x="389" y="0"/>
                  </a:cubicBezTo>
                  <a:cubicBezTo>
                    <a:pt x="389" y="551"/>
                    <a:pt x="389" y="551"/>
                    <a:pt x="389" y="551"/>
                  </a:cubicBezTo>
                  <a:cubicBezTo>
                    <a:pt x="85" y="551"/>
                    <a:pt x="85" y="551"/>
                    <a:pt x="85" y="551"/>
                  </a:cubicBezTo>
                  <a:cubicBezTo>
                    <a:pt x="71" y="551"/>
                    <a:pt x="57" y="537"/>
                    <a:pt x="57" y="52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35" y="134"/>
                    <a:pt x="120" y="141"/>
                    <a:pt x="106" y="141"/>
                  </a:cubicBezTo>
                  <a:cubicBezTo>
                    <a:pt x="29" y="141"/>
                    <a:pt x="29" y="141"/>
                    <a:pt x="29" y="141"/>
                  </a:cubicBezTo>
                  <a:cubicBezTo>
                    <a:pt x="15" y="141"/>
                    <a:pt x="0" y="134"/>
                    <a:pt x="0" y="113"/>
                  </a:cubicBezTo>
                  <a:cubicBezTo>
                    <a:pt x="0" y="99"/>
                    <a:pt x="15" y="85"/>
                    <a:pt x="29" y="85"/>
                  </a:cubicBezTo>
                  <a:cubicBezTo>
                    <a:pt x="106" y="85"/>
                    <a:pt x="106" y="85"/>
                    <a:pt x="106" y="85"/>
                  </a:cubicBezTo>
                  <a:cubicBezTo>
                    <a:pt x="120" y="85"/>
                    <a:pt x="135" y="99"/>
                    <a:pt x="135" y="113"/>
                  </a:cubicBezTo>
                  <a:close/>
                  <a:moveTo>
                    <a:pt x="29" y="247"/>
                  </a:moveTo>
                  <a:lnTo>
                    <a:pt x="29" y="247"/>
                  </a:lnTo>
                  <a:cubicBezTo>
                    <a:pt x="106" y="247"/>
                    <a:pt x="106" y="247"/>
                    <a:pt x="106" y="247"/>
                  </a:cubicBezTo>
                  <a:cubicBezTo>
                    <a:pt x="120" y="247"/>
                    <a:pt x="135" y="261"/>
                    <a:pt x="135" y="275"/>
                  </a:cubicBezTo>
                  <a:cubicBezTo>
                    <a:pt x="135" y="290"/>
                    <a:pt x="120" y="304"/>
                    <a:pt x="106" y="304"/>
                  </a:cubicBezTo>
                  <a:cubicBezTo>
                    <a:pt x="29" y="304"/>
                    <a:pt x="29" y="304"/>
                    <a:pt x="29" y="304"/>
                  </a:cubicBezTo>
                  <a:cubicBezTo>
                    <a:pt x="15" y="304"/>
                    <a:pt x="0" y="290"/>
                    <a:pt x="0" y="275"/>
                  </a:cubicBezTo>
                  <a:cubicBezTo>
                    <a:pt x="0" y="261"/>
                    <a:pt x="15" y="247"/>
                    <a:pt x="29" y="247"/>
                  </a:cubicBezTo>
                  <a:close/>
                  <a:moveTo>
                    <a:pt x="29" y="410"/>
                  </a:moveTo>
                  <a:lnTo>
                    <a:pt x="29" y="410"/>
                  </a:lnTo>
                  <a:cubicBezTo>
                    <a:pt x="106" y="410"/>
                    <a:pt x="106" y="410"/>
                    <a:pt x="106" y="410"/>
                  </a:cubicBezTo>
                  <a:cubicBezTo>
                    <a:pt x="120" y="410"/>
                    <a:pt x="135" y="417"/>
                    <a:pt x="135" y="438"/>
                  </a:cubicBezTo>
                  <a:cubicBezTo>
                    <a:pt x="135" y="452"/>
                    <a:pt x="120" y="466"/>
                    <a:pt x="106" y="466"/>
                  </a:cubicBezTo>
                  <a:cubicBezTo>
                    <a:pt x="29" y="466"/>
                    <a:pt x="29" y="466"/>
                    <a:pt x="29" y="466"/>
                  </a:cubicBezTo>
                  <a:cubicBezTo>
                    <a:pt x="15" y="466"/>
                    <a:pt x="0" y="452"/>
                    <a:pt x="0" y="438"/>
                  </a:cubicBezTo>
                  <a:cubicBezTo>
                    <a:pt x="0" y="417"/>
                    <a:pt x="15" y="410"/>
                    <a:pt x="29" y="41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0" name="组合 9"/>
          <p:cNvGrpSpPr/>
          <p:nvPr userDrawn="1"/>
        </p:nvGrpSpPr>
        <p:grpSpPr>
          <a:xfrm>
            <a:off x="4463238" y="1700153"/>
            <a:ext cx="577036" cy="577246"/>
            <a:chOff x="3491880" y="1274820"/>
            <a:chExt cx="432833" cy="432834"/>
          </a:xfrm>
        </p:grpSpPr>
        <p:sp>
          <p:nvSpPr>
            <p:cNvPr id="11" name="椭圆 16"/>
            <p:cNvSpPr>
              <a:spLocks noChangeArrowheads="1"/>
            </p:cNvSpPr>
            <p:nvPr/>
          </p:nvSpPr>
          <p:spPr bwMode="auto">
            <a:xfrm>
              <a:off x="3491880" y="1274820"/>
              <a:ext cx="432833" cy="432834"/>
            </a:xfrm>
            <a:prstGeom prst="ellipse">
              <a:avLst/>
            </a:prstGeom>
            <a:solidFill>
              <a:srgbClr val="1369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2" name="Freeform 75"/>
            <p:cNvSpPr>
              <a:spLocks noChangeArrowheads="1"/>
            </p:cNvSpPr>
            <p:nvPr/>
          </p:nvSpPr>
          <p:spPr bwMode="auto">
            <a:xfrm>
              <a:off x="3583864" y="1385879"/>
              <a:ext cx="248863" cy="210716"/>
            </a:xfrm>
            <a:custGeom>
              <a:avLst/>
              <a:gdLst>
                <a:gd name="T0" fmla="*/ 74657633 w 602"/>
                <a:gd name="T1" fmla="*/ 66362244 h 510"/>
                <a:gd name="T2" fmla="*/ 74657633 w 602"/>
                <a:gd name="T3" fmla="*/ 66362244 h 510"/>
                <a:gd name="T4" fmla="*/ 3654665 w 602"/>
                <a:gd name="T5" fmla="*/ 66362244 h 510"/>
                <a:gd name="T6" fmla="*/ 0 w 602"/>
                <a:gd name="T7" fmla="*/ 62711741 h 510"/>
                <a:gd name="T8" fmla="*/ 0 w 602"/>
                <a:gd name="T9" fmla="*/ 3650503 h 510"/>
                <a:gd name="T10" fmla="*/ 3654665 w 602"/>
                <a:gd name="T11" fmla="*/ 0 h 510"/>
                <a:gd name="T12" fmla="*/ 7308970 w 602"/>
                <a:gd name="T13" fmla="*/ 3650503 h 510"/>
                <a:gd name="T14" fmla="*/ 7308970 w 602"/>
                <a:gd name="T15" fmla="*/ 50717076 h 510"/>
                <a:gd name="T16" fmla="*/ 7308970 w 602"/>
                <a:gd name="T17" fmla="*/ 50717076 h 510"/>
                <a:gd name="T18" fmla="*/ 7308970 w 602"/>
                <a:gd name="T19" fmla="*/ 58930528 h 510"/>
                <a:gd name="T20" fmla="*/ 74657633 w 602"/>
                <a:gd name="T21" fmla="*/ 58930528 h 510"/>
                <a:gd name="T22" fmla="*/ 78442719 w 602"/>
                <a:gd name="T23" fmla="*/ 62711741 h 510"/>
                <a:gd name="T24" fmla="*/ 74657633 w 602"/>
                <a:gd name="T25" fmla="*/ 66362244 h 510"/>
                <a:gd name="T26" fmla="*/ 66434636 w 602"/>
                <a:gd name="T27" fmla="*/ 55280025 h 510"/>
                <a:gd name="T28" fmla="*/ 66434636 w 602"/>
                <a:gd name="T29" fmla="*/ 55280025 h 510"/>
                <a:gd name="T30" fmla="*/ 58995246 w 602"/>
                <a:gd name="T31" fmla="*/ 55280025 h 510"/>
                <a:gd name="T32" fmla="*/ 55340580 w 602"/>
                <a:gd name="T33" fmla="*/ 51629522 h 510"/>
                <a:gd name="T34" fmla="*/ 55340580 w 602"/>
                <a:gd name="T35" fmla="*/ 25814941 h 510"/>
                <a:gd name="T36" fmla="*/ 58995246 w 602"/>
                <a:gd name="T37" fmla="*/ 22164077 h 510"/>
                <a:gd name="T38" fmla="*/ 66434636 w 602"/>
                <a:gd name="T39" fmla="*/ 22164077 h 510"/>
                <a:gd name="T40" fmla="*/ 70089301 w 602"/>
                <a:gd name="T41" fmla="*/ 25814941 h 510"/>
                <a:gd name="T42" fmla="*/ 70089301 w 602"/>
                <a:gd name="T43" fmla="*/ 51629522 h 510"/>
                <a:gd name="T44" fmla="*/ 66434636 w 602"/>
                <a:gd name="T45" fmla="*/ 55280025 h 510"/>
                <a:gd name="T46" fmla="*/ 45159830 w 602"/>
                <a:gd name="T47" fmla="*/ 55280025 h 510"/>
                <a:gd name="T48" fmla="*/ 45159830 w 602"/>
                <a:gd name="T49" fmla="*/ 55280025 h 510"/>
                <a:gd name="T50" fmla="*/ 37850860 w 602"/>
                <a:gd name="T51" fmla="*/ 55280025 h 510"/>
                <a:gd name="T52" fmla="*/ 34065774 w 602"/>
                <a:gd name="T53" fmla="*/ 51629522 h 510"/>
                <a:gd name="T54" fmla="*/ 34065774 w 602"/>
                <a:gd name="T55" fmla="*/ 11082219 h 510"/>
                <a:gd name="T56" fmla="*/ 37850860 w 602"/>
                <a:gd name="T57" fmla="*/ 7431355 h 510"/>
                <a:gd name="T58" fmla="*/ 45159830 w 602"/>
                <a:gd name="T59" fmla="*/ 7431355 h 510"/>
                <a:gd name="T60" fmla="*/ 48814495 w 602"/>
                <a:gd name="T61" fmla="*/ 11082219 h 510"/>
                <a:gd name="T62" fmla="*/ 48814495 w 602"/>
                <a:gd name="T63" fmla="*/ 51629522 h 510"/>
                <a:gd name="T64" fmla="*/ 45159830 w 602"/>
                <a:gd name="T65" fmla="*/ 55280025 h 510"/>
                <a:gd name="T66" fmla="*/ 24929472 w 602"/>
                <a:gd name="T67" fmla="*/ 55280025 h 510"/>
                <a:gd name="T68" fmla="*/ 24929472 w 602"/>
                <a:gd name="T69" fmla="*/ 55280025 h 510"/>
                <a:gd name="T70" fmla="*/ 17489720 w 602"/>
                <a:gd name="T71" fmla="*/ 55280025 h 510"/>
                <a:gd name="T72" fmla="*/ 13835055 w 602"/>
                <a:gd name="T73" fmla="*/ 51629522 h 510"/>
                <a:gd name="T74" fmla="*/ 13835055 w 602"/>
                <a:gd name="T75" fmla="*/ 44198166 h 510"/>
                <a:gd name="T76" fmla="*/ 17489720 w 602"/>
                <a:gd name="T77" fmla="*/ 40547302 h 510"/>
                <a:gd name="T78" fmla="*/ 24929472 w 602"/>
                <a:gd name="T79" fmla="*/ 40547302 h 510"/>
                <a:gd name="T80" fmla="*/ 28583776 w 602"/>
                <a:gd name="T81" fmla="*/ 44198166 h 510"/>
                <a:gd name="T82" fmla="*/ 28583776 w 602"/>
                <a:gd name="T83" fmla="*/ 51629522 h 510"/>
                <a:gd name="T84" fmla="*/ 24929472 w 602"/>
                <a:gd name="T85" fmla="*/ 55280025 h 510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602" h="510">
                  <a:moveTo>
                    <a:pt x="572" y="509"/>
                  </a:moveTo>
                  <a:lnTo>
                    <a:pt x="572" y="509"/>
                  </a:lnTo>
                  <a:cubicBezTo>
                    <a:pt x="28" y="509"/>
                    <a:pt x="28" y="509"/>
                    <a:pt x="28" y="509"/>
                  </a:cubicBezTo>
                  <a:cubicBezTo>
                    <a:pt x="14" y="509"/>
                    <a:pt x="0" y="502"/>
                    <a:pt x="0" y="481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14"/>
                    <a:pt x="14" y="0"/>
                    <a:pt x="28" y="0"/>
                  </a:cubicBezTo>
                  <a:cubicBezTo>
                    <a:pt x="42" y="0"/>
                    <a:pt x="56" y="14"/>
                    <a:pt x="56" y="28"/>
                  </a:cubicBezTo>
                  <a:cubicBezTo>
                    <a:pt x="56" y="389"/>
                    <a:pt x="56" y="389"/>
                    <a:pt x="56" y="389"/>
                  </a:cubicBezTo>
                  <a:cubicBezTo>
                    <a:pt x="56" y="452"/>
                    <a:pt x="56" y="452"/>
                    <a:pt x="56" y="452"/>
                  </a:cubicBezTo>
                  <a:cubicBezTo>
                    <a:pt x="572" y="452"/>
                    <a:pt x="572" y="452"/>
                    <a:pt x="572" y="452"/>
                  </a:cubicBezTo>
                  <a:cubicBezTo>
                    <a:pt x="594" y="452"/>
                    <a:pt x="601" y="467"/>
                    <a:pt x="601" y="481"/>
                  </a:cubicBezTo>
                  <a:cubicBezTo>
                    <a:pt x="601" y="502"/>
                    <a:pt x="594" y="509"/>
                    <a:pt x="572" y="509"/>
                  </a:cubicBezTo>
                  <a:close/>
                  <a:moveTo>
                    <a:pt x="509" y="424"/>
                  </a:moveTo>
                  <a:lnTo>
                    <a:pt x="509" y="424"/>
                  </a:lnTo>
                  <a:cubicBezTo>
                    <a:pt x="452" y="424"/>
                    <a:pt x="452" y="424"/>
                    <a:pt x="452" y="424"/>
                  </a:cubicBezTo>
                  <a:cubicBezTo>
                    <a:pt x="438" y="424"/>
                    <a:pt x="424" y="417"/>
                    <a:pt x="424" y="396"/>
                  </a:cubicBezTo>
                  <a:cubicBezTo>
                    <a:pt x="424" y="198"/>
                    <a:pt x="424" y="198"/>
                    <a:pt x="424" y="198"/>
                  </a:cubicBezTo>
                  <a:cubicBezTo>
                    <a:pt x="424" y="184"/>
                    <a:pt x="438" y="170"/>
                    <a:pt x="452" y="170"/>
                  </a:cubicBezTo>
                  <a:cubicBezTo>
                    <a:pt x="509" y="170"/>
                    <a:pt x="509" y="170"/>
                    <a:pt x="509" y="170"/>
                  </a:cubicBezTo>
                  <a:cubicBezTo>
                    <a:pt x="523" y="170"/>
                    <a:pt x="537" y="184"/>
                    <a:pt x="537" y="198"/>
                  </a:cubicBezTo>
                  <a:cubicBezTo>
                    <a:pt x="537" y="396"/>
                    <a:pt x="537" y="396"/>
                    <a:pt x="537" y="396"/>
                  </a:cubicBezTo>
                  <a:cubicBezTo>
                    <a:pt x="537" y="417"/>
                    <a:pt x="523" y="424"/>
                    <a:pt x="509" y="424"/>
                  </a:cubicBezTo>
                  <a:close/>
                  <a:moveTo>
                    <a:pt x="346" y="424"/>
                  </a:moveTo>
                  <a:lnTo>
                    <a:pt x="346" y="424"/>
                  </a:lnTo>
                  <a:cubicBezTo>
                    <a:pt x="290" y="424"/>
                    <a:pt x="290" y="424"/>
                    <a:pt x="290" y="424"/>
                  </a:cubicBezTo>
                  <a:cubicBezTo>
                    <a:pt x="276" y="424"/>
                    <a:pt x="261" y="417"/>
                    <a:pt x="261" y="396"/>
                  </a:cubicBezTo>
                  <a:cubicBezTo>
                    <a:pt x="261" y="85"/>
                    <a:pt x="261" y="85"/>
                    <a:pt x="261" y="85"/>
                  </a:cubicBezTo>
                  <a:cubicBezTo>
                    <a:pt x="261" y="71"/>
                    <a:pt x="276" y="57"/>
                    <a:pt x="290" y="57"/>
                  </a:cubicBezTo>
                  <a:cubicBezTo>
                    <a:pt x="346" y="57"/>
                    <a:pt x="346" y="57"/>
                    <a:pt x="346" y="57"/>
                  </a:cubicBezTo>
                  <a:cubicBezTo>
                    <a:pt x="367" y="57"/>
                    <a:pt x="374" y="71"/>
                    <a:pt x="374" y="85"/>
                  </a:cubicBezTo>
                  <a:cubicBezTo>
                    <a:pt x="374" y="396"/>
                    <a:pt x="374" y="396"/>
                    <a:pt x="374" y="396"/>
                  </a:cubicBezTo>
                  <a:cubicBezTo>
                    <a:pt x="374" y="417"/>
                    <a:pt x="367" y="424"/>
                    <a:pt x="346" y="424"/>
                  </a:cubicBezTo>
                  <a:close/>
                  <a:moveTo>
                    <a:pt x="191" y="424"/>
                  </a:moveTo>
                  <a:lnTo>
                    <a:pt x="191" y="424"/>
                  </a:lnTo>
                  <a:cubicBezTo>
                    <a:pt x="134" y="424"/>
                    <a:pt x="134" y="424"/>
                    <a:pt x="134" y="424"/>
                  </a:cubicBezTo>
                  <a:cubicBezTo>
                    <a:pt x="113" y="424"/>
                    <a:pt x="106" y="417"/>
                    <a:pt x="106" y="396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106" y="325"/>
                    <a:pt x="113" y="311"/>
                    <a:pt x="134" y="311"/>
                  </a:cubicBezTo>
                  <a:cubicBezTo>
                    <a:pt x="191" y="311"/>
                    <a:pt x="191" y="311"/>
                    <a:pt x="191" y="311"/>
                  </a:cubicBezTo>
                  <a:cubicBezTo>
                    <a:pt x="205" y="311"/>
                    <a:pt x="219" y="325"/>
                    <a:pt x="219" y="339"/>
                  </a:cubicBezTo>
                  <a:cubicBezTo>
                    <a:pt x="219" y="396"/>
                    <a:pt x="219" y="396"/>
                    <a:pt x="219" y="396"/>
                  </a:cubicBezTo>
                  <a:cubicBezTo>
                    <a:pt x="219" y="417"/>
                    <a:pt x="205" y="424"/>
                    <a:pt x="191" y="42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2" name="组合 11"/>
          <p:cNvGrpSpPr/>
          <p:nvPr userDrawn="1"/>
        </p:nvGrpSpPr>
        <p:grpSpPr>
          <a:xfrm>
            <a:off x="5327222" y="1700153"/>
            <a:ext cx="577036" cy="577246"/>
            <a:chOff x="4139952" y="1274820"/>
            <a:chExt cx="432833" cy="432834"/>
          </a:xfrm>
        </p:grpSpPr>
        <p:sp>
          <p:nvSpPr>
            <p:cNvPr id="24" name="椭圆 16"/>
            <p:cNvSpPr>
              <a:spLocks noChangeArrowheads="1"/>
            </p:cNvSpPr>
            <p:nvPr/>
          </p:nvSpPr>
          <p:spPr bwMode="auto">
            <a:xfrm>
              <a:off x="4139952" y="1274820"/>
              <a:ext cx="432833" cy="432834"/>
            </a:xfrm>
            <a:prstGeom prst="ellipse">
              <a:avLst/>
            </a:prstGeom>
            <a:solidFill>
              <a:srgbClr val="3992DB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3" name="Freeform 84"/>
            <p:cNvSpPr>
              <a:spLocks noChangeArrowheads="1"/>
            </p:cNvSpPr>
            <p:nvPr/>
          </p:nvSpPr>
          <p:spPr bwMode="auto">
            <a:xfrm>
              <a:off x="4241546" y="1366806"/>
              <a:ext cx="248863" cy="248863"/>
            </a:xfrm>
            <a:custGeom>
              <a:avLst/>
              <a:gdLst>
                <a:gd name="T0" fmla="*/ 43332858 w 602"/>
                <a:gd name="T1" fmla="*/ 34979440 h 602"/>
                <a:gd name="T2" fmla="*/ 43332858 w 602"/>
                <a:gd name="T3" fmla="*/ 34979440 h 602"/>
                <a:gd name="T4" fmla="*/ 43332858 w 602"/>
                <a:gd name="T5" fmla="*/ 0 h 602"/>
                <a:gd name="T6" fmla="*/ 78442719 w 602"/>
                <a:gd name="T7" fmla="*/ 34979440 h 602"/>
                <a:gd name="T8" fmla="*/ 43332858 w 602"/>
                <a:gd name="T9" fmla="*/ 34979440 h 602"/>
                <a:gd name="T10" fmla="*/ 36023527 w 602"/>
                <a:gd name="T11" fmla="*/ 78442719 h 602"/>
                <a:gd name="T12" fmla="*/ 36023527 w 602"/>
                <a:gd name="T13" fmla="*/ 78442719 h 602"/>
                <a:gd name="T14" fmla="*/ 0 w 602"/>
                <a:gd name="T15" fmla="*/ 42419192 h 602"/>
                <a:gd name="T16" fmla="*/ 36023527 w 602"/>
                <a:gd name="T17" fmla="*/ 7308970 h 602"/>
                <a:gd name="T18" fmla="*/ 36023527 w 602"/>
                <a:gd name="T19" fmla="*/ 42419192 h 602"/>
                <a:gd name="T20" fmla="*/ 71002968 w 602"/>
                <a:gd name="T21" fmla="*/ 42419192 h 602"/>
                <a:gd name="T22" fmla="*/ 36023527 w 602"/>
                <a:gd name="T23" fmla="*/ 78442719 h 60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602" h="602">
                  <a:moveTo>
                    <a:pt x="332" y="268"/>
                  </a:moveTo>
                  <a:lnTo>
                    <a:pt x="332" y="268"/>
                  </a:lnTo>
                  <a:cubicBezTo>
                    <a:pt x="332" y="0"/>
                    <a:pt x="332" y="0"/>
                    <a:pt x="332" y="0"/>
                  </a:cubicBezTo>
                  <a:cubicBezTo>
                    <a:pt x="481" y="0"/>
                    <a:pt x="601" y="120"/>
                    <a:pt x="601" y="268"/>
                  </a:cubicBezTo>
                  <a:lnTo>
                    <a:pt x="332" y="268"/>
                  </a:lnTo>
                  <a:close/>
                  <a:moveTo>
                    <a:pt x="276" y="601"/>
                  </a:moveTo>
                  <a:lnTo>
                    <a:pt x="276" y="601"/>
                  </a:lnTo>
                  <a:cubicBezTo>
                    <a:pt x="120" y="601"/>
                    <a:pt x="0" y="480"/>
                    <a:pt x="0" y="325"/>
                  </a:cubicBezTo>
                  <a:cubicBezTo>
                    <a:pt x="0" y="176"/>
                    <a:pt x="120" y="56"/>
                    <a:pt x="276" y="56"/>
                  </a:cubicBezTo>
                  <a:cubicBezTo>
                    <a:pt x="276" y="325"/>
                    <a:pt x="276" y="325"/>
                    <a:pt x="276" y="325"/>
                  </a:cubicBezTo>
                  <a:cubicBezTo>
                    <a:pt x="544" y="325"/>
                    <a:pt x="544" y="325"/>
                    <a:pt x="544" y="325"/>
                  </a:cubicBezTo>
                  <a:cubicBezTo>
                    <a:pt x="544" y="480"/>
                    <a:pt x="424" y="601"/>
                    <a:pt x="276" y="60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pic>
        <p:nvPicPr>
          <p:cNvPr id="4" name="图片 3" descr="河大logo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632460" y="476630"/>
            <a:ext cx="2207762" cy="6444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/>
          <p:cNvCxnSpPr/>
          <p:nvPr userDrawn="1"/>
        </p:nvCxnSpPr>
        <p:spPr>
          <a:xfrm>
            <a:off x="1007304" y="834057"/>
            <a:ext cx="104638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 5"/>
          <p:cNvSpPr/>
          <p:nvPr userDrawn="1"/>
        </p:nvSpPr>
        <p:spPr>
          <a:xfrm>
            <a:off x="0" y="6794447"/>
            <a:ext cx="10631710" cy="84639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/>
          <p:cNvSpPr/>
          <p:nvPr userDrawn="1"/>
        </p:nvSpPr>
        <p:spPr>
          <a:xfrm>
            <a:off x="10703717" y="6794446"/>
            <a:ext cx="1486695" cy="8463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" name="图片 1" descr="三个三角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2255" y="103505"/>
            <a:ext cx="779145" cy="617855"/>
          </a:xfrm>
          <a:prstGeom prst="rect">
            <a:avLst/>
          </a:prstGeom>
        </p:spPr>
      </p:pic>
      <p:pic>
        <p:nvPicPr>
          <p:cNvPr id="4" name="图片 3" descr="河大logo"/>
          <p:cNvPicPr>
            <a:picLocks noChangeAspect="1"/>
          </p:cNvPicPr>
          <p:nvPr userDrawn="1"/>
        </p:nvPicPr>
        <p:blipFill>
          <a:blip r:embed="rId4" cstate="print"/>
          <a:srcRect r="69715"/>
          <a:stretch>
            <a:fillRect/>
          </a:stretch>
        </p:blipFill>
        <p:spPr>
          <a:xfrm>
            <a:off x="10875010" y="132080"/>
            <a:ext cx="611505" cy="5892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2959" y="4407922"/>
            <a:ext cx="10361851" cy="1362390"/>
          </a:xfrm>
        </p:spPr>
        <p:txBody>
          <a:bodyPr anchor="t"/>
          <a:lstStyle>
            <a:lvl1pPr algn="l">
              <a:defRPr sz="53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2959" y="2907386"/>
            <a:ext cx="10361851" cy="1500534"/>
          </a:xfrm>
        </p:spPr>
        <p:txBody>
          <a:bodyPr anchor="b"/>
          <a:lstStyle>
            <a:lvl1pPr marL="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1pPr>
            <a:lvl2pPr marL="609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8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84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80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76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72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68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2025/3/31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521" y="1600572"/>
            <a:ext cx="5384099" cy="4527011"/>
          </a:xfrm>
        </p:spPr>
        <p:txBody>
          <a:bodyPr/>
          <a:lstStyle>
            <a:lvl1pPr>
              <a:defRPr sz="3700"/>
            </a:lvl1pPr>
            <a:lvl2pPr>
              <a:defRPr sz="3200"/>
            </a:lvl2pPr>
            <a:lvl3pPr>
              <a:defRPr sz="27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6793" y="1600572"/>
            <a:ext cx="5384099" cy="4527011"/>
          </a:xfrm>
        </p:spPr>
        <p:txBody>
          <a:bodyPr/>
          <a:lstStyle>
            <a:lvl1pPr>
              <a:defRPr sz="3700"/>
            </a:lvl1pPr>
            <a:lvl2pPr>
              <a:defRPr sz="3200"/>
            </a:lvl2pPr>
            <a:lvl3pPr>
              <a:defRPr sz="27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2025/3/31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521" y="1535469"/>
            <a:ext cx="5386216" cy="639911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600" indent="0">
              <a:buNone/>
              <a:defRPr sz="2700" b="1"/>
            </a:lvl2pPr>
            <a:lvl3pPr marL="1219200" indent="0">
              <a:buNone/>
              <a:defRPr sz="2400" b="1"/>
            </a:lvl3pPr>
            <a:lvl4pPr marL="1828800" indent="0">
              <a:buNone/>
              <a:defRPr sz="2100" b="1"/>
            </a:lvl4pPr>
            <a:lvl5pPr marL="2438400" indent="0">
              <a:buNone/>
              <a:defRPr sz="2100" b="1"/>
            </a:lvl5pPr>
            <a:lvl6pPr marL="3048000" indent="0">
              <a:buNone/>
              <a:defRPr sz="2100" b="1"/>
            </a:lvl6pPr>
            <a:lvl7pPr marL="3657600" indent="0">
              <a:buNone/>
              <a:defRPr sz="2100" b="1"/>
            </a:lvl7pPr>
            <a:lvl8pPr marL="4267200" indent="0">
              <a:buNone/>
              <a:defRPr sz="2100" b="1"/>
            </a:lvl8pPr>
            <a:lvl9pPr marL="4876800" indent="0">
              <a:buNone/>
              <a:defRPr sz="21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521" y="2175378"/>
            <a:ext cx="5386216" cy="3952203"/>
          </a:xfrm>
        </p:spPr>
        <p:txBody>
          <a:bodyPr/>
          <a:lstStyle>
            <a:lvl1pPr>
              <a:defRPr sz="3200"/>
            </a:lvl1pPr>
            <a:lvl2pPr>
              <a:defRPr sz="2700"/>
            </a:lvl2pPr>
            <a:lvl3pPr>
              <a:defRPr sz="24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2562" y="1535469"/>
            <a:ext cx="5388332" cy="639911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600" indent="0">
              <a:buNone/>
              <a:defRPr sz="2700" b="1"/>
            </a:lvl2pPr>
            <a:lvl3pPr marL="1219200" indent="0">
              <a:buNone/>
              <a:defRPr sz="2400" b="1"/>
            </a:lvl3pPr>
            <a:lvl4pPr marL="1828800" indent="0">
              <a:buNone/>
              <a:defRPr sz="2100" b="1"/>
            </a:lvl4pPr>
            <a:lvl5pPr marL="2438400" indent="0">
              <a:buNone/>
              <a:defRPr sz="2100" b="1"/>
            </a:lvl5pPr>
            <a:lvl6pPr marL="3048000" indent="0">
              <a:buNone/>
              <a:defRPr sz="2100" b="1"/>
            </a:lvl6pPr>
            <a:lvl7pPr marL="3657600" indent="0">
              <a:buNone/>
              <a:defRPr sz="2100" b="1"/>
            </a:lvl7pPr>
            <a:lvl8pPr marL="4267200" indent="0">
              <a:buNone/>
              <a:defRPr sz="2100" b="1"/>
            </a:lvl8pPr>
            <a:lvl9pPr marL="4876800" indent="0">
              <a:buNone/>
              <a:defRPr sz="21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2562" y="2175378"/>
            <a:ext cx="5388332" cy="3952203"/>
          </a:xfrm>
        </p:spPr>
        <p:txBody>
          <a:bodyPr/>
          <a:lstStyle>
            <a:lvl1pPr>
              <a:defRPr sz="3200"/>
            </a:lvl1pPr>
            <a:lvl2pPr>
              <a:defRPr sz="2700"/>
            </a:lvl2pPr>
            <a:lvl3pPr>
              <a:defRPr sz="24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2025/3/31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2025/3/31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2025/3/31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等腰三角形 7"/>
          <p:cNvSpPr/>
          <p:nvPr userDrawn="1"/>
        </p:nvSpPr>
        <p:spPr>
          <a:xfrm flipH="1" flipV="1">
            <a:off x="-767029" y="-29126"/>
            <a:ext cx="3825848" cy="1804442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等腰三角形 8"/>
          <p:cNvSpPr/>
          <p:nvPr userDrawn="1"/>
        </p:nvSpPr>
        <p:spPr>
          <a:xfrm flipH="1" flipV="1">
            <a:off x="1413539" y="0"/>
            <a:ext cx="3825848" cy="1804442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等腰三角形 9"/>
          <p:cNvSpPr/>
          <p:nvPr userDrawn="1"/>
        </p:nvSpPr>
        <p:spPr>
          <a:xfrm>
            <a:off x="6085438" y="4298493"/>
            <a:ext cx="5426766" cy="2559507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等腰三角形 10"/>
          <p:cNvSpPr/>
          <p:nvPr userDrawn="1"/>
        </p:nvSpPr>
        <p:spPr>
          <a:xfrm>
            <a:off x="7741543" y="3609725"/>
            <a:ext cx="6887119" cy="3248275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1" name="组合 40"/>
          <p:cNvGrpSpPr/>
          <p:nvPr userDrawn="1"/>
        </p:nvGrpSpPr>
        <p:grpSpPr>
          <a:xfrm>
            <a:off x="2299248" y="4024505"/>
            <a:ext cx="7551038" cy="105497"/>
            <a:chOff x="2101845" y="3387257"/>
            <a:chExt cx="7551038" cy="105497"/>
          </a:xfrm>
        </p:grpSpPr>
        <p:cxnSp>
          <p:nvCxnSpPr>
            <p:cNvPr id="42" name="直接连接符 41"/>
            <p:cNvCxnSpPr/>
            <p:nvPr/>
          </p:nvCxnSpPr>
          <p:spPr>
            <a:xfrm>
              <a:off x="2369489" y="3440005"/>
              <a:ext cx="7283394" cy="0"/>
            </a:xfrm>
            <a:prstGeom prst="line">
              <a:avLst/>
            </a:prstGeom>
            <a:ln w="285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椭圆 44"/>
            <p:cNvSpPr/>
            <p:nvPr/>
          </p:nvSpPr>
          <p:spPr>
            <a:xfrm>
              <a:off x="2101845" y="3387257"/>
              <a:ext cx="105497" cy="105497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椭圆 1"/>
          <p:cNvSpPr/>
          <p:nvPr userDrawn="1"/>
        </p:nvSpPr>
        <p:spPr>
          <a:xfrm>
            <a:off x="9983383" y="4024505"/>
            <a:ext cx="105497" cy="105497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" name="图片 3" descr="南门线稿x4222222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1414780" y="4149725"/>
            <a:ext cx="9155430" cy="2318385"/>
          </a:xfrm>
          <a:prstGeom prst="rect">
            <a:avLst/>
          </a:prstGeom>
        </p:spPr>
      </p:pic>
      <p:pic>
        <p:nvPicPr>
          <p:cNvPr id="5" name="图片 4" descr="河大logo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632460" y="476630"/>
            <a:ext cx="2207762" cy="6444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直接连接符 7"/>
          <p:cNvCxnSpPr/>
          <p:nvPr userDrawn="1"/>
        </p:nvCxnSpPr>
        <p:spPr>
          <a:xfrm>
            <a:off x="984634" y="1413103"/>
            <a:ext cx="1019847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组合 8"/>
          <p:cNvGrpSpPr/>
          <p:nvPr userDrawn="1"/>
        </p:nvGrpSpPr>
        <p:grpSpPr>
          <a:xfrm>
            <a:off x="10607120" y="654595"/>
            <a:ext cx="575989" cy="577246"/>
            <a:chOff x="6084168" y="1274820"/>
            <a:chExt cx="432048" cy="432834"/>
          </a:xfrm>
        </p:grpSpPr>
        <p:sp>
          <p:nvSpPr>
            <p:cNvPr id="10" name="椭圆 22"/>
            <p:cNvSpPr>
              <a:spLocks noChangeArrowheads="1"/>
            </p:cNvSpPr>
            <p:nvPr/>
          </p:nvSpPr>
          <p:spPr bwMode="auto">
            <a:xfrm>
              <a:off x="6084168" y="1274820"/>
              <a:ext cx="432048" cy="432834"/>
            </a:xfrm>
            <a:prstGeom prst="ellipse">
              <a:avLst/>
            </a:prstGeom>
            <a:solidFill>
              <a:srgbClr val="1369B2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1" name="Freeform 59"/>
            <p:cNvSpPr>
              <a:spLocks noChangeArrowheads="1"/>
            </p:cNvSpPr>
            <p:nvPr/>
          </p:nvSpPr>
          <p:spPr bwMode="auto">
            <a:xfrm>
              <a:off x="6180302" y="1365898"/>
              <a:ext cx="239780" cy="250679"/>
            </a:xfrm>
            <a:custGeom>
              <a:avLst/>
              <a:gdLst>
                <a:gd name="T0" fmla="*/ 73627430 w 581"/>
                <a:gd name="T1" fmla="*/ 67678707 h 609"/>
                <a:gd name="T2" fmla="*/ 61659637 w 581"/>
                <a:gd name="T3" fmla="*/ 78678142 h 609"/>
                <a:gd name="T4" fmla="*/ 54244957 w 581"/>
                <a:gd name="T5" fmla="*/ 72208055 h 609"/>
                <a:gd name="T6" fmla="*/ 57106883 w 581"/>
                <a:gd name="T7" fmla="*/ 65867111 h 609"/>
                <a:gd name="T8" fmla="*/ 61659637 w 581"/>
                <a:gd name="T9" fmla="*/ 69490662 h 609"/>
                <a:gd name="T10" fmla="*/ 71806401 w 581"/>
                <a:gd name="T11" fmla="*/ 61338122 h 609"/>
                <a:gd name="T12" fmla="*/ 73627430 w 581"/>
                <a:gd name="T13" fmla="*/ 67678707 h 609"/>
                <a:gd name="T14" fmla="*/ 61659637 w 581"/>
                <a:gd name="T15" fmla="*/ 64055516 h 609"/>
                <a:gd name="T16" fmla="*/ 49691843 w 581"/>
                <a:gd name="T17" fmla="*/ 69490662 h 609"/>
                <a:gd name="T18" fmla="*/ 51513233 w 581"/>
                <a:gd name="T19" fmla="*/ 75054951 h 609"/>
                <a:gd name="T20" fmla="*/ 3772261 w 581"/>
                <a:gd name="T21" fmla="*/ 78678142 h 609"/>
                <a:gd name="T22" fmla="*/ 0 w 581"/>
                <a:gd name="T23" fmla="*/ 10999436 h 609"/>
                <a:gd name="T24" fmla="*/ 10146404 w 581"/>
                <a:gd name="T25" fmla="*/ 7246742 h 609"/>
                <a:gd name="T26" fmla="*/ 17561444 w 581"/>
                <a:gd name="T27" fmla="*/ 18246178 h 609"/>
                <a:gd name="T28" fmla="*/ 24845922 w 581"/>
                <a:gd name="T29" fmla="*/ 7246742 h 609"/>
                <a:gd name="T30" fmla="*/ 28488341 w 581"/>
                <a:gd name="T31" fmla="*/ 10999436 h 609"/>
                <a:gd name="T32" fmla="*/ 43318061 w 581"/>
                <a:gd name="T33" fmla="*/ 10999436 h 609"/>
                <a:gd name="T34" fmla="*/ 46960119 w 581"/>
                <a:gd name="T35" fmla="*/ 7246742 h 609"/>
                <a:gd name="T36" fmla="*/ 54244957 w 581"/>
                <a:gd name="T37" fmla="*/ 18246178 h 609"/>
                <a:gd name="T38" fmla="*/ 61659637 w 581"/>
                <a:gd name="T39" fmla="*/ 7246742 h 609"/>
                <a:gd name="T40" fmla="*/ 71806401 w 581"/>
                <a:gd name="T41" fmla="*/ 10999436 h 609"/>
                <a:gd name="T42" fmla="*/ 66212751 w 581"/>
                <a:gd name="T43" fmla="*/ 59526167 h 609"/>
                <a:gd name="T44" fmla="*/ 10146404 w 581"/>
                <a:gd name="T45" fmla="*/ 63149718 h 609"/>
                <a:gd name="T46" fmla="*/ 12878128 w 581"/>
                <a:gd name="T47" fmla="*/ 65867111 h 609"/>
                <a:gd name="T48" fmla="*/ 39545439 w 581"/>
                <a:gd name="T49" fmla="*/ 63149718 h 609"/>
                <a:gd name="T50" fmla="*/ 39545439 w 581"/>
                <a:gd name="T51" fmla="*/ 63149718 h 609"/>
                <a:gd name="T52" fmla="*/ 39545439 w 581"/>
                <a:gd name="T53" fmla="*/ 63149718 h 609"/>
                <a:gd name="T54" fmla="*/ 12878128 w 581"/>
                <a:gd name="T55" fmla="*/ 60431965 h 609"/>
                <a:gd name="T56" fmla="*/ 58017218 w 581"/>
                <a:gd name="T57" fmla="*/ 28339815 h 609"/>
                <a:gd name="T58" fmla="*/ 13788823 w 581"/>
                <a:gd name="T59" fmla="*/ 28339815 h 609"/>
                <a:gd name="T60" fmla="*/ 13788823 w 581"/>
                <a:gd name="T61" fmla="*/ 35715700 h 609"/>
                <a:gd name="T62" fmla="*/ 61659637 w 581"/>
                <a:gd name="T63" fmla="*/ 31963007 h 609"/>
                <a:gd name="T64" fmla="*/ 58017218 w 581"/>
                <a:gd name="T65" fmla="*/ 43868240 h 609"/>
                <a:gd name="T66" fmla="*/ 35903020 w 581"/>
                <a:gd name="T67" fmla="*/ 43868240 h 609"/>
                <a:gd name="T68" fmla="*/ 13788823 w 581"/>
                <a:gd name="T69" fmla="*/ 43868240 h 609"/>
                <a:gd name="T70" fmla="*/ 13788823 w 581"/>
                <a:gd name="T71" fmla="*/ 51244484 h 609"/>
                <a:gd name="T72" fmla="*/ 35903020 w 581"/>
                <a:gd name="T73" fmla="*/ 51244484 h 609"/>
                <a:gd name="T74" fmla="*/ 61659637 w 581"/>
                <a:gd name="T75" fmla="*/ 47491791 h 609"/>
                <a:gd name="T76" fmla="*/ 54244957 w 581"/>
                <a:gd name="T77" fmla="*/ 14622627 h 609"/>
                <a:gd name="T78" fmla="*/ 50602538 w 581"/>
                <a:gd name="T79" fmla="*/ 10999436 h 609"/>
                <a:gd name="T80" fmla="*/ 54244957 w 581"/>
                <a:gd name="T81" fmla="*/ 0 h 609"/>
                <a:gd name="T82" fmla="*/ 58017218 w 581"/>
                <a:gd name="T83" fmla="*/ 10999436 h 609"/>
                <a:gd name="T84" fmla="*/ 35903020 w 581"/>
                <a:gd name="T85" fmla="*/ 14622627 h 609"/>
                <a:gd name="T86" fmla="*/ 32260601 w 581"/>
                <a:gd name="T87" fmla="*/ 10999436 h 609"/>
                <a:gd name="T88" fmla="*/ 35903020 w 581"/>
                <a:gd name="T89" fmla="*/ 0 h 609"/>
                <a:gd name="T90" fmla="*/ 39545439 w 581"/>
                <a:gd name="T91" fmla="*/ 10999436 h 609"/>
                <a:gd name="T92" fmla="*/ 17561444 w 581"/>
                <a:gd name="T93" fmla="*/ 14622627 h 609"/>
                <a:gd name="T94" fmla="*/ 13788823 w 581"/>
                <a:gd name="T95" fmla="*/ 10999436 h 609"/>
                <a:gd name="T96" fmla="*/ 17561444 w 581"/>
                <a:gd name="T97" fmla="*/ 0 h 609"/>
                <a:gd name="T98" fmla="*/ 21203502 w 581"/>
                <a:gd name="T99" fmla="*/ 10999436 h 609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0" t="0" r="r" b="b"/>
              <a:pathLst>
                <a:path w="581" h="609">
                  <a:moveTo>
                    <a:pt x="566" y="523"/>
                  </a:moveTo>
                  <a:lnTo>
                    <a:pt x="566" y="523"/>
                  </a:lnTo>
                  <a:cubicBezTo>
                    <a:pt x="495" y="594"/>
                    <a:pt x="495" y="594"/>
                    <a:pt x="495" y="594"/>
                  </a:cubicBezTo>
                  <a:cubicBezTo>
                    <a:pt x="488" y="601"/>
                    <a:pt x="481" y="608"/>
                    <a:pt x="474" y="608"/>
                  </a:cubicBezTo>
                  <a:cubicBezTo>
                    <a:pt x="467" y="608"/>
                    <a:pt x="460" y="601"/>
                    <a:pt x="453" y="594"/>
                  </a:cubicBezTo>
                  <a:cubicBezTo>
                    <a:pt x="417" y="558"/>
                    <a:pt x="417" y="558"/>
                    <a:pt x="417" y="558"/>
                  </a:cubicBezTo>
                  <a:cubicBezTo>
                    <a:pt x="410" y="551"/>
                    <a:pt x="410" y="544"/>
                    <a:pt x="410" y="537"/>
                  </a:cubicBezTo>
                  <a:cubicBezTo>
                    <a:pt x="410" y="523"/>
                    <a:pt x="417" y="509"/>
                    <a:pt x="439" y="509"/>
                  </a:cubicBezTo>
                  <a:cubicBezTo>
                    <a:pt x="446" y="509"/>
                    <a:pt x="453" y="516"/>
                    <a:pt x="453" y="523"/>
                  </a:cubicBezTo>
                  <a:cubicBezTo>
                    <a:pt x="474" y="537"/>
                    <a:pt x="474" y="537"/>
                    <a:pt x="474" y="537"/>
                  </a:cubicBezTo>
                  <a:cubicBezTo>
                    <a:pt x="530" y="481"/>
                    <a:pt x="530" y="481"/>
                    <a:pt x="530" y="481"/>
                  </a:cubicBezTo>
                  <a:cubicBezTo>
                    <a:pt x="537" y="474"/>
                    <a:pt x="545" y="474"/>
                    <a:pt x="552" y="474"/>
                  </a:cubicBezTo>
                  <a:cubicBezTo>
                    <a:pt x="566" y="474"/>
                    <a:pt x="580" y="488"/>
                    <a:pt x="580" y="502"/>
                  </a:cubicBezTo>
                  <a:cubicBezTo>
                    <a:pt x="580" y="509"/>
                    <a:pt x="573" y="516"/>
                    <a:pt x="566" y="523"/>
                  </a:cubicBezTo>
                  <a:close/>
                  <a:moveTo>
                    <a:pt x="474" y="495"/>
                  </a:moveTo>
                  <a:lnTo>
                    <a:pt x="474" y="495"/>
                  </a:lnTo>
                  <a:cubicBezTo>
                    <a:pt x="467" y="488"/>
                    <a:pt x="453" y="481"/>
                    <a:pt x="439" y="481"/>
                  </a:cubicBezTo>
                  <a:cubicBezTo>
                    <a:pt x="403" y="481"/>
                    <a:pt x="382" y="509"/>
                    <a:pt x="382" y="537"/>
                  </a:cubicBezTo>
                  <a:cubicBezTo>
                    <a:pt x="382" y="558"/>
                    <a:pt x="389" y="573"/>
                    <a:pt x="396" y="580"/>
                  </a:cubicBezTo>
                  <a:cubicBezTo>
                    <a:pt x="424" y="608"/>
                    <a:pt x="424" y="608"/>
                    <a:pt x="424" y="608"/>
                  </a:cubicBezTo>
                  <a:cubicBezTo>
                    <a:pt x="29" y="608"/>
                    <a:pt x="29" y="608"/>
                    <a:pt x="29" y="608"/>
                  </a:cubicBezTo>
                  <a:cubicBezTo>
                    <a:pt x="15" y="608"/>
                    <a:pt x="0" y="594"/>
                    <a:pt x="0" y="580"/>
                  </a:cubicBezTo>
                  <a:cubicBezTo>
                    <a:pt x="0" y="85"/>
                    <a:pt x="0" y="85"/>
                    <a:pt x="0" y="85"/>
                  </a:cubicBezTo>
                  <a:cubicBezTo>
                    <a:pt x="0" y="71"/>
                    <a:pt x="15" y="56"/>
                    <a:pt x="29" y="56"/>
                  </a:cubicBezTo>
                  <a:cubicBezTo>
                    <a:pt x="78" y="56"/>
                    <a:pt x="78" y="56"/>
                    <a:pt x="78" y="56"/>
                  </a:cubicBezTo>
                  <a:cubicBezTo>
                    <a:pt x="78" y="85"/>
                    <a:pt x="78" y="85"/>
                    <a:pt x="78" y="85"/>
                  </a:cubicBezTo>
                  <a:cubicBezTo>
                    <a:pt x="78" y="120"/>
                    <a:pt x="106" y="141"/>
                    <a:pt x="135" y="141"/>
                  </a:cubicBezTo>
                  <a:cubicBezTo>
                    <a:pt x="163" y="141"/>
                    <a:pt x="191" y="120"/>
                    <a:pt x="191" y="85"/>
                  </a:cubicBezTo>
                  <a:cubicBezTo>
                    <a:pt x="191" y="56"/>
                    <a:pt x="191" y="56"/>
                    <a:pt x="191" y="56"/>
                  </a:cubicBezTo>
                  <a:cubicBezTo>
                    <a:pt x="219" y="56"/>
                    <a:pt x="219" y="56"/>
                    <a:pt x="219" y="56"/>
                  </a:cubicBezTo>
                  <a:cubicBezTo>
                    <a:pt x="219" y="85"/>
                    <a:pt x="219" y="85"/>
                    <a:pt x="219" y="85"/>
                  </a:cubicBezTo>
                  <a:cubicBezTo>
                    <a:pt x="219" y="120"/>
                    <a:pt x="248" y="141"/>
                    <a:pt x="276" y="141"/>
                  </a:cubicBezTo>
                  <a:cubicBezTo>
                    <a:pt x="304" y="141"/>
                    <a:pt x="333" y="120"/>
                    <a:pt x="333" y="85"/>
                  </a:cubicBezTo>
                  <a:cubicBezTo>
                    <a:pt x="333" y="56"/>
                    <a:pt x="333" y="56"/>
                    <a:pt x="333" y="56"/>
                  </a:cubicBezTo>
                  <a:cubicBezTo>
                    <a:pt x="361" y="56"/>
                    <a:pt x="361" y="56"/>
                    <a:pt x="361" y="56"/>
                  </a:cubicBezTo>
                  <a:cubicBezTo>
                    <a:pt x="361" y="85"/>
                    <a:pt x="361" y="85"/>
                    <a:pt x="361" y="85"/>
                  </a:cubicBezTo>
                  <a:cubicBezTo>
                    <a:pt x="361" y="120"/>
                    <a:pt x="389" y="141"/>
                    <a:pt x="417" y="141"/>
                  </a:cubicBezTo>
                  <a:cubicBezTo>
                    <a:pt x="446" y="141"/>
                    <a:pt x="474" y="120"/>
                    <a:pt x="474" y="85"/>
                  </a:cubicBezTo>
                  <a:cubicBezTo>
                    <a:pt x="474" y="56"/>
                    <a:pt x="474" y="56"/>
                    <a:pt x="474" y="56"/>
                  </a:cubicBezTo>
                  <a:cubicBezTo>
                    <a:pt x="523" y="56"/>
                    <a:pt x="523" y="56"/>
                    <a:pt x="523" y="56"/>
                  </a:cubicBezTo>
                  <a:cubicBezTo>
                    <a:pt x="537" y="56"/>
                    <a:pt x="552" y="71"/>
                    <a:pt x="552" y="85"/>
                  </a:cubicBezTo>
                  <a:cubicBezTo>
                    <a:pt x="552" y="445"/>
                    <a:pt x="552" y="445"/>
                    <a:pt x="552" y="445"/>
                  </a:cubicBezTo>
                  <a:cubicBezTo>
                    <a:pt x="530" y="445"/>
                    <a:pt x="516" y="452"/>
                    <a:pt x="509" y="460"/>
                  </a:cubicBezTo>
                  <a:lnTo>
                    <a:pt x="474" y="495"/>
                  </a:lnTo>
                  <a:close/>
                  <a:moveTo>
                    <a:pt x="78" y="488"/>
                  </a:moveTo>
                  <a:lnTo>
                    <a:pt x="78" y="488"/>
                  </a:lnTo>
                  <a:cubicBezTo>
                    <a:pt x="78" y="502"/>
                    <a:pt x="85" y="509"/>
                    <a:pt x="99" y="509"/>
                  </a:cubicBezTo>
                  <a:cubicBezTo>
                    <a:pt x="283" y="509"/>
                    <a:pt x="283" y="509"/>
                    <a:pt x="283" y="509"/>
                  </a:cubicBezTo>
                  <a:cubicBezTo>
                    <a:pt x="297" y="509"/>
                    <a:pt x="304" y="502"/>
                    <a:pt x="304" y="488"/>
                  </a:cubicBezTo>
                  <a:cubicBezTo>
                    <a:pt x="304" y="474"/>
                    <a:pt x="297" y="467"/>
                    <a:pt x="283" y="467"/>
                  </a:cubicBezTo>
                  <a:cubicBezTo>
                    <a:pt x="99" y="467"/>
                    <a:pt x="99" y="467"/>
                    <a:pt x="99" y="467"/>
                  </a:cubicBezTo>
                  <a:cubicBezTo>
                    <a:pt x="85" y="467"/>
                    <a:pt x="78" y="474"/>
                    <a:pt x="78" y="488"/>
                  </a:cubicBezTo>
                  <a:close/>
                  <a:moveTo>
                    <a:pt x="446" y="219"/>
                  </a:moveTo>
                  <a:lnTo>
                    <a:pt x="446" y="219"/>
                  </a:lnTo>
                  <a:cubicBezTo>
                    <a:pt x="106" y="219"/>
                    <a:pt x="106" y="219"/>
                    <a:pt x="106" y="219"/>
                  </a:cubicBezTo>
                  <a:cubicBezTo>
                    <a:pt x="92" y="219"/>
                    <a:pt x="78" y="233"/>
                    <a:pt x="78" y="247"/>
                  </a:cubicBezTo>
                  <a:cubicBezTo>
                    <a:pt x="78" y="262"/>
                    <a:pt x="92" y="276"/>
                    <a:pt x="106" y="276"/>
                  </a:cubicBezTo>
                  <a:cubicBezTo>
                    <a:pt x="446" y="276"/>
                    <a:pt x="446" y="276"/>
                    <a:pt x="446" y="276"/>
                  </a:cubicBezTo>
                  <a:cubicBezTo>
                    <a:pt x="460" y="276"/>
                    <a:pt x="474" y="262"/>
                    <a:pt x="474" y="247"/>
                  </a:cubicBezTo>
                  <a:cubicBezTo>
                    <a:pt x="474" y="233"/>
                    <a:pt x="460" y="219"/>
                    <a:pt x="446" y="219"/>
                  </a:cubicBezTo>
                  <a:close/>
                  <a:moveTo>
                    <a:pt x="446" y="339"/>
                  </a:moveTo>
                  <a:lnTo>
                    <a:pt x="446" y="339"/>
                  </a:lnTo>
                  <a:cubicBezTo>
                    <a:pt x="276" y="339"/>
                    <a:pt x="276" y="339"/>
                    <a:pt x="276" y="339"/>
                  </a:cubicBezTo>
                  <a:cubicBezTo>
                    <a:pt x="226" y="339"/>
                    <a:pt x="226" y="339"/>
                    <a:pt x="226" y="339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92" y="339"/>
                    <a:pt x="78" y="353"/>
                    <a:pt x="78" y="367"/>
                  </a:cubicBezTo>
                  <a:cubicBezTo>
                    <a:pt x="78" y="389"/>
                    <a:pt x="92" y="396"/>
                    <a:pt x="106" y="396"/>
                  </a:cubicBezTo>
                  <a:cubicBezTo>
                    <a:pt x="226" y="396"/>
                    <a:pt x="226" y="396"/>
                    <a:pt x="226" y="396"/>
                  </a:cubicBezTo>
                  <a:cubicBezTo>
                    <a:pt x="276" y="396"/>
                    <a:pt x="276" y="396"/>
                    <a:pt x="276" y="396"/>
                  </a:cubicBezTo>
                  <a:cubicBezTo>
                    <a:pt x="446" y="396"/>
                    <a:pt x="446" y="396"/>
                    <a:pt x="446" y="396"/>
                  </a:cubicBezTo>
                  <a:cubicBezTo>
                    <a:pt x="460" y="396"/>
                    <a:pt x="474" y="389"/>
                    <a:pt x="474" y="367"/>
                  </a:cubicBezTo>
                  <a:cubicBezTo>
                    <a:pt x="474" y="353"/>
                    <a:pt x="460" y="339"/>
                    <a:pt x="446" y="339"/>
                  </a:cubicBezTo>
                  <a:close/>
                  <a:moveTo>
                    <a:pt x="417" y="113"/>
                  </a:moveTo>
                  <a:lnTo>
                    <a:pt x="417" y="113"/>
                  </a:lnTo>
                  <a:cubicBezTo>
                    <a:pt x="403" y="113"/>
                    <a:pt x="389" y="106"/>
                    <a:pt x="389" y="85"/>
                  </a:cubicBezTo>
                  <a:cubicBezTo>
                    <a:pt x="389" y="28"/>
                    <a:pt x="389" y="28"/>
                    <a:pt x="389" y="28"/>
                  </a:cubicBezTo>
                  <a:cubicBezTo>
                    <a:pt x="389" y="14"/>
                    <a:pt x="403" y="0"/>
                    <a:pt x="417" y="0"/>
                  </a:cubicBezTo>
                  <a:cubicBezTo>
                    <a:pt x="431" y="0"/>
                    <a:pt x="446" y="14"/>
                    <a:pt x="446" y="28"/>
                  </a:cubicBezTo>
                  <a:cubicBezTo>
                    <a:pt x="446" y="85"/>
                    <a:pt x="446" y="85"/>
                    <a:pt x="446" y="85"/>
                  </a:cubicBezTo>
                  <a:cubicBezTo>
                    <a:pt x="446" y="106"/>
                    <a:pt x="431" y="113"/>
                    <a:pt x="417" y="113"/>
                  </a:cubicBezTo>
                  <a:close/>
                  <a:moveTo>
                    <a:pt x="276" y="113"/>
                  </a:moveTo>
                  <a:lnTo>
                    <a:pt x="276" y="113"/>
                  </a:lnTo>
                  <a:cubicBezTo>
                    <a:pt x="262" y="113"/>
                    <a:pt x="248" y="106"/>
                    <a:pt x="248" y="85"/>
                  </a:cubicBezTo>
                  <a:cubicBezTo>
                    <a:pt x="248" y="28"/>
                    <a:pt x="248" y="28"/>
                    <a:pt x="248" y="28"/>
                  </a:cubicBezTo>
                  <a:cubicBezTo>
                    <a:pt x="248" y="14"/>
                    <a:pt x="262" y="0"/>
                    <a:pt x="276" y="0"/>
                  </a:cubicBezTo>
                  <a:cubicBezTo>
                    <a:pt x="290" y="0"/>
                    <a:pt x="304" y="14"/>
                    <a:pt x="304" y="28"/>
                  </a:cubicBezTo>
                  <a:cubicBezTo>
                    <a:pt x="304" y="85"/>
                    <a:pt x="304" y="85"/>
                    <a:pt x="304" y="85"/>
                  </a:cubicBezTo>
                  <a:cubicBezTo>
                    <a:pt x="304" y="106"/>
                    <a:pt x="290" y="113"/>
                    <a:pt x="276" y="11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21" y="113"/>
                    <a:pt x="106" y="106"/>
                    <a:pt x="106" y="85"/>
                  </a:cubicBezTo>
                  <a:cubicBezTo>
                    <a:pt x="106" y="28"/>
                    <a:pt x="106" y="28"/>
                    <a:pt x="106" y="28"/>
                  </a:cubicBezTo>
                  <a:cubicBezTo>
                    <a:pt x="106" y="14"/>
                    <a:pt x="121" y="0"/>
                    <a:pt x="135" y="0"/>
                  </a:cubicBezTo>
                  <a:cubicBezTo>
                    <a:pt x="149" y="0"/>
                    <a:pt x="163" y="14"/>
                    <a:pt x="163" y="28"/>
                  </a:cubicBezTo>
                  <a:cubicBezTo>
                    <a:pt x="163" y="85"/>
                    <a:pt x="163" y="85"/>
                    <a:pt x="163" y="85"/>
                  </a:cubicBezTo>
                  <a:cubicBezTo>
                    <a:pt x="163" y="106"/>
                    <a:pt x="149" y="113"/>
                    <a:pt x="135" y="113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2" name="组合 11"/>
          <p:cNvGrpSpPr/>
          <p:nvPr userDrawn="1"/>
        </p:nvGrpSpPr>
        <p:grpSpPr>
          <a:xfrm>
            <a:off x="8879153" y="655120"/>
            <a:ext cx="575989" cy="576197"/>
            <a:chOff x="4788024" y="1275213"/>
            <a:chExt cx="432048" cy="432048"/>
          </a:xfrm>
        </p:grpSpPr>
        <p:sp>
          <p:nvSpPr>
            <p:cNvPr id="13" name="椭圆 65"/>
            <p:cNvSpPr>
              <a:spLocks noChangeArrowheads="1"/>
            </p:cNvSpPr>
            <p:nvPr/>
          </p:nvSpPr>
          <p:spPr bwMode="auto">
            <a:xfrm>
              <a:off x="4788024" y="1275213"/>
              <a:ext cx="432048" cy="432048"/>
            </a:xfrm>
            <a:prstGeom prst="ellipse">
              <a:avLst/>
            </a:prstGeom>
            <a:solidFill>
              <a:srgbClr val="F79600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4" name="Freeform 110"/>
            <p:cNvSpPr>
              <a:spLocks noChangeArrowheads="1"/>
            </p:cNvSpPr>
            <p:nvPr/>
          </p:nvSpPr>
          <p:spPr bwMode="auto">
            <a:xfrm>
              <a:off x="4891102" y="1366806"/>
              <a:ext cx="250679" cy="248862"/>
            </a:xfrm>
            <a:custGeom>
              <a:avLst/>
              <a:gdLst>
                <a:gd name="T0" fmla="*/ 78678142 w 609"/>
                <a:gd name="T1" fmla="*/ 71002280 h 602"/>
                <a:gd name="T2" fmla="*/ 78678142 w 609"/>
                <a:gd name="T3" fmla="*/ 71002280 h 602"/>
                <a:gd name="T4" fmla="*/ 71302258 w 609"/>
                <a:gd name="T5" fmla="*/ 78441997 h 602"/>
                <a:gd name="T6" fmla="*/ 65867111 w 609"/>
                <a:gd name="T7" fmla="*/ 76614673 h 602"/>
                <a:gd name="T8" fmla="*/ 44774038 w 609"/>
                <a:gd name="T9" fmla="*/ 54426302 h 602"/>
                <a:gd name="T10" fmla="*/ 29245613 w 609"/>
                <a:gd name="T11" fmla="*/ 59125033 h 602"/>
                <a:gd name="T12" fmla="*/ 0 w 609"/>
                <a:gd name="T13" fmla="*/ 29497307 h 602"/>
                <a:gd name="T14" fmla="*/ 29245613 w 609"/>
                <a:gd name="T15" fmla="*/ 0 h 602"/>
                <a:gd name="T16" fmla="*/ 58491226 w 609"/>
                <a:gd name="T17" fmla="*/ 29497307 h 602"/>
                <a:gd name="T18" fmla="*/ 54867675 w 609"/>
                <a:gd name="T19" fmla="*/ 44376380 h 602"/>
                <a:gd name="T20" fmla="*/ 75960749 w 609"/>
                <a:gd name="T21" fmla="*/ 65520668 h 602"/>
                <a:gd name="T22" fmla="*/ 78678142 w 609"/>
                <a:gd name="T23" fmla="*/ 71002280 h 602"/>
                <a:gd name="T24" fmla="*/ 29245613 w 609"/>
                <a:gd name="T25" fmla="*/ 7439717 h 602"/>
                <a:gd name="T26" fmla="*/ 29245613 w 609"/>
                <a:gd name="T27" fmla="*/ 7439717 h 602"/>
                <a:gd name="T28" fmla="*/ 7246742 w 609"/>
                <a:gd name="T29" fmla="*/ 29497307 h 602"/>
                <a:gd name="T30" fmla="*/ 29245613 w 609"/>
                <a:gd name="T31" fmla="*/ 51685677 h 602"/>
                <a:gd name="T32" fmla="*/ 51244484 w 609"/>
                <a:gd name="T33" fmla="*/ 29497307 h 602"/>
                <a:gd name="T34" fmla="*/ 29245613 w 609"/>
                <a:gd name="T35" fmla="*/ 7439717 h 602"/>
                <a:gd name="T36" fmla="*/ 42056644 w 609"/>
                <a:gd name="T37" fmla="*/ 33282375 h 602"/>
                <a:gd name="T38" fmla="*/ 42056644 w 609"/>
                <a:gd name="T39" fmla="*/ 33282375 h 602"/>
                <a:gd name="T40" fmla="*/ 32868804 w 609"/>
                <a:gd name="T41" fmla="*/ 33282375 h 602"/>
                <a:gd name="T42" fmla="*/ 32868804 w 609"/>
                <a:gd name="T43" fmla="*/ 41504973 h 602"/>
                <a:gd name="T44" fmla="*/ 29245613 w 609"/>
                <a:gd name="T45" fmla="*/ 45290042 h 602"/>
                <a:gd name="T46" fmla="*/ 25622062 w 609"/>
                <a:gd name="T47" fmla="*/ 41504973 h 602"/>
                <a:gd name="T48" fmla="*/ 25622062 w 609"/>
                <a:gd name="T49" fmla="*/ 33282375 h 602"/>
                <a:gd name="T50" fmla="*/ 17340380 w 609"/>
                <a:gd name="T51" fmla="*/ 33282375 h 602"/>
                <a:gd name="T52" fmla="*/ 13716829 w 609"/>
                <a:gd name="T53" fmla="*/ 29497307 h 602"/>
                <a:gd name="T54" fmla="*/ 17340380 w 609"/>
                <a:gd name="T55" fmla="*/ 25842658 h 602"/>
                <a:gd name="T56" fmla="*/ 25622062 w 609"/>
                <a:gd name="T57" fmla="*/ 25842658 h 602"/>
                <a:gd name="T58" fmla="*/ 25622062 w 609"/>
                <a:gd name="T59" fmla="*/ 16575978 h 602"/>
                <a:gd name="T60" fmla="*/ 29245613 w 609"/>
                <a:gd name="T61" fmla="*/ 12921329 h 602"/>
                <a:gd name="T62" fmla="*/ 32868804 w 609"/>
                <a:gd name="T63" fmla="*/ 16575978 h 602"/>
                <a:gd name="T64" fmla="*/ 32868804 w 609"/>
                <a:gd name="T65" fmla="*/ 25842658 h 602"/>
                <a:gd name="T66" fmla="*/ 42056644 w 609"/>
                <a:gd name="T67" fmla="*/ 25842658 h 602"/>
                <a:gd name="T68" fmla="*/ 45679835 w 609"/>
                <a:gd name="T69" fmla="*/ 29497307 h 602"/>
                <a:gd name="T70" fmla="*/ 42056644 w 609"/>
                <a:gd name="T71" fmla="*/ 33282375 h 60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609" h="602">
                  <a:moveTo>
                    <a:pt x="608" y="544"/>
                  </a:moveTo>
                  <a:lnTo>
                    <a:pt x="608" y="544"/>
                  </a:lnTo>
                  <a:cubicBezTo>
                    <a:pt x="608" y="573"/>
                    <a:pt x="579" y="601"/>
                    <a:pt x="551" y="601"/>
                  </a:cubicBezTo>
                  <a:cubicBezTo>
                    <a:pt x="530" y="601"/>
                    <a:pt x="516" y="594"/>
                    <a:pt x="509" y="587"/>
                  </a:cubicBezTo>
                  <a:cubicBezTo>
                    <a:pt x="346" y="417"/>
                    <a:pt x="346" y="417"/>
                    <a:pt x="346" y="417"/>
                  </a:cubicBezTo>
                  <a:cubicBezTo>
                    <a:pt x="311" y="438"/>
                    <a:pt x="269" y="453"/>
                    <a:pt x="226" y="453"/>
                  </a:cubicBezTo>
                  <a:cubicBezTo>
                    <a:pt x="106" y="453"/>
                    <a:pt x="0" y="347"/>
                    <a:pt x="0" y="226"/>
                  </a:cubicBezTo>
                  <a:cubicBezTo>
                    <a:pt x="0" y="99"/>
                    <a:pt x="106" y="0"/>
                    <a:pt x="226" y="0"/>
                  </a:cubicBezTo>
                  <a:cubicBezTo>
                    <a:pt x="353" y="0"/>
                    <a:pt x="452" y="99"/>
                    <a:pt x="452" y="226"/>
                  </a:cubicBezTo>
                  <a:cubicBezTo>
                    <a:pt x="452" y="269"/>
                    <a:pt x="445" y="304"/>
                    <a:pt x="424" y="340"/>
                  </a:cubicBezTo>
                  <a:cubicBezTo>
                    <a:pt x="587" y="502"/>
                    <a:pt x="587" y="502"/>
                    <a:pt x="587" y="502"/>
                  </a:cubicBezTo>
                  <a:cubicBezTo>
                    <a:pt x="601" y="516"/>
                    <a:pt x="608" y="530"/>
                    <a:pt x="608" y="544"/>
                  </a:cubicBezTo>
                  <a:close/>
                  <a:moveTo>
                    <a:pt x="226" y="57"/>
                  </a:moveTo>
                  <a:lnTo>
                    <a:pt x="226" y="57"/>
                  </a:lnTo>
                  <a:cubicBezTo>
                    <a:pt x="134" y="57"/>
                    <a:pt x="56" y="127"/>
                    <a:pt x="56" y="226"/>
                  </a:cubicBezTo>
                  <a:cubicBezTo>
                    <a:pt x="56" y="318"/>
                    <a:pt x="134" y="396"/>
                    <a:pt x="226" y="396"/>
                  </a:cubicBezTo>
                  <a:cubicBezTo>
                    <a:pt x="325" y="396"/>
                    <a:pt x="396" y="318"/>
                    <a:pt x="396" y="226"/>
                  </a:cubicBezTo>
                  <a:cubicBezTo>
                    <a:pt x="396" y="127"/>
                    <a:pt x="325" y="57"/>
                    <a:pt x="226" y="57"/>
                  </a:cubicBezTo>
                  <a:close/>
                  <a:moveTo>
                    <a:pt x="325" y="255"/>
                  </a:moveTo>
                  <a:lnTo>
                    <a:pt x="325" y="255"/>
                  </a:lnTo>
                  <a:cubicBezTo>
                    <a:pt x="254" y="255"/>
                    <a:pt x="254" y="255"/>
                    <a:pt x="254" y="255"/>
                  </a:cubicBezTo>
                  <a:cubicBezTo>
                    <a:pt x="254" y="318"/>
                    <a:pt x="254" y="318"/>
                    <a:pt x="254" y="318"/>
                  </a:cubicBezTo>
                  <a:cubicBezTo>
                    <a:pt x="254" y="333"/>
                    <a:pt x="247" y="347"/>
                    <a:pt x="226" y="347"/>
                  </a:cubicBezTo>
                  <a:cubicBezTo>
                    <a:pt x="212" y="347"/>
                    <a:pt x="198" y="333"/>
                    <a:pt x="198" y="318"/>
                  </a:cubicBezTo>
                  <a:cubicBezTo>
                    <a:pt x="198" y="255"/>
                    <a:pt x="198" y="255"/>
                    <a:pt x="198" y="255"/>
                  </a:cubicBezTo>
                  <a:cubicBezTo>
                    <a:pt x="134" y="255"/>
                    <a:pt x="134" y="255"/>
                    <a:pt x="134" y="255"/>
                  </a:cubicBezTo>
                  <a:cubicBezTo>
                    <a:pt x="120" y="255"/>
                    <a:pt x="106" y="241"/>
                    <a:pt x="106" y="226"/>
                  </a:cubicBezTo>
                  <a:cubicBezTo>
                    <a:pt x="106" y="205"/>
                    <a:pt x="120" y="198"/>
                    <a:pt x="134" y="198"/>
                  </a:cubicBezTo>
                  <a:cubicBezTo>
                    <a:pt x="198" y="198"/>
                    <a:pt x="198" y="198"/>
                    <a:pt x="198" y="198"/>
                  </a:cubicBezTo>
                  <a:cubicBezTo>
                    <a:pt x="198" y="127"/>
                    <a:pt x="198" y="127"/>
                    <a:pt x="198" y="127"/>
                  </a:cubicBezTo>
                  <a:cubicBezTo>
                    <a:pt x="198" y="113"/>
                    <a:pt x="212" y="99"/>
                    <a:pt x="226" y="99"/>
                  </a:cubicBezTo>
                  <a:cubicBezTo>
                    <a:pt x="247" y="99"/>
                    <a:pt x="254" y="113"/>
                    <a:pt x="254" y="127"/>
                  </a:cubicBezTo>
                  <a:cubicBezTo>
                    <a:pt x="254" y="198"/>
                    <a:pt x="254" y="198"/>
                    <a:pt x="254" y="198"/>
                  </a:cubicBezTo>
                  <a:cubicBezTo>
                    <a:pt x="325" y="198"/>
                    <a:pt x="325" y="198"/>
                    <a:pt x="325" y="198"/>
                  </a:cubicBezTo>
                  <a:cubicBezTo>
                    <a:pt x="339" y="198"/>
                    <a:pt x="353" y="205"/>
                    <a:pt x="353" y="226"/>
                  </a:cubicBezTo>
                  <a:cubicBezTo>
                    <a:pt x="353" y="241"/>
                    <a:pt x="339" y="255"/>
                    <a:pt x="325" y="25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5" name="组合 14"/>
          <p:cNvGrpSpPr/>
          <p:nvPr userDrawn="1"/>
        </p:nvGrpSpPr>
        <p:grpSpPr>
          <a:xfrm>
            <a:off x="9743137" y="654595"/>
            <a:ext cx="577036" cy="577246"/>
            <a:chOff x="5436096" y="1274820"/>
            <a:chExt cx="432833" cy="432834"/>
          </a:xfrm>
        </p:grpSpPr>
        <p:sp>
          <p:nvSpPr>
            <p:cNvPr id="16" name="椭圆 16"/>
            <p:cNvSpPr>
              <a:spLocks noChangeArrowheads="1"/>
            </p:cNvSpPr>
            <p:nvPr/>
          </p:nvSpPr>
          <p:spPr bwMode="auto">
            <a:xfrm>
              <a:off x="5436096" y="1274820"/>
              <a:ext cx="432833" cy="43283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7" name="Freeform 16"/>
            <p:cNvSpPr>
              <a:spLocks noChangeArrowheads="1"/>
            </p:cNvSpPr>
            <p:nvPr/>
          </p:nvSpPr>
          <p:spPr bwMode="auto">
            <a:xfrm>
              <a:off x="5554420" y="1377705"/>
              <a:ext cx="196183" cy="227065"/>
            </a:xfrm>
            <a:custGeom>
              <a:avLst/>
              <a:gdLst>
                <a:gd name="T0" fmla="*/ 58106390 w 475"/>
                <a:gd name="T1" fmla="*/ 71207247 h 552"/>
                <a:gd name="T2" fmla="*/ 58106390 w 475"/>
                <a:gd name="T3" fmla="*/ 71207247 h 552"/>
                <a:gd name="T4" fmla="*/ 54327993 w 475"/>
                <a:gd name="T5" fmla="*/ 71207247 h 552"/>
                <a:gd name="T6" fmla="*/ 54327993 w 475"/>
                <a:gd name="T7" fmla="*/ 0 h 552"/>
                <a:gd name="T8" fmla="*/ 58106390 w 475"/>
                <a:gd name="T9" fmla="*/ 0 h 552"/>
                <a:gd name="T10" fmla="*/ 61754124 w 475"/>
                <a:gd name="T11" fmla="*/ 3618618 h 552"/>
                <a:gd name="T12" fmla="*/ 61754124 w 475"/>
                <a:gd name="T13" fmla="*/ 67588630 h 552"/>
                <a:gd name="T14" fmla="*/ 58106390 w 475"/>
                <a:gd name="T15" fmla="*/ 71207247 h 552"/>
                <a:gd name="T16" fmla="*/ 7426131 w 475"/>
                <a:gd name="T17" fmla="*/ 67588630 h 552"/>
                <a:gd name="T18" fmla="*/ 7426131 w 475"/>
                <a:gd name="T19" fmla="*/ 67588630 h 552"/>
                <a:gd name="T20" fmla="*/ 7426131 w 475"/>
                <a:gd name="T21" fmla="*/ 63970012 h 552"/>
                <a:gd name="T22" fmla="*/ 13809846 w 475"/>
                <a:gd name="T23" fmla="*/ 63970012 h 552"/>
                <a:gd name="T24" fmla="*/ 21235977 w 475"/>
                <a:gd name="T25" fmla="*/ 56603721 h 552"/>
                <a:gd name="T26" fmla="*/ 13809846 w 475"/>
                <a:gd name="T27" fmla="*/ 49237429 h 552"/>
                <a:gd name="T28" fmla="*/ 7426131 w 475"/>
                <a:gd name="T29" fmla="*/ 49237429 h 552"/>
                <a:gd name="T30" fmla="*/ 7426131 w 475"/>
                <a:gd name="T31" fmla="*/ 42905028 h 552"/>
                <a:gd name="T32" fmla="*/ 13809846 w 475"/>
                <a:gd name="T33" fmla="*/ 42905028 h 552"/>
                <a:gd name="T34" fmla="*/ 21235977 w 475"/>
                <a:gd name="T35" fmla="*/ 35539095 h 552"/>
                <a:gd name="T36" fmla="*/ 13809846 w 475"/>
                <a:gd name="T37" fmla="*/ 28301860 h 552"/>
                <a:gd name="T38" fmla="*/ 7426131 w 475"/>
                <a:gd name="T39" fmla="*/ 28301860 h 552"/>
                <a:gd name="T40" fmla="*/ 7426131 w 475"/>
                <a:gd name="T41" fmla="*/ 21840403 h 552"/>
                <a:gd name="T42" fmla="*/ 13809846 w 475"/>
                <a:gd name="T43" fmla="*/ 21840403 h 552"/>
                <a:gd name="T44" fmla="*/ 21235977 w 475"/>
                <a:gd name="T45" fmla="*/ 14603167 h 552"/>
                <a:gd name="T46" fmla="*/ 13809846 w 475"/>
                <a:gd name="T47" fmla="*/ 7236876 h 552"/>
                <a:gd name="T48" fmla="*/ 7426131 w 475"/>
                <a:gd name="T49" fmla="*/ 7236876 h 552"/>
                <a:gd name="T50" fmla="*/ 7426131 w 475"/>
                <a:gd name="T51" fmla="*/ 3618618 h 552"/>
                <a:gd name="T52" fmla="*/ 11074226 w 475"/>
                <a:gd name="T53" fmla="*/ 0 h 552"/>
                <a:gd name="T54" fmla="*/ 50680259 w 475"/>
                <a:gd name="T55" fmla="*/ 0 h 552"/>
                <a:gd name="T56" fmla="*/ 50680259 w 475"/>
                <a:gd name="T57" fmla="*/ 71207247 h 552"/>
                <a:gd name="T58" fmla="*/ 11074226 w 475"/>
                <a:gd name="T59" fmla="*/ 71207247 h 552"/>
                <a:gd name="T60" fmla="*/ 7426131 w 475"/>
                <a:gd name="T61" fmla="*/ 67588630 h 552"/>
                <a:gd name="T62" fmla="*/ 17588243 w 475"/>
                <a:gd name="T63" fmla="*/ 14603167 h 552"/>
                <a:gd name="T64" fmla="*/ 17588243 w 475"/>
                <a:gd name="T65" fmla="*/ 14603167 h 552"/>
                <a:gd name="T66" fmla="*/ 13809846 w 475"/>
                <a:gd name="T67" fmla="*/ 18221785 h 552"/>
                <a:gd name="T68" fmla="*/ 3778036 w 475"/>
                <a:gd name="T69" fmla="*/ 18221785 h 552"/>
                <a:gd name="T70" fmla="*/ 0 w 475"/>
                <a:gd name="T71" fmla="*/ 14603167 h 552"/>
                <a:gd name="T72" fmla="*/ 3778036 w 475"/>
                <a:gd name="T73" fmla="*/ 10984909 h 552"/>
                <a:gd name="T74" fmla="*/ 13809846 w 475"/>
                <a:gd name="T75" fmla="*/ 10984909 h 552"/>
                <a:gd name="T76" fmla="*/ 17588243 w 475"/>
                <a:gd name="T77" fmla="*/ 14603167 h 552"/>
                <a:gd name="T78" fmla="*/ 3778036 w 475"/>
                <a:gd name="T79" fmla="*/ 31920478 h 552"/>
                <a:gd name="T80" fmla="*/ 3778036 w 475"/>
                <a:gd name="T81" fmla="*/ 31920478 h 552"/>
                <a:gd name="T82" fmla="*/ 13809846 w 475"/>
                <a:gd name="T83" fmla="*/ 31920478 h 552"/>
                <a:gd name="T84" fmla="*/ 17588243 w 475"/>
                <a:gd name="T85" fmla="*/ 35539095 h 552"/>
                <a:gd name="T86" fmla="*/ 13809846 w 475"/>
                <a:gd name="T87" fmla="*/ 39286770 h 552"/>
                <a:gd name="T88" fmla="*/ 3778036 w 475"/>
                <a:gd name="T89" fmla="*/ 39286770 h 552"/>
                <a:gd name="T90" fmla="*/ 0 w 475"/>
                <a:gd name="T91" fmla="*/ 35539095 h 552"/>
                <a:gd name="T92" fmla="*/ 3778036 w 475"/>
                <a:gd name="T93" fmla="*/ 31920478 h 552"/>
                <a:gd name="T94" fmla="*/ 3778036 w 475"/>
                <a:gd name="T95" fmla="*/ 52985462 h 552"/>
                <a:gd name="T96" fmla="*/ 3778036 w 475"/>
                <a:gd name="T97" fmla="*/ 52985462 h 552"/>
                <a:gd name="T98" fmla="*/ 13809846 w 475"/>
                <a:gd name="T99" fmla="*/ 52985462 h 552"/>
                <a:gd name="T100" fmla="*/ 17588243 w 475"/>
                <a:gd name="T101" fmla="*/ 56603721 h 552"/>
                <a:gd name="T102" fmla="*/ 13809846 w 475"/>
                <a:gd name="T103" fmla="*/ 60222338 h 552"/>
                <a:gd name="T104" fmla="*/ 3778036 w 475"/>
                <a:gd name="T105" fmla="*/ 60222338 h 552"/>
                <a:gd name="T106" fmla="*/ 0 w 475"/>
                <a:gd name="T107" fmla="*/ 56603721 h 552"/>
                <a:gd name="T108" fmla="*/ 3778036 w 475"/>
                <a:gd name="T109" fmla="*/ 52985462 h 552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475" h="552">
                  <a:moveTo>
                    <a:pt x="446" y="551"/>
                  </a:moveTo>
                  <a:lnTo>
                    <a:pt x="446" y="551"/>
                  </a:lnTo>
                  <a:cubicBezTo>
                    <a:pt x="417" y="551"/>
                    <a:pt x="417" y="551"/>
                    <a:pt x="417" y="551"/>
                  </a:cubicBezTo>
                  <a:cubicBezTo>
                    <a:pt x="417" y="0"/>
                    <a:pt x="417" y="0"/>
                    <a:pt x="417" y="0"/>
                  </a:cubicBezTo>
                  <a:cubicBezTo>
                    <a:pt x="446" y="0"/>
                    <a:pt x="446" y="0"/>
                    <a:pt x="446" y="0"/>
                  </a:cubicBezTo>
                  <a:cubicBezTo>
                    <a:pt x="460" y="0"/>
                    <a:pt x="474" y="14"/>
                    <a:pt x="474" y="28"/>
                  </a:cubicBezTo>
                  <a:cubicBezTo>
                    <a:pt x="474" y="523"/>
                    <a:pt x="474" y="523"/>
                    <a:pt x="474" y="523"/>
                  </a:cubicBezTo>
                  <a:cubicBezTo>
                    <a:pt x="474" y="537"/>
                    <a:pt x="460" y="551"/>
                    <a:pt x="446" y="551"/>
                  </a:cubicBezTo>
                  <a:close/>
                  <a:moveTo>
                    <a:pt x="57" y="523"/>
                  </a:moveTo>
                  <a:lnTo>
                    <a:pt x="57" y="523"/>
                  </a:lnTo>
                  <a:cubicBezTo>
                    <a:pt x="57" y="495"/>
                    <a:pt x="57" y="495"/>
                    <a:pt x="57" y="495"/>
                  </a:cubicBezTo>
                  <a:cubicBezTo>
                    <a:pt x="106" y="495"/>
                    <a:pt x="106" y="495"/>
                    <a:pt x="106" y="495"/>
                  </a:cubicBezTo>
                  <a:cubicBezTo>
                    <a:pt x="135" y="495"/>
                    <a:pt x="163" y="466"/>
                    <a:pt x="163" y="438"/>
                  </a:cubicBezTo>
                  <a:cubicBezTo>
                    <a:pt x="163" y="403"/>
                    <a:pt x="135" y="381"/>
                    <a:pt x="106" y="381"/>
                  </a:cubicBezTo>
                  <a:cubicBezTo>
                    <a:pt x="57" y="381"/>
                    <a:pt x="57" y="381"/>
                    <a:pt x="57" y="381"/>
                  </a:cubicBezTo>
                  <a:cubicBezTo>
                    <a:pt x="57" y="332"/>
                    <a:pt x="57" y="332"/>
                    <a:pt x="57" y="332"/>
                  </a:cubicBezTo>
                  <a:cubicBezTo>
                    <a:pt x="106" y="332"/>
                    <a:pt x="106" y="332"/>
                    <a:pt x="106" y="332"/>
                  </a:cubicBezTo>
                  <a:cubicBezTo>
                    <a:pt x="135" y="332"/>
                    <a:pt x="163" y="304"/>
                    <a:pt x="163" y="275"/>
                  </a:cubicBezTo>
                  <a:cubicBezTo>
                    <a:pt x="163" y="247"/>
                    <a:pt x="135" y="219"/>
                    <a:pt x="106" y="219"/>
                  </a:cubicBezTo>
                  <a:cubicBezTo>
                    <a:pt x="57" y="219"/>
                    <a:pt x="57" y="219"/>
                    <a:pt x="57" y="219"/>
                  </a:cubicBezTo>
                  <a:cubicBezTo>
                    <a:pt x="57" y="169"/>
                    <a:pt x="57" y="169"/>
                    <a:pt x="57" y="169"/>
                  </a:cubicBezTo>
                  <a:cubicBezTo>
                    <a:pt x="106" y="169"/>
                    <a:pt x="106" y="169"/>
                    <a:pt x="106" y="169"/>
                  </a:cubicBezTo>
                  <a:cubicBezTo>
                    <a:pt x="135" y="169"/>
                    <a:pt x="163" y="148"/>
                    <a:pt x="163" y="113"/>
                  </a:cubicBezTo>
                  <a:cubicBezTo>
                    <a:pt x="163" y="85"/>
                    <a:pt x="135" y="56"/>
                    <a:pt x="106" y="56"/>
                  </a:cubicBezTo>
                  <a:cubicBezTo>
                    <a:pt x="57" y="56"/>
                    <a:pt x="57" y="56"/>
                    <a:pt x="57" y="56"/>
                  </a:cubicBezTo>
                  <a:cubicBezTo>
                    <a:pt x="57" y="28"/>
                    <a:pt x="57" y="28"/>
                    <a:pt x="57" y="28"/>
                  </a:cubicBezTo>
                  <a:cubicBezTo>
                    <a:pt x="57" y="14"/>
                    <a:pt x="71" y="0"/>
                    <a:pt x="85" y="0"/>
                  </a:cubicBezTo>
                  <a:cubicBezTo>
                    <a:pt x="389" y="0"/>
                    <a:pt x="389" y="0"/>
                    <a:pt x="389" y="0"/>
                  </a:cubicBezTo>
                  <a:cubicBezTo>
                    <a:pt x="389" y="551"/>
                    <a:pt x="389" y="551"/>
                    <a:pt x="389" y="551"/>
                  </a:cubicBezTo>
                  <a:cubicBezTo>
                    <a:pt x="85" y="551"/>
                    <a:pt x="85" y="551"/>
                    <a:pt x="85" y="551"/>
                  </a:cubicBezTo>
                  <a:cubicBezTo>
                    <a:pt x="71" y="551"/>
                    <a:pt x="57" y="537"/>
                    <a:pt x="57" y="52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35" y="134"/>
                    <a:pt x="120" y="141"/>
                    <a:pt x="106" y="141"/>
                  </a:cubicBezTo>
                  <a:cubicBezTo>
                    <a:pt x="29" y="141"/>
                    <a:pt x="29" y="141"/>
                    <a:pt x="29" y="141"/>
                  </a:cubicBezTo>
                  <a:cubicBezTo>
                    <a:pt x="15" y="141"/>
                    <a:pt x="0" y="134"/>
                    <a:pt x="0" y="113"/>
                  </a:cubicBezTo>
                  <a:cubicBezTo>
                    <a:pt x="0" y="99"/>
                    <a:pt x="15" y="85"/>
                    <a:pt x="29" y="85"/>
                  </a:cubicBezTo>
                  <a:cubicBezTo>
                    <a:pt x="106" y="85"/>
                    <a:pt x="106" y="85"/>
                    <a:pt x="106" y="85"/>
                  </a:cubicBezTo>
                  <a:cubicBezTo>
                    <a:pt x="120" y="85"/>
                    <a:pt x="135" y="99"/>
                    <a:pt x="135" y="113"/>
                  </a:cubicBezTo>
                  <a:close/>
                  <a:moveTo>
                    <a:pt x="29" y="247"/>
                  </a:moveTo>
                  <a:lnTo>
                    <a:pt x="29" y="247"/>
                  </a:lnTo>
                  <a:cubicBezTo>
                    <a:pt x="106" y="247"/>
                    <a:pt x="106" y="247"/>
                    <a:pt x="106" y="247"/>
                  </a:cubicBezTo>
                  <a:cubicBezTo>
                    <a:pt x="120" y="247"/>
                    <a:pt x="135" y="261"/>
                    <a:pt x="135" y="275"/>
                  </a:cubicBezTo>
                  <a:cubicBezTo>
                    <a:pt x="135" y="290"/>
                    <a:pt x="120" y="304"/>
                    <a:pt x="106" y="304"/>
                  </a:cubicBezTo>
                  <a:cubicBezTo>
                    <a:pt x="29" y="304"/>
                    <a:pt x="29" y="304"/>
                    <a:pt x="29" y="304"/>
                  </a:cubicBezTo>
                  <a:cubicBezTo>
                    <a:pt x="15" y="304"/>
                    <a:pt x="0" y="290"/>
                    <a:pt x="0" y="275"/>
                  </a:cubicBezTo>
                  <a:cubicBezTo>
                    <a:pt x="0" y="261"/>
                    <a:pt x="15" y="247"/>
                    <a:pt x="29" y="247"/>
                  </a:cubicBezTo>
                  <a:close/>
                  <a:moveTo>
                    <a:pt x="29" y="410"/>
                  </a:moveTo>
                  <a:lnTo>
                    <a:pt x="29" y="410"/>
                  </a:lnTo>
                  <a:cubicBezTo>
                    <a:pt x="106" y="410"/>
                    <a:pt x="106" y="410"/>
                    <a:pt x="106" y="410"/>
                  </a:cubicBezTo>
                  <a:cubicBezTo>
                    <a:pt x="120" y="410"/>
                    <a:pt x="135" y="417"/>
                    <a:pt x="135" y="438"/>
                  </a:cubicBezTo>
                  <a:cubicBezTo>
                    <a:pt x="135" y="452"/>
                    <a:pt x="120" y="466"/>
                    <a:pt x="106" y="466"/>
                  </a:cubicBezTo>
                  <a:cubicBezTo>
                    <a:pt x="29" y="466"/>
                    <a:pt x="29" y="466"/>
                    <a:pt x="29" y="466"/>
                  </a:cubicBezTo>
                  <a:cubicBezTo>
                    <a:pt x="15" y="466"/>
                    <a:pt x="0" y="452"/>
                    <a:pt x="0" y="438"/>
                  </a:cubicBezTo>
                  <a:cubicBezTo>
                    <a:pt x="0" y="417"/>
                    <a:pt x="15" y="410"/>
                    <a:pt x="29" y="41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8" name="组合 17"/>
          <p:cNvGrpSpPr/>
          <p:nvPr userDrawn="1"/>
        </p:nvGrpSpPr>
        <p:grpSpPr>
          <a:xfrm>
            <a:off x="7151187" y="654595"/>
            <a:ext cx="577036" cy="577246"/>
            <a:chOff x="3491880" y="1274820"/>
            <a:chExt cx="432833" cy="432834"/>
          </a:xfrm>
        </p:grpSpPr>
        <p:sp>
          <p:nvSpPr>
            <p:cNvPr id="19" name="椭圆 16"/>
            <p:cNvSpPr>
              <a:spLocks noChangeArrowheads="1"/>
            </p:cNvSpPr>
            <p:nvPr/>
          </p:nvSpPr>
          <p:spPr bwMode="auto">
            <a:xfrm>
              <a:off x="3491880" y="1274820"/>
              <a:ext cx="432833" cy="432834"/>
            </a:xfrm>
            <a:prstGeom prst="ellipse">
              <a:avLst/>
            </a:prstGeom>
            <a:solidFill>
              <a:srgbClr val="1369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0" name="Freeform 75"/>
            <p:cNvSpPr>
              <a:spLocks noChangeArrowheads="1"/>
            </p:cNvSpPr>
            <p:nvPr/>
          </p:nvSpPr>
          <p:spPr bwMode="auto">
            <a:xfrm>
              <a:off x="3583864" y="1385879"/>
              <a:ext cx="248863" cy="210716"/>
            </a:xfrm>
            <a:custGeom>
              <a:avLst/>
              <a:gdLst>
                <a:gd name="T0" fmla="*/ 74657633 w 602"/>
                <a:gd name="T1" fmla="*/ 66362244 h 510"/>
                <a:gd name="T2" fmla="*/ 74657633 w 602"/>
                <a:gd name="T3" fmla="*/ 66362244 h 510"/>
                <a:gd name="T4" fmla="*/ 3654665 w 602"/>
                <a:gd name="T5" fmla="*/ 66362244 h 510"/>
                <a:gd name="T6" fmla="*/ 0 w 602"/>
                <a:gd name="T7" fmla="*/ 62711741 h 510"/>
                <a:gd name="T8" fmla="*/ 0 w 602"/>
                <a:gd name="T9" fmla="*/ 3650503 h 510"/>
                <a:gd name="T10" fmla="*/ 3654665 w 602"/>
                <a:gd name="T11" fmla="*/ 0 h 510"/>
                <a:gd name="T12" fmla="*/ 7308970 w 602"/>
                <a:gd name="T13" fmla="*/ 3650503 h 510"/>
                <a:gd name="T14" fmla="*/ 7308970 w 602"/>
                <a:gd name="T15" fmla="*/ 50717076 h 510"/>
                <a:gd name="T16" fmla="*/ 7308970 w 602"/>
                <a:gd name="T17" fmla="*/ 50717076 h 510"/>
                <a:gd name="T18" fmla="*/ 7308970 w 602"/>
                <a:gd name="T19" fmla="*/ 58930528 h 510"/>
                <a:gd name="T20" fmla="*/ 74657633 w 602"/>
                <a:gd name="T21" fmla="*/ 58930528 h 510"/>
                <a:gd name="T22" fmla="*/ 78442719 w 602"/>
                <a:gd name="T23" fmla="*/ 62711741 h 510"/>
                <a:gd name="T24" fmla="*/ 74657633 w 602"/>
                <a:gd name="T25" fmla="*/ 66362244 h 510"/>
                <a:gd name="T26" fmla="*/ 66434636 w 602"/>
                <a:gd name="T27" fmla="*/ 55280025 h 510"/>
                <a:gd name="T28" fmla="*/ 66434636 w 602"/>
                <a:gd name="T29" fmla="*/ 55280025 h 510"/>
                <a:gd name="T30" fmla="*/ 58995246 w 602"/>
                <a:gd name="T31" fmla="*/ 55280025 h 510"/>
                <a:gd name="T32" fmla="*/ 55340580 w 602"/>
                <a:gd name="T33" fmla="*/ 51629522 h 510"/>
                <a:gd name="T34" fmla="*/ 55340580 w 602"/>
                <a:gd name="T35" fmla="*/ 25814941 h 510"/>
                <a:gd name="T36" fmla="*/ 58995246 w 602"/>
                <a:gd name="T37" fmla="*/ 22164077 h 510"/>
                <a:gd name="T38" fmla="*/ 66434636 w 602"/>
                <a:gd name="T39" fmla="*/ 22164077 h 510"/>
                <a:gd name="T40" fmla="*/ 70089301 w 602"/>
                <a:gd name="T41" fmla="*/ 25814941 h 510"/>
                <a:gd name="T42" fmla="*/ 70089301 w 602"/>
                <a:gd name="T43" fmla="*/ 51629522 h 510"/>
                <a:gd name="T44" fmla="*/ 66434636 w 602"/>
                <a:gd name="T45" fmla="*/ 55280025 h 510"/>
                <a:gd name="T46" fmla="*/ 45159830 w 602"/>
                <a:gd name="T47" fmla="*/ 55280025 h 510"/>
                <a:gd name="T48" fmla="*/ 45159830 w 602"/>
                <a:gd name="T49" fmla="*/ 55280025 h 510"/>
                <a:gd name="T50" fmla="*/ 37850860 w 602"/>
                <a:gd name="T51" fmla="*/ 55280025 h 510"/>
                <a:gd name="T52" fmla="*/ 34065774 w 602"/>
                <a:gd name="T53" fmla="*/ 51629522 h 510"/>
                <a:gd name="T54" fmla="*/ 34065774 w 602"/>
                <a:gd name="T55" fmla="*/ 11082219 h 510"/>
                <a:gd name="T56" fmla="*/ 37850860 w 602"/>
                <a:gd name="T57" fmla="*/ 7431355 h 510"/>
                <a:gd name="T58" fmla="*/ 45159830 w 602"/>
                <a:gd name="T59" fmla="*/ 7431355 h 510"/>
                <a:gd name="T60" fmla="*/ 48814495 w 602"/>
                <a:gd name="T61" fmla="*/ 11082219 h 510"/>
                <a:gd name="T62" fmla="*/ 48814495 w 602"/>
                <a:gd name="T63" fmla="*/ 51629522 h 510"/>
                <a:gd name="T64" fmla="*/ 45159830 w 602"/>
                <a:gd name="T65" fmla="*/ 55280025 h 510"/>
                <a:gd name="T66" fmla="*/ 24929472 w 602"/>
                <a:gd name="T67" fmla="*/ 55280025 h 510"/>
                <a:gd name="T68" fmla="*/ 24929472 w 602"/>
                <a:gd name="T69" fmla="*/ 55280025 h 510"/>
                <a:gd name="T70" fmla="*/ 17489720 w 602"/>
                <a:gd name="T71" fmla="*/ 55280025 h 510"/>
                <a:gd name="T72" fmla="*/ 13835055 w 602"/>
                <a:gd name="T73" fmla="*/ 51629522 h 510"/>
                <a:gd name="T74" fmla="*/ 13835055 w 602"/>
                <a:gd name="T75" fmla="*/ 44198166 h 510"/>
                <a:gd name="T76" fmla="*/ 17489720 w 602"/>
                <a:gd name="T77" fmla="*/ 40547302 h 510"/>
                <a:gd name="T78" fmla="*/ 24929472 w 602"/>
                <a:gd name="T79" fmla="*/ 40547302 h 510"/>
                <a:gd name="T80" fmla="*/ 28583776 w 602"/>
                <a:gd name="T81" fmla="*/ 44198166 h 510"/>
                <a:gd name="T82" fmla="*/ 28583776 w 602"/>
                <a:gd name="T83" fmla="*/ 51629522 h 510"/>
                <a:gd name="T84" fmla="*/ 24929472 w 602"/>
                <a:gd name="T85" fmla="*/ 55280025 h 510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602" h="510">
                  <a:moveTo>
                    <a:pt x="572" y="509"/>
                  </a:moveTo>
                  <a:lnTo>
                    <a:pt x="572" y="509"/>
                  </a:lnTo>
                  <a:cubicBezTo>
                    <a:pt x="28" y="509"/>
                    <a:pt x="28" y="509"/>
                    <a:pt x="28" y="509"/>
                  </a:cubicBezTo>
                  <a:cubicBezTo>
                    <a:pt x="14" y="509"/>
                    <a:pt x="0" y="502"/>
                    <a:pt x="0" y="481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14"/>
                    <a:pt x="14" y="0"/>
                    <a:pt x="28" y="0"/>
                  </a:cubicBezTo>
                  <a:cubicBezTo>
                    <a:pt x="42" y="0"/>
                    <a:pt x="56" y="14"/>
                    <a:pt x="56" y="28"/>
                  </a:cubicBezTo>
                  <a:cubicBezTo>
                    <a:pt x="56" y="389"/>
                    <a:pt x="56" y="389"/>
                    <a:pt x="56" y="389"/>
                  </a:cubicBezTo>
                  <a:cubicBezTo>
                    <a:pt x="56" y="452"/>
                    <a:pt x="56" y="452"/>
                    <a:pt x="56" y="452"/>
                  </a:cubicBezTo>
                  <a:cubicBezTo>
                    <a:pt x="572" y="452"/>
                    <a:pt x="572" y="452"/>
                    <a:pt x="572" y="452"/>
                  </a:cubicBezTo>
                  <a:cubicBezTo>
                    <a:pt x="594" y="452"/>
                    <a:pt x="601" y="467"/>
                    <a:pt x="601" y="481"/>
                  </a:cubicBezTo>
                  <a:cubicBezTo>
                    <a:pt x="601" y="502"/>
                    <a:pt x="594" y="509"/>
                    <a:pt x="572" y="509"/>
                  </a:cubicBezTo>
                  <a:close/>
                  <a:moveTo>
                    <a:pt x="509" y="424"/>
                  </a:moveTo>
                  <a:lnTo>
                    <a:pt x="509" y="424"/>
                  </a:lnTo>
                  <a:cubicBezTo>
                    <a:pt x="452" y="424"/>
                    <a:pt x="452" y="424"/>
                    <a:pt x="452" y="424"/>
                  </a:cubicBezTo>
                  <a:cubicBezTo>
                    <a:pt x="438" y="424"/>
                    <a:pt x="424" y="417"/>
                    <a:pt x="424" y="396"/>
                  </a:cubicBezTo>
                  <a:cubicBezTo>
                    <a:pt x="424" y="198"/>
                    <a:pt x="424" y="198"/>
                    <a:pt x="424" y="198"/>
                  </a:cubicBezTo>
                  <a:cubicBezTo>
                    <a:pt x="424" y="184"/>
                    <a:pt x="438" y="170"/>
                    <a:pt x="452" y="170"/>
                  </a:cubicBezTo>
                  <a:cubicBezTo>
                    <a:pt x="509" y="170"/>
                    <a:pt x="509" y="170"/>
                    <a:pt x="509" y="170"/>
                  </a:cubicBezTo>
                  <a:cubicBezTo>
                    <a:pt x="523" y="170"/>
                    <a:pt x="537" y="184"/>
                    <a:pt x="537" y="198"/>
                  </a:cubicBezTo>
                  <a:cubicBezTo>
                    <a:pt x="537" y="396"/>
                    <a:pt x="537" y="396"/>
                    <a:pt x="537" y="396"/>
                  </a:cubicBezTo>
                  <a:cubicBezTo>
                    <a:pt x="537" y="417"/>
                    <a:pt x="523" y="424"/>
                    <a:pt x="509" y="424"/>
                  </a:cubicBezTo>
                  <a:close/>
                  <a:moveTo>
                    <a:pt x="346" y="424"/>
                  </a:moveTo>
                  <a:lnTo>
                    <a:pt x="346" y="424"/>
                  </a:lnTo>
                  <a:cubicBezTo>
                    <a:pt x="290" y="424"/>
                    <a:pt x="290" y="424"/>
                    <a:pt x="290" y="424"/>
                  </a:cubicBezTo>
                  <a:cubicBezTo>
                    <a:pt x="276" y="424"/>
                    <a:pt x="261" y="417"/>
                    <a:pt x="261" y="396"/>
                  </a:cubicBezTo>
                  <a:cubicBezTo>
                    <a:pt x="261" y="85"/>
                    <a:pt x="261" y="85"/>
                    <a:pt x="261" y="85"/>
                  </a:cubicBezTo>
                  <a:cubicBezTo>
                    <a:pt x="261" y="71"/>
                    <a:pt x="276" y="57"/>
                    <a:pt x="290" y="57"/>
                  </a:cubicBezTo>
                  <a:cubicBezTo>
                    <a:pt x="346" y="57"/>
                    <a:pt x="346" y="57"/>
                    <a:pt x="346" y="57"/>
                  </a:cubicBezTo>
                  <a:cubicBezTo>
                    <a:pt x="367" y="57"/>
                    <a:pt x="374" y="71"/>
                    <a:pt x="374" y="85"/>
                  </a:cubicBezTo>
                  <a:cubicBezTo>
                    <a:pt x="374" y="396"/>
                    <a:pt x="374" y="396"/>
                    <a:pt x="374" y="396"/>
                  </a:cubicBezTo>
                  <a:cubicBezTo>
                    <a:pt x="374" y="417"/>
                    <a:pt x="367" y="424"/>
                    <a:pt x="346" y="424"/>
                  </a:cubicBezTo>
                  <a:close/>
                  <a:moveTo>
                    <a:pt x="191" y="424"/>
                  </a:moveTo>
                  <a:lnTo>
                    <a:pt x="191" y="424"/>
                  </a:lnTo>
                  <a:cubicBezTo>
                    <a:pt x="134" y="424"/>
                    <a:pt x="134" y="424"/>
                    <a:pt x="134" y="424"/>
                  </a:cubicBezTo>
                  <a:cubicBezTo>
                    <a:pt x="113" y="424"/>
                    <a:pt x="106" y="417"/>
                    <a:pt x="106" y="396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106" y="325"/>
                    <a:pt x="113" y="311"/>
                    <a:pt x="134" y="311"/>
                  </a:cubicBezTo>
                  <a:cubicBezTo>
                    <a:pt x="191" y="311"/>
                    <a:pt x="191" y="311"/>
                    <a:pt x="191" y="311"/>
                  </a:cubicBezTo>
                  <a:cubicBezTo>
                    <a:pt x="205" y="311"/>
                    <a:pt x="219" y="325"/>
                    <a:pt x="219" y="339"/>
                  </a:cubicBezTo>
                  <a:cubicBezTo>
                    <a:pt x="219" y="396"/>
                    <a:pt x="219" y="396"/>
                    <a:pt x="219" y="396"/>
                  </a:cubicBezTo>
                  <a:cubicBezTo>
                    <a:pt x="219" y="417"/>
                    <a:pt x="205" y="424"/>
                    <a:pt x="191" y="42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21" name="组合 20"/>
          <p:cNvGrpSpPr/>
          <p:nvPr userDrawn="1"/>
        </p:nvGrpSpPr>
        <p:grpSpPr>
          <a:xfrm>
            <a:off x="8015170" y="654595"/>
            <a:ext cx="577036" cy="577246"/>
            <a:chOff x="4139952" y="1274820"/>
            <a:chExt cx="432833" cy="432834"/>
          </a:xfrm>
        </p:grpSpPr>
        <p:sp>
          <p:nvSpPr>
            <p:cNvPr id="22" name="椭圆 16"/>
            <p:cNvSpPr>
              <a:spLocks noChangeArrowheads="1"/>
            </p:cNvSpPr>
            <p:nvPr/>
          </p:nvSpPr>
          <p:spPr bwMode="auto">
            <a:xfrm>
              <a:off x="4139952" y="1274820"/>
              <a:ext cx="432833" cy="432834"/>
            </a:xfrm>
            <a:prstGeom prst="ellipse">
              <a:avLst/>
            </a:prstGeom>
            <a:solidFill>
              <a:srgbClr val="3992DB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3" name="Freeform 84"/>
            <p:cNvSpPr>
              <a:spLocks noChangeArrowheads="1"/>
            </p:cNvSpPr>
            <p:nvPr/>
          </p:nvSpPr>
          <p:spPr bwMode="auto">
            <a:xfrm>
              <a:off x="4241546" y="1366806"/>
              <a:ext cx="248863" cy="248863"/>
            </a:xfrm>
            <a:custGeom>
              <a:avLst/>
              <a:gdLst>
                <a:gd name="T0" fmla="*/ 43332858 w 602"/>
                <a:gd name="T1" fmla="*/ 34979440 h 602"/>
                <a:gd name="T2" fmla="*/ 43332858 w 602"/>
                <a:gd name="T3" fmla="*/ 34979440 h 602"/>
                <a:gd name="T4" fmla="*/ 43332858 w 602"/>
                <a:gd name="T5" fmla="*/ 0 h 602"/>
                <a:gd name="T6" fmla="*/ 78442719 w 602"/>
                <a:gd name="T7" fmla="*/ 34979440 h 602"/>
                <a:gd name="T8" fmla="*/ 43332858 w 602"/>
                <a:gd name="T9" fmla="*/ 34979440 h 602"/>
                <a:gd name="T10" fmla="*/ 36023527 w 602"/>
                <a:gd name="T11" fmla="*/ 78442719 h 602"/>
                <a:gd name="T12" fmla="*/ 36023527 w 602"/>
                <a:gd name="T13" fmla="*/ 78442719 h 602"/>
                <a:gd name="T14" fmla="*/ 0 w 602"/>
                <a:gd name="T15" fmla="*/ 42419192 h 602"/>
                <a:gd name="T16" fmla="*/ 36023527 w 602"/>
                <a:gd name="T17" fmla="*/ 7308970 h 602"/>
                <a:gd name="T18" fmla="*/ 36023527 w 602"/>
                <a:gd name="T19" fmla="*/ 42419192 h 602"/>
                <a:gd name="T20" fmla="*/ 71002968 w 602"/>
                <a:gd name="T21" fmla="*/ 42419192 h 602"/>
                <a:gd name="T22" fmla="*/ 36023527 w 602"/>
                <a:gd name="T23" fmla="*/ 78442719 h 60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602" h="602">
                  <a:moveTo>
                    <a:pt x="332" y="268"/>
                  </a:moveTo>
                  <a:lnTo>
                    <a:pt x="332" y="268"/>
                  </a:lnTo>
                  <a:cubicBezTo>
                    <a:pt x="332" y="0"/>
                    <a:pt x="332" y="0"/>
                    <a:pt x="332" y="0"/>
                  </a:cubicBezTo>
                  <a:cubicBezTo>
                    <a:pt x="481" y="0"/>
                    <a:pt x="601" y="120"/>
                    <a:pt x="601" y="268"/>
                  </a:cubicBezTo>
                  <a:lnTo>
                    <a:pt x="332" y="268"/>
                  </a:lnTo>
                  <a:close/>
                  <a:moveTo>
                    <a:pt x="276" y="601"/>
                  </a:moveTo>
                  <a:lnTo>
                    <a:pt x="276" y="601"/>
                  </a:lnTo>
                  <a:cubicBezTo>
                    <a:pt x="120" y="601"/>
                    <a:pt x="0" y="480"/>
                    <a:pt x="0" y="325"/>
                  </a:cubicBezTo>
                  <a:cubicBezTo>
                    <a:pt x="0" y="176"/>
                    <a:pt x="120" y="56"/>
                    <a:pt x="276" y="56"/>
                  </a:cubicBezTo>
                  <a:cubicBezTo>
                    <a:pt x="276" y="325"/>
                    <a:pt x="276" y="325"/>
                    <a:pt x="276" y="325"/>
                  </a:cubicBezTo>
                  <a:cubicBezTo>
                    <a:pt x="544" y="325"/>
                    <a:pt x="544" y="325"/>
                    <a:pt x="544" y="325"/>
                  </a:cubicBezTo>
                  <a:cubicBezTo>
                    <a:pt x="544" y="480"/>
                    <a:pt x="424" y="601"/>
                    <a:pt x="276" y="60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2998" y="3789834"/>
            <a:ext cx="3952633" cy="616956"/>
          </a:xfrm>
          <a:prstGeom prst="rect">
            <a:avLst/>
          </a:prstGeom>
        </p:spPr>
      </p:pic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2025/3/31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40" name="等腰三角形 39"/>
          <p:cNvSpPr/>
          <p:nvPr userDrawn="1"/>
        </p:nvSpPr>
        <p:spPr>
          <a:xfrm>
            <a:off x="7741543" y="3609725"/>
            <a:ext cx="6887119" cy="3248275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等腰三角形 6"/>
          <p:cNvSpPr/>
          <p:nvPr userDrawn="1"/>
        </p:nvSpPr>
        <p:spPr>
          <a:xfrm flipH="1" flipV="1">
            <a:off x="-766394" y="-28491"/>
            <a:ext cx="3825848" cy="1804442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等腰三角形 7"/>
          <p:cNvSpPr/>
          <p:nvPr userDrawn="1"/>
        </p:nvSpPr>
        <p:spPr>
          <a:xfrm flipH="1" flipV="1">
            <a:off x="1414174" y="635"/>
            <a:ext cx="3825848" cy="1804442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等腰三角形 8"/>
          <p:cNvSpPr/>
          <p:nvPr userDrawn="1"/>
        </p:nvSpPr>
        <p:spPr>
          <a:xfrm>
            <a:off x="6086073" y="4299128"/>
            <a:ext cx="5426766" cy="2559507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1" name="组合 40"/>
          <p:cNvGrpSpPr/>
          <p:nvPr userDrawn="1"/>
        </p:nvGrpSpPr>
        <p:grpSpPr>
          <a:xfrm>
            <a:off x="2308773" y="3437345"/>
            <a:ext cx="7551038" cy="105497"/>
            <a:chOff x="2101845" y="3387257"/>
            <a:chExt cx="7551038" cy="105497"/>
          </a:xfrm>
        </p:grpSpPr>
        <p:cxnSp>
          <p:nvCxnSpPr>
            <p:cNvPr id="42" name="直接连接符 41"/>
            <p:cNvCxnSpPr/>
            <p:nvPr/>
          </p:nvCxnSpPr>
          <p:spPr>
            <a:xfrm>
              <a:off x="2369489" y="3440005"/>
              <a:ext cx="7283394" cy="0"/>
            </a:xfrm>
            <a:prstGeom prst="line">
              <a:avLst/>
            </a:prstGeom>
            <a:ln w="285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椭圆 44"/>
            <p:cNvSpPr/>
            <p:nvPr/>
          </p:nvSpPr>
          <p:spPr>
            <a:xfrm>
              <a:off x="2101845" y="3387257"/>
              <a:ext cx="105497" cy="105497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" name="椭圆 9"/>
          <p:cNvSpPr/>
          <p:nvPr userDrawn="1"/>
        </p:nvSpPr>
        <p:spPr>
          <a:xfrm>
            <a:off x="10011958" y="3437345"/>
            <a:ext cx="105497" cy="105497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图片 10" descr="寄语(1)"/>
          <p:cNvPicPr>
            <a:picLocks noChangeAspect="1"/>
          </p:cNvPicPr>
          <p:nvPr userDrawn="1"/>
        </p:nvPicPr>
        <p:blipFill>
          <a:blip r:embed="rId3"/>
          <a:srcRect l="114" t="60287" r="-114" b="572"/>
          <a:stretch>
            <a:fillRect/>
          </a:stretch>
        </p:blipFill>
        <p:spPr>
          <a:xfrm>
            <a:off x="2480310" y="2508250"/>
            <a:ext cx="7532370" cy="165798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8049" y="274702"/>
            <a:ext cx="2742843" cy="585288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521" y="274702"/>
            <a:ext cx="8025355" cy="585288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2025/3/31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5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11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3.xml"/><Relationship Id="rId10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2.xml"/><Relationship Id="rId9" Type="http://schemas.openxmlformats.org/officeDocument/2006/relationships/slideLayout" Target="../slideLayouts/slideLayout17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7.xml"/><Relationship Id="rId3" Type="http://schemas.openxmlformats.org/officeDocument/2006/relationships/slideLayout" Target="../slideLayouts/slideLayout22.xml"/><Relationship Id="rId7" Type="http://schemas.openxmlformats.org/officeDocument/2006/relationships/slideLayout" Target="../slideLayouts/slideLayout26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1.xml"/><Relationship Id="rId1" Type="http://schemas.openxmlformats.org/officeDocument/2006/relationships/slideLayout" Target="../slideLayouts/slideLayout20.xml"/><Relationship Id="rId6" Type="http://schemas.openxmlformats.org/officeDocument/2006/relationships/slideLayout" Target="../slideLayouts/slideLayout25.xml"/><Relationship Id="rId11" Type="http://schemas.openxmlformats.org/officeDocument/2006/relationships/slideLayout" Target="../slideLayouts/slideLayout30.xml"/><Relationship Id="rId5" Type="http://schemas.openxmlformats.org/officeDocument/2006/relationships/slideLayout" Target="../slideLayouts/slideLayout24.xml"/><Relationship Id="rId10" Type="http://schemas.openxmlformats.org/officeDocument/2006/relationships/slideLayout" Target="../slideLayouts/slideLayout29.xml"/><Relationship Id="rId4" Type="http://schemas.openxmlformats.org/officeDocument/2006/relationships/slideLayout" Target="../slideLayouts/slideLayout23.xml"/><Relationship Id="rId9" Type="http://schemas.openxmlformats.org/officeDocument/2006/relationships/slideLayout" Target="../slideLayouts/slideLayout28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8.xml"/><Relationship Id="rId3" Type="http://schemas.openxmlformats.org/officeDocument/2006/relationships/slideLayout" Target="../slideLayouts/slideLayout33.xml"/><Relationship Id="rId7" Type="http://schemas.openxmlformats.org/officeDocument/2006/relationships/slideLayout" Target="../slideLayouts/slideLayout37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2.xml"/><Relationship Id="rId1" Type="http://schemas.openxmlformats.org/officeDocument/2006/relationships/slideLayout" Target="../slideLayouts/slideLayout31.xml"/><Relationship Id="rId6" Type="http://schemas.openxmlformats.org/officeDocument/2006/relationships/slideLayout" Target="../slideLayouts/slideLayout36.xml"/><Relationship Id="rId11" Type="http://schemas.openxmlformats.org/officeDocument/2006/relationships/slideLayout" Target="../slideLayouts/slideLayout41.xml"/><Relationship Id="rId5" Type="http://schemas.openxmlformats.org/officeDocument/2006/relationships/slideLayout" Target="../slideLayouts/slideLayout35.xml"/><Relationship Id="rId10" Type="http://schemas.openxmlformats.org/officeDocument/2006/relationships/slideLayout" Target="../slideLayouts/slideLayout40.xml"/><Relationship Id="rId4" Type="http://schemas.openxmlformats.org/officeDocument/2006/relationships/slideLayout" Target="../slideLayouts/slideLayout34.xml"/><Relationship Id="rId9" Type="http://schemas.openxmlformats.org/officeDocument/2006/relationships/slideLayout" Target="../slideLayouts/slideLayout3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79605" y="6351009"/>
            <a:ext cx="2699578" cy="3168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760FBDFE-C587-4B4C-A407-44438C67B59E}" type="datetimeFigureOut">
              <a:rPr lang="zh-CN" altLang="en-US" smtClean="0"/>
              <a:t>2025/3/31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15357" y="6351009"/>
            <a:ext cx="3959381" cy="3168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09254" y="6351009"/>
            <a:ext cx="2699578" cy="3168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标题 7"/>
          <p:cNvSpPr>
            <a:spLocks noGrp="1"/>
          </p:cNvSpPr>
          <p:nvPr>
            <p:ph type="title"/>
          </p:nvPr>
        </p:nvSpPr>
        <p:spPr>
          <a:xfrm>
            <a:off x="669777" y="581333"/>
            <a:ext cx="10850541" cy="64812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2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/>
          </p:nvPr>
        </p:nvSpPr>
        <p:spPr>
          <a:xfrm>
            <a:off x="669820" y="1508404"/>
            <a:ext cx="10850454" cy="475004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800" b="1" u="none" strike="noStrike" kern="1200" cap="none" spc="200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2056765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25139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1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3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5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3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5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7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9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521" y="274702"/>
            <a:ext cx="10971372" cy="1143265"/>
          </a:xfrm>
          <a:prstGeom prst="rect">
            <a:avLst/>
          </a:prstGeom>
        </p:spPr>
        <p:txBody>
          <a:bodyPr vert="horz" lIns="121917" tIns="60958" rIns="121917" bIns="60958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521" y="1600572"/>
            <a:ext cx="10971372" cy="4527011"/>
          </a:xfrm>
          <a:prstGeom prst="rect">
            <a:avLst/>
          </a:prstGeom>
        </p:spPr>
        <p:txBody>
          <a:bodyPr vert="horz" lIns="121917" tIns="60958" rIns="121917" bIns="60958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521" y="6357822"/>
            <a:ext cx="2844430" cy="365210"/>
          </a:xfrm>
          <a:prstGeom prst="rect">
            <a:avLst/>
          </a:prstGeom>
        </p:spPr>
        <p:txBody>
          <a:bodyPr vert="horz" lIns="121917" tIns="60958" rIns="121917" bIns="60958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t>2025/3/31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058" y="6357822"/>
            <a:ext cx="3860297" cy="365210"/>
          </a:xfrm>
          <a:prstGeom prst="rect">
            <a:avLst/>
          </a:prstGeom>
        </p:spPr>
        <p:txBody>
          <a:bodyPr vert="horz" lIns="121917" tIns="60958" rIns="121917" bIns="60958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6463" y="6357822"/>
            <a:ext cx="2844430" cy="365210"/>
          </a:xfrm>
          <a:prstGeom prst="rect">
            <a:avLst/>
          </a:prstGeom>
        </p:spPr>
        <p:txBody>
          <a:bodyPr vert="horz" lIns="121917" tIns="60958" rIns="121917" bIns="60958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</p:sldLayoutIdLst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xStyles>
    <p:titleStyle>
      <a:lvl1pPr algn="ctr" defTabSz="1219200" rtl="0" eaLnBrk="1" latinLnBrk="0" hangingPunct="1">
        <a:spcBef>
          <a:spcPct val="0"/>
        </a:spcBef>
        <a:buNone/>
        <a:defRPr sz="59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4300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–"/>
        <a:defRPr sz="3700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»"/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521" y="274702"/>
            <a:ext cx="10971372" cy="1143265"/>
          </a:xfrm>
          <a:prstGeom prst="rect">
            <a:avLst/>
          </a:prstGeom>
        </p:spPr>
        <p:txBody>
          <a:bodyPr vert="horz" lIns="121917" tIns="60958" rIns="121917" bIns="60958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521" y="1600572"/>
            <a:ext cx="10971372" cy="4527011"/>
          </a:xfrm>
          <a:prstGeom prst="rect">
            <a:avLst/>
          </a:prstGeom>
        </p:spPr>
        <p:txBody>
          <a:bodyPr vert="horz" lIns="121917" tIns="60958" rIns="121917" bIns="60958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521" y="6357822"/>
            <a:ext cx="2844430" cy="365210"/>
          </a:xfrm>
          <a:prstGeom prst="rect">
            <a:avLst/>
          </a:prstGeom>
        </p:spPr>
        <p:txBody>
          <a:bodyPr vert="horz" lIns="121917" tIns="60958" rIns="121917" bIns="60958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t>2025/3/31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058" y="6357822"/>
            <a:ext cx="3860297" cy="365210"/>
          </a:xfrm>
          <a:prstGeom prst="rect">
            <a:avLst/>
          </a:prstGeom>
        </p:spPr>
        <p:txBody>
          <a:bodyPr vert="horz" lIns="121917" tIns="60958" rIns="121917" bIns="60958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6463" y="6357822"/>
            <a:ext cx="2844430" cy="365210"/>
          </a:xfrm>
          <a:prstGeom prst="rect">
            <a:avLst/>
          </a:prstGeom>
        </p:spPr>
        <p:txBody>
          <a:bodyPr vert="horz" lIns="121917" tIns="60958" rIns="121917" bIns="60958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</p:sldLayoutIdLst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xStyles>
    <p:titleStyle>
      <a:lvl1pPr algn="ctr" defTabSz="1219200" rtl="0" eaLnBrk="1" latinLnBrk="0" hangingPunct="1">
        <a:spcBef>
          <a:spcPct val="0"/>
        </a:spcBef>
        <a:buNone/>
        <a:defRPr sz="59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4300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–"/>
        <a:defRPr sz="3700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»"/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521" y="274702"/>
            <a:ext cx="10971372" cy="1143265"/>
          </a:xfrm>
          <a:prstGeom prst="rect">
            <a:avLst/>
          </a:prstGeom>
        </p:spPr>
        <p:txBody>
          <a:bodyPr vert="horz" lIns="121917" tIns="60958" rIns="121917" bIns="60958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521" y="1600572"/>
            <a:ext cx="10971372" cy="4527011"/>
          </a:xfrm>
          <a:prstGeom prst="rect">
            <a:avLst/>
          </a:prstGeom>
        </p:spPr>
        <p:txBody>
          <a:bodyPr vert="horz" lIns="121917" tIns="60958" rIns="121917" bIns="60958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521" y="6357822"/>
            <a:ext cx="2844430" cy="365210"/>
          </a:xfrm>
          <a:prstGeom prst="rect">
            <a:avLst/>
          </a:prstGeom>
        </p:spPr>
        <p:txBody>
          <a:bodyPr vert="horz" lIns="121917" tIns="60958" rIns="121917" bIns="60958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t>2025/3/31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058" y="6357822"/>
            <a:ext cx="3860297" cy="365210"/>
          </a:xfrm>
          <a:prstGeom prst="rect">
            <a:avLst/>
          </a:prstGeom>
        </p:spPr>
        <p:txBody>
          <a:bodyPr vert="horz" lIns="121917" tIns="60958" rIns="121917" bIns="60958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6463" y="6357822"/>
            <a:ext cx="2844430" cy="365210"/>
          </a:xfrm>
          <a:prstGeom prst="rect">
            <a:avLst/>
          </a:prstGeom>
        </p:spPr>
        <p:txBody>
          <a:bodyPr vert="horz" lIns="121917" tIns="60958" rIns="121917" bIns="60958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683" r:id="rId2"/>
    <p:sldLayoutId id="2147483684" r:id="rId3"/>
    <p:sldLayoutId id="2147483685" r:id="rId4"/>
    <p:sldLayoutId id="2147483686" r:id="rId5"/>
    <p:sldLayoutId id="2147483687" r:id="rId6"/>
    <p:sldLayoutId id="2147483688" r:id="rId7"/>
    <p:sldLayoutId id="2147483689" r:id="rId8"/>
    <p:sldLayoutId id="2147483690" r:id="rId9"/>
    <p:sldLayoutId id="2147483691" r:id="rId10"/>
    <p:sldLayoutId id="2147483692" r:id="rId11"/>
  </p:sldLayoutIdLst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xStyles>
    <p:titleStyle>
      <a:lvl1pPr algn="ctr" defTabSz="1219200" rtl="0" eaLnBrk="1" latinLnBrk="0" hangingPunct="1">
        <a:spcBef>
          <a:spcPct val="0"/>
        </a:spcBef>
        <a:buNone/>
        <a:defRPr sz="59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4300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–"/>
        <a:defRPr sz="3700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»"/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slideLayout" Target="../slideLayouts/slideLayout32.xml"/><Relationship Id="rId1" Type="http://schemas.openxmlformats.org/officeDocument/2006/relationships/tags" Target="../tags/tag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5.xml"/><Relationship Id="rId1" Type="http://schemas.openxmlformats.org/officeDocument/2006/relationships/tags" Target="../tags/tag3.xml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5.xml"/><Relationship Id="rId1" Type="http://schemas.openxmlformats.org/officeDocument/2006/relationships/tags" Target="../tags/tag4.xml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5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5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9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5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5.xml"/><Relationship Id="rId1" Type="http://schemas.openxmlformats.org/officeDocument/2006/relationships/tags" Target="../tags/tag5.xml"/><Relationship Id="rId4" Type="http://schemas.openxmlformats.org/officeDocument/2006/relationships/image" Target="../media/image32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5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5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5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5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6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5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5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630680" y="1773555"/>
            <a:ext cx="8716010" cy="7683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sz="44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cs typeface="+mn-ea"/>
                <a:sym typeface="思源黑体 CN Medium" panose="020B0600000000000000" pitchFamily="34" charset="-122"/>
              </a:rPr>
              <a:t>第</a:t>
            </a:r>
            <a:r>
              <a:rPr lang="en-US" altLang="zh-CN" sz="44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cs typeface="+mn-ea"/>
                <a:sym typeface="思源黑体 CN Medium" panose="020B0600000000000000" pitchFamily="34" charset="-122"/>
              </a:rPr>
              <a:t>3</a:t>
            </a:r>
            <a:r>
              <a:rPr sz="44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cs typeface="+mn-ea"/>
                <a:sym typeface="思源黑体 CN Medium" panose="020B0600000000000000" pitchFamily="34" charset="-122"/>
              </a:rPr>
              <a:t>章</a:t>
            </a:r>
            <a:r>
              <a:rPr lang="en-US" altLang="zh-CN" sz="44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cs typeface="+mn-ea"/>
                <a:sym typeface="思源黑体 CN Medium" panose="020B0600000000000000" pitchFamily="34" charset="-122"/>
              </a:rPr>
              <a:t> </a:t>
            </a:r>
            <a:r>
              <a:rPr lang="en-US" altLang="zh-CN" sz="44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cs typeface="+mn-ea"/>
                <a:sym typeface="思源黑体" panose="020B0400000000000000" pitchFamily="34" charset="-122"/>
              </a:rPr>
              <a:t>ArkTS</a:t>
            </a:r>
            <a:r>
              <a:rPr lang="zh-CN" altLang="en-US" sz="44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cs typeface="+mn-ea"/>
                <a:sym typeface="思源黑体" panose="020B0400000000000000" pitchFamily="34" charset="-122"/>
              </a:rPr>
              <a:t>与声明式</a:t>
            </a:r>
            <a:r>
              <a:rPr lang="en-US" altLang="zh-CN" sz="44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cs typeface="+mn-ea"/>
                <a:sym typeface="思源黑体" panose="020B0400000000000000" pitchFamily="34" charset="-122"/>
              </a:rPr>
              <a:t>UI</a:t>
            </a:r>
            <a:endParaRPr lang="en-US" altLang="zh-CN" sz="440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cs typeface="+mn-ea"/>
              <a:sym typeface="思源黑体 CN Medium" panose="020B0600000000000000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854960" y="2925445"/>
            <a:ext cx="6096000" cy="414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 defTabSz="685800">
              <a:spcBef>
                <a:spcPts val="1950"/>
              </a:spcBef>
            </a:pPr>
            <a:r>
              <a:rPr lang="zh-CN" altLang="en-US" sz="2100" b="1" dirty="0">
                <a:solidFill>
                  <a:srgbClr val="163F6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软件学院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4222750" y="3213735"/>
            <a:ext cx="609600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36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cs typeface="+mn-ea"/>
                <a:sym typeface="思源黑体" panose="020B0400000000000000" pitchFamily="34" charset="-122"/>
              </a:rPr>
              <a:t>ArkTS</a:t>
            </a:r>
            <a:r>
              <a:rPr lang="zh-CN" altLang="en-US" sz="36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cs typeface="+mn-ea"/>
                <a:sym typeface="思源黑体" panose="020B0400000000000000" pitchFamily="34" charset="-122"/>
              </a:rPr>
              <a:t>介绍与</a:t>
            </a:r>
            <a:r>
              <a:rPr lang="en-US" altLang="zh-CN" sz="36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cs typeface="+mn-ea"/>
                <a:sym typeface="思源黑体" panose="020B0400000000000000" pitchFamily="34" charset="-122"/>
              </a:rPr>
              <a:t>UI</a:t>
            </a:r>
            <a:r>
              <a:rPr lang="zh-CN" altLang="en-US" sz="36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cs typeface="+mn-ea"/>
                <a:sym typeface="思源黑体" panose="020B0400000000000000" pitchFamily="34" charset="-122"/>
              </a:rPr>
              <a:t>页面组成</a:t>
            </a:r>
          </a:p>
        </p:txBody>
      </p:sp>
      <p:grpSp>
        <p:nvGrpSpPr>
          <p:cNvPr id="12" name="组合 11"/>
          <p:cNvGrpSpPr/>
          <p:nvPr/>
        </p:nvGrpSpPr>
        <p:grpSpPr>
          <a:xfrm>
            <a:off x="1630990" y="2805914"/>
            <a:ext cx="1343790" cy="1247944"/>
            <a:chOff x="5328140" y="1203598"/>
            <a:chExt cx="1008000" cy="936104"/>
          </a:xfrm>
        </p:grpSpPr>
        <p:sp>
          <p:nvSpPr>
            <p:cNvPr id="11" name="椭圆 10"/>
            <p:cNvSpPr/>
            <p:nvPr/>
          </p:nvSpPr>
          <p:spPr>
            <a:xfrm>
              <a:off x="5364088" y="1203598"/>
              <a:ext cx="936104" cy="936104"/>
            </a:xfrm>
            <a:prstGeom prst="ellipse">
              <a:avLst/>
            </a:prstGeom>
            <a:solidFill>
              <a:srgbClr val="566CD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endParaRPr lang="zh-CN" altLang="en-US" sz="3200" dirty="0">
                <a:latin typeface="思源黑体" panose="020B0400000000000000" pitchFamily="34" charset="-122"/>
                <a:ea typeface="思源黑体" panose="020B0400000000000000" pitchFamily="34" charset="-122"/>
                <a:cs typeface="Bebas" charset="0"/>
                <a:sym typeface="思源黑体" panose="020B0400000000000000" pitchFamily="34" charset="-122"/>
              </a:endParaRPr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5328140" y="1203702"/>
              <a:ext cx="1008000" cy="936000"/>
            </a:xfrm>
            <a:prstGeom prst="rect">
              <a:avLst/>
            </a:prstGeom>
            <a:noFill/>
          </p:spPr>
          <p:txBody>
            <a:bodyPr wrap="square" lIns="86683" tIns="43341" rIns="86683" bIns="43341" rtlCol="0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zh-CN" sz="5865" b="1">
                  <a:solidFill>
                    <a:schemeClr val="bg1"/>
                  </a:solidFill>
                  <a:latin typeface="思源黑体" panose="020B0400000000000000" pitchFamily="34" charset="-122"/>
                  <a:ea typeface="思源黑体" panose="020B0400000000000000" pitchFamily="34" charset="-122"/>
                  <a:cs typeface="思源黑体 Regular" panose="020B0500000000000000" charset="-122"/>
                  <a:sym typeface="思源黑体" panose="020B0400000000000000" pitchFamily="34" charset="-122"/>
                </a:rPr>
                <a:t>01</a:t>
              </a:r>
              <a:endParaRPr lang="en-US" altLang="zh-CN" sz="5865" b="1" dirty="0">
                <a:solidFill>
                  <a:schemeClr val="bg1"/>
                </a:solidFill>
                <a:latin typeface="思源黑体" panose="020B0400000000000000" pitchFamily="34" charset="-122"/>
                <a:ea typeface="思源黑体" panose="020B0400000000000000" pitchFamily="34" charset="-122"/>
                <a:cs typeface="思源黑体 Regular" panose="020B0500000000000000" charset="-122"/>
                <a:sym typeface="思源黑体" panose="020B0400000000000000" pitchFamily="34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6"/>
          <p:cNvSpPr>
            <a:spLocks noChangeArrowheads="1"/>
          </p:cNvSpPr>
          <p:nvPr/>
        </p:nvSpPr>
        <p:spPr bwMode="auto">
          <a:xfrm>
            <a:off x="1198662" y="1011441"/>
            <a:ext cx="9286788" cy="1198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285750" indent="-285750">
              <a:spcBef>
                <a:spcPts val="2400"/>
              </a:spcBef>
              <a:buFont typeface="Wingdings" panose="05000000000000000000" pitchFamily="2" charset="2"/>
              <a:buChar char="l"/>
            </a:pPr>
            <a:r>
              <a:rPr lang="en-US" altLang="zh-CN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舟开发框架(ArkUI)是一套UI开发框架，旨在为开发者提供必要的应用UI开发能力。该框架提供了两种开发范式，分别是基于TypeScript(TS)扩展的声明式开发范式和基于JavaScript(JS)扩展的类Web开发范式，以满足不同目的和技术背景的开发者的需求。ArkUI架构图如3-1所示。</a:t>
            </a:r>
          </a:p>
        </p:txBody>
      </p:sp>
      <p:sp>
        <p:nvSpPr>
          <p:cNvPr id="7" name="标题 1"/>
          <p:cNvSpPr>
            <a:spLocks noChangeArrowheads="1"/>
          </p:cNvSpPr>
          <p:nvPr/>
        </p:nvSpPr>
        <p:spPr bwMode="auto">
          <a:xfrm>
            <a:off x="1198662" y="261442"/>
            <a:ext cx="4945062" cy="561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r>
              <a:rPr lang="zh-CN" altLang="en-US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方舟开发框架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5320" y="1989455"/>
            <a:ext cx="5691505" cy="436054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1414686" y="2853690"/>
            <a:ext cx="3590384" cy="3168392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从图可以看出，类Web开发范式和声明式开发范式共用UI后端引擎和语言运行时。</a:t>
            </a:r>
          </a:p>
          <a:p>
            <a:r>
              <a:rPr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其中，UI后端引擎实现了方舟开发框架的六种基本能力。相比之下，声明式开发范式无需使用JS Framework进行页面DOM管理，渲染更新链路更为精简，内存占用更少。</a:t>
            </a:r>
          </a:p>
          <a:p>
            <a:r>
              <a:rPr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因此，建议开发者使用声明式开发范式来构建应用的UI界面。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ChangeArrowheads="1"/>
          </p:cNvSpPr>
          <p:nvPr/>
        </p:nvSpPr>
        <p:spPr bwMode="auto">
          <a:xfrm>
            <a:off x="1198662" y="261442"/>
            <a:ext cx="4945062" cy="561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r>
              <a:rPr lang="en-US" altLang="zh-CN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cs typeface="+mn-ea"/>
                <a:sym typeface="思源黑体" panose="020B0400000000000000" pitchFamily="34" charset="-122"/>
              </a:rPr>
              <a:t>ArkTS</a:t>
            </a:r>
            <a:r>
              <a:rPr lang="zh-CN" altLang="en-US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cs typeface="+mn-ea"/>
                <a:sym typeface="思源黑体" panose="020B0400000000000000" pitchFamily="34" charset="-122"/>
              </a:rPr>
              <a:t>语言介绍</a:t>
            </a:r>
          </a:p>
          <a:p>
            <a:pPr marL="571500" indent="-571500"/>
            <a:endParaRPr lang="zh-CN" altLang="en-US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cs typeface="+mn-ea"/>
              <a:sym typeface="思源黑体" panose="020B0400000000000000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66445" y="837565"/>
            <a:ext cx="9366885" cy="17837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85750" indent="-285750" algn="l">
              <a:spcBef>
                <a:spcPts val="2400"/>
              </a:spcBef>
              <a:buClrTx/>
              <a:buSzTx/>
              <a:buFont typeface="Wingdings" panose="05000000000000000000" pitchFamily="2" charset="2"/>
              <a:buChar char="l"/>
            </a:pPr>
            <a:r>
              <a:rPr lang="en-US" altLang="zh-CN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ArkTS是OpenHarmony优选的主力应用开发语言。ArkTS基于TS语言扩展而来，是TS的超集。</a:t>
            </a:r>
            <a:r>
              <a:rPr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当前，ArkTS继承了TS的所有特性。ArkTS在TS的基础上主要扩展了声明式UI能力，让开发者能够以更简洁、更自然的方式开发高性能应用。当前扩展的声明式UI能力包括如下特性。</a:t>
            </a:r>
            <a:endParaRPr lang="zh-CN" altLang="en-US" sz="18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algn="l">
              <a:spcBef>
                <a:spcPts val="2400"/>
              </a:spcBef>
              <a:buClrTx/>
              <a:buSzTx/>
              <a:buFont typeface="Wingdings" panose="05000000000000000000" pitchFamily="2" charset="2"/>
              <a:buChar char="l"/>
            </a:pPr>
            <a:endParaRPr lang="en-US" altLang="zh-CN" sz="18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838835" y="2205355"/>
            <a:ext cx="9872345" cy="45231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18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cs typeface="+mn-ea"/>
              </a:rPr>
              <a:t>基本UI描述：</a:t>
            </a:r>
            <a:r>
              <a:rPr lang="en-US" altLang="zh-CN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ArkTS定义了各种装饰器、自定义组件、UI描述机制，再配合UI开发框架中的内置组件及其相关的事件方法、属性方法等共同构成了UI开发的主体。</a:t>
            </a:r>
          </a:p>
          <a:p>
            <a:endParaRPr lang="en-US" altLang="zh-CN" sz="18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r>
              <a:rPr lang="en-US" altLang="zh-CN" sz="18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cs typeface="+mn-ea"/>
              </a:rPr>
              <a:t>状态管理：</a:t>
            </a:r>
            <a:r>
              <a:rPr lang="en-US" altLang="zh-CN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rkTS提供了多维度的状态管理机制，在UI开发框架中，和UI相关联的数据，不仅可以在组件内使用，还可以在不同组件层级间传递。另外，从数据的传递形式来看，可分为只读的单向传递和可变更的双向传递。开发者可以灵活利用这些能力来实现数据和UI的联动。</a:t>
            </a:r>
          </a:p>
          <a:p>
            <a:endParaRPr lang="en-US" altLang="zh-CN" sz="18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r>
              <a:rPr lang="en-US" altLang="zh-CN" sz="18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cs typeface="+mn-ea"/>
              </a:rPr>
              <a:t>动态构建UI元素：</a:t>
            </a:r>
            <a:r>
              <a:rPr lang="en-US" altLang="zh-CN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ArkTS提供了动态构建UI元素的能力，不仅可以自定义组件内部的UI结构，还可以复用组件样式，扩展原生组件。</a:t>
            </a:r>
          </a:p>
          <a:p>
            <a:endParaRPr lang="en-US" altLang="zh-CN" sz="18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r>
              <a:rPr lang="en-US" altLang="zh-CN" sz="18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cs typeface="+mn-ea"/>
              </a:rPr>
              <a:t>渲染控制：</a:t>
            </a:r>
            <a:r>
              <a:rPr lang="en-US" altLang="zh-CN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ArkTS提供了渲染控制的能力。条件渲染可根据应用的不同状态，渲染对应状态下的UI内容。循环渲染可从数据源中迭代获取数据，并在每次迭代过程中创建相应的组件。</a:t>
            </a:r>
          </a:p>
          <a:p>
            <a:endParaRPr lang="en-US" altLang="zh-CN" sz="18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r>
              <a:rPr lang="en-US" altLang="zh-CN" sz="18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cs typeface="+mn-ea"/>
              </a:rPr>
              <a:t>使用限制与扩展：</a:t>
            </a:r>
            <a:r>
              <a:rPr lang="en-US" altLang="zh-CN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ArkTS在使用过程中存在限制与约束，同时也扩展了双向绑定等能力。</a:t>
            </a:r>
          </a:p>
          <a:p>
            <a:endParaRPr lang="en-US" altLang="zh-CN" sz="18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endParaRPr lang="en-US" altLang="zh-CN" sz="18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ChangeArrowheads="1"/>
          </p:cNvSpPr>
          <p:nvPr/>
        </p:nvSpPr>
        <p:spPr bwMode="auto">
          <a:xfrm>
            <a:off x="1198662" y="261442"/>
            <a:ext cx="4945062" cy="561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r>
              <a:rPr lang="zh-CN" altLang="en-US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方舟开发框架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3446E2A5-1711-4039-BF31-4E99A5BFE8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4686" y="1187182"/>
            <a:ext cx="9317878" cy="4546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75269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ChangeArrowheads="1"/>
          </p:cNvSpPr>
          <p:nvPr/>
        </p:nvSpPr>
        <p:spPr bwMode="auto">
          <a:xfrm>
            <a:off x="1198662" y="261442"/>
            <a:ext cx="4945062" cy="561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r>
              <a:rPr lang="en-US" altLang="zh-CN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cs typeface="+mn-ea"/>
                <a:sym typeface="思源黑体" panose="020B0400000000000000" pitchFamily="34" charset="-122"/>
              </a:rPr>
              <a:t>ArkTS</a:t>
            </a:r>
            <a:r>
              <a:rPr lang="zh-CN" altLang="en-US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cs typeface="+mn-ea"/>
                <a:sym typeface="思源黑体" panose="020B0400000000000000" pitchFamily="34" charset="-122"/>
              </a:rPr>
              <a:t>语言介绍</a:t>
            </a:r>
          </a:p>
          <a:p>
            <a:pPr marL="571500" indent="-571500"/>
            <a:endParaRPr lang="zh-CN" altLang="en-US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cs typeface="+mn-ea"/>
              <a:sym typeface="思源黑体" panose="020B0400000000000000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982345" y="837565"/>
            <a:ext cx="9872345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18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cs typeface="+mn-ea"/>
              </a:rPr>
              <a:t>ArkTS声明式开发范式基本组成：</a:t>
            </a:r>
            <a:r>
              <a:rPr lang="en-US" altLang="zh-CN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现以图3-2所示的代码示例来说明ArkTS声明式开发范式的基本组成。UI界面包含两段文本、一条分割线和一个按钮，当开发者点击按钮时，文本内容会从Hello World变为Hello ArkUI。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4870" y="1917700"/>
            <a:ext cx="8129270" cy="44735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25F47E-7C27-5E5F-F2D3-EF8C04B289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>
            <a:extLst>
              <a:ext uri="{FF2B5EF4-FFF2-40B4-BE49-F238E27FC236}">
                <a16:creationId xmlns:a16="http://schemas.microsoft.com/office/drawing/2014/main" id="{111DA064-4A54-A067-5778-104ED81BC0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8662" y="261442"/>
            <a:ext cx="4945062" cy="561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r>
              <a:rPr lang="zh-CN" altLang="en-US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声明式</a:t>
            </a:r>
            <a:r>
              <a:rPr lang="en-US" altLang="zh-CN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UI</a:t>
            </a:r>
            <a:endParaRPr lang="zh-CN" altLang="en-US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宋体" panose="02010600030101010101" pitchFamily="2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1170754-2823-B3F0-AD73-C13553D72F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2758" y="909514"/>
            <a:ext cx="7776864" cy="5762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62306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ChangeArrowheads="1"/>
          </p:cNvSpPr>
          <p:nvPr/>
        </p:nvSpPr>
        <p:spPr bwMode="auto">
          <a:xfrm>
            <a:off x="1198662" y="261442"/>
            <a:ext cx="4945062" cy="561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r>
              <a:rPr lang="zh-CN" altLang="en-US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声明式</a:t>
            </a:r>
            <a:r>
              <a:rPr lang="en-US" altLang="zh-CN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UI</a:t>
            </a:r>
            <a:endParaRPr lang="zh-CN" altLang="en-US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宋体" panose="02010600030101010101" pitchFamily="2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748AC21E-1978-0622-869D-D5BCF8A5B0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6724" y="909514"/>
            <a:ext cx="7233999" cy="583264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ChangeArrowheads="1"/>
          </p:cNvSpPr>
          <p:nvPr/>
        </p:nvSpPr>
        <p:spPr bwMode="auto">
          <a:xfrm>
            <a:off x="1198662" y="261442"/>
            <a:ext cx="4945062" cy="561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r>
              <a:rPr lang="zh-CN" altLang="en-US" b="1">
                <a:solidFill>
                  <a:srgbClr val="566CD3"/>
                </a:solidFill>
                <a:latin typeface="思源黑体" panose="020B0400000000000000" pitchFamily="34" charset="-122"/>
                <a:ea typeface="思源黑体" panose="020B0400000000000000" pitchFamily="34" charset="-122"/>
                <a:cs typeface="思源黑体 Bold" panose="020B0800000000000000" charset="-122"/>
                <a:sym typeface="思源黑体" panose="020B0400000000000000" pitchFamily="34" charset="-122"/>
              </a:rPr>
              <a:t>页面与组件</a:t>
            </a:r>
            <a:endParaRPr lang="zh-CN" altLang="en-US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cs typeface="+mn-ea"/>
              <a:sym typeface="思源黑体" panose="020B0400000000000000" pitchFamily="34" charset="-122"/>
            </a:endParaRPr>
          </a:p>
          <a:p>
            <a:pPr marL="571500" indent="-571500"/>
            <a:endParaRPr lang="zh-CN" altLang="en-US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cs typeface="+mn-ea"/>
              <a:sym typeface="思源黑体" panose="020B0400000000000000" pitchFamily="34" charset="-122"/>
            </a:endParaRPr>
          </a:p>
        </p:txBody>
      </p:sp>
      <p:sp>
        <p:nvSpPr>
          <p:cNvPr id="5" name="圆角矩形 55"/>
          <p:cNvSpPr/>
          <p:nvPr>
            <p:custDataLst>
              <p:tags r:id="rId1"/>
            </p:custDataLst>
          </p:nvPr>
        </p:nvSpPr>
        <p:spPr>
          <a:xfrm>
            <a:off x="550398" y="1188202"/>
            <a:ext cx="4008899" cy="5454657"/>
          </a:xfrm>
          <a:prstGeom prst="roundRect">
            <a:avLst>
              <a:gd name="adj" fmla="val 7188"/>
            </a:avLst>
          </a:prstGeom>
          <a:noFill/>
          <a:ln>
            <a:solidFill>
              <a:srgbClr val="566CD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lang="zh-CN" altLang="en-US" sz="3200">
              <a:latin typeface="思源黑体" panose="020B0400000000000000" pitchFamily="34" charset="-122"/>
              <a:ea typeface="思源黑体" panose="020B0400000000000000" pitchFamily="34" charset="-122"/>
              <a:sym typeface="思源黑体" panose="020B0400000000000000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751299" y="1266545"/>
            <a:ext cx="3845163" cy="20662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135" kern="100">
                <a:solidFill>
                  <a:srgbClr val="000000"/>
                </a:solidFill>
                <a:latin typeface="思源黑体" panose="020B0400000000000000" pitchFamily="34" charset="-122"/>
                <a:ea typeface="思源黑体" panose="020B0400000000000000" pitchFamily="34" charset="-122"/>
                <a:cs typeface="Times New Roman" panose="02020603050405020304" pitchFamily="18" charset="0"/>
                <a:sym typeface="思源黑体" panose="020B0400000000000000" pitchFamily="34" charset="-122"/>
              </a:rPr>
              <a:t>App</a:t>
            </a:r>
            <a:r>
              <a:rPr lang="zh-CN" altLang="en-US" sz="2135" kern="100">
                <a:solidFill>
                  <a:srgbClr val="000000"/>
                </a:solidFill>
                <a:latin typeface="思源黑体" panose="020B0400000000000000" pitchFamily="34" charset="-122"/>
                <a:ea typeface="思源黑体" panose="020B0400000000000000" pitchFamily="34" charset="-122"/>
                <a:cs typeface="Times New Roman" panose="02020603050405020304" pitchFamily="18" charset="0"/>
                <a:sym typeface="思源黑体" panose="020B0400000000000000" pitchFamily="34" charset="-122"/>
              </a:rPr>
              <a:t>中的一个页面是一个具有特定作用和功能的用户界面，页面的目的是在用户与计算机之间建立交互，并提供一种方式让用户使用软件。</a:t>
            </a:r>
            <a:endParaRPr lang="en-US" altLang="zh-CN" kern="100">
              <a:solidFill>
                <a:srgbClr val="000000"/>
              </a:solidFill>
              <a:effectLst/>
              <a:latin typeface="思源黑体" panose="020B0400000000000000" pitchFamily="34" charset="-122"/>
              <a:ea typeface="思源黑体" panose="020B0400000000000000" pitchFamily="34" charset="-122"/>
              <a:cs typeface="Times New Roman" panose="02020603050405020304" pitchFamily="18" charset="0"/>
              <a:sym typeface="思源黑体" panose="020B0400000000000000" pitchFamily="3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751299" y="3891077"/>
            <a:ext cx="3740008" cy="1671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135" kern="100">
                <a:solidFill>
                  <a:srgbClr val="000000"/>
                </a:solidFill>
                <a:latin typeface="思源黑体" panose="020B0400000000000000" pitchFamily="34" charset="-122"/>
                <a:ea typeface="思源黑体" panose="020B0400000000000000" pitchFamily="34" charset="-122"/>
                <a:cs typeface="Times New Roman" panose="02020603050405020304" pitchFamily="18" charset="0"/>
                <a:sym typeface="思源黑体" panose="020B0400000000000000" pitchFamily="34" charset="-122"/>
              </a:rPr>
              <a:t>页面通常包括一个或多个组件，例如文本框、按钮、图片等等，这些组件用于展示数据、收集用户输入、执行操作等等。</a:t>
            </a:r>
            <a:endParaRPr lang="en-US" altLang="zh-CN" sz="2135" kern="100">
              <a:solidFill>
                <a:srgbClr val="000000"/>
              </a:solidFill>
              <a:effectLst/>
              <a:latin typeface="思源黑体" panose="020B0400000000000000" pitchFamily="34" charset="-122"/>
              <a:ea typeface="思源黑体" panose="020B0400000000000000" pitchFamily="34" charset="-122"/>
              <a:cs typeface="Times New Roman" panose="02020603050405020304" pitchFamily="18" charset="0"/>
              <a:sym typeface="思源黑体" panose="020B0400000000000000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408940" y="1107440"/>
            <a:ext cx="406336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0557" y="1137413"/>
            <a:ext cx="2179238" cy="1393077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7684" y="1027150"/>
            <a:ext cx="2319623" cy="4681575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 rotWithShape="1">
          <a:blip r:embed="rId5"/>
          <a:srcRect t="2178" r="2844"/>
          <a:stretch>
            <a:fillRect/>
          </a:stretch>
        </p:blipFill>
        <p:spPr>
          <a:xfrm>
            <a:off x="7171422" y="1137413"/>
            <a:ext cx="2345020" cy="457131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6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  <p:bldP spid="6" grpId="0"/>
      <p:bldP spid="1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854485" y="169023"/>
            <a:ext cx="5939988" cy="7880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4265" b="1">
                <a:solidFill>
                  <a:srgbClr val="566CD3"/>
                </a:solidFill>
                <a:latin typeface="思源黑体" panose="020B0400000000000000" pitchFamily="34" charset="-122"/>
                <a:ea typeface="思源黑体" panose="020B0400000000000000" pitchFamily="34" charset="-122"/>
                <a:cs typeface="思源黑体 Bold" panose="020B0800000000000000" charset="-122"/>
                <a:sym typeface="思源黑体" panose="020B0400000000000000" pitchFamily="34" charset="-122"/>
              </a:rPr>
              <a:t>页面与组件</a:t>
            </a:r>
          </a:p>
        </p:txBody>
      </p:sp>
      <p:sp>
        <p:nvSpPr>
          <p:cNvPr id="2" name="圆角矩形 55"/>
          <p:cNvSpPr/>
          <p:nvPr>
            <p:custDataLst>
              <p:tags r:id="rId1"/>
            </p:custDataLst>
          </p:nvPr>
        </p:nvSpPr>
        <p:spPr>
          <a:xfrm>
            <a:off x="481818" y="948807"/>
            <a:ext cx="4008899" cy="5454657"/>
          </a:xfrm>
          <a:prstGeom prst="roundRect">
            <a:avLst>
              <a:gd name="adj" fmla="val 7188"/>
            </a:avLst>
          </a:prstGeom>
          <a:noFill/>
          <a:ln>
            <a:solidFill>
              <a:srgbClr val="566CD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lang="zh-CN" altLang="en-US" sz="3200">
              <a:latin typeface="思源黑体" panose="020B0400000000000000" pitchFamily="34" charset="-122"/>
              <a:ea typeface="思源黑体" panose="020B0400000000000000" pitchFamily="34" charset="-122"/>
              <a:sym typeface="思源黑体" panose="020B0400000000000000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82719" y="1027150"/>
            <a:ext cx="3845163" cy="20662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135" kern="100">
                <a:solidFill>
                  <a:srgbClr val="000000"/>
                </a:solidFill>
                <a:latin typeface="思源黑体" panose="020B0400000000000000" pitchFamily="34" charset="-122"/>
                <a:ea typeface="思源黑体" panose="020B0400000000000000" pitchFamily="34" charset="-122"/>
                <a:cs typeface="Times New Roman" panose="02020603050405020304" pitchFamily="18" charset="0"/>
                <a:sym typeface="思源黑体" panose="020B0400000000000000" pitchFamily="34" charset="-122"/>
              </a:rPr>
              <a:t>App</a:t>
            </a:r>
            <a:r>
              <a:rPr lang="zh-CN" altLang="en-US" sz="2135" kern="100">
                <a:solidFill>
                  <a:srgbClr val="000000"/>
                </a:solidFill>
                <a:latin typeface="思源黑体" panose="020B0400000000000000" pitchFamily="34" charset="-122"/>
                <a:ea typeface="思源黑体" panose="020B0400000000000000" pitchFamily="34" charset="-122"/>
                <a:cs typeface="Times New Roman" panose="02020603050405020304" pitchFamily="18" charset="0"/>
                <a:sym typeface="思源黑体" panose="020B0400000000000000" pitchFamily="34" charset="-122"/>
              </a:rPr>
              <a:t>中的一个页面是一个具有特定作用和功能的用户界面，页面的目的是在用户与计算机之间建立交互，并提供一种方式让用户使用软件。</a:t>
            </a:r>
            <a:endParaRPr lang="en-US" altLang="zh-CN" kern="100">
              <a:solidFill>
                <a:srgbClr val="000000"/>
              </a:solidFill>
              <a:effectLst/>
              <a:latin typeface="思源黑体" panose="020B0400000000000000" pitchFamily="34" charset="-122"/>
              <a:ea typeface="思源黑体" panose="020B0400000000000000" pitchFamily="34" charset="-122"/>
              <a:cs typeface="Times New Roman" panose="02020603050405020304" pitchFamily="18" charset="0"/>
              <a:sym typeface="思源黑体" panose="020B0400000000000000" pitchFamily="3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682719" y="3651682"/>
            <a:ext cx="3740008" cy="1671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135" kern="100">
                <a:solidFill>
                  <a:srgbClr val="000000"/>
                </a:solidFill>
                <a:latin typeface="思源黑体" panose="020B0400000000000000" pitchFamily="34" charset="-122"/>
                <a:ea typeface="思源黑体" panose="020B0400000000000000" pitchFamily="34" charset="-122"/>
                <a:cs typeface="Times New Roman" panose="02020603050405020304" pitchFamily="18" charset="0"/>
                <a:sym typeface="思源黑体" panose="020B0400000000000000" pitchFamily="34" charset="-122"/>
              </a:rPr>
              <a:t>页面通常包括一个或多个组件，例如文本框、按钮、图片等等，这些组件用于展示数据、收集用户输入、执行操作等等。</a:t>
            </a:r>
            <a:endParaRPr lang="en-US" altLang="zh-CN" sz="2135" kern="100">
              <a:solidFill>
                <a:srgbClr val="000000"/>
              </a:solidFill>
              <a:effectLst/>
              <a:latin typeface="思源黑体" panose="020B0400000000000000" pitchFamily="34" charset="-122"/>
              <a:ea typeface="思源黑体" panose="020B0400000000000000" pitchFamily="34" charset="-122"/>
              <a:cs typeface="Times New Roman" panose="02020603050405020304" pitchFamily="18" charset="0"/>
              <a:sym typeface="思源黑体" panose="020B0400000000000000" pitchFamily="3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4654" y="333474"/>
            <a:ext cx="7422411" cy="6213458"/>
          </a:xfrm>
          <a:prstGeom prst="rect">
            <a:avLst/>
          </a:prstGeom>
        </p:spPr>
      </p:pic>
    </p:spTree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1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5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20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64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1372 -0.71111 L -0.01372 -0.96111 " pathEditMode="relative" rAng="0" ptsTypes="AA">
                                      <p:cBhvr>
                                        <p:cTn id="24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25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2" grpId="0" bldLvl="0" animBg="1"/>
      <p:bldP spid="6" grpId="0"/>
      <p:bldP spid="1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854485" y="169023"/>
            <a:ext cx="5939988" cy="7880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4265" b="1">
                <a:solidFill>
                  <a:srgbClr val="566CD3"/>
                </a:solidFill>
                <a:latin typeface="思源黑体" panose="020B0400000000000000" pitchFamily="34" charset="-122"/>
                <a:ea typeface="思源黑体" panose="020B0400000000000000" pitchFamily="34" charset="-122"/>
                <a:cs typeface="思源黑体 Bold" panose="020B0800000000000000" charset="-122"/>
                <a:sym typeface="思源黑体" panose="020B0400000000000000" pitchFamily="34" charset="-122"/>
              </a:rPr>
              <a:t>ArkTS</a:t>
            </a:r>
            <a:r>
              <a:rPr lang="zh-CN" altLang="en-US" sz="4265" b="1">
                <a:solidFill>
                  <a:srgbClr val="566CD3"/>
                </a:solidFill>
                <a:latin typeface="思源黑体" panose="020B0400000000000000" pitchFamily="34" charset="-122"/>
                <a:ea typeface="思源黑体" panose="020B0400000000000000" pitchFamily="34" charset="-122"/>
                <a:cs typeface="思源黑体 Bold" panose="020B0800000000000000" charset="-122"/>
                <a:sym typeface="思源黑体" panose="020B0400000000000000" pitchFamily="34" charset="-122"/>
              </a:rPr>
              <a:t>的</a:t>
            </a:r>
            <a:r>
              <a:rPr lang="en-US" altLang="zh-CN" sz="4265" b="1">
                <a:solidFill>
                  <a:srgbClr val="566CD3"/>
                </a:solidFill>
                <a:latin typeface="思源黑体" panose="020B0400000000000000" pitchFamily="34" charset="-122"/>
                <a:ea typeface="思源黑体" panose="020B0400000000000000" pitchFamily="34" charset="-122"/>
                <a:cs typeface="思源黑体 Bold" panose="020B0800000000000000" charset="-122"/>
                <a:sym typeface="思源黑体" panose="020B0400000000000000" pitchFamily="34" charset="-122"/>
              </a:rPr>
              <a:t>UI</a:t>
            </a:r>
            <a:r>
              <a:rPr lang="zh-CN" altLang="en-US" sz="4265" b="1">
                <a:solidFill>
                  <a:srgbClr val="566CD3"/>
                </a:solidFill>
                <a:latin typeface="思源黑体" panose="020B0400000000000000" pitchFamily="34" charset="-122"/>
                <a:ea typeface="思源黑体" panose="020B0400000000000000" pitchFamily="34" charset="-122"/>
                <a:cs typeface="思源黑体 Bold" panose="020B0800000000000000" charset="-122"/>
                <a:sym typeface="思源黑体" panose="020B0400000000000000" pitchFamily="34" charset="-122"/>
              </a:rPr>
              <a:t>页面组成</a:t>
            </a:r>
          </a:p>
        </p:txBody>
      </p:sp>
      <p:sp>
        <p:nvSpPr>
          <p:cNvPr id="2" name="圆角矩形 55"/>
          <p:cNvSpPr/>
          <p:nvPr>
            <p:custDataLst>
              <p:tags r:id="rId1"/>
            </p:custDataLst>
          </p:nvPr>
        </p:nvSpPr>
        <p:spPr>
          <a:xfrm>
            <a:off x="579316" y="1102663"/>
            <a:ext cx="4082265" cy="3481081"/>
          </a:xfrm>
          <a:prstGeom prst="roundRect">
            <a:avLst>
              <a:gd name="adj" fmla="val 7188"/>
            </a:avLst>
          </a:prstGeom>
          <a:noFill/>
          <a:ln>
            <a:solidFill>
              <a:srgbClr val="566CD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lang="zh-CN" altLang="en-US" sz="3200">
              <a:latin typeface="思源黑体" panose="020B0400000000000000" pitchFamily="34" charset="-122"/>
              <a:ea typeface="思源黑体" panose="020B0400000000000000" pitchFamily="34" charset="-122"/>
              <a:sym typeface="思源黑体" panose="020B0400000000000000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854485" y="1350443"/>
            <a:ext cx="3598143" cy="24612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135" kern="100">
                <a:solidFill>
                  <a:srgbClr val="000000"/>
                </a:solidFill>
                <a:latin typeface="思源黑体" panose="020B0400000000000000" pitchFamily="34" charset="-122"/>
                <a:ea typeface="思源黑体" panose="020B0400000000000000" pitchFamily="34" charset="-122"/>
                <a:cs typeface="Times New Roman" panose="02020603050405020304" pitchFamily="18" charset="0"/>
                <a:sym typeface="思源黑体" panose="020B0400000000000000" pitchFamily="34" charset="-122"/>
              </a:rPr>
              <a:t>ArkTS</a:t>
            </a:r>
            <a:r>
              <a:rPr lang="zh-CN" altLang="en-US" sz="2135" kern="100">
                <a:solidFill>
                  <a:srgbClr val="000000"/>
                </a:solidFill>
                <a:latin typeface="思源黑体" panose="020B0400000000000000" pitchFamily="34" charset="-122"/>
                <a:ea typeface="思源黑体" panose="020B0400000000000000" pitchFamily="34" charset="-122"/>
                <a:cs typeface="Times New Roman" panose="02020603050405020304" pitchFamily="18" charset="0"/>
                <a:sym typeface="思源黑体" panose="020B0400000000000000" pitchFamily="34" charset="-122"/>
              </a:rPr>
              <a:t>以声明方式组合和扩展组件来描述应用程序的</a:t>
            </a:r>
            <a:r>
              <a:rPr lang="en-US" altLang="zh-CN" sz="2135" kern="100">
                <a:solidFill>
                  <a:srgbClr val="000000"/>
                </a:solidFill>
                <a:latin typeface="思源黑体" panose="020B0400000000000000" pitchFamily="34" charset="-122"/>
                <a:ea typeface="思源黑体" panose="020B0400000000000000" pitchFamily="34" charset="-122"/>
                <a:cs typeface="Times New Roman" panose="02020603050405020304" pitchFamily="18" charset="0"/>
                <a:sym typeface="思源黑体" panose="020B0400000000000000" pitchFamily="34" charset="-122"/>
              </a:rPr>
              <a:t>UI</a:t>
            </a:r>
            <a:r>
              <a:rPr lang="zh-CN" altLang="en-US" sz="2135" kern="100">
                <a:solidFill>
                  <a:srgbClr val="000000"/>
                </a:solidFill>
                <a:latin typeface="思源黑体" panose="020B0400000000000000" pitchFamily="34" charset="-122"/>
                <a:ea typeface="思源黑体" panose="020B0400000000000000" pitchFamily="34" charset="-122"/>
                <a:cs typeface="Times New Roman" panose="02020603050405020304" pitchFamily="18" charset="0"/>
                <a:sym typeface="思源黑体" panose="020B0400000000000000" pitchFamily="34" charset="-122"/>
              </a:rPr>
              <a:t>，同时还采用了链式方式调用组件的属性和事件，提供子组件的配置方法，帮助开发者高效实现应用交互逻辑。</a:t>
            </a:r>
            <a:endParaRPr lang="en-US" altLang="zh-CN" kern="100">
              <a:solidFill>
                <a:srgbClr val="000000"/>
              </a:solidFill>
              <a:effectLst/>
              <a:latin typeface="思源黑体" panose="020B0400000000000000" pitchFamily="34" charset="-122"/>
              <a:ea typeface="思源黑体" panose="020B0400000000000000" pitchFamily="34" charset="-122"/>
              <a:cs typeface="Times New Roman" panose="02020603050405020304" pitchFamily="18" charset="0"/>
              <a:sym typeface="思源黑体" panose="020B0400000000000000" pitchFamily="3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4355" y="969735"/>
            <a:ext cx="6717809" cy="5720511"/>
          </a:xfrm>
          <a:prstGeom prst="rect">
            <a:avLst/>
          </a:prstGeom>
        </p:spPr>
      </p:pic>
    </p:spTree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1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5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2" grpId="0" bldLvl="0" animBg="1"/>
      <p:bldP spid="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910590" y="477520"/>
            <a:ext cx="9474835" cy="50253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135" kern="100" dirty="0">
                <a:solidFill>
                  <a:schemeClr val="accent1">
                    <a:lumMod val="60000"/>
                    <a:lumOff val="40000"/>
                  </a:schemeClr>
                </a:solidFill>
                <a:latin typeface="思源黑体" panose="020B0400000000000000" pitchFamily="34" charset="-122"/>
                <a:ea typeface="思源黑体" panose="020B0400000000000000" pitchFamily="34" charset="-122"/>
                <a:cs typeface="Times New Roman" panose="02020603050405020304" pitchFamily="18" charset="0"/>
              </a:rPr>
              <a:t>装饰器：</a:t>
            </a:r>
            <a:r>
              <a:rPr lang="zh-CN" altLang="en-US" sz="2135" kern="100" dirty="0">
                <a:solidFill>
                  <a:srgbClr val="000000"/>
                </a:solidFill>
                <a:latin typeface="思源黑体" panose="020B0400000000000000" pitchFamily="34" charset="-122"/>
                <a:ea typeface="思源黑体" panose="020B0400000000000000" pitchFamily="34" charset="-122"/>
                <a:cs typeface="Times New Roman" panose="02020603050405020304" pitchFamily="18" charset="0"/>
              </a:rPr>
              <a:t>用来装饰类、结构体、方法以及变量，并赋予其特殊的含义，如上述示例中@Entry、@Component、@State都是装饰器。</a:t>
            </a:r>
          </a:p>
          <a:p>
            <a:r>
              <a:rPr lang="zh-CN" altLang="en-US" sz="2135" kern="100" dirty="0">
                <a:solidFill>
                  <a:srgbClr val="000000"/>
                </a:solidFill>
                <a:latin typeface="思源黑体" panose="020B0400000000000000" pitchFamily="34" charset="-122"/>
                <a:ea typeface="思源黑体" panose="020B0400000000000000" pitchFamily="34" charset="-122"/>
                <a:cs typeface="Times New Roman" panose="02020603050405020304" pitchFamily="18" charset="0"/>
              </a:rPr>
              <a:t>具体而言，@Component表示这是个自定义组件；@Entry表示这是一个页面入口组件，一个页面只能有一个@Entry;@State表示组件中的状态变量，这个状态变化会触发UI刷新。</a:t>
            </a:r>
          </a:p>
          <a:p>
            <a:endParaRPr lang="zh-CN" altLang="en-US" sz="2135" kern="100" dirty="0">
              <a:solidFill>
                <a:srgbClr val="000000"/>
              </a:solidFill>
              <a:latin typeface="思源黑体" panose="020B0400000000000000" pitchFamily="34" charset="-122"/>
              <a:ea typeface="思源黑体" panose="020B0400000000000000" pitchFamily="34" charset="-122"/>
              <a:cs typeface="Times New Roman" panose="02020603050405020304" pitchFamily="18" charset="0"/>
            </a:endParaRPr>
          </a:p>
          <a:p>
            <a:r>
              <a:rPr lang="zh-CN" altLang="en-US" sz="2135" kern="100" dirty="0">
                <a:solidFill>
                  <a:schemeClr val="accent1">
                    <a:lumMod val="60000"/>
                    <a:lumOff val="40000"/>
                  </a:schemeClr>
                </a:solidFill>
                <a:latin typeface="思源黑体" panose="020B0400000000000000" pitchFamily="34" charset="-122"/>
                <a:ea typeface="思源黑体" panose="020B0400000000000000" pitchFamily="34" charset="-122"/>
                <a:cs typeface="Times New Roman" panose="02020603050405020304" pitchFamily="18" charset="0"/>
              </a:rPr>
              <a:t>自定义组件：</a:t>
            </a:r>
            <a:r>
              <a:rPr lang="zh-CN" altLang="en-US" sz="2135" kern="100" dirty="0">
                <a:solidFill>
                  <a:srgbClr val="000000"/>
                </a:solidFill>
                <a:latin typeface="思源黑体" panose="020B0400000000000000" pitchFamily="34" charset="-122"/>
                <a:ea typeface="思源黑体" panose="020B0400000000000000" pitchFamily="34" charset="-122"/>
                <a:cs typeface="Times New Roman" panose="02020603050405020304" pitchFamily="18" charset="0"/>
              </a:rPr>
              <a:t>可复用的UI单元，可组合其他组件，如上述被@Component装饰的structHello。</a:t>
            </a:r>
          </a:p>
          <a:p>
            <a:endParaRPr lang="zh-CN" altLang="en-US" sz="2135" kern="100" dirty="0">
              <a:solidFill>
                <a:srgbClr val="000000"/>
              </a:solidFill>
              <a:latin typeface="思源黑体" panose="020B0400000000000000" pitchFamily="34" charset="-122"/>
              <a:ea typeface="思源黑体" panose="020B0400000000000000" pitchFamily="34" charset="-122"/>
              <a:cs typeface="Times New Roman" panose="02020603050405020304" pitchFamily="18" charset="0"/>
            </a:endParaRPr>
          </a:p>
          <a:p>
            <a:r>
              <a:rPr lang="zh-CN" altLang="en-US" sz="2135" kern="100" dirty="0">
                <a:solidFill>
                  <a:schemeClr val="accent1">
                    <a:lumMod val="60000"/>
                    <a:lumOff val="40000"/>
                  </a:schemeClr>
                </a:solidFill>
                <a:latin typeface="思源黑体" panose="020B0400000000000000" pitchFamily="34" charset="-122"/>
                <a:ea typeface="思源黑体" panose="020B0400000000000000" pitchFamily="34" charset="-122"/>
                <a:cs typeface="Times New Roman" panose="02020603050405020304" pitchFamily="18" charset="0"/>
              </a:rPr>
              <a:t>UI描述：</a:t>
            </a:r>
            <a:r>
              <a:rPr lang="zh-CN" altLang="en-US" sz="2135" kern="100" dirty="0">
                <a:solidFill>
                  <a:srgbClr val="000000"/>
                </a:solidFill>
                <a:latin typeface="思源黑体" panose="020B0400000000000000" pitchFamily="34" charset="-122"/>
                <a:ea typeface="思源黑体" panose="020B0400000000000000" pitchFamily="34" charset="-122"/>
                <a:cs typeface="Times New Roman" panose="02020603050405020304" pitchFamily="18" charset="0"/>
              </a:rPr>
              <a:t>以声明式的方式来描述UI的结构，如上述build()方法内部的代码块。</a:t>
            </a:r>
          </a:p>
          <a:p>
            <a:endParaRPr lang="zh-CN" altLang="en-US" sz="2135" kern="100" dirty="0">
              <a:solidFill>
                <a:srgbClr val="000000"/>
              </a:solidFill>
              <a:latin typeface="思源黑体" panose="020B0400000000000000" pitchFamily="34" charset="-122"/>
              <a:ea typeface="思源黑体" panose="020B0400000000000000" pitchFamily="34" charset="-122"/>
              <a:cs typeface="Times New Roman" panose="02020603050405020304" pitchFamily="18" charset="0"/>
            </a:endParaRPr>
          </a:p>
          <a:p>
            <a:r>
              <a:rPr lang="zh-CN" altLang="en-US" sz="2135" kern="100" dirty="0">
                <a:solidFill>
                  <a:schemeClr val="accent1">
                    <a:lumMod val="60000"/>
                    <a:lumOff val="40000"/>
                  </a:schemeClr>
                </a:solidFill>
                <a:latin typeface="思源黑体" panose="020B0400000000000000" pitchFamily="34" charset="-122"/>
                <a:ea typeface="思源黑体" panose="020B0400000000000000" pitchFamily="34" charset="-122"/>
                <a:cs typeface="Times New Roman" panose="02020603050405020304" pitchFamily="18" charset="0"/>
              </a:rPr>
              <a:t>内置组件：</a:t>
            </a:r>
            <a:r>
              <a:rPr lang="zh-CN" altLang="en-US" sz="2135" kern="100" dirty="0">
                <a:solidFill>
                  <a:srgbClr val="000000"/>
                </a:solidFill>
                <a:latin typeface="思源黑体" panose="020B0400000000000000" pitchFamily="34" charset="-122"/>
                <a:ea typeface="思源黑体" panose="020B0400000000000000" pitchFamily="34" charset="-122"/>
                <a:cs typeface="Times New Roman" panose="02020603050405020304" pitchFamily="18" charset="0"/>
              </a:rPr>
              <a:t>ArkTS中默认内置的基础组件、容器组件、媒体组件、绘制组件、画布组件等，开发者可以直接调用，如示例中的Column（水平排列）、Text（文本）、Divider（分割）、Button（点击）等。</a:t>
            </a:r>
          </a:p>
          <a:p>
            <a:endParaRPr lang="zh-CN" altLang="en-US" sz="2135" kern="100" dirty="0">
              <a:solidFill>
                <a:srgbClr val="000000"/>
              </a:solidFill>
              <a:latin typeface="思源黑体" panose="020B0400000000000000" pitchFamily="34" charset="-122"/>
              <a:ea typeface="思源黑体" panose="020B0400000000000000" pitchFamily="3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982980" y="1701800"/>
            <a:ext cx="9474835" cy="33807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135" kern="100" dirty="0">
                <a:solidFill>
                  <a:schemeClr val="accent1">
                    <a:lumMod val="60000"/>
                    <a:lumOff val="40000"/>
                  </a:schemeClr>
                </a:solidFill>
                <a:latin typeface="思源黑体" panose="020B0400000000000000" pitchFamily="34" charset="-122"/>
                <a:ea typeface="思源黑体" panose="020B0400000000000000" pitchFamily="34" charset="-122"/>
                <a:cs typeface="Times New Roman" panose="02020603050405020304" pitchFamily="18" charset="0"/>
              </a:rPr>
              <a:t>属性方法：</a:t>
            </a:r>
            <a:r>
              <a:rPr lang="zh-CN" altLang="en-US" sz="2135" kern="100" dirty="0">
                <a:solidFill>
                  <a:srgbClr val="000000"/>
                </a:solidFill>
                <a:latin typeface="思源黑体" panose="020B0400000000000000" pitchFamily="34" charset="-122"/>
                <a:ea typeface="思源黑体" panose="020B0400000000000000" pitchFamily="34" charset="-122"/>
                <a:cs typeface="Times New Roman" panose="02020603050405020304" pitchFamily="18" charset="0"/>
              </a:rPr>
              <a:t>用于设置组件的属性，如fontSize()、width（)、height()、color()等。可通过链式调用的方式设置多项属性。</a:t>
            </a:r>
          </a:p>
          <a:p>
            <a:endParaRPr lang="zh-CN" altLang="en-US" sz="2135" kern="100" dirty="0">
              <a:solidFill>
                <a:srgbClr val="000000"/>
              </a:solidFill>
              <a:latin typeface="思源黑体" panose="020B0400000000000000" pitchFamily="34" charset="-122"/>
              <a:ea typeface="思源黑体" panose="020B0400000000000000" pitchFamily="34" charset="-122"/>
              <a:cs typeface="Times New Roman" panose="02020603050405020304" pitchFamily="18" charset="0"/>
            </a:endParaRPr>
          </a:p>
          <a:p>
            <a:r>
              <a:rPr lang="zh-CN" altLang="en-US" sz="2135" kern="100" dirty="0">
                <a:solidFill>
                  <a:schemeClr val="accent1">
                    <a:lumMod val="60000"/>
                    <a:lumOff val="40000"/>
                  </a:schemeClr>
                </a:solidFill>
                <a:latin typeface="思源黑体" panose="020B0400000000000000" pitchFamily="34" charset="-122"/>
                <a:ea typeface="思源黑体" panose="020B0400000000000000" pitchFamily="34" charset="-122"/>
                <a:cs typeface="Times New Roman" panose="02020603050405020304" pitchFamily="18" charset="0"/>
              </a:rPr>
              <a:t>事件方法：</a:t>
            </a:r>
            <a:r>
              <a:rPr lang="zh-CN" altLang="en-US" sz="2135" kern="100" dirty="0">
                <a:solidFill>
                  <a:srgbClr val="000000"/>
                </a:solidFill>
                <a:latin typeface="思源黑体" panose="020B0400000000000000" pitchFamily="34" charset="-122"/>
                <a:ea typeface="思源黑体" panose="020B0400000000000000" pitchFamily="34" charset="-122"/>
                <a:cs typeface="Times New Roman" panose="02020603050405020304" pitchFamily="18" charset="0"/>
              </a:rPr>
              <a:t>用于添加组件对事件的响应逻辑，统一通过事件方法进行设置，如跟随在Button后面的onClick()。同样可以通过链式调用的方式设置多个事件的响应逻辑。</a:t>
            </a:r>
          </a:p>
          <a:p>
            <a:endParaRPr lang="zh-CN" altLang="en-US" sz="2135" kern="100" dirty="0">
              <a:solidFill>
                <a:srgbClr val="000000"/>
              </a:solidFill>
              <a:latin typeface="思源黑体" panose="020B0400000000000000" pitchFamily="34" charset="-122"/>
              <a:ea typeface="思源黑体" panose="020B0400000000000000" pitchFamily="34" charset="-122"/>
              <a:cs typeface="Times New Roman" panose="02020603050405020304" pitchFamily="18" charset="0"/>
            </a:endParaRPr>
          </a:p>
          <a:p>
            <a:r>
              <a:rPr lang="zh-CN" altLang="en-US" sz="2135" kern="100" dirty="0">
                <a:solidFill>
                  <a:srgbClr val="000000"/>
                </a:solidFill>
                <a:latin typeface="思源黑体" panose="020B0400000000000000" pitchFamily="34" charset="-122"/>
                <a:ea typeface="思源黑体" panose="020B0400000000000000" pitchFamily="34" charset="-122"/>
                <a:cs typeface="Times New Roman" panose="02020603050405020304" pitchFamily="18" charset="0"/>
              </a:rPr>
              <a:t>ArkTS通过装饰器@Component和@Entry装饰struct关键字声明的结构，构成一个自定义组件。自定义组件中提供了一个build函数，开发者需在该函数内以链式调用的方式进行基本的UI描述。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099929-2034-6A2B-D466-52489B78E9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D45ECBD4-F695-6459-DD6D-936DD1633B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2678" y="8604"/>
            <a:ext cx="7753826" cy="6850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0756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054646" y="621665"/>
            <a:ext cx="10297144" cy="44697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135" kern="100" dirty="0">
                <a:solidFill>
                  <a:schemeClr val="accent1">
                    <a:lumMod val="60000"/>
                    <a:lumOff val="40000"/>
                  </a:schemeClr>
                </a:solidFill>
                <a:latin typeface="思源黑体" panose="020B0400000000000000" pitchFamily="34" charset="-122"/>
                <a:ea typeface="思源黑体" panose="020B0400000000000000" pitchFamily="34" charset="-122"/>
                <a:cs typeface="Times New Roman" panose="02020603050405020304" pitchFamily="18" charset="0"/>
              </a:rPr>
              <a:t>1.基本概念</a:t>
            </a:r>
          </a:p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2135" kern="100" dirty="0">
                <a:solidFill>
                  <a:schemeClr val="tx2">
                    <a:lumMod val="60000"/>
                    <a:lumOff val="40000"/>
                  </a:schemeClr>
                </a:solidFill>
                <a:latin typeface="思源黑体" panose="020B0400000000000000" pitchFamily="34" charset="-122"/>
                <a:ea typeface="思源黑体" panose="020B0400000000000000" pitchFamily="34" charset="-122"/>
                <a:cs typeface="Times New Roman" panose="02020603050405020304" pitchFamily="18" charset="0"/>
              </a:rPr>
              <a:t>struct: </a:t>
            </a:r>
            <a:r>
              <a:rPr lang="zh-CN" altLang="en-US" sz="2135" kern="100" dirty="0">
                <a:solidFill>
                  <a:srgbClr val="000000"/>
                </a:solidFill>
                <a:latin typeface="思源黑体" panose="020B0400000000000000" pitchFamily="34" charset="-122"/>
                <a:ea typeface="思源黑体" panose="020B0400000000000000" pitchFamily="34" charset="-122"/>
                <a:cs typeface="Times New Roman" panose="02020603050405020304" pitchFamily="18" charset="0"/>
              </a:rPr>
              <a:t>结构体，自定义组件可以基于struct实现，不能有继承关系，对于struct的实例化，可以省略new。</a:t>
            </a:r>
          </a:p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2135" kern="100" dirty="0">
                <a:solidFill>
                  <a:srgbClr val="000000"/>
                </a:solidFill>
                <a:latin typeface="思源黑体" panose="020B0400000000000000" pitchFamily="34" charset="-122"/>
                <a:ea typeface="思源黑体" panose="020B0400000000000000" pitchFamily="34" charset="-122"/>
                <a:cs typeface="Times New Roman" panose="02020603050405020304" pitchFamily="18" charset="0"/>
              </a:rPr>
              <a:t>示例：定义结构体。</a:t>
            </a:r>
          </a:p>
          <a:p>
            <a:pPr algn="l">
              <a:buClrTx/>
              <a:buSzTx/>
              <a:buFontTx/>
            </a:pPr>
            <a:endParaRPr lang="en-US" altLang="zh-CN" sz="2135" kern="100" dirty="0">
              <a:solidFill>
                <a:srgbClr val="000000"/>
              </a:solidFill>
              <a:latin typeface="思源黑体" panose="020B0400000000000000" pitchFamily="34" charset="-122"/>
              <a:ea typeface="思源黑体" panose="020B0400000000000000" pitchFamily="34" charset="-122"/>
              <a:cs typeface="Times New Roman" panose="02020603050405020304" pitchFamily="18" charset="0"/>
            </a:endParaRPr>
          </a:p>
          <a:p>
            <a:pPr algn="l">
              <a:buClrTx/>
              <a:buSzTx/>
              <a:buFontTx/>
            </a:pPr>
            <a:endParaRPr lang="en-US" altLang="zh-CN" sz="2135" kern="100" dirty="0">
              <a:solidFill>
                <a:srgbClr val="000000"/>
              </a:solidFill>
              <a:latin typeface="思源黑体" panose="020B0400000000000000" pitchFamily="34" charset="-122"/>
              <a:ea typeface="思源黑体" panose="020B0400000000000000" pitchFamily="34" charset="-122"/>
              <a:cs typeface="Times New Roman" panose="02020603050405020304" pitchFamily="18" charset="0"/>
            </a:endParaRPr>
          </a:p>
          <a:p>
            <a:pPr algn="l">
              <a:buClrTx/>
              <a:buSzTx/>
              <a:buFontTx/>
            </a:pPr>
            <a:endParaRPr lang="en-US" altLang="zh-CN" sz="2135" kern="100" dirty="0">
              <a:solidFill>
                <a:srgbClr val="000000"/>
              </a:solidFill>
              <a:latin typeface="思源黑体" panose="020B0400000000000000" pitchFamily="34" charset="-122"/>
              <a:ea typeface="思源黑体" panose="020B0400000000000000" pitchFamily="34" charset="-122"/>
              <a:cs typeface="Times New Roman" panose="02020603050405020304" pitchFamily="18" charset="0"/>
            </a:endParaRPr>
          </a:p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2135" kern="100" dirty="0">
                <a:solidFill>
                  <a:srgbClr val="000000"/>
                </a:solidFill>
                <a:latin typeface="思源黑体" panose="020B0400000000000000" pitchFamily="34" charset="-122"/>
                <a:ea typeface="思源黑体" panose="020B0400000000000000" pitchFamily="34" charset="-122"/>
                <a:cs typeface="Times New Roman" panose="02020603050405020304" pitchFamily="18" charset="0"/>
              </a:rPr>
              <a:t>build函数：自定义组件必须定义build函数，并且禁止自定义构造函数。build函数示例：Builder构造接口定义。满足Builder构造器接口定义，用于定义组件的声明式UI描述。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A877DC1A-CC39-42BF-8B30-08F41AD550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55657" y="2256465"/>
            <a:ext cx="6096000" cy="120015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ACD2A2E0-C16A-4A90-A5EF-BAD9FA93DA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50990" y="4869954"/>
            <a:ext cx="3571875" cy="1609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82572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982638" y="1269554"/>
            <a:ext cx="10394950" cy="399301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135" kern="100" dirty="0">
                <a:solidFill>
                  <a:schemeClr val="tx2">
                    <a:lumMod val="60000"/>
                    <a:lumOff val="40000"/>
                  </a:schemeClr>
                </a:solidFill>
                <a:latin typeface="思源黑体" panose="020B0400000000000000" pitchFamily="34" charset="-122"/>
                <a:ea typeface="思源黑体" panose="020B0400000000000000" pitchFamily="34" charset="-122"/>
                <a:cs typeface="Times New Roman" panose="02020603050405020304" pitchFamily="18" charset="0"/>
              </a:rPr>
              <a:t>@Entry: </a:t>
            </a:r>
            <a:r>
              <a:rPr lang="zh-CN" altLang="en-US" sz="2135" kern="100" dirty="0">
                <a:solidFill>
                  <a:srgbClr val="000000"/>
                </a:solidFill>
                <a:latin typeface="思源黑体" panose="020B0400000000000000" pitchFamily="34" charset="-122"/>
                <a:ea typeface="思源黑体" panose="020B0400000000000000" pitchFamily="34" charset="-122"/>
                <a:cs typeface="Times New Roman" panose="02020603050405020304" pitchFamily="18" charset="0"/>
              </a:rPr>
              <a:t>装饰struct, 组件被装饰后作为页面的入口，页面加载时将被渲染显示。</a:t>
            </a:r>
          </a:p>
          <a:p>
            <a:pPr>
              <a:lnSpc>
                <a:spcPct val="150000"/>
              </a:lnSpc>
            </a:pPr>
            <a:r>
              <a:rPr lang="zh-CN" altLang="en-US" sz="2135" kern="100" dirty="0">
                <a:solidFill>
                  <a:schemeClr val="tx2">
                    <a:lumMod val="60000"/>
                    <a:lumOff val="40000"/>
                  </a:schemeClr>
                </a:solidFill>
                <a:latin typeface="思源黑体" panose="020B0400000000000000" pitchFamily="34" charset="-122"/>
                <a:ea typeface="思源黑体" panose="020B0400000000000000" pitchFamily="34" charset="-122"/>
                <a:cs typeface="Times New Roman" panose="02020603050405020304" pitchFamily="18" charset="0"/>
              </a:rPr>
              <a:t>@Component: </a:t>
            </a:r>
            <a:r>
              <a:rPr lang="zh-CN" altLang="en-US" sz="2135" kern="100" dirty="0">
                <a:solidFill>
                  <a:srgbClr val="000000"/>
                </a:solidFill>
                <a:latin typeface="思源黑体" panose="020B0400000000000000" pitchFamily="34" charset="-122"/>
                <a:ea typeface="思源黑体" panose="020B0400000000000000" pitchFamily="34" charset="-122"/>
                <a:cs typeface="Times New Roman" panose="02020603050405020304" pitchFamily="18" charset="0"/>
              </a:rPr>
              <a:t>装饰struct, 结构体在装饰后具有基于组件的能力，需要实现build方法来创建UI。</a:t>
            </a:r>
          </a:p>
          <a:p>
            <a:pPr>
              <a:lnSpc>
                <a:spcPct val="150000"/>
              </a:lnSpc>
            </a:pPr>
            <a:r>
              <a:rPr lang="zh-CN" altLang="en-US" sz="2135" kern="100" dirty="0">
                <a:solidFill>
                  <a:schemeClr val="tx2">
                    <a:lumMod val="60000"/>
                    <a:lumOff val="40000"/>
                  </a:schemeClr>
                </a:solidFill>
                <a:latin typeface="思源黑体" panose="020B0400000000000000" pitchFamily="34" charset="-122"/>
                <a:ea typeface="思源黑体" panose="020B0400000000000000" pitchFamily="34" charset="-122"/>
                <a:cs typeface="Times New Roman" panose="02020603050405020304" pitchFamily="18" charset="0"/>
              </a:rPr>
              <a:t>@Preview: </a:t>
            </a:r>
            <a:r>
              <a:rPr lang="zh-CN" altLang="en-US" sz="2135" kern="100" dirty="0">
                <a:solidFill>
                  <a:srgbClr val="000000"/>
                </a:solidFill>
                <a:latin typeface="思源黑体" panose="020B0400000000000000" pitchFamily="34" charset="-122"/>
                <a:ea typeface="思源黑体" panose="020B0400000000000000" pitchFamily="34" charset="-122"/>
                <a:cs typeface="Times New Roman" panose="02020603050405020304" pitchFamily="18" charset="0"/>
              </a:rPr>
              <a:t>装饰struct, 用</a:t>
            </a:r>
            <a:r>
              <a:rPr lang="zh-CN" altLang="en-US" kern="100" dirty="0">
                <a:solidFill>
                  <a:schemeClr val="tx2">
                    <a:lumMod val="60000"/>
                    <a:lumOff val="40000"/>
                  </a:schemeClr>
                </a:solidFill>
                <a:ea typeface="思源黑体" panose="020B0400000000000000" pitchFamily="34" charset="-122"/>
                <a:cs typeface="Times New Roman" panose="02020603050405020304" pitchFamily="18" charset="0"/>
              </a:rPr>
              <a:t>@Preview</a:t>
            </a:r>
            <a:r>
              <a:rPr lang="zh-CN" altLang="en-US" sz="2135" kern="100" dirty="0">
                <a:solidFill>
                  <a:srgbClr val="000000"/>
                </a:solidFill>
                <a:latin typeface="思源黑体" panose="020B0400000000000000" pitchFamily="34" charset="-122"/>
                <a:ea typeface="思源黑体" panose="020B0400000000000000" pitchFamily="34" charset="-122"/>
                <a:cs typeface="Times New Roman" panose="02020603050405020304" pitchFamily="18" charset="0"/>
              </a:rPr>
              <a:t>装饰的自定义组件可以在DevEco Studio的预览</a:t>
            </a:r>
            <a:r>
              <a:rPr lang="zh-CN" altLang="en-US" sz="2135" kern="100" dirty="0">
                <a:latin typeface="思源黑体" panose="020B0400000000000000" pitchFamily="34" charset="-122"/>
                <a:ea typeface="思源黑体" panose="020B0400000000000000" pitchFamily="34" charset="-122"/>
                <a:cs typeface="Times New Roman" panose="02020603050405020304" pitchFamily="18" charset="0"/>
              </a:rPr>
              <a:t>器上进行实时预览，加载页面时，将创建并显示</a:t>
            </a:r>
            <a:r>
              <a:rPr lang="zh-CN" altLang="en-US" kern="100" dirty="0">
                <a:solidFill>
                  <a:schemeClr val="tx2">
                    <a:lumMod val="60000"/>
                    <a:lumOff val="40000"/>
                  </a:schemeClr>
                </a:solidFill>
                <a:ea typeface="思源黑体" panose="020B0400000000000000" pitchFamily="34" charset="-122"/>
                <a:cs typeface="Times New Roman" panose="02020603050405020304" pitchFamily="18" charset="0"/>
              </a:rPr>
              <a:t>@Preview</a:t>
            </a:r>
            <a:r>
              <a:rPr lang="zh-CN" altLang="en-US" sz="2135" kern="100" dirty="0">
                <a:latin typeface="思源黑体" panose="020B0400000000000000" pitchFamily="34" charset="-122"/>
                <a:ea typeface="思源黑体" panose="020B0400000000000000" pitchFamily="34" charset="-122"/>
                <a:cs typeface="Times New Roman" panose="02020603050405020304" pitchFamily="18" charset="0"/>
              </a:rPr>
              <a:t>装饰的自定义组件，一个页面最多可以使用10个@Preview装饰。</a:t>
            </a:r>
          </a:p>
          <a:p>
            <a:pPr>
              <a:lnSpc>
                <a:spcPct val="150000"/>
              </a:lnSpc>
            </a:pPr>
            <a:r>
              <a:rPr lang="zh-CN" altLang="en-US" sz="2135" kern="100" dirty="0">
                <a:latin typeface="思源黑体" panose="020B0400000000000000" pitchFamily="34" charset="-122"/>
                <a:ea typeface="思源黑体" panose="020B0400000000000000" pitchFamily="34" charset="-122"/>
                <a:cs typeface="Times New Roman" panose="02020603050405020304" pitchFamily="18" charset="0"/>
              </a:rPr>
              <a:t>链式调用：以"."链式调用的方式配置UI组件的属性方法、事件方法等。</a:t>
            </a:r>
          </a:p>
          <a:p>
            <a:endParaRPr lang="zh-CN" altLang="en-US" sz="2135" kern="100" dirty="0">
              <a:solidFill>
                <a:srgbClr val="000000"/>
              </a:solidFill>
              <a:latin typeface="思源黑体" panose="020B0400000000000000" pitchFamily="34" charset="-122"/>
              <a:ea typeface="思源黑体" panose="020B0400000000000000" pitchFamily="3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126490" y="477520"/>
            <a:ext cx="9530080" cy="545540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135" kern="100" dirty="0">
                <a:solidFill>
                  <a:schemeClr val="tx2">
                    <a:lumMod val="60000"/>
                    <a:lumOff val="40000"/>
                  </a:schemeClr>
                </a:solidFill>
                <a:latin typeface="思源黑体" panose="020B0400000000000000" pitchFamily="34" charset="-122"/>
                <a:ea typeface="思源黑体" panose="020B0400000000000000" pitchFamily="34" charset="-122"/>
                <a:cs typeface="Times New Roman" panose="02020603050405020304" pitchFamily="18" charset="0"/>
              </a:rPr>
              <a:t>2. ArkTS基本语法</a:t>
            </a:r>
          </a:p>
          <a:p>
            <a:pPr>
              <a:lnSpc>
                <a:spcPct val="150000"/>
              </a:lnSpc>
            </a:pPr>
            <a:r>
              <a:rPr lang="zh-CN" altLang="en-US" sz="2135" kern="100" dirty="0">
                <a:solidFill>
                  <a:schemeClr val="tx2">
                    <a:lumMod val="60000"/>
                    <a:lumOff val="40000"/>
                  </a:schemeClr>
                </a:solidFill>
                <a:latin typeface="思源黑体" panose="020B0400000000000000" pitchFamily="34" charset="-122"/>
                <a:ea typeface="思源黑体" panose="020B0400000000000000" pitchFamily="34" charset="-122"/>
                <a:cs typeface="Times New Roman" panose="02020603050405020304" pitchFamily="18" charset="0"/>
              </a:rPr>
              <a:t>(1) 变量声明和数据类型</a:t>
            </a:r>
          </a:p>
          <a:p>
            <a:pPr>
              <a:lnSpc>
                <a:spcPct val="150000"/>
              </a:lnSpc>
            </a:pPr>
            <a:r>
              <a:rPr lang="zh-CN" altLang="en-US" sz="2135" kern="100" dirty="0">
                <a:solidFill>
                  <a:schemeClr val="tx1"/>
                </a:solidFill>
                <a:latin typeface="思源黑体" panose="020B0400000000000000" pitchFamily="34" charset="-122"/>
                <a:ea typeface="思源黑体" panose="020B0400000000000000" pitchFamily="34" charset="-122"/>
                <a:cs typeface="Times New Roman" panose="02020603050405020304" pitchFamily="18" charset="0"/>
              </a:rPr>
              <a:t>在使用ArkTS语言编写应用程序之前，需先了解一下ArkTS在变量声明、支持的数据类型、属性的调用、事件方法、无参数和必选参数的构造配置、子组件配置的相关注意事项。进行变量声明定义名字时，有如下限制：</a:t>
            </a:r>
          </a:p>
          <a:p>
            <a:pPr>
              <a:lnSpc>
                <a:spcPct val="150000"/>
              </a:lnSpc>
            </a:pPr>
            <a:r>
              <a:rPr lang="zh-CN" altLang="en-US" sz="2135" kern="100" dirty="0">
                <a:solidFill>
                  <a:srgbClr val="3992DB"/>
                </a:solidFill>
                <a:latin typeface="思源黑体" panose="020B0400000000000000" pitchFamily="34" charset="-122"/>
                <a:ea typeface="思源黑体" panose="020B0400000000000000" pitchFamily="34" charset="-122"/>
                <a:cs typeface="Times New Roman" panose="02020603050405020304" pitchFamily="18" charset="0"/>
              </a:rPr>
              <a:t>①只能包含数字、字母、下划线以及$符号；</a:t>
            </a:r>
          </a:p>
          <a:p>
            <a:pPr>
              <a:lnSpc>
                <a:spcPct val="150000"/>
              </a:lnSpc>
            </a:pPr>
            <a:r>
              <a:rPr lang="zh-CN" altLang="en-US" sz="2135" kern="100" dirty="0">
                <a:solidFill>
                  <a:srgbClr val="3992DB"/>
                </a:solidFill>
                <a:latin typeface="思源黑体" panose="020B0400000000000000" pitchFamily="34" charset="-122"/>
                <a:ea typeface="思源黑体" panose="020B0400000000000000" pitchFamily="34" charset="-122"/>
                <a:cs typeface="Times New Roman" panose="02020603050405020304" pitchFamily="18" charset="0"/>
              </a:rPr>
              <a:t>②首个符号，不能以数字开头，只能允许字母或者下划线以及$符号开头；</a:t>
            </a:r>
          </a:p>
          <a:p>
            <a:pPr>
              <a:lnSpc>
                <a:spcPct val="150000"/>
              </a:lnSpc>
            </a:pPr>
            <a:r>
              <a:rPr lang="zh-CN" altLang="en-US" sz="2135" kern="100" dirty="0">
                <a:solidFill>
                  <a:srgbClr val="3992DB"/>
                </a:solidFill>
                <a:latin typeface="思源黑体" panose="020B0400000000000000" pitchFamily="34" charset="-122"/>
                <a:ea typeface="思源黑体" panose="020B0400000000000000" pitchFamily="34" charset="-122"/>
                <a:cs typeface="Times New Roman" panose="02020603050405020304" pitchFamily="18" charset="0"/>
              </a:rPr>
              <a:t>③次数有限制：同一个名字的变量在相同作用域中只能声明一次。</a:t>
            </a:r>
            <a:endParaRPr lang="zh-CN" altLang="en-US" sz="2135" kern="100" dirty="0">
              <a:solidFill>
                <a:schemeClr val="tx1"/>
              </a:solidFill>
              <a:latin typeface="思源黑体" panose="020B0400000000000000" pitchFamily="34" charset="-122"/>
              <a:ea typeface="思源黑体" panose="020B0400000000000000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135" kern="100" dirty="0">
                <a:solidFill>
                  <a:schemeClr val="tx1"/>
                </a:solidFill>
                <a:latin typeface="思源黑体" panose="020B0400000000000000" pitchFamily="34" charset="-122"/>
                <a:ea typeface="思源黑体" panose="020B0400000000000000" pitchFamily="34" charset="-122"/>
                <a:cs typeface="Times New Roman" panose="02020603050405020304" pitchFamily="18" charset="0"/>
              </a:rPr>
              <a:t>ArkTS支持的数据类型包括number(数字、二进制、八进制、十进制、十六进制), 以及string、boolean、数组、元组、any。</a:t>
            </a:r>
          </a:p>
          <a:p>
            <a:pPr>
              <a:lnSpc>
                <a:spcPct val="150000"/>
              </a:lnSpc>
            </a:pPr>
            <a:r>
              <a:rPr lang="zh-CN" altLang="en-US" sz="2135" kern="100" dirty="0">
                <a:solidFill>
                  <a:schemeClr val="tx1"/>
                </a:solidFill>
                <a:latin typeface="思源黑体" panose="020B0400000000000000" pitchFamily="34" charset="-122"/>
                <a:ea typeface="思源黑体" panose="020B0400000000000000" pitchFamily="34" charset="-122"/>
                <a:cs typeface="Times New Roman" panose="02020603050405020304" pitchFamily="18" charset="0"/>
              </a:rPr>
              <a:t>示例：变量声明和数据类型案例介绍。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0815" y="305435"/>
            <a:ext cx="6400800" cy="62484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2390" y="621665"/>
            <a:ext cx="8872855" cy="200561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2135" kern="100" dirty="0">
                <a:solidFill>
                  <a:schemeClr val="tx2">
                    <a:lumMod val="60000"/>
                    <a:lumOff val="40000"/>
                  </a:schemeClr>
                </a:solidFill>
                <a:latin typeface="思源黑体" panose="020B0400000000000000" pitchFamily="34" charset="-122"/>
                <a:ea typeface="思源黑体" panose="020B0400000000000000" pitchFamily="34" charset="-122"/>
                <a:cs typeface="Times New Roman" panose="02020603050405020304" pitchFamily="18" charset="0"/>
              </a:rPr>
              <a:t>(2) 参数构造配置</a:t>
            </a:r>
          </a:p>
          <a:p>
            <a:pPr algn="l">
              <a:lnSpc>
                <a:spcPct val="150000"/>
              </a:lnSpc>
              <a:buClrTx/>
              <a:buSzTx/>
              <a:buNone/>
            </a:pPr>
            <a:r>
              <a:rPr lang="zh-CN" altLang="en-US" sz="2135" kern="100" dirty="0">
                <a:latin typeface="思源黑体" panose="020B0400000000000000" pitchFamily="34" charset="-122"/>
                <a:ea typeface="思源黑体" panose="020B0400000000000000" pitchFamily="34" charset="-122"/>
                <a:cs typeface="Times New Roman" panose="02020603050405020304" pitchFamily="18" charset="0"/>
              </a:rPr>
              <a:t>如果组件的接口定义中不包含必选构造参数，那么组件后面的</a:t>
            </a:r>
            <a:r>
              <a:rPr lang="en-US" altLang="zh-CN" sz="2135" kern="100" dirty="0">
                <a:latin typeface="思源黑体" panose="020B0400000000000000" pitchFamily="34" charset="-122"/>
                <a:ea typeface="思源黑体" panose="020B0400000000000000" pitchFamily="34" charset="-122"/>
                <a:cs typeface="Times New Roman" panose="02020603050405020304" pitchFamily="18" charset="0"/>
              </a:rPr>
              <a:t>()</a:t>
            </a:r>
            <a:r>
              <a:rPr lang="zh-CN" altLang="en-US" sz="2135" kern="100" dirty="0">
                <a:latin typeface="思源黑体" panose="020B0400000000000000" pitchFamily="34" charset="-122"/>
                <a:ea typeface="思源黑体" panose="020B0400000000000000" pitchFamily="34" charset="-122"/>
                <a:cs typeface="Times New Roman" panose="02020603050405020304" pitchFamily="18" charset="0"/>
              </a:rPr>
              <a:t>中不需要配置任何内容。</a:t>
            </a:r>
          </a:p>
          <a:p>
            <a:pPr algn="l">
              <a:lnSpc>
                <a:spcPct val="150000"/>
              </a:lnSpc>
              <a:buClrTx/>
              <a:buSzTx/>
              <a:buNone/>
            </a:pPr>
            <a:r>
              <a:rPr lang="zh-CN" altLang="en-US" sz="2135" kern="100" dirty="0">
                <a:solidFill>
                  <a:schemeClr val="accent1">
                    <a:lumMod val="60000"/>
                    <a:lumOff val="40000"/>
                  </a:schemeClr>
                </a:solidFill>
                <a:latin typeface="思源黑体" panose="020B0400000000000000" pitchFamily="34" charset="-122"/>
                <a:ea typeface="思源黑体" panose="020B0400000000000000" pitchFamily="34" charset="-122"/>
                <a:cs typeface="Times New Roman" panose="02020603050405020304" pitchFamily="18" charset="0"/>
              </a:rPr>
              <a:t>示例：构造参数传值、不传值使用方式。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1270670" y="2709714"/>
            <a:ext cx="10337165" cy="249844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2135" kern="100" dirty="0">
                <a:solidFill>
                  <a:schemeClr val="accent1">
                    <a:lumMod val="60000"/>
                    <a:lumOff val="40000"/>
                  </a:schemeClr>
                </a:solidFill>
                <a:latin typeface="思源黑体" panose="020B0400000000000000" pitchFamily="34" charset="-122"/>
                <a:ea typeface="思源黑体" panose="020B0400000000000000" pitchFamily="34" charset="-122"/>
                <a:cs typeface="Times New Roman" panose="02020603050405020304" pitchFamily="18" charset="0"/>
              </a:rPr>
              <a:t>Column() {</a:t>
            </a:r>
            <a:endParaRPr lang="en-US" altLang="zh-CN" sz="2135" kern="100" dirty="0">
              <a:solidFill>
                <a:schemeClr val="accent1">
                  <a:lumMod val="60000"/>
                  <a:lumOff val="40000"/>
                </a:schemeClr>
              </a:solidFill>
              <a:latin typeface="思源黑体" panose="020B0400000000000000" pitchFamily="34" charset="-122"/>
              <a:ea typeface="思源黑体" panose="020B0400000000000000" pitchFamily="34" charset="-122"/>
              <a:cs typeface="Times New Roman" panose="02020603050405020304" pitchFamily="18" charset="0"/>
            </a:endParaRPr>
          </a:p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en-US" altLang="zh-CN" sz="2135" kern="100" dirty="0">
                <a:solidFill>
                  <a:schemeClr val="accent1">
                    <a:lumMod val="60000"/>
                    <a:lumOff val="40000"/>
                  </a:schemeClr>
                </a:solidFill>
                <a:latin typeface="思源黑体" panose="020B0400000000000000" pitchFamily="34" charset="-122"/>
                <a:ea typeface="思源黑体" panose="020B0400000000000000" pitchFamily="34" charset="-122"/>
                <a:cs typeface="Times New Roman" panose="02020603050405020304" pitchFamily="18" charset="0"/>
              </a:rPr>
              <a:t>     </a:t>
            </a:r>
            <a:r>
              <a:rPr lang="zh-CN" altLang="en-US" sz="2135" kern="100" dirty="0">
                <a:solidFill>
                  <a:schemeClr val="accent1">
                    <a:lumMod val="60000"/>
                    <a:lumOff val="40000"/>
                  </a:schemeClr>
                </a:solidFill>
                <a:latin typeface="思源黑体" panose="020B0400000000000000" pitchFamily="34" charset="-122"/>
                <a:ea typeface="思源黑体" panose="020B0400000000000000" pitchFamily="34" charset="-122"/>
                <a:cs typeface="Times New Roman" panose="02020603050405020304" pitchFamily="18" charset="0"/>
              </a:rPr>
              <a:t>Text("item 1")</a:t>
            </a:r>
            <a:endParaRPr lang="en-US" altLang="zh-CN" sz="2135" kern="100" dirty="0">
              <a:solidFill>
                <a:schemeClr val="accent1">
                  <a:lumMod val="60000"/>
                  <a:lumOff val="40000"/>
                </a:schemeClr>
              </a:solidFill>
              <a:latin typeface="思源黑体" panose="020B0400000000000000" pitchFamily="34" charset="-122"/>
              <a:ea typeface="思源黑体" panose="020B0400000000000000" pitchFamily="34" charset="-122"/>
              <a:cs typeface="Times New Roman" panose="02020603050405020304" pitchFamily="18" charset="0"/>
            </a:endParaRPr>
          </a:p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en-US" altLang="zh-CN" sz="2135" kern="100" dirty="0">
                <a:solidFill>
                  <a:schemeClr val="accent1">
                    <a:lumMod val="60000"/>
                    <a:lumOff val="40000"/>
                  </a:schemeClr>
                </a:solidFill>
                <a:latin typeface="思源黑体" panose="020B0400000000000000" pitchFamily="34" charset="-122"/>
                <a:ea typeface="思源黑体" panose="020B0400000000000000" pitchFamily="34" charset="-122"/>
                <a:cs typeface="Times New Roman" panose="02020603050405020304" pitchFamily="18" charset="0"/>
              </a:rPr>
              <a:t>     </a:t>
            </a:r>
            <a:r>
              <a:rPr lang="zh-CN" altLang="en-US" sz="2135" kern="100" dirty="0">
                <a:solidFill>
                  <a:schemeClr val="accent1">
                    <a:lumMod val="60000"/>
                    <a:lumOff val="40000"/>
                  </a:schemeClr>
                </a:solidFill>
                <a:latin typeface="思源黑体" panose="020B0400000000000000" pitchFamily="34" charset="-122"/>
                <a:ea typeface="思源黑体" panose="020B0400000000000000" pitchFamily="34" charset="-122"/>
                <a:cs typeface="Times New Roman" panose="02020603050405020304" pitchFamily="18" charset="0"/>
              </a:rPr>
              <a:t>Divider()</a:t>
            </a:r>
            <a:endParaRPr lang="en-US" altLang="zh-CN" sz="2135" kern="100" dirty="0">
              <a:solidFill>
                <a:schemeClr val="accent1">
                  <a:lumMod val="60000"/>
                  <a:lumOff val="40000"/>
                </a:schemeClr>
              </a:solidFill>
              <a:latin typeface="思源黑体" panose="020B0400000000000000" pitchFamily="34" charset="-122"/>
              <a:ea typeface="思源黑体" panose="020B0400000000000000" pitchFamily="34" charset="-122"/>
              <a:cs typeface="Times New Roman" panose="02020603050405020304" pitchFamily="18" charset="0"/>
            </a:endParaRPr>
          </a:p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en-US" altLang="zh-CN" sz="2135" kern="100" dirty="0">
                <a:solidFill>
                  <a:schemeClr val="accent1">
                    <a:lumMod val="60000"/>
                    <a:lumOff val="40000"/>
                  </a:schemeClr>
                </a:solidFill>
                <a:latin typeface="思源黑体" panose="020B0400000000000000" pitchFamily="34" charset="-122"/>
                <a:ea typeface="思源黑体" panose="020B0400000000000000" pitchFamily="34" charset="-122"/>
                <a:cs typeface="Times New Roman" panose="02020603050405020304" pitchFamily="18" charset="0"/>
              </a:rPr>
              <a:t>     </a:t>
            </a:r>
            <a:r>
              <a:rPr lang="zh-CN" altLang="en-US" sz="2135" kern="100" dirty="0">
                <a:solidFill>
                  <a:schemeClr val="accent1">
                    <a:lumMod val="60000"/>
                    <a:lumOff val="40000"/>
                  </a:schemeClr>
                </a:solidFill>
                <a:latin typeface="思源黑体" panose="020B0400000000000000" pitchFamily="34" charset="-122"/>
                <a:ea typeface="思源黑体" panose="020B0400000000000000" pitchFamily="34" charset="-122"/>
                <a:cs typeface="Times New Roman" panose="02020603050405020304" pitchFamily="18" charset="0"/>
              </a:rPr>
              <a:t>Text("item 2")</a:t>
            </a:r>
            <a:endParaRPr lang="en-US" altLang="zh-CN" sz="2135" kern="100" dirty="0">
              <a:solidFill>
                <a:schemeClr val="accent1">
                  <a:lumMod val="60000"/>
                  <a:lumOff val="40000"/>
                </a:schemeClr>
              </a:solidFill>
              <a:latin typeface="思源黑体" panose="020B0400000000000000" pitchFamily="34" charset="-122"/>
              <a:ea typeface="思源黑体" panose="020B0400000000000000" pitchFamily="34" charset="-122"/>
              <a:cs typeface="Times New Roman" panose="02020603050405020304" pitchFamily="18" charset="0"/>
            </a:endParaRPr>
          </a:p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2135" kern="100" dirty="0">
                <a:solidFill>
                  <a:schemeClr val="accent1">
                    <a:lumMod val="60000"/>
                    <a:lumOff val="40000"/>
                  </a:schemeClr>
                </a:solidFill>
                <a:latin typeface="思源黑体" panose="020B0400000000000000" pitchFamily="34" charset="-122"/>
                <a:ea typeface="思源黑体" panose="020B0400000000000000" pitchFamily="34" charset="-122"/>
                <a:cs typeface="Times New Roman" panose="02020603050405020304" pitchFamily="18" charset="0"/>
              </a:rPr>
              <a:t>}</a:t>
            </a:r>
            <a:endParaRPr lang="en-US" altLang="zh-CN" sz="2135" kern="100" dirty="0">
              <a:solidFill>
                <a:schemeClr val="accent1">
                  <a:lumMod val="60000"/>
                  <a:lumOff val="40000"/>
                </a:schemeClr>
              </a:solidFill>
              <a:latin typeface="思源黑体" panose="020B0400000000000000" pitchFamily="34" charset="-122"/>
              <a:ea typeface="思源黑体" panose="020B0400000000000000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27443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2390" y="621665"/>
            <a:ext cx="8872855" cy="42088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buClrTx/>
              <a:buSzTx/>
              <a:buFontTx/>
            </a:pPr>
            <a:r>
              <a:rPr lang="zh-CN" altLang="en-US" sz="2135" kern="100" dirty="0">
                <a:solidFill>
                  <a:schemeClr val="tx2">
                    <a:lumMod val="60000"/>
                    <a:lumOff val="40000"/>
                  </a:schemeClr>
                </a:solidFill>
                <a:latin typeface="思源黑体" panose="020B0400000000000000" pitchFamily="34" charset="-122"/>
                <a:ea typeface="思源黑体" panose="020B0400000000000000" pitchFamily="34" charset="-122"/>
                <a:cs typeface="Times New Roman" panose="02020603050405020304" pitchFamily="18" charset="0"/>
              </a:rPr>
              <a:t>(2) 参数构造配置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1342390" y="1197546"/>
            <a:ext cx="10337165" cy="239219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2135" kern="100" dirty="0">
                <a:latin typeface="思源黑体" panose="020B0400000000000000" pitchFamily="34" charset="-122"/>
                <a:ea typeface="思源黑体" panose="020B0400000000000000" pitchFamily="34" charset="-122"/>
                <a:cs typeface="Times New Roman" panose="02020603050405020304" pitchFamily="18" charset="0"/>
              </a:rPr>
              <a:t>如果组件的接口定义中包含构造参数，则在组件后面的“（）”中必须配置相应参数，参数可以使用常量进行赋值。</a:t>
            </a:r>
          </a:p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2135" kern="100" dirty="0">
                <a:solidFill>
                  <a:schemeClr val="accent1">
                    <a:lumMod val="60000"/>
                    <a:lumOff val="40000"/>
                  </a:schemeClr>
                </a:solidFill>
                <a:latin typeface="思源黑体" panose="020B0400000000000000" pitchFamily="34" charset="-122"/>
                <a:ea typeface="思源黑体" panose="020B0400000000000000" pitchFamily="34" charset="-122"/>
                <a:cs typeface="Times New Roman" panose="02020603050405020304" pitchFamily="18" charset="0"/>
              </a:rPr>
              <a:t>示例：Image组件的必选参数src。</a:t>
            </a:r>
          </a:p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2135" kern="100" dirty="0">
                <a:solidFill>
                  <a:schemeClr val="accent1">
                    <a:lumMod val="60000"/>
                    <a:lumOff val="40000"/>
                  </a:schemeClr>
                </a:solidFill>
                <a:latin typeface="思源黑体" panose="020B0400000000000000" pitchFamily="34" charset="-122"/>
                <a:ea typeface="思源黑体" panose="020B0400000000000000" pitchFamily="34" charset="-122"/>
                <a:cs typeface="Times New Roman" panose="02020603050405020304" pitchFamily="18" charset="0"/>
              </a:rPr>
              <a:t>Image("https://xyz/test.jpg")</a:t>
            </a:r>
          </a:p>
          <a:p>
            <a:pPr algn="l">
              <a:buClrTx/>
              <a:buSzTx/>
              <a:buFontTx/>
            </a:pPr>
            <a:endParaRPr lang="zh-CN" altLang="en-US" sz="2135" kern="100" dirty="0">
              <a:solidFill>
                <a:schemeClr val="accent1">
                  <a:lumMod val="60000"/>
                  <a:lumOff val="40000"/>
                </a:schemeClr>
              </a:solidFill>
              <a:latin typeface="思源黑体" panose="020B0400000000000000" pitchFamily="34" charset="-122"/>
              <a:ea typeface="思源黑体" panose="020B04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342390" y="3429794"/>
            <a:ext cx="10337165" cy="299126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lnSpc>
                <a:spcPct val="150000"/>
              </a:lnSpc>
              <a:buClrTx/>
              <a:buSzTx/>
              <a:buFontTx/>
              <a:buNone/>
            </a:pPr>
            <a:r>
              <a:rPr lang="zh-CN" altLang="en-US" sz="2135" kern="100" dirty="0">
                <a:solidFill>
                  <a:schemeClr val="tx1"/>
                </a:solidFill>
                <a:latin typeface="思源黑体" panose="020B0400000000000000" pitchFamily="34" charset="-122"/>
                <a:ea typeface="思源黑体" panose="020B0400000000000000" pitchFamily="34" charset="-122"/>
                <a:cs typeface="Times New Roman" panose="02020603050405020304" pitchFamily="18" charset="0"/>
                <a:sym typeface="+mn-ea"/>
              </a:rPr>
              <a:t>变量或表达式也可以用于参数赋值，其中表达式返回的结果类型必须满足参数类型要求。</a:t>
            </a:r>
            <a:endParaRPr lang="zh-CN" altLang="en-US" sz="2135" kern="100" dirty="0">
              <a:solidFill>
                <a:schemeClr val="tx1"/>
              </a:solidFill>
              <a:latin typeface="思源黑体" panose="020B0400000000000000" pitchFamily="34" charset="-122"/>
              <a:ea typeface="思源黑体" panose="020B0400000000000000" pitchFamily="34" charset="-122"/>
              <a:cs typeface="Times New Roman" panose="02020603050405020304" pitchFamily="18" charset="0"/>
            </a:endParaRPr>
          </a:p>
          <a:p>
            <a:pPr algn="l">
              <a:lnSpc>
                <a:spcPct val="150000"/>
              </a:lnSpc>
              <a:buClrTx/>
              <a:buSzTx/>
              <a:buFontTx/>
              <a:buNone/>
            </a:pPr>
            <a:r>
              <a:rPr lang="zh-CN" altLang="en-US" sz="2135" kern="100" dirty="0">
                <a:solidFill>
                  <a:schemeClr val="accent1">
                    <a:lumMod val="60000"/>
                    <a:lumOff val="40000"/>
                  </a:schemeClr>
                </a:solidFill>
                <a:latin typeface="思源黑体" panose="020B0400000000000000" pitchFamily="34" charset="-122"/>
                <a:ea typeface="思源黑体" panose="020B0400000000000000" pitchFamily="34" charset="-122"/>
                <a:cs typeface="Times New Roman" panose="02020603050405020304" pitchFamily="18" charset="0"/>
                <a:sym typeface="+mn-ea"/>
              </a:rPr>
              <a:t>示例：设置变量或表达式来构造Image和Text组件的参数。</a:t>
            </a:r>
            <a:endParaRPr lang="zh-CN" altLang="en-US" sz="2135" kern="100" dirty="0">
              <a:solidFill>
                <a:schemeClr val="accent1">
                  <a:lumMod val="60000"/>
                  <a:lumOff val="40000"/>
                </a:schemeClr>
              </a:solidFill>
              <a:latin typeface="思源黑体" panose="020B0400000000000000" pitchFamily="34" charset="-122"/>
              <a:ea typeface="思源黑体" panose="020B0400000000000000" pitchFamily="34" charset="-122"/>
              <a:cs typeface="Times New Roman" panose="02020603050405020304" pitchFamily="18" charset="0"/>
            </a:endParaRPr>
          </a:p>
          <a:p>
            <a:pPr algn="l">
              <a:lnSpc>
                <a:spcPct val="150000"/>
              </a:lnSpc>
              <a:buClrTx/>
              <a:buSzTx/>
              <a:buNone/>
            </a:pPr>
            <a:r>
              <a:rPr lang="zh-CN" altLang="en-US" sz="2135" kern="100" dirty="0">
                <a:solidFill>
                  <a:schemeClr val="accent1">
                    <a:lumMod val="60000"/>
                    <a:lumOff val="40000"/>
                  </a:schemeClr>
                </a:solidFill>
                <a:latin typeface="思源黑体" panose="020B0400000000000000" pitchFamily="34" charset="-122"/>
                <a:ea typeface="思源黑体" panose="020B0400000000000000" pitchFamily="34" charset="-122"/>
                <a:cs typeface="Times New Roman" panose="02020603050405020304" pitchFamily="18" charset="0"/>
                <a:sym typeface="+mn-ea"/>
              </a:rPr>
              <a:t>Image(this.imagePath)</a:t>
            </a:r>
            <a:endParaRPr lang="en-US" altLang="zh-CN" sz="2135" kern="100" dirty="0">
              <a:solidFill>
                <a:schemeClr val="accent1">
                  <a:lumMod val="60000"/>
                  <a:lumOff val="40000"/>
                </a:schemeClr>
              </a:solidFill>
              <a:latin typeface="思源黑体" panose="020B0400000000000000" pitchFamily="34" charset="-122"/>
              <a:ea typeface="思源黑体" panose="020B0400000000000000" pitchFamily="34" charset="-122"/>
              <a:cs typeface="Times New Roman" panose="02020603050405020304" pitchFamily="18" charset="0"/>
              <a:sym typeface="+mn-ea"/>
            </a:endParaRPr>
          </a:p>
          <a:p>
            <a:pPr algn="l">
              <a:lnSpc>
                <a:spcPct val="150000"/>
              </a:lnSpc>
              <a:buClrTx/>
              <a:buSzTx/>
              <a:buNone/>
            </a:pPr>
            <a:r>
              <a:rPr lang="zh-CN" altLang="en-US" sz="2135" kern="100" dirty="0">
                <a:solidFill>
                  <a:schemeClr val="accent1">
                    <a:lumMod val="60000"/>
                    <a:lumOff val="40000"/>
                  </a:schemeClr>
                </a:solidFill>
                <a:latin typeface="思源黑体" panose="020B0400000000000000" pitchFamily="34" charset="-122"/>
                <a:ea typeface="思源黑体" panose="020B0400000000000000" pitchFamily="34" charset="-122"/>
                <a:cs typeface="Times New Roman" panose="02020603050405020304" pitchFamily="18" charset="0"/>
                <a:sym typeface="+mn-ea"/>
              </a:rPr>
              <a:t>Image("https://"+this.imageUrl</a:t>
            </a:r>
            <a:r>
              <a:rPr lang="en-US" altLang="zh-CN" sz="2135" kern="100" dirty="0">
                <a:solidFill>
                  <a:schemeClr val="accent1">
                    <a:lumMod val="60000"/>
                    <a:lumOff val="40000"/>
                  </a:schemeClr>
                </a:solidFill>
                <a:latin typeface="思源黑体" panose="020B0400000000000000" pitchFamily="34" charset="-122"/>
                <a:ea typeface="思源黑体" panose="020B0400000000000000" pitchFamily="34" charset="-122"/>
                <a:cs typeface="Times New Roman" panose="02020603050405020304" pitchFamily="18" charset="0"/>
                <a:sym typeface="+mn-ea"/>
              </a:rPr>
              <a:t>)</a:t>
            </a:r>
          </a:p>
          <a:p>
            <a:pPr algn="l">
              <a:lnSpc>
                <a:spcPct val="150000"/>
              </a:lnSpc>
              <a:buClrTx/>
              <a:buSzTx/>
              <a:buNone/>
            </a:pPr>
            <a:r>
              <a:rPr lang="zh-CN" altLang="en-US" sz="2135" kern="100" dirty="0">
                <a:solidFill>
                  <a:schemeClr val="accent1">
                    <a:lumMod val="60000"/>
                    <a:lumOff val="40000"/>
                  </a:schemeClr>
                </a:solidFill>
                <a:latin typeface="思源黑体" panose="020B0400000000000000" pitchFamily="34" charset="-122"/>
                <a:ea typeface="思源黑体" panose="020B0400000000000000" pitchFamily="34" charset="-122"/>
                <a:cs typeface="Times New Roman" panose="02020603050405020304" pitchFamily="18" charset="0"/>
                <a:sym typeface="+mn-ea"/>
              </a:rPr>
              <a:t>Text(</a:t>
            </a:r>
            <a:r>
              <a:rPr lang="en-US" altLang="zh-CN" sz="2135" kern="100" dirty="0">
                <a:solidFill>
                  <a:schemeClr val="accent1">
                    <a:lumMod val="60000"/>
                    <a:lumOff val="40000"/>
                  </a:schemeClr>
                </a:solidFill>
                <a:latin typeface="思源黑体" panose="020B0400000000000000" pitchFamily="34" charset="-122"/>
                <a:ea typeface="思源黑体" panose="020B0400000000000000" pitchFamily="34" charset="-122"/>
                <a:cs typeface="Times New Roman" panose="02020603050405020304" pitchFamily="18" charset="0"/>
                <a:sym typeface="+mn-ea"/>
              </a:rPr>
              <a:t>`</a:t>
            </a:r>
            <a:r>
              <a:rPr lang="zh-CN" altLang="en-US" sz="2135" kern="100" dirty="0">
                <a:solidFill>
                  <a:schemeClr val="accent1">
                    <a:lumMod val="60000"/>
                    <a:lumOff val="40000"/>
                  </a:schemeClr>
                </a:solidFill>
                <a:latin typeface="思源黑体" panose="020B0400000000000000" pitchFamily="34" charset="-122"/>
                <a:ea typeface="思源黑体" panose="020B0400000000000000" pitchFamily="34" charset="-122"/>
                <a:cs typeface="Times New Roman" panose="02020603050405020304" pitchFamily="18" charset="0"/>
                <a:sym typeface="+mn-ea"/>
              </a:rPr>
              <a:t>count: ${this.count}</a:t>
            </a:r>
            <a:r>
              <a:rPr lang="en-US" altLang="zh-CN" sz="2135" kern="100" dirty="0">
                <a:solidFill>
                  <a:schemeClr val="accent1">
                    <a:lumMod val="60000"/>
                    <a:lumOff val="40000"/>
                  </a:schemeClr>
                </a:solidFill>
                <a:latin typeface="思源黑体" panose="020B0400000000000000" pitchFamily="34" charset="-122"/>
                <a:ea typeface="思源黑体" panose="020B0400000000000000" pitchFamily="34" charset="-122"/>
                <a:cs typeface="Times New Roman" panose="02020603050405020304" pitchFamily="18" charset="0"/>
                <a:sym typeface="+mn-ea"/>
              </a:rPr>
              <a:t>`</a:t>
            </a:r>
            <a:r>
              <a:rPr lang="zh-CN" altLang="en-US" sz="2135" kern="100" dirty="0">
                <a:solidFill>
                  <a:schemeClr val="accent1">
                    <a:lumMod val="60000"/>
                    <a:lumOff val="40000"/>
                  </a:schemeClr>
                </a:solidFill>
                <a:latin typeface="思源黑体" panose="020B0400000000000000" pitchFamily="34" charset="-122"/>
                <a:ea typeface="思源黑体" panose="020B0400000000000000" pitchFamily="34" charset="-122"/>
                <a:cs typeface="Times New Roman" panose="02020603050405020304" pitchFamily="18" charset="0"/>
                <a:sym typeface="+mn-ea"/>
              </a:rPr>
              <a:t>)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054100" y="405765"/>
            <a:ext cx="9649618" cy="59482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135" kern="100" dirty="0">
                <a:latin typeface="思源黑体" panose="020B0400000000000000" pitchFamily="34" charset="-122"/>
                <a:ea typeface="思源黑体" panose="020B0400000000000000" pitchFamily="34" charset="-122"/>
                <a:cs typeface="Times New Roman" panose="02020603050405020304" pitchFamily="18" charset="0"/>
              </a:rPr>
              <a:t>(3) 属性</a:t>
            </a:r>
          </a:p>
          <a:p>
            <a:pPr>
              <a:lnSpc>
                <a:spcPct val="150000"/>
              </a:lnSpc>
            </a:pPr>
            <a:r>
              <a:rPr lang="zh-CN" altLang="en-US" sz="2135" kern="100" dirty="0">
                <a:latin typeface="思源黑体" panose="020B0400000000000000" pitchFamily="34" charset="-122"/>
                <a:ea typeface="思源黑体" panose="020B0400000000000000" pitchFamily="34" charset="-122"/>
                <a:cs typeface="Times New Roman" panose="02020603050405020304" pitchFamily="18" charset="0"/>
              </a:rPr>
              <a:t>属性方法用于配置组件的属性，如fontSize（)、width（)、height（)、color(</a:t>
            </a:r>
            <a:r>
              <a:rPr lang="en-US" altLang="zh-CN" sz="2135" kern="100" dirty="0">
                <a:latin typeface="思源黑体" panose="020B0400000000000000" pitchFamily="34" charset="-122"/>
                <a:ea typeface="思源黑体" panose="020B0400000000000000" pitchFamily="34" charset="-122"/>
                <a:cs typeface="Times New Roman" panose="02020603050405020304" pitchFamily="18" charset="0"/>
              </a:rPr>
              <a:t>)</a:t>
            </a:r>
            <a:r>
              <a:rPr lang="zh-CN" altLang="en-US" sz="2135" kern="100" dirty="0">
                <a:latin typeface="思源黑体" panose="020B0400000000000000" pitchFamily="34" charset="-122"/>
                <a:ea typeface="思源黑体" panose="020B0400000000000000" pitchFamily="34" charset="-122"/>
                <a:cs typeface="Times New Roman" panose="02020603050405020304" pitchFamily="18" charset="0"/>
              </a:rPr>
              <a:t>等。在DevEcoStudio中可以在组件后面通过“.”链式调用的方式配置UI的属性。</a:t>
            </a:r>
          </a:p>
          <a:p>
            <a:pPr>
              <a:lnSpc>
                <a:spcPct val="150000"/>
              </a:lnSpc>
            </a:pPr>
            <a:r>
              <a:rPr lang="zh-CN" altLang="en-US" sz="2135" kern="100" dirty="0">
                <a:solidFill>
                  <a:schemeClr val="accent1">
                    <a:lumMod val="60000"/>
                    <a:lumOff val="40000"/>
                  </a:schemeClr>
                </a:solidFill>
                <a:latin typeface="思源黑体" panose="020B0400000000000000" pitchFamily="34" charset="-122"/>
                <a:ea typeface="思源黑体" panose="020B0400000000000000" pitchFamily="34" charset="-122"/>
                <a:cs typeface="Times New Roman" panose="02020603050405020304" pitchFamily="18" charset="0"/>
              </a:rPr>
              <a:t>示例：配置Text组件的字体大小属性。</a:t>
            </a:r>
          </a:p>
          <a:p>
            <a:pPr>
              <a:lnSpc>
                <a:spcPct val="150000"/>
              </a:lnSpc>
            </a:pPr>
            <a:r>
              <a:rPr lang="zh-CN" altLang="en-US" sz="2135" kern="100" dirty="0">
                <a:solidFill>
                  <a:schemeClr val="accent1">
                    <a:lumMod val="60000"/>
                    <a:lumOff val="40000"/>
                  </a:schemeClr>
                </a:solidFill>
                <a:latin typeface="思源黑体" panose="020B0400000000000000" pitchFamily="34" charset="-122"/>
                <a:ea typeface="思源黑体" panose="020B0400000000000000" pitchFamily="34" charset="-122"/>
                <a:cs typeface="Times New Roman" panose="02020603050405020304" pitchFamily="18" charset="0"/>
              </a:rPr>
              <a:t>Text("test")</a:t>
            </a:r>
            <a:endParaRPr lang="en-US" altLang="zh-CN" sz="2135" kern="100" dirty="0">
              <a:solidFill>
                <a:schemeClr val="accent1">
                  <a:lumMod val="60000"/>
                  <a:lumOff val="40000"/>
                </a:schemeClr>
              </a:solidFill>
              <a:latin typeface="思源黑体" panose="020B0400000000000000" pitchFamily="34" charset="-122"/>
              <a:ea typeface="思源黑体" panose="020B0400000000000000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135" kern="100" dirty="0">
                <a:solidFill>
                  <a:schemeClr val="accent1">
                    <a:lumMod val="60000"/>
                    <a:lumOff val="40000"/>
                  </a:schemeClr>
                </a:solidFill>
                <a:latin typeface="思源黑体" panose="020B0400000000000000" pitchFamily="34" charset="-122"/>
                <a:ea typeface="思源黑体" panose="020B0400000000000000" pitchFamily="34" charset="-122"/>
                <a:cs typeface="Times New Roman" panose="02020603050405020304" pitchFamily="18" charset="0"/>
              </a:rPr>
              <a:t>   </a:t>
            </a:r>
            <a:r>
              <a:rPr lang="zh-CN" altLang="en-US" sz="2135" kern="100" dirty="0">
                <a:solidFill>
                  <a:schemeClr val="accent1">
                    <a:lumMod val="60000"/>
                    <a:lumOff val="40000"/>
                  </a:schemeClr>
                </a:solidFill>
                <a:latin typeface="思源黑体" panose="020B0400000000000000" pitchFamily="34" charset="-122"/>
                <a:ea typeface="思源黑体" panose="020B0400000000000000" pitchFamily="34" charset="-122"/>
                <a:cs typeface="Times New Roman" panose="02020603050405020304" pitchFamily="18" charset="0"/>
              </a:rPr>
              <a:t>.fontSize(12)</a:t>
            </a:r>
          </a:p>
          <a:p>
            <a:pPr>
              <a:lnSpc>
                <a:spcPct val="150000"/>
              </a:lnSpc>
            </a:pPr>
            <a:r>
              <a:rPr lang="zh-CN" altLang="en-US" sz="2135" kern="100" dirty="0">
                <a:solidFill>
                  <a:schemeClr val="accent1">
                    <a:lumMod val="60000"/>
                    <a:lumOff val="40000"/>
                  </a:schemeClr>
                </a:solidFill>
                <a:latin typeface="思源黑体" panose="020B0400000000000000" pitchFamily="34" charset="-122"/>
                <a:ea typeface="思源黑体" panose="020B0400000000000000" pitchFamily="34" charset="-122"/>
                <a:cs typeface="Times New Roman" panose="02020603050405020304" pitchFamily="18" charset="0"/>
              </a:rPr>
              <a:t>示例：使用”.”运算符进行链式调用并同时配置组件的多个属性。</a:t>
            </a:r>
          </a:p>
          <a:p>
            <a:pPr>
              <a:lnSpc>
                <a:spcPct val="150000"/>
              </a:lnSpc>
            </a:pPr>
            <a:r>
              <a:rPr lang="zh-CN" altLang="en-US" sz="2135" kern="100" dirty="0">
                <a:solidFill>
                  <a:schemeClr val="accent1">
                    <a:lumMod val="60000"/>
                    <a:lumOff val="40000"/>
                  </a:schemeClr>
                </a:solidFill>
                <a:latin typeface="思源黑体" panose="020B0400000000000000" pitchFamily="34" charset="-122"/>
                <a:ea typeface="思源黑体" panose="020B0400000000000000" pitchFamily="34" charset="-122"/>
                <a:cs typeface="Times New Roman" panose="02020603050405020304" pitchFamily="18" charset="0"/>
              </a:rPr>
              <a:t>Image("test.jpg")</a:t>
            </a:r>
            <a:endParaRPr lang="en-US" altLang="zh-CN" sz="2135" kern="100" dirty="0">
              <a:solidFill>
                <a:schemeClr val="accent1">
                  <a:lumMod val="60000"/>
                  <a:lumOff val="40000"/>
                </a:schemeClr>
              </a:solidFill>
              <a:latin typeface="思源黑体" panose="020B0400000000000000" pitchFamily="34" charset="-122"/>
              <a:ea typeface="思源黑体" panose="020B0400000000000000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135" kern="100" dirty="0">
                <a:solidFill>
                  <a:schemeClr val="accent1">
                    <a:lumMod val="60000"/>
                    <a:lumOff val="40000"/>
                  </a:schemeClr>
                </a:solidFill>
                <a:latin typeface="思源黑体" panose="020B0400000000000000" pitchFamily="34" charset="-122"/>
                <a:ea typeface="思源黑体" panose="020B0400000000000000" pitchFamily="34" charset="-122"/>
                <a:cs typeface="Times New Roman" panose="02020603050405020304" pitchFamily="18" charset="0"/>
              </a:rPr>
              <a:t>  .alt("error.jpg")</a:t>
            </a:r>
            <a:endParaRPr lang="en-US" altLang="zh-CN" sz="2135" kern="100" dirty="0">
              <a:solidFill>
                <a:schemeClr val="accent1">
                  <a:lumMod val="60000"/>
                  <a:lumOff val="40000"/>
                </a:schemeClr>
              </a:solidFill>
              <a:latin typeface="思源黑体" panose="020B0400000000000000" pitchFamily="34" charset="-122"/>
              <a:ea typeface="思源黑体" panose="020B0400000000000000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135" kern="100" dirty="0">
                <a:solidFill>
                  <a:schemeClr val="accent1">
                    <a:lumMod val="60000"/>
                    <a:lumOff val="40000"/>
                  </a:schemeClr>
                </a:solidFill>
                <a:latin typeface="思源黑体" panose="020B0400000000000000" pitchFamily="34" charset="-122"/>
                <a:ea typeface="思源黑体" panose="020B0400000000000000" pitchFamily="34" charset="-122"/>
                <a:cs typeface="Times New Roman" panose="02020603050405020304" pitchFamily="18" charset="0"/>
              </a:rPr>
              <a:t>  .width(100)</a:t>
            </a:r>
            <a:endParaRPr lang="en-US" altLang="zh-CN" sz="2135" kern="100" dirty="0">
              <a:solidFill>
                <a:schemeClr val="accent1">
                  <a:lumMod val="60000"/>
                  <a:lumOff val="40000"/>
                </a:schemeClr>
              </a:solidFill>
              <a:latin typeface="思源黑体" panose="020B0400000000000000" pitchFamily="34" charset="-122"/>
              <a:ea typeface="思源黑体" panose="020B0400000000000000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135" kern="100" dirty="0">
                <a:solidFill>
                  <a:schemeClr val="accent1">
                    <a:lumMod val="60000"/>
                    <a:lumOff val="40000"/>
                  </a:schemeClr>
                </a:solidFill>
                <a:latin typeface="思源黑体" panose="020B0400000000000000" pitchFamily="34" charset="-122"/>
                <a:ea typeface="思源黑体" panose="020B0400000000000000" pitchFamily="34" charset="-122"/>
                <a:cs typeface="Times New Roman" panose="02020603050405020304" pitchFamily="18" charset="0"/>
              </a:rPr>
              <a:t>  .height(100)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1198662" y="1125538"/>
            <a:ext cx="9969500" cy="151278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lnSpc>
                <a:spcPct val="150000"/>
              </a:lnSpc>
              <a:buClrTx/>
              <a:buSzTx/>
              <a:buNone/>
            </a:pPr>
            <a:r>
              <a:rPr lang="zh-CN" altLang="en-US" sz="2135" kern="100" dirty="0">
                <a:latin typeface="思源黑体" panose="020B0400000000000000" pitchFamily="34" charset="-122"/>
                <a:ea typeface="思源黑体" panose="020B0400000000000000" pitchFamily="34" charset="-122"/>
                <a:cs typeface="Times New Roman" panose="02020603050405020304" pitchFamily="18" charset="0"/>
                <a:sym typeface="+mn-ea"/>
              </a:rPr>
              <a:t>除了直接传递常量参数外，还可以传递变量或表达式。</a:t>
            </a:r>
          </a:p>
          <a:p>
            <a:pPr algn="l">
              <a:lnSpc>
                <a:spcPct val="150000"/>
              </a:lnSpc>
              <a:buClrTx/>
              <a:buSzTx/>
              <a:buNone/>
            </a:pPr>
            <a:endParaRPr lang="zh-CN" altLang="en-US" sz="2135" kern="100" dirty="0">
              <a:latin typeface="思源黑体" panose="020B0400000000000000" pitchFamily="34" charset="-122"/>
              <a:ea typeface="思源黑体" panose="020B0400000000000000" pitchFamily="34" charset="-122"/>
              <a:cs typeface="Times New Roman" panose="02020603050405020304" pitchFamily="18" charset="0"/>
            </a:endParaRPr>
          </a:p>
          <a:p>
            <a:pPr algn="l">
              <a:lnSpc>
                <a:spcPct val="150000"/>
              </a:lnSpc>
              <a:buClrTx/>
              <a:buSzTx/>
              <a:buNone/>
            </a:pPr>
            <a:r>
              <a:rPr lang="zh-CN" altLang="en-US" sz="2135" kern="100" dirty="0">
                <a:solidFill>
                  <a:schemeClr val="accent1">
                    <a:lumMod val="60000"/>
                    <a:lumOff val="40000"/>
                  </a:schemeClr>
                </a:solidFill>
                <a:latin typeface="思源黑体" panose="020B0400000000000000" pitchFamily="34" charset="-122"/>
                <a:ea typeface="思源黑体" panose="020B0400000000000000" pitchFamily="34" charset="-122"/>
                <a:cs typeface="Times New Roman" panose="02020603050405020304" pitchFamily="18" charset="0"/>
                <a:sym typeface="+mn-ea"/>
              </a:rPr>
              <a:t>示例：传递变量或表达式。</a:t>
            </a:r>
            <a:endParaRPr lang="zh-CN" altLang="en-US" sz="2135" kern="100" dirty="0">
              <a:solidFill>
                <a:schemeClr val="accent1">
                  <a:lumMod val="60000"/>
                  <a:lumOff val="40000"/>
                </a:schemeClr>
              </a:solidFill>
              <a:latin typeface="思源黑体" panose="020B0400000000000000" pitchFamily="34" charset="-122"/>
              <a:ea typeface="思源黑体" panose="020B0400000000000000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406FEEF0-DEC2-48CC-9AB8-B8F773E338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4806" y="3069754"/>
            <a:ext cx="5372100" cy="2409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04175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838200" y="477520"/>
            <a:ext cx="10764520" cy="34840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lnSpc>
                <a:spcPct val="150000"/>
              </a:lnSpc>
              <a:buClrTx/>
              <a:buSzTx/>
              <a:buNone/>
            </a:pPr>
            <a:r>
              <a:rPr lang="zh-CN" altLang="en-US" sz="2135" kern="100" dirty="0">
                <a:latin typeface="思源黑体" panose="020B0400000000000000" pitchFamily="34" charset="-122"/>
                <a:ea typeface="思源黑体" panose="020B0400000000000000" pitchFamily="34" charset="-122"/>
                <a:cs typeface="Times New Roman" panose="02020603050405020304" pitchFamily="18" charset="0"/>
              </a:rPr>
              <a:t>对于系统内置组件，框架还为其属性预定义了一些枚举类型供开发人员调用，枚举类型可以作为参数传递，且必须满足参数类型要求。</a:t>
            </a:r>
            <a:endParaRPr lang="zh-CN" altLang="en-US" sz="2135" kern="100" dirty="0">
              <a:solidFill>
                <a:schemeClr val="accent1">
                  <a:lumMod val="60000"/>
                  <a:lumOff val="40000"/>
                </a:schemeClr>
              </a:solidFill>
              <a:latin typeface="思源黑体" panose="020B0400000000000000" pitchFamily="34" charset="-122"/>
              <a:ea typeface="思源黑体" panose="020B0400000000000000" pitchFamily="34" charset="-122"/>
              <a:cs typeface="Times New Roman" panose="02020603050405020304" pitchFamily="18" charset="0"/>
            </a:endParaRPr>
          </a:p>
          <a:p>
            <a:pPr algn="l">
              <a:lnSpc>
                <a:spcPct val="150000"/>
              </a:lnSpc>
              <a:buClrTx/>
              <a:buSzTx/>
              <a:buNone/>
            </a:pPr>
            <a:r>
              <a:rPr lang="zh-CN" altLang="en-US" sz="2135" kern="100" dirty="0">
                <a:solidFill>
                  <a:schemeClr val="accent1">
                    <a:lumMod val="60000"/>
                    <a:lumOff val="40000"/>
                  </a:schemeClr>
                </a:solidFill>
                <a:latin typeface="思源黑体" panose="020B0400000000000000" pitchFamily="34" charset="-122"/>
                <a:ea typeface="思源黑体" panose="020B0400000000000000" pitchFamily="34" charset="-122"/>
                <a:cs typeface="Times New Roman" panose="02020603050405020304" pitchFamily="18" charset="0"/>
              </a:rPr>
              <a:t>示例：使用枚举类型作为参数配置Text组件的颜色和字体属性。</a:t>
            </a:r>
          </a:p>
          <a:p>
            <a:pPr algn="l">
              <a:lnSpc>
                <a:spcPct val="150000"/>
              </a:lnSpc>
              <a:buClrTx/>
              <a:buSzTx/>
              <a:buNone/>
            </a:pPr>
            <a:endParaRPr lang="en-US" altLang="zh-CN" sz="2135" kern="100" dirty="0">
              <a:latin typeface="思源黑体" panose="020B0400000000000000" pitchFamily="34" charset="-122"/>
              <a:ea typeface="思源黑体" panose="020B0400000000000000" pitchFamily="34" charset="-122"/>
              <a:cs typeface="Times New Roman" panose="02020603050405020304" pitchFamily="18" charset="0"/>
            </a:endParaRPr>
          </a:p>
          <a:p>
            <a:pPr algn="l">
              <a:lnSpc>
                <a:spcPct val="150000"/>
              </a:lnSpc>
              <a:buClrTx/>
              <a:buSzTx/>
              <a:buNone/>
            </a:pPr>
            <a:endParaRPr lang="en-US" altLang="zh-CN" sz="2135" kern="100" dirty="0">
              <a:latin typeface="思源黑体" panose="020B0400000000000000" pitchFamily="34" charset="-122"/>
              <a:ea typeface="思源黑体" panose="020B0400000000000000" pitchFamily="34" charset="-122"/>
              <a:cs typeface="Times New Roman" panose="02020603050405020304" pitchFamily="18" charset="0"/>
            </a:endParaRPr>
          </a:p>
          <a:p>
            <a:pPr algn="l">
              <a:lnSpc>
                <a:spcPct val="150000"/>
              </a:lnSpc>
              <a:buClrTx/>
              <a:buSzTx/>
              <a:buNone/>
            </a:pPr>
            <a:endParaRPr lang="en-US" altLang="zh-CN" sz="2135" kern="100" dirty="0">
              <a:latin typeface="思源黑体" panose="020B0400000000000000" pitchFamily="34" charset="-122"/>
              <a:ea typeface="思源黑体" panose="020B0400000000000000" pitchFamily="34" charset="-122"/>
              <a:cs typeface="Times New Roman" panose="02020603050405020304" pitchFamily="18" charset="0"/>
            </a:endParaRPr>
          </a:p>
          <a:p>
            <a:pPr algn="l">
              <a:lnSpc>
                <a:spcPct val="150000"/>
              </a:lnSpc>
              <a:buClrTx/>
              <a:buSzTx/>
              <a:buNone/>
            </a:pPr>
            <a:endParaRPr lang="zh-CN" altLang="en-US" sz="2135" kern="100" dirty="0">
              <a:latin typeface="思源黑体" panose="020B0400000000000000" pitchFamily="34" charset="-122"/>
              <a:ea typeface="思源黑体" panose="020B0400000000000000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31A343CF-979F-4AFB-95D8-F130CBC124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0870" y="2349674"/>
            <a:ext cx="5417878" cy="261820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838200" y="477520"/>
            <a:ext cx="10764520" cy="23341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buClrTx/>
              <a:buSzTx/>
              <a:buNone/>
            </a:pPr>
            <a:r>
              <a:rPr lang="zh-CN" altLang="en-US" sz="2135" kern="100" dirty="0">
                <a:latin typeface="思源黑体" panose="020B0400000000000000" pitchFamily="34" charset="-122"/>
                <a:ea typeface="思源黑体" panose="020B0400000000000000" pitchFamily="34" charset="-122"/>
                <a:cs typeface="Times New Roman" panose="02020603050405020304" pitchFamily="18" charset="0"/>
              </a:rPr>
              <a:t>(4) 事件</a:t>
            </a:r>
          </a:p>
          <a:p>
            <a:pPr algn="l">
              <a:lnSpc>
                <a:spcPct val="150000"/>
              </a:lnSpc>
              <a:buClrTx/>
              <a:buSzTx/>
              <a:buNone/>
            </a:pPr>
            <a:r>
              <a:rPr lang="zh-CN" altLang="en-US" sz="2135" kern="100" dirty="0">
                <a:latin typeface="思源黑体" panose="020B0400000000000000" pitchFamily="34" charset="-122"/>
                <a:ea typeface="思源黑体" panose="020B0400000000000000" pitchFamily="34" charset="-122"/>
                <a:cs typeface="Times New Roman" panose="02020603050405020304" pitchFamily="18" charset="0"/>
              </a:rPr>
              <a:t>     在事件方法的回调中添加组件响应逻辑。例如，为Button组件添加onClick方法，在onClick方法的回调中添加点击响应逻辑。通过事件方法可以配置组件支持的事件，事件方法紧随组件，并用“.”运算符连接。</a:t>
            </a:r>
          </a:p>
          <a:p>
            <a:pPr algn="l">
              <a:lnSpc>
                <a:spcPct val="150000"/>
              </a:lnSpc>
              <a:buClrTx/>
              <a:buSzTx/>
              <a:buNone/>
            </a:pPr>
            <a:r>
              <a:rPr lang="zh-CN" altLang="en-US" sz="2135" kern="100" dirty="0">
                <a:solidFill>
                  <a:schemeClr val="accent1">
                    <a:lumMod val="60000"/>
                    <a:lumOff val="40000"/>
                  </a:schemeClr>
                </a:solidFill>
                <a:latin typeface="思源黑体" panose="020B0400000000000000" pitchFamily="34" charset="-122"/>
                <a:ea typeface="思源黑体" panose="020B0400000000000000" pitchFamily="34" charset="-122"/>
                <a:cs typeface="Times New Roman" panose="02020603050405020304" pitchFamily="18" charset="0"/>
              </a:rPr>
              <a:t>示例：配置组件的事件方法。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8541D87E-0CD3-4D4A-90A3-2EEA109A59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0272" y="3000154"/>
            <a:ext cx="3000375" cy="2095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06612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838200" y="477520"/>
            <a:ext cx="10764520" cy="184133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buClrTx/>
              <a:buSzTx/>
              <a:buNone/>
            </a:pPr>
            <a:endParaRPr lang="zh-CN" altLang="en-US" sz="2135" kern="100" dirty="0">
              <a:latin typeface="思源黑体" panose="020B0400000000000000" pitchFamily="34" charset="-122"/>
              <a:ea typeface="思源黑体" panose="020B0400000000000000" pitchFamily="34" charset="-122"/>
              <a:cs typeface="Times New Roman" panose="02020603050405020304" pitchFamily="18" charset="0"/>
            </a:endParaRPr>
          </a:p>
          <a:p>
            <a:pPr algn="l">
              <a:lnSpc>
                <a:spcPct val="150000"/>
              </a:lnSpc>
              <a:buClrTx/>
              <a:buSzTx/>
              <a:buNone/>
            </a:pPr>
            <a:r>
              <a:rPr lang="zh-CN" altLang="en-US" sz="2135" kern="100" dirty="0">
                <a:latin typeface="思源黑体" panose="020B0400000000000000" pitchFamily="34" charset="-122"/>
                <a:ea typeface="思源黑体" panose="020B0400000000000000" pitchFamily="34" charset="-122"/>
                <a:cs typeface="Times New Roman" panose="02020603050405020304" pitchFamily="18" charset="0"/>
              </a:rPr>
              <a:t>使用匿名函数表达式配置组件的事件方法，要求使用bind, 以确保函数体中的this引用包含的组件。</a:t>
            </a:r>
          </a:p>
          <a:p>
            <a:pPr algn="l">
              <a:lnSpc>
                <a:spcPct val="150000"/>
              </a:lnSpc>
              <a:buClrTx/>
              <a:buSzTx/>
              <a:buNone/>
            </a:pPr>
            <a:r>
              <a:rPr lang="zh-CN" altLang="en-US" sz="2135" kern="100" dirty="0">
                <a:solidFill>
                  <a:schemeClr val="accent1">
                    <a:lumMod val="60000"/>
                    <a:lumOff val="40000"/>
                  </a:schemeClr>
                </a:solidFill>
                <a:latin typeface="思源黑体" panose="020B0400000000000000" pitchFamily="34" charset="-122"/>
                <a:ea typeface="思源黑体" panose="020B0400000000000000" pitchFamily="34" charset="-122"/>
                <a:cs typeface="Times New Roman" panose="02020603050405020304" pitchFamily="18" charset="0"/>
              </a:rPr>
              <a:t>示例：使用匿名函数表达式配置组件的事件方法。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B9C63379-F342-4D80-827E-DFB96E8BC0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0950" y="2565698"/>
            <a:ext cx="3600400" cy="2254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7150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198662" y="765175"/>
            <a:ext cx="6120680" cy="42088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135" kern="100" dirty="0">
                <a:solidFill>
                  <a:schemeClr val="accent1">
                    <a:lumMod val="60000"/>
                    <a:lumOff val="40000"/>
                  </a:schemeClr>
                </a:solidFill>
                <a:latin typeface="思源黑体" panose="020B0400000000000000" pitchFamily="34" charset="-122"/>
                <a:ea typeface="思源黑体" panose="020B0400000000000000" pitchFamily="34" charset="-122"/>
                <a:cs typeface="Times New Roman" panose="02020603050405020304" pitchFamily="18" charset="0"/>
              </a:rPr>
              <a:t>示例：使用组件的成员函数配置组件的事件方法。</a:t>
            </a:r>
            <a:endParaRPr lang="zh-CN" altLang="en-US" sz="2135" kern="100" dirty="0">
              <a:latin typeface="思源黑体" panose="020B0400000000000000" pitchFamily="34" charset="-122"/>
              <a:ea typeface="思源黑体" panose="020B0400000000000000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7B4BBA45-FF3F-4CB3-B4B3-DF5B359830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61543" y="1701602"/>
            <a:ext cx="5267325" cy="27432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50545" y="765175"/>
            <a:ext cx="11384915" cy="222791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135" kern="100" dirty="0">
                <a:latin typeface="思源黑体" panose="020B0400000000000000" pitchFamily="34" charset="-122"/>
                <a:ea typeface="思源黑体" panose="020B0400000000000000" pitchFamily="34" charset="-122"/>
                <a:cs typeface="Times New Roman" panose="02020603050405020304" pitchFamily="18" charset="0"/>
              </a:rPr>
              <a:t>(5) 子组件配置</a:t>
            </a:r>
          </a:p>
          <a:p>
            <a:pPr>
              <a:lnSpc>
                <a:spcPct val="150000"/>
              </a:lnSpc>
            </a:pPr>
            <a:r>
              <a:rPr lang="zh-CN" altLang="en-US" sz="2135" kern="100" dirty="0">
                <a:latin typeface="思源黑体" panose="020B0400000000000000" pitchFamily="34" charset="-122"/>
                <a:ea typeface="思源黑体" panose="020B0400000000000000" pitchFamily="34" charset="-122"/>
                <a:cs typeface="Times New Roman" panose="02020603050405020304" pitchFamily="18" charset="0"/>
              </a:rPr>
              <a:t>     对于支持子组件配置的组件，例如容器组件，在“{…}”里为组件添加子组件的UI描述。Column、Row、Stack、Grid、List等组件都是容器组件。</a:t>
            </a:r>
          </a:p>
          <a:p>
            <a:endParaRPr lang="zh-CN" altLang="en-US" sz="2135" kern="100" dirty="0">
              <a:latin typeface="思源黑体" panose="020B0400000000000000" pitchFamily="34" charset="-122"/>
              <a:ea typeface="思源黑体" panose="020B0400000000000000" pitchFamily="34" charset="-122"/>
              <a:cs typeface="Times New Roman" panose="02020603050405020304" pitchFamily="18" charset="0"/>
            </a:endParaRPr>
          </a:p>
          <a:p>
            <a:r>
              <a:rPr lang="zh-CN" altLang="en-US" sz="2135" kern="100" dirty="0">
                <a:solidFill>
                  <a:schemeClr val="accent1">
                    <a:lumMod val="60000"/>
                    <a:lumOff val="40000"/>
                  </a:schemeClr>
                </a:solidFill>
                <a:latin typeface="思源黑体" panose="020B0400000000000000" pitchFamily="34" charset="-122"/>
                <a:ea typeface="思源黑体" panose="020B0400000000000000" pitchFamily="34" charset="-122"/>
                <a:cs typeface="Times New Roman" panose="02020603050405020304" pitchFamily="18" charset="0"/>
              </a:rPr>
              <a:t>示例：简单的Column使用。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32BE16C1-4775-40A7-90F9-4DDEFAC74C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7054" y="2637706"/>
            <a:ext cx="3724275" cy="3857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49398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733078" y="621482"/>
            <a:ext cx="9322568" cy="101995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135" kern="100" dirty="0">
                <a:latin typeface="思源黑体" panose="020B0400000000000000" pitchFamily="34" charset="-122"/>
                <a:ea typeface="思源黑体" panose="020B0400000000000000" pitchFamily="34" charset="-122"/>
                <a:cs typeface="Times New Roman" panose="02020603050405020304" pitchFamily="18" charset="0"/>
              </a:rPr>
              <a:t>容器组件之间也可以互相嵌套，实现相对复杂的多级嵌套效果。</a:t>
            </a:r>
          </a:p>
          <a:p>
            <a:pPr>
              <a:lnSpc>
                <a:spcPct val="150000"/>
              </a:lnSpc>
            </a:pPr>
            <a:r>
              <a:rPr lang="zh-CN" altLang="en-US" sz="2135" kern="100" dirty="0">
                <a:solidFill>
                  <a:schemeClr val="accent1">
                    <a:lumMod val="60000"/>
                    <a:lumOff val="40000"/>
                  </a:schemeClr>
                </a:solidFill>
                <a:latin typeface="思源黑体" panose="020B0400000000000000" pitchFamily="34" charset="-122"/>
                <a:ea typeface="思源黑体" panose="020B0400000000000000" pitchFamily="34" charset="-122"/>
                <a:cs typeface="Times New Roman" panose="02020603050405020304" pitchFamily="18" charset="0"/>
              </a:rPr>
              <a:t>示例：容器组件之间互相嵌套使用。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978E5E11-5C41-4EA6-9974-DD1546BD2D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854" y="1763607"/>
            <a:ext cx="3168352" cy="4441351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2C55FAD3-793D-4A6F-BC30-5185A05022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490" y="1269554"/>
            <a:ext cx="2710468" cy="542945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7BADD7-D78B-CA90-09B4-5A62CDB4BB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9748F8E1-5FCD-A50C-0BCC-19C27CD686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0830" y="221713"/>
            <a:ext cx="5472608" cy="6416161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D512D552-2BDD-5FEB-2CA9-CDAEE74DE664}"/>
              </a:ext>
            </a:extLst>
          </p:cNvPr>
          <p:cNvSpPr txBox="1"/>
          <p:nvPr/>
        </p:nvSpPr>
        <p:spPr>
          <a:xfrm>
            <a:off x="550590" y="216246"/>
            <a:ext cx="1152173" cy="52713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135" kern="100" dirty="0">
                <a:latin typeface="思源黑体" panose="020B0400000000000000" pitchFamily="34" charset="-122"/>
                <a:ea typeface="思源黑体" panose="020B0400000000000000" pitchFamily="34" charset="-122"/>
                <a:cs typeface="Times New Roman" panose="02020603050405020304" pitchFamily="18" charset="0"/>
              </a:rPr>
              <a:t>UI</a:t>
            </a:r>
            <a:r>
              <a:rPr lang="zh-CN" altLang="en-US" sz="2135" kern="100" dirty="0">
                <a:latin typeface="思源黑体" panose="020B0400000000000000" pitchFamily="34" charset="-122"/>
                <a:ea typeface="思源黑体" panose="020B0400000000000000" pitchFamily="34" charset="-122"/>
                <a:cs typeface="Times New Roman" panose="02020603050405020304" pitchFamily="18" charset="0"/>
              </a:rPr>
              <a:t>复用</a:t>
            </a:r>
            <a:endParaRPr lang="zh-CN" altLang="en-US" sz="2135" kern="100" dirty="0">
              <a:solidFill>
                <a:schemeClr val="accent1">
                  <a:lumMod val="60000"/>
                  <a:lumOff val="40000"/>
                </a:schemeClr>
              </a:solidFill>
              <a:latin typeface="思源黑体" panose="020B0400000000000000" pitchFamily="34" charset="-122"/>
              <a:ea typeface="思源黑体" panose="020B0400000000000000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6268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765E27-EADE-4F56-29A9-BE3DBC0A04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BF1362F7-EC32-9FF0-135A-1761C24B4D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2798" y="549474"/>
            <a:ext cx="6505703" cy="5472608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EB990C85-C759-4AF1-594D-97776B4B3D0B}"/>
              </a:ext>
            </a:extLst>
          </p:cNvPr>
          <p:cNvSpPr txBox="1"/>
          <p:nvPr/>
        </p:nvSpPr>
        <p:spPr>
          <a:xfrm>
            <a:off x="550590" y="216246"/>
            <a:ext cx="1152173" cy="52713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135" kern="100" dirty="0">
                <a:latin typeface="思源黑体" panose="020B0400000000000000" pitchFamily="34" charset="-122"/>
                <a:ea typeface="思源黑体" panose="020B0400000000000000" pitchFamily="34" charset="-122"/>
                <a:cs typeface="Times New Roman" panose="02020603050405020304" pitchFamily="18" charset="0"/>
              </a:rPr>
              <a:t>UI</a:t>
            </a:r>
            <a:r>
              <a:rPr lang="zh-CN" altLang="en-US" sz="2135" kern="100" dirty="0">
                <a:latin typeface="思源黑体" panose="020B0400000000000000" pitchFamily="34" charset="-122"/>
                <a:ea typeface="思源黑体" panose="020B0400000000000000" pitchFamily="34" charset="-122"/>
                <a:cs typeface="Times New Roman" panose="02020603050405020304" pitchFamily="18" charset="0"/>
              </a:rPr>
              <a:t>复用</a:t>
            </a:r>
            <a:endParaRPr lang="zh-CN" altLang="en-US" sz="2135" kern="100" dirty="0">
              <a:solidFill>
                <a:schemeClr val="accent1">
                  <a:lumMod val="60000"/>
                  <a:lumOff val="40000"/>
                </a:schemeClr>
              </a:solidFill>
              <a:latin typeface="思源黑体" panose="020B0400000000000000" pitchFamily="34" charset="-122"/>
              <a:ea typeface="思源黑体" panose="020B0400000000000000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96600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组合 11"/>
          <p:cNvGrpSpPr/>
          <p:nvPr/>
        </p:nvGrpSpPr>
        <p:grpSpPr>
          <a:xfrm>
            <a:off x="1630990" y="2781784"/>
            <a:ext cx="1343790" cy="1247944"/>
            <a:chOff x="5328140" y="1203598"/>
            <a:chExt cx="1008000" cy="936104"/>
          </a:xfrm>
        </p:grpSpPr>
        <p:sp>
          <p:nvSpPr>
            <p:cNvPr id="11" name="椭圆 10"/>
            <p:cNvSpPr/>
            <p:nvPr/>
          </p:nvSpPr>
          <p:spPr>
            <a:xfrm>
              <a:off x="5364088" y="1203598"/>
              <a:ext cx="936104" cy="936104"/>
            </a:xfrm>
            <a:prstGeom prst="ellipse">
              <a:avLst/>
            </a:prstGeom>
            <a:solidFill>
              <a:srgbClr val="566CD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endParaRPr lang="zh-CN" altLang="en-US" sz="3200" dirty="0">
                <a:latin typeface="思源黑体" panose="020B0400000000000000" pitchFamily="34" charset="-122"/>
                <a:ea typeface="思源黑体" panose="020B0400000000000000" pitchFamily="34" charset="-122"/>
                <a:cs typeface="Bebas" charset="0"/>
                <a:sym typeface="思源黑体" panose="020B0400000000000000" pitchFamily="34" charset="-122"/>
              </a:endParaRPr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5328140" y="1203702"/>
              <a:ext cx="1008000" cy="936000"/>
            </a:xfrm>
            <a:prstGeom prst="rect">
              <a:avLst/>
            </a:prstGeom>
            <a:noFill/>
          </p:spPr>
          <p:txBody>
            <a:bodyPr wrap="square" lIns="86683" tIns="43341" rIns="86683" bIns="43341" rtlCol="0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zh-CN" sz="5865" b="1">
                  <a:solidFill>
                    <a:schemeClr val="bg1"/>
                  </a:solidFill>
                  <a:latin typeface="思源黑体" panose="020B0400000000000000" pitchFamily="34" charset="-122"/>
                  <a:ea typeface="思源黑体" panose="020B0400000000000000" pitchFamily="34" charset="-122"/>
                  <a:cs typeface="思源黑体 Regular" panose="020B0500000000000000" charset="-122"/>
                  <a:sym typeface="思源黑体" panose="020B0400000000000000" pitchFamily="34" charset="-122"/>
                </a:rPr>
                <a:t>02</a:t>
              </a:r>
              <a:endParaRPr lang="en-US" altLang="zh-CN" sz="5865" b="1" dirty="0">
                <a:solidFill>
                  <a:schemeClr val="bg1"/>
                </a:solidFill>
                <a:latin typeface="思源黑体" panose="020B0400000000000000" pitchFamily="34" charset="-122"/>
                <a:ea typeface="思源黑体" panose="020B0400000000000000" pitchFamily="34" charset="-122"/>
                <a:cs typeface="思源黑体 Regular" panose="020B0500000000000000" charset="-122"/>
                <a:sym typeface="思源黑体" panose="020B0400000000000000" pitchFamily="34" charset="-122"/>
              </a:endParaRPr>
            </a:p>
          </p:txBody>
        </p:sp>
      </p:grpSp>
      <p:sp>
        <p:nvSpPr>
          <p:cNvPr id="21" name="矩形 20"/>
          <p:cNvSpPr/>
          <p:nvPr/>
        </p:nvSpPr>
        <p:spPr>
          <a:xfrm>
            <a:off x="4150925" y="3141734"/>
            <a:ext cx="4439886" cy="6400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3465">
                <a:solidFill>
                  <a:srgbClr val="566CD3"/>
                </a:solidFill>
                <a:latin typeface="思源黑体" panose="020B0400000000000000" pitchFamily="34" charset="-122"/>
                <a:ea typeface="思源黑体" panose="020B0400000000000000" pitchFamily="34" charset="-122"/>
                <a:cs typeface="思源黑体 Bold" panose="020B0800000000000000" charset="-122"/>
                <a:sym typeface="思源黑体" panose="020B0400000000000000" pitchFamily="34" charset="-122"/>
              </a:rPr>
              <a:t>ArkTS</a:t>
            </a:r>
            <a:r>
              <a:rPr lang="zh-CN" altLang="en-US" sz="3465">
                <a:solidFill>
                  <a:srgbClr val="566CD3"/>
                </a:solidFill>
                <a:latin typeface="思源黑体" panose="020B0400000000000000" pitchFamily="34" charset="-122"/>
                <a:ea typeface="思源黑体" panose="020B0400000000000000" pitchFamily="34" charset="-122"/>
                <a:cs typeface="思源黑体 Bold" panose="020B0800000000000000" charset="-122"/>
                <a:sym typeface="思源黑体" panose="020B0400000000000000" pitchFamily="34" charset="-122"/>
              </a:rPr>
              <a:t>声明式</a:t>
            </a:r>
            <a:r>
              <a:rPr lang="en-US" altLang="zh-CN" sz="3465">
                <a:solidFill>
                  <a:srgbClr val="566CD3"/>
                </a:solidFill>
                <a:latin typeface="思源黑体" panose="020B0400000000000000" pitchFamily="34" charset="-122"/>
                <a:ea typeface="思源黑体" panose="020B0400000000000000" pitchFamily="34" charset="-122"/>
                <a:cs typeface="思源黑体 Bold" panose="020B0800000000000000" charset="-122"/>
                <a:sym typeface="思源黑体" panose="020B0400000000000000" pitchFamily="34" charset="-122"/>
              </a:rPr>
              <a:t>UI</a:t>
            </a:r>
            <a:r>
              <a:rPr lang="zh-CN" altLang="en-US" sz="3465">
                <a:solidFill>
                  <a:srgbClr val="566CD3"/>
                </a:solidFill>
                <a:latin typeface="思源黑体" panose="020B0400000000000000" pitchFamily="34" charset="-122"/>
                <a:ea typeface="思源黑体" panose="020B0400000000000000" pitchFamily="34" charset="-122"/>
                <a:cs typeface="思源黑体 Bold" panose="020B0800000000000000" charset="-122"/>
                <a:sym typeface="思源黑体" panose="020B0400000000000000" pitchFamily="34" charset="-122"/>
              </a:rPr>
              <a:t>的用法</a:t>
            </a:r>
          </a:p>
        </p:txBody>
      </p:sp>
    </p:spTree>
  </p:cSld>
  <p:clrMapOvr>
    <a:masterClrMapping/>
  </p:clrMapOvr>
  <p:transition spd="slow">
    <p:random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872337" y="162961"/>
            <a:ext cx="10635893" cy="7880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4265" b="1">
                <a:solidFill>
                  <a:srgbClr val="566CD3"/>
                </a:solidFill>
                <a:latin typeface="思源黑体" panose="020B0400000000000000" pitchFamily="34" charset="-122"/>
                <a:ea typeface="思源黑体" panose="020B0400000000000000" pitchFamily="34" charset="-122"/>
                <a:cs typeface="思源黑体 Bold" panose="020B0800000000000000" charset="-122"/>
                <a:sym typeface="思源黑体" panose="020B0400000000000000" pitchFamily="34" charset="-122"/>
              </a:rPr>
              <a:t>ArkTS</a:t>
            </a:r>
            <a:r>
              <a:rPr lang="zh-CN" altLang="en-US" sz="4265" b="1">
                <a:solidFill>
                  <a:srgbClr val="566CD3"/>
                </a:solidFill>
                <a:latin typeface="思源黑体" panose="020B0400000000000000" pitchFamily="34" charset="-122"/>
                <a:ea typeface="思源黑体" panose="020B0400000000000000" pitchFamily="34" charset="-122"/>
                <a:cs typeface="思源黑体 Bold" panose="020B0800000000000000" charset="-122"/>
                <a:sym typeface="思源黑体" panose="020B0400000000000000" pitchFamily="34" charset="-122"/>
              </a:rPr>
              <a:t>声明式</a:t>
            </a:r>
            <a:r>
              <a:rPr lang="en-US" altLang="zh-CN" sz="4265" b="1">
                <a:solidFill>
                  <a:srgbClr val="566CD3"/>
                </a:solidFill>
                <a:latin typeface="思源黑体" panose="020B0400000000000000" pitchFamily="34" charset="-122"/>
                <a:ea typeface="思源黑体" panose="020B0400000000000000" pitchFamily="34" charset="-122"/>
                <a:cs typeface="思源黑体 Bold" panose="020B0800000000000000" charset="-122"/>
                <a:sym typeface="思源黑体" panose="020B0400000000000000" pitchFamily="34" charset="-122"/>
              </a:rPr>
              <a:t>UI</a:t>
            </a:r>
            <a:r>
              <a:rPr lang="zh-CN" altLang="en-US" sz="4265" b="1">
                <a:solidFill>
                  <a:srgbClr val="566CD3"/>
                </a:solidFill>
                <a:latin typeface="思源黑体" panose="020B0400000000000000" pitchFamily="34" charset="-122"/>
                <a:ea typeface="思源黑体" panose="020B0400000000000000" pitchFamily="34" charset="-122"/>
                <a:cs typeface="思源黑体 Bold" panose="020B0800000000000000" charset="-122"/>
                <a:sym typeface="思源黑体" panose="020B0400000000000000" pitchFamily="34" charset="-122"/>
              </a:rPr>
              <a:t>的用法</a:t>
            </a:r>
          </a:p>
        </p:txBody>
      </p:sp>
      <p:grpSp>
        <p:nvGrpSpPr>
          <p:cNvPr id="7" name="组合 6"/>
          <p:cNvGrpSpPr/>
          <p:nvPr/>
        </p:nvGrpSpPr>
        <p:grpSpPr>
          <a:xfrm>
            <a:off x="951906" y="1342192"/>
            <a:ext cx="10162079" cy="2360137"/>
            <a:chOff x="714041" y="1005923"/>
            <a:chExt cx="7622750" cy="1770379"/>
          </a:xfrm>
        </p:grpSpPr>
        <p:sp>
          <p:nvSpPr>
            <p:cNvPr id="8" name="文本框 7"/>
            <p:cNvSpPr txBox="1"/>
            <p:nvPr/>
          </p:nvSpPr>
          <p:spPr>
            <a:xfrm>
              <a:off x="930998" y="1661060"/>
              <a:ext cx="7033429" cy="732111"/>
            </a:xfrm>
            <a:prstGeom prst="rect">
              <a:avLst/>
            </a:prstGeom>
            <a:noFill/>
          </p:spPr>
          <p:txBody>
            <a:bodyPr wrap="square" lIns="91397" tIns="45699" rIns="91397" bIns="45699" rtlCol="0">
              <a:spAutoFit/>
            </a:bodyPr>
            <a:lstStyle/>
            <a:p>
              <a:pPr lvl="0" algn="just">
                <a:lnSpc>
                  <a:spcPct val="120000"/>
                </a:lnSpc>
                <a:spcAft>
                  <a:spcPct val="0"/>
                </a:spcAft>
                <a:buClr>
                  <a:srgbClr val="292929"/>
                </a:buClr>
                <a:buSzTx/>
                <a:buFontTx/>
              </a:pPr>
              <a:r>
                <a:rPr lang="zh-CN" altLang="en-US" kern="100"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Times New Roman" panose="02020603050405020304" pitchFamily="18" charset="0"/>
                  <a:sym typeface="思源黑体" panose="020B0400000000000000" pitchFamily="34" charset="-122"/>
                </a:rPr>
                <a:t>组件包含有参数和无参数两种方式，查看组件的声明文件时，可以看到该组件的接口定义是否有包含参数。</a:t>
              </a:r>
              <a:endParaRPr lang="zh-CN" altLang="en-US" sz="2135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" panose="020B0400000000000000" pitchFamily="34" charset="-122"/>
                <a:ea typeface="思源黑体" panose="020B0400000000000000" pitchFamily="34" charset="-122"/>
                <a:cs typeface="思源黑体 Regular" panose="020B0500000000000000" charset="-122"/>
                <a:sym typeface="思源黑体" panose="020B0400000000000000" pitchFamily="34" charset="-122"/>
              </a:endParaRPr>
            </a:p>
          </p:txBody>
        </p:sp>
        <p:grpSp>
          <p:nvGrpSpPr>
            <p:cNvPr id="9" name="组合 8"/>
            <p:cNvGrpSpPr/>
            <p:nvPr/>
          </p:nvGrpSpPr>
          <p:grpSpPr>
            <a:xfrm>
              <a:off x="714041" y="1005923"/>
              <a:ext cx="7622750" cy="1770379"/>
              <a:chOff x="899813" y="1407827"/>
              <a:chExt cx="7622750" cy="1770379"/>
            </a:xfrm>
          </p:grpSpPr>
          <p:sp>
            <p:nvSpPr>
              <p:cNvPr id="10" name="圆角矩形 3"/>
              <p:cNvSpPr/>
              <p:nvPr/>
            </p:nvSpPr>
            <p:spPr>
              <a:xfrm>
                <a:off x="927182" y="1407827"/>
                <a:ext cx="2227580" cy="415290"/>
              </a:xfrm>
              <a:prstGeom prst="roundRect">
                <a:avLst>
                  <a:gd name="adj" fmla="val 50000"/>
                </a:avLst>
              </a:prstGeom>
              <a:solidFill>
                <a:srgbClr val="566CD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20000"/>
                  </a:lnSpc>
                </a:pPr>
                <a:endParaRPr lang="zh-CN" altLang="en-US" sz="3200">
                  <a:latin typeface="思源黑体" panose="020B0400000000000000" pitchFamily="34" charset="-122"/>
                  <a:ea typeface="思源黑体" panose="020B0400000000000000" pitchFamily="34" charset="-122"/>
                  <a:sym typeface="思源黑体" panose="020B0400000000000000" pitchFamily="34" charset="-122"/>
                </a:endParaRPr>
              </a:p>
            </p:txBody>
          </p:sp>
          <p:sp>
            <p:nvSpPr>
              <p:cNvPr id="11" name="圆角矩形 54"/>
              <p:cNvSpPr/>
              <p:nvPr/>
            </p:nvSpPr>
            <p:spPr>
              <a:xfrm>
                <a:off x="899813" y="1647190"/>
                <a:ext cx="7622750" cy="1531016"/>
              </a:xfrm>
              <a:prstGeom prst="roundRect">
                <a:avLst>
                  <a:gd name="adj" fmla="val 7188"/>
                </a:avLst>
              </a:prstGeom>
              <a:noFill/>
              <a:ln>
                <a:solidFill>
                  <a:srgbClr val="566CD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20000"/>
                  </a:lnSpc>
                </a:pPr>
                <a:endParaRPr lang="zh-CN" altLang="en-US" sz="3200">
                  <a:latin typeface="思源黑体" panose="020B0400000000000000" pitchFamily="34" charset="-122"/>
                  <a:ea typeface="思源黑体" panose="020B0400000000000000" pitchFamily="34" charset="-122"/>
                  <a:sym typeface="思源黑体" panose="020B0400000000000000" pitchFamily="34" charset="-122"/>
                </a:endParaRPr>
              </a:p>
            </p:txBody>
          </p:sp>
          <p:sp>
            <p:nvSpPr>
              <p:cNvPr id="12" name="Text2"/>
              <p:cNvSpPr txBox="1"/>
              <p:nvPr/>
            </p:nvSpPr>
            <p:spPr>
              <a:xfrm>
                <a:off x="1192315" y="1424654"/>
                <a:ext cx="1833245" cy="381635"/>
              </a:xfrm>
              <a:prstGeom prst="rect">
                <a:avLst/>
              </a:prstGeom>
              <a:noFill/>
            </p:spPr>
            <p:txBody>
              <a:bodyPr wrap="square" rtlCol="0"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indent="0" fontAlgn="auto">
                  <a:lnSpc>
                    <a:spcPct val="120000"/>
                  </a:lnSpc>
                </a:pPr>
                <a:r>
                  <a:rPr lang="zh-CN" altLang="en-US" sz="3200" b="1">
                    <a:solidFill>
                      <a:schemeClr val="bg1"/>
                    </a:solidFill>
                    <a:latin typeface="思源黑体" panose="020B0400000000000000" pitchFamily="34" charset="-122"/>
                    <a:ea typeface="思源黑体" panose="020B0400000000000000" pitchFamily="34" charset="-122"/>
                    <a:cs typeface="思源黑体 CN Heavy" panose="020B0A00000000000000" charset="-122"/>
                    <a:sym typeface="思源黑体" panose="020B0400000000000000" pitchFamily="34" charset="-122"/>
                  </a:rPr>
                  <a:t>组件的参数</a:t>
                </a:r>
                <a:r>
                  <a:rPr lang="en-US" altLang="zh-CN" sz="3200" b="1">
                    <a:solidFill>
                      <a:schemeClr val="accent1"/>
                    </a:solidFill>
                    <a:latin typeface="思源黑体" panose="020B0400000000000000" pitchFamily="34" charset="-122"/>
                    <a:ea typeface="思源黑体" panose="020B0400000000000000" pitchFamily="34" charset="-122"/>
                    <a:cs typeface="思源黑体 CN Heavy" panose="020B0A00000000000000" charset="-122"/>
                    <a:sym typeface="思源黑体" panose="020B0400000000000000" pitchFamily="34" charset="-122"/>
                  </a:rPr>
                  <a:t> </a:t>
                </a:r>
              </a:p>
            </p:txBody>
          </p:sp>
        </p:grpSp>
      </p:grpSp>
      <p:pic>
        <p:nvPicPr>
          <p:cNvPr id="15" name="图片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563" y="4240847"/>
            <a:ext cx="10167586" cy="1777068"/>
          </a:xfrm>
          <a:prstGeom prst="rect">
            <a:avLst/>
          </a:prstGeom>
        </p:spPr>
      </p:pic>
    </p:spTree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872337" y="162961"/>
            <a:ext cx="10635893" cy="7880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4265" b="1">
                <a:solidFill>
                  <a:srgbClr val="566CD3"/>
                </a:solidFill>
                <a:latin typeface="思源黑体" panose="020B0400000000000000" pitchFamily="34" charset="-122"/>
                <a:ea typeface="思源黑体" panose="020B0400000000000000" pitchFamily="34" charset="-122"/>
                <a:cs typeface="思源黑体 Bold" panose="020B0800000000000000" charset="-122"/>
                <a:sym typeface="思源黑体" panose="020B0400000000000000" pitchFamily="34" charset="-122"/>
              </a:rPr>
              <a:t>ArkTS</a:t>
            </a:r>
            <a:r>
              <a:rPr lang="zh-CN" altLang="en-US" sz="4265" b="1">
                <a:solidFill>
                  <a:srgbClr val="566CD3"/>
                </a:solidFill>
                <a:latin typeface="思源黑体" panose="020B0400000000000000" pitchFamily="34" charset="-122"/>
                <a:ea typeface="思源黑体" panose="020B0400000000000000" pitchFamily="34" charset="-122"/>
                <a:cs typeface="思源黑体 Bold" panose="020B0800000000000000" charset="-122"/>
                <a:sym typeface="思源黑体" panose="020B0400000000000000" pitchFamily="34" charset="-122"/>
              </a:rPr>
              <a:t>声明式</a:t>
            </a:r>
            <a:r>
              <a:rPr lang="en-US" altLang="zh-CN" sz="4265" b="1">
                <a:solidFill>
                  <a:srgbClr val="566CD3"/>
                </a:solidFill>
                <a:latin typeface="思源黑体" panose="020B0400000000000000" pitchFamily="34" charset="-122"/>
                <a:ea typeface="思源黑体" panose="020B0400000000000000" pitchFamily="34" charset="-122"/>
                <a:cs typeface="思源黑体 Bold" panose="020B0800000000000000" charset="-122"/>
                <a:sym typeface="思源黑体" panose="020B0400000000000000" pitchFamily="34" charset="-122"/>
              </a:rPr>
              <a:t>UI</a:t>
            </a:r>
            <a:r>
              <a:rPr lang="zh-CN" altLang="en-US" sz="4265" b="1">
                <a:solidFill>
                  <a:srgbClr val="566CD3"/>
                </a:solidFill>
                <a:latin typeface="思源黑体" panose="020B0400000000000000" pitchFamily="34" charset="-122"/>
                <a:ea typeface="思源黑体" panose="020B0400000000000000" pitchFamily="34" charset="-122"/>
                <a:cs typeface="思源黑体 Bold" panose="020B0800000000000000" charset="-122"/>
                <a:sym typeface="思源黑体" panose="020B0400000000000000" pitchFamily="34" charset="-122"/>
              </a:rPr>
              <a:t>的用法</a:t>
            </a:r>
          </a:p>
        </p:txBody>
      </p:sp>
      <p:grpSp>
        <p:nvGrpSpPr>
          <p:cNvPr id="7" name="组合 6"/>
          <p:cNvGrpSpPr/>
          <p:nvPr/>
        </p:nvGrpSpPr>
        <p:grpSpPr>
          <a:xfrm>
            <a:off x="571071" y="1008560"/>
            <a:ext cx="4675394" cy="2976692"/>
            <a:chOff x="714041" y="1005923"/>
            <a:chExt cx="3481740" cy="2299722"/>
          </a:xfrm>
        </p:grpSpPr>
        <p:sp>
          <p:nvSpPr>
            <p:cNvPr id="8" name="文本框 7"/>
            <p:cNvSpPr txBox="1"/>
            <p:nvPr/>
          </p:nvSpPr>
          <p:spPr>
            <a:xfrm>
              <a:off x="808855" y="1513517"/>
              <a:ext cx="3386926" cy="1595386"/>
            </a:xfrm>
            <a:prstGeom prst="rect">
              <a:avLst/>
            </a:prstGeom>
            <a:noFill/>
          </p:spPr>
          <p:txBody>
            <a:bodyPr wrap="square" lIns="91397" tIns="45699" rIns="91397" bIns="45699" rtlCol="0">
              <a:spAutoFit/>
            </a:bodyPr>
            <a:lstStyle/>
            <a:p>
              <a:pPr indent="266700">
                <a:lnSpc>
                  <a:spcPct val="120000"/>
                </a:lnSpc>
              </a:pPr>
              <a:r>
                <a:rPr lang="en-US" altLang="zh-CN" sz="2135" dirty="0"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Column</a:t>
              </a:r>
              <a:r>
                <a:rPr lang="zh-CN" altLang="zh-CN" sz="2135" dirty="0"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组件的接口定义中包含的参数</a:t>
              </a:r>
              <a:r>
                <a:rPr lang="en-US" altLang="zh-CN" sz="2135" dirty="0"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space</a:t>
              </a:r>
              <a:r>
                <a:rPr lang="zh-CN" altLang="zh-CN" sz="2135" dirty="0"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？，后面有个问号？说明该参数是可选的。</a:t>
              </a:r>
            </a:p>
            <a:p>
              <a:pPr>
                <a:lnSpc>
                  <a:spcPct val="120000"/>
                </a:lnSpc>
              </a:pPr>
              <a:r>
                <a:rPr lang="zh-CN" altLang="zh-CN" sz="2135" kern="100" dirty="0"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Times New Roman" panose="02020603050405020304" pitchFamily="18" charset="0"/>
                  <a:sym typeface="思源黑体" panose="020B0400000000000000" pitchFamily="34" charset="-122"/>
                </a:rPr>
                <a:t>在</a:t>
              </a:r>
              <a:r>
                <a:rPr lang="en-US" altLang="zh-CN" sz="2135" kern="100" dirty="0" err="1"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Times New Roman" panose="02020603050405020304" pitchFamily="18" charset="0"/>
                  <a:sym typeface="思源黑体" panose="020B0400000000000000" pitchFamily="34" charset="-122"/>
                </a:rPr>
                <a:t>ArkTS</a:t>
              </a:r>
              <a:r>
                <a:rPr lang="zh-CN" altLang="zh-CN" sz="2135" kern="100" dirty="0"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Times New Roman" panose="02020603050405020304" pitchFamily="18" charset="0"/>
                  <a:sym typeface="思源黑体" panose="020B0400000000000000" pitchFamily="34" charset="-122"/>
                </a:rPr>
                <a:t>中，创建一个组件不需要使用</a:t>
              </a:r>
              <a:r>
                <a:rPr lang="en-US" altLang="zh-CN" sz="2135" kern="100" dirty="0"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Times New Roman" panose="02020603050405020304" pitchFamily="18" charset="0"/>
                  <a:sym typeface="思源黑体" panose="020B0400000000000000" pitchFamily="34" charset="-122"/>
                </a:rPr>
                <a:t>new</a:t>
              </a:r>
              <a:r>
                <a:rPr lang="zh-CN" altLang="zh-CN" sz="2135" kern="100" dirty="0"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Times New Roman" panose="02020603050405020304" pitchFamily="18" charset="0"/>
                  <a:sym typeface="思源黑体" panose="020B0400000000000000" pitchFamily="34" charset="-122"/>
                </a:rPr>
                <a:t>关键字</a:t>
              </a:r>
              <a:r>
                <a:rPr lang="zh-CN" altLang="en-US" sz="2135" kern="100" dirty="0"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Times New Roman" panose="02020603050405020304" pitchFamily="18" charset="0"/>
                  <a:sym typeface="思源黑体" panose="020B0400000000000000" pitchFamily="34" charset="-122"/>
                </a:rPr>
                <a:t>。</a:t>
              </a:r>
              <a:endParaRPr lang="zh-CN" altLang="en-US" sz="2135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" panose="020B0400000000000000" pitchFamily="34" charset="-122"/>
                <a:ea typeface="思源黑体" panose="020B0400000000000000" pitchFamily="34" charset="-122"/>
                <a:cs typeface="思源黑体 Regular" panose="020B0500000000000000" charset="-122"/>
                <a:sym typeface="思源黑体" panose="020B0400000000000000" pitchFamily="34" charset="-122"/>
              </a:endParaRPr>
            </a:p>
          </p:txBody>
        </p:sp>
        <p:grpSp>
          <p:nvGrpSpPr>
            <p:cNvPr id="9" name="组合 8"/>
            <p:cNvGrpSpPr/>
            <p:nvPr/>
          </p:nvGrpSpPr>
          <p:grpSpPr>
            <a:xfrm>
              <a:off x="714041" y="1005923"/>
              <a:ext cx="3454935" cy="2299722"/>
              <a:chOff x="899813" y="1407827"/>
              <a:chExt cx="3454935" cy="2299722"/>
            </a:xfrm>
          </p:grpSpPr>
          <p:sp>
            <p:nvSpPr>
              <p:cNvPr id="10" name="圆角矩形 3"/>
              <p:cNvSpPr/>
              <p:nvPr/>
            </p:nvSpPr>
            <p:spPr>
              <a:xfrm>
                <a:off x="927182" y="1407827"/>
                <a:ext cx="2227580" cy="415290"/>
              </a:xfrm>
              <a:prstGeom prst="roundRect">
                <a:avLst>
                  <a:gd name="adj" fmla="val 50000"/>
                </a:avLst>
              </a:prstGeom>
              <a:solidFill>
                <a:srgbClr val="566CD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20000"/>
                  </a:lnSpc>
                </a:pPr>
                <a:endParaRPr lang="zh-CN" altLang="en-US" sz="3200">
                  <a:latin typeface="思源黑体" panose="020B0400000000000000" pitchFamily="34" charset="-122"/>
                  <a:ea typeface="思源黑体" panose="020B0400000000000000" pitchFamily="34" charset="-122"/>
                  <a:sym typeface="思源黑体" panose="020B0400000000000000" pitchFamily="34" charset="-122"/>
                </a:endParaRPr>
              </a:p>
            </p:txBody>
          </p:sp>
          <p:sp>
            <p:nvSpPr>
              <p:cNvPr id="11" name="圆角矩形 54"/>
              <p:cNvSpPr/>
              <p:nvPr/>
            </p:nvSpPr>
            <p:spPr>
              <a:xfrm>
                <a:off x="899813" y="1647190"/>
                <a:ext cx="3454935" cy="2060359"/>
              </a:xfrm>
              <a:prstGeom prst="roundRect">
                <a:avLst>
                  <a:gd name="adj" fmla="val 7188"/>
                </a:avLst>
              </a:prstGeom>
              <a:noFill/>
              <a:ln>
                <a:solidFill>
                  <a:srgbClr val="566CD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20000"/>
                  </a:lnSpc>
                </a:pPr>
                <a:endParaRPr lang="zh-CN" altLang="en-US" sz="3200">
                  <a:latin typeface="思源黑体" panose="020B0400000000000000" pitchFamily="34" charset="-122"/>
                  <a:ea typeface="思源黑体" panose="020B0400000000000000" pitchFamily="34" charset="-122"/>
                  <a:sym typeface="思源黑体" panose="020B0400000000000000" pitchFamily="34" charset="-122"/>
                </a:endParaRPr>
              </a:p>
            </p:txBody>
          </p:sp>
          <p:sp>
            <p:nvSpPr>
              <p:cNvPr id="12" name="Text2"/>
              <p:cNvSpPr txBox="1"/>
              <p:nvPr/>
            </p:nvSpPr>
            <p:spPr>
              <a:xfrm>
                <a:off x="1116770" y="1419655"/>
                <a:ext cx="2227580" cy="391634"/>
              </a:xfrm>
              <a:prstGeom prst="rect">
                <a:avLst/>
              </a:prstGeom>
              <a:noFill/>
            </p:spPr>
            <p:txBody>
              <a:bodyPr wrap="square" rtlCol="0"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indent="0" fontAlgn="auto">
                  <a:lnSpc>
                    <a:spcPct val="120000"/>
                  </a:lnSpc>
                </a:pPr>
                <a:r>
                  <a:rPr lang="zh-CN" altLang="en-US" sz="3200" b="1">
                    <a:solidFill>
                      <a:schemeClr val="bg1"/>
                    </a:solidFill>
                    <a:latin typeface="思源黑体" panose="020B0400000000000000" pitchFamily="34" charset="-122"/>
                    <a:ea typeface="思源黑体" panose="020B0400000000000000" pitchFamily="34" charset="-122"/>
                    <a:cs typeface="思源黑体 CN Heavy" panose="020B0A00000000000000" charset="-122"/>
                    <a:sym typeface="思源黑体" panose="020B0400000000000000" pitchFamily="34" charset="-122"/>
                  </a:rPr>
                  <a:t>组件参数用法</a:t>
                </a:r>
                <a:r>
                  <a:rPr lang="en-US" altLang="zh-CN" sz="3200" b="1">
                    <a:solidFill>
                      <a:schemeClr val="accent1"/>
                    </a:solidFill>
                    <a:latin typeface="思源黑体" panose="020B0400000000000000" pitchFamily="34" charset="-122"/>
                    <a:ea typeface="思源黑体" panose="020B0400000000000000" pitchFamily="34" charset="-122"/>
                    <a:cs typeface="思源黑体 CN Heavy" panose="020B0A00000000000000" charset="-122"/>
                    <a:sym typeface="思源黑体" panose="020B0400000000000000" pitchFamily="34" charset="-122"/>
                  </a:rPr>
                  <a:t> </a:t>
                </a:r>
              </a:p>
            </p:txBody>
          </p:sp>
        </p:grpSp>
      </p:grpSp>
      <p:pic>
        <p:nvPicPr>
          <p:cNvPr id="15" name="图片 14"/>
          <p:cNvPicPr>
            <a:picLocks noChangeAspect="1"/>
          </p:cNvPicPr>
          <p:nvPr/>
        </p:nvPicPr>
        <p:blipFill rotWithShape="1">
          <a:blip r:embed="rId4"/>
          <a:srcRect l="64768"/>
          <a:stretch>
            <a:fillRect/>
          </a:stretch>
        </p:blipFill>
        <p:spPr>
          <a:xfrm>
            <a:off x="5743594" y="1236939"/>
            <a:ext cx="5522678" cy="2739705"/>
          </a:xfrm>
          <a:prstGeom prst="rect">
            <a:avLst/>
          </a:prstGeom>
        </p:spPr>
      </p:pic>
      <p:grpSp>
        <p:nvGrpSpPr>
          <p:cNvPr id="2" name="组合 1"/>
          <p:cNvGrpSpPr/>
          <p:nvPr/>
        </p:nvGrpSpPr>
        <p:grpSpPr>
          <a:xfrm>
            <a:off x="1389047" y="4087512"/>
            <a:ext cx="9143726" cy="2749550"/>
            <a:chOff x="-76938" y="2762187"/>
            <a:chExt cx="9690621" cy="3093898"/>
          </a:xfrm>
        </p:grpSpPr>
        <p:sp>
          <p:nvSpPr>
            <p:cNvPr id="5" name="文本框 4"/>
            <p:cNvSpPr txBox="1"/>
            <p:nvPr/>
          </p:nvSpPr>
          <p:spPr>
            <a:xfrm>
              <a:off x="207383" y="2762187"/>
              <a:ext cx="8991998" cy="309389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marL="48260" marR="63500" indent="-48260">
                <a:lnSpc>
                  <a:spcPct val="120000"/>
                </a:lnSpc>
                <a:tabLst>
                  <a:tab pos="180340" algn="l"/>
                  <a:tab pos="408940" algn="l"/>
                </a:tabLst>
              </a:pPr>
              <a:r>
                <a:rPr lang="en-US" altLang="zh-CN" dirty="0">
                  <a:solidFill>
                    <a:srgbClr val="00A99E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Column</a:t>
              </a:r>
              <a:r>
                <a:rPr lang="en-US" altLang="zh-CN" dirty="0">
                  <a:solidFill>
                    <a:srgbClr val="6C71C4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(</a:t>
              </a:r>
              <a:r>
                <a:rPr lang="en-US" altLang="zh-CN" dirty="0">
                  <a:solidFill>
                    <a:srgbClr val="E986CD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{</a:t>
              </a:r>
              <a:r>
                <a:rPr lang="en-US" altLang="zh-CN" dirty="0">
                  <a:solidFill>
                    <a:srgbClr val="11408E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space</a:t>
              </a:r>
              <a:r>
                <a:rPr lang="en-US" altLang="zh-CN" dirty="0">
                  <a:solidFill>
                    <a:srgbClr val="859801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:</a:t>
              </a:r>
              <a:r>
                <a:rPr lang="en-US" altLang="zh-CN" dirty="0">
                  <a:solidFill>
                    <a:srgbClr val="FF9170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20</a:t>
              </a:r>
              <a:r>
                <a:rPr lang="en-US" altLang="zh-CN" dirty="0">
                  <a:solidFill>
                    <a:srgbClr val="E986CD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}</a:t>
              </a:r>
              <a:r>
                <a:rPr lang="en-US" altLang="zh-CN" dirty="0">
                  <a:solidFill>
                    <a:srgbClr val="6C71C4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) </a:t>
              </a:r>
              <a:r>
                <a:rPr lang="en-US" altLang="zh-CN" dirty="0">
                  <a:solidFill>
                    <a:srgbClr val="E986CD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{  </a:t>
              </a:r>
              <a:r>
                <a:rPr lang="en-US" altLang="zh-CN" i="1" dirty="0">
                  <a:solidFill>
                    <a:srgbClr val="5C5C5C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//</a:t>
              </a:r>
              <a:r>
                <a:rPr lang="zh-CN" altLang="zh-CN" i="1" dirty="0">
                  <a:solidFill>
                    <a:srgbClr val="5C5C5C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Courier New" panose="02070309020205020404" pitchFamily="49" charset="0"/>
                  <a:sym typeface="思源黑体" panose="020B0400000000000000" pitchFamily="34" charset="-122"/>
                </a:rPr>
                <a:t>有参</a:t>
              </a:r>
              <a:r>
                <a:rPr lang="en-US" altLang="zh-CN" i="1" dirty="0">
                  <a:solidFill>
                    <a:srgbClr val="5C5C5C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,</a:t>
              </a:r>
              <a:r>
                <a:rPr lang="zh-CN" altLang="zh-CN" i="1" dirty="0">
                  <a:solidFill>
                    <a:srgbClr val="5C5C5C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Courier New" panose="02070309020205020404" pitchFamily="49" charset="0"/>
                  <a:sym typeface="思源黑体" panose="020B0400000000000000" pitchFamily="34" charset="-122"/>
                </a:rPr>
                <a:t>参数用</a:t>
              </a:r>
              <a:r>
                <a:rPr lang="en-US" altLang="zh-CN" i="1" dirty="0">
                  <a:solidFill>
                    <a:srgbClr val="5C5C5C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number</a:t>
              </a:r>
              <a:r>
                <a:rPr lang="zh-CN" altLang="zh-CN" i="1" dirty="0">
                  <a:solidFill>
                    <a:srgbClr val="5C5C5C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Courier New" panose="02070309020205020404" pitchFamily="49" charset="0"/>
                  <a:sym typeface="思源黑体" panose="020B0400000000000000" pitchFamily="34" charset="-122"/>
                </a:rPr>
                <a:t>类型描述</a:t>
              </a:r>
              <a:r>
                <a:rPr lang="en-US" altLang="zh-CN" i="1" dirty="0">
                  <a:solidFill>
                    <a:srgbClr val="5C5C5C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      </a:t>
              </a:r>
              <a:endParaRPr lang="zh-CN" altLang="zh-CN" dirty="0">
                <a:solidFill>
                  <a:srgbClr val="5C5C5C"/>
                </a:solidFill>
                <a:effectLst/>
                <a:latin typeface="思源黑体" panose="020B0400000000000000" pitchFamily="34" charset="-122"/>
                <a:ea typeface="思源黑体" panose="020B0400000000000000" pitchFamily="34" charset="-122"/>
                <a:cs typeface="宋体" panose="02010600030101010101" pitchFamily="2" charset="-122"/>
                <a:sym typeface="思源黑体" panose="020B0400000000000000" pitchFamily="34" charset="-122"/>
              </a:endParaRPr>
            </a:p>
            <a:p>
              <a:pPr marL="48260" marR="63500" indent="-48260">
                <a:lnSpc>
                  <a:spcPct val="120000"/>
                </a:lnSpc>
                <a:tabLst>
                  <a:tab pos="180340" algn="l"/>
                  <a:tab pos="408940" algn="l"/>
                </a:tabLst>
              </a:pPr>
              <a:r>
                <a:rPr lang="en-US" altLang="zh-CN" dirty="0">
                  <a:solidFill>
                    <a:srgbClr val="E986CD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}</a:t>
              </a:r>
              <a:endParaRPr lang="zh-CN" altLang="zh-CN" dirty="0">
                <a:solidFill>
                  <a:srgbClr val="5C5C5C"/>
                </a:solidFill>
                <a:effectLst/>
                <a:latin typeface="思源黑体" panose="020B0400000000000000" pitchFamily="34" charset="-122"/>
                <a:ea typeface="思源黑体" panose="020B0400000000000000" pitchFamily="34" charset="-122"/>
                <a:cs typeface="宋体" panose="02010600030101010101" pitchFamily="2" charset="-122"/>
                <a:sym typeface="思源黑体" panose="020B0400000000000000" pitchFamily="34" charset="-122"/>
              </a:endParaRPr>
            </a:p>
            <a:p>
              <a:pPr marL="48260" marR="63500" indent="-48260">
                <a:lnSpc>
                  <a:spcPct val="120000"/>
                </a:lnSpc>
                <a:tabLst>
                  <a:tab pos="180340" algn="l"/>
                  <a:tab pos="408940" algn="l"/>
                </a:tabLst>
              </a:pPr>
              <a:r>
                <a:rPr lang="en-US" altLang="zh-CN" dirty="0">
                  <a:solidFill>
                    <a:srgbClr val="00A99E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Column</a:t>
              </a:r>
              <a:r>
                <a:rPr lang="en-US" altLang="zh-CN" dirty="0">
                  <a:solidFill>
                    <a:srgbClr val="6C71C4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(</a:t>
              </a:r>
              <a:r>
                <a:rPr lang="en-US" altLang="zh-CN" dirty="0">
                  <a:solidFill>
                    <a:srgbClr val="E986CD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{</a:t>
              </a:r>
              <a:r>
                <a:rPr lang="en-US" altLang="zh-CN" dirty="0">
                  <a:solidFill>
                    <a:srgbClr val="11408E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space</a:t>
              </a:r>
              <a:r>
                <a:rPr lang="en-US" altLang="zh-CN" dirty="0">
                  <a:solidFill>
                    <a:srgbClr val="859801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:</a:t>
              </a:r>
              <a:r>
                <a:rPr lang="en-US" altLang="zh-CN" dirty="0">
                  <a:solidFill>
                    <a:srgbClr val="653170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"20"</a:t>
              </a:r>
              <a:r>
                <a:rPr lang="en-US" altLang="zh-CN" dirty="0">
                  <a:solidFill>
                    <a:srgbClr val="E986CD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}</a:t>
              </a:r>
              <a:r>
                <a:rPr lang="en-US" altLang="zh-CN" dirty="0">
                  <a:solidFill>
                    <a:srgbClr val="6C71C4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)</a:t>
              </a:r>
              <a:r>
                <a:rPr lang="en-US" altLang="zh-CN" dirty="0">
                  <a:solidFill>
                    <a:srgbClr val="E986CD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{</a:t>
              </a:r>
              <a:r>
                <a:rPr lang="en-US" altLang="zh-CN" i="1" dirty="0">
                  <a:solidFill>
                    <a:srgbClr val="5C5C5C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//</a:t>
              </a:r>
              <a:r>
                <a:rPr lang="zh-CN" altLang="zh-CN" i="1" dirty="0">
                  <a:solidFill>
                    <a:srgbClr val="5C5C5C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Courier New" panose="02070309020205020404" pitchFamily="49" charset="0"/>
                  <a:sym typeface="思源黑体" panose="020B0400000000000000" pitchFamily="34" charset="-122"/>
                </a:rPr>
                <a:t>有参</a:t>
              </a:r>
              <a:r>
                <a:rPr lang="en-US" altLang="zh-CN" i="1" dirty="0">
                  <a:solidFill>
                    <a:srgbClr val="5C5C5C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,</a:t>
              </a:r>
              <a:r>
                <a:rPr lang="zh-CN" altLang="zh-CN" i="1" dirty="0">
                  <a:solidFill>
                    <a:srgbClr val="5C5C5C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Courier New" panose="02070309020205020404" pitchFamily="49" charset="0"/>
                  <a:sym typeface="思源黑体" panose="020B0400000000000000" pitchFamily="34" charset="-122"/>
                </a:rPr>
                <a:t>参数用</a:t>
              </a:r>
              <a:r>
                <a:rPr lang="en-US" altLang="zh-CN" i="1" dirty="0">
                  <a:solidFill>
                    <a:srgbClr val="5C5C5C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string</a:t>
              </a:r>
              <a:r>
                <a:rPr lang="zh-CN" altLang="zh-CN" i="1" dirty="0">
                  <a:solidFill>
                    <a:srgbClr val="5C5C5C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Courier New" panose="02070309020205020404" pitchFamily="49" charset="0"/>
                  <a:sym typeface="思源黑体" panose="020B0400000000000000" pitchFamily="34" charset="-122"/>
                </a:rPr>
                <a:t>类型描述</a:t>
              </a:r>
              <a:r>
                <a:rPr lang="en-US" altLang="zh-CN" i="1" dirty="0">
                  <a:solidFill>
                    <a:srgbClr val="5C5C5C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       </a:t>
              </a:r>
              <a:endParaRPr lang="zh-CN" altLang="zh-CN" dirty="0">
                <a:solidFill>
                  <a:srgbClr val="5C5C5C"/>
                </a:solidFill>
                <a:effectLst/>
                <a:latin typeface="思源黑体" panose="020B0400000000000000" pitchFamily="34" charset="-122"/>
                <a:ea typeface="思源黑体" panose="020B0400000000000000" pitchFamily="34" charset="-122"/>
                <a:cs typeface="宋体" panose="02010600030101010101" pitchFamily="2" charset="-122"/>
                <a:sym typeface="思源黑体" panose="020B0400000000000000" pitchFamily="34" charset="-122"/>
              </a:endParaRPr>
            </a:p>
            <a:p>
              <a:pPr marL="48260" marR="63500" indent="-48260">
                <a:lnSpc>
                  <a:spcPct val="120000"/>
                </a:lnSpc>
                <a:tabLst>
                  <a:tab pos="180340" algn="l"/>
                  <a:tab pos="408940" algn="l"/>
                </a:tabLst>
              </a:pPr>
              <a:r>
                <a:rPr lang="en-US" altLang="zh-CN" dirty="0">
                  <a:solidFill>
                    <a:srgbClr val="E986CD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}</a:t>
              </a:r>
              <a:endParaRPr lang="zh-CN" altLang="zh-CN" dirty="0">
                <a:solidFill>
                  <a:srgbClr val="5C5C5C"/>
                </a:solidFill>
                <a:effectLst/>
                <a:latin typeface="思源黑体" panose="020B0400000000000000" pitchFamily="34" charset="-122"/>
                <a:ea typeface="思源黑体" panose="020B0400000000000000" pitchFamily="34" charset="-122"/>
                <a:cs typeface="宋体" panose="02010600030101010101" pitchFamily="2" charset="-122"/>
                <a:sym typeface="思源黑体" panose="020B0400000000000000" pitchFamily="34" charset="-122"/>
              </a:endParaRPr>
            </a:p>
            <a:p>
              <a:pPr marL="48260" marR="63500" indent="-48260">
                <a:lnSpc>
                  <a:spcPct val="120000"/>
                </a:lnSpc>
                <a:tabLst>
                  <a:tab pos="180340" algn="l"/>
                  <a:tab pos="408940" algn="l"/>
                </a:tabLst>
              </a:pPr>
              <a:r>
                <a:rPr lang="en-US" altLang="zh-CN" dirty="0">
                  <a:solidFill>
                    <a:srgbClr val="00A99E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Column</a:t>
              </a:r>
              <a:r>
                <a:rPr lang="en-US" altLang="zh-CN" dirty="0">
                  <a:solidFill>
                    <a:srgbClr val="6C71C4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() </a:t>
              </a:r>
              <a:r>
                <a:rPr lang="en-US" altLang="zh-CN" dirty="0">
                  <a:solidFill>
                    <a:srgbClr val="E986CD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{</a:t>
              </a:r>
              <a:r>
                <a:rPr lang="en-US" altLang="zh-CN" i="1" dirty="0">
                  <a:solidFill>
                    <a:srgbClr val="5C5C5C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//</a:t>
              </a:r>
              <a:r>
                <a:rPr lang="zh-CN" altLang="zh-CN" i="1" dirty="0">
                  <a:solidFill>
                    <a:srgbClr val="5C5C5C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Courier New" panose="02070309020205020404" pitchFamily="49" charset="0"/>
                  <a:sym typeface="思源黑体" panose="020B0400000000000000" pitchFamily="34" charset="-122"/>
                </a:rPr>
                <a:t>无参</a:t>
              </a:r>
              <a:endParaRPr lang="zh-CN" altLang="zh-CN" dirty="0">
                <a:solidFill>
                  <a:srgbClr val="5C5C5C"/>
                </a:solidFill>
                <a:effectLst/>
                <a:latin typeface="思源黑体" panose="020B0400000000000000" pitchFamily="34" charset="-122"/>
                <a:ea typeface="思源黑体" panose="020B0400000000000000" pitchFamily="34" charset="-122"/>
                <a:cs typeface="宋体" panose="02010600030101010101" pitchFamily="2" charset="-122"/>
                <a:sym typeface="思源黑体" panose="020B0400000000000000" pitchFamily="34" charset="-122"/>
              </a:endParaRPr>
            </a:p>
            <a:p>
              <a:pPr marL="48260" marR="63500" indent="-48260">
                <a:lnSpc>
                  <a:spcPct val="120000"/>
                </a:lnSpc>
                <a:tabLst>
                  <a:tab pos="180340" algn="l"/>
                  <a:tab pos="408940" algn="l"/>
                </a:tabLst>
              </a:pPr>
              <a:r>
                <a:rPr lang="en-US" altLang="zh-CN" dirty="0">
                  <a:solidFill>
                    <a:srgbClr val="E986CD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}</a:t>
              </a:r>
              <a:endParaRPr lang="zh-CN" altLang="zh-CN" dirty="0">
                <a:solidFill>
                  <a:srgbClr val="5C5C5C"/>
                </a:solidFill>
                <a:effectLst/>
                <a:latin typeface="思源黑体" panose="020B0400000000000000" pitchFamily="34" charset="-122"/>
                <a:ea typeface="思源黑体" panose="020B0400000000000000" pitchFamily="34" charset="-122"/>
                <a:cs typeface="宋体" panose="02010600030101010101" pitchFamily="2" charset="-122"/>
                <a:sym typeface="思源黑体" panose="020B0400000000000000" pitchFamily="34" charset="-122"/>
              </a:endParaRPr>
            </a:p>
          </p:txBody>
        </p:sp>
        <p:sp>
          <p:nvSpPr>
            <p:cNvPr id="6" name="圆角矩形 55"/>
            <p:cNvSpPr/>
            <p:nvPr>
              <p:custDataLst>
                <p:tags r:id="rId1"/>
              </p:custDataLst>
            </p:nvPr>
          </p:nvSpPr>
          <p:spPr>
            <a:xfrm>
              <a:off x="-76938" y="2771873"/>
              <a:ext cx="9690621" cy="2986258"/>
            </a:xfrm>
            <a:prstGeom prst="roundRect">
              <a:avLst>
                <a:gd name="adj" fmla="val 7188"/>
              </a:avLst>
            </a:prstGeom>
            <a:noFill/>
            <a:ln>
              <a:solidFill>
                <a:srgbClr val="566CD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endParaRPr lang="zh-CN" altLang="en-US" sz="3200">
                <a:latin typeface="思源黑体" panose="020B0400000000000000" pitchFamily="34" charset="-122"/>
                <a:ea typeface="思源黑体" panose="020B0400000000000000" pitchFamily="34" charset="-122"/>
                <a:sym typeface="思源黑体" panose="020B0400000000000000" pitchFamily="34" charset="-122"/>
              </a:endParaRPr>
            </a:p>
          </p:txBody>
        </p:sp>
      </p:grpSp>
    </p:spTree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22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872337" y="162961"/>
            <a:ext cx="10635893" cy="7880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4265" b="1">
                <a:solidFill>
                  <a:srgbClr val="566CD3"/>
                </a:solidFill>
                <a:latin typeface="思源黑体" panose="020B0400000000000000" pitchFamily="34" charset="-122"/>
                <a:ea typeface="思源黑体" panose="020B0400000000000000" pitchFamily="34" charset="-122"/>
                <a:cs typeface="思源黑体 Bold" panose="020B0800000000000000" charset="-122"/>
                <a:sym typeface="思源黑体" panose="020B0400000000000000" pitchFamily="34" charset="-122"/>
              </a:rPr>
              <a:t>ArkTS</a:t>
            </a:r>
            <a:r>
              <a:rPr lang="zh-CN" altLang="en-US" sz="4265" b="1">
                <a:solidFill>
                  <a:srgbClr val="566CD3"/>
                </a:solidFill>
                <a:latin typeface="思源黑体" panose="020B0400000000000000" pitchFamily="34" charset="-122"/>
                <a:ea typeface="思源黑体" panose="020B0400000000000000" pitchFamily="34" charset="-122"/>
                <a:cs typeface="思源黑体 Bold" panose="020B0800000000000000" charset="-122"/>
                <a:sym typeface="思源黑体" panose="020B0400000000000000" pitchFamily="34" charset="-122"/>
              </a:rPr>
              <a:t>声明式</a:t>
            </a:r>
            <a:r>
              <a:rPr lang="en-US" altLang="zh-CN" sz="4265" b="1">
                <a:solidFill>
                  <a:srgbClr val="566CD3"/>
                </a:solidFill>
                <a:latin typeface="思源黑体" panose="020B0400000000000000" pitchFamily="34" charset="-122"/>
                <a:ea typeface="思源黑体" panose="020B0400000000000000" pitchFamily="34" charset="-122"/>
                <a:cs typeface="思源黑体 Bold" panose="020B0800000000000000" charset="-122"/>
                <a:sym typeface="思源黑体" panose="020B0400000000000000" pitchFamily="34" charset="-122"/>
              </a:rPr>
              <a:t>UI</a:t>
            </a:r>
            <a:r>
              <a:rPr lang="zh-CN" altLang="en-US" sz="4265" b="1">
                <a:solidFill>
                  <a:srgbClr val="566CD3"/>
                </a:solidFill>
                <a:latin typeface="思源黑体" panose="020B0400000000000000" pitchFamily="34" charset="-122"/>
                <a:ea typeface="思源黑体" panose="020B0400000000000000" pitchFamily="34" charset="-122"/>
                <a:cs typeface="思源黑体 Bold" panose="020B0800000000000000" charset="-122"/>
                <a:sym typeface="思源黑体" panose="020B0400000000000000" pitchFamily="34" charset="-122"/>
              </a:rPr>
              <a:t>的用法</a:t>
            </a:r>
          </a:p>
        </p:txBody>
      </p:sp>
      <p:grpSp>
        <p:nvGrpSpPr>
          <p:cNvPr id="7" name="组合 6"/>
          <p:cNvGrpSpPr/>
          <p:nvPr/>
        </p:nvGrpSpPr>
        <p:grpSpPr>
          <a:xfrm>
            <a:off x="571071" y="1008560"/>
            <a:ext cx="9405870" cy="2330095"/>
            <a:chOff x="714041" y="1005923"/>
            <a:chExt cx="7004499" cy="1800176"/>
          </a:xfrm>
        </p:grpSpPr>
        <p:sp>
          <p:nvSpPr>
            <p:cNvPr id="8" name="文本框 7"/>
            <p:cNvSpPr txBox="1"/>
            <p:nvPr/>
          </p:nvSpPr>
          <p:spPr>
            <a:xfrm>
              <a:off x="807208" y="1377560"/>
              <a:ext cx="6655740" cy="985097"/>
            </a:xfrm>
            <a:prstGeom prst="rect">
              <a:avLst/>
            </a:prstGeom>
            <a:noFill/>
          </p:spPr>
          <p:txBody>
            <a:bodyPr wrap="square" lIns="91397" tIns="45699" rIns="91397" bIns="45699" rtlCol="0">
              <a:spAutoFit/>
            </a:bodyPr>
            <a:lstStyle/>
            <a:p>
              <a:pPr indent="266700">
                <a:lnSpc>
                  <a:spcPct val="120000"/>
                </a:lnSpc>
              </a:pPr>
              <a:r>
                <a:rPr lang="zh-CN" altLang="en-US" sz="2135" dirty="0"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每个组件都有属性， 以</a:t>
              </a:r>
              <a:r>
                <a:rPr lang="en-US" altLang="zh-CN" sz="2135" dirty="0"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Column</a:t>
              </a:r>
              <a:r>
                <a:rPr lang="zh-CN" altLang="en-US" sz="2135" dirty="0"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组件为例，跟踪组件的声明文件</a:t>
              </a:r>
              <a:r>
                <a:rPr lang="en-US" altLang="zh-CN" sz="2135" dirty="0"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.</a:t>
              </a:r>
              <a:r>
                <a:rPr lang="en-US" altLang="zh-CN" sz="2135" dirty="0" err="1"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d.ts</a:t>
              </a:r>
              <a:r>
                <a:rPr lang="zh-CN" altLang="en-US" sz="2135" dirty="0"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，可以看到</a:t>
              </a:r>
              <a:r>
                <a:rPr lang="en-US" altLang="zh-CN" sz="2135" dirty="0"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Column</a:t>
              </a:r>
              <a:r>
                <a:rPr lang="zh-CN" altLang="en-US" sz="2135" dirty="0"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除了有自身在水平和垂直方向上的私有对齐属性外，还继承了</a:t>
              </a:r>
              <a:r>
                <a:rPr lang="en-US" altLang="zh-CN" sz="2135" dirty="0" err="1"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CommonMethod</a:t>
              </a:r>
              <a:r>
                <a:rPr lang="zh-CN" altLang="en-US" sz="2135" dirty="0"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类的公共属性。</a:t>
              </a:r>
              <a:endParaRPr lang="zh-CN" altLang="en-US" sz="2135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" panose="020B0400000000000000" pitchFamily="34" charset="-122"/>
                <a:ea typeface="思源黑体" panose="020B0400000000000000" pitchFamily="34" charset="-122"/>
                <a:cs typeface="思源黑体 Regular" panose="020B0500000000000000" charset="-122"/>
                <a:sym typeface="思源黑体" panose="020B0400000000000000" pitchFamily="34" charset="-122"/>
              </a:endParaRPr>
            </a:p>
          </p:txBody>
        </p:sp>
        <p:grpSp>
          <p:nvGrpSpPr>
            <p:cNvPr id="9" name="组合 8"/>
            <p:cNvGrpSpPr/>
            <p:nvPr/>
          </p:nvGrpSpPr>
          <p:grpSpPr>
            <a:xfrm>
              <a:off x="714041" y="1005923"/>
              <a:ext cx="7004499" cy="1800176"/>
              <a:chOff x="899813" y="1407827"/>
              <a:chExt cx="7004499" cy="1800176"/>
            </a:xfrm>
          </p:grpSpPr>
          <p:sp>
            <p:nvSpPr>
              <p:cNvPr id="10" name="圆角矩形 3"/>
              <p:cNvSpPr/>
              <p:nvPr/>
            </p:nvSpPr>
            <p:spPr>
              <a:xfrm>
                <a:off x="927182" y="1407827"/>
                <a:ext cx="2227580" cy="415290"/>
              </a:xfrm>
              <a:prstGeom prst="roundRect">
                <a:avLst>
                  <a:gd name="adj" fmla="val 50000"/>
                </a:avLst>
              </a:prstGeom>
              <a:solidFill>
                <a:srgbClr val="566CD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20000"/>
                  </a:lnSpc>
                </a:pPr>
                <a:endParaRPr lang="zh-CN" altLang="en-US" sz="3200">
                  <a:latin typeface="思源黑体" panose="020B0400000000000000" pitchFamily="34" charset="-122"/>
                  <a:ea typeface="思源黑体" panose="020B0400000000000000" pitchFamily="34" charset="-122"/>
                  <a:sym typeface="思源黑体" panose="020B0400000000000000" pitchFamily="34" charset="-122"/>
                </a:endParaRPr>
              </a:p>
            </p:txBody>
          </p:sp>
          <p:sp>
            <p:nvSpPr>
              <p:cNvPr id="11" name="圆角矩形 54"/>
              <p:cNvSpPr/>
              <p:nvPr/>
            </p:nvSpPr>
            <p:spPr>
              <a:xfrm>
                <a:off x="899813" y="1647191"/>
                <a:ext cx="7004499" cy="1560812"/>
              </a:xfrm>
              <a:prstGeom prst="roundRect">
                <a:avLst>
                  <a:gd name="adj" fmla="val 7188"/>
                </a:avLst>
              </a:prstGeom>
              <a:noFill/>
              <a:ln>
                <a:solidFill>
                  <a:srgbClr val="566CD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20000"/>
                  </a:lnSpc>
                </a:pPr>
                <a:endParaRPr lang="zh-CN" altLang="en-US" sz="3200">
                  <a:latin typeface="思源黑体" panose="020B0400000000000000" pitchFamily="34" charset="-122"/>
                  <a:ea typeface="思源黑体" panose="020B0400000000000000" pitchFamily="34" charset="-122"/>
                  <a:sym typeface="思源黑体" panose="020B0400000000000000" pitchFamily="34" charset="-122"/>
                </a:endParaRPr>
              </a:p>
            </p:txBody>
          </p:sp>
          <p:sp>
            <p:nvSpPr>
              <p:cNvPr id="12" name="Text2"/>
              <p:cNvSpPr txBox="1"/>
              <p:nvPr/>
            </p:nvSpPr>
            <p:spPr>
              <a:xfrm>
                <a:off x="1116770" y="1419655"/>
                <a:ext cx="2227580" cy="391634"/>
              </a:xfrm>
              <a:prstGeom prst="rect">
                <a:avLst/>
              </a:prstGeom>
              <a:noFill/>
            </p:spPr>
            <p:txBody>
              <a:bodyPr wrap="square" rtlCol="0"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indent="0" fontAlgn="auto">
                  <a:lnSpc>
                    <a:spcPct val="120000"/>
                  </a:lnSpc>
                </a:pPr>
                <a:r>
                  <a:rPr lang="zh-CN" altLang="en-US" sz="3200" b="1">
                    <a:solidFill>
                      <a:schemeClr val="bg1"/>
                    </a:solidFill>
                    <a:latin typeface="思源黑体" panose="020B0400000000000000" pitchFamily="34" charset="-122"/>
                    <a:ea typeface="思源黑体" panose="020B0400000000000000" pitchFamily="34" charset="-122"/>
                    <a:cs typeface="思源黑体 CN Heavy" panose="020B0A00000000000000" charset="-122"/>
                    <a:sym typeface="思源黑体" panose="020B0400000000000000" pitchFamily="34" charset="-122"/>
                  </a:rPr>
                  <a:t>组件属性</a:t>
                </a:r>
                <a:endParaRPr lang="en-US" altLang="zh-CN" sz="3200" b="1">
                  <a:solidFill>
                    <a:schemeClr val="accent1"/>
                  </a:solidFill>
                  <a:latin typeface="思源黑体" panose="020B0400000000000000" pitchFamily="34" charset="-122"/>
                  <a:ea typeface="思源黑体" panose="020B0400000000000000" pitchFamily="34" charset="-122"/>
                  <a:cs typeface="思源黑体 CN Heavy" panose="020B0A00000000000000" charset="-122"/>
                  <a:sym typeface="思源黑体" panose="020B0400000000000000" pitchFamily="34" charset="-122"/>
                </a:endParaRPr>
              </a:p>
            </p:txBody>
          </p:sp>
        </p:grpSp>
      </p:grpSp>
      <p:pic>
        <p:nvPicPr>
          <p:cNvPr id="13" name="图片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071" y="3507208"/>
            <a:ext cx="9676830" cy="3350891"/>
          </a:xfrm>
          <a:prstGeom prst="rect">
            <a:avLst/>
          </a:prstGeom>
        </p:spPr>
      </p:pic>
    </p:spTree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872337" y="162961"/>
            <a:ext cx="10635893" cy="7880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4265" b="1">
                <a:solidFill>
                  <a:srgbClr val="566CD3"/>
                </a:solidFill>
                <a:latin typeface="思源黑体" panose="020B0400000000000000" pitchFamily="34" charset="-122"/>
                <a:ea typeface="思源黑体" panose="020B0400000000000000" pitchFamily="34" charset="-122"/>
                <a:cs typeface="思源黑体 Bold" panose="020B0800000000000000" charset="-122"/>
                <a:sym typeface="思源黑体" panose="020B0400000000000000" pitchFamily="34" charset="-122"/>
              </a:rPr>
              <a:t>ArkTS</a:t>
            </a:r>
            <a:r>
              <a:rPr lang="zh-CN" altLang="en-US" sz="4265" b="1">
                <a:solidFill>
                  <a:srgbClr val="566CD3"/>
                </a:solidFill>
                <a:latin typeface="思源黑体" panose="020B0400000000000000" pitchFamily="34" charset="-122"/>
                <a:ea typeface="思源黑体" panose="020B0400000000000000" pitchFamily="34" charset="-122"/>
                <a:cs typeface="思源黑体 Bold" panose="020B0800000000000000" charset="-122"/>
                <a:sym typeface="思源黑体" panose="020B0400000000000000" pitchFamily="34" charset="-122"/>
              </a:rPr>
              <a:t>声明式</a:t>
            </a:r>
            <a:r>
              <a:rPr lang="en-US" altLang="zh-CN" sz="4265" b="1">
                <a:solidFill>
                  <a:srgbClr val="566CD3"/>
                </a:solidFill>
                <a:latin typeface="思源黑体" panose="020B0400000000000000" pitchFamily="34" charset="-122"/>
                <a:ea typeface="思源黑体" panose="020B0400000000000000" pitchFamily="34" charset="-122"/>
                <a:cs typeface="思源黑体 Bold" panose="020B0800000000000000" charset="-122"/>
                <a:sym typeface="思源黑体" panose="020B0400000000000000" pitchFamily="34" charset="-122"/>
              </a:rPr>
              <a:t>UI</a:t>
            </a:r>
            <a:r>
              <a:rPr lang="zh-CN" altLang="en-US" sz="4265" b="1">
                <a:solidFill>
                  <a:srgbClr val="566CD3"/>
                </a:solidFill>
                <a:latin typeface="思源黑体" panose="020B0400000000000000" pitchFamily="34" charset="-122"/>
                <a:ea typeface="思源黑体" panose="020B0400000000000000" pitchFamily="34" charset="-122"/>
                <a:cs typeface="思源黑体 Bold" panose="020B0800000000000000" charset="-122"/>
                <a:sym typeface="思源黑体" panose="020B0400000000000000" pitchFamily="34" charset="-122"/>
              </a:rPr>
              <a:t>的用法</a:t>
            </a:r>
          </a:p>
        </p:txBody>
      </p:sp>
      <p:grpSp>
        <p:nvGrpSpPr>
          <p:cNvPr id="7" name="组合 6"/>
          <p:cNvGrpSpPr/>
          <p:nvPr/>
        </p:nvGrpSpPr>
        <p:grpSpPr>
          <a:xfrm>
            <a:off x="0" y="1030199"/>
            <a:ext cx="11671444" cy="6819766"/>
            <a:chOff x="588426" y="1017719"/>
            <a:chExt cx="8691658" cy="5268792"/>
          </a:xfrm>
        </p:grpSpPr>
        <p:sp>
          <p:nvSpPr>
            <p:cNvPr id="8" name="文本框 7"/>
            <p:cNvSpPr txBox="1"/>
            <p:nvPr/>
          </p:nvSpPr>
          <p:spPr>
            <a:xfrm>
              <a:off x="588426" y="1498880"/>
              <a:ext cx="8691658" cy="4787631"/>
            </a:xfrm>
            <a:prstGeom prst="rect">
              <a:avLst/>
            </a:prstGeom>
            <a:noFill/>
          </p:spPr>
          <p:txBody>
            <a:bodyPr wrap="square" lIns="91397" tIns="45699" rIns="91397" bIns="45699" rtlCol="0">
              <a:spAutoFit/>
            </a:bodyPr>
            <a:lstStyle/>
            <a:p>
              <a:pPr indent="26670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135" dirty="0"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每个组件的属性都继承了</a:t>
              </a:r>
              <a:r>
                <a:rPr lang="en-US" altLang="zh-CN" sz="2135" dirty="0" err="1"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CommonMethod</a:t>
              </a:r>
              <a:r>
                <a:rPr lang="zh-CN" altLang="en-US" sz="2135" dirty="0"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类中的公共属性，常见的公共属性说明如下。</a:t>
              </a:r>
              <a:endParaRPr lang="en-US" altLang="zh-CN" sz="2135" dirty="0">
                <a:effectLst/>
                <a:latin typeface="思源黑体" panose="020B0400000000000000" pitchFamily="34" charset="-122"/>
                <a:ea typeface="思源黑体" panose="020B0400000000000000" pitchFamily="34" charset="-122"/>
                <a:cs typeface="宋体" panose="02010600030101010101" pitchFamily="2" charset="-122"/>
                <a:sym typeface="思源黑体" panose="020B0400000000000000" pitchFamily="34" charset="-122"/>
              </a:endParaRPr>
            </a:p>
            <a:p>
              <a:pPr marL="408940" marR="6350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tabLst>
                  <a:tab pos="180340" algn="l"/>
                  <a:tab pos="408940" algn="l"/>
                </a:tabLst>
              </a:pPr>
              <a:r>
                <a:rPr lang="en-US" altLang="zh-CN" b="1" dirty="0">
                  <a:solidFill>
                    <a:srgbClr val="5C5C5C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declare class </a:t>
              </a:r>
              <a:r>
                <a:rPr lang="en-US" altLang="zh-CN" dirty="0" err="1">
                  <a:solidFill>
                    <a:srgbClr val="00A99E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CommonMethod</a:t>
              </a:r>
              <a:r>
                <a:rPr lang="en-US" altLang="zh-CN" dirty="0">
                  <a:solidFill>
                    <a:srgbClr val="5C5C5C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&lt;</a:t>
              </a:r>
              <a:r>
                <a:rPr lang="en-US" altLang="zh-CN" dirty="0">
                  <a:solidFill>
                    <a:srgbClr val="20999D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T</a:t>
              </a:r>
              <a:r>
                <a:rPr lang="en-US" altLang="zh-CN" dirty="0">
                  <a:solidFill>
                    <a:srgbClr val="5C5C5C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&gt; </a:t>
              </a:r>
              <a:r>
                <a:rPr lang="en-US" altLang="zh-CN" dirty="0">
                  <a:solidFill>
                    <a:srgbClr val="E986CD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{</a:t>
              </a:r>
              <a:endParaRPr lang="zh-CN" altLang="zh-CN" dirty="0">
                <a:solidFill>
                  <a:srgbClr val="5C5C5C"/>
                </a:solidFill>
                <a:effectLst/>
                <a:latin typeface="思源黑体" panose="020B0400000000000000" pitchFamily="34" charset="-122"/>
                <a:ea typeface="思源黑体" panose="020B0400000000000000" pitchFamily="34" charset="-122"/>
                <a:cs typeface="宋体" panose="02010600030101010101" pitchFamily="2" charset="-122"/>
                <a:sym typeface="思源黑体" panose="020B0400000000000000" pitchFamily="34" charset="-122"/>
              </a:endParaRPr>
            </a:p>
            <a:p>
              <a:pPr marL="408940" marR="6350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tabLst>
                  <a:tab pos="180340" algn="l"/>
                  <a:tab pos="408940" algn="l"/>
                </a:tabLst>
              </a:pPr>
              <a:r>
                <a:rPr lang="en-US" altLang="zh-CN" dirty="0">
                  <a:solidFill>
                    <a:srgbClr val="E986CD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  </a:t>
              </a:r>
              <a:r>
                <a:rPr lang="en-US" altLang="zh-CN" b="1" dirty="0">
                  <a:solidFill>
                    <a:srgbClr val="5C5C5C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constructor</a:t>
              </a:r>
              <a:r>
                <a:rPr lang="en-US" altLang="zh-CN" dirty="0">
                  <a:solidFill>
                    <a:srgbClr val="6C71C4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()</a:t>
              </a:r>
              <a:r>
                <a:rPr lang="en-US" altLang="zh-CN" dirty="0">
                  <a:solidFill>
                    <a:srgbClr val="5C5C5C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;</a:t>
              </a:r>
              <a:endParaRPr lang="zh-CN" altLang="zh-CN" dirty="0">
                <a:solidFill>
                  <a:srgbClr val="5C5C5C"/>
                </a:solidFill>
                <a:effectLst/>
                <a:latin typeface="思源黑体" panose="020B0400000000000000" pitchFamily="34" charset="-122"/>
                <a:ea typeface="思源黑体" panose="020B0400000000000000" pitchFamily="34" charset="-122"/>
                <a:cs typeface="宋体" panose="02010600030101010101" pitchFamily="2" charset="-122"/>
                <a:sym typeface="思源黑体" panose="020B0400000000000000" pitchFamily="34" charset="-122"/>
              </a:endParaRPr>
            </a:p>
            <a:p>
              <a:pPr marL="408940" marR="6350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tabLst>
                  <a:tab pos="180340" algn="l"/>
                  <a:tab pos="408940" algn="l"/>
                </a:tabLst>
              </a:pPr>
              <a:r>
                <a:rPr lang="en-US" altLang="zh-CN" dirty="0">
                  <a:solidFill>
                    <a:srgbClr val="5C5C5C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  </a:t>
              </a:r>
              <a:r>
                <a:rPr lang="en-US" altLang="zh-CN" dirty="0">
                  <a:solidFill>
                    <a:srgbClr val="00A99E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width</a:t>
              </a:r>
              <a:r>
                <a:rPr lang="en-US" altLang="zh-CN" dirty="0">
                  <a:solidFill>
                    <a:srgbClr val="6C71C4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(</a:t>
              </a:r>
              <a:r>
                <a:rPr lang="en-US" altLang="zh-CN" dirty="0">
                  <a:solidFill>
                    <a:srgbClr val="11408E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value</a:t>
              </a:r>
              <a:r>
                <a:rPr lang="en-US" altLang="zh-CN" dirty="0">
                  <a:solidFill>
                    <a:srgbClr val="5C5C5C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: </a:t>
              </a:r>
              <a:r>
                <a:rPr lang="en-US" altLang="zh-CN" dirty="0">
                  <a:solidFill>
                    <a:srgbClr val="000080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Length</a:t>
              </a:r>
              <a:r>
                <a:rPr lang="en-US" altLang="zh-CN" dirty="0">
                  <a:solidFill>
                    <a:srgbClr val="6C71C4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)</a:t>
              </a:r>
              <a:r>
                <a:rPr lang="en-US" altLang="zh-CN" dirty="0">
                  <a:solidFill>
                    <a:srgbClr val="5C5C5C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: </a:t>
              </a:r>
              <a:r>
                <a:rPr lang="en-US" altLang="zh-CN" dirty="0">
                  <a:solidFill>
                    <a:srgbClr val="000080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T</a:t>
              </a:r>
              <a:r>
                <a:rPr lang="en-US" altLang="zh-CN" dirty="0">
                  <a:solidFill>
                    <a:srgbClr val="5C5C5C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;                  </a:t>
              </a:r>
              <a:r>
                <a:rPr lang="en-US" altLang="zh-CN" i="1" dirty="0">
                  <a:solidFill>
                    <a:srgbClr val="808080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//</a:t>
              </a:r>
              <a:r>
                <a:rPr lang="zh-CN" altLang="zh-CN" i="1" dirty="0">
                  <a:solidFill>
                    <a:srgbClr val="808080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Courier New" panose="02070309020205020404" pitchFamily="49" charset="0"/>
                  <a:sym typeface="思源黑体" panose="020B0400000000000000" pitchFamily="34" charset="-122"/>
                </a:rPr>
                <a:t>组件的宽度</a:t>
              </a:r>
              <a:endParaRPr lang="zh-CN" altLang="zh-CN" dirty="0">
                <a:solidFill>
                  <a:srgbClr val="5C5C5C"/>
                </a:solidFill>
                <a:effectLst/>
                <a:latin typeface="思源黑体" panose="020B0400000000000000" pitchFamily="34" charset="-122"/>
                <a:ea typeface="思源黑体" panose="020B0400000000000000" pitchFamily="34" charset="-122"/>
                <a:cs typeface="宋体" panose="02010600030101010101" pitchFamily="2" charset="-122"/>
                <a:sym typeface="思源黑体" panose="020B0400000000000000" pitchFamily="34" charset="-122"/>
              </a:endParaRPr>
            </a:p>
            <a:p>
              <a:pPr marL="408940" marR="6350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tabLst>
                  <a:tab pos="180340" algn="l"/>
                  <a:tab pos="408940" algn="l"/>
                </a:tabLst>
              </a:pPr>
              <a:r>
                <a:rPr lang="en-US" altLang="zh-CN" i="1" dirty="0">
                  <a:solidFill>
                    <a:srgbClr val="808080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  </a:t>
              </a:r>
              <a:r>
                <a:rPr lang="en-US" altLang="zh-CN" dirty="0">
                  <a:solidFill>
                    <a:srgbClr val="00A99E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height</a:t>
              </a:r>
              <a:r>
                <a:rPr lang="en-US" altLang="zh-CN" dirty="0">
                  <a:solidFill>
                    <a:srgbClr val="6C71C4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(</a:t>
              </a:r>
              <a:r>
                <a:rPr lang="en-US" altLang="zh-CN" dirty="0">
                  <a:solidFill>
                    <a:srgbClr val="11408E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value</a:t>
              </a:r>
              <a:r>
                <a:rPr lang="en-US" altLang="zh-CN" dirty="0">
                  <a:solidFill>
                    <a:srgbClr val="5C5C5C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: </a:t>
              </a:r>
              <a:r>
                <a:rPr lang="en-US" altLang="zh-CN" dirty="0">
                  <a:solidFill>
                    <a:srgbClr val="000080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Length</a:t>
              </a:r>
              <a:r>
                <a:rPr lang="en-US" altLang="zh-CN" dirty="0">
                  <a:solidFill>
                    <a:srgbClr val="6C71C4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)</a:t>
              </a:r>
              <a:r>
                <a:rPr lang="en-US" altLang="zh-CN" dirty="0">
                  <a:solidFill>
                    <a:srgbClr val="5C5C5C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: </a:t>
              </a:r>
              <a:r>
                <a:rPr lang="en-US" altLang="zh-CN" dirty="0">
                  <a:solidFill>
                    <a:srgbClr val="000080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T</a:t>
              </a:r>
              <a:r>
                <a:rPr lang="en-US" altLang="zh-CN" dirty="0">
                  <a:solidFill>
                    <a:srgbClr val="5C5C5C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;                 </a:t>
              </a:r>
              <a:r>
                <a:rPr lang="en-US" altLang="zh-CN" i="1" dirty="0">
                  <a:solidFill>
                    <a:srgbClr val="808080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//</a:t>
              </a:r>
              <a:r>
                <a:rPr lang="zh-CN" altLang="zh-CN" i="1" dirty="0">
                  <a:solidFill>
                    <a:srgbClr val="808080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Courier New" panose="02070309020205020404" pitchFamily="49" charset="0"/>
                  <a:sym typeface="思源黑体" panose="020B0400000000000000" pitchFamily="34" charset="-122"/>
                </a:rPr>
                <a:t>组件的高度</a:t>
              </a:r>
              <a:endParaRPr lang="zh-CN" altLang="zh-CN" dirty="0">
                <a:solidFill>
                  <a:srgbClr val="5C5C5C"/>
                </a:solidFill>
                <a:effectLst/>
                <a:latin typeface="思源黑体" panose="020B0400000000000000" pitchFamily="34" charset="-122"/>
                <a:ea typeface="思源黑体" panose="020B0400000000000000" pitchFamily="34" charset="-122"/>
                <a:cs typeface="宋体" panose="02010600030101010101" pitchFamily="2" charset="-122"/>
                <a:sym typeface="思源黑体" panose="020B0400000000000000" pitchFamily="34" charset="-122"/>
              </a:endParaRPr>
            </a:p>
            <a:p>
              <a:pPr marL="408940" marR="6350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tabLst>
                  <a:tab pos="180340" algn="l"/>
                  <a:tab pos="408940" algn="l"/>
                </a:tabLst>
              </a:pPr>
              <a:r>
                <a:rPr lang="en-US" altLang="zh-CN" i="1" dirty="0">
                  <a:solidFill>
                    <a:srgbClr val="808080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  </a:t>
              </a:r>
              <a:r>
                <a:rPr lang="en-US" altLang="zh-CN" dirty="0">
                  <a:solidFill>
                    <a:srgbClr val="00A99E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size</a:t>
              </a:r>
              <a:r>
                <a:rPr lang="en-US" altLang="zh-CN" dirty="0">
                  <a:solidFill>
                    <a:srgbClr val="6C71C4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(</a:t>
              </a:r>
              <a:r>
                <a:rPr lang="en-US" altLang="zh-CN" dirty="0">
                  <a:solidFill>
                    <a:srgbClr val="11408E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value</a:t>
              </a:r>
              <a:r>
                <a:rPr lang="en-US" altLang="zh-CN" dirty="0">
                  <a:solidFill>
                    <a:srgbClr val="5C5C5C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: </a:t>
              </a:r>
              <a:r>
                <a:rPr lang="en-US" altLang="zh-CN" dirty="0" err="1">
                  <a:solidFill>
                    <a:srgbClr val="000080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SizeOptions</a:t>
              </a:r>
              <a:r>
                <a:rPr lang="en-US" altLang="zh-CN" dirty="0">
                  <a:solidFill>
                    <a:srgbClr val="6C71C4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)</a:t>
              </a:r>
              <a:r>
                <a:rPr lang="en-US" altLang="zh-CN" dirty="0">
                  <a:solidFill>
                    <a:srgbClr val="5C5C5C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: </a:t>
              </a:r>
              <a:r>
                <a:rPr lang="en-US" altLang="zh-CN" dirty="0">
                  <a:solidFill>
                    <a:srgbClr val="000080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T</a:t>
              </a:r>
              <a:r>
                <a:rPr lang="en-US" altLang="zh-CN" dirty="0">
                  <a:solidFill>
                    <a:srgbClr val="5C5C5C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;              </a:t>
              </a:r>
              <a:r>
                <a:rPr lang="en-US" altLang="zh-CN" i="1" dirty="0">
                  <a:solidFill>
                    <a:srgbClr val="808080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//</a:t>
              </a:r>
              <a:r>
                <a:rPr lang="zh-CN" altLang="zh-CN" i="1" dirty="0">
                  <a:solidFill>
                    <a:srgbClr val="808080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Courier New" panose="02070309020205020404" pitchFamily="49" charset="0"/>
                  <a:sym typeface="思源黑体" panose="020B0400000000000000" pitchFamily="34" charset="-122"/>
                </a:rPr>
                <a:t>组件的大小</a:t>
              </a:r>
              <a:endParaRPr lang="zh-CN" altLang="zh-CN" dirty="0">
                <a:solidFill>
                  <a:srgbClr val="5C5C5C"/>
                </a:solidFill>
                <a:effectLst/>
                <a:latin typeface="思源黑体" panose="020B0400000000000000" pitchFamily="34" charset="-122"/>
                <a:ea typeface="思源黑体" panose="020B0400000000000000" pitchFamily="34" charset="-122"/>
                <a:cs typeface="宋体" panose="02010600030101010101" pitchFamily="2" charset="-122"/>
                <a:sym typeface="思源黑体" panose="020B0400000000000000" pitchFamily="34" charset="-122"/>
              </a:endParaRPr>
            </a:p>
            <a:p>
              <a:pPr marL="408940" marR="6350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tabLst>
                  <a:tab pos="180340" algn="l"/>
                  <a:tab pos="408940" algn="l"/>
                </a:tabLst>
              </a:pPr>
              <a:r>
                <a:rPr lang="en-US" altLang="zh-CN" i="1" dirty="0">
                  <a:solidFill>
                    <a:srgbClr val="808080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  </a:t>
              </a:r>
              <a:r>
                <a:rPr lang="en-US" altLang="zh-CN" dirty="0" err="1">
                  <a:solidFill>
                    <a:srgbClr val="00A99E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layoutWeight</a:t>
              </a:r>
              <a:r>
                <a:rPr lang="en-US" altLang="zh-CN" dirty="0">
                  <a:solidFill>
                    <a:srgbClr val="6C71C4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(</a:t>
              </a:r>
              <a:r>
                <a:rPr lang="en-US" altLang="zh-CN" dirty="0">
                  <a:solidFill>
                    <a:srgbClr val="11408E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value</a:t>
              </a:r>
              <a:r>
                <a:rPr lang="en-US" altLang="zh-CN" dirty="0">
                  <a:solidFill>
                    <a:srgbClr val="5C5C5C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: </a:t>
              </a:r>
              <a:r>
                <a:rPr lang="en-US" altLang="zh-CN" dirty="0">
                  <a:solidFill>
                    <a:srgbClr val="000080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number </a:t>
              </a:r>
              <a:r>
                <a:rPr lang="en-US" altLang="zh-CN" dirty="0">
                  <a:solidFill>
                    <a:srgbClr val="5C5C5C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| </a:t>
              </a:r>
              <a:r>
                <a:rPr lang="en-US" altLang="zh-CN" dirty="0">
                  <a:solidFill>
                    <a:srgbClr val="000080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string</a:t>
              </a:r>
              <a:r>
                <a:rPr lang="en-US" altLang="zh-CN" dirty="0">
                  <a:solidFill>
                    <a:srgbClr val="6C71C4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)</a:t>
              </a:r>
              <a:r>
                <a:rPr lang="en-US" altLang="zh-CN" dirty="0">
                  <a:solidFill>
                    <a:srgbClr val="5C5C5C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: </a:t>
              </a:r>
              <a:r>
                <a:rPr lang="en-US" altLang="zh-CN" dirty="0">
                  <a:solidFill>
                    <a:srgbClr val="000080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T</a:t>
              </a:r>
              <a:r>
                <a:rPr lang="en-US" altLang="zh-CN" dirty="0">
                  <a:solidFill>
                    <a:srgbClr val="5C5C5C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;  </a:t>
              </a:r>
              <a:r>
                <a:rPr lang="en-US" altLang="zh-CN" i="1" dirty="0">
                  <a:solidFill>
                    <a:srgbClr val="808080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//</a:t>
              </a:r>
              <a:r>
                <a:rPr lang="zh-CN" altLang="zh-CN" i="1" dirty="0">
                  <a:solidFill>
                    <a:srgbClr val="808080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Courier New" panose="02070309020205020404" pitchFamily="49" charset="0"/>
                  <a:sym typeface="思源黑体" panose="020B0400000000000000" pitchFamily="34" charset="-122"/>
                </a:rPr>
                <a:t>组件的权重</a:t>
              </a:r>
              <a:endParaRPr lang="zh-CN" altLang="zh-CN" dirty="0">
                <a:solidFill>
                  <a:srgbClr val="5C5C5C"/>
                </a:solidFill>
                <a:effectLst/>
                <a:latin typeface="思源黑体" panose="020B0400000000000000" pitchFamily="34" charset="-122"/>
                <a:ea typeface="思源黑体" panose="020B0400000000000000" pitchFamily="34" charset="-122"/>
                <a:cs typeface="宋体" panose="02010600030101010101" pitchFamily="2" charset="-122"/>
                <a:sym typeface="思源黑体" panose="020B0400000000000000" pitchFamily="34" charset="-122"/>
              </a:endParaRPr>
            </a:p>
            <a:p>
              <a:pPr marL="408940" marR="6350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tabLst>
                  <a:tab pos="180340" algn="l"/>
                  <a:tab pos="408940" algn="l"/>
                </a:tabLst>
              </a:pPr>
              <a:r>
                <a:rPr lang="en-US" altLang="zh-CN" i="1" dirty="0">
                  <a:solidFill>
                    <a:srgbClr val="808080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  </a:t>
              </a:r>
              <a:r>
                <a:rPr lang="en-US" altLang="zh-CN" dirty="0">
                  <a:solidFill>
                    <a:srgbClr val="00A99E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padding</a:t>
              </a:r>
              <a:r>
                <a:rPr lang="en-US" altLang="zh-CN" dirty="0">
                  <a:solidFill>
                    <a:srgbClr val="6C71C4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(</a:t>
              </a:r>
              <a:r>
                <a:rPr lang="en-US" altLang="zh-CN" dirty="0">
                  <a:solidFill>
                    <a:srgbClr val="11408E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value</a:t>
              </a:r>
              <a:r>
                <a:rPr lang="en-US" altLang="zh-CN" dirty="0">
                  <a:solidFill>
                    <a:srgbClr val="5C5C5C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: </a:t>
              </a:r>
              <a:r>
                <a:rPr lang="en-US" altLang="zh-CN" dirty="0">
                  <a:solidFill>
                    <a:srgbClr val="000080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Padding </a:t>
              </a:r>
              <a:r>
                <a:rPr lang="en-US" altLang="zh-CN" dirty="0">
                  <a:solidFill>
                    <a:srgbClr val="5C5C5C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| </a:t>
              </a:r>
              <a:r>
                <a:rPr lang="en-US" altLang="zh-CN" dirty="0">
                  <a:solidFill>
                    <a:srgbClr val="000080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Length</a:t>
              </a:r>
              <a:r>
                <a:rPr lang="en-US" altLang="zh-CN" dirty="0">
                  <a:solidFill>
                    <a:srgbClr val="6C71C4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)</a:t>
              </a:r>
              <a:r>
                <a:rPr lang="en-US" altLang="zh-CN" dirty="0">
                  <a:solidFill>
                    <a:srgbClr val="5C5C5C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: </a:t>
              </a:r>
              <a:r>
                <a:rPr lang="en-US" altLang="zh-CN" dirty="0">
                  <a:solidFill>
                    <a:srgbClr val="000080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T</a:t>
              </a:r>
              <a:r>
                <a:rPr lang="en-US" altLang="zh-CN" dirty="0">
                  <a:solidFill>
                    <a:srgbClr val="5C5C5C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;      </a:t>
              </a:r>
              <a:r>
                <a:rPr lang="en-US" altLang="zh-CN" i="1" dirty="0">
                  <a:solidFill>
                    <a:srgbClr val="808080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//</a:t>
              </a:r>
              <a:r>
                <a:rPr lang="zh-CN" altLang="zh-CN" i="1" dirty="0">
                  <a:solidFill>
                    <a:srgbClr val="808080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Courier New" panose="02070309020205020404" pitchFamily="49" charset="0"/>
                  <a:sym typeface="思源黑体" panose="020B0400000000000000" pitchFamily="34" charset="-122"/>
                </a:rPr>
                <a:t>组件的内边距</a:t>
              </a:r>
              <a:endParaRPr lang="zh-CN" altLang="zh-CN" dirty="0">
                <a:solidFill>
                  <a:srgbClr val="5C5C5C"/>
                </a:solidFill>
                <a:effectLst/>
                <a:latin typeface="思源黑体" panose="020B0400000000000000" pitchFamily="34" charset="-122"/>
                <a:ea typeface="思源黑体" panose="020B0400000000000000" pitchFamily="34" charset="-122"/>
                <a:cs typeface="宋体" panose="02010600030101010101" pitchFamily="2" charset="-122"/>
                <a:sym typeface="思源黑体" panose="020B0400000000000000" pitchFamily="34" charset="-122"/>
              </a:endParaRPr>
            </a:p>
            <a:p>
              <a:pPr marL="408940" marR="6350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tabLst>
                  <a:tab pos="180340" algn="l"/>
                  <a:tab pos="408940" algn="l"/>
                </a:tabLst>
              </a:pPr>
              <a:r>
                <a:rPr lang="en-US" altLang="zh-CN" i="1" dirty="0">
                  <a:solidFill>
                    <a:srgbClr val="808080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  </a:t>
              </a:r>
              <a:r>
                <a:rPr lang="en-US" altLang="zh-CN" dirty="0">
                  <a:solidFill>
                    <a:srgbClr val="00A99E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margin</a:t>
              </a:r>
              <a:r>
                <a:rPr lang="en-US" altLang="zh-CN" dirty="0">
                  <a:solidFill>
                    <a:srgbClr val="6C71C4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(</a:t>
              </a:r>
              <a:r>
                <a:rPr lang="en-US" altLang="zh-CN" dirty="0">
                  <a:solidFill>
                    <a:srgbClr val="11408E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value</a:t>
              </a:r>
              <a:r>
                <a:rPr lang="en-US" altLang="zh-CN" dirty="0">
                  <a:solidFill>
                    <a:srgbClr val="5C5C5C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: </a:t>
              </a:r>
              <a:r>
                <a:rPr lang="en-US" altLang="zh-CN" dirty="0">
                  <a:solidFill>
                    <a:srgbClr val="000080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Margin </a:t>
              </a:r>
              <a:r>
                <a:rPr lang="en-US" altLang="zh-CN" dirty="0">
                  <a:solidFill>
                    <a:srgbClr val="5C5C5C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| </a:t>
              </a:r>
              <a:r>
                <a:rPr lang="en-US" altLang="zh-CN" dirty="0">
                  <a:solidFill>
                    <a:srgbClr val="000080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Length</a:t>
              </a:r>
              <a:r>
                <a:rPr lang="en-US" altLang="zh-CN" dirty="0">
                  <a:solidFill>
                    <a:srgbClr val="6C71C4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)</a:t>
              </a:r>
              <a:r>
                <a:rPr lang="en-US" altLang="zh-CN" dirty="0">
                  <a:solidFill>
                    <a:srgbClr val="5C5C5C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: </a:t>
              </a:r>
              <a:r>
                <a:rPr lang="en-US" altLang="zh-CN" dirty="0">
                  <a:solidFill>
                    <a:srgbClr val="000080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T</a:t>
              </a:r>
              <a:r>
                <a:rPr lang="en-US" altLang="zh-CN" dirty="0">
                  <a:solidFill>
                    <a:srgbClr val="5C5C5C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;        </a:t>
              </a:r>
              <a:r>
                <a:rPr lang="en-US" altLang="zh-CN" i="1" dirty="0">
                  <a:solidFill>
                    <a:srgbClr val="808080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//</a:t>
              </a:r>
              <a:r>
                <a:rPr lang="zh-CN" altLang="zh-CN" i="1" dirty="0">
                  <a:solidFill>
                    <a:srgbClr val="808080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Courier New" panose="02070309020205020404" pitchFamily="49" charset="0"/>
                  <a:sym typeface="思源黑体" panose="020B0400000000000000" pitchFamily="34" charset="-122"/>
                </a:rPr>
                <a:t>组件的外边距</a:t>
              </a:r>
              <a:endParaRPr lang="zh-CN" altLang="zh-CN" dirty="0">
                <a:solidFill>
                  <a:srgbClr val="5C5C5C"/>
                </a:solidFill>
                <a:effectLst/>
                <a:latin typeface="思源黑体" panose="020B0400000000000000" pitchFamily="34" charset="-122"/>
                <a:ea typeface="思源黑体" panose="020B0400000000000000" pitchFamily="34" charset="-122"/>
                <a:cs typeface="宋体" panose="02010600030101010101" pitchFamily="2" charset="-122"/>
                <a:sym typeface="思源黑体" panose="020B0400000000000000" pitchFamily="34" charset="-122"/>
              </a:endParaRPr>
            </a:p>
            <a:p>
              <a:pPr marL="408940" marR="6350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tabLst>
                  <a:tab pos="180340" algn="l"/>
                  <a:tab pos="408940" algn="l"/>
                </a:tabLst>
              </a:pPr>
              <a:r>
                <a:rPr lang="en-US" altLang="zh-CN" i="1" dirty="0">
                  <a:solidFill>
                    <a:srgbClr val="808080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  </a:t>
              </a:r>
              <a:r>
                <a:rPr lang="en-US" altLang="zh-CN" dirty="0" err="1">
                  <a:solidFill>
                    <a:srgbClr val="00A99E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backgroundColor</a:t>
              </a:r>
              <a:r>
                <a:rPr lang="en-US" altLang="zh-CN" dirty="0">
                  <a:solidFill>
                    <a:srgbClr val="6C71C4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(</a:t>
              </a:r>
              <a:r>
                <a:rPr lang="en-US" altLang="zh-CN" dirty="0">
                  <a:solidFill>
                    <a:srgbClr val="11408E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value</a:t>
              </a:r>
              <a:r>
                <a:rPr lang="en-US" altLang="zh-CN" dirty="0">
                  <a:solidFill>
                    <a:srgbClr val="5C5C5C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: </a:t>
              </a:r>
              <a:r>
                <a:rPr lang="en-US" altLang="zh-CN" dirty="0" err="1">
                  <a:solidFill>
                    <a:srgbClr val="000080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ResourceColor</a:t>
              </a:r>
              <a:r>
                <a:rPr lang="en-US" altLang="zh-CN" dirty="0">
                  <a:solidFill>
                    <a:srgbClr val="6C71C4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)</a:t>
              </a:r>
              <a:r>
                <a:rPr lang="en-US" altLang="zh-CN" dirty="0">
                  <a:solidFill>
                    <a:srgbClr val="5C5C5C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: </a:t>
              </a:r>
              <a:r>
                <a:rPr lang="en-US" altLang="zh-CN" dirty="0">
                  <a:solidFill>
                    <a:srgbClr val="000080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T</a:t>
              </a:r>
              <a:r>
                <a:rPr lang="en-US" altLang="zh-CN" dirty="0">
                  <a:solidFill>
                    <a:srgbClr val="5C5C5C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; </a:t>
              </a:r>
              <a:r>
                <a:rPr lang="en-US" altLang="zh-CN" i="1" dirty="0">
                  <a:solidFill>
                    <a:srgbClr val="808080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//</a:t>
              </a:r>
              <a:r>
                <a:rPr lang="zh-CN" altLang="zh-CN" i="1" dirty="0">
                  <a:solidFill>
                    <a:srgbClr val="808080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Courier New" panose="02070309020205020404" pitchFamily="49" charset="0"/>
                  <a:sym typeface="思源黑体" panose="020B0400000000000000" pitchFamily="34" charset="-122"/>
                </a:rPr>
                <a:t>组件的背景色</a:t>
              </a:r>
              <a:endParaRPr lang="zh-CN" altLang="zh-CN" dirty="0">
                <a:solidFill>
                  <a:srgbClr val="5C5C5C"/>
                </a:solidFill>
                <a:effectLst/>
                <a:latin typeface="思源黑体" panose="020B0400000000000000" pitchFamily="34" charset="-122"/>
                <a:ea typeface="思源黑体" panose="020B0400000000000000" pitchFamily="34" charset="-122"/>
                <a:cs typeface="宋体" panose="02010600030101010101" pitchFamily="2" charset="-122"/>
                <a:sym typeface="思源黑体" panose="020B0400000000000000" pitchFamily="34" charset="-122"/>
              </a:endParaRPr>
            </a:p>
            <a:p>
              <a:pPr marL="408940" marR="6350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tabLst>
                  <a:tab pos="180340" algn="l"/>
                  <a:tab pos="408940" algn="l"/>
                </a:tabLst>
              </a:pPr>
              <a:r>
                <a:rPr lang="en-US" altLang="zh-CN" i="1" dirty="0">
                  <a:solidFill>
                    <a:srgbClr val="808080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  </a:t>
              </a:r>
              <a:r>
                <a:rPr lang="en-US" altLang="zh-CN" dirty="0" err="1">
                  <a:solidFill>
                    <a:srgbClr val="00A99E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onClick</a:t>
              </a:r>
              <a:r>
                <a:rPr lang="en-US" altLang="zh-CN" dirty="0">
                  <a:solidFill>
                    <a:srgbClr val="6C71C4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(</a:t>
              </a:r>
              <a:r>
                <a:rPr lang="en-US" altLang="zh-CN" dirty="0">
                  <a:solidFill>
                    <a:srgbClr val="11408E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event</a:t>
              </a:r>
              <a:r>
                <a:rPr lang="en-US" altLang="zh-CN" dirty="0">
                  <a:solidFill>
                    <a:srgbClr val="5C5C5C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: </a:t>
              </a:r>
              <a:r>
                <a:rPr lang="en-US" altLang="zh-CN" dirty="0">
                  <a:solidFill>
                    <a:srgbClr val="6C71C4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(</a:t>
              </a:r>
              <a:r>
                <a:rPr lang="en-US" altLang="zh-CN" dirty="0">
                  <a:solidFill>
                    <a:srgbClr val="11408E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event</a:t>
              </a:r>
              <a:r>
                <a:rPr lang="en-US" altLang="zh-CN" dirty="0">
                  <a:solidFill>
                    <a:srgbClr val="5C5C5C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?: </a:t>
              </a:r>
              <a:r>
                <a:rPr lang="en-US" altLang="zh-CN" dirty="0" err="1">
                  <a:solidFill>
                    <a:srgbClr val="000080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ClickEvent</a:t>
              </a:r>
              <a:r>
                <a:rPr lang="en-US" altLang="zh-CN" dirty="0">
                  <a:solidFill>
                    <a:srgbClr val="6C71C4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) </a:t>
              </a:r>
              <a:r>
                <a:rPr lang="en-US" altLang="zh-CN" dirty="0">
                  <a:solidFill>
                    <a:srgbClr val="5C5C5C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=&gt; </a:t>
              </a:r>
              <a:r>
                <a:rPr lang="en-US" altLang="zh-CN" dirty="0">
                  <a:solidFill>
                    <a:srgbClr val="000080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void</a:t>
              </a:r>
              <a:r>
                <a:rPr lang="en-US" altLang="zh-CN" dirty="0">
                  <a:solidFill>
                    <a:srgbClr val="6C71C4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)</a:t>
              </a:r>
              <a:r>
                <a:rPr lang="en-US" altLang="zh-CN" dirty="0">
                  <a:solidFill>
                    <a:srgbClr val="5C5C5C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: </a:t>
              </a:r>
              <a:r>
                <a:rPr lang="en-US" altLang="zh-CN" dirty="0">
                  <a:solidFill>
                    <a:srgbClr val="000080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T</a:t>
              </a:r>
              <a:r>
                <a:rPr lang="en-US" altLang="zh-CN" dirty="0">
                  <a:solidFill>
                    <a:srgbClr val="5C5C5C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;</a:t>
              </a:r>
              <a:r>
                <a:rPr lang="en-US" altLang="zh-CN" i="1" dirty="0">
                  <a:solidFill>
                    <a:srgbClr val="808080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//</a:t>
              </a:r>
              <a:r>
                <a:rPr lang="zh-CN" altLang="zh-CN" i="1" dirty="0">
                  <a:solidFill>
                    <a:srgbClr val="808080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Courier New" panose="02070309020205020404" pitchFamily="49" charset="0"/>
                  <a:sym typeface="思源黑体" panose="020B0400000000000000" pitchFamily="34" charset="-122"/>
                </a:rPr>
                <a:t>组件的点击事件</a:t>
              </a:r>
              <a:endParaRPr lang="zh-CN" altLang="zh-CN" dirty="0">
                <a:solidFill>
                  <a:srgbClr val="5C5C5C"/>
                </a:solidFill>
                <a:effectLst/>
                <a:latin typeface="思源黑体" panose="020B0400000000000000" pitchFamily="34" charset="-122"/>
                <a:ea typeface="思源黑体" panose="020B0400000000000000" pitchFamily="34" charset="-122"/>
                <a:cs typeface="宋体" panose="02010600030101010101" pitchFamily="2" charset="-122"/>
                <a:sym typeface="思源黑体" panose="020B0400000000000000" pitchFamily="34" charset="-122"/>
              </a:endParaRPr>
            </a:p>
            <a:p>
              <a:pPr marL="408940" marR="6350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tabLst>
                  <a:tab pos="180340" algn="l"/>
                  <a:tab pos="408940" algn="l"/>
                </a:tabLst>
              </a:pPr>
              <a:r>
                <a:rPr lang="en-US" altLang="zh-CN" i="1" dirty="0">
                  <a:solidFill>
                    <a:srgbClr val="808080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  </a:t>
              </a:r>
              <a:r>
                <a:rPr lang="en-US" altLang="zh-CN" dirty="0">
                  <a:solidFill>
                    <a:srgbClr val="5C5C5C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...</a:t>
              </a:r>
              <a:endParaRPr lang="zh-CN" altLang="zh-CN" dirty="0">
                <a:solidFill>
                  <a:srgbClr val="5C5C5C"/>
                </a:solidFill>
                <a:effectLst/>
                <a:latin typeface="思源黑体" panose="020B0400000000000000" pitchFamily="34" charset="-122"/>
                <a:ea typeface="思源黑体" panose="020B0400000000000000" pitchFamily="34" charset="-122"/>
                <a:cs typeface="宋体" panose="02010600030101010101" pitchFamily="2" charset="-122"/>
                <a:sym typeface="思源黑体" panose="020B0400000000000000" pitchFamily="34" charset="-122"/>
              </a:endParaRPr>
            </a:p>
            <a:p>
              <a:pPr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kern="100" dirty="0">
                  <a:solidFill>
                    <a:srgbClr val="E986CD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sym typeface="思源黑体" panose="020B0400000000000000" pitchFamily="34" charset="-122"/>
                </a:rPr>
                <a:t>}</a:t>
              </a:r>
              <a:endParaRPr lang="en-US" altLang="zh-CN" sz="2135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" panose="020B0400000000000000" pitchFamily="34" charset="-122"/>
                <a:ea typeface="思源黑体" panose="020B0400000000000000" pitchFamily="34" charset="-122"/>
                <a:cs typeface="思源黑体 Regular" panose="020B0500000000000000" charset="-122"/>
                <a:sym typeface="思源黑体" panose="020B0400000000000000" pitchFamily="34" charset="-122"/>
              </a:endParaRPr>
            </a:p>
            <a:p>
              <a:pPr indent="26670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</a:pPr>
              <a:endParaRPr lang="zh-CN" altLang="en-US" sz="2135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" panose="020B0400000000000000" pitchFamily="34" charset="-122"/>
                <a:ea typeface="思源黑体" panose="020B0400000000000000" pitchFamily="34" charset="-122"/>
                <a:cs typeface="思源黑体 Regular" panose="020B0500000000000000" charset="-122"/>
                <a:sym typeface="思源黑体" panose="020B0400000000000000" pitchFamily="34" charset="-122"/>
              </a:endParaRPr>
            </a:p>
          </p:txBody>
        </p:sp>
        <p:grpSp>
          <p:nvGrpSpPr>
            <p:cNvPr id="9" name="组合 8"/>
            <p:cNvGrpSpPr/>
            <p:nvPr/>
          </p:nvGrpSpPr>
          <p:grpSpPr>
            <a:xfrm>
              <a:off x="714041" y="1017719"/>
              <a:ext cx="8444498" cy="4377505"/>
              <a:chOff x="899813" y="1419623"/>
              <a:chExt cx="8444498" cy="4377505"/>
            </a:xfrm>
          </p:grpSpPr>
          <p:sp>
            <p:nvSpPr>
              <p:cNvPr id="10" name="圆角矩形 3"/>
              <p:cNvSpPr/>
              <p:nvPr/>
            </p:nvSpPr>
            <p:spPr>
              <a:xfrm>
                <a:off x="899813" y="1428232"/>
                <a:ext cx="3504616" cy="415290"/>
              </a:xfrm>
              <a:prstGeom prst="roundRect">
                <a:avLst>
                  <a:gd name="adj" fmla="val 50000"/>
                </a:avLst>
              </a:prstGeom>
              <a:solidFill>
                <a:srgbClr val="566CD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20000"/>
                  </a:lnSpc>
                </a:pPr>
                <a:endParaRPr lang="zh-CN" altLang="en-US" sz="3200">
                  <a:latin typeface="思源黑体" panose="020B0400000000000000" pitchFamily="34" charset="-122"/>
                  <a:ea typeface="思源黑体" panose="020B0400000000000000" pitchFamily="34" charset="-122"/>
                  <a:sym typeface="思源黑体" panose="020B0400000000000000" pitchFamily="34" charset="-122"/>
                </a:endParaRPr>
              </a:p>
            </p:txBody>
          </p:sp>
          <p:sp>
            <p:nvSpPr>
              <p:cNvPr id="11" name="圆角矩形 54"/>
              <p:cNvSpPr/>
              <p:nvPr/>
            </p:nvSpPr>
            <p:spPr>
              <a:xfrm>
                <a:off x="992980" y="1647190"/>
                <a:ext cx="8351331" cy="4149938"/>
              </a:xfrm>
              <a:prstGeom prst="roundRect">
                <a:avLst>
                  <a:gd name="adj" fmla="val 7188"/>
                </a:avLst>
              </a:prstGeom>
              <a:noFill/>
              <a:ln>
                <a:solidFill>
                  <a:srgbClr val="566CD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20000"/>
                  </a:lnSpc>
                </a:pPr>
                <a:endParaRPr lang="zh-CN" altLang="en-US" sz="3200">
                  <a:latin typeface="思源黑体" panose="020B0400000000000000" pitchFamily="34" charset="-122"/>
                  <a:ea typeface="思源黑体" panose="020B0400000000000000" pitchFamily="34" charset="-122"/>
                  <a:sym typeface="思源黑体" panose="020B0400000000000000" pitchFamily="34" charset="-122"/>
                </a:endParaRPr>
              </a:p>
            </p:txBody>
          </p:sp>
          <p:sp>
            <p:nvSpPr>
              <p:cNvPr id="12" name="Text2"/>
              <p:cNvSpPr txBox="1"/>
              <p:nvPr/>
            </p:nvSpPr>
            <p:spPr>
              <a:xfrm>
                <a:off x="1124164" y="1419623"/>
                <a:ext cx="3245938" cy="391634"/>
              </a:xfrm>
              <a:prstGeom prst="rect">
                <a:avLst/>
              </a:prstGeom>
              <a:noFill/>
            </p:spPr>
            <p:txBody>
              <a:bodyPr wrap="square" rtlCol="0"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indent="0" fontAlgn="auto">
                  <a:lnSpc>
                    <a:spcPct val="120000"/>
                  </a:lnSpc>
                </a:pPr>
                <a:r>
                  <a:rPr lang="zh-CN" altLang="en-US" sz="3200" b="1">
                    <a:solidFill>
                      <a:schemeClr val="bg1"/>
                    </a:solidFill>
                    <a:latin typeface="思源黑体" panose="020B0400000000000000" pitchFamily="34" charset="-122"/>
                    <a:ea typeface="思源黑体" panose="020B0400000000000000" pitchFamily="34" charset="-122"/>
                    <a:cs typeface="思源黑体 CN Heavy" panose="020B0A00000000000000" charset="-122"/>
                    <a:sym typeface="思源黑体" panose="020B0400000000000000" pitchFamily="34" charset="-122"/>
                  </a:rPr>
                  <a:t>组件常用的公共属性</a:t>
                </a:r>
                <a:endParaRPr lang="en-US" altLang="zh-CN" sz="3200" b="1">
                  <a:solidFill>
                    <a:schemeClr val="accent1"/>
                  </a:solidFill>
                  <a:latin typeface="思源黑体" panose="020B0400000000000000" pitchFamily="34" charset="-122"/>
                  <a:ea typeface="思源黑体" panose="020B0400000000000000" pitchFamily="34" charset="-122"/>
                  <a:cs typeface="思源黑体 CN Heavy" panose="020B0A00000000000000" charset="-122"/>
                  <a:sym typeface="思源黑体" panose="020B0400000000000000" pitchFamily="34" charset="-122"/>
                </a:endParaRPr>
              </a:p>
            </p:txBody>
          </p:sp>
        </p:grpSp>
      </p:grpSp>
    </p:spTree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872337" y="162961"/>
            <a:ext cx="10635893" cy="7880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4265" b="1">
                <a:solidFill>
                  <a:srgbClr val="566CD3"/>
                </a:solidFill>
                <a:latin typeface="思源黑体" panose="020B0400000000000000" pitchFamily="34" charset="-122"/>
                <a:ea typeface="思源黑体" panose="020B0400000000000000" pitchFamily="34" charset="-122"/>
                <a:cs typeface="思源黑体 Bold" panose="020B0800000000000000" charset="-122"/>
                <a:sym typeface="思源黑体" panose="020B0400000000000000" pitchFamily="34" charset="-122"/>
              </a:rPr>
              <a:t>ArkTS</a:t>
            </a:r>
            <a:r>
              <a:rPr lang="zh-CN" altLang="en-US" sz="4265" b="1">
                <a:solidFill>
                  <a:srgbClr val="566CD3"/>
                </a:solidFill>
                <a:latin typeface="思源黑体" panose="020B0400000000000000" pitchFamily="34" charset="-122"/>
                <a:ea typeface="思源黑体" panose="020B0400000000000000" pitchFamily="34" charset="-122"/>
                <a:cs typeface="思源黑体 Bold" panose="020B0800000000000000" charset="-122"/>
                <a:sym typeface="思源黑体" panose="020B0400000000000000" pitchFamily="34" charset="-122"/>
              </a:rPr>
              <a:t>声明式</a:t>
            </a:r>
            <a:r>
              <a:rPr lang="en-US" altLang="zh-CN" sz="4265" b="1">
                <a:solidFill>
                  <a:srgbClr val="566CD3"/>
                </a:solidFill>
                <a:latin typeface="思源黑体" panose="020B0400000000000000" pitchFamily="34" charset="-122"/>
                <a:ea typeface="思源黑体" panose="020B0400000000000000" pitchFamily="34" charset="-122"/>
                <a:cs typeface="思源黑体 Bold" panose="020B0800000000000000" charset="-122"/>
                <a:sym typeface="思源黑体" panose="020B0400000000000000" pitchFamily="34" charset="-122"/>
              </a:rPr>
              <a:t>UI</a:t>
            </a:r>
            <a:r>
              <a:rPr lang="zh-CN" altLang="en-US" sz="4265" b="1">
                <a:solidFill>
                  <a:srgbClr val="566CD3"/>
                </a:solidFill>
                <a:latin typeface="思源黑体" panose="020B0400000000000000" pitchFamily="34" charset="-122"/>
                <a:ea typeface="思源黑体" panose="020B0400000000000000" pitchFamily="34" charset="-122"/>
                <a:cs typeface="思源黑体 Bold" panose="020B0800000000000000" charset="-122"/>
                <a:sym typeface="思源黑体" panose="020B0400000000000000" pitchFamily="34" charset="-122"/>
              </a:rPr>
              <a:t>的用法</a:t>
            </a:r>
          </a:p>
        </p:txBody>
      </p:sp>
      <p:grpSp>
        <p:nvGrpSpPr>
          <p:cNvPr id="7" name="组合 6"/>
          <p:cNvGrpSpPr/>
          <p:nvPr/>
        </p:nvGrpSpPr>
        <p:grpSpPr>
          <a:xfrm>
            <a:off x="168680" y="1030199"/>
            <a:ext cx="11339549" cy="4887985"/>
            <a:chOff x="714041" y="1017719"/>
            <a:chExt cx="8444498" cy="3776344"/>
          </a:xfrm>
        </p:grpSpPr>
        <p:sp>
          <p:nvSpPr>
            <p:cNvPr id="8" name="文本框 7"/>
            <p:cNvSpPr txBox="1"/>
            <p:nvPr/>
          </p:nvSpPr>
          <p:spPr>
            <a:xfrm>
              <a:off x="838191" y="1450227"/>
              <a:ext cx="7823392" cy="3343836"/>
            </a:xfrm>
            <a:prstGeom prst="rect">
              <a:avLst/>
            </a:prstGeom>
            <a:noFill/>
          </p:spPr>
          <p:txBody>
            <a:bodyPr wrap="square" lIns="91397" tIns="45699" rIns="91397" bIns="45699" rtlCol="0">
              <a:spAutoFit/>
            </a:bodyPr>
            <a:lstStyle/>
            <a:p>
              <a:pPr indent="26670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135"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在</a:t>
              </a:r>
              <a:r>
                <a:rPr lang="en-US" altLang="zh-CN" sz="2135"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ArkTS</a:t>
              </a:r>
              <a:r>
                <a:rPr lang="zh-CN" altLang="en-US" sz="2135"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中，有的组件是容器组件，可以包含其他子组件。</a:t>
              </a:r>
              <a:r>
                <a:rPr lang="en-US" altLang="zh-CN" sz="2135"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Column</a:t>
              </a:r>
              <a:r>
                <a:rPr lang="zh-CN" altLang="en-US" sz="2135"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就是一个容器组件，如果容器组件需要配置子组件时，则需在尾随闭包</a:t>
              </a:r>
              <a:r>
                <a:rPr lang="en-US" altLang="zh-CN" sz="2135"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“{…}”</a:t>
              </a:r>
              <a:r>
                <a:rPr lang="zh-CN" altLang="en-US" sz="2135"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中为组件添加子组件的</a:t>
              </a:r>
              <a:r>
                <a:rPr lang="en-US" altLang="zh-CN" sz="2135"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UI</a:t>
              </a:r>
              <a:r>
                <a:rPr lang="zh-CN" altLang="en-US" sz="2135"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描述。</a:t>
              </a:r>
              <a:endParaRPr lang="en-US" altLang="zh-CN" sz="2135">
                <a:effectLst/>
                <a:latin typeface="思源黑体" panose="020B0400000000000000" pitchFamily="34" charset="-122"/>
                <a:ea typeface="思源黑体" panose="020B0400000000000000" pitchFamily="34" charset="-122"/>
                <a:cs typeface="宋体" panose="02010600030101010101" pitchFamily="2" charset="-122"/>
                <a:sym typeface="思源黑体" panose="020B0400000000000000" pitchFamily="34" charset="-122"/>
              </a:endParaRPr>
            </a:p>
            <a:p>
              <a:pPr marL="408940" marR="6350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tabLst>
                  <a:tab pos="180340" algn="l"/>
                  <a:tab pos="408940" algn="l"/>
                </a:tabLst>
              </a:pPr>
              <a:r>
                <a:rPr lang="en-US" altLang="zh-CN">
                  <a:solidFill>
                    <a:srgbClr val="00A99E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Column</a:t>
              </a:r>
              <a:r>
                <a:rPr lang="en-US" altLang="zh-CN">
                  <a:solidFill>
                    <a:srgbClr val="6C71C4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(</a:t>
              </a:r>
              <a:r>
                <a:rPr lang="en-US" altLang="zh-CN">
                  <a:solidFill>
                    <a:srgbClr val="E986CD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{</a:t>
              </a:r>
              <a:r>
                <a:rPr lang="en-US" altLang="zh-CN">
                  <a:solidFill>
                    <a:srgbClr val="11408E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space</a:t>
              </a:r>
              <a:r>
                <a:rPr lang="en-US" altLang="zh-CN">
                  <a:solidFill>
                    <a:srgbClr val="859801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:</a:t>
              </a:r>
              <a:r>
                <a:rPr lang="en-US" altLang="zh-CN">
                  <a:solidFill>
                    <a:srgbClr val="FF9170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20</a:t>
              </a:r>
              <a:r>
                <a:rPr lang="en-US" altLang="zh-CN">
                  <a:solidFill>
                    <a:srgbClr val="E986CD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}</a:t>
              </a:r>
              <a:r>
                <a:rPr lang="en-US" altLang="zh-CN">
                  <a:solidFill>
                    <a:srgbClr val="6C71C4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) </a:t>
              </a:r>
              <a:r>
                <a:rPr lang="en-US" altLang="zh-CN">
                  <a:solidFill>
                    <a:srgbClr val="E986CD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{  </a:t>
              </a:r>
              <a:r>
                <a:rPr lang="en-US" altLang="zh-CN" i="1">
                  <a:solidFill>
                    <a:srgbClr val="5C5C5C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//</a:t>
              </a:r>
              <a:r>
                <a:rPr lang="zh-CN" altLang="zh-CN" i="1">
                  <a:solidFill>
                    <a:srgbClr val="5C5C5C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Courier New" panose="02070309020205020404" pitchFamily="49" charset="0"/>
                  <a:sym typeface="思源黑体" panose="020B0400000000000000" pitchFamily="34" charset="-122"/>
                </a:rPr>
                <a:t>有参</a:t>
              </a:r>
              <a:r>
                <a:rPr lang="en-US" altLang="zh-CN" i="1">
                  <a:solidFill>
                    <a:srgbClr val="5C5C5C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,</a:t>
              </a:r>
              <a:r>
                <a:rPr lang="zh-CN" altLang="zh-CN" i="1">
                  <a:solidFill>
                    <a:srgbClr val="5C5C5C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Courier New" panose="02070309020205020404" pitchFamily="49" charset="0"/>
                  <a:sym typeface="思源黑体" panose="020B0400000000000000" pitchFamily="34" charset="-122"/>
                </a:rPr>
                <a:t>参数用</a:t>
              </a:r>
              <a:r>
                <a:rPr lang="en-US" altLang="zh-CN" i="1">
                  <a:solidFill>
                    <a:srgbClr val="5C5C5C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number</a:t>
              </a:r>
              <a:r>
                <a:rPr lang="zh-CN" altLang="zh-CN" i="1">
                  <a:solidFill>
                    <a:srgbClr val="5C5C5C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Courier New" panose="02070309020205020404" pitchFamily="49" charset="0"/>
                  <a:sym typeface="思源黑体" panose="020B0400000000000000" pitchFamily="34" charset="-122"/>
                </a:rPr>
                <a:t>类型描述</a:t>
              </a:r>
              <a:endParaRPr lang="zh-CN" altLang="zh-CN">
                <a:solidFill>
                  <a:srgbClr val="5C5C5C"/>
                </a:solidFill>
                <a:effectLst/>
                <a:latin typeface="思源黑体" panose="020B0400000000000000" pitchFamily="34" charset="-122"/>
                <a:ea typeface="思源黑体" panose="020B0400000000000000" pitchFamily="34" charset="-122"/>
                <a:cs typeface="宋体" panose="02010600030101010101" pitchFamily="2" charset="-122"/>
                <a:sym typeface="思源黑体" panose="020B0400000000000000" pitchFamily="34" charset="-122"/>
              </a:endParaRPr>
            </a:p>
            <a:p>
              <a:pPr marL="408940" marR="6350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tabLst>
                  <a:tab pos="180340" algn="l"/>
                  <a:tab pos="408940" algn="l"/>
                </a:tabLst>
              </a:pPr>
              <a:r>
                <a:rPr lang="en-US" altLang="zh-CN" i="1">
                  <a:solidFill>
                    <a:srgbClr val="5C5C5C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  </a:t>
              </a:r>
              <a:r>
                <a:rPr lang="en-US" altLang="zh-CN">
                  <a:solidFill>
                    <a:srgbClr val="00A99E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Text</a:t>
              </a:r>
              <a:r>
                <a:rPr lang="en-US" altLang="zh-CN">
                  <a:solidFill>
                    <a:srgbClr val="6C71C4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(</a:t>
              </a:r>
              <a:r>
                <a:rPr lang="en-US" altLang="zh-CN">
                  <a:solidFill>
                    <a:srgbClr val="653170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'</a:t>
              </a:r>
              <a:r>
                <a:rPr lang="zh-CN" altLang="zh-CN">
                  <a:solidFill>
                    <a:srgbClr val="653170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Courier New" panose="02070309020205020404" pitchFamily="49" charset="0"/>
                  <a:sym typeface="思源黑体" panose="020B0400000000000000" pitchFamily="34" charset="-122"/>
                </a:rPr>
                <a:t>跳转</a:t>
              </a:r>
              <a:r>
                <a:rPr lang="en-US" altLang="zh-CN">
                  <a:solidFill>
                    <a:srgbClr val="653170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'</a:t>
              </a:r>
              <a:r>
                <a:rPr lang="en-US" altLang="zh-CN">
                  <a:solidFill>
                    <a:srgbClr val="6C71C4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)     </a:t>
              </a:r>
              <a:r>
                <a:rPr lang="en-US" altLang="zh-CN" i="1">
                  <a:solidFill>
                    <a:srgbClr val="5C5C5C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//</a:t>
              </a:r>
              <a:r>
                <a:rPr lang="zh-CN" altLang="zh-CN" i="1">
                  <a:solidFill>
                    <a:srgbClr val="5C5C5C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Courier New" panose="02070309020205020404" pitchFamily="49" charset="0"/>
                  <a:sym typeface="思源黑体" panose="020B0400000000000000" pitchFamily="34" charset="-122"/>
                </a:rPr>
                <a:t>子组件</a:t>
              </a:r>
              <a:endParaRPr lang="zh-CN" altLang="zh-CN">
                <a:solidFill>
                  <a:srgbClr val="5C5C5C"/>
                </a:solidFill>
                <a:effectLst/>
                <a:latin typeface="思源黑体" panose="020B0400000000000000" pitchFamily="34" charset="-122"/>
                <a:ea typeface="思源黑体" panose="020B0400000000000000" pitchFamily="34" charset="-122"/>
                <a:cs typeface="宋体" panose="02010600030101010101" pitchFamily="2" charset="-122"/>
                <a:sym typeface="思源黑体" panose="020B0400000000000000" pitchFamily="34" charset="-122"/>
              </a:endParaRPr>
            </a:p>
            <a:p>
              <a:pPr marL="408940" marR="6350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tabLst>
                  <a:tab pos="180340" algn="l"/>
                  <a:tab pos="408940" algn="l"/>
                </a:tabLst>
              </a:pPr>
              <a:r>
                <a:rPr lang="en-US" altLang="zh-CN" i="1">
                  <a:solidFill>
                    <a:srgbClr val="5C5C5C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    </a:t>
              </a:r>
              <a:r>
                <a:rPr lang="en-US" altLang="zh-CN">
                  <a:solidFill>
                    <a:srgbClr val="859801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...</a:t>
              </a:r>
              <a:endParaRPr lang="zh-CN" altLang="zh-CN">
                <a:solidFill>
                  <a:srgbClr val="5C5C5C"/>
                </a:solidFill>
                <a:effectLst/>
                <a:latin typeface="思源黑体" panose="020B0400000000000000" pitchFamily="34" charset="-122"/>
                <a:ea typeface="思源黑体" panose="020B0400000000000000" pitchFamily="34" charset="-122"/>
                <a:cs typeface="宋体" panose="02010600030101010101" pitchFamily="2" charset="-122"/>
                <a:sym typeface="思源黑体" panose="020B0400000000000000" pitchFamily="34" charset="-122"/>
              </a:endParaRPr>
            </a:p>
            <a:p>
              <a:pPr marL="408940" marR="6350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tabLst>
                  <a:tab pos="180340" algn="l"/>
                  <a:tab pos="408940" algn="l"/>
                </a:tabLst>
              </a:pPr>
              <a:r>
                <a:rPr lang="en-US" altLang="zh-CN">
                  <a:solidFill>
                    <a:srgbClr val="E986CD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}</a:t>
              </a:r>
              <a:endParaRPr lang="zh-CN" altLang="zh-CN">
                <a:solidFill>
                  <a:srgbClr val="5C5C5C"/>
                </a:solidFill>
                <a:effectLst/>
                <a:latin typeface="思源黑体" panose="020B0400000000000000" pitchFamily="34" charset="-122"/>
                <a:ea typeface="思源黑体" panose="020B0400000000000000" pitchFamily="34" charset="-122"/>
                <a:cs typeface="宋体" panose="02010600030101010101" pitchFamily="2" charset="-122"/>
                <a:sym typeface="思源黑体" panose="020B0400000000000000" pitchFamily="34" charset="-122"/>
              </a:endParaRPr>
            </a:p>
            <a:p>
              <a:pPr marL="408940" marR="6350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tabLst>
                  <a:tab pos="180340" algn="l"/>
                  <a:tab pos="408940" algn="l"/>
                </a:tabLst>
              </a:pPr>
              <a:endParaRPr lang="zh-CN" altLang="zh-CN">
                <a:solidFill>
                  <a:srgbClr val="5C5C5C"/>
                </a:solidFill>
                <a:effectLst/>
                <a:latin typeface="思源黑体" panose="020B0400000000000000" pitchFamily="34" charset="-122"/>
                <a:ea typeface="思源黑体" panose="020B0400000000000000" pitchFamily="34" charset="-122"/>
                <a:cs typeface="宋体" panose="02010600030101010101" pitchFamily="2" charset="-122"/>
                <a:sym typeface="思源黑体" panose="020B0400000000000000" pitchFamily="34" charset="-122"/>
              </a:endParaRPr>
            </a:p>
            <a:p>
              <a:pPr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kern="100">
                  <a:solidFill>
                    <a:srgbClr val="E986CD"/>
                  </a:solidFill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sym typeface="思源黑体" panose="020B0400000000000000" pitchFamily="34" charset="-122"/>
                </a:rPr>
                <a:t>}</a:t>
              </a:r>
              <a:endParaRPr lang="en-US" altLang="zh-CN" sz="2135">
                <a:solidFill>
                  <a:schemeClr val="tx1">
                    <a:lumMod val="65000"/>
                    <a:lumOff val="35000"/>
                  </a:schemeClr>
                </a:solidFill>
                <a:latin typeface="思源黑体" panose="020B0400000000000000" pitchFamily="34" charset="-122"/>
                <a:ea typeface="思源黑体" panose="020B0400000000000000" pitchFamily="34" charset="-122"/>
                <a:cs typeface="思源黑体 Regular" panose="020B0500000000000000" charset="-122"/>
                <a:sym typeface="思源黑体" panose="020B0400000000000000" pitchFamily="34" charset="-122"/>
              </a:endParaRPr>
            </a:p>
            <a:p>
              <a:pPr indent="26670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</a:pPr>
              <a:endParaRPr lang="zh-CN" altLang="en-US" sz="2135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" panose="020B0400000000000000" pitchFamily="34" charset="-122"/>
                <a:ea typeface="思源黑体" panose="020B0400000000000000" pitchFamily="34" charset="-122"/>
                <a:cs typeface="思源黑体 Regular" panose="020B0500000000000000" charset="-122"/>
                <a:sym typeface="思源黑体" panose="020B0400000000000000" pitchFamily="34" charset="-122"/>
              </a:endParaRPr>
            </a:p>
          </p:txBody>
        </p:sp>
        <p:grpSp>
          <p:nvGrpSpPr>
            <p:cNvPr id="9" name="组合 8"/>
            <p:cNvGrpSpPr/>
            <p:nvPr/>
          </p:nvGrpSpPr>
          <p:grpSpPr>
            <a:xfrm>
              <a:off x="714041" y="1017719"/>
              <a:ext cx="8444498" cy="3502432"/>
              <a:chOff x="899813" y="1419623"/>
              <a:chExt cx="8444498" cy="3502432"/>
            </a:xfrm>
          </p:grpSpPr>
          <p:sp>
            <p:nvSpPr>
              <p:cNvPr id="10" name="圆角矩形 3"/>
              <p:cNvSpPr/>
              <p:nvPr/>
            </p:nvSpPr>
            <p:spPr>
              <a:xfrm>
                <a:off x="899813" y="1428232"/>
                <a:ext cx="3504616" cy="415290"/>
              </a:xfrm>
              <a:prstGeom prst="roundRect">
                <a:avLst>
                  <a:gd name="adj" fmla="val 50000"/>
                </a:avLst>
              </a:prstGeom>
              <a:solidFill>
                <a:srgbClr val="566CD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20000"/>
                  </a:lnSpc>
                </a:pPr>
                <a:endParaRPr lang="zh-CN" altLang="en-US" sz="3200">
                  <a:latin typeface="思源黑体" panose="020B0400000000000000" pitchFamily="34" charset="-122"/>
                  <a:ea typeface="思源黑体" panose="020B0400000000000000" pitchFamily="34" charset="-122"/>
                  <a:sym typeface="思源黑体" panose="020B0400000000000000" pitchFamily="34" charset="-122"/>
                </a:endParaRPr>
              </a:p>
            </p:txBody>
          </p:sp>
          <p:sp>
            <p:nvSpPr>
              <p:cNvPr id="11" name="圆角矩形 54"/>
              <p:cNvSpPr/>
              <p:nvPr/>
            </p:nvSpPr>
            <p:spPr>
              <a:xfrm>
                <a:off x="992980" y="1647190"/>
                <a:ext cx="8351331" cy="3274865"/>
              </a:xfrm>
              <a:prstGeom prst="roundRect">
                <a:avLst>
                  <a:gd name="adj" fmla="val 7188"/>
                </a:avLst>
              </a:prstGeom>
              <a:noFill/>
              <a:ln>
                <a:solidFill>
                  <a:srgbClr val="566CD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20000"/>
                  </a:lnSpc>
                </a:pPr>
                <a:endParaRPr lang="zh-CN" altLang="en-US" sz="3200">
                  <a:latin typeface="思源黑体" panose="020B0400000000000000" pitchFamily="34" charset="-122"/>
                  <a:ea typeface="思源黑体" panose="020B0400000000000000" pitchFamily="34" charset="-122"/>
                  <a:sym typeface="思源黑体" panose="020B0400000000000000" pitchFamily="34" charset="-122"/>
                </a:endParaRPr>
              </a:p>
            </p:txBody>
          </p:sp>
          <p:sp>
            <p:nvSpPr>
              <p:cNvPr id="12" name="Text2"/>
              <p:cNvSpPr txBox="1"/>
              <p:nvPr/>
            </p:nvSpPr>
            <p:spPr>
              <a:xfrm>
                <a:off x="1124164" y="1419623"/>
                <a:ext cx="3245938" cy="391634"/>
              </a:xfrm>
              <a:prstGeom prst="rect">
                <a:avLst/>
              </a:prstGeom>
              <a:noFill/>
            </p:spPr>
            <p:txBody>
              <a:bodyPr wrap="square" rtlCol="0"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indent="0" fontAlgn="auto">
                  <a:lnSpc>
                    <a:spcPct val="120000"/>
                  </a:lnSpc>
                </a:pPr>
                <a:r>
                  <a:rPr lang="zh-CN" altLang="en-US" sz="3200" b="1">
                    <a:solidFill>
                      <a:schemeClr val="bg1"/>
                    </a:solidFill>
                    <a:latin typeface="思源黑体" panose="020B0400000000000000" pitchFamily="34" charset="-122"/>
                    <a:ea typeface="思源黑体" panose="020B0400000000000000" pitchFamily="34" charset="-122"/>
                    <a:cs typeface="思源黑体 CN Heavy" panose="020B0A00000000000000" charset="-122"/>
                    <a:sym typeface="思源黑体" panose="020B0400000000000000" pitchFamily="34" charset="-122"/>
                  </a:rPr>
                  <a:t>配置子组件</a:t>
                </a:r>
                <a:endParaRPr lang="en-US" altLang="zh-CN" sz="3200" b="1">
                  <a:solidFill>
                    <a:schemeClr val="accent1"/>
                  </a:solidFill>
                  <a:latin typeface="思源黑体" panose="020B0400000000000000" pitchFamily="34" charset="-122"/>
                  <a:ea typeface="思源黑体" panose="020B0400000000000000" pitchFamily="34" charset="-122"/>
                  <a:cs typeface="思源黑体 CN Heavy" panose="020B0A00000000000000" charset="-122"/>
                  <a:sym typeface="思源黑体" panose="020B0400000000000000" pitchFamily="34" charset="-122"/>
                </a:endParaRPr>
              </a:p>
            </p:txBody>
          </p:sp>
        </p:grpSp>
      </p:grpSp>
    </p:spTree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872337" y="162961"/>
            <a:ext cx="10635893" cy="7880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4265" b="1">
                <a:solidFill>
                  <a:srgbClr val="566CD3"/>
                </a:solidFill>
                <a:latin typeface="思源黑体" panose="020B0400000000000000" pitchFamily="34" charset="-122"/>
                <a:ea typeface="思源黑体" panose="020B0400000000000000" pitchFamily="34" charset="-122"/>
                <a:cs typeface="思源黑体 Bold" panose="020B0800000000000000" charset="-122"/>
                <a:sym typeface="思源黑体" panose="020B0400000000000000" pitchFamily="34" charset="-122"/>
              </a:rPr>
              <a:t>ArkTS</a:t>
            </a:r>
            <a:r>
              <a:rPr lang="zh-CN" altLang="en-US" sz="4265" b="1">
                <a:solidFill>
                  <a:srgbClr val="566CD3"/>
                </a:solidFill>
                <a:latin typeface="思源黑体" panose="020B0400000000000000" pitchFamily="34" charset="-122"/>
                <a:ea typeface="思源黑体" panose="020B0400000000000000" pitchFamily="34" charset="-122"/>
                <a:cs typeface="思源黑体 Bold" panose="020B0800000000000000" charset="-122"/>
                <a:sym typeface="思源黑体" panose="020B0400000000000000" pitchFamily="34" charset="-122"/>
              </a:rPr>
              <a:t>声明式</a:t>
            </a:r>
            <a:r>
              <a:rPr lang="en-US" altLang="zh-CN" sz="4265" b="1">
                <a:solidFill>
                  <a:srgbClr val="566CD3"/>
                </a:solidFill>
                <a:latin typeface="思源黑体" panose="020B0400000000000000" pitchFamily="34" charset="-122"/>
                <a:ea typeface="思源黑体" panose="020B0400000000000000" pitchFamily="34" charset="-122"/>
                <a:cs typeface="思源黑体 Bold" panose="020B0800000000000000" charset="-122"/>
                <a:sym typeface="思源黑体" panose="020B0400000000000000" pitchFamily="34" charset="-122"/>
              </a:rPr>
              <a:t>UI</a:t>
            </a:r>
            <a:r>
              <a:rPr lang="zh-CN" altLang="en-US" sz="4265" b="1">
                <a:solidFill>
                  <a:srgbClr val="566CD3"/>
                </a:solidFill>
                <a:latin typeface="思源黑体" panose="020B0400000000000000" pitchFamily="34" charset="-122"/>
                <a:ea typeface="思源黑体" panose="020B0400000000000000" pitchFamily="34" charset="-122"/>
                <a:cs typeface="思源黑体 Bold" panose="020B0800000000000000" charset="-122"/>
                <a:sym typeface="思源黑体" panose="020B0400000000000000" pitchFamily="34" charset="-122"/>
              </a:rPr>
              <a:t>的用法</a:t>
            </a:r>
          </a:p>
        </p:txBody>
      </p:sp>
      <p:grpSp>
        <p:nvGrpSpPr>
          <p:cNvPr id="7" name="组合 6"/>
          <p:cNvGrpSpPr/>
          <p:nvPr/>
        </p:nvGrpSpPr>
        <p:grpSpPr>
          <a:xfrm>
            <a:off x="520509" y="959189"/>
            <a:ext cx="9894331" cy="1893956"/>
            <a:chOff x="714041" y="1017719"/>
            <a:chExt cx="8444498" cy="1365218"/>
          </a:xfrm>
        </p:grpSpPr>
        <p:sp>
          <p:nvSpPr>
            <p:cNvPr id="8" name="文本框 7"/>
            <p:cNvSpPr txBox="1"/>
            <p:nvPr/>
          </p:nvSpPr>
          <p:spPr>
            <a:xfrm>
              <a:off x="838191" y="1450227"/>
              <a:ext cx="7823392" cy="919114"/>
            </a:xfrm>
            <a:prstGeom prst="rect">
              <a:avLst/>
            </a:prstGeom>
            <a:noFill/>
          </p:spPr>
          <p:txBody>
            <a:bodyPr wrap="square" lIns="91397" tIns="45699" rIns="91397" bIns="45699" rtlCol="0">
              <a:spAutoFit/>
            </a:bodyPr>
            <a:lstStyle/>
            <a:p>
              <a:pPr indent="266700">
                <a:lnSpc>
                  <a:spcPct val="120000"/>
                </a:lnSpc>
              </a:pPr>
              <a:r>
                <a:rPr lang="zh-CN" altLang="en-US" sz="2135"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点击事件是组件的公共属性，每个组件都可以处理点击事件。事件方法以“</a:t>
              </a:r>
              <a:r>
                <a:rPr lang="en-US" altLang="zh-CN" sz="2135"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.”</a:t>
              </a:r>
              <a:r>
                <a:rPr lang="zh-CN" altLang="en-US" sz="2135"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链式调用的方式配置系统组件支持的事件。</a:t>
              </a:r>
              <a:endParaRPr lang="en-US" altLang="zh-CN" sz="2135">
                <a:effectLst/>
                <a:latin typeface="思源黑体" panose="020B0400000000000000" pitchFamily="34" charset="-122"/>
                <a:ea typeface="思源黑体" panose="020B0400000000000000" pitchFamily="34" charset="-122"/>
                <a:cs typeface="宋体" panose="02010600030101010101" pitchFamily="2" charset="-122"/>
                <a:sym typeface="思源黑体" panose="020B0400000000000000" pitchFamily="34" charset="-122"/>
              </a:endParaRPr>
            </a:p>
            <a:p>
              <a:pPr indent="266700">
                <a:lnSpc>
                  <a:spcPct val="120000"/>
                </a:lnSpc>
              </a:pPr>
              <a:endParaRPr lang="zh-CN" altLang="en-US" sz="2135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" panose="020B0400000000000000" pitchFamily="34" charset="-122"/>
                <a:ea typeface="思源黑体" panose="020B0400000000000000" pitchFamily="34" charset="-122"/>
                <a:cs typeface="思源黑体 Regular" panose="020B0500000000000000" charset="-122"/>
                <a:sym typeface="思源黑体" panose="020B0400000000000000" pitchFamily="34" charset="-122"/>
              </a:endParaRPr>
            </a:p>
          </p:txBody>
        </p:sp>
        <p:grpSp>
          <p:nvGrpSpPr>
            <p:cNvPr id="9" name="组合 8"/>
            <p:cNvGrpSpPr/>
            <p:nvPr/>
          </p:nvGrpSpPr>
          <p:grpSpPr>
            <a:xfrm>
              <a:off x="714041" y="1017719"/>
              <a:ext cx="8444498" cy="1365218"/>
              <a:chOff x="899813" y="1419623"/>
              <a:chExt cx="8444498" cy="1365218"/>
            </a:xfrm>
          </p:grpSpPr>
          <p:sp>
            <p:nvSpPr>
              <p:cNvPr id="10" name="圆角矩形 3"/>
              <p:cNvSpPr/>
              <p:nvPr/>
            </p:nvSpPr>
            <p:spPr>
              <a:xfrm>
                <a:off x="899813" y="1428232"/>
                <a:ext cx="3504616" cy="415290"/>
              </a:xfrm>
              <a:prstGeom prst="roundRect">
                <a:avLst>
                  <a:gd name="adj" fmla="val 50000"/>
                </a:avLst>
              </a:prstGeom>
              <a:solidFill>
                <a:srgbClr val="566CD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20000"/>
                  </a:lnSpc>
                </a:pPr>
                <a:endParaRPr lang="zh-CN" altLang="en-US" sz="3200">
                  <a:latin typeface="思源黑体" panose="020B0400000000000000" pitchFamily="34" charset="-122"/>
                  <a:ea typeface="思源黑体" panose="020B0400000000000000" pitchFamily="34" charset="-122"/>
                  <a:sym typeface="思源黑体" panose="020B0400000000000000" pitchFamily="34" charset="-122"/>
                </a:endParaRPr>
              </a:p>
            </p:txBody>
          </p:sp>
          <p:sp>
            <p:nvSpPr>
              <p:cNvPr id="11" name="圆角矩形 54"/>
              <p:cNvSpPr/>
              <p:nvPr/>
            </p:nvSpPr>
            <p:spPr>
              <a:xfrm>
                <a:off x="899813" y="1647190"/>
                <a:ext cx="8444498" cy="1137651"/>
              </a:xfrm>
              <a:prstGeom prst="roundRect">
                <a:avLst>
                  <a:gd name="adj" fmla="val 7188"/>
                </a:avLst>
              </a:prstGeom>
              <a:noFill/>
              <a:ln>
                <a:solidFill>
                  <a:srgbClr val="566CD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20000"/>
                  </a:lnSpc>
                </a:pPr>
                <a:endParaRPr lang="zh-CN" altLang="en-US" sz="3200">
                  <a:latin typeface="思源黑体" panose="020B0400000000000000" pitchFamily="34" charset="-122"/>
                  <a:ea typeface="思源黑体" panose="020B0400000000000000" pitchFamily="34" charset="-122"/>
                  <a:sym typeface="思源黑体" panose="020B0400000000000000" pitchFamily="34" charset="-122"/>
                </a:endParaRPr>
              </a:p>
            </p:txBody>
          </p:sp>
          <p:sp>
            <p:nvSpPr>
              <p:cNvPr id="12" name="Text2"/>
              <p:cNvSpPr txBox="1"/>
              <p:nvPr/>
            </p:nvSpPr>
            <p:spPr>
              <a:xfrm>
                <a:off x="1124164" y="1419623"/>
                <a:ext cx="3245938" cy="391634"/>
              </a:xfrm>
              <a:prstGeom prst="rect">
                <a:avLst/>
              </a:prstGeom>
              <a:noFill/>
            </p:spPr>
            <p:txBody>
              <a:bodyPr wrap="square" rtlCol="0"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indent="0" fontAlgn="auto">
                  <a:lnSpc>
                    <a:spcPct val="120000"/>
                  </a:lnSpc>
                </a:pPr>
                <a:r>
                  <a:rPr lang="zh-CN" altLang="en-US" sz="3200" b="1">
                    <a:solidFill>
                      <a:schemeClr val="bg1"/>
                    </a:solidFill>
                    <a:latin typeface="思源黑体" panose="020B0400000000000000" pitchFamily="34" charset="-122"/>
                    <a:ea typeface="思源黑体" panose="020B0400000000000000" pitchFamily="34" charset="-122"/>
                    <a:cs typeface="思源黑体 CN Heavy" panose="020B0A00000000000000" charset="-122"/>
                    <a:sym typeface="思源黑体" panose="020B0400000000000000" pitchFamily="34" charset="-122"/>
                  </a:rPr>
                  <a:t>组件的点击事件</a:t>
                </a:r>
                <a:endParaRPr lang="en-US" altLang="zh-CN" sz="3200" b="1">
                  <a:solidFill>
                    <a:schemeClr val="accent1"/>
                  </a:solidFill>
                  <a:latin typeface="思源黑体" panose="020B0400000000000000" pitchFamily="34" charset="-122"/>
                  <a:ea typeface="思源黑体" panose="020B0400000000000000" pitchFamily="34" charset="-122"/>
                  <a:cs typeface="思源黑体 CN Heavy" panose="020B0A00000000000000" charset="-122"/>
                  <a:sym typeface="思源黑体" panose="020B0400000000000000" pitchFamily="34" charset="-122"/>
                </a:endParaRPr>
              </a:p>
            </p:txBody>
          </p:sp>
        </p:grpSp>
      </p:grp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0210" y="3176905"/>
            <a:ext cx="11236325" cy="3529330"/>
          </a:xfrm>
          <a:prstGeom prst="rect">
            <a:avLst/>
          </a:prstGeom>
        </p:spPr>
      </p:pic>
    </p:spTree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椭圆 10"/>
          <p:cNvSpPr/>
          <p:nvPr/>
        </p:nvSpPr>
        <p:spPr>
          <a:xfrm>
            <a:off x="1653917" y="2782118"/>
            <a:ext cx="1247792" cy="1247792"/>
          </a:xfrm>
          <a:prstGeom prst="ellipse">
            <a:avLst/>
          </a:prstGeom>
          <a:solidFill>
            <a:srgbClr val="566CD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lang="zh-CN" altLang="en-US" sz="3200" dirty="0">
              <a:latin typeface="思源黑体" panose="020B0400000000000000" pitchFamily="34" charset="-122"/>
              <a:ea typeface="思源黑体" panose="020B0400000000000000" pitchFamily="34" charset="-122"/>
              <a:cs typeface="Bebas" charset="0"/>
              <a:sym typeface="思源黑体" panose="020B0400000000000000" pitchFamily="34" charset="-122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4007014" y="3069546"/>
            <a:ext cx="5706398" cy="6400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3465">
                <a:solidFill>
                  <a:srgbClr val="566CD3"/>
                </a:solidFill>
                <a:latin typeface="思源黑体" panose="020B0400000000000000" pitchFamily="34" charset="-122"/>
                <a:ea typeface="思源黑体" panose="020B0400000000000000" pitchFamily="34" charset="-122"/>
                <a:cs typeface="思源黑体 Bold" panose="020B0800000000000000" charset="-122"/>
                <a:sym typeface="思源黑体" panose="020B0400000000000000" pitchFamily="34" charset="-122"/>
              </a:rPr>
              <a:t>ArkTS</a:t>
            </a:r>
            <a:r>
              <a:rPr lang="zh-CN" altLang="en-US" sz="3465">
                <a:solidFill>
                  <a:srgbClr val="566CD3"/>
                </a:solidFill>
                <a:latin typeface="思源黑体" panose="020B0400000000000000" pitchFamily="34" charset="-122"/>
                <a:ea typeface="思源黑体" panose="020B0400000000000000" pitchFamily="34" charset="-122"/>
                <a:cs typeface="思源黑体 Bold" panose="020B0800000000000000" charset="-122"/>
                <a:sym typeface="思源黑体" panose="020B0400000000000000" pitchFamily="34" charset="-122"/>
              </a:rPr>
              <a:t>中的尺寸单位</a:t>
            </a:r>
          </a:p>
        </p:txBody>
      </p:sp>
      <p:sp>
        <p:nvSpPr>
          <p:cNvPr id="4" name="文本框 3"/>
          <p:cNvSpPr txBox="1"/>
          <p:nvPr>
            <p:custDataLst>
              <p:tags r:id="rId1"/>
            </p:custDataLst>
          </p:nvPr>
        </p:nvSpPr>
        <p:spPr>
          <a:xfrm>
            <a:off x="1558257" y="2782039"/>
            <a:ext cx="1343790" cy="1247805"/>
          </a:xfrm>
          <a:prstGeom prst="rect">
            <a:avLst/>
          </a:prstGeom>
          <a:noFill/>
        </p:spPr>
        <p:txBody>
          <a:bodyPr wrap="square" lIns="86683" tIns="43341" rIns="86683" bIns="43341" rtlCol="0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5865" b="1">
                <a:solidFill>
                  <a:schemeClr val="bg1"/>
                </a:solidFill>
                <a:latin typeface="思源黑体" panose="020B0400000000000000" pitchFamily="34" charset="-122"/>
                <a:ea typeface="思源黑体" panose="020B0400000000000000" pitchFamily="34" charset="-122"/>
                <a:cs typeface="思源黑体 Regular" panose="020B0500000000000000" charset="-122"/>
                <a:sym typeface="思源黑体" panose="020B0400000000000000" pitchFamily="34" charset="-122"/>
              </a:rPr>
              <a:t>03</a:t>
            </a:r>
            <a:endParaRPr lang="en-US" altLang="zh-CN" sz="5865" b="1" dirty="0">
              <a:solidFill>
                <a:schemeClr val="bg1"/>
              </a:solidFill>
              <a:latin typeface="思源黑体" panose="020B0400000000000000" pitchFamily="34" charset="-122"/>
              <a:ea typeface="思源黑体" panose="020B0400000000000000" pitchFamily="34" charset="-122"/>
              <a:cs typeface="思源黑体 Regular" panose="020B0500000000000000" charset="-122"/>
              <a:sym typeface="思源黑体" panose="020B0400000000000000" pitchFamily="34" charset="-122"/>
            </a:endParaRPr>
          </a:p>
        </p:txBody>
      </p:sp>
    </p:spTree>
  </p:cSld>
  <p:clrMapOvr>
    <a:masterClrMapping/>
  </p:clrMapOvr>
  <p:transition spd="slow">
    <p:random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872337" y="162961"/>
            <a:ext cx="10635893" cy="7880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4265" b="1">
                <a:solidFill>
                  <a:srgbClr val="566CD3"/>
                </a:solidFill>
                <a:latin typeface="思源黑体" panose="020B0400000000000000" pitchFamily="34" charset="-122"/>
                <a:ea typeface="思源黑体" panose="020B0400000000000000" pitchFamily="34" charset="-122"/>
                <a:cs typeface="思源黑体 Bold" panose="020B0800000000000000" charset="-122"/>
                <a:sym typeface="思源黑体" panose="020B0400000000000000" pitchFamily="34" charset="-122"/>
              </a:rPr>
              <a:t>ArkTS</a:t>
            </a:r>
            <a:r>
              <a:rPr lang="zh-CN" altLang="en-US" sz="4265" b="1">
                <a:solidFill>
                  <a:srgbClr val="566CD3"/>
                </a:solidFill>
                <a:latin typeface="思源黑体" panose="020B0400000000000000" pitchFamily="34" charset="-122"/>
                <a:ea typeface="思源黑体" panose="020B0400000000000000" pitchFamily="34" charset="-122"/>
                <a:cs typeface="思源黑体 Bold" panose="020B0800000000000000" charset="-122"/>
                <a:sym typeface="思源黑体" panose="020B0400000000000000" pitchFamily="34" charset="-122"/>
              </a:rPr>
              <a:t>中的尺寸单位</a:t>
            </a:r>
          </a:p>
        </p:txBody>
      </p:sp>
      <p:grpSp>
        <p:nvGrpSpPr>
          <p:cNvPr id="7" name="组合 6"/>
          <p:cNvGrpSpPr/>
          <p:nvPr/>
        </p:nvGrpSpPr>
        <p:grpSpPr>
          <a:xfrm>
            <a:off x="638860" y="1055693"/>
            <a:ext cx="9894331" cy="1893956"/>
            <a:chOff x="714041" y="1017719"/>
            <a:chExt cx="8444498" cy="1365218"/>
          </a:xfrm>
        </p:grpSpPr>
        <p:sp>
          <p:nvSpPr>
            <p:cNvPr id="8" name="文本框 7"/>
            <p:cNvSpPr txBox="1"/>
            <p:nvPr/>
          </p:nvSpPr>
          <p:spPr>
            <a:xfrm>
              <a:off x="838191" y="1450227"/>
              <a:ext cx="7823392" cy="634409"/>
            </a:xfrm>
            <a:prstGeom prst="rect">
              <a:avLst/>
            </a:prstGeom>
            <a:noFill/>
          </p:spPr>
          <p:txBody>
            <a:bodyPr wrap="square" lIns="91397" tIns="45699" rIns="91397" bIns="45699" rtlCol="0">
              <a:spAutoFit/>
            </a:bodyPr>
            <a:lstStyle/>
            <a:p>
              <a:pPr indent="266700">
                <a:lnSpc>
                  <a:spcPct val="120000"/>
                </a:lnSpc>
              </a:pPr>
              <a:r>
                <a:rPr lang="zh-CN" altLang="en-US" sz="2135"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从组件的公共属性可以看到，宽度、高度、大小等尺寸单位用</a:t>
              </a:r>
              <a:r>
                <a:rPr lang="en-US" altLang="zh-CN" sz="2135"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Length</a:t>
              </a:r>
              <a:r>
                <a:rPr lang="zh-CN" altLang="en-US" sz="2135"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类描述。</a:t>
              </a:r>
              <a:endParaRPr lang="zh-CN" altLang="en-US" sz="2135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" panose="020B0400000000000000" pitchFamily="34" charset="-122"/>
                <a:ea typeface="思源黑体" panose="020B0400000000000000" pitchFamily="34" charset="-122"/>
                <a:cs typeface="思源黑体 Regular" panose="020B0500000000000000" charset="-122"/>
                <a:sym typeface="思源黑体" panose="020B0400000000000000" pitchFamily="34" charset="-122"/>
              </a:endParaRPr>
            </a:p>
          </p:txBody>
        </p:sp>
        <p:grpSp>
          <p:nvGrpSpPr>
            <p:cNvPr id="9" name="组合 8"/>
            <p:cNvGrpSpPr/>
            <p:nvPr/>
          </p:nvGrpSpPr>
          <p:grpSpPr>
            <a:xfrm>
              <a:off x="714041" y="1017719"/>
              <a:ext cx="8444498" cy="1365218"/>
              <a:chOff x="899813" y="1419623"/>
              <a:chExt cx="8444498" cy="1365218"/>
            </a:xfrm>
          </p:grpSpPr>
          <p:sp>
            <p:nvSpPr>
              <p:cNvPr id="10" name="圆角矩形 3"/>
              <p:cNvSpPr/>
              <p:nvPr/>
            </p:nvSpPr>
            <p:spPr>
              <a:xfrm>
                <a:off x="899813" y="1428232"/>
                <a:ext cx="3504616" cy="415290"/>
              </a:xfrm>
              <a:prstGeom prst="roundRect">
                <a:avLst>
                  <a:gd name="adj" fmla="val 50000"/>
                </a:avLst>
              </a:prstGeom>
              <a:solidFill>
                <a:srgbClr val="566CD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20000"/>
                  </a:lnSpc>
                </a:pPr>
                <a:endParaRPr lang="zh-CN" altLang="en-US" sz="3200">
                  <a:latin typeface="思源黑体" panose="020B0400000000000000" pitchFamily="34" charset="-122"/>
                  <a:ea typeface="思源黑体" panose="020B0400000000000000" pitchFamily="34" charset="-122"/>
                  <a:sym typeface="思源黑体" panose="020B0400000000000000" pitchFamily="34" charset="-122"/>
                </a:endParaRPr>
              </a:p>
            </p:txBody>
          </p:sp>
          <p:sp>
            <p:nvSpPr>
              <p:cNvPr id="11" name="圆角矩形 54"/>
              <p:cNvSpPr/>
              <p:nvPr/>
            </p:nvSpPr>
            <p:spPr>
              <a:xfrm>
                <a:off x="899813" y="1647190"/>
                <a:ext cx="8444498" cy="1137651"/>
              </a:xfrm>
              <a:prstGeom prst="roundRect">
                <a:avLst>
                  <a:gd name="adj" fmla="val 7188"/>
                </a:avLst>
              </a:prstGeom>
              <a:noFill/>
              <a:ln>
                <a:solidFill>
                  <a:srgbClr val="566CD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20000"/>
                  </a:lnSpc>
                </a:pPr>
                <a:endParaRPr lang="zh-CN" altLang="en-US" sz="3200">
                  <a:latin typeface="思源黑体" panose="020B0400000000000000" pitchFamily="34" charset="-122"/>
                  <a:ea typeface="思源黑体" panose="020B0400000000000000" pitchFamily="34" charset="-122"/>
                  <a:sym typeface="思源黑体" panose="020B0400000000000000" pitchFamily="34" charset="-122"/>
                </a:endParaRPr>
              </a:p>
            </p:txBody>
          </p:sp>
          <p:sp>
            <p:nvSpPr>
              <p:cNvPr id="12" name="Text2"/>
              <p:cNvSpPr txBox="1"/>
              <p:nvPr/>
            </p:nvSpPr>
            <p:spPr>
              <a:xfrm>
                <a:off x="1124164" y="1419623"/>
                <a:ext cx="3245938" cy="391634"/>
              </a:xfrm>
              <a:prstGeom prst="rect">
                <a:avLst/>
              </a:prstGeom>
              <a:noFill/>
            </p:spPr>
            <p:txBody>
              <a:bodyPr wrap="square" rtlCol="0"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indent="0" fontAlgn="auto">
                  <a:lnSpc>
                    <a:spcPct val="120000"/>
                  </a:lnSpc>
                </a:pPr>
                <a:r>
                  <a:rPr lang="en-US" altLang="zh-CN" sz="3200" b="1">
                    <a:solidFill>
                      <a:schemeClr val="bg1"/>
                    </a:solidFill>
                    <a:latin typeface="思源黑体" panose="020B0400000000000000" pitchFamily="34" charset="-122"/>
                    <a:ea typeface="思源黑体" panose="020B0400000000000000" pitchFamily="34" charset="-122"/>
                    <a:cs typeface="思源黑体 CN Heavy" panose="020B0A00000000000000" charset="-122"/>
                    <a:sym typeface="思源黑体" panose="020B0400000000000000" pitchFamily="34" charset="-122"/>
                  </a:rPr>
                  <a:t>Length</a:t>
                </a:r>
                <a:r>
                  <a:rPr lang="zh-CN" altLang="en-US" sz="3200" b="1">
                    <a:solidFill>
                      <a:schemeClr val="bg1"/>
                    </a:solidFill>
                    <a:latin typeface="思源黑体" panose="020B0400000000000000" pitchFamily="34" charset="-122"/>
                    <a:ea typeface="思源黑体" panose="020B0400000000000000" pitchFamily="34" charset="-122"/>
                    <a:cs typeface="思源黑体 CN Heavy" panose="020B0A00000000000000" charset="-122"/>
                    <a:sym typeface="思源黑体" panose="020B0400000000000000" pitchFamily="34" charset="-122"/>
                  </a:rPr>
                  <a:t>类</a:t>
                </a:r>
                <a:endParaRPr lang="en-US" altLang="zh-CN" sz="3200" b="1">
                  <a:solidFill>
                    <a:schemeClr val="accent1"/>
                  </a:solidFill>
                  <a:latin typeface="思源黑体" panose="020B0400000000000000" pitchFamily="34" charset="-122"/>
                  <a:ea typeface="思源黑体" panose="020B0400000000000000" pitchFamily="34" charset="-122"/>
                  <a:cs typeface="思源黑体 CN Heavy" panose="020B0A00000000000000" charset="-122"/>
                  <a:sym typeface="思源黑体" panose="020B0400000000000000" pitchFamily="34" charset="-122"/>
                </a:endParaRPr>
              </a:p>
            </p:txBody>
          </p:sp>
        </p:grpSp>
      </p:grpSp>
      <p:graphicFrame>
        <p:nvGraphicFramePr>
          <p:cNvPr id="14" name="表格 13"/>
          <p:cNvGraphicFramePr>
            <a:graphicFrameLocks noGrp="1"/>
          </p:cNvGraphicFramePr>
          <p:nvPr/>
        </p:nvGraphicFramePr>
        <p:xfrm>
          <a:off x="687594" y="3313446"/>
          <a:ext cx="9893935" cy="2376170"/>
        </p:xfrm>
        <a:graphic>
          <a:graphicData uri="http://schemas.openxmlformats.org/drawingml/2006/table">
            <a:tbl>
              <a:tblPr firstRow="1" firstCol="1" bandRow="1">
                <a:tableStyleId>{B301B821-A1FF-4177-AEE7-76D212191A09}</a:tableStyleId>
              </a:tblPr>
              <a:tblGrid>
                <a:gridCol w="1704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73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156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28320">
                <a:tc>
                  <a:txBody>
                    <a:bodyPr/>
                    <a:lstStyle/>
                    <a:p>
                      <a:pPr marL="0" indent="127000" algn="ctr" defTabSz="914400" rtl="0" eaLnBrk="1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2135" b="1" kern="0">
                          <a:solidFill>
                            <a:schemeClr val="lt1"/>
                          </a:solidFill>
                          <a:effectLst/>
                          <a:latin typeface="思源黑体" panose="020B0400000000000000" pitchFamily="34" charset="-122"/>
                          <a:ea typeface="思源黑体" panose="020B0400000000000000" pitchFamily="34" charset="-122"/>
                          <a:cs typeface="+mn-cs"/>
                          <a:sym typeface="思源黑体" panose="020B0400000000000000" pitchFamily="34" charset="-122"/>
                        </a:rPr>
                        <a:t>名称</a:t>
                      </a:r>
                    </a:p>
                  </a:txBody>
                  <a:tcPr marL="23702" marR="23702" marT="0" marB="0">
                    <a:solidFill>
                      <a:srgbClr val="4F67C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127000" algn="ctr" defTabSz="914400" rtl="0" eaLnBrk="1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2135" b="1" kern="0">
                          <a:solidFill>
                            <a:schemeClr val="lt1"/>
                          </a:solidFill>
                          <a:effectLst/>
                          <a:latin typeface="思源黑体" panose="020B0400000000000000" pitchFamily="34" charset="-122"/>
                          <a:ea typeface="思源黑体" panose="020B0400000000000000" pitchFamily="34" charset="-122"/>
                          <a:cs typeface="+mn-cs"/>
                          <a:sym typeface="思源黑体" panose="020B0400000000000000" pitchFamily="34" charset="-122"/>
                        </a:rPr>
                        <a:t>类型定义</a:t>
                      </a:r>
                    </a:p>
                  </a:txBody>
                  <a:tcPr marL="23702" marR="23702" marT="0" marB="0">
                    <a:solidFill>
                      <a:srgbClr val="4F67C3"/>
                    </a:solidFill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2135" kern="0">
                          <a:effectLst/>
                          <a:latin typeface="思源黑体" panose="020B0400000000000000" pitchFamily="34" charset="-122"/>
                          <a:ea typeface="思源黑体" panose="020B0400000000000000" pitchFamily="34" charset="-122"/>
                          <a:sym typeface="思源黑体" panose="020B0400000000000000" pitchFamily="34" charset="-122"/>
                        </a:rPr>
                        <a:t>描述</a:t>
                      </a:r>
                      <a:endParaRPr lang="zh-CN" sz="2135" kern="100">
                        <a:effectLst/>
                        <a:latin typeface="思源黑体" panose="020B0400000000000000" pitchFamily="34" charset="-122"/>
                        <a:ea typeface="思源黑体" panose="020B0400000000000000" pitchFamily="34" charset="-122"/>
                        <a:sym typeface="思源黑体" panose="020B0400000000000000" pitchFamily="34" charset="-122"/>
                      </a:endParaRPr>
                    </a:p>
                  </a:txBody>
                  <a:tcPr marL="23702" marR="23702" marT="0" marB="0" anchor="ctr">
                    <a:solidFill>
                      <a:srgbClr val="4F67C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47850">
                <a:tc>
                  <a:txBody>
                    <a:bodyPr/>
                    <a:lstStyle/>
                    <a:p>
                      <a:pPr marL="266700" indent="12700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135" kern="100">
                          <a:effectLst/>
                          <a:latin typeface="思源黑体" panose="020B0400000000000000" pitchFamily="34" charset="-122"/>
                          <a:ea typeface="思源黑体" panose="020B0400000000000000" pitchFamily="34" charset="-122"/>
                          <a:sym typeface="思源黑体" panose="020B0400000000000000" pitchFamily="34" charset="-122"/>
                        </a:rPr>
                        <a:t>Length</a:t>
                      </a:r>
                      <a:endParaRPr lang="zh-CN" sz="2135" kern="100">
                        <a:effectLst/>
                        <a:latin typeface="思源黑体" panose="020B0400000000000000" pitchFamily="34" charset="-122"/>
                        <a:ea typeface="思源黑体" panose="020B0400000000000000" pitchFamily="34" charset="-122"/>
                        <a:sym typeface="思源黑体" panose="020B0400000000000000" pitchFamily="34" charset="-122"/>
                      </a:endParaRPr>
                    </a:p>
                  </a:txBody>
                  <a:tcPr marL="23702" marR="23702" marT="0" marB="0" anchor="ctr"/>
                </a:tc>
                <a:tc>
                  <a:txBody>
                    <a:bodyPr/>
                    <a:lstStyle/>
                    <a:p>
                      <a:pPr indent="12700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135" kern="100">
                          <a:effectLst/>
                          <a:latin typeface="思源黑体" panose="020B0400000000000000" pitchFamily="34" charset="-122"/>
                          <a:ea typeface="思源黑体" panose="020B0400000000000000" pitchFamily="34" charset="-122"/>
                          <a:sym typeface="思源黑体" panose="020B0400000000000000" pitchFamily="34" charset="-122"/>
                        </a:rPr>
                        <a:t>string|number</a:t>
                      </a:r>
                      <a:endParaRPr lang="zh-CN" sz="2135" kern="100">
                        <a:effectLst/>
                        <a:latin typeface="思源黑体" panose="020B0400000000000000" pitchFamily="34" charset="-122"/>
                        <a:ea typeface="思源黑体" panose="020B0400000000000000" pitchFamily="34" charset="-122"/>
                        <a:sym typeface="思源黑体" panose="020B0400000000000000" pitchFamily="34" charset="-122"/>
                      </a:endParaRPr>
                    </a:p>
                  </a:txBody>
                  <a:tcPr marL="23702" marR="23702" marT="0" marB="0" anchor="ctr"/>
                </a:tc>
                <a:tc>
                  <a:txBody>
                    <a:bodyPr/>
                    <a:lstStyle/>
                    <a:p>
                      <a:pPr indent="12700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2135" kern="100">
                          <a:effectLst/>
                          <a:latin typeface="思源黑体" panose="020B0400000000000000" pitchFamily="34" charset="-122"/>
                          <a:ea typeface="思源黑体" panose="020B0400000000000000" pitchFamily="34" charset="-122"/>
                          <a:sym typeface="思源黑体" panose="020B0400000000000000" pitchFamily="34" charset="-122"/>
                        </a:rPr>
                        <a:t>用于描述尺寸单位，输入为</a:t>
                      </a:r>
                      <a:r>
                        <a:rPr lang="en-US" sz="2135" kern="100">
                          <a:effectLst/>
                          <a:latin typeface="思源黑体" panose="020B0400000000000000" pitchFamily="34" charset="-122"/>
                          <a:ea typeface="思源黑体" panose="020B0400000000000000" pitchFamily="34" charset="-122"/>
                          <a:sym typeface="思源黑体" panose="020B0400000000000000" pitchFamily="34" charset="-122"/>
                        </a:rPr>
                        <a:t>number</a:t>
                      </a:r>
                      <a:r>
                        <a:rPr lang="zh-CN" sz="2135" kern="100">
                          <a:effectLst/>
                          <a:latin typeface="思源黑体" panose="020B0400000000000000" pitchFamily="34" charset="-122"/>
                          <a:ea typeface="思源黑体" panose="020B0400000000000000" pitchFamily="34" charset="-122"/>
                          <a:sym typeface="思源黑体" panose="020B0400000000000000" pitchFamily="34" charset="-122"/>
                        </a:rPr>
                        <a:t>类型时，使用</a:t>
                      </a:r>
                      <a:r>
                        <a:rPr lang="en-US" sz="2135" kern="100">
                          <a:effectLst/>
                          <a:latin typeface="思源黑体" panose="020B0400000000000000" pitchFamily="34" charset="-122"/>
                          <a:ea typeface="思源黑体" panose="020B0400000000000000" pitchFamily="34" charset="-122"/>
                          <a:sym typeface="思源黑体" panose="020B0400000000000000" pitchFamily="34" charset="-122"/>
                        </a:rPr>
                        <a:t>vp</a:t>
                      </a:r>
                      <a:r>
                        <a:rPr lang="zh-CN" sz="2135" kern="100">
                          <a:effectLst/>
                          <a:latin typeface="思源黑体" panose="020B0400000000000000" pitchFamily="34" charset="-122"/>
                          <a:ea typeface="思源黑体" panose="020B0400000000000000" pitchFamily="34" charset="-122"/>
                          <a:sym typeface="思源黑体" panose="020B0400000000000000" pitchFamily="34" charset="-122"/>
                        </a:rPr>
                        <a:t>单位；输入为</a:t>
                      </a:r>
                      <a:r>
                        <a:rPr lang="en-US" sz="2135" kern="100">
                          <a:effectLst/>
                          <a:latin typeface="思源黑体" panose="020B0400000000000000" pitchFamily="34" charset="-122"/>
                          <a:ea typeface="思源黑体" panose="020B0400000000000000" pitchFamily="34" charset="-122"/>
                          <a:sym typeface="思源黑体" panose="020B0400000000000000" pitchFamily="34" charset="-122"/>
                        </a:rPr>
                        <a:t>string</a:t>
                      </a:r>
                      <a:r>
                        <a:rPr lang="zh-CN" sz="2135" kern="100">
                          <a:effectLst/>
                          <a:latin typeface="思源黑体" panose="020B0400000000000000" pitchFamily="34" charset="-122"/>
                          <a:ea typeface="思源黑体" panose="020B0400000000000000" pitchFamily="34" charset="-122"/>
                          <a:sym typeface="思源黑体" panose="020B0400000000000000" pitchFamily="34" charset="-122"/>
                        </a:rPr>
                        <a:t>类型时，需要显式指定像素单位，如</a:t>
                      </a:r>
                      <a:r>
                        <a:rPr lang="en-US" sz="2135" kern="100">
                          <a:effectLst/>
                          <a:latin typeface="思源黑体" panose="020B0400000000000000" pitchFamily="34" charset="-122"/>
                          <a:ea typeface="思源黑体" panose="020B0400000000000000" pitchFamily="34" charset="-122"/>
                          <a:sym typeface="思源黑体" panose="020B0400000000000000" pitchFamily="34" charset="-122"/>
                        </a:rPr>
                        <a:t>’20px’</a:t>
                      </a:r>
                      <a:r>
                        <a:rPr lang="zh-CN" sz="2135" kern="100">
                          <a:effectLst/>
                          <a:latin typeface="思源黑体" panose="020B0400000000000000" pitchFamily="34" charset="-122"/>
                          <a:ea typeface="思源黑体" panose="020B0400000000000000" pitchFamily="34" charset="-122"/>
                          <a:sym typeface="思源黑体" panose="020B0400000000000000" pitchFamily="34" charset="-122"/>
                        </a:rPr>
                        <a:t>，也可设置百分比字符串，如</a:t>
                      </a:r>
                      <a:r>
                        <a:rPr lang="en-US" sz="2135" kern="100">
                          <a:effectLst/>
                          <a:latin typeface="思源黑体" panose="020B0400000000000000" pitchFamily="34" charset="-122"/>
                          <a:ea typeface="思源黑体" panose="020B0400000000000000" pitchFamily="34" charset="-122"/>
                          <a:sym typeface="思源黑体" panose="020B0400000000000000" pitchFamily="34" charset="-122"/>
                        </a:rPr>
                        <a:t>’90%’</a:t>
                      </a:r>
                      <a:r>
                        <a:rPr lang="zh-CN" sz="2135" kern="100">
                          <a:effectLst/>
                          <a:latin typeface="思源黑体" panose="020B0400000000000000" pitchFamily="34" charset="-122"/>
                          <a:ea typeface="思源黑体" panose="020B0400000000000000" pitchFamily="34" charset="-122"/>
                          <a:sym typeface="思源黑体" panose="020B0400000000000000" pitchFamily="34" charset="-122"/>
                        </a:rPr>
                        <a:t>、</a:t>
                      </a:r>
                      <a:r>
                        <a:rPr lang="en-US" sz="2135" kern="100">
                          <a:effectLst/>
                          <a:latin typeface="思源黑体" panose="020B0400000000000000" pitchFamily="34" charset="-122"/>
                          <a:ea typeface="思源黑体" panose="020B0400000000000000" pitchFamily="34" charset="-122"/>
                          <a:sym typeface="思源黑体" panose="020B0400000000000000" pitchFamily="34" charset="-122"/>
                        </a:rPr>
                        <a:t> ’100%’</a:t>
                      </a:r>
                      <a:r>
                        <a:rPr lang="zh-CN" sz="2135" kern="100">
                          <a:effectLst/>
                          <a:latin typeface="思源黑体" panose="020B0400000000000000" pitchFamily="34" charset="-122"/>
                          <a:ea typeface="思源黑体" panose="020B0400000000000000" pitchFamily="34" charset="-122"/>
                          <a:sym typeface="思源黑体" panose="020B0400000000000000" pitchFamily="34" charset="-122"/>
                        </a:rPr>
                        <a:t>等</a:t>
                      </a:r>
                    </a:p>
                  </a:txBody>
                  <a:tcPr marL="23702" marR="23702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872337" y="162961"/>
            <a:ext cx="10635893" cy="7880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4265" b="1">
                <a:solidFill>
                  <a:srgbClr val="566CD3"/>
                </a:solidFill>
                <a:latin typeface="思源黑体" panose="020B0400000000000000" pitchFamily="34" charset="-122"/>
                <a:ea typeface="思源黑体" panose="020B0400000000000000" pitchFamily="34" charset="-122"/>
                <a:cs typeface="思源黑体 Bold" panose="020B0800000000000000" charset="-122"/>
                <a:sym typeface="思源黑体" panose="020B0400000000000000" pitchFamily="34" charset="-122"/>
              </a:rPr>
              <a:t>ArkTS</a:t>
            </a:r>
            <a:r>
              <a:rPr lang="zh-CN" altLang="en-US" sz="4265" b="1">
                <a:solidFill>
                  <a:srgbClr val="566CD3"/>
                </a:solidFill>
                <a:latin typeface="思源黑体" panose="020B0400000000000000" pitchFamily="34" charset="-122"/>
                <a:ea typeface="思源黑体" panose="020B0400000000000000" pitchFamily="34" charset="-122"/>
                <a:cs typeface="思源黑体 Bold" panose="020B0800000000000000" charset="-122"/>
                <a:sym typeface="思源黑体" panose="020B0400000000000000" pitchFamily="34" charset="-122"/>
              </a:rPr>
              <a:t>中的尺寸单位</a:t>
            </a:r>
          </a:p>
        </p:txBody>
      </p:sp>
      <p:grpSp>
        <p:nvGrpSpPr>
          <p:cNvPr id="7" name="组合 6"/>
          <p:cNvGrpSpPr/>
          <p:nvPr/>
        </p:nvGrpSpPr>
        <p:grpSpPr>
          <a:xfrm>
            <a:off x="638860" y="1055693"/>
            <a:ext cx="9894331" cy="1260364"/>
            <a:chOff x="714041" y="1017719"/>
            <a:chExt cx="8444498" cy="908507"/>
          </a:xfrm>
        </p:grpSpPr>
        <p:sp>
          <p:nvSpPr>
            <p:cNvPr id="8" name="文本框 7"/>
            <p:cNvSpPr txBox="1"/>
            <p:nvPr/>
          </p:nvSpPr>
          <p:spPr>
            <a:xfrm>
              <a:off x="838191" y="1450227"/>
              <a:ext cx="7823392" cy="349703"/>
            </a:xfrm>
            <a:prstGeom prst="rect">
              <a:avLst/>
            </a:prstGeom>
            <a:noFill/>
          </p:spPr>
          <p:txBody>
            <a:bodyPr wrap="square" lIns="91397" tIns="45699" rIns="91397" bIns="45699" rtlCol="0">
              <a:spAutoFit/>
            </a:bodyPr>
            <a:lstStyle/>
            <a:p>
              <a:pPr indent="266700">
                <a:lnSpc>
                  <a:spcPct val="120000"/>
                </a:lnSpc>
              </a:pPr>
              <a:r>
                <a:rPr lang="zh-CN" altLang="en-US" sz="2135" dirty="0"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有 </a:t>
              </a:r>
              <a:r>
                <a:rPr lang="en-US" altLang="zh-CN" sz="2135" dirty="0"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4 </a:t>
              </a:r>
              <a:r>
                <a:rPr lang="zh-CN" altLang="en-US" sz="2135" dirty="0"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种像素单位供开发者使用，分别是 </a:t>
              </a:r>
              <a:r>
                <a:rPr lang="en-US" altLang="zh-CN" sz="2135" dirty="0" err="1"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px</a:t>
              </a:r>
              <a:r>
                <a:rPr lang="en-US" altLang="zh-CN" sz="2135" dirty="0"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 </a:t>
              </a:r>
              <a:r>
                <a:rPr lang="zh-CN" altLang="en-US" sz="2135" dirty="0"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、 </a:t>
              </a:r>
              <a:r>
                <a:rPr lang="en-US" altLang="zh-CN" sz="2135" dirty="0" err="1"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vp</a:t>
              </a:r>
              <a:r>
                <a:rPr lang="en-US" altLang="zh-CN" sz="2135" dirty="0"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 </a:t>
              </a:r>
              <a:r>
                <a:rPr lang="zh-CN" altLang="en-US" sz="2135" dirty="0"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、 </a:t>
              </a:r>
              <a:r>
                <a:rPr lang="en-US" altLang="zh-CN" sz="2135" dirty="0" err="1"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fp</a:t>
              </a:r>
              <a:r>
                <a:rPr lang="en-US" altLang="zh-CN" sz="2135" dirty="0"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 </a:t>
              </a:r>
              <a:r>
                <a:rPr lang="zh-CN" altLang="en-US" sz="2135" dirty="0"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和 </a:t>
              </a:r>
              <a:r>
                <a:rPr lang="en-US" altLang="zh-CN" sz="2135" dirty="0" err="1"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lpx</a:t>
              </a:r>
              <a:r>
                <a:rPr lang="zh-CN" altLang="en-US" sz="2135" dirty="0">
                  <a:effectLst/>
                  <a:latin typeface="思源黑体" panose="020B0400000000000000" pitchFamily="34" charset="-122"/>
                  <a:ea typeface="思源黑体" panose="020B0400000000000000" pitchFamily="34" charset="-122"/>
                  <a:cs typeface="宋体" panose="02010600030101010101" pitchFamily="2" charset="-122"/>
                  <a:sym typeface="思源黑体" panose="020B0400000000000000" pitchFamily="34" charset="-122"/>
                </a:rPr>
                <a:t>。</a:t>
              </a:r>
              <a:endParaRPr lang="zh-CN" altLang="en-US" sz="2135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" panose="020B0400000000000000" pitchFamily="34" charset="-122"/>
                <a:ea typeface="思源黑体" panose="020B0400000000000000" pitchFamily="34" charset="-122"/>
                <a:cs typeface="思源黑体 Regular" panose="020B0500000000000000" charset="-122"/>
                <a:sym typeface="思源黑体" panose="020B0400000000000000" pitchFamily="34" charset="-122"/>
              </a:endParaRPr>
            </a:p>
          </p:txBody>
        </p:sp>
        <p:grpSp>
          <p:nvGrpSpPr>
            <p:cNvPr id="9" name="组合 8"/>
            <p:cNvGrpSpPr/>
            <p:nvPr/>
          </p:nvGrpSpPr>
          <p:grpSpPr>
            <a:xfrm>
              <a:off x="714041" y="1017719"/>
              <a:ext cx="8444498" cy="908507"/>
              <a:chOff x="899813" y="1419623"/>
              <a:chExt cx="8444498" cy="908507"/>
            </a:xfrm>
          </p:grpSpPr>
          <p:sp>
            <p:nvSpPr>
              <p:cNvPr id="10" name="圆角矩形 3"/>
              <p:cNvSpPr/>
              <p:nvPr/>
            </p:nvSpPr>
            <p:spPr>
              <a:xfrm>
                <a:off x="899813" y="1428232"/>
                <a:ext cx="3504616" cy="415290"/>
              </a:xfrm>
              <a:prstGeom prst="roundRect">
                <a:avLst>
                  <a:gd name="adj" fmla="val 50000"/>
                </a:avLst>
              </a:prstGeom>
              <a:solidFill>
                <a:srgbClr val="566CD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20000"/>
                  </a:lnSpc>
                </a:pPr>
                <a:endParaRPr lang="zh-CN" altLang="en-US" sz="3200">
                  <a:latin typeface="思源黑体" panose="020B0400000000000000" pitchFamily="34" charset="-122"/>
                  <a:ea typeface="思源黑体" panose="020B0400000000000000" pitchFamily="34" charset="-122"/>
                  <a:sym typeface="思源黑体" panose="020B0400000000000000" pitchFamily="34" charset="-122"/>
                </a:endParaRPr>
              </a:p>
            </p:txBody>
          </p:sp>
          <p:sp>
            <p:nvSpPr>
              <p:cNvPr id="11" name="圆角矩形 54"/>
              <p:cNvSpPr/>
              <p:nvPr/>
            </p:nvSpPr>
            <p:spPr>
              <a:xfrm>
                <a:off x="899813" y="1647190"/>
                <a:ext cx="8444498" cy="680940"/>
              </a:xfrm>
              <a:prstGeom prst="roundRect">
                <a:avLst>
                  <a:gd name="adj" fmla="val 7188"/>
                </a:avLst>
              </a:prstGeom>
              <a:noFill/>
              <a:ln>
                <a:solidFill>
                  <a:srgbClr val="566CD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20000"/>
                  </a:lnSpc>
                </a:pPr>
                <a:endParaRPr lang="zh-CN" altLang="en-US" sz="3200">
                  <a:latin typeface="思源黑体" panose="020B0400000000000000" pitchFamily="34" charset="-122"/>
                  <a:ea typeface="思源黑体" panose="020B0400000000000000" pitchFamily="34" charset="-122"/>
                  <a:sym typeface="思源黑体" panose="020B0400000000000000" pitchFamily="34" charset="-122"/>
                </a:endParaRPr>
              </a:p>
            </p:txBody>
          </p:sp>
          <p:sp>
            <p:nvSpPr>
              <p:cNvPr id="12" name="Text2"/>
              <p:cNvSpPr txBox="1"/>
              <p:nvPr/>
            </p:nvSpPr>
            <p:spPr>
              <a:xfrm>
                <a:off x="1124164" y="1419623"/>
                <a:ext cx="3245938" cy="391634"/>
              </a:xfrm>
              <a:prstGeom prst="rect">
                <a:avLst/>
              </a:prstGeom>
              <a:noFill/>
            </p:spPr>
            <p:txBody>
              <a:bodyPr wrap="square" rtlCol="0" anchor="ctr" anchorCtr="0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indent="0" fontAlgn="auto">
                  <a:lnSpc>
                    <a:spcPct val="120000"/>
                  </a:lnSpc>
                </a:pPr>
                <a:r>
                  <a:rPr lang="zh-CN" altLang="en-US" sz="3200" b="1">
                    <a:solidFill>
                      <a:schemeClr val="bg1"/>
                    </a:solidFill>
                    <a:latin typeface="思源黑体" panose="020B0400000000000000" pitchFamily="34" charset="-122"/>
                    <a:ea typeface="思源黑体" panose="020B0400000000000000" pitchFamily="34" charset="-122"/>
                    <a:cs typeface="思源黑体 CN Heavy" panose="020B0A00000000000000" charset="-122"/>
                    <a:sym typeface="思源黑体" panose="020B0400000000000000" pitchFamily="34" charset="-122"/>
                  </a:rPr>
                  <a:t>像素单位</a:t>
                </a:r>
                <a:endParaRPr lang="en-US" altLang="zh-CN" sz="3200" b="1">
                  <a:solidFill>
                    <a:schemeClr val="accent1"/>
                  </a:solidFill>
                  <a:latin typeface="思源黑体" panose="020B0400000000000000" pitchFamily="34" charset="-122"/>
                  <a:ea typeface="思源黑体" panose="020B0400000000000000" pitchFamily="34" charset="-122"/>
                  <a:cs typeface="思源黑体 CN Heavy" panose="020B0A00000000000000" charset="-122"/>
                  <a:sym typeface="思源黑体" panose="020B0400000000000000" pitchFamily="34" charset="-122"/>
                </a:endParaRPr>
              </a:p>
            </p:txBody>
          </p:sp>
        </p:grpSp>
      </p:grpSp>
      <p:graphicFrame>
        <p:nvGraphicFramePr>
          <p:cNvPr id="2" name="表格 1"/>
          <p:cNvGraphicFramePr>
            <a:graphicFrameLocks noGrp="1"/>
          </p:cNvGraphicFramePr>
          <p:nvPr/>
        </p:nvGraphicFramePr>
        <p:xfrm>
          <a:off x="689540" y="2600371"/>
          <a:ext cx="9843135" cy="4165600"/>
        </p:xfrm>
        <a:graphic>
          <a:graphicData uri="http://schemas.openxmlformats.org/drawingml/2006/table">
            <a:tbl>
              <a:tblPr firstRow="1" firstCol="1" bandRow="1">
                <a:tableStyleId>{69012ECD-51FC-41F1-AA8D-1B2483CD663E}</a:tableStyleId>
              </a:tblPr>
              <a:tblGrid>
                <a:gridCol w="26784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647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1160">
                <a:tc>
                  <a:txBody>
                    <a:bodyPr/>
                    <a:lstStyle/>
                    <a:p>
                      <a:pPr indent="12700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2135" kern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思源黑体" panose="020B0400000000000000" pitchFamily="34" charset="-122"/>
                          <a:ea typeface="思源黑体" panose="020B0400000000000000" pitchFamily="34" charset="-122"/>
                          <a:sym typeface="思源黑体" panose="020B0400000000000000" pitchFamily="34" charset="-122"/>
                        </a:rPr>
                        <a:t>单位名称</a:t>
                      </a:r>
                      <a:endParaRPr lang="zh-CN" sz="2135" kern="100">
                        <a:solidFill>
                          <a:schemeClr val="bg1">
                            <a:lumMod val="95000"/>
                          </a:schemeClr>
                        </a:solidFill>
                        <a:effectLst/>
                        <a:latin typeface="思源黑体" panose="020B0400000000000000" pitchFamily="34" charset="-122"/>
                        <a:ea typeface="思源黑体" panose="020B0400000000000000" pitchFamily="34" charset="-122"/>
                        <a:sym typeface="思源黑体" panose="020B0400000000000000" pitchFamily="34" charset="-122"/>
                      </a:endParaRPr>
                    </a:p>
                  </a:txBody>
                  <a:tcPr marL="23702" marR="23702" marT="0" marB="0">
                    <a:solidFill>
                      <a:srgbClr val="4F67C3"/>
                    </a:solidFill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2135" kern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思源黑体" panose="020B0400000000000000" pitchFamily="34" charset="-122"/>
                          <a:ea typeface="思源黑体" panose="020B0400000000000000" pitchFamily="34" charset="-122"/>
                          <a:sym typeface="思源黑体" panose="020B0400000000000000" pitchFamily="34" charset="-122"/>
                        </a:rPr>
                        <a:t>描述</a:t>
                      </a:r>
                      <a:endParaRPr lang="zh-CN" sz="2135" kern="100">
                        <a:solidFill>
                          <a:schemeClr val="bg1">
                            <a:lumMod val="95000"/>
                          </a:schemeClr>
                        </a:solidFill>
                        <a:effectLst/>
                        <a:latin typeface="思源黑体" panose="020B0400000000000000" pitchFamily="34" charset="-122"/>
                        <a:ea typeface="思源黑体" panose="020B0400000000000000" pitchFamily="34" charset="-122"/>
                        <a:sym typeface="思源黑体" panose="020B0400000000000000" pitchFamily="34" charset="-122"/>
                      </a:endParaRPr>
                    </a:p>
                  </a:txBody>
                  <a:tcPr marL="23702" marR="23702" marT="0" marB="0">
                    <a:solidFill>
                      <a:srgbClr val="4F67C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1160">
                <a:tc>
                  <a:txBody>
                    <a:bodyPr/>
                    <a:lstStyle/>
                    <a:p>
                      <a:pPr marL="266700" indent="12700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135" kern="100">
                          <a:effectLst/>
                          <a:latin typeface="思源黑体" panose="020B0400000000000000" pitchFamily="34" charset="-122"/>
                          <a:ea typeface="思源黑体" panose="020B0400000000000000" pitchFamily="34" charset="-122"/>
                          <a:sym typeface="思源黑体" panose="020B0400000000000000" pitchFamily="34" charset="-122"/>
                        </a:rPr>
                        <a:t>px</a:t>
                      </a:r>
                      <a:endParaRPr lang="zh-CN" sz="2135" kern="100">
                        <a:effectLst/>
                        <a:latin typeface="思源黑体" panose="020B0400000000000000" pitchFamily="34" charset="-122"/>
                        <a:ea typeface="思源黑体" panose="020B0400000000000000" pitchFamily="34" charset="-122"/>
                        <a:sym typeface="思源黑体" panose="020B0400000000000000" pitchFamily="34" charset="-122"/>
                      </a:endParaRPr>
                    </a:p>
                  </a:txBody>
                  <a:tcPr marL="23702" marR="23702" marT="0" marB="0" anchor="ctr"/>
                </a:tc>
                <a:tc>
                  <a:txBody>
                    <a:bodyPr/>
                    <a:lstStyle/>
                    <a:p>
                      <a:pPr indent="12700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2135" kern="100">
                          <a:effectLst/>
                          <a:latin typeface="思源黑体" panose="020B0400000000000000" pitchFamily="34" charset="-122"/>
                          <a:ea typeface="思源黑体" panose="020B0400000000000000" pitchFamily="34" charset="-122"/>
                          <a:sym typeface="思源黑体" panose="020B0400000000000000" pitchFamily="34" charset="-122"/>
                        </a:rPr>
                        <a:t>屏幕物理像素单位</a:t>
                      </a:r>
                    </a:p>
                  </a:txBody>
                  <a:tcPr marL="23702" marR="23702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2320">
                <a:tc>
                  <a:txBody>
                    <a:bodyPr/>
                    <a:lstStyle/>
                    <a:p>
                      <a:pPr marL="266700" indent="12700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135" kern="100">
                          <a:effectLst/>
                          <a:latin typeface="思源黑体" panose="020B0400000000000000" pitchFamily="34" charset="-122"/>
                          <a:ea typeface="思源黑体" panose="020B0400000000000000" pitchFamily="34" charset="-122"/>
                          <a:sym typeface="思源黑体" panose="020B0400000000000000" pitchFamily="34" charset="-122"/>
                        </a:rPr>
                        <a:t>vp</a:t>
                      </a:r>
                      <a:endParaRPr lang="zh-CN" sz="2135" kern="100">
                        <a:effectLst/>
                        <a:latin typeface="思源黑体" panose="020B0400000000000000" pitchFamily="34" charset="-122"/>
                        <a:ea typeface="思源黑体" panose="020B0400000000000000" pitchFamily="34" charset="-122"/>
                        <a:sym typeface="思源黑体" panose="020B0400000000000000" pitchFamily="34" charset="-122"/>
                      </a:endParaRPr>
                    </a:p>
                  </a:txBody>
                  <a:tcPr marL="23702" marR="23702" marT="0" marB="0" anchor="ctr"/>
                </a:tc>
                <a:tc>
                  <a:txBody>
                    <a:bodyPr/>
                    <a:lstStyle/>
                    <a:p>
                      <a:pPr indent="12700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2135" kern="100">
                          <a:effectLst/>
                          <a:latin typeface="思源黑体" panose="020B0400000000000000" pitchFamily="34" charset="-122"/>
                          <a:ea typeface="思源黑体" panose="020B0400000000000000" pitchFamily="34" charset="-122"/>
                          <a:sym typeface="思源黑体" panose="020B0400000000000000" pitchFamily="34" charset="-122"/>
                        </a:rPr>
                        <a:t>屏幕密度相关像素单位，根据屏幕像素密度转换为屏幕物理像素</a:t>
                      </a:r>
                    </a:p>
                  </a:txBody>
                  <a:tcPr marL="23702" marR="23702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2320">
                <a:tc>
                  <a:txBody>
                    <a:bodyPr/>
                    <a:lstStyle/>
                    <a:p>
                      <a:pPr marL="266700" indent="12700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135" kern="100">
                          <a:effectLst/>
                          <a:latin typeface="思源黑体" panose="020B0400000000000000" pitchFamily="34" charset="-122"/>
                          <a:ea typeface="思源黑体" panose="020B0400000000000000" pitchFamily="34" charset="-122"/>
                          <a:sym typeface="思源黑体" panose="020B0400000000000000" pitchFamily="34" charset="-122"/>
                        </a:rPr>
                        <a:t>fp</a:t>
                      </a:r>
                      <a:endParaRPr lang="zh-CN" sz="2135" kern="100">
                        <a:effectLst/>
                        <a:latin typeface="思源黑体" panose="020B0400000000000000" pitchFamily="34" charset="-122"/>
                        <a:ea typeface="思源黑体" panose="020B0400000000000000" pitchFamily="34" charset="-122"/>
                        <a:sym typeface="思源黑体" panose="020B0400000000000000" pitchFamily="34" charset="-122"/>
                      </a:endParaRPr>
                    </a:p>
                  </a:txBody>
                  <a:tcPr marL="23702" marR="23702" marT="0" marB="0" anchor="ctr"/>
                </a:tc>
                <a:tc>
                  <a:txBody>
                    <a:bodyPr/>
                    <a:lstStyle/>
                    <a:p>
                      <a:pPr indent="12700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2135" kern="100">
                          <a:effectLst/>
                          <a:latin typeface="思源黑体" panose="020B0400000000000000" pitchFamily="34" charset="-122"/>
                          <a:ea typeface="思源黑体" panose="020B0400000000000000" pitchFamily="34" charset="-122"/>
                          <a:sym typeface="思源黑体" panose="020B0400000000000000" pitchFamily="34" charset="-122"/>
                        </a:rPr>
                        <a:t>字体像素，与</a:t>
                      </a:r>
                      <a:r>
                        <a:rPr lang="en-US" sz="2135" kern="100">
                          <a:effectLst/>
                          <a:latin typeface="思源黑体" panose="020B0400000000000000" pitchFamily="34" charset="-122"/>
                          <a:ea typeface="思源黑体" panose="020B0400000000000000" pitchFamily="34" charset="-122"/>
                          <a:sym typeface="思源黑体" panose="020B0400000000000000" pitchFamily="34" charset="-122"/>
                        </a:rPr>
                        <a:t>vp</a:t>
                      </a:r>
                      <a:r>
                        <a:rPr lang="zh-CN" sz="2135" kern="100">
                          <a:effectLst/>
                          <a:latin typeface="思源黑体" panose="020B0400000000000000" pitchFamily="34" charset="-122"/>
                          <a:ea typeface="思源黑体" panose="020B0400000000000000" pitchFamily="34" charset="-122"/>
                          <a:sym typeface="思源黑体" panose="020B0400000000000000" pitchFamily="34" charset="-122"/>
                        </a:rPr>
                        <a:t>类似适用于屏幕密度变化，随系统字体大小设置变化</a:t>
                      </a:r>
                    </a:p>
                  </a:txBody>
                  <a:tcPr marL="23702" marR="23702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18640">
                <a:tc>
                  <a:txBody>
                    <a:bodyPr/>
                    <a:lstStyle/>
                    <a:p>
                      <a:pPr marL="266700" indent="12700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135" kern="100">
                          <a:effectLst/>
                          <a:latin typeface="思源黑体" panose="020B0400000000000000" pitchFamily="34" charset="-122"/>
                          <a:ea typeface="思源黑体" panose="020B0400000000000000" pitchFamily="34" charset="-122"/>
                          <a:sym typeface="思源黑体" panose="020B0400000000000000" pitchFamily="34" charset="-122"/>
                        </a:rPr>
                        <a:t>lpx</a:t>
                      </a:r>
                      <a:endParaRPr lang="zh-CN" sz="2135" kern="100">
                        <a:effectLst/>
                        <a:latin typeface="思源黑体" panose="020B0400000000000000" pitchFamily="34" charset="-122"/>
                        <a:ea typeface="思源黑体" panose="020B0400000000000000" pitchFamily="34" charset="-122"/>
                        <a:sym typeface="思源黑体" panose="020B0400000000000000" pitchFamily="34" charset="-122"/>
                      </a:endParaRPr>
                    </a:p>
                  </a:txBody>
                  <a:tcPr marL="23702" marR="23702" marT="0" marB="0" anchor="ctr"/>
                </a:tc>
                <a:tc>
                  <a:txBody>
                    <a:bodyPr/>
                    <a:lstStyle/>
                    <a:p>
                      <a:pPr indent="12700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2135" kern="100">
                          <a:effectLst/>
                          <a:latin typeface="思源黑体" panose="020B0400000000000000" pitchFamily="34" charset="-122"/>
                          <a:ea typeface="思源黑体" panose="020B0400000000000000" pitchFamily="34" charset="-122"/>
                          <a:sym typeface="思源黑体" panose="020B0400000000000000" pitchFamily="34" charset="-122"/>
                        </a:rPr>
                        <a:t>视窗逻辑像素单位，</a:t>
                      </a:r>
                      <a:r>
                        <a:rPr lang="en-US" sz="2135" kern="100">
                          <a:effectLst/>
                          <a:latin typeface="思源黑体" panose="020B0400000000000000" pitchFamily="34" charset="-122"/>
                          <a:ea typeface="思源黑体" panose="020B0400000000000000" pitchFamily="34" charset="-122"/>
                          <a:sym typeface="思源黑体" panose="020B0400000000000000" pitchFamily="34" charset="-122"/>
                        </a:rPr>
                        <a:t>lpx</a:t>
                      </a:r>
                      <a:r>
                        <a:rPr lang="zh-CN" sz="2135" kern="100">
                          <a:effectLst/>
                          <a:latin typeface="思源黑体" panose="020B0400000000000000" pitchFamily="34" charset="-122"/>
                          <a:ea typeface="思源黑体" panose="020B0400000000000000" pitchFamily="34" charset="-122"/>
                          <a:sym typeface="思源黑体" panose="020B0400000000000000" pitchFamily="34" charset="-122"/>
                        </a:rPr>
                        <a:t>单位为实际屏幕宽度与逻辑宽度（在</a:t>
                      </a:r>
                      <a:r>
                        <a:rPr lang="en-US" sz="2135" kern="100">
                          <a:effectLst/>
                          <a:latin typeface="思源黑体" panose="020B0400000000000000" pitchFamily="34" charset="-122"/>
                          <a:ea typeface="思源黑体" panose="020B0400000000000000" pitchFamily="34" charset="-122"/>
                          <a:sym typeface="思源黑体" panose="020B0400000000000000" pitchFamily="34" charset="-122"/>
                        </a:rPr>
                        <a:t> config.json </a:t>
                      </a:r>
                      <a:r>
                        <a:rPr lang="zh-CN" sz="2135" kern="100">
                          <a:effectLst/>
                          <a:latin typeface="思源黑体" panose="020B0400000000000000" pitchFamily="34" charset="-122"/>
                          <a:ea typeface="思源黑体" panose="020B0400000000000000" pitchFamily="34" charset="-122"/>
                          <a:sym typeface="思源黑体" panose="020B0400000000000000" pitchFamily="34" charset="-122"/>
                        </a:rPr>
                        <a:t>中配置的</a:t>
                      </a:r>
                      <a:r>
                        <a:rPr lang="en-US" sz="2135" kern="100">
                          <a:effectLst/>
                          <a:latin typeface="思源黑体" panose="020B0400000000000000" pitchFamily="34" charset="-122"/>
                          <a:ea typeface="思源黑体" panose="020B0400000000000000" pitchFamily="34" charset="-122"/>
                          <a:sym typeface="思源黑体" panose="020B0400000000000000" pitchFamily="34" charset="-122"/>
                        </a:rPr>
                        <a:t> designWidth </a:t>
                      </a:r>
                      <a:r>
                        <a:rPr lang="zh-CN" sz="2135" kern="100">
                          <a:effectLst/>
                          <a:latin typeface="思源黑体" panose="020B0400000000000000" pitchFamily="34" charset="-122"/>
                          <a:ea typeface="思源黑体" panose="020B0400000000000000" pitchFamily="34" charset="-122"/>
                          <a:sym typeface="思源黑体" panose="020B0400000000000000" pitchFamily="34" charset="-122"/>
                        </a:rPr>
                        <a:t>）的比值，如配置</a:t>
                      </a:r>
                      <a:r>
                        <a:rPr lang="en-US" sz="2135" kern="100">
                          <a:effectLst/>
                          <a:latin typeface="思源黑体" panose="020B0400000000000000" pitchFamily="34" charset="-122"/>
                          <a:ea typeface="思源黑体" panose="020B0400000000000000" pitchFamily="34" charset="-122"/>
                          <a:sym typeface="思源黑体" panose="020B0400000000000000" pitchFamily="34" charset="-122"/>
                        </a:rPr>
                        <a:t> designWdith </a:t>
                      </a:r>
                      <a:r>
                        <a:rPr lang="zh-CN" sz="2135" kern="100">
                          <a:effectLst/>
                          <a:latin typeface="思源黑体" panose="020B0400000000000000" pitchFamily="34" charset="-122"/>
                          <a:ea typeface="思源黑体" panose="020B0400000000000000" pitchFamily="34" charset="-122"/>
                          <a:sym typeface="思源黑体" panose="020B0400000000000000" pitchFamily="34" charset="-122"/>
                        </a:rPr>
                        <a:t>为</a:t>
                      </a:r>
                      <a:r>
                        <a:rPr lang="en-US" sz="2135" kern="100">
                          <a:effectLst/>
                          <a:latin typeface="思源黑体" panose="020B0400000000000000" pitchFamily="34" charset="-122"/>
                          <a:ea typeface="思源黑体" panose="020B0400000000000000" pitchFamily="34" charset="-122"/>
                          <a:sym typeface="思源黑体" panose="020B0400000000000000" pitchFamily="34" charset="-122"/>
                        </a:rPr>
                        <a:t> 720 </a:t>
                      </a:r>
                      <a:r>
                        <a:rPr lang="zh-CN" sz="2135" kern="100">
                          <a:effectLst/>
                          <a:latin typeface="思源黑体" panose="020B0400000000000000" pitchFamily="34" charset="-122"/>
                          <a:ea typeface="思源黑体" panose="020B0400000000000000" pitchFamily="34" charset="-122"/>
                          <a:sym typeface="思源黑体" panose="020B0400000000000000" pitchFamily="34" charset="-122"/>
                        </a:rPr>
                        <a:t>时，在实际宽度为</a:t>
                      </a:r>
                      <a:r>
                        <a:rPr lang="en-US" sz="2135" kern="100">
                          <a:effectLst/>
                          <a:latin typeface="思源黑体" panose="020B0400000000000000" pitchFamily="34" charset="-122"/>
                          <a:ea typeface="思源黑体" panose="020B0400000000000000" pitchFamily="34" charset="-122"/>
                          <a:sym typeface="思源黑体" panose="020B0400000000000000" pitchFamily="34" charset="-122"/>
                        </a:rPr>
                        <a:t> 1440 </a:t>
                      </a:r>
                      <a:r>
                        <a:rPr lang="zh-CN" sz="2135" kern="100">
                          <a:effectLst/>
                          <a:latin typeface="思源黑体" panose="020B0400000000000000" pitchFamily="34" charset="-122"/>
                          <a:ea typeface="思源黑体" panose="020B0400000000000000" pitchFamily="34" charset="-122"/>
                          <a:sym typeface="思源黑体" panose="020B0400000000000000" pitchFamily="34" charset="-122"/>
                        </a:rPr>
                        <a:t>物理像素的屏幕上，</a:t>
                      </a:r>
                      <a:r>
                        <a:rPr lang="en-US" sz="2135" kern="100">
                          <a:effectLst/>
                          <a:latin typeface="思源黑体" panose="020B0400000000000000" pitchFamily="34" charset="-122"/>
                          <a:ea typeface="思源黑体" panose="020B0400000000000000" pitchFamily="34" charset="-122"/>
                          <a:sym typeface="思源黑体" panose="020B0400000000000000" pitchFamily="34" charset="-122"/>
                        </a:rPr>
                        <a:t> 1px </a:t>
                      </a:r>
                      <a:r>
                        <a:rPr lang="zh-CN" sz="2135" kern="100">
                          <a:effectLst/>
                          <a:latin typeface="思源黑体" panose="020B0400000000000000" pitchFamily="34" charset="-122"/>
                          <a:ea typeface="思源黑体" panose="020B0400000000000000" pitchFamily="34" charset="-122"/>
                          <a:sym typeface="思源黑体" panose="020B0400000000000000" pitchFamily="34" charset="-122"/>
                        </a:rPr>
                        <a:t>为</a:t>
                      </a:r>
                      <a:r>
                        <a:rPr lang="en-US" sz="2135" kern="100">
                          <a:effectLst/>
                          <a:latin typeface="思源黑体" panose="020B0400000000000000" pitchFamily="34" charset="-122"/>
                          <a:ea typeface="思源黑体" panose="020B0400000000000000" pitchFamily="34" charset="-122"/>
                          <a:sym typeface="思源黑体" panose="020B0400000000000000" pitchFamily="34" charset="-122"/>
                        </a:rPr>
                        <a:t> 2px </a:t>
                      </a:r>
                      <a:endParaRPr lang="zh-CN" sz="2135" kern="100">
                        <a:effectLst/>
                        <a:latin typeface="思源黑体" panose="020B0400000000000000" pitchFamily="34" charset="-122"/>
                        <a:ea typeface="思源黑体" panose="020B0400000000000000" pitchFamily="34" charset="-122"/>
                        <a:sym typeface="思源黑体" panose="020B0400000000000000" pitchFamily="34" charset="-122"/>
                      </a:endParaRPr>
                    </a:p>
                  </a:txBody>
                  <a:tcPr marL="23702" marR="23702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259"/>
          <p:cNvSpPr>
            <a:spLocks noChangeArrowheads="1"/>
          </p:cNvSpPr>
          <p:nvPr/>
        </p:nvSpPr>
        <p:spPr bwMode="auto">
          <a:xfrm>
            <a:off x="4078339" y="3035986"/>
            <a:ext cx="3767078" cy="7880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charset="0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4265" b="1" cap="all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" panose="020B0400000000000000" pitchFamily="34" charset="-122"/>
                <a:ea typeface="思源黑体" panose="020B0400000000000000" pitchFamily="34" charset="-122"/>
                <a:cs typeface="思源黑体 Regular" panose="020B0500000000000000" charset="-122"/>
                <a:sym typeface="思源黑体" panose="020B0400000000000000" pitchFamily="34" charset="-122"/>
              </a:rPr>
              <a:t>感谢聆听！</a:t>
            </a:r>
          </a:p>
        </p:txBody>
      </p:sp>
      <p:sp>
        <p:nvSpPr>
          <p:cNvPr id="10" name="矩形 259"/>
          <p:cNvSpPr>
            <a:spLocks noChangeArrowheads="1"/>
          </p:cNvSpPr>
          <p:nvPr/>
        </p:nvSpPr>
        <p:spPr bwMode="auto">
          <a:xfrm>
            <a:off x="7121894" y="3934169"/>
            <a:ext cx="4372350" cy="394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charset="0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sz="2135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" panose="020B0400000000000000" pitchFamily="34" charset="-122"/>
                <a:ea typeface="思源黑体" panose="020B0400000000000000" pitchFamily="34" charset="-122"/>
                <a:cs typeface="思源黑体 Regular" panose="020B0500000000000000" charset="-122"/>
                <a:sym typeface="思源黑体" panose="020B0400000000000000" pitchFamily="34" charset="-122"/>
              </a:rPr>
              <a:t>Thank you for listening</a:t>
            </a: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 tmFilter="0,0; .5, 1; 1, 1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699"/>
                            </p:stCondLst>
                            <p:childTnLst>
                              <p:par>
                                <p:cTn id="13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14" dur="500" tmFilter="0, 0; .2, .5; .8, .5; 1, 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5" dur="250" autoRev="1" fill="hold"/>
                                        <p:tgtEl>
                                          <p:spTgt spid="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200"/>
                            </p:stCondLst>
                            <p:childTnLst>
                              <p:par>
                                <p:cTn id="17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 tmFilter="0,0; .5, 1; 1, 1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799"/>
                            </p:stCondLst>
                            <p:childTnLst>
                              <p:par>
                                <p:cTn id="25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26" dur="500" tmFilter="0, 0; .2, .5; .8, .5; 1, 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7" dur="250" autoRev="1" fill="hold"/>
                                        <p:tgtEl>
                                          <p:spTgt spid="1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ldLvl="0" animBg="1"/>
      <p:bldP spid="9" grpId="1" bldLvl="0" animBg="1"/>
      <p:bldP spid="10" grpId="0" bldLvl="0" animBg="1"/>
      <p:bldP spid="10" grpId="1" bldLvl="0" animBg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PRESENTER" val="3f15e6573a385e41c33bb97e7105a62faa5c484"/>
  <p:tag name="RESOURCE_RECORD_KEY" val="{&quot;13&quot;:[19951231,4722044]}"/>
  <p:tag name="COMMONDATA" val="eyJoZGlkIjoiMjFiNDVkY2EyMjZlZDM1YjRhYTQ2MjFmNTIxMWRlNWE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自定义 237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005DA2"/>
      </a:accent1>
      <a:accent2>
        <a:srgbClr val="C4C7CB"/>
      </a:accent2>
      <a:accent3>
        <a:srgbClr val="7F7F7F"/>
      </a:accent3>
      <a:accent4>
        <a:srgbClr val="7F7F7F"/>
      </a:accent4>
      <a:accent5>
        <a:srgbClr val="7F7F7F"/>
      </a:accent5>
      <a:accent6>
        <a:srgbClr val="7F7F7F"/>
      </a:accent6>
      <a:hlink>
        <a:srgbClr val="17365D"/>
      </a:hlink>
      <a:folHlink>
        <a:srgbClr val="548DD4"/>
      </a:folHlink>
    </a:clrScheme>
    <a:fontScheme name="ud0ofpxa">
      <a:majorFont>
        <a:latin typeface="字魂105号-简雅黑"/>
        <a:ea typeface="字魂105号-简雅黑"/>
        <a:cs typeface=""/>
      </a:majorFont>
      <a:minorFont>
        <a:latin typeface="字魂105号-简雅黑"/>
        <a:ea typeface="字魂105号-简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>
          <a:defRPr sz="1200" dirty="0" smtClean="0">
            <a:solidFill>
              <a:schemeClr val="tx1">
                <a:lumMod val="75000"/>
                <a:lumOff val="25000"/>
              </a:schemeClr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Office 主题">
  <a:themeElements>
    <a:clrScheme name="自定义 237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005DA2"/>
      </a:accent1>
      <a:accent2>
        <a:srgbClr val="C4C7CB"/>
      </a:accent2>
      <a:accent3>
        <a:srgbClr val="7F7F7F"/>
      </a:accent3>
      <a:accent4>
        <a:srgbClr val="7F7F7F"/>
      </a:accent4>
      <a:accent5>
        <a:srgbClr val="7F7F7F"/>
      </a:accent5>
      <a:accent6>
        <a:srgbClr val="7F7F7F"/>
      </a:accent6>
      <a:hlink>
        <a:srgbClr val="17365D"/>
      </a:hlink>
      <a:folHlink>
        <a:srgbClr val="548DD4"/>
      </a:folHlink>
    </a:clrScheme>
    <a:fontScheme name="ud0ofpxa">
      <a:majorFont>
        <a:latin typeface="字魂105号-简雅黑"/>
        <a:ea typeface="字魂105号-简雅黑"/>
        <a:cs typeface=""/>
      </a:majorFont>
      <a:minorFont>
        <a:latin typeface="字魂105号-简雅黑"/>
        <a:ea typeface="字魂105号-简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>
          <a:defRPr sz="1200" dirty="0" smtClean="0">
            <a:solidFill>
              <a:schemeClr val="tx1">
                <a:lumMod val="75000"/>
                <a:lumOff val="25000"/>
              </a:schemeClr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2_Office 主题">
  <a:themeElements>
    <a:clrScheme name="自定义 237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005DA2"/>
      </a:accent1>
      <a:accent2>
        <a:srgbClr val="C4C7CB"/>
      </a:accent2>
      <a:accent3>
        <a:srgbClr val="7F7F7F"/>
      </a:accent3>
      <a:accent4>
        <a:srgbClr val="7F7F7F"/>
      </a:accent4>
      <a:accent5>
        <a:srgbClr val="7F7F7F"/>
      </a:accent5>
      <a:accent6>
        <a:srgbClr val="7F7F7F"/>
      </a:accent6>
      <a:hlink>
        <a:srgbClr val="17365D"/>
      </a:hlink>
      <a:folHlink>
        <a:srgbClr val="548DD4"/>
      </a:folHlink>
    </a:clrScheme>
    <a:fontScheme name="ud0ofpxa">
      <a:majorFont>
        <a:latin typeface="字魂105号-简雅黑"/>
        <a:ea typeface="字魂105号-简雅黑"/>
        <a:cs typeface=""/>
      </a:majorFont>
      <a:minorFont>
        <a:latin typeface="字魂105号-简雅黑"/>
        <a:ea typeface="字魂105号-简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>
          <a:defRPr sz="1200" dirty="0" smtClean="0">
            <a:solidFill>
              <a:schemeClr val="tx1">
                <a:lumMod val="75000"/>
                <a:lumOff val="25000"/>
              </a:schemeClr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830</TotalTime>
  <Words>4705</Words>
  <Application>Microsoft Office PowerPoint</Application>
  <PresentationFormat>自定义</PresentationFormat>
  <Paragraphs>324</Paragraphs>
  <Slides>41</Slides>
  <Notes>22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4</vt:i4>
      </vt:variant>
      <vt:variant>
        <vt:lpstr>幻灯片标题</vt:lpstr>
      </vt:variant>
      <vt:variant>
        <vt:i4>41</vt:i4>
      </vt:variant>
    </vt:vector>
  </HeadingPairs>
  <TitlesOfParts>
    <vt:vector size="52" baseType="lpstr">
      <vt:lpstr>PingFang SC</vt:lpstr>
      <vt:lpstr>思源黑体</vt:lpstr>
      <vt:lpstr>微软雅黑</vt:lpstr>
      <vt:lpstr>字魂105号-简雅黑</vt:lpstr>
      <vt:lpstr>Arial</vt:lpstr>
      <vt:lpstr>Calibri</vt:lpstr>
      <vt:lpstr>Wingdings</vt:lpstr>
      <vt:lpstr>webwppDefTheme</vt:lpstr>
      <vt:lpstr>Office 主题</vt:lpstr>
      <vt:lpstr>1_Office 主题</vt:lpstr>
      <vt:lpstr>2_Office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蓝白商务述职报告工作总结ppt模板</dc:title>
  <dc:creator>常董</dc:creator>
  <cp:lastModifiedBy>man old</cp:lastModifiedBy>
  <cp:revision>1119</cp:revision>
  <dcterms:created xsi:type="dcterms:W3CDTF">2020-11-11T09:29:00Z</dcterms:created>
  <dcterms:modified xsi:type="dcterms:W3CDTF">2025-03-31T10:36:47Z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2052-12.1.0.19770</vt:lpwstr>
  </property>
  <property fmtid="{D5CDD505-2E9C-101B-9397-08002B2CF9AE}" pid="3" name="ICV">
    <vt:lpwstr>09FA3E3978634EAA8917D424B6DF00D6_13</vt:lpwstr>
  </property>
</Properties>
</file>